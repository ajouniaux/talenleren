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80cd7c5-1e0a-6cef-ebd8-073bbab70c85}">
          <p14:sldIdLst>
            <p14:sldId id="256"/>
          </p14:sldIdLst>
        </p14:section>
        <p14:section name="Découvrir" id="{49027807-246a-1f7c-de89-83031b6ea2ea}">
          <p14:sldIdLst>
            <p14:sldId id="257"/>
            <p14:sldId id="258"/>
            <p14:sldId id="259"/>
          </p14:sldIdLst>
        </p14:section>
        <p14:section name="Les 4 réflexes" id="{cf88083f-e456-a5f8-ab09-83f8bb93faa7}">
          <p14:sldIdLst>
            <p14:sldId id="260"/>
            <p14:sldId id="261"/>
            <p14:sldId id="262"/>
            <p14:sldId id="263"/>
            <p14:sldId id="264"/>
            <p14:sldId id="265"/>
          </p14:sldIdLst>
        </p14:section>
        <p14:section name="Verbes courts et irréguliers" id="{19e514f5-2105-cda2-bdb8-c9c8ecfe8231}">
          <p14:sldIdLst>
            <p14:sldId id="266"/>
            <p14:sldId id="267"/>
            <p14:sldId id="268"/>
            <p14:sldId id="269"/>
            <p14:sldId id="270"/>
          </p14:sldIdLst>
        </p14:section>
        <p14:section name="JIJ NU ! — Oefeningen" id="{8672ba3c-17f3-10f1-8a37-d4e8c1663311}">
          <p14:sldIdLst>
            <p14:sldId id="271"/>
            <p14:sldId id="272"/>
            <p14:sldId id="273"/>
            <p14:sldId id="274"/>
            <p14:sldId id="275"/>
            <p14:sldId id="276"/>
            <p14:sldId id="277"/>
            <p14:sldId id="278"/>
            <p14:sldId id="279"/>
            <p14:sldId id="280"/>
            <p14:sldId id="281"/>
            <p14:sldId id="282"/>
            <p14:sldId id="283"/>
            <p14:sldId id="284"/>
          </p14:sldIdLst>
        </p14:section>
        <p14:section name="Clôture" id="{fec09eb7-4c11-f853-bc6f-5d8c1c5544c5}">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2026-10-04T12:06:08Z</dcterms:created>
  <dcterms:modified xsi:type="dcterms:W3CDTF">2026-10-04T12:06:08Z</dcterms:modified>
</cp:coreProperties>
</file>
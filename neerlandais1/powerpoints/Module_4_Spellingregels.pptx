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fc96d91-c822-fdce-cef0-e1473c557acb}">
          <p14:sldIdLst>
            <p14:sldId id="256"/>
          </p14:sldIdLst>
        </p14:section>
        <p14:section name="Découvrir" id="{d5fdbecb-c62d-5572-ad9d-160c0e3b20b2}">
          <p14:sldIdLst>
            <p14:sldId id="257"/>
            <p14:sldId id="258"/>
            <p14:sldId id="259"/>
          </p14:sldIdLst>
        </p14:section>
        <p14:section name="Les 4 réflexes" id="{6e72111f-89a7-bfb6-712b-6a5e53d31995}">
          <p14:sldIdLst>
            <p14:sldId id="260"/>
            <p14:sldId id="261"/>
            <p14:sldId id="262"/>
            <p14:sldId id="263"/>
            <p14:sldId id="264"/>
            <p14:sldId id="265"/>
          </p14:sldIdLst>
        </p14:section>
        <p14:section name="Verbes courts et irréguliers" id="{b9a40d17-c367-e201-8369-3ba855a71bda}">
          <p14:sldIdLst>
            <p14:sldId id="266"/>
            <p14:sldId id="267"/>
            <p14:sldId id="268"/>
            <p14:sldId id="269"/>
            <p14:sldId id="270"/>
          </p14:sldIdLst>
        </p14:section>
        <p14:section name="JIJ NU ! — Oefeningen" id="{85c399fd-f0c7-0025-80c3-10f3f1bb9274}">
          <p14:sldIdLst>
            <p14:sldId id="271"/>
            <p14:sldId id="272"/>
            <p14:sldId id="273"/>
            <p14:sldId id="274"/>
            <p14:sldId id="275"/>
            <p14:sldId id="276"/>
            <p14:sldId id="277"/>
            <p14:sldId id="278"/>
            <p14:sldId id="279"/>
            <p14:sldId id="280"/>
            <p14:sldId id="281"/>
            <p14:sldId id="282"/>
            <p14:sldId id="283"/>
            <p14:sldId id="284"/>
          </p14:sldIdLst>
        </p14:section>
        <p14:section name="Clôture" id="{ba16ba86-38ff-5bdd-7160-95c2284fa616}">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2026-10-05T10:51:14Z</dcterms:created>
  <dcterms:modified xsi:type="dcterms:W3CDTF">2026-10-05T10:51:14Z</dcterms:modified>
</cp:coreProperties>
</file>
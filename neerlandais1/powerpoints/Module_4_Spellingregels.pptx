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3f8d304-c53f-1522-38dd-2bee76f9a93f}">
          <p14:sldIdLst>
            <p14:sldId id="256"/>
          </p14:sldIdLst>
        </p14:section>
        <p14:section name="Découvrir" id="{451685aa-87a0-6f2f-2f84-fc167aaf99e8}">
          <p14:sldIdLst>
            <p14:sldId id="257"/>
            <p14:sldId id="258"/>
            <p14:sldId id="259"/>
          </p14:sldIdLst>
        </p14:section>
        <p14:section name="Les 4 réflexes" id="{5262e36e-8250-6df0-5717-20eb75a4fe4a}">
          <p14:sldIdLst>
            <p14:sldId id="260"/>
            <p14:sldId id="261"/>
            <p14:sldId id="262"/>
            <p14:sldId id="263"/>
            <p14:sldId id="264"/>
            <p14:sldId id="265"/>
          </p14:sldIdLst>
        </p14:section>
        <p14:section name="Verbes courts et irréguliers" id="{30daa879-d87c-ac02-00d0-2a11f791e4e8}">
          <p14:sldIdLst>
            <p14:sldId id="266"/>
            <p14:sldId id="267"/>
            <p14:sldId id="268"/>
            <p14:sldId id="269"/>
            <p14:sldId id="270"/>
          </p14:sldIdLst>
        </p14:section>
        <p14:section name="JIJ NU ! — Oefeningen" id="{04ab65c0-31a0-9c52-7935-c63a7be65530}">
          <p14:sldIdLst>
            <p14:sldId id="271"/>
            <p14:sldId id="272"/>
            <p14:sldId id="273"/>
            <p14:sldId id="274"/>
            <p14:sldId id="275"/>
            <p14:sldId id="276"/>
            <p14:sldId id="277"/>
            <p14:sldId id="278"/>
            <p14:sldId id="279"/>
            <p14:sldId id="280"/>
            <p14:sldId id="281"/>
            <p14:sldId id="282"/>
            <p14:sldId id="283"/>
            <p14:sldId id="284"/>
          </p14:sldIdLst>
        </p14:section>
        <p14:section name="Clôture" id="{a8fb739e-a876-62bb-3475-a19f31655702}">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2026-10-06T17:53:36Z</dcterms:created>
  <dcterms:modified xsi:type="dcterms:W3CDTF">2026-10-06T17:53:36Z</dcterms:modified>
</cp:coreProperties>
</file>
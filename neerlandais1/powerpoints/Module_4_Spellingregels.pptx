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3b3c40c-8ed5-528a-2a4e-763a124df490}">
          <p14:sldIdLst>
            <p14:sldId id="256"/>
          </p14:sldIdLst>
        </p14:section>
        <p14:section name="Découvrir" id="{2f52ac31-a2d2-86ca-0f74-85fc20b46fe7}">
          <p14:sldIdLst>
            <p14:sldId id="257"/>
            <p14:sldId id="258"/>
            <p14:sldId id="259"/>
          </p14:sldIdLst>
        </p14:section>
        <p14:section name="Les 4 réflexes" id="{951d37d6-6e4d-bd17-867d-56c59c357716}">
          <p14:sldIdLst>
            <p14:sldId id="260"/>
            <p14:sldId id="261"/>
            <p14:sldId id="262"/>
            <p14:sldId id="263"/>
            <p14:sldId id="264"/>
            <p14:sldId id="265"/>
          </p14:sldIdLst>
        </p14:section>
        <p14:section name="Verbes courts et irréguliers" id="{1a68ff68-2175-7f63-c3c6-595035423ba6}">
          <p14:sldIdLst>
            <p14:sldId id="266"/>
            <p14:sldId id="267"/>
            <p14:sldId id="268"/>
            <p14:sldId id="269"/>
            <p14:sldId id="270"/>
          </p14:sldIdLst>
        </p14:section>
        <p14:section name="JIJ NU ! — Oefeningen" id="{a9c62483-7af4-5184-b28d-90a82019d789}">
          <p14:sldIdLst>
            <p14:sldId id="271"/>
            <p14:sldId id="272"/>
            <p14:sldId id="273"/>
            <p14:sldId id="274"/>
            <p14:sldId id="275"/>
            <p14:sldId id="276"/>
            <p14:sldId id="277"/>
            <p14:sldId id="278"/>
            <p14:sldId id="279"/>
            <p14:sldId id="280"/>
            <p14:sldId id="281"/>
            <p14:sldId id="282"/>
            <p14:sldId id="283"/>
            <p14:sldId id="284"/>
          </p14:sldIdLst>
        </p14:section>
        <p14:section name="Clôture" id="{c969644d-ab48-bd92-d342-eb19693685b6}">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2026-10-05T11:25:52Z</dcterms:created>
  <dcterms:modified xsi:type="dcterms:W3CDTF">2026-10-05T11:25:52Z</dcterms:modified>
</cp:coreProperties>
</file>
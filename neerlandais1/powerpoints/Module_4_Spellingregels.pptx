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0f71a2c-43cb-2715-5835-ec7e82956f2c}">
          <p14:sldIdLst>
            <p14:sldId id="256"/>
          </p14:sldIdLst>
        </p14:section>
        <p14:section name="Découvrir" id="{d9156abb-5b97-7721-61ba-82ee373cc7e8}">
          <p14:sldIdLst>
            <p14:sldId id="257"/>
            <p14:sldId id="258"/>
            <p14:sldId id="259"/>
          </p14:sldIdLst>
        </p14:section>
        <p14:section name="Les 4 réflexes" id="{9c633d04-37d6-a206-0385-d148cf33f436}">
          <p14:sldIdLst>
            <p14:sldId id="260"/>
            <p14:sldId id="261"/>
            <p14:sldId id="262"/>
            <p14:sldId id="263"/>
            <p14:sldId id="264"/>
            <p14:sldId id="265"/>
          </p14:sldIdLst>
        </p14:section>
        <p14:section name="Verbes courts et irréguliers" id="{89f0bcbc-1afe-b8b1-cded-9c797d72ac16}">
          <p14:sldIdLst>
            <p14:sldId id="266"/>
            <p14:sldId id="267"/>
            <p14:sldId id="268"/>
            <p14:sldId id="269"/>
            <p14:sldId id="270"/>
          </p14:sldIdLst>
        </p14:section>
        <p14:section name="JIJ NU ! — Oefeningen" id="{9c8a4575-8724-860c-ad06-f023dd3c9f98}">
          <p14:sldIdLst>
            <p14:sldId id="271"/>
            <p14:sldId id="272"/>
            <p14:sldId id="273"/>
            <p14:sldId id="274"/>
            <p14:sldId id="275"/>
            <p14:sldId id="276"/>
            <p14:sldId id="277"/>
            <p14:sldId id="278"/>
            <p14:sldId id="279"/>
            <p14:sldId id="280"/>
            <p14:sldId id="281"/>
            <p14:sldId id="282"/>
            <p14:sldId id="283"/>
            <p14:sldId id="284"/>
          </p14:sldIdLst>
        </p14:section>
        <p14:section name="Clôture" id="{c1b860f2-88e7-663a-5ba0-4b4278a8b8e9}">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24</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2026-10-04T18:33:11Z</dcterms:created>
  <dcterms:modified xsi:type="dcterms:W3CDTF">2026-10-04T18:33:11Z</dcterms:modified>
</cp:coreProperties>
</file>
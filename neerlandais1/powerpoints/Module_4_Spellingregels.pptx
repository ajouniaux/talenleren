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9fd4b03f-dfc2-bd09-2baa-b986b55c5679}">
          <p14:sldIdLst>
            <p14:sldId id="256"/>
          </p14:sldIdLst>
        </p14:section>
        <p14:section name="Découvrir" id="{92c70424-66ea-efde-10ea-ca3e016da28c}">
          <p14:sldIdLst>
            <p14:sldId id="257"/>
            <p14:sldId id="258"/>
            <p14:sldId id="259"/>
          </p14:sldIdLst>
        </p14:section>
        <p14:section name="Les 4 réflexes" id="{305a3c35-869d-2a6a-f8a8-b73f68cd4504}">
          <p14:sldIdLst>
            <p14:sldId id="260"/>
            <p14:sldId id="261"/>
            <p14:sldId id="262"/>
            <p14:sldId id="263"/>
            <p14:sldId id="264"/>
            <p14:sldId id="265"/>
          </p14:sldIdLst>
        </p14:section>
        <p14:section name="Verbes courts et irréguliers" id="{0f3339a4-df0d-26d6-be90-8f93632d9f8b}">
          <p14:sldIdLst>
            <p14:sldId id="266"/>
            <p14:sldId id="267"/>
            <p14:sldId id="268"/>
            <p14:sldId id="269"/>
            <p14:sldId id="270"/>
          </p14:sldIdLst>
        </p14:section>
        <p14:section name="JIJ NU ! — Oefeningen" id="{08e0b25f-e690-d534-dff4-a04be407c882}">
          <p14:sldIdLst>
            <p14:sldId id="271"/>
            <p14:sldId id="272"/>
            <p14:sldId id="273"/>
            <p14:sldId id="274"/>
            <p14:sldId id="275"/>
            <p14:sldId id="276"/>
            <p14:sldId id="277"/>
            <p14:sldId id="278"/>
            <p14:sldId id="279"/>
            <p14:sldId id="280"/>
            <p14:sldId id="281"/>
            <p14:sldId id="282"/>
            <p14:sldId id="283"/>
            <p14:sldId id="284"/>
          </p14:sldIdLst>
        </p14:section>
        <p14:section name="Clôture" id="{34c16c1e-acf2-c629-40e8-16b892f29426}">
          <p14:sldIdLst>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Poser l'énigme orthographique du module.
Faites voter la classe. La réponse (ik lees) mobilise deux règles déjà connues : celle du « videur » (M1, diapo 11) et celle de la voyelle longue (M3, diapo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les 3 objectifs et rassurer : ce sont des réflexes, pas des exceptions à apprendre.
Annoncez le changement de vocabulaire. L'ancien titre « semi-réguliers » laissait croire à des irrégularités. En réalité, la formule de M3 ne change pas ; seule l'orthographe du radical s'adapte.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Réactiver la formule de M3 et faire émerger le problème.
Les 3 premières réponses sont rapides. Laissez la classe proposer pour la 4e (lezt ? leest ?) et n'arbitrez pas encore.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Donner la carte du module avant le détail (organisateur préalable).
Les réflexes ① et ② concernent le radical. Les réflexes ③ et ④ concernent la terminaison -t. Revenez à cette diapo à la fin de chaque partie pour cocher la tuile traitée.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Appliquer la règle « pas de z en fin de mot » au radical, combinée au doublement de la voyelle.
Faites verbaliser chaque station : « je coupe, je change, je double ». kiezen et verhuizen : ie et ui sont invariables (M1, diapo 10), donc il n'y a rien à doubler. Lien avec le pluriel des noms : huis → huizen, la même alternance dans l'autre sens.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Même mécanisme pour v → f.
Correction par rapport à l'archive : le pictogramme de drijven montrait l'action de ramer (roeien). Le verbe signifie flotter : Het hout drijft op het water. schrijven et blijven sont bien plus utiles au bureau : Ik schrijf een mail. Ik blijf vandaag thuis.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Éviter la surgénéralisation (~~wij lesen~~).
Erreur fréquente : ~~wij lesen~~. Rappelez la formule de M3 (« pluriel = infinitif ») : les réflexes ne s'appliquent qu'au radical, donc au singulier.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que le t de terminaison « fusionne » avec un radical en -t.
Rassurez : à l'oral, il n'y a aucune difficulté. heten a été vu en M2 : hij heet sans double t. moeten rejoint ce groupe et prépare la diapo 13. Les formes de ik et de hij sont identiques : seul le pronom fait la différence.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Traiter la faute d'orthographe la plus fréquente du néerlandais (hij word / wort / wordt), absente de l'archive.
L'astuce mnémotechnique s'appuie sur un verbe sans d : remplacez par werken (ik werk / hij werkt). Si on entend un t avec werken, on ajoute un t avec worden. C'est la question qu'on se pose à chaque fois. Même les néerlandophones font cette faute : rassurez les apprenants, mais exigez la forme correcte dans les productions écrites.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que la chute du t (devant je / jij) s'applique aussi aux radicaux en -d et -t.
C'est la confirmation de la ligne rouge de l'archive (SLA je? / SLAAT u?). Expression utile au quotidien : Wat vind je ervan? (qu'en penses-tu ?). Présentez-la comme un bloc à mémoriser.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Conjuguer les verbes d'une syllabe, très fréquents.
On n'écrit pas ~~ik gaa~~ : en fin de mot, la syllabe est ouverte, donc une seule voyelle suffit (M1). Phrases utiles :
• Ik ga naar het werk. ;
• Ik sta in de file. (je suis dans les embouteillages ; ce sera parlant pour les navetteurs) ;
• Wat doe je? ;
• Ik zie je morgen!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Réviser les 4 cas sur les 5 verbes de l'archive, avec une mise en page lisible.
L'archive répartissait ces formes sur 2 diapos, avec des chevauchements. Elles tiennent ici sur une seule, et chaque verbe est relié à sa règle. Faites retrouver la règle de chaque colonne avant de dévoiler la pastille. Le pictogramme de drijven est corrigé (diapo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Isoler les quelques verbes vraiment irréguliers et introduire les verbes de modalité.
hij kan / hij wil / hij mag : pas de t, comme en anglais (he can). Inversion : Kun je…? / Kan je…? (les deux s'entendent), Wil je…? moeten est en fait régulier (réflexe ③). kunnen = aussi « savoir faire » : Ik kan zwemmen (je sais nager), Ik kan Nederlands (je parle néerlandais, à l'oral). mogen = permission : Mag ik binnenkomen?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Relier les verbes de modalité à la « pince » de M3 et anticiper le calque français.
Rappel du geste de la pince (M3). La particule qui se recolle surprend beaucoup : montrez-le avec deux étiquettes physiques op + bellen qui se rejoignent. Lien avec M2 : Ik kan alleen in het weekend werken et Ik wil me inschrijven étaient déjà des pinces.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Fournir un algorithme complet et autonome (synthèse de M3 et M4).
Testez l'organigramme en direct sur 3 verbes inconnus proposés par la classe (par exemple bouwen, verkopen, beslissen). Distribuez-le en format A5 plastifié : c'est l'outil de référence pour la suite du cursus.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séquence d'exercices.
L'exercice 6 (mime) sert de pause active entre les exercices 4 et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Appliquer les étapes de l'organigramme pour trouver le radical.
Rappelez que le radical = la forme de ik. Faites dire le chemin dans l'organigramme pour 2 ou 3 verbes (« geven : − en → gev → v devient f → gef → voyelle longue → geef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Appliquer les étapes de l'organigramme pour trouver le radical.
Rappelez que le radical = la forme de ik. Faites dire le chemin dans l'organigramme pour 2 ou 3 verbes (« geven : − en → gev → v devient f → gef → voyelle longue → geef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Conjuguer en contexte les verbes à réflexes, dont les 5 items déplacés de l'archive « verbes réguliers ».
Les items 1 à 5 viennent de l'archive (diapo 13 de « verbes réguliers »), qui les plaçait avant ces règles. Pièges : n° 1 (pluriel : on garde le v), n° 4 (inversion + v→f), n° 8 (inversion : Vind sans t), n° 10 (u : le t reste).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Conjuguer en contexte les verbes à réflexes, dont les 5 items déplacés de l'archive « verbes réguliers ».
Les items 1 à 5 viennent de l'archive (diapo 13 de « verbes réguliers »), qui les plaçait avant ces règles. Pièges : n° 1 (pluriel : on garde le v), n° 4 (inversion + v→f), n° 8 (inversion : Vind sans t), n° 10 (u : le t reste).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Automatiser le choix -d / -dt par la rapidité.
Deux équipes, avec des cartons d / dt (ou une application de buzzer). L'équipe doit justifier avec l'astuce werken (« hij werkt → hij wordt »). La lettre « t » seule n'est jamais la bonne réponse ici : c'est un distracteur volontaire, car on entend un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Automatiser le choix -d / -dt par la rapidité.
Deux équipes, avec des cartons d / dt (ou une application de buzzer). L'équipe doit justifier avec l'astuce werken (« hij werkt → hij wordt »). La lettre « t » seule n'est jamais la bonne réponse ici : c'est un distracteur volontaire, car on entend un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Repérer les fautes d'orthographe verbale dans un écrit professionnel authentique.
Les deux dernières phrases sont correctes : ce sont des leurres (Kom jij : le t tombe ; Kan je… meebrengen : pince + particule recollée). Karim avait 32 ans en M2 : faites remarquer la continuité du fil rouge.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Repérer les fautes d'orthographe verbale dans un écrit professionnel authentique.
Les deux dernières phrases sont correctes : ce sont des leurres (Kom jij : le t tombe ; Kan je… meebrengen : pince + particule recollée). Karim avait 32 ans en M2 : faites remarquer la continuité du fil rouge.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Produire la structure « verbe de modalité + … + infinitif final », y compris avec un verbe à particule.
Le n° 4 est le plus formateur : la particule in se recolle (invullen). Au n° 5, l'inversion se combine à la pince. Au n° 6, Ze wil naar de vergadering (sans gaan) est aussi correct, à l'oral comme à l'écrit : acceptez-le.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Produire la structure « verbe de modalité + … + infinitif final », y compris avec un verbe à particule.
Le n° 4 est le plus formateur : la particule in se recolle (invullen). Au n° 5, l'inversion se combine à la pince. Au n° 6, Ze wil naar de vergadering (sans gaan) est aussi correct, à l'oral comme à l'écrit : acceptez-le.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Fixer la 3e personne (-t, réflexes) par le mouvement et le jeu (pause active).
1 point pour le verbe trouvé, +1 si la forme est juste et prononcée correctement (voyelle longue de slaapt, leest, loopt). Pour l'écrit, le meneur note les formes au tableau et la classe vérifie le réflexe utilisé.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Fixer la 3e personne (-t, réflexes) par le mouvement et le jeu (pause active).
1 point pour le verbe trouvé, +1 si la forme est juste et prononcée correctement (voyelle longue de slaapt, leest, loopt). Pour l'écrit, le meneur note les formes au tableau et la classe vérifie le réflexe utilisé.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Négocier une répartition de tâches avec kunnen, willen, moeten dans une situation professionnelle réaliste.
Les binômes doivent remplir le planning en 6 min sans montrer leur carte. Le résultat est ensuite présenté à la classe à la 3e personne : Karim belt op woensdag de klant op. Sofie leest… Cela réinvestit la formule, les réflexes, l'inversion (op woensdag kan ik) et la pince. wel (« si, bien ») est donné comme élément d'un bloc.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3 objectifs et annoncer M5.
Réponses :
1. leest · wordt · praat.
2. Rijd je naar Gent?
3. Ik moet een mail schrijven.
Les apprenants qui se trompent à la question 1 revoient l'organigramme (diapo 15) avec l'exercice 1 à la maison.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1 · UE1 · Module 4 · Spellingregels</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1 · UE1 · Module 4 · Spellingregels</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1 · UE1 · Langue en situation, en milieu professionnel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2.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3.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2.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2.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image" Target="../media/image-28-11.png"/><Relationship Id="rId12" Type="http://schemas.openxmlformats.org/officeDocument/2006/relationships/image" Target="../media/image-28-12.png"/><Relationship Id="rId13" Type="http://schemas.openxmlformats.org/officeDocument/2006/relationships/image" Target="../media/image-28-13.png"/><Relationship Id="rId14" Type="http://schemas.openxmlformats.org/officeDocument/2006/relationships/slideLayout" Target="../slideLayouts/slideLayout2.xml"/><Relationship Id="rId1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2.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image" Target="../media/image-30-11.png"/><Relationship Id="rId12" Type="http://schemas.openxmlformats.org/officeDocument/2006/relationships/image" Target="../media/image-30-12.png"/><Relationship Id="rId13" Type="http://schemas.openxmlformats.org/officeDocument/2006/relationships/slideLayout" Target="../slideLayouts/slideLayout2.xml"/><Relationship Id="rId14"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002231"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MODULE 4 / 32</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Spellingregels</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Les verbes qui s’adaptent</a:t>
            </a:r>
            <a:endParaRPr lang="en-US" sz="2000" dirty="0"/>
          </a:p>
          <a:p>
            <a:pPr algn="l" indent="0" marL="0">
              <a:buNone/>
            </a:pPr>
            <a:r>
              <a:rPr lang="en-US" sz="2000" b="1" i="1" dirty="0">
                <a:solidFill>
                  <a:srgbClr val="FFFFFF"/>
                </a:solidFill>
              </a:rPr>
              <a:t>lezen → ik lez? ik lees?</a:t>
            </a:r>
            <a:endParaRPr lang="en-US" sz="2000" dirty="0"/>
          </a:p>
        </p:txBody>
      </p:sp>
      <p:sp>
        <p:nvSpPr>
          <p:cNvPr id="5" name="Shape 3"/>
          <p:cNvSpPr/>
          <p:nvPr/>
        </p:nvSpPr>
        <p:spPr>
          <a:xfrm>
            <a:off x="7543800" y="1051560"/>
            <a:ext cx="3383280" cy="1874520"/>
          </a:xfrm>
          <a:prstGeom prst="roundRect">
            <a:avLst>
              <a:gd name="adj" fmla="val 5854"/>
            </a:avLst>
          </a:prstGeom>
          <a:solidFill>
            <a:srgbClr val="FFFFFF"/>
          </a:solidFill>
          <a:ln w="50800">
            <a:solidFill>
              <a:srgbClr val="D9700F"/>
            </a:solidFill>
            <a:prstDash val="solid"/>
          </a:ln>
          <a:effectLst>
            <a:outerShdw sx="100000" sy="100000" kx="0" ky="0" algn="bl" rotWithShape="0" blurRad="101600" dist="25400" dir="3600000">
              <a:srgbClr val="000000">
                <a:alpha val="16000"/>
              </a:srgbClr>
            </a:outerShdw>
          </a:effectLst>
        </p:spPr>
      </p:sp>
      <p:pic>
        <p:nvPicPr>
          <p:cNvPr id="6" name="Image 0" descr="open book">    </p:cNvPr>
          <p:cNvPicPr>
            <a:picLocks noChangeAspect="1"/>
          </p:cNvPicPr>
          <p:nvPr/>
        </p:nvPicPr>
        <p:blipFill>
          <a:blip r:embed="rId1"/>
          <a:stretch>
            <a:fillRect/>
          </a:stretch>
        </p:blipFill>
        <p:spPr>
          <a:xfrm>
            <a:off x="8389620" y="1143000"/>
            <a:ext cx="1691640" cy="1691640"/>
          </a:xfrm>
          <a:prstGeom prst="rect">
            <a:avLst/>
          </a:prstGeom>
        </p:spPr>
      </p:pic>
      <p:sp>
        <p:nvSpPr>
          <p:cNvPr id="7" name="Text 4"/>
          <p:cNvSpPr txBox="1"/>
          <p:nvPr/>
        </p:nvSpPr>
        <p:spPr>
          <a:xfrm>
            <a:off x="7543800" y="1051560"/>
            <a:ext cx="3383280" cy="1874520"/>
          </a:xfrm>
          <a:prstGeom prst="rect">
            <a:avLst/>
          </a:prstGeom>
          <a:noFill/>
          <a:ln/>
        </p:spPr>
        <p:txBody>
          <a:bodyPr wrap="square" lIns="0" tIns="0" rIns="0" bIns="0" rtlCol="0" anchor="ctr"/>
          <a:lstStyle/>
          <a:p>
            <a:pPr algn="ctr" indent="0" marL="0">
              <a:buNone/>
            </a:pPr>
            <a:r>
              <a:rPr lang="en-US" sz="4600" b="1" dirty="0">
                <a:solidFill>
                  <a:schemeClr val="tx2"/>
                </a:solidFill>
                <a:latin typeface="+mj-lt" pitchFamily="34" charset="0"/>
                <a:ea typeface="+mj-lt" pitchFamily="34" charset="-122"/>
                <a:cs typeface="+mj-lt" pitchFamily="34" charset="-120"/>
              </a:rPr>
              <a:t>LEZEN</a:t>
            </a:r>
            <a:endParaRPr lang="en-US" sz="4600" dirty="0"/>
          </a:p>
        </p:txBody>
      </p:sp>
      <p:sp>
        <p:nvSpPr>
          <p:cNvPr id="8" name="Shape 5"/>
          <p:cNvSpPr/>
          <p:nvPr/>
        </p:nvSpPr>
        <p:spPr>
          <a:xfrm flipH="1">
            <a:off x="8001000" y="3017520"/>
            <a:ext cx="731520" cy="777240"/>
          </a:xfrm>
          <a:prstGeom prst="line">
            <a:avLst/>
          </a:prstGeom>
          <a:noFill/>
          <a:ln w="31750">
            <a:solidFill>
              <a:srgbClr val="FFFFFF"/>
            </a:solidFill>
            <a:prstDash val="solid"/>
            <a:tailEnd type="triangle"/>
          </a:ln>
        </p:spPr>
      </p:sp>
      <p:sp>
        <p:nvSpPr>
          <p:cNvPr id="9" name="Shape 6"/>
          <p:cNvSpPr/>
          <p:nvPr/>
        </p:nvSpPr>
        <p:spPr>
          <a:xfrm>
            <a:off x="9738360" y="3017520"/>
            <a:ext cx="731520" cy="777240"/>
          </a:xfrm>
          <a:prstGeom prst="line">
            <a:avLst/>
          </a:prstGeom>
          <a:noFill/>
          <a:ln w="31750">
            <a:solidFill>
              <a:srgbClr val="FFFFFF"/>
            </a:solidFill>
            <a:prstDash val="solid"/>
            <a:tailEnd type="triangle"/>
          </a:ln>
        </p:spPr>
      </p:sp>
      <p:sp>
        <p:nvSpPr>
          <p:cNvPr id="10" name="Shape 7"/>
          <p:cNvSpPr/>
          <p:nvPr/>
        </p:nvSpPr>
        <p:spPr>
          <a:xfrm>
            <a:off x="6766560" y="3931920"/>
            <a:ext cx="2240280" cy="1325880"/>
          </a:xfrm>
          <a:prstGeom prst="roundRect">
            <a:avLst>
              <a:gd name="adj" fmla="val 8276"/>
            </a:avLst>
          </a:prstGeom>
          <a:solidFill>
            <a:srgbClr val="FFFFFF"/>
          </a:solidFill>
          <a:ln w="50800">
            <a:solidFill>
              <a:srgbClr val="B83227"/>
            </a:solidFill>
            <a:prstDash val="solid"/>
          </a:ln>
          <a:effectLst>
            <a:outerShdw sx="100000" sy="100000" kx="0" ky="0" algn="bl" rotWithShape="0" blurRad="101600" dist="25400" dir="3600000">
              <a:srgbClr val="000000">
                <a:alpha val="16000"/>
              </a:srgbClr>
            </a:outerShdw>
          </a:effectLst>
        </p:spPr>
      </p:sp>
      <p:sp>
        <p:nvSpPr>
          <p:cNvPr id="11" name="Text 8"/>
          <p:cNvSpPr txBox="1"/>
          <p:nvPr/>
        </p:nvSpPr>
        <p:spPr>
          <a:xfrm>
            <a:off x="6766560" y="3931920"/>
            <a:ext cx="2240280" cy="1325880"/>
          </a:xfrm>
          <a:prstGeom prst="rect">
            <a:avLst/>
          </a:prstGeom>
          <a:noFill/>
          <a:ln/>
        </p:spPr>
        <p:txBody>
          <a:bodyPr wrap="square" lIns="0" tIns="0" rIns="0" bIns="0" rtlCol="0" anchor="ctr"/>
          <a:lstStyle/>
          <a:p>
            <a:pPr algn="ctr" indent="0" marL="0">
              <a:buNone/>
            </a:pPr>
            <a:r>
              <a:rPr lang="en-US" sz="3200" dirty="0">
                <a:solidFill>
                  <a:schemeClr val="tx1"/>
                </a:solidFill>
                <a:latin typeface="+mj-lt" pitchFamily="34" charset="0"/>
                <a:ea typeface="+mj-lt" pitchFamily="34" charset="-122"/>
                <a:cs typeface="+mj-lt" pitchFamily="34" charset="-120"/>
              </a:rPr>
              <a:t>ik </a:t>
            </a:r>
            <a:r>
              <a:rPr lang="en-US" sz="3200" b="1" dirty="0">
                <a:solidFill>
                  <a:schemeClr val="accent6"/>
                </a:solidFill>
                <a:latin typeface="+mj-lt" pitchFamily="34" charset="0"/>
                <a:ea typeface="+mj-lt" pitchFamily="34" charset="-122"/>
                <a:cs typeface="+mj-lt" pitchFamily="34" charset="-120"/>
              </a:rPr>
              <a:t>lez</a:t>
            </a:r>
            <a:r>
              <a:rPr lang="en-US" sz="3200" dirty="0">
                <a:solidFill>
                  <a:schemeClr val="tx1"/>
                </a:solidFill>
                <a:latin typeface="+mj-lt" pitchFamily="34" charset="0"/>
                <a:ea typeface="+mj-lt" pitchFamily="34" charset="-122"/>
                <a:cs typeface="+mj-lt" pitchFamily="34" charset="-120"/>
              </a:rPr>
              <a:t> ?</a:t>
            </a:r>
            <a:endParaRPr lang="en-US" sz="3200" dirty="0"/>
          </a:p>
        </p:txBody>
      </p:sp>
      <p:sp>
        <p:nvSpPr>
          <p:cNvPr id="12" name="Shape 9"/>
          <p:cNvSpPr/>
          <p:nvPr/>
        </p:nvSpPr>
        <p:spPr>
          <a:xfrm>
            <a:off x="8641080" y="3657600"/>
            <a:ext cx="548640" cy="548640"/>
          </a:xfrm>
          <a:prstGeom prst="ellipse">
            <a:avLst/>
          </a:prstGeom>
          <a:solidFill>
            <a:schemeClr val="accent6"/>
          </a:solidFill>
          <a:ln w="12700">
            <a:solidFill>
              <a:srgbClr val="FFFFFF">
                <a:alpha val="0"/>
              </a:srgbClr>
            </a:solidFill>
            <a:prstDash val="solid"/>
          </a:ln>
        </p:spPr>
      </p:sp>
      <p:sp>
        <p:nvSpPr>
          <p:cNvPr id="13" name="Text 10"/>
          <p:cNvSpPr txBox="1"/>
          <p:nvPr/>
        </p:nvSpPr>
        <p:spPr>
          <a:xfrm>
            <a:off x="8641080" y="3657600"/>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a:t>
            </a:r>
            <a:endParaRPr lang="en-US" sz="2400" dirty="0"/>
          </a:p>
        </p:txBody>
      </p:sp>
      <p:sp>
        <p:nvSpPr>
          <p:cNvPr id="14" name="Shape 11"/>
          <p:cNvSpPr/>
          <p:nvPr/>
        </p:nvSpPr>
        <p:spPr>
          <a:xfrm>
            <a:off x="9464040" y="3931920"/>
            <a:ext cx="2240280" cy="1325880"/>
          </a:xfrm>
          <a:prstGeom prst="roundRect">
            <a:avLst>
              <a:gd name="adj" fmla="val 8276"/>
            </a:avLst>
          </a:prstGeom>
          <a:solidFill>
            <a:srgbClr val="FFFFFF"/>
          </a:solidFill>
          <a:ln w="50800">
            <a:solidFill>
              <a:srgbClr val="2E7D4F"/>
            </a:solidFill>
            <a:prstDash val="solid"/>
          </a:ln>
          <a:effectLst>
            <a:outerShdw sx="100000" sy="100000" kx="0" ky="0" algn="bl" rotWithShape="0" blurRad="101600" dist="25400" dir="3600000">
              <a:srgbClr val="000000">
                <a:alpha val="16000"/>
              </a:srgbClr>
            </a:outerShdw>
          </a:effectLst>
        </p:spPr>
      </p:sp>
      <p:sp>
        <p:nvSpPr>
          <p:cNvPr id="15" name="Text 12"/>
          <p:cNvSpPr txBox="1"/>
          <p:nvPr/>
        </p:nvSpPr>
        <p:spPr>
          <a:xfrm>
            <a:off x="9464040" y="3931920"/>
            <a:ext cx="2240280" cy="1325880"/>
          </a:xfrm>
          <a:prstGeom prst="rect">
            <a:avLst/>
          </a:prstGeom>
          <a:noFill/>
          <a:ln/>
        </p:spPr>
        <p:txBody>
          <a:bodyPr wrap="square" lIns="0" tIns="0" rIns="0" bIns="0" rtlCol="0" anchor="ctr"/>
          <a:lstStyle/>
          <a:p>
            <a:pPr algn="ctr" indent="0" marL="0">
              <a:buNone/>
            </a:pPr>
            <a:r>
              <a:rPr lang="en-US" sz="3200" dirty="0">
                <a:solidFill>
                  <a:schemeClr val="tx1"/>
                </a:solidFill>
                <a:latin typeface="+mj-lt" pitchFamily="34" charset="0"/>
                <a:ea typeface="+mj-lt" pitchFamily="34" charset="-122"/>
                <a:cs typeface="+mj-lt" pitchFamily="34" charset="-120"/>
              </a:rPr>
              <a:t>ik </a:t>
            </a:r>
            <a:r>
              <a:rPr lang="en-US" sz="3200" b="1" dirty="0">
                <a:solidFill>
                  <a:schemeClr val="accent3"/>
                </a:solidFill>
                <a:latin typeface="+mj-lt" pitchFamily="34" charset="0"/>
                <a:ea typeface="+mj-lt" pitchFamily="34" charset="-122"/>
                <a:cs typeface="+mj-lt" pitchFamily="34" charset="-120"/>
              </a:rPr>
              <a:t>lees</a:t>
            </a:r>
            <a:r>
              <a:rPr lang="en-US" sz="3200" dirty="0">
                <a:solidFill>
                  <a:schemeClr val="tx1"/>
                </a:solidFill>
                <a:latin typeface="+mj-lt" pitchFamily="34" charset="0"/>
                <a:ea typeface="+mj-lt" pitchFamily="34" charset="-122"/>
                <a:cs typeface="+mj-lt" pitchFamily="34" charset="-120"/>
              </a:rPr>
              <a:t> ?</a:t>
            </a:r>
            <a:endParaRPr lang="en-US" sz="3200" dirty="0"/>
          </a:p>
        </p:txBody>
      </p:sp>
      <p:sp>
        <p:nvSpPr>
          <p:cNvPr id="16" name="Shape 13"/>
          <p:cNvSpPr/>
          <p:nvPr/>
        </p:nvSpPr>
        <p:spPr>
          <a:xfrm>
            <a:off x="11338560" y="3657600"/>
            <a:ext cx="548640" cy="548640"/>
          </a:xfrm>
          <a:prstGeom prst="ellipse">
            <a:avLst/>
          </a:prstGeom>
          <a:solidFill>
            <a:schemeClr val="accent3"/>
          </a:solidFill>
          <a:ln w="12700">
            <a:solidFill>
              <a:srgbClr val="FFFFFF">
                <a:alpha val="0"/>
              </a:srgbClr>
            </a:solidFill>
            <a:prstDash val="solid"/>
          </a:ln>
        </p:spPr>
      </p:sp>
      <p:sp>
        <p:nvSpPr>
          <p:cNvPr id="17" name="Text 14"/>
          <p:cNvSpPr txBox="1"/>
          <p:nvPr/>
        </p:nvSpPr>
        <p:spPr>
          <a:xfrm>
            <a:off x="11338560" y="3657600"/>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Missie van vandaag</a:t>
            </a:r>
            <a:endParaRPr lang="en-US" sz="3000" dirty="0"/>
          </a:p>
        </p:txBody>
      </p:sp>
      <p:sp>
        <p:nvSpPr>
          <p:cNvPr id="3" name="tag"/>
          <p:cNvSpPr/>
          <p:nvPr/>
        </p:nvSpPr>
        <p:spPr>
          <a:xfrm>
            <a:off x="548640" y="237744"/>
            <a:ext cx="1013155"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MISSIE</a:t>
            </a:r>
            <a:endParaRPr lang="en-US" sz="1200" dirty="0"/>
          </a:p>
        </p:txBody>
      </p:sp>
      <p:sp>
        <p:nvSpPr>
          <p:cNvPr id="5" name="Shape 2"/>
          <p:cNvSpPr/>
          <p:nvPr/>
        </p:nvSpPr>
        <p:spPr>
          <a:xfrm>
            <a:off x="548640" y="1554480"/>
            <a:ext cx="8778240" cy="1341120"/>
          </a:xfrm>
          <a:prstGeom prst="roundRect">
            <a:avLst>
              <a:gd name="adj" fmla="val 5455"/>
            </a:avLst>
          </a:prstGeom>
          <a:solidFill>
            <a:schemeClr val="bg2"/>
          </a:solidFill>
          <a:ln w="12700">
            <a:solidFill>
              <a:srgbClr val="D5DCE6"/>
            </a:solidFill>
            <a:prstDash val="solid"/>
          </a:ln>
        </p:spPr>
      </p:sp>
      <p:sp>
        <p:nvSpPr>
          <p:cNvPr id="6" name="Shape 3"/>
          <p:cNvSpPr/>
          <p:nvPr/>
        </p:nvSpPr>
        <p:spPr>
          <a:xfrm>
            <a:off x="777240" y="1859280"/>
            <a:ext cx="731520" cy="731520"/>
          </a:xfrm>
          <a:prstGeom prst="ellipse">
            <a:avLst/>
          </a:prstGeom>
          <a:solidFill>
            <a:schemeClr val="accent2"/>
          </a:solidFill>
          <a:ln w="12700">
            <a:solidFill>
              <a:srgbClr val="FFFFFF">
                <a:alpha val="0"/>
              </a:srgbClr>
            </a:solidFill>
            <a:prstDash val="solid"/>
          </a:ln>
        </p:spPr>
      </p:sp>
      <p:pic>
        <p:nvPicPr>
          <p:cNvPr id="7" name="Image 0" descr="PencilAlt">    </p:cNvPr>
          <p:cNvPicPr>
            <a:picLocks noChangeAspect="1"/>
          </p:cNvPicPr>
          <p:nvPr/>
        </p:nvPicPr>
        <p:blipFill>
          <a:blip r:embed="rId1"/>
          <a:stretch>
            <a:fillRect/>
          </a:stretch>
        </p:blipFill>
        <p:spPr>
          <a:xfrm>
            <a:off x="952805" y="2034845"/>
            <a:ext cx="380390" cy="380390"/>
          </a:xfrm>
          <a:prstGeom prst="rect">
            <a:avLst/>
          </a:prstGeom>
        </p:spPr>
      </p:pic>
      <p:sp>
        <p:nvSpPr>
          <p:cNvPr id="8" name="Text 4"/>
          <p:cNvSpPr txBox="1"/>
          <p:nvPr/>
        </p:nvSpPr>
        <p:spPr>
          <a:xfrm>
            <a:off x="1737360" y="1664208"/>
            <a:ext cx="2103120" cy="1121664"/>
          </a:xfrm>
          <a:prstGeom prst="rect">
            <a:avLst/>
          </a:prstGeom>
          <a:noFill/>
          <a:ln/>
        </p:spPr>
        <p:txBody>
          <a:bodyPr wrap="square" lIns="0" tIns="0" rIns="0" bIns="0" rtlCol="0" anchor="ctr"/>
          <a:lstStyle/>
          <a:p>
            <a:pPr algn="l" indent="0" marL="0">
              <a:buNone/>
            </a:pPr>
            <a:r>
              <a:rPr lang="en-US" sz="2200" b="1" dirty="0">
                <a:solidFill>
                  <a:schemeClr val="accent2"/>
                </a:solidFill>
                <a:latin typeface="+mj-lt" pitchFamily="34" charset="0"/>
                <a:ea typeface="+mj-lt" pitchFamily="34" charset="-122"/>
                <a:cs typeface="+mj-lt" pitchFamily="34" charset="-120"/>
              </a:rPr>
              <a:t>Écrire juste</a:t>
            </a:r>
            <a:endParaRPr lang="en-US" sz="2200" dirty="0"/>
          </a:p>
        </p:txBody>
      </p:sp>
      <p:sp>
        <p:nvSpPr>
          <p:cNvPr id="9" name="Text 5"/>
          <p:cNvSpPr txBox="1"/>
          <p:nvPr/>
        </p:nvSpPr>
        <p:spPr>
          <a:xfrm>
            <a:off x="3840480" y="1645920"/>
            <a:ext cx="5349240" cy="1158240"/>
          </a:xfrm>
          <a:prstGeom prst="rect">
            <a:avLst/>
          </a:prstGeom>
          <a:noFill/>
          <a:ln/>
        </p:spPr>
        <p:txBody>
          <a:bodyPr wrap="square" lIns="0" tIns="0" rIns="0" bIns="0" rtlCol="0" anchor="ctr"/>
          <a:lstStyle/>
          <a:p>
            <a:pPr algn="l" indent="0" marL="0">
              <a:buNone/>
            </a:pPr>
            <a:r>
              <a:rPr lang="en-US" sz="2000" dirty="0">
                <a:solidFill>
                  <a:schemeClr val="tx1"/>
                </a:solidFill>
              </a:rPr>
              <a:t>J’écris correctement </a:t>
            </a:r>
            <a:r>
              <a:rPr lang="en-US" sz="2000" i="1" dirty="0">
                <a:solidFill>
                  <a:schemeClr val="tx1"/>
                </a:solidFill>
              </a:rPr>
              <a:t>ik lees, hij praat, hij wordt</a:t>
            </a:r>
            <a:r>
              <a:rPr lang="en-US" sz="2000" dirty="0">
                <a:solidFill>
                  <a:schemeClr val="tx1"/>
                </a:solidFill>
              </a:rPr>
              <a:t>.</a:t>
            </a:r>
            <a:endParaRPr lang="en-US" sz="2000" dirty="0"/>
          </a:p>
        </p:txBody>
      </p:sp>
      <p:sp>
        <p:nvSpPr>
          <p:cNvPr id="10" name="Shape 6"/>
          <p:cNvSpPr/>
          <p:nvPr/>
        </p:nvSpPr>
        <p:spPr>
          <a:xfrm>
            <a:off x="548640" y="3169920"/>
            <a:ext cx="8778240" cy="1341120"/>
          </a:xfrm>
          <a:prstGeom prst="roundRect">
            <a:avLst>
              <a:gd name="adj" fmla="val 5455"/>
            </a:avLst>
          </a:prstGeom>
          <a:solidFill>
            <a:schemeClr val="bg2"/>
          </a:solidFill>
          <a:ln w="12700">
            <a:solidFill>
              <a:srgbClr val="D5DCE6"/>
            </a:solidFill>
            <a:prstDash val="solid"/>
          </a:ln>
        </p:spPr>
      </p:sp>
      <p:sp>
        <p:nvSpPr>
          <p:cNvPr id="11" name="Shape 7"/>
          <p:cNvSpPr/>
          <p:nvPr/>
        </p:nvSpPr>
        <p:spPr>
          <a:xfrm>
            <a:off x="777240" y="3474720"/>
            <a:ext cx="731520" cy="731520"/>
          </a:xfrm>
          <a:prstGeom prst="ellipse">
            <a:avLst/>
          </a:prstGeom>
          <a:solidFill>
            <a:schemeClr val="accent3"/>
          </a:solidFill>
          <a:ln w="12700">
            <a:solidFill>
              <a:srgbClr val="FFFFFF">
                <a:alpha val="0"/>
              </a:srgbClr>
            </a:solidFill>
            <a:prstDash val="solid"/>
          </a:ln>
        </p:spPr>
      </p:sp>
      <p:pic>
        <p:nvPicPr>
          <p:cNvPr id="12" name="Image 1" descr="Walking">    </p:cNvPr>
          <p:cNvPicPr>
            <a:picLocks noChangeAspect="1"/>
          </p:cNvPicPr>
          <p:nvPr/>
        </p:nvPicPr>
        <p:blipFill>
          <a:blip r:embed="rId2"/>
          <a:stretch>
            <a:fillRect/>
          </a:stretch>
        </p:blipFill>
        <p:spPr>
          <a:xfrm>
            <a:off x="952805" y="3650285"/>
            <a:ext cx="380390" cy="380390"/>
          </a:xfrm>
          <a:prstGeom prst="rect">
            <a:avLst/>
          </a:prstGeom>
        </p:spPr>
      </p:pic>
      <p:sp>
        <p:nvSpPr>
          <p:cNvPr id="13" name="Text 8"/>
          <p:cNvSpPr txBox="1"/>
          <p:nvPr/>
        </p:nvSpPr>
        <p:spPr>
          <a:xfrm>
            <a:off x="1737360" y="3279648"/>
            <a:ext cx="2103120" cy="1121664"/>
          </a:xfrm>
          <a:prstGeom prst="rect">
            <a:avLst/>
          </a:prstGeom>
          <a:noFill/>
          <a:ln/>
        </p:spPr>
        <p:txBody>
          <a:bodyPr wrap="square" lIns="0" tIns="0" rIns="0" bIns="0" rtlCol="0" anchor="ctr"/>
          <a:lstStyle/>
          <a:p>
            <a:pPr algn="l" indent="0" marL="0">
              <a:buNone/>
            </a:pPr>
            <a:r>
              <a:rPr lang="en-US" sz="2200" b="1" dirty="0">
                <a:solidFill>
                  <a:schemeClr val="accent3"/>
                </a:solidFill>
                <a:latin typeface="+mj-lt" pitchFamily="34" charset="0"/>
                <a:ea typeface="+mj-lt" pitchFamily="34" charset="-122"/>
                <a:cs typeface="+mj-lt" pitchFamily="34" charset="-120"/>
              </a:rPr>
              <a:t>Les verbes courts</a:t>
            </a:r>
            <a:endParaRPr lang="en-US" sz="2200" dirty="0"/>
          </a:p>
        </p:txBody>
      </p:sp>
      <p:sp>
        <p:nvSpPr>
          <p:cNvPr id="14" name="Text 9"/>
          <p:cNvSpPr txBox="1"/>
          <p:nvPr/>
        </p:nvSpPr>
        <p:spPr>
          <a:xfrm>
            <a:off x="3840480" y="3261360"/>
            <a:ext cx="5349240" cy="1158240"/>
          </a:xfrm>
          <a:prstGeom prst="rect">
            <a:avLst/>
          </a:prstGeom>
          <a:noFill/>
          <a:ln/>
        </p:spPr>
        <p:txBody>
          <a:bodyPr wrap="square" lIns="0" tIns="0" rIns="0" bIns="0" rtlCol="0" anchor="ctr"/>
          <a:lstStyle/>
          <a:p>
            <a:pPr algn="l" indent="0" marL="0">
              <a:buNone/>
            </a:pPr>
            <a:r>
              <a:rPr lang="en-US" sz="2000" dirty="0">
                <a:solidFill>
                  <a:schemeClr val="tx1"/>
                </a:solidFill>
              </a:rPr>
              <a:t>Je conjugue </a:t>
            </a:r>
            <a:r>
              <a:rPr lang="en-US" sz="2000" i="1" dirty="0">
                <a:solidFill>
                  <a:schemeClr val="tx1"/>
                </a:solidFill>
              </a:rPr>
              <a:t>gaan, staan, zien, doen</a:t>
            </a:r>
            <a:r>
              <a:rPr lang="en-US" sz="2000" dirty="0">
                <a:solidFill>
                  <a:schemeClr val="tx1"/>
                </a:solidFill>
              </a:rPr>
              <a:t>.</a:t>
            </a:r>
            <a:endParaRPr lang="en-US" sz="2000" dirty="0"/>
          </a:p>
        </p:txBody>
      </p:sp>
      <p:sp>
        <p:nvSpPr>
          <p:cNvPr id="15" name="Shape 10"/>
          <p:cNvSpPr/>
          <p:nvPr/>
        </p:nvSpPr>
        <p:spPr>
          <a:xfrm>
            <a:off x="548640" y="4785360"/>
            <a:ext cx="8778240" cy="1341120"/>
          </a:xfrm>
          <a:prstGeom prst="roundRect">
            <a:avLst>
              <a:gd name="adj" fmla="val 5455"/>
            </a:avLst>
          </a:prstGeom>
          <a:solidFill>
            <a:schemeClr val="bg2"/>
          </a:solidFill>
          <a:ln w="12700">
            <a:solidFill>
              <a:srgbClr val="D5DCE6"/>
            </a:solidFill>
            <a:prstDash val="solid"/>
          </a:ln>
        </p:spPr>
      </p:sp>
      <p:sp>
        <p:nvSpPr>
          <p:cNvPr id="16" name="Shape 11"/>
          <p:cNvSpPr/>
          <p:nvPr/>
        </p:nvSpPr>
        <p:spPr>
          <a:xfrm>
            <a:off x="777240" y="5090160"/>
            <a:ext cx="731520" cy="731520"/>
          </a:xfrm>
          <a:prstGeom prst="ellipse">
            <a:avLst/>
          </a:prstGeom>
          <a:solidFill>
            <a:schemeClr val="accent1"/>
          </a:solidFill>
          <a:ln w="12700">
            <a:solidFill>
              <a:srgbClr val="FFFFFF">
                <a:alpha val="0"/>
              </a:srgbClr>
            </a:solidFill>
            <a:prstDash val="solid"/>
          </a:ln>
        </p:spPr>
      </p:sp>
      <p:pic>
        <p:nvPicPr>
          <p:cNvPr id="17" name="Image 2" descr="Key">    </p:cNvPr>
          <p:cNvPicPr>
            <a:picLocks noChangeAspect="1"/>
          </p:cNvPicPr>
          <p:nvPr/>
        </p:nvPicPr>
        <p:blipFill>
          <a:blip r:embed="rId3"/>
          <a:stretch>
            <a:fillRect/>
          </a:stretch>
        </p:blipFill>
        <p:spPr>
          <a:xfrm>
            <a:off x="952805" y="5265725"/>
            <a:ext cx="380390" cy="380390"/>
          </a:xfrm>
          <a:prstGeom prst="rect">
            <a:avLst/>
          </a:prstGeom>
        </p:spPr>
      </p:pic>
      <p:sp>
        <p:nvSpPr>
          <p:cNvPr id="18" name="Text 12"/>
          <p:cNvSpPr txBox="1"/>
          <p:nvPr/>
        </p:nvSpPr>
        <p:spPr>
          <a:xfrm>
            <a:off x="1737360" y="4895088"/>
            <a:ext cx="2103120" cy="1121664"/>
          </a:xfrm>
          <a:prstGeom prst="rect">
            <a:avLst/>
          </a:prstGeom>
          <a:noFill/>
          <a:ln/>
        </p:spPr>
        <p:txBody>
          <a:bodyPr wrap="square" lIns="0" tIns="0" rIns="0" bIns="0" rtlCol="0" anchor="ctr"/>
          <a:lstStyle/>
          <a:p>
            <a:pPr algn="l" indent="0" marL="0">
              <a:buNone/>
            </a:pPr>
            <a:r>
              <a:rPr lang="en-US" sz="2200" b="1" dirty="0">
                <a:solidFill>
                  <a:schemeClr val="accent1"/>
                </a:solidFill>
                <a:latin typeface="+mj-lt" pitchFamily="34" charset="0"/>
                <a:ea typeface="+mj-lt" pitchFamily="34" charset="-122"/>
                <a:cs typeface="+mj-lt" pitchFamily="34" charset="-120"/>
              </a:rPr>
              <a:t>Pouvoir, vouloir, devoir</a:t>
            </a:r>
            <a:endParaRPr lang="en-US" sz="2200" dirty="0"/>
          </a:p>
        </p:txBody>
      </p:sp>
      <p:sp>
        <p:nvSpPr>
          <p:cNvPr id="19" name="Text 13"/>
          <p:cNvSpPr txBox="1"/>
          <p:nvPr/>
        </p:nvSpPr>
        <p:spPr>
          <a:xfrm>
            <a:off x="3840480" y="4876800"/>
            <a:ext cx="5349240" cy="1158240"/>
          </a:xfrm>
          <a:prstGeom prst="rect">
            <a:avLst/>
          </a:prstGeom>
          <a:noFill/>
          <a:ln/>
        </p:spPr>
        <p:txBody>
          <a:bodyPr wrap="square" lIns="0" tIns="0" rIns="0" bIns="0" rtlCol="0" anchor="ctr"/>
          <a:lstStyle/>
          <a:p>
            <a:pPr algn="l" indent="0" marL="0">
              <a:buNone/>
            </a:pPr>
            <a:r>
              <a:rPr lang="en-US" sz="2000" dirty="0">
                <a:solidFill>
                  <a:schemeClr val="tx1"/>
                </a:solidFill>
              </a:rPr>
              <a:t>Je dis ce que je </a:t>
            </a:r>
            <a:r>
              <a:rPr lang="en-US" sz="2000" b="1" dirty="0">
                <a:solidFill>
                  <a:schemeClr val="tx1"/>
                </a:solidFill>
              </a:rPr>
              <a:t>peux</a:t>
            </a:r>
            <a:r>
              <a:rPr lang="en-US" sz="2000" dirty="0">
                <a:solidFill>
                  <a:schemeClr val="tx1"/>
                </a:solidFill>
              </a:rPr>
              <a:t>, </a:t>
            </a:r>
            <a:r>
              <a:rPr lang="en-US" sz="2000" b="1" dirty="0">
                <a:solidFill>
                  <a:schemeClr val="tx1"/>
                </a:solidFill>
              </a:rPr>
              <a:t>veux</a:t>
            </a:r>
            <a:r>
              <a:rPr lang="en-US" sz="2000" dirty="0">
                <a:solidFill>
                  <a:schemeClr val="tx1"/>
                </a:solidFill>
              </a:rPr>
              <a:t>, </a:t>
            </a:r>
            <a:r>
              <a:rPr lang="en-US" sz="2000" b="1" dirty="0">
                <a:solidFill>
                  <a:schemeClr val="tx1"/>
                </a:solidFill>
              </a:rPr>
              <a:t>dois</a:t>
            </a:r>
            <a:r>
              <a:rPr lang="en-US" sz="2000" dirty="0">
                <a:solidFill>
                  <a:schemeClr val="tx1"/>
                </a:solidFill>
              </a:rPr>
              <a:t> faire : </a:t>
            </a:r>
            <a:r>
              <a:rPr lang="en-US" sz="2000" i="1" dirty="0">
                <a:solidFill>
                  <a:schemeClr val="tx1"/>
                </a:solidFill>
              </a:rPr>
              <a:t>Ik kan…, ik wil…, ik moet…</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2" name="Text 14"/>
          <p:cNvSpPr/>
          <p:nvPr/>
        </p:nvSpPr>
        <p:spPr>
          <a:xfrm>
            <a:off x="9601200" y="3977640"/>
            <a:ext cx="2039112" cy="1188720"/>
          </a:xfrm>
          <a:prstGeom prst="wedgeRoundRectCallout">
            <a:avLst/>
          </a:prstGeom>
          <a:solidFill>
            <a:srgbClr val="FFFFFF"/>
          </a:solidFill>
          <a:ln w="25400">
            <a:solidFill>
              <a:srgbClr val="D9700F"/>
            </a:solidFill>
          </a:ln>
        </p:spPr>
        <p:txBody>
          <a:bodyPr wrap="square" lIns="63500" tIns="63500" rIns="63500" bIns="63500" rtlCol="0" anchor="ctr"/>
          <a:lstStyle/>
          <a:p>
            <a:pPr algn="ctr" indent="0" marL="0">
              <a:buNone/>
            </a:pPr>
            <a:r>
              <a:rPr lang="en-US" sz="1800" dirty="0">
                <a:solidFill>
                  <a:schemeClr val="tx1"/>
                </a:solidFill>
              </a:rPr>
              <a:t>Pas des exceptions : des </a:t>
            </a:r>
            <a:r>
              <a:rPr lang="en-US" sz="1800" b="1" dirty="0">
                <a:solidFill>
                  <a:schemeClr val="tx1"/>
                </a:solidFill>
              </a:rPr>
              <a:t>réflexes</a:t>
            </a:r>
            <a:r>
              <a:rPr lang="en-US" sz="1800" dirty="0">
                <a:solidFill>
                  <a:schemeClr val="tx1"/>
                </a:solidFill>
              </a:rPr>
              <a:t> !</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Échauffement — La formule en 60 secondes</a:t>
            </a:r>
            <a:endParaRPr lang="en-US" sz="3000" dirty="0"/>
          </a:p>
        </p:txBody>
      </p:sp>
      <p:sp>
        <p:nvSpPr>
          <p:cNvPr id="3" name="tag"/>
          <p:cNvSpPr/>
          <p:nvPr/>
        </p:nvSpPr>
        <p:spPr>
          <a:xfrm>
            <a:off x="548640" y="237744"/>
            <a:ext cx="1770278"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ÉCHAUFFEMENT</a:t>
            </a:r>
            <a:endParaRPr lang="en-US" sz="1200" dirty="0"/>
          </a:p>
        </p:txBody>
      </p:sp>
      <p:sp>
        <p:nvSpPr>
          <p:cNvPr id="5" name="Shape 2"/>
          <p:cNvSpPr/>
          <p:nvPr/>
        </p:nvSpPr>
        <p:spPr>
          <a:xfrm>
            <a:off x="548640" y="1572768"/>
            <a:ext cx="731520" cy="731520"/>
          </a:xfrm>
          <a:prstGeom prst="ellipse">
            <a:avLst/>
          </a:prstGeom>
          <a:solidFill>
            <a:schemeClr val="accent2"/>
          </a:solidFill>
          <a:ln w="12700">
            <a:solidFill>
              <a:srgbClr val="FFFFFF">
                <a:alpha val="0"/>
              </a:srgbClr>
            </a:solidFill>
            <a:prstDash val="solid"/>
          </a:ln>
        </p:spPr>
      </p:sp>
      <p:pic>
        <p:nvPicPr>
          <p:cNvPr id="6" name="Image 0" descr="Stopwatch">    </p:cNvPr>
          <p:cNvPicPr>
            <a:picLocks noChangeAspect="1"/>
          </p:cNvPicPr>
          <p:nvPr/>
        </p:nvPicPr>
        <p:blipFill>
          <a:blip r:embed="rId1"/>
          <a:stretch>
            <a:fillRect/>
          </a:stretch>
        </p:blipFill>
        <p:spPr>
          <a:xfrm>
            <a:off x="724205" y="1748333"/>
            <a:ext cx="380390" cy="380390"/>
          </a:xfrm>
          <a:prstGeom prst="rect">
            <a:avLst/>
          </a:prstGeom>
        </p:spPr>
      </p:pic>
      <p:sp>
        <p:nvSpPr>
          <p:cNvPr id="7" name="Text 3"/>
          <p:cNvSpPr txBox="1"/>
          <p:nvPr/>
        </p:nvSpPr>
        <p:spPr>
          <a:xfrm>
            <a:off x="1417320" y="1572768"/>
            <a:ext cx="1371600" cy="731520"/>
          </a:xfrm>
          <a:prstGeom prst="rect">
            <a:avLst/>
          </a:prstGeom>
          <a:noFill/>
          <a:ln/>
        </p:spPr>
        <p:txBody>
          <a:bodyPr wrap="square" lIns="0" tIns="0" rIns="0" bIns="0" rtlCol="0" anchor="ctr"/>
          <a:lstStyle/>
          <a:p>
            <a:pPr algn="l" indent="0" marL="0">
              <a:buNone/>
            </a:pPr>
            <a:r>
              <a:rPr lang="en-US" sz="3200" b="1" dirty="0">
                <a:solidFill>
                  <a:schemeClr val="accent2"/>
                </a:solidFill>
                <a:latin typeface="+mj-lt" pitchFamily="34" charset="0"/>
                <a:ea typeface="+mj-lt" pitchFamily="34" charset="-122"/>
                <a:cs typeface="+mj-lt" pitchFamily="34" charset="-120"/>
              </a:rPr>
              <a:t>60 s</a:t>
            </a:r>
            <a:endParaRPr lang="en-US" sz="3200" dirty="0"/>
          </a:p>
        </p:txBody>
      </p:sp>
      <p:sp>
        <p:nvSpPr>
          <p:cNvPr id="8" name="Text 4"/>
          <p:cNvSpPr txBox="1"/>
          <p:nvPr/>
        </p:nvSpPr>
        <p:spPr>
          <a:xfrm>
            <a:off x="2743200" y="1572768"/>
            <a:ext cx="6949440" cy="731520"/>
          </a:xfrm>
          <a:prstGeom prst="rect">
            <a:avLst/>
          </a:prstGeom>
          <a:noFill/>
          <a:ln/>
        </p:spPr>
        <p:txBody>
          <a:bodyPr wrap="square" lIns="0" tIns="0" rIns="0" bIns="0" rtlCol="0" anchor="ctr"/>
          <a:lstStyle/>
          <a:p>
            <a:pPr algn="l" indent="0" marL="0">
              <a:buNone/>
            </a:pPr>
            <a:r>
              <a:rPr lang="en-US" sz="1900" i="1" dirty="0">
                <a:solidFill>
                  <a:schemeClr val="accent5"/>
                </a:solidFill>
              </a:rPr>
              <a:t>Conjuguez au présent — le plus vite possible !</a:t>
            </a:r>
            <a:endParaRPr lang="en-US" sz="1900" dirty="0"/>
          </a:p>
        </p:txBody>
      </p:sp>
      <p:pic>
        <p:nvPicPr>
          <p:cNvPr id="9" name="Image 1" descr="thinking face">    </p:cNvPr>
          <p:cNvPicPr>
            <a:picLocks noChangeAspect="1"/>
          </p:cNvPicPr>
          <p:nvPr/>
        </p:nvPicPr>
        <p:blipFill>
          <a:blip r:embed="rId2"/>
          <a:stretch>
            <a:fillRect/>
          </a:stretch>
        </p:blipFill>
        <p:spPr>
          <a:xfrm>
            <a:off x="10725912" y="1481328"/>
            <a:ext cx="914400" cy="914400"/>
          </a:xfrm>
          <a:prstGeom prst="rect">
            <a:avLst/>
          </a:prstGeom>
        </p:spPr>
      </p:pic>
      <p:sp>
        <p:nvSpPr>
          <p:cNvPr id="10" name="Shape 5"/>
          <p:cNvSpPr/>
          <p:nvPr/>
        </p:nvSpPr>
        <p:spPr>
          <a:xfrm>
            <a:off x="548640" y="2560320"/>
            <a:ext cx="2601468" cy="1783080"/>
          </a:xfrm>
          <a:prstGeom prst="roundRect">
            <a:avLst>
              <a:gd name="adj" fmla="val 4103"/>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1" name="Shape 6"/>
          <p:cNvSpPr/>
          <p:nvPr/>
        </p:nvSpPr>
        <p:spPr>
          <a:xfrm>
            <a:off x="685800" y="2697480"/>
            <a:ext cx="457200" cy="457200"/>
          </a:xfrm>
          <a:prstGeom prst="ellipse">
            <a:avLst/>
          </a:prstGeom>
          <a:solidFill>
            <a:schemeClr val="tx2"/>
          </a:solidFill>
          <a:ln w="12700">
            <a:solidFill>
              <a:srgbClr val="FFFFFF">
                <a:alpha val="0"/>
              </a:srgbClr>
            </a:solidFill>
            <a:prstDash val="solid"/>
          </a:ln>
        </p:spPr>
      </p:sp>
      <p:sp>
        <p:nvSpPr>
          <p:cNvPr id="12" name="Text 7"/>
          <p:cNvSpPr txBox="1"/>
          <p:nvPr/>
        </p:nvSpPr>
        <p:spPr>
          <a:xfrm>
            <a:off x="685800" y="2697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3" name="Text 8"/>
          <p:cNvSpPr txBox="1"/>
          <p:nvPr/>
        </p:nvSpPr>
        <p:spPr>
          <a:xfrm>
            <a:off x="640080" y="3154680"/>
            <a:ext cx="2418588" cy="822960"/>
          </a:xfrm>
          <a:prstGeom prst="rect">
            <a:avLst/>
          </a:prstGeom>
          <a:noFill/>
          <a:ln/>
        </p:spPr>
        <p:txBody>
          <a:bodyPr wrap="square" lIns="0" tIns="0" rIns="0" bIns="0" rtlCol="0" anchor="ctr"/>
          <a:lstStyle/>
          <a:p>
            <a:pPr algn="ctr" indent="0" marL="0">
              <a:buNone/>
            </a:pPr>
            <a:r>
              <a:rPr lang="en-US" sz="2600" i="1" dirty="0">
                <a:solidFill>
                  <a:schemeClr val="tx1"/>
                </a:solidFill>
                <a:latin typeface="+mj-lt" pitchFamily="34" charset="0"/>
                <a:ea typeface="+mj-lt" pitchFamily="34" charset="-122"/>
                <a:cs typeface="+mj-lt" pitchFamily="34" charset="-120"/>
              </a:rPr>
              <a:t>ik</a:t>
            </a:r>
            <a:r>
              <a:rPr lang="en-US" sz="2600" dirty="0">
                <a:solidFill>
                  <a:schemeClr val="tx1"/>
                </a:solidFill>
                <a:latin typeface="+mj-lt" pitchFamily="34" charset="0"/>
                <a:ea typeface="+mj-lt" pitchFamily="34" charset="-122"/>
                <a:cs typeface="+mj-lt" pitchFamily="34" charset="-120"/>
              </a:rPr>
              <a:t> (werken)</a:t>
            </a:r>
            <a:endParaRPr lang="en-US" sz="2600" dirty="0"/>
          </a:p>
        </p:txBody>
      </p:sp>
      <p:sp>
        <p:nvSpPr>
          <p:cNvPr id="14" name="Shape 9"/>
          <p:cNvSpPr/>
          <p:nvPr/>
        </p:nvSpPr>
        <p:spPr>
          <a:xfrm>
            <a:off x="548640" y="4526280"/>
            <a:ext cx="2601468" cy="731520"/>
          </a:xfrm>
          <a:prstGeom prst="roundRect">
            <a:avLst>
              <a:gd name="adj" fmla="val 10000"/>
            </a:avLst>
          </a:prstGeom>
          <a:solidFill>
            <a:srgbClr val="EDF6F0"/>
          </a:solidFill>
          <a:ln w="19050">
            <a:solidFill>
              <a:srgbClr val="2E7D4F"/>
            </a:solidFill>
            <a:prstDash val="solid"/>
          </a:ln>
        </p:spPr>
      </p:sp>
      <p:pic>
        <p:nvPicPr>
          <p:cNvPr id="15" name="Image 2" descr="Check">    </p:cNvPr>
          <p:cNvPicPr>
            <a:picLocks noChangeAspect="1"/>
          </p:cNvPicPr>
          <p:nvPr/>
        </p:nvPicPr>
        <p:blipFill>
          <a:blip r:embed="rId3"/>
          <a:stretch>
            <a:fillRect/>
          </a:stretch>
        </p:blipFill>
        <p:spPr>
          <a:xfrm>
            <a:off x="713232" y="4745736"/>
            <a:ext cx="292608" cy="292608"/>
          </a:xfrm>
          <a:prstGeom prst="rect">
            <a:avLst/>
          </a:prstGeom>
        </p:spPr>
      </p:pic>
      <p:sp>
        <p:nvSpPr>
          <p:cNvPr id="16" name="Text 10"/>
          <p:cNvSpPr txBox="1"/>
          <p:nvPr/>
        </p:nvSpPr>
        <p:spPr>
          <a:xfrm>
            <a:off x="1005840" y="4526280"/>
            <a:ext cx="2052828" cy="731520"/>
          </a:xfrm>
          <a:prstGeom prst="rect">
            <a:avLst/>
          </a:prstGeom>
          <a:noFill/>
          <a:ln/>
        </p:spPr>
        <p:txBody>
          <a:bodyPr wrap="square" lIns="0" tIns="0" rIns="0" bIns="0" rtlCol="0" anchor="ctr"/>
          <a:lstStyle/>
          <a:p>
            <a:pPr algn="ctr" indent="0" marL="0">
              <a:buNone/>
            </a:pPr>
            <a:r>
              <a:rPr lang="en-US" sz="2600" b="1" dirty="0">
                <a:solidFill>
                  <a:schemeClr val="accent6"/>
                </a:solidFill>
                <a:latin typeface="+mj-lt" pitchFamily="34" charset="0"/>
                <a:ea typeface="+mj-lt" pitchFamily="34" charset="-122"/>
                <a:cs typeface="+mj-lt" pitchFamily="34" charset="-120"/>
              </a:rPr>
              <a:t>werk</a:t>
            </a:r>
            <a:endParaRPr lang="en-US" sz="2600" dirty="0"/>
          </a:p>
        </p:txBody>
      </p:sp>
      <p:sp>
        <p:nvSpPr>
          <p:cNvPr id="17" name="Shape 11"/>
          <p:cNvSpPr/>
          <p:nvPr/>
        </p:nvSpPr>
        <p:spPr>
          <a:xfrm>
            <a:off x="3378708" y="2560320"/>
            <a:ext cx="2601468" cy="1783080"/>
          </a:xfrm>
          <a:prstGeom prst="roundRect">
            <a:avLst>
              <a:gd name="adj" fmla="val 4103"/>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8" name="Shape 12"/>
          <p:cNvSpPr/>
          <p:nvPr/>
        </p:nvSpPr>
        <p:spPr>
          <a:xfrm>
            <a:off x="3515868" y="2697480"/>
            <a:ext cx="457200" cy="457200"/>
          </a:xfrm>
          <a:prstGeom prst="ellipse">
            <a:avLst/>
          </a:prstGeom>
          <a:solidFill>
            <a:schemeClr val="tx2"/>
          </a:solidFill>
          <a:ln w="12700">
            <a:solidFill>
              <a:srgbClr val="FFFFFF">
                <a:alpha val="0"/>
              </a:srgbClr>
            </a:solidFill>
            <a:prstDash val="solid"/>
          </a:ln>
        </p:spPr>
      </p:sp>
      <p:sp>
        <p:nvSpPr>
          <p:cNvPr id="19" name="Text 13"/>
          <p:cNvSpPr txBox="1"/>
          <p:nvPr/>
        </p:nvSpPr>
        <p:spPr>
          <a:xfrm>
            <a:off x="3515868" y="2697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0" name="Text 14"/>
          <p:cNvSpPr txBox="1"/>
          <p:nvPr/>
        </p:nvSpPr>
        <p:spPr>
          <a:xfrm>
            <a:off x="3470148" y="3154680"/>
            <a:ext cx="2418588" cy="822960"/>
          </a:xfrm>
          <a:prstGeom prst="rect">
            <a:avLst/>
          </a:prstGeom>
          <a:noFill/>
          <a:ln/>
        </p:spPr>
        <p:txBody>
          <a:bodyPr wrap="square" lIns="0" tIns="0" rIns="0" bIns="0" rtlCol="0" anchor="ctr"/>
          <a:lstStyle/>
          <a:p>
            <a:pPr algn="ctr" indent="0" marL="0">
              <a:buNone/>
            </a:pPr>
            <a:r>
              <a:rPr lang="en-US" sz="2600" i="1" dirty="0">
                <a:solidFill>
                  <a:schemeClr val="tx1"/>
                </a:solidFill>
                <a:latin typeface="+mj-lt" pitchFamily="34" charset="0"/>
                <a:ea typeface="+mj-lt" pitchFamily="34" charset="-122"/>
                <a:cs typeface="+mj-lt" pitchFamily="34" charset="-120"/>
              </a:rPr>
              <a:t>hij</a:t>
            </a:r>
            <a:r>
              <a:rPr lang="en-US" sz="2600" dirty="0">
                <a:solidFill>
                  <a:schemeClr val="tx1"/>
                </a:solidFill>
                <a:latin typeface="+mj-lt" pitchFamily="34" charset="0"/>
                <a:ea typeface="+mj-lt" pitchFamily="34" charset="-122"/>
                <a:cs typeface="+mj-lt" pitchFamily="34" charset="-120"/>
              </a:rPr>
              <a:t> (spreken)</a:t>
            </a:r>
            <a:endParaRPr lang="en-US" sz="2600" dirty="0"/>
          </a:p>
        </p:txBody>
      </p:sp>
      <p:sp>
        <p:nvSpPr>
          <p:cNvPr id="21" name="Shape 15"/>
          <p:cNvSpPr/>
          <p:nvPr/>
        </p:nvSpPr>
        <p:spPr>
          <a:xfrm>
            <a:off x="3378708" y="4526280"/>
            <a:ext cx="2601468" cy="731520"/>
          </a:xfrm>
          <a:prstGeom prst="roundRect">
            <a:avLst>
              <a:gd name="adj" fmla="val 10000"/>
            </a:avLst>
          </a:prstGeom>
          <a:solidFill>
            <a:srgbClr val="EDF6F0"/>
          </a:solidFill>
          <a:ln w="19050">
            <a:solidFill>
              <a:srgbClr val="2E7D4F"/>
            </a:solidFill>
            <a:prstDash val="solid"/>
          </a:ln>
        </p:spPr>
      </p:sp>
      <p:pic>
        <p:nvPicPr>
          <p:cNvPr id="22" name="Image 3" descr="Check">    </p:cNvPr>
          <p:cNvPicPr>
            <a:picLocks noChangeAspect="1"/>
          </p:cNvPicPr>
          <p:nvPr/>
        </p:nvPicPr>
        <p:blipFill>
          <a:blip r:embed="rId4"/>
          <a:stretch>
            <a:fillRect/>
          </a:stretch>
        </p:blipFill>
        <p:spPr>
          <a:xfrm>
            <a:off x="3543300" y="4745736"/>
            <a:ext cx="292608" cy="292608"/>
          </a:xfrm>
          <a:prstGeom prst="rect">
            <a:avLst/>
          </a:prstGeom>
        </p:spPr>
      </p:pic>
      <p:sp>
        <p:nvSpPr>
          <p:cNvPr id="23" name="Text 16"/>
          <p:cNvSpPr txBox="1"/>
          <p:nvPr/>
        </p:nvSpPr>
        <p:spPr>
          <a:xfrm>
            <a:off x="3835908" y="4526280"/>
            <a:ext cx="2052828" cy="731520"/>
          </a:xfrm>
          <a:prstGeom prst="rect">
            <a:avLst/>
          </a:prstGeom>
          <a:noFill/>
          <a:ln/>
        </p:spPr>
        <p:txBody>
          <a:bodyPr wrap="square" lIns="0" tIns="0" rIns="0" bIns="0" rtlCol="0" anchor="ctr"/>
          <a:lstStyle/>
          <a:p>
            <a:pPr algn="ctr" indent="0" marL="0">
              <a:buNone/>
            </a:pPr>
            <a:r>
              <a:rPr lang="en-US" sz="2600" b="1" dirty="0">
                <a:solidFill>
                  <a:schemeClr val="accent6"/>
                </a:solidFill>
                <a:latin typeface="+mj-lt" pitchFamily="34" charset="0"/>
                <a:ea typeface="+mj-lt" pitchFamily="34" charset="-122"/>
                <a:cs typeface="+mj-lt" pitchFamily="34" charset="-120"/>
              </a:rPr>
              <a:t>spreek</a:t>
            </a:r>
            <a:r>
              <a:rPr lang="en-US" sz="2600" b="1" dirty="0">
                <a:solidFill>
                  <a:schemeClr val="accent1"/>
                </a:solidFill>
                <a:latin typeface="+mj-lt" pitchFamily="34" charset="0"/>
                <a:ea typeface="+mj-lt" pitchFamily="34" charset="-122"/>
                <a:cs typeface="+mj-lt" pitchFamily="34" charset="-120"/>
              </a:rPr>
              <a:t>t</a:t>
            </a:r>
            <a:endParaRPr lang="en-US" sz="2600" dirty="0"/>
          </a:p>
        </p:txBody>
      </p:sp>
      <p:sp>
        <p:nvSpPr>
          <p:cNvPr id="24" name="Shape 17"/>
          <p:cNvSpPr/>
          <p:nvPr/>
        </p:nvSpPr>
        <p:spPr>
          <a:xfrm>
            <a:off x="6208776" y="2560320"/>
            <a:ext cx="2601468" cy="1783080"/>
          </a:xfrm>
          <a:prstGeom prst="roundRect">
            <a:avLst>
              <a:gd name="adj" fmla="val 4103"/>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5" name="Shape 18"/>
          <p:cNvSpPr/>
          <p:nvPr/>
        </p:nvSpPr>
        <p:spPr>
          <a:xfrm>
            <a:off x="6345936" y="2697480"/>
            <a:ext cx="457200" cy="457200"/>
          </a:xfrm>
          <a:prstGeom prst="ellipse">
            <a:avLst/>
          </a:prstGeom>
          <a:solidFill>
            <a:schemeClr val="tx2"/>
          </a:solidFill>
          <a:ln w="12700">
            <a:solidFill>
              <a:srgbClr val="FFFFFF">
                <a:alpha val="0"/>
              </a:srgbClr>
            </a:solidFill>
            <a:prstDash val="solid"/>
          </a:ln>
        </p:spPr>
      </p:sp>
      <p:sp>
        <p:nvSpPr>
          <p:cNvPr id="26" name="Text 19"/>
          <p:cNvSpPr txBox="1"/>
          <p:nvPr/>
        </p:nvSpPr>
        <p:spPr>
          <a:xfrm>
            <a:off x="6345936" y="2697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7" name="Text 20"/>
          <p:cNvSpPr txBox="1"/>
          <p:nvPr/>
        </p:nvSpPr>
        <p:spPr>
          <a:xfrm>
            <a:off x="6300216" y="3154680"/>
            <a:ext cx="2418588" cy="822960"/>
          </a:xfrm>
          <a:prstGeom prst="rect">
            <a:avLst/>
          </a:prstGeom>
          <a:noFill/>
          <a:ln/>
        </p:spPr>
        <p:txBody>
          <a:bodyPr wrap="square" lIns="0" tIns="0" rIns="0" bIns="0" rtlCol="0" anchor="ctr"/>
          <a:lstStyle/>
          <a:p>
            <a:pPr algn="ctr" indent="0" marL="0">
              <a:buNone/>
            </a:pPr>
            <a:r>
              <a:rPr lang="en-US" sz="2600" i="1" dirty="0">
                <a:solidFill>
                  <a:schemeClr val="tx1"/>
                </a:solidFill>
                <a:latin typeface="+mj-lt" pitchFamily="34" charset="0"/>
                <a:ea typeface="+mj-lt" pitchFamily="34" charset="-122"/>
                <a:cs typeface="+mj-lt" pitchFamily="34" charset="-120"/>
              </a:rPr>
              <a:t>Bel</a:t>
            </a:r>
            <a:r>
              <a:rPr lang="en-US" sz="2600" dirty="0">
                <a:solidFill>
                  <a:schemeClr val="tx1"/>
                </a:solidFill>
                <a:latin typeface="+mj-lt" pitchFamily="34" charset="0"/>
                <a:ea typeface="+mj-lt" pitchFamily="34" charset="-122"/>
                <a:cs typeface="+mj-lt" pitchFamily="34" charset="-120"/>
              </a:rPr>
              <a:t> (jij)…?</a:t>
            </a:r>
            <a:endParaRPr lang="en-US" sz="2600" dirty="0"/>
          </a:p>
        </p:txBody>
      </p:sp>
      <p:sp>
        <p:nvSpPr>
          <p:cNvPr id="28" name="Shape 21"/>
          <p:cNvSpPr/>
          <p:nvPr/>
        </p:nvSpPr>
        <p:spPr>
          <a:xfrm>
            <a:off x="6208776" y="4526280"/>
            <a:ext cx="2601468" cy="731520"/>
          </a:xfrm>
          <a:prstGeom prst="roundRect">
            <a:avLst>
              <a:gd name="adj" fmla="val 10000"/>
            </a:avLst>
          </a:prstGeom>
          <a:solidFill>
            <a:srgbClr val="EDF6F0"/>
          </a:solidFill>
          <a:ln w="19050">
            <a:solidFill>
              <a:srgbClr val="2E7D4F"/>
            </a:solidFill>
            <a:prstDash val="solid"/>
          </a:ln>
        </p:spPr>
      </p:sp>
      <p:pic>
        <p:nvPicPr>
          <p:cNvPr id="29" name="Image 4" descr="Check">    </p:cNvPr>
          <p:cNvPicPr>
            <a:picLocks noChangeAspect="1"/>
          </p:cNvPicPr>
          <p:nvPr/>
        </p:nvPicPr>
        <p:blipFill>
          <a:blip r:embed="rId5"/>
          <a:stretch>
            <a:fillRect/>
          </a:stretch>
        </p:blipFill>
        <p:spPr>
          <a:xfrm>
            <a:off x="6373368" y="4745736"/>
            <a:ext cx="292608" cy="292608"/>
          </a:xfrm>
          <a:prstGeom prst="rect">
            <a:avLst/>
          </a:prstGeom>
        </p:spPr>
      </p:pic>
      <p:sp>
        <p:nvSpPr>
          <p:cNvPr id="30" name="Text 22"/>
          <p:cNvSpPr txBox="1"/>
          <p:nvPr/>
        </p:nvSpPr>
        <p:spPr>
          <a:xfrm>
            <a:off x="6665976" y="4526280"/>
            <a:ext cx="2052828" cy="731520"/>
          </a:xfrm>
          <a:prstGeom prst="rect">
            <a:avLst/>
          </a:prstGeom>
          <a:noFill/>
          <a:ln/>
        </p:spPr>
        <p:txBody>
          <a:bodyPr wrap="square" lIns="0" tIns="0" rIns="0" bIns="0" rtlCol="0" anchor="ctr"/>
          <a:lstStyle/>
          <a:p>
            <a:pPr algn="ctr" indent="0" marL="0">
              <a:buNone/>
            </a:pPr>
            <a:r>
              <a:rPr lang="en-US" sz="2600" b="1" dirty="0">
                <a:solidFill>
                  <a:schemeClr val="accent6"/>
                </a:solidFill>
                <a:latin typeface="+mj-lt" pitchFamily="34" charset="0"/>
                <a:ea typeface="+mj-lt" pitchFamily="34" charset="-122"/>
                <a:cs typeface="+mj-lt" pitchFamily="34" charset="-120"/>
              </a:rPr>
              <a:t>Bel</a:t>
            </a:r>
            <a:r>
              <a:rPr lang="en-US" sz="2600" dirty="0">
                <a:solidFill>
                  <a:schemeClr val="tx1"/>
                </a:solidFill>
                <a:latin typeface="+mj-lt" pitchFamily="34" charset="0"/>
                <a:ea typeface="+mj-lt" pitchFamily="34" charset="-122"/>
                <a:cs typeface="+mj-lt" pitchFamily="34" charset="-120"/>
              </a:rPr>
              <a:t> jij</a:t>
            </a:r>
            <a:endParaRPr lang="en-US" sz="2600" dirty="0"/>
          </a:p>
        </p:txBody>
      </p:sp>
      <p:sp>
        <p:nvSpPr>
          <p:cNvPr id="31" name="Shape 23"/>
          <p:cNvSpPr/>
          <p:nvPr/>
        </p:nvSpPr>
        <p:spPr>
          <a:xfrm>
            <a:off x="9038844" y="2560320"/>
            <a:ext cx="2601468" cy="1783080"/>
          </a:xfrm>
          <a:prstGeom prst="roundRect">
            <a:avLst>
              <a:gd name="adj" fmla="val 4103"/>
            </a:avLst>
          </a:prstGeom>
          <a:solidFill>
            <a:srgbClr val="FDF3EA"/>
          </a:solidFill>
          <a:ln w="38100">
            <a:solidFill>
              <a:srgbClr val="D9700F"/>
            </a:solidFill>
            <a:prstDash val="solid"/>
          </a:ln>
          <a:effectLst>
            <a:outerShdw sx="100000" sy="100000" kx="0" ky="0" algn="bl" rotWithShape="0" blurRad="101600" dist="25400" dir="3600000">
              <a:srgbClr val="000000">
                <a:alpha val="16000"/>
              </a:srgbClr>
            </a:outerShdw>
          </a:effectLst>
        </p:spPr>
      </p:sp>
      <p:sp>
        <p:nvSpPr>
          <p:cNvPr id="32" name="Shape 24"/>
          <p:cNvSpPr/>
          <p:nvPr/>
        </p:nvSpPr>
        <p:spPr>
          <a:xfrm>
            <a:off x="9176004" y="2697480"/>
            <a:ext cx="457200" cy="457200"/>
          </a:xfrm>
          <a:prstGeom prst="ellipse">
            <a:avLst/>
          </a:prstGeom>
          <a:solidFill>
            <a:schemeClr val="accent1"/>
          </a:solidFill>
          <a:ln w="12700">
            <a:solidFill>
              <a:srgbClr val="FFFFFF">
                <a:alpha val="0"/>
              </a:srgbClr>
            </a:solidFill>
            <a:prstDash val="solid"/>
          </a:ln>
        </p:spPr>
      </p:sp>
      <p:sp>
        <p:nvSpPr>
          <p:cNvPr id="33" name="Text 25"/>
          <p:cNvSpPr txBox="1"/>
          <p:nvPr/>
        </p:nvSpPr>
        <p:spPr>
          <a:xfrm>
            <a:off x="9176004" y="2697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34" name="Image 5" descr="Question">    </p:cNvPr>
          <p:cNvPicPr>
            <a:picLocks noChangeAspect="1"/>
          </p:cNvPicPr>
          <p:nvPr/>
        </p:nvPicPr>
        <p:blipFill>
          <a:blip r:embed="rId6"/>
          <a:stretch>
            <a:fillRect/>
          </a:stretch>
        </p:blipFill>
        <p:spPr>
          <a:xfrm>
            <a:off x="11091672" y="2697480"/>
            <a:ext cx="384048" cy="384048"/>
          </a:xfrm>
          <a:prstGeom prst="rect">
            <a:avLst/>
          </a:prstGeom>
        </p:spPr>
      </p:pic>
      <p:sp>
        <p:nvSpPr>
          <p:cNvPr id="35" name="Text 26"/>
          <p:cNvSpPr txBox="1"/>
          <p:nvPr/>
        </p:nvSpPr>
        <p:spPr>
          <a:xfrm>
            <a:off x="9130284" y="3154680"/>
            <a:ext cx="2418588" cy="822960"/>
          </a:xfrm>
          <a:prstGeom prst="rect">
            <a:avLst/>
          </a:prstGeom>
          <a:noFill/>
          <a:ln/>
        </p:spPr>
        <p:txBody>
          <a:bodyPr wrap="square" lIns="0" tIns="0" rIns="0" bIns="0" rtlCol="0" anchor="ctr"/>
          <a:lstStyle/>
          <a:p>
            <a:pPr algn="ctr" indent="0" marL="0">
              <a:buNone/>
            </a:pPr>
            <a:r>
              <a:rPr lang="en-US" sz="2600" i="1" dirty="0">
                <a:solidFill>
                  <a:schemeClr val="tx1"/>
                </a:solidFill>
                <a:latin typeface="+mj-lt" pitchFamily="34" charset="0"/>
                <a:ea typeface="+mj-lt" pitchFamily="34" charset="-122"/>
                <a:cs typeface="+mj-lt" pitchFamily="34" charset="-120"/>
              </a:rPr>
              <a:t>hij</a:t>
            </a:r>
            <a:r>
              <a:rPr lang="en-US" sz="2600" dirty="0">
                <a:solidFill>
                  <a:schemeClr val="tx1"/>
                </a:solidFill>
                <a:latin typeface="+mj-lt" pitchFamily="34" charset="0"/>
                <a:ea typeface="+mj-lt" pitchFamily="34" charset="-122"/>
                <a:cs typeface="+mj-lt" pitchFamily="34" charset="-120"/>
              </a:rPr>
              <a:t> (lezen)</a:t>
            </a:r>
            <a:endParaRPr lang="en-US" sz="2600" dirty="0"/>
          </a:p>
        </p:txBody>
      </p:sp>
      <p:sp>
        <p:nvSpPr>
          <p:cNvPr id="36" name="Text 27"/>
          <p:cNvSpPr txBox="1"/>
          <p:nvPr/>
        </p:nvSpPr>
        <p:spPr>
          <a:xfrm>
            <a:off x="9130284" y="3886200"/>
            <a:ext cx="2418588" cy="365760"/>
          </a:xfrm>
          <a:prstGeom prst="rect">
            <a:avLst/>
          </a:prstGeom>
          <a:noFill/>
          <a:ln/>
        </p:spPr>
        <p:txBody>
          <a:bodyPr wrap="square" lIns="0" tIns="0" rIns="0" bIns="0" rtlCol="0" anchor="ctr"/>
          <a:lstStyle/>
          <a:p>
            <a:pPr algn="ctr" indent="0" marL="0">
              <a:buNone/>
            </a:pPr>
            <a:r>
              <a:rPr lang="en-US" sz="1800" b="1" dirty="0">
                <a:solidFill>
                  <a:schemeClr val="accent1"/>
                </a:solidFill>
              </a:rPr>
              <a:t>→ ???</a:t>
            </a:r>
            <a:endParaRPr lang="en-US" sz="1800" dirty="0"/>
          </a:p>
        </p:txBody>
      </p:sp>
      <p:sp>
        <p:nvSpPr>
          <p:cNvPr id="37" name="Shape 28"/>
          <p:cNvSpPr/>
          <p:nvPr/>
        </p:nvSpPr>
        <p:spPr>
          <a:xfrm>
            <a:off x="9038844" y="4526280"/>
            <a:ext cx="2601468" cy="731520"/>
          </a:xfrm>
          <a:prstGeom prst="roundRect">
            <a:avLst>
              <a:gd name="adj" fmla="val 10000"/>
            </a:avLst>
          </a:prstGeom>
          <a:solidFill>
            <a:srgbClr val="EDF6F0"/>
          </a:solidFill>
          <a:ln w="19050">
            <a:solidFill>
              <a:srgbClr val="2E7D4F"/>
            </a:solidFill>
            <a:prstDash val="solid"/>
          </a:ln>
        </p:spPr>
      </p:sp>
      <p:pic>
        <p:nvPicPr>
          <p:cNvPr id="38" name="Image 6" descr="Check">    </p:cNvPr>
          <p:cNvPicPr>
            <a:picLocks noChangeAspect="1"/>
          </p:cNvPicPr>
          <p:nvPr/>
        </p:nvPicPr>
        <p:blipFill>
          <a:blip r:embed="rId7"/>
          <a:stretch>
            <a:fillRect/>
          </a:stretch>
        </p:blipFill>
        <p:spPr>
          <a:xfrm>
            <a:off x="9203436" y="4745736"/>
            <a:ext cx="292608" cy="292608"/>
          </a:xfrm>
          <a:prstGeom prst="rect">
            <a:avLst/>
          </a:prstGeom>
        </p:spPr>
      </p:pic>
      <p:sp>
        <p:nvSpPr>
          <p:cNvPr id="39" name="Text 29"/>
          <p:cNvSpPr txBox="1"/>
          <p:nvPr/>
        </p:nvSpPr>
        <p:spPr>
          <a:xfrm>
            <a:off x="9496044" y="4526280"/>
            <a:ext cx="2052828" cy="731520"/>
          </a:xfrm>
          <a:prstGeom prst="rect">
            <a:avLst/>
          </a:prstGeom>
          <a:noFill/>
          <a:ln/>
        </p:spPr>
        <p:txBody>
          <a:bodyPr wrap="square" lIns="0" tIns="0" rIns="0" bIns="0" rtlCol="0" anchor="ctr"/>
          <a:lstStyle/>
          <a:p>
            <a:pPr algn="ctr" indent="0" marL="0">
              <a:buNone/>
            </a:pPr>
            <a:r>
              <a:rPr lang="en-US" sz="2600" b="1" dirty="0">
                <a:solidFill>
                  <a:schemeClr val="accent6"/>
                </a:solidFill>
                <a:latin typeface="+mj-lt" pitchFamily="34" charset="0"/>
                <a:ea typeface="+mj-lt" pitchFamily="34" charset="-122"/>
                <a:cs typeface="+mj-lt" pitchFamily="34" charset="-120"/>
              </a:rPr>
              <a:t>lees</a:t>
            </a:r>
            <a:r>
              <a:rPr lang="en-US" sz="2600" b="1" dirty="0">
                <a:solidFill>
                  <a:schemeClr val="accent1"/>
                </a:solidFill>
                <a:latin typeface="+mj-lt" pitchFamily="34" charset="0"/>
                <a:ea typeface="+mj-lt" pitchFamily="34" charset="-122"/>
                <a:cs typeface="+mj-lt" pitchFamily="34" charset="-120"/>
              </a:rPr>
              <a:t>t</a:t>
            </a:r>
            <a:endParaRPr lang="en-US" sz="2600" dirty="0"/>
          </a:p>
        </p:txBody>
      </p:sp>
      <p:sp>
        <p:nvSpPr>
          <p:cNvPr id="40" name="Shape 30"/>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41" name="Image 7" descr="Question">    </p:cNvPr>
          <p:cNvPicPr>
            <a:picLocks noChangeAspect="1"/>
          </p:cNvPicPr>
          <p:nvPr/>
        </p:nvPicPr>
        <p:blipFill>
          <a:blip r:embed="rId8"/>
          <a:stretch>
            <a:fillRect/>
          </a:stretch>
        </p:blipFill>
        <p:spPr>
          <a:xfrm>
            <a:off x="777240" y="5715000"/>
            <a:ext cx="365760" cy="365760"/>
          </a:xfrm>
          <a:prstGeom prst="rect">
            <a:avLst/>
          </a:prstGeom>
        </p:spPr>
      </p:pic>
      <p:sp>
        <p:nvSpPr>
          <p:cNvPr id="42" name="Text 31"/>
          <p:cNvSpPr txBox="1"/>
          <p:nvPr/>
        </p:nvSpPr>
        <p:spPr>
          <a:xfrm>
            <a:off x="1325880" y="5532120"/>
            <a:ext cx="10058400" cy="731520"/>
          </a:xfrm>
          <a:prstGeom prst="rect">
            <a:avLst/>
          </a:prstGeom>
          <a:noFill/>
          <a:ln/>
        </p:spPr>
        <p:txBody>
          <a:bodyPr wrap="square" lIns="0" tIns="0" rIns="0" bIns="0" rtlCol="0" anchor="ctr"/>
          <a:lstStyle/>
          <a:p>
            <a:pPr algn="l" indent="0" marL="0">
              <a:buNone/>
            </a:pPr>
            <a:r>
              <a:rPr lang="en-US" sz="2000" i="1" dirty="0">
                <a:solidFill>
                  <a:schemeClr val="bg1"/>
                </a:solidFill>
              </a:rPr>
              <a:t>hij leest</a:t>
            </a:r>
            <a:r>
              <a:rPr lang="en-US" sz="2000" dirty="0">
                <a:solidFill>
                  <a:schemeClr val="bg1"/>
                </a:solidFill>
              </a:rPr>
              <a:t> — comment le savoir ? → </a:t>
            </a:r>
            <a:r>
              <a:rPr lang="en-US" sz="2000" b="1" dirty="0">
                <a:solidFill>
                  <a:schemeClr val="bg1"/>
                </a:solidFill>
              </a:rPr>
              <a:t>aujourd’hui !</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Vue d’ensemble — 4 réflexes + 2 familles</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54480"/>
            <a:ext cx="2601468" cy="2103120"/>
          </a:xfrm>
          <a:prstGeom prst="roundRect">
            <a:avLst>
              <a:gd name="adj" fmla="val 3478"/>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713232" y="1700784"/>
            <a:ext cx="502920" cy="502920"/>
          </a:xfrm>
          <a:prstGeom prst="ellipse">
            <a:avLst/>
          </a:prstGeom>
          <a:solidFill>
            <a:schemeClr val="tx2"/>
          </a:solidFill>
          <a:ln w="12700">
            <a:solidFill>
              <a:srgbClr val="FFFFFF">
                <a:alpha val="0"/>
              </a:srgbClr>
            </a:solidFill>
            <a:prstDash val="solid"/>
          </a:ln>
        </p:spPr>
      </p:sp>
      <p:sp>
        <p:nvSpPr>
          <p:cNvPr id="7" name="Text 4"/>
          <p:cNvSpPr txBox="1"/>
          <p:nvPr/>
        </p:nvSpPr>
        <p:spPr>
          <a:xfrm>
            <a:off x="713232" y="170078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pic>
        <p:nvPicPr>
          <p:cNvPr id="8" name="Image 0" descr="SyncAlt">    </p:cNvPr>
          <p:cNvPicPr>
            <a:picLocks noChangeAspect="1"/>
          </p:cNvPicPr>
          <p:nvPr/>
        </p:nvPicPr>
        <p:blipFill>
          <a:blip r:embed="rId1"/>
          <a:stretch>
            <a:fillRect/>
          </a:stretch>
        </p:blipFill>
        <p:spPr>
          <a:xfrm>
            <a:off x="2528316" y="1719072"/>
            <a:ext cx="438912" cy="438912"/>
          </a:xfrm>
          <a:prstGeom prst="rect">
            <a:avLst/>
          </a:prstGeom>
        </p:spPr>
      </p:pic>
      <p:sp>
        <p:nvSpPr>
          <p:cNvPr id="9" name="Text 5"/>
          <p:cNvSpPr txBox="1"/>
          <p:nvPr/>
        </p:nvSpPr>
        <p:spPr>
          <a:xfrm>
            <a:off x="640080" y="2286000"/>
            <a:ext cx="2418588" cy="731520"/>
          </a:xfrm>
          <a:prstGeom prst="rect">
            <a:avLst/>
          </a:prstGeom>
          <a:noFill/>
          <a:ln/>
        </p:spPr>
        <p:txBody>
          <a:bodyPr wrap="square" lIns="0" tIns="0" rIns="0" bIns="0" rtlCol="0" anchor="ctr"/>
          <a:lstStyle/>
          <a:p>
            <a:pPr algn="ctr" indent="0" marL="0">
              <a:buNone/>
            </a:pPr>
            <a:r>
              <a:rPr lang="en-US" sz="3200" b="1" dirty="0">
                <a:solidFill>
                  <a:schemeClr val="accent3"/>
                </a:solidFill>
                <a:latin typeface="+mj-lt" pitchFamily="34" charset="0"/>
                <a:ea typeface="+mj-lt" pitchFamily="34" charset="-122"/>
                <a:cs typeface="+mj-lt" pitchFamily="34" charset="-120"/>
              </a:rPr>
              <a:t>z</a:t>
            </a:r>
            <a:r>
              <a:rPr lang="en-US" sz="3200" b="1" dirty="0">
                <a:solidFill>
                  <a:schemeClr val="tx1"/>
                </a:solidFill>
                <a:latin typeface="+mj-lt" pitchFamily="34" charset="0"/>
                <a:ea typeface="+mj-lt" pitchFamily="34" charset="-122"/>
                <a:cs typeface="+mj-lt" pitchFamily="34" charset="-120"/>
              </a:rPr>
              <a:t> → </a:t>
            </a:r>
            <a:r>
              <a:rPr lang="en-US" sz="3200" b="1" dirty="0">
                <a:solidFill>
                  <a:schemeClr val="accent1"/>
                </a:solidFill>
                <a:latin typeface="+mj-lt" pitchFamily="34" charset="0"/>
                <a:ea typeface="+mj-lt" pitchFamily="34" charset="-122"/>
                <a:cs typeface="+mj-lt" pitchFamily="34" charset="-120"/>
              </a:rPr>
              <a:t>s</a:t>
            </a:r>
            <a:endParaRPr lang="en-US" sz="3200" dirty="0"/>
          </a:p>
        </p:txBody>
      </p:sp>
      <p:sp>
        <p:nvSpPr>
          <p:cNvPr id="10" name="Text 6"/>
          <p:cNvSpPr txBox="1"/>
          <p:nvPr/>
        </p:nvSpPr>
        <p:spPr>
          <a:xfrm>
            <a:off x="640080" y="3063240"/>
            <a:ext cx="2418588" cy="457200"/>
          </a:xfrm>
          <a:prstGeom prst="rect">
            <a:avLst/>
          </a:prstGeom>
          <a:noFill/>
          <a:ln/>
        </p:spPr>
        <p:txBody>
          <a:bodyPr wrap="square" lIns="0" tIns="0" rIns="0" bIns="0" rtlCol="0" anchor="ctr"/>
          <a:lstStyle/>
          <a:p>
            <a:pPr algn="ctr" indent="0" marL="0">
              <a:buNone/>
            </a:pPr>
            <a:r>
              <a:rPr lang="en-US" sz="1900" i="1" dirty="0">
                <a:solidFill>
                  <a:schemeClr val="tx1"/>
                </a:solidFill>
              </a:rPr>
              <a:t>lezen → ik lees</a:t>
            </a:r>
            <a:endParaRPr lang="en-US" sz="1900" dirty="0"/>
          </a:p>
        </p:txBody>
      </p:sp>
      <p:sp>
        <p:nvSpPr>
          <p:cNvPr id="11" name="Shape 7"/>
          <p:cNvSpPr/>
          <p:nvPr/>
        </p:nvSpPr>
        <p:spPr>
          <a:xfrm>
            <a:off x="3378708" y="1554480"/>
            <a:ext cx="2601468" cy="2103120"/>
          </a:xfrm>
          <a:prstGeom prst="roundRect">
            <a:avLst>
              <a:gd name="adj" fmla="val 3478"/>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2" name="Shape 8"/>
          <p:cNvSpPr/>
          <p:nvPr/>
        </p:nvSpPr>
        <p:spPr>
          <a:xfrm>
            <a:off x="3543300" y="1700784"/>
            <a:ext cx="502920" cy="502920"/>
          </a:xfrm>
          <a:prstGeom prst="ellipse">
            <a:avLst/>
          </a:prstGeom>
          <a:solidFill>
            <a:schemeClr val="tx2"/>
          </a:solidFill>
          <a:ln w="12700">
            <a:solidFill>
              <a:srgbClr val="FFFFFF">
                <a:alpha val="0"/>
              </a:srgbClr>
            </a:solidFill>
            <a:prstDash val="solid"/>
          </a:ln>
        </p:spPr>
      </p:sp>
      <p:sp>
        <p:nvSpPr>
          <p:cNvPr id="13" name="Text 9"/>
          <p:cNvSpPr txBox="1"/>
          <p:nvPr/>
        </p:nvSpPr>
        <p:spPr>
          <a:xfrm>
            <a:off x="3543300" y="170078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pic>
        <p:nvPicPr>
          <p:cNvPr id="14" name="Image 1" descr="SyncAlt">    </p:cNvPr>
          <p:cNvPicPr>
            <a:picLocks noChangeAspect="1"/>
          </p:cNvPicPr>
          <p:nvPr/>
        </p:nvPicPr>
        <p:blipFill>
          <a:blip r:embed="rId2"/>
          <a:stretch>
            <a:fillRect/>
          </a:stretch>
        </p:blipFill>
        <p:spPr>
          <a:xfrm>
            <a:off x="5358384" y="1719072"/>
            <a:ext cx="438912" cy="438912"/>
          </a:xfrm>
          <a:prstGeom prst="rect">
            <a:avLst/>
          </a:prstGeom>
        </p:spPr>
      </p:pic>
      <p:sp>
        <p:nvSpPr>
          <p:cNvPr id="15" name="Text 10"/>
          <p:cNvSpPr txBox="1"/>
          <p:nvPr/>
        </p:nvSpPr>
        <p:spPr>
          <a:xfrm>
            <a:off x="3470148" y="2286000"/>
            <a:ext cx="2418588" cy="731520"/>
          </a:xfrm>
          <a:prstGeom prst="rect">
            <a:avLst/>
          </a:prstGeom>
          <a:noFill/>
          <a:ln/>
        </p:spPr>
        <p:txBody>
          <a:bodyPr wrap="square" lIns="0" tIns="0" rIns="0" bIns="0" rtlCol="0" anchor="ctr"/>
          <a:lstStyle/>
          <a:p>
            <a:pPr algn="ctr" indent="0" marL="0">
              <a:buNone/>
            </a:pPr>
            <a:r>
              <a:rPr lang="en-US" sz="3200" b="1" dirty="0">
                <a:solidFill>
                  <a:schemeClr val="accent3"/>
                </a:solidFill>
                <a:latin typeface="+mj-lt" pitchFamily="34" charset="0"/>
                <a:ea typeface="+mj-lt" pitchFamily="34" charset="-122"/>
                <a:cs typeface="+mj-lt" pitchFamily="34" charset="-120"/>
              </a:rPr>
              <a:t>v</a:t>
            </a:r>
            <a:r>
              <a:rPr lang="en-US" sz="3200" b="1" dirty="0">
                <a:solidFill>
                  <a:schemeClr val="tx1"/>
                </a:solidFill>
                <a:latin typeface="+mj-lt" pitchFamily="34" charset="0"/>
                <a:ea typeface="+mj-lt" pitchFamily="34" charset="-122"/>
                <a:cs typeface="+mj-lt" pitchFamily="34" charset="-120"/>
              </a:rPr>
              <a:t> → </a:t>
            </a:r>
            <a:r>
              <a:rPr lang="en-US" sz="3200" b="1" dirty="0">
                <a:solidFill>
                  <a:schemeClr val="accent1"/>
                </a:solidFill>
                <a:latin typeface="+mj-lt" pitchFamily="34" charset="0"/>
                <a:ea typeface="+mj-lt" pitchFamily="34" charset="-122"/>
                <a:cs typeface="+mj-lt" pitchFamily="34" charset="-120"/>
              </a:rPr>
              <a:t>f</a:t>
            </a:r>
            <a:endParaRPr lang="en-US" sz="3200" dirty="0"/>
          </a:p>
        </p:txBody>
      </p:sp>
      <p:sp>
        <p:nvSpPr>
          <p:cNvPr id="16" name="Text 11"/>
          <p:cNvSpPr txBox="1"/>
          <p:nvPr/>
        </p:nvSpPr>
        <p:spPr>
          <a:xfrm>
            <a:off x="3470148" y="3063240"/>
            <a:ext cx="2418588" cy="457200"/>
          </a:xfrm>
          <a:prstGeom prst="rect">
            <a:avLst/>
          </a:prstGeom>
          <a:noFill/>
          <a:ln/>
        </p:spPr>
        <p:txBody>
          <a:bodyPr wrap="square" lIns="0" tIns="0" rIns="0" bIns="0" rtlCol="0" anchor="ctr"/>
          <a:lstStyle/>
          <a:p>
            <a:pPr algn="ctr" indent="0" marL="0">
              <a:buNone/>
            </a:pPr>
            <a:r>
              <a:rPr lang="en-US" sz="1900" i="1" dirty="0">
                <a:solidFill>
                  <a:schemeClr val="tx1"/>
                </a:solidFill>
              </a:rPr>
              <a:t>leven → ik leef</a:t>
            </a:r>
            <a:endParaRPr lang="en-US" sz="1900" dirty="0"/>
          </a:p>
        </p:txBody>
      </p:sp>
      <p:sp>
        <p:nvSpPr>
          <p:cNvPr id="17" name="Shape 12"/>
          <p:cNvSpPr/>
          <p:nvPr/>
        </p:nvSpPr>
        <p:spPr>
          <a:xfrm>
            <a:off x="6208776" y="1554480"/>
            <a:ext cx="2601468" cy="2103120"/>
          </a:xfrm>
          <a:prstGeom prst="roundRect">
            <a:avLst>
              <a:gd name="adj" fmla="val 3478"/>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8" name="Shape 13"/>
          <p:cNvSpPr/>
          <p:nvPr/>
        </p:nvSpPr>
        <p:spPr>
          <a:xfrm>
            <a:off x="6373368" y="1700784"/>
            <a:ext cx="502920" cy="502920"/>
          </a:xfrm>
          <a:prstGeom prst="ellipse">
            <a:avLst/>
          </a:prstGeom>
          <a:solidFill>
            <a:schemeClr val="tx2"/>
          </a:solidFill>
          <a:ln w="12700">
            <a:solidFill>
              <a:srgbClr val="FFFFFF">
                <a:alpha val="0"/>
              </a:srgbClr>
            </a:solidFill>
            <a:prstDash val="solid"/>
          </a:ln>
        </p:spPr>
      </p:sp>
      <p:sp>
        <p:nvSpPr>
          <p:cNvPr id="19" name="Text 14"/>
          <p:cNvSpPr txBox="1"/>
          <p:nvPr/>
        </p:nvSpPr>
        <p:spPr>
          <a:xfrm>
            <a:off x="6373368" y="170078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pic>
        <p:nvPicPr>
          <p:cNvPr id="20" name="Image 2" descr="magnet">    </p:cNvPr>
          <p:cNvPicPr>
            <a:picLocks noChangeAspect="1"/>
          </p:cNvPicPr>
          <p:nvPr/>
        </p:nvPicPr>
        <p:blipFill>
          <a:blip r:embed="rId3"/>
          <a:stretch>
            <a:fillRect/>
          </a:stretch>
        </p:blipFill>
        <p:spPr>
          <a:xfrm>
            <a:off x="8188452" y="1719072"/>
            <a:ext cx="438912" cy="438912"/>
          </a:xfrm>
          <a:prstGeom prst="rect">
            <a:avLst/>
          </a:prstGeom>
        </p:spPr>
      </p:pic>
      <p:sp>
        <p:nvSpPr>
          <p:cNvPr id="21" name="Text 15"/>
          <p:cNvSpPr txBox="1"/>
          <p:nvPr/>
        </p:nvSpPr>
        <p:spPr>
          <a:xfrm>
            <a:off x="6300216" y="2286000"/>
            <a:ext cx="2418588" cy="731520"/>
          </a:xfrm>
          <a:prstGeom prst="rect">
            <a:avLst/>
          </a:prstGeom>
          <a:noFill/>
          <a:ln/>
        </p:spPr>
        <p:txBody>
          <a:bodyPr wrap="square" lIns="0" tIns="0" rIns="0" bIns="0" rtlCol="0" anchor="ctr"/>
          <a:lstStyle/>
          <a:p>
            <a:pPr algn="ctr" indent="0" marL="0">
              <a:buNone/>
            </a:pPr>
            <a:r>
              <a:rPr lang="en-US" sz="3200" b="1" dirty="0">
                <a:solidFill>
                  <a:schemeClr val="accent1"/>
                </a:solidFill>
                <a:latin typeface="+mj-lt" pitchFamily="34" charset="0"/>
                <a:ea typeface="+mj-lt" pitchFamily="34" charset="-122"/>
                <a:cs typeface="+mj-lt" pitchFamily="34" charset="-120"/>
              </a:rPr>
              <a:t>t</a:t>
            </a:r>
            <a:r>
              <a:rPr lang="en-US" sz="3200" b="1" dirty="0">
                <a:solidFill>
                  <a:schemeClr val="tx1"/>
                </a:solidFill>
                <a:latin typeface="+mj-lt" pitchFamily="34" charset="0"/>
                <a:ea typeface="+mj-lt" pitchFamily="34" charset="-122"/>
                <a:cs typeface="+mj-lt" pitchFamily="34" charset="-120"/>
              </a:rPr>
              <a:t> + </a:t>
            </a:r>
            <a:r>
              <a:rPr lang="en-US" sz="3200" b="1" dirty="0">
                <a:solidFill>
                  <a:schemeClr val="accent1"/>
                </a:solidFill>
                <a:latin typeface="+mj-lt" pitchFamily="34" charset="0"/>
                <a:ea typeface="+mj-lt" pitchFamily="34" charset="-122"/>
                <a:cs typeface="+mj-lt" pitchFamily="34" charset="-120"/>
              </a:rPr>
              <a:t>t</a:t>
            </a:r>
            <a:r>
              <a:rPr lang="en-US" sz="3200" b="1" dirty="0">
                <a:solidFill>
                  <a:schemeClr val="tx1"/>
                </a:solidFill>
                <a:latin typeface="+mj-lt" pitchFamily="34" charset="0"/>
                <a:ea typeface="+mj-lt" pitchFamily="34" charset="-122"/>
                <a:cs typeface="+mj-lt" pitchFamily="34" charset="-120"/>
              </a:rPr>
              <a:t> = </a:t>
            </a:r>
            <a:r>
              <a:rPr lang="en-US" sz="3200" b="1" dirty="0">
                <a:solidFill>
                  <a:schemeClr val="accent1"/>
                </a:solidFill>
                <a:latin typeface="+mj-lt" pitchFamily="34" charset="0"/>
                <a:ea typeface="+mj-lt" pitchFamily="34" charset="-122"/>
                <a:cs typeface="+mj-lt" pitchFamily="34" charset="-120"/>
              </a:rPr>
              <a:t>t</a:t>
            </a:r>
            <a:endParaRPr lang="en-US" sz="3200" dirty="0"/>
          </a:p>
        </p:txBody>
      </p:sp>
      <p:sp>
        <p:nvSpPr>
          <p:cNvPr id="22" name="Text 16"/>
          <p:cNvSpPr txBox="1"/>
          <p:nvPr/>
        </p:nvSpPr>
        <p:spPr>
          <a:xfrm>
            <a:off x="6300216" y="3063240"/>
            <a:ext cx="2418588" cy="457200"/>
          </a:xfrm>
          <a:prstGeom prst="rect">
            <a:avLst/>
          </a:prstGeom>
          <a:noFill/>
          <a:ln/>
        </p:spPr>
        <p:txBody>
          <a:bodyPr wrap="square" lIns="0" tIns="0" rIns="0" bIns="0" rtlCol="0" anchor="ctr"/>
          <a:lstStyle/>
          <a:p>
            <a:pPr algn="ctr" indent="0" marL="0">
              <a:buNone/>
            </a:pPr>
            <a:r>
              <a:rPr lang="en-US" sz="1900" i="1" dirty="0">
                <a:solidFill>
                  <a:schemeClr val="tx1"/>
                </a:solidFill>
              </a:rPr>
              <a:t>praten → hij praat</a:t>
            </a:r>
            <a:endParaRPr lang="en-US" sz="1900" dirty="0"/>
          </a:p>
        </p:txBody>
      </p:sp>
      <p:sp>
        <p:nvSpPr>
          <p:cNvPr id="23" name="Shape 17"/>
          <p:cNvSpPr/>
          <p:nvPr/>
        </p:nvSpPr>
        <p:spPr>
          <a:xfrm>
            <a:off x="9038844" y="1554480"/>
            <a:ext cx="2601468" cy="2103120"/>
          </a:xfrm>
          <a:prstGeom prst="roundRect">
            <a:avLst>
              <a:gd name="adj" fmla="val 3478"/>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4" name="Shape 18"/>
          <p:cNvSpPr/>
          <p:nvPr/>
        </p:nvSpPr>
        <p:spPr>
          <a:xfrm>
            <a:off x="9203436" y="1700784"/>
            <a:ext cx="502920" cy="502920"/>
          </a:xfrm>
          <a:prstGeom prst="ellipse">
            <a:avLst/>
          </a:prstGeom>
          <a:solidFill>
            <a:schemeClr val="tx2"/>
          </a:solidFill>
          <a:ln w="12700">
            <a:solidFill>
              <a:srgbClr val="FFFFFF">
                <a:alpha val="0"/>
              </a:srgbClr>
            </a:solidFill>
            <a:prstDash val="solid"/>
          </a:ln>
        </p:spPr>
      </p:sp>
      <p:sp>
        <p:nvSpPr>
          <p:cNvPr id="25" name="Text 19"/>
          <p:cNvSpPr txBox="1"/>
          <p:nvPr/>
        </p:nvSpPr>
        <p:spPr>
          <a:xfrm>
            <a:off x="9203436" y="170078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pic>
        <p:nvPicPr>
          <p:cNvPr id="26" name="Image 3" descr="Plus">    </p:cNvPr>
          <p:cNvPicPr>
            <a:picLocks noChangeAspect="1"/>
          </p:cNvPicPr>
          <p:nvPr/>
        </p:nvPicPr>
        <p:blipFill>
          <a:blip r:embed="rId4"/>
          <a:stretch>
            <a:fillRect/>
          </a:stretch>
        </p:blipFill>
        <p:spPr>
          <a:xfrm>
            <a:off x="11018520" y="1719072"/>
            <a:ext cx="438912" cy="438912"/>
          </a:xfrm>
          <a:prstGeom prst="rect">
            <a:avLst/>
          </a:prstGeom>
        </p:spPr>
      </p:pic>
      <p:sp>
        <p:nvSpPr>
          <p:cNvPr id="27" name="Text 20"/>
          <p:cNvSpPr txBox="1"/>
          <p:nvPr/>
        </p:nvSpPr>
        <p:spPr>
          <a:xfrm>
            <a:off x="9130284" y="2286000"/>
            <a:ext cx="2418588" cy="731520"/>
          </a:xfrm>
          <a:prstGeom prst="rect">
            <a:avLst/>
          </a:prstGeom>
          <a:noFill/>
          <a:ln/>
        </p:spPr>
        <p:txBody>
          <a:bodyPr wrap="square" lIns="0" tIns="0" rIns="0" bIns="0" rtlCol="0" anchor="ctr"/>
          <a:lstStyle/>
          <a:p>
            <a:pPr algn="ctr" indent="0" marL="0">
              <a:buNone/>
            </a:pPr>
            <a:r>
              <a:rPr lang="en-US" sz="3200" b="1" dirty="0">
                <a:solidFill>
                  <a:schemeClr val="accent2"/>
                </a:solidFill>
                <a:latin typeface="+mj-lt" pitchFamily="34" charset="0"/>
                <a:ea typeface="+mj-lt" pitchFamily="34" charset="-122"/>
                <a:cs typeface="+mj-lt" pitchFamily="34" charset="-120"/>
              </a:rPr>
              <a:t>d</a:t>
            </a:r>
            <a:r>
              <a:rPr lang="en-US" sz="3200" b="1" dirty="0">
                <a:solidFill>
                  <a:schemeClr val="tx1"/>
                </a:solidFill>
                <a:latin typeface="+mj-lt" pitchFamily="34" charset="0"/>
                <a:ea typeface="+mj-lt" pitchFamily="34" charset="-122"/>
                <a:cs typeface="+mj-lt" pitchFamily="34" charset="-120"/>
              </a:rPr>
              <a:t> + </a:t>
            </a:r>
            <a:r>
              <a:rPr lang="en-US" sz="3200" b="1" dirty="0">
                <a:solidFill>
                  <a:schemeClr val="accent1"/>
                </a:solidFill>
                <a:latin typeface="+mj-lt" pitchFamily="34" charset="0"/>
                <a:ea typeface="+mj-lt" pitchFamily="34" charset="-122"/>
                <a:cs typeface="+mj-lt" pitchFamily="34" charset="-120"/>
              </a:rPr>
              <a:t>t</a:t>
            </a:r>
            <a:r>
              <a:rPr lang="en-US" sz="3200" b="1" dirty="0">
                <a:solidFill>
                  <a:schemeClr val="tx1"/>
                </a:solidFill>
                <a:latin typeface="+mj-lt" pitchFamily="34" charset="0"/>
                <a:ea typeface="+mj-lt" pitchFamily="34" charset="-122"/>
                <a:cs typeface="+mj-lt" pitchFamily="34" charset="-120"/>
              </a:rPr>
              <a:t> = </a:t>
            </a:r>
            <a:r>
              <a:rPr lang="en-US" sz="3200" b="1" dirty="0">
                <a:solidFill>
                  <a:schemeClr val="accent2"/>
                </a:solidFill>
                <a:latin typeface="+mj-lt" pitchFamily="34" charset="0"/>
                <a:ea typeface="+mj-lt" pitchFamily="34" charset="-122"/>
                <a:cs typeface="+mj-lt" pitchFamily="34" charset="-120"/>
              </a:rPr>
              <a:t>d</a:t>
            </a:r>
            <a:r>
              <a:rPr lang="en-US" sz="3200" b="1" dirty="0">
                <a:solidFill>
                  <a:schemeClr val="accent1"/>
                </a:solidFill>
                <a:latin typeface="+mj-lt" pitchFamily="34" charset="0"/>
                <a:ea typeface="+mj-lt" pitchFamily="34" charset="-122"/>
                <a:cs typeface="+mj-lt" pitchFamily="34" charset="-120"/>
              </a:rPr>
              <a:t>t</a:t>
            </a:r>
            <a:endParaRPr lang="en-US" sz="3200" dirty="0"/>
          </a:p>
        </p:txBody>
      </p:sp>
      <p:sp>
        <p:nvSpPr>
          <p:cNvPr id="28" name="Text 21"/>
          <p:cNvSpPr txBox="1"/>
          <p:nvPr/>
        </p:nvSpPr>
        <p:spPr>
          <a:xfrm>
            <a:off x="9130284" y="3063240"/>
            <a:ext cx="2418588" cy="457200"/>
          </a:xfrm>
          <a:prstGeom prst="rect">
            <a:avLst/>
          </a:prstGeom>
          <a:noFill/>
          <a:ln/>
        </p:spPr>
        <p:txBody>
          <a:bodyPr wrap="square" lIns="0" tIns="0" rIns="0" bIns="0" rtlCol="0" anchor="ctr"/>
          <a:lstStyle/>
          <a:p>
            <a:pPr algn="ctr" indent="0" marL="0">
              <a:buNone/>
            </a:pPr>
            <a:r>
              <a:rPr lang="en-US" sz="1900" i="1" dirty="0">
                <a:solidFill>
                  <a:schemeClr val="tx1"/>
                </a:solidFill>
              </a:rPr>
              <a:t>worden → hij wordt</a:t>
            </a:r>
            <a:endParaRPr lang="en-US" sz="1900" dirty="0"/>
          </a:p>
        </p:txBody>
      </p:sp>
      <p:sp>
        <p:nvSpPr>
          <p:cNvPr id="29" name="Shape 22"/>
          <p:cNvSpPr/>
          <p:nvPr/>
        </p:nvSpPr>
        <p:spPr>
          <a:xfrm>
            <a:off x="640080" y="3785616"/>
            <a:ext cx="5020056" cy="914"/>
          </a:xfrm>
          <a:prstGeom prst="line">
            <a:avLst/>
          </a:prstGeom>
          <a:noFill/>
          <a:ln w="19050">
            <a:solidFill>
              <a:srgbClr val="4A5A70"/>
            </a:solidFill>
            <a:prstDash val="solid"/>
          </a:ln>
        </p:spPr>
      </p:sp>
      <p:sp>
        <p:nvSpPr>
          <p:cNvPr id="30" name="Shape 23"/>
          <p:cNvSpPr/>
          <p:nvPr/>
        </p:nvSpPr>
        <p:spPr>
          <a:xfrm>
            <a:off x="640080" y="3730752"/>
            <a:ext cx="914" cy="54864"/>
          </a:xfrm>
          <a:prstGeom prst="line">
            <a:avLst/>
          </a:prstGeom>
          <a:noFill/>
          <a:ln w="19050">
            <a:solidFill>
              <a:srgbClr val="4A5A70"/>
            </a:solidFill>
            <a:prstDash val="solid"/>
          </a:ln>
        </p:spPr>
      </p:sp>
      <p:sp>
        <p:nvSpPr>
          <p:cNvPr id="31" name="Shape 24"/>
          <p:cNvSpPr/>
          <p:nvPr/>
        </p:nvSpPr>
        <p:spPr>
          <a:xfrm>
            <a:off x="5660136" y="3730752"/>
            <a:ext cx="914" cy="54864"/>
          </a:xfrm>
          <a:prstGeom prst="line">
            <a:avLst/>
          </a:prstGeom>
          <a:noFill/>
          <a:ln w="19050">
            <a:solidFill>
              <a:srgbClr val="4A5A70"/>
            </a:solidFill>
            <a:prstDash val="solid"/>
          </a:ln>
        </p:spPr>
      </p:sp>
      <p:sp>
        <p:nvSpPr>
          <p:cNvPr id="32" name="Text 25"/>
          <p:cNvSpPr txBox="1"/>
          <p:nvPr/>
        </p:nvSpPr>
        <p:spPr>
          <a:xfrm>
            <a:off x="548640" y="3840480"/>
            <a:ext cx="5202936" cy="320040"/>
          </a:xfrm>
          <a:prstGeom prst="rect">
            <a:avLst/>
          </a:prstGeom>
          <a:noFill/>
          <a:ln/>
        </p:spPr>
        <p:txBody>
          <a:bodyPr wrap="square" lIns="0" tIns="0" rIns="0" bIns="0" rtlCol="0" anchor="t"/>
          <a:lstStyle/>
          <a:p>
            <a:pPr algn="ctr" indent="0" marL="0">
              <a:buNone/>
            </a:pPr>
            <a:r>
              <a:rPr lang="en-US" sz="1400" b="1" spc="200" kern="0" dirty="0">
                <a:solidFill>
                  <a:schemeClr val="accent5"/>
                </a:solidFill>
              </a:rPr>
              <a:t>LE RADICAL</a:t>
            </a:r>
            <a:endParaRPr lang="en-US" sz="1400" dirty="0"/>
          </a:p>
        </p:txBody>
      </p:sp>
      <p:sp>
        <p:nvSpPr>
          <p:cNvPr id="33" name="Shape 26"/>
          <p:cNvSpPr/>
          <p:nvPr/>
        </p:nvSpPr>
        <p:spPr>
          <a:xfrm>
            <a:off x="6300216" y="3785616"/>
            <a:ext cx="5248656" cy="914"/>
          </a:xfrm>
          <a:prstGeom prst="line">
            <a:avLst/>
          </a:prstGeom>
          <a:noFill/>
          <a:ln w="19050">
            <a:solidFill>
              <a:srgbClr val="4A5A70"/>
            </a:solidFill>
            <a:prstDash val="solid"/>
          </a:ln>
        </p:spPr>
      </p:sp>
      <p:sp>
        <p:nvSpPr>
          <p:cNvPr id="34" name="Shape 27"/>
          <p:cNvSpPr/>
          <p:nvPr/>
        </p:nvSpPr>
        <p:spPr>
          <a:xfrm>
            <a:off x="6300216" y="3730752"/>
            <a:ext cx="914" cy="54864"/>
          </a:xfrm>
          <a:prstGeom prst="line">
            <a:avLst/>
          </a:prstGeom>
          <a:noFill/>
          <a:ln w="19050">
            <a:solidFill>
              <a:srgbClr val="4A5A70"/>
            </a:solidFill>
            <a:prstDash val="solid"/>
          </a:ln>
        </p:spPr>
      </p:sp>
      <p:sp>
        <p:nvSpPr>
          <p:cNvPr id="35" name="Shape 28"/>
          <p:cNvSpPr/>
          <p:nvPr/>
        </p:nvSpPr>
        <p:spPr>
          <a:xfrm>
            <a:off x="11548872" y="3730752"/>
            <a:ext cx="914" cy="54864"/>
          </a:xfrm>
          <a:prstGeom prst="line">
            <a:avLst/>
          </a:prstGeom>
          <a:noFill/>
          <a:ln w="19050">
            <a:solidFill>
              <a:srgbClr val="4A5A70"/>
            </a:solidFill>
            <a:prstDash val="solid"/>
          </a:ln>
        </p:spPr>
      </p:sp>
      <p:sp>
        <p:nvSpPr>
          <p:cNvPr id="36" name="Text 29"/>
          <p:cNvSpPr txBox="1"/>
          <p:nvPr/>
        </p:nvSpPr>
        <p:spPr>
          <a:xfrm>
            <a:off x="6208776" y="3840480"/>
            <a:ext cx="5431536" cy="320040"/>
          </a:xfrm>
          <a:prstGeom prst="rect">
            <a:avLst/>
          </a:prstGeom>
          <a:noFill/>
          <a:ln/>
        </p:spPr>
        <p:txBody>
          <a:bodyPr wrap="square" lIns="0" tIns="0" rIns="0" bIns="0" rtlCol="0" anchor="t"/>
          <a:lstStyle/>
          <a:p>
            <a:pPr algn="ctr" indent="0" marL="0">
              <a:buNone/>
            </a:pPr>
            <a:r>
              <a:rPr lang="en-US" sz="1400" b="1" spc="200" kern="0" dirty="0">
                <a:solidFill>
                  <a:schemeClr val="accent5"/>
                </a:solidFill>
              </a:rPr>
              <a:t>LA TERMINAISON -t</a:t>
            </a:r>
            <a:endParaRPr lang="en-US" sz="1400" dirty="0"/>
          </a:p>
        </p:txBody>
      </p:sp>
      <p:sp>
        <p:nvSpPr>
          <p:cNvPr id="37" name="Shape 30"/>
          <p:cNvSpPr/>
          <p:nvPr/>
        </p:nvSpPr>
        <p:spPr>
          <a:xfrm>
            <a:off x="548640" y="4343400"/>
            <a:ext cx="5408676" cy="1920240"/>
          </a:xfrm>
          <a:prstGeom prst="roundRect">
            <a:avLst>
              <a:gd name="adj" fmla="val 3810"/>
            </a:avLst>
          </a:prstGeom>
          <a:solidFill>
            <a:schemeClr val="bg1"/>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38" name="Shape 31"/>
          <p:cNvSpPr/>
          <p:nvPr/>
        </p:nvSpPr>
        <p:spPr>
          <a:xfrm>
            <a:off x="822960" y="4709160"/>
            <a:ext cx="1097280" cy="1097280"/>
          </a:xfrm>
          <a:prstGeom prst="ellipse">
            <a:avLst/>
          </a:prstGeom>
          <a:solidFill>
            <a:schemeClr val="accent3"/>
          </a:solidFill>
          <a:ln w="12700">
            <a:solidFill>
              <a:srgbClr val="FFFFFF">
                <a:alpha val="0"/>
              </a:srgbClr>
            </a:solidFill>
            <a:prstDash val="solid"/>
          </a:ln>
        </p:spPr>
      </p:sp>
      <p:pic>
        <p:nvPicPr>
          <p:cNvPr id="39" name="Image 4" descr="Running">    </p:cNvPr>
          <p:cNvPicPr>
            <a:picLocks noChangeAspect="1"/>
          </p:cNvPicPr>
          <p:nvPr/>
        </p:nvPicPr>
        <p:blipFill>
          <a:blip r:embed="rId5"/>
          <a:stretch>
            <a:fillRect/>
          </a:stretch>
        </p:blipFill>
        <p:spPr>
          <a:xfrm>
            <a:off x="1086307" y="4972507"/>
            <a:ext cx="570586" cy="570586"/>
          </a:xfrm>
          <a:prstGeom prst="rect">
            <a:avLst/>
          </a:prstGeom>
        </p:spPr>
      </p:pic>
      <p:sp>
        <p:nvSpPr>
          <p:cNvPr id="40" name="Text 32"/>
          <p:cNvSpPr txBox="1"/>
          <p:nvPr/>
        </p:nvSpPr>
        <p:spPr>
          <a:xfrm>
            <a:off x="2148840" y="4480560"/>
            <a:ext cx="3671316" cy="548640"/>
          </a:xfrm>
          <a:prstGeom prst="rect">
            <a:avLst/>
          </a:prstGeom>
          <a:noFill/>
          <a:ln/>
        </p:spPr>
        <p:txBody>
          <a:bodyPr wrap="square" lIns="0" tIns="0" rIns="0" bIns="0" rtlCol="0" anchor="ctr"/>
          <a:lstStyle/>
          <a:p>
            <a:pPr algn="l" indent="0" marL="0">
              <a:buNone/>
            </a:pPr>
            <a:r>
              <a:rPr lang="en-US" sz="2400" b="1" dirty="0">
                <a:solidFill>
                  <a:schemeClr val="accent3"/>
                </a:solidFill>
                <a:latin typeface="+mj-lt" pitchFamily="34" charset="0"/>
                <a:ea typeface="+mj-lt" pitchFamily="34" charset="-122"/>
                <a:cs typeface="+mj-lt" pitchFamily="34" charset="-120"/>
              </a:rPr>
              <a:t>Verbes courts</a:t>
            </a:r>
            <a:endParaRPr lang="en-US" sz="2400" dirty="0"/>
          </a:p>
        </p:txBody>
      </p:sp>
      <p:sp>
        <p:nvSpPr>
          <p:cNvPr id="41" name="Text 33"/>
          <p:cNvSpPr txBox="1"/>
          <p:nvPr/>
        </p:nvSpPr>
        <p:spPr>
          <a:xfrm>
            <a:off x="2148840" y="5029200"/>
            <a:ext cx="3671316" cy="685800"/>
          </a:xfrm>
          <a:prstGeom prst="rect">
            <a:avLst/>
          </a:prstGeom>
          <a:noFill/>
          <a:ln/>
        </p:spPr>
        <p:txBody>
          <a:bodyPr wrap="square" lIns="0" tIns="0" rIns="0" bIns="0" rtlCol="0" anchor="ctr"/>
          <a:lstStyle/>
          <a:p>
            <a:pPr algn="l" indent="0" marL="0">
              <a:buNone/>
            </a:pPr>
            <a:r>
              <a:rPr lang="en-US" sz="2200" i="1" dirty="0">
                <a:solidFill>
                  <a:schemeClr val="tx1"/>
                </a:solidFill>
              </a:rPr>
              <a:t>gaan → ik ga</a:t>
            </a:r>
            <a:endParaRPr lang="en-US" sz="2200" dirty="0"/>
          </a:p>
        </p:txBody>
      </p:sp>
      <p:sp>
        <p:nvSpPr>
          <p:cNvPr id="42" name="Shape 34"/>
          <p:cNvSpPr/>
          <p:nvPr/>
        </p:nvSpPr>
        <p:spPr>
          <a:xfrm>
            <a:off x="6231636" y="4343400"/>
            <a:ext cx="5408676" cy="1920240"/>
          </a:xfrm>
          <a:prstGeom prst="roundRect">
            <a:avLst>
              <a:gd name="adj" fmla="val 3810"/>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43" name="Shape 35"/>
          <p:cNvSpPr/>
          <p:nvPr/>
        </p:nvSpPr>
        <p:spPr>
          <a:xfrm>
            <a:off x="6505956" y="4709160"/>
            <a:ext cx="1097280" cy="1097280"/>
          </a:xfrm>
          <a:prstGeom prst="ellipse">
            <a:avLst/>
          </a:prstGeom>
          <a:solidFill>
            <a:schemeClr val="accent1"/>
          </a:solidFill>
          <a:ln w="12700">
            <a:solidFill>
              <a:srgbClr val="FFFFFF">
                <a:alpha val="0"/>
              </a:srgbClr>
            </a:solidFill>
            <a:prstDash val="solid"/>
          </a:ln>
        </p:spPr>
      </p:sp>
      <p:pic>
        <p:nvPicPr>
          <p:cNvPr id="44" name="Image 5" descr="Star">    </p:cNvPr>
          <p:cNvPicPr>
            <a:picLocks noChangeAspect="1"/>
          </p:cNvPicPr>
          <p:nvPr/>
        </p:nvPicPr>
        <p:blipFill>
          <a:blip r:embed="rId6"/>
          <a:stretch>
            <a:fillRect/>
          </a:stretch>
        </p:blipFill>
        <p:spPr>
          <a:xfrm>
            <a:off x="6769303" y="4972507"/>
            <a:ext cx="570586" cy="570586"/>
          </a:xfrm>
          <a:prstGeom prst="rect">
            <a:avLst/>
          </a:prstGeom>
        </p:spPr>
      </p:pic>
      <p:sp>
        <p:nvSpPr>
          <p:cNvPr id="45" name="Text 36"/>
          <p:cNvSpPr txBox="1"/>
          <p:nvPr/>
        </p:nvSpPr>
        <p:spPr>
          <a:xfrm>
            <a:off x="7831836" y="4480560"/>
            <a:ext cx="3671316" cy="548640"/>
          </a:xfrm>
          <a:prstGeom prst="rect">
            <a:avLst/>
          </a:prstGeom>
          <a:noFill/>
          <a:ln/>
        </p:spPr>
        <p:txBody>
          <a:bodyPr wrap="square" lIns="0" tIns="0" rIns="0" bIns="0" rtlCol="0" anchor="ctr"/>
          <a:lstStyle/>
          <a:p>
            <a:pPr algn="l" indent="0" marL="0">
              <a:buNone/>
            </a:pPr>
            <a:r>
              <a:rPr lang="en-US" sz="2400" b="1" dirty="0">
                <a:solidFill>
                  <a:schemeClr val="accent1"/>
                </a:solidFill>
                <a:latin typeface="+mj-lt" pitchFamily="34" charset="0"/>
                <a:ea typeface="+mj-lt" pitchFamily="34" charset="-122"/>
                <a:cs typeface="+mj-lt" pitchFamily="34" charset="-120"/>
              </a:rPr>
              <a:t>Les vrais irréguliers</a:t>
            </a:r>
            <a:endParaRPr lang="en-US" sz="2400" dirty="0"/>
          </a:p>
        </p:txBody>
      </p:sp>
      <p:sp>
        <p:nvSpPr>
          <p:cNvPr id="46" name="Text 37"/>
          <p:cNvSpPr txBox="1"/>
          <p:nvPr/>
        </p:nvSpPr>
        <p:spPr>
          <a:xfrm>
            <a:off x="7831836" y="5029200"/>
            <a:ext cx="3671316" cy="685800"/>
          </a:xfrm>
          <a:prstGeom prst="rect">
            <a:avLst/>
          </a:prstGeom>
          <a:noFill/>
          <a:ln/>
        </p:spPr>
        <p:txBody>
          <a:bodyPr wrap="square" lIns="0" tIns="0" rIns="0" bIns="0" rtlCol="0" anchor="ctr"/>
          <a:lstStyle/>
          <a:p>
            <a:pPr algn="l" indent="0" marL="0">
              <a:buNone/>
            </a:pPr>
            <a:r>
              <a:rPr lang="en-US" sz="2000" i="1" dirty="0">
                <a:solidFill>
                  <a:schemeClr val="tx1"/>
                </a:solidFill>
              </a:rPr>
              <a:t>zijn, hebben, kunnen, willen, mogen</a:t>
            </a:r>
            <a:endParaRPr lang="en-US" sz="2000" dirty="0"/>
          </a:p>
        </p:txBody>
      </p:sp>
      <p:sp>
        <p:nvSpPr>
          <p:cNvPr id="47" name="Text 38"/>
          <p:cNvSpPr/>
          <p:nvPr/>
        </p:nvSpPr>
        <p:spPr>
          <a:xfrm>
            <a:off x="7831836" y="5760720"/>
            <a:ext cx="2377440" cy="347472"/>
          </a:xfrm>
          <a:prstGeom prst="roundRect">
            <a:avLst>
              <a:gd name="adj" fmla="val 13158"/>
            </a:avLst>
          </a:prstGeom>
          <a:solidFill>
            <a:srgbClr val="B83227"/>
          </a:solidFill>
          <a:ln/>
        </p:spPr>
        <p:txBody>
          <a:bodyPr wrap="square" lIns="0" tIns="0" rIns="0" bIns="0" rtlCol="0" anchor="ctr"/>
          <a:lstStyle/>
          <a:p>
            <a:pPr algn="ctr" indent="0" marL="0">
              <a:buNone/>
            </a:pPr>
            <a:r>
              <a:rPr lang="en-US" sz="1300" b="1" dirty="0">
                <a:solidFill>
                  <a:srgbClr val="FFFFFF"/>
                </a:solidFill>
              </a:rPr>
              <a:t>à apprendre par cœur</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Réflexe ① — z devient s</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36192"/>
            <a:ext cx="11091672" cy="502920"/>
          </a:xfrm>
          <a:prstGeom prst="roundRect">
            <a:avLst>
              <a:gd name="adj" fmla="val 14545"/>
            </a:avLst>
          </a:prstGeom>
          <a:solidFill>
            <a:schemeClr val="tx2"/>
          </a:solidFill>
          <a:ln w="12700">
            <a:solidFill>
              <a:srgbClr val="FFFFFF">
                <a:alpha val="0"/>
              </a:srgbClr>
            </a:solidFill>
            <a:prstDash val="solid"/>
          </a:ln>
        </p:spPr>
      </p:sp>
      <p:pic>
        <p:nvPicPr>
          <p:cNvPr id="6" name="Image 0" descr="Ban">    </p:cNvPr>
          <p:cNvPicPr>
            <a:picLocks noChangeAspect="1"/>
          </p:cNvPicPr>
          <p:nvPr/>
        </p:nvPicPr>
        <p:blipFill>
          <a:blip r:embed="rId1"/>
          <a:stretch>
            <a:fillRect/>
          </a:stretch>
        </p:blipFill>
        <p:spPr>
          <a:xfrm>
            <a:off x="731520" y="1632204"/>
            <a:ext cx="310896" cy="310896"/>
          </a:xfrm>
          <a:prstGeom prst="rect">
            <a:avLst/>
          </a:prstGeom>
        </p:spPr>
      </p:pic>
      <p:sp>
        <p:nvSpPr>
          <p:cNvPr id="7" name="Text 3"/>
          <p:cNvSpPr txBox="1"/>
          <p:nvPr/>
        </p:nvSpPr>
        <p:spPr>
          <a:xfrm>
            <a:off x="1188720" y="1536192"/>
            <a:ext cx="10241280" cy="502920"/>
          </a:xfrm>
          <a:prstGeom prst="rect">
            <a:avLst/>
          </a:prstGeom>
          <a:noFill/>
          <a:ln/>
        </p:spPr>
        <p:txBody>
          <a:bodyPr wrap="square" lIns="0" tIns="0" rIns="0" bIns="0" rtlCol="0" anchor="ctr"/>
          <a:lstStyle/>
          <a:p>
            <a:pPr algn="l" indent="0" marL="0">
              <a:buNone/>
            </a:pPr>
            <a:r>
              <a:rPr lang="en-US" sz="2100" b="1" dirty="0">
                <a:solidFill>
                  <a:schemeClr val="bg1"/>
                </a:solidFill>
              </a:rPr>
              <a:t>Pas de z à la fin d’un mot → s</a:t>
            </a:r>
            <a:endParaRPr lang="en-US" sz="2100" dirty="0"/>
          </a:p>
        </p:txBody>
      </p:sp>
      <p:sp>
        <p:nvSpPr>
          <p:cNvPr id="8" name="Shape 4"/>
          <p:cNvSpPr/>
          <p:nvPr/>
        </p:nvSpPr>
        <p:spPr>
          <a:xfrm>
            <a:off x="685800" y="3721608"/>
            <a:ext cx="182880" cy="182880"/>
          </a:xfrm>
          <a:prstGeom prst="ellipse">
            <a:avLst/>
          </a:prstGeom>
          <a:solidFill>
            <a:schemeClr val="bg2"/>
          </a:solidFill>
          <a:ln w="12700">
            <a:solidFill>
              <a:srgbClr val="4A5A70"/>
            </a:solidFill>
            <a:prstDash val="solid"/>
          </a:ln>
        </p:spPr>
      </p:sp>
      <p:sp>
        <p:nvSpPr>
          <p:cNvPr id="9" name="Shape 5"/>
          <p:cNvSpPr/>
          <p:nvPr/>
        </p:nvSpPr>
        <p:spPr>
          <a:xfrm>
            <a:off x="1234440" y="3721608"/>
            <a:ext cx="182880" cy="182880"/>
          </a:xfrm>
          <a:prstGeom prst="ellipse">
            <a:avLst/>
          </a:prstGeom>
          <a:solidFill>
            <a:schemeClr val="bg2"/>
          </a:solidFill>
          <a:ln w="12700">
            <a:solidFill>
              <a:srgbClr val="4A5A70"/>
            </a:solidFill>
            <a:prstDash val="solid"/>
          </a:ln>
        </p:spPr>
      </p:sp>
      <p:sp>
        <p:nvSpPr>
          <p:cNvPr id="10" name="Shape 6"/>
          <p:cNvSpPr/>
          <p:nvPr/>
        </p:nvSpPr>
        <p:spPr>
          <a:xfrm>
            <a:off x="1783080" y="3721608"/>
            <a:ext cx="182880" cy="182880"/>
          </a:xfrm>
          <a:prstGeom prst="ellipse">
            <a:avLst/>
          </a:prstGeom>
          <a:solidFill>
            <a:schemeClr val="bg2"/>
          </a:solidFill>
          <a:ln w="12700">
            <a:solidFill>
              <a:srgbClr val="4A5A70"/>
            </a:solidFill>
            <a:prstDash val="solid"/>
          </a:ln>
        </p:spPr>
      </p:sp>
      <p:sp>
        <p:nvSpPr>
          <p:cNvPr id="11" name="Shape 7"/>
          <p:cNvSpPr/>
          <p:nvPr/>
        </p:nvSpPr>
        <p:spPr>
          <a:xfrm>
            <a:off x="2331720" y="3721608"/>
            <a:ext cx="182880" cy="182880"/>
          </a:xfrm>
          <a:prstGeom prst="ellipse">
            <a:avLst/>
          </a:prstGeom>
          <a:solidFill>
            <a:schemeClr val="bg2"/>
          </a:solidFill>
          <a:ln w="12700">
            <a:solidFill>
              <a:srgbClr val="4A5A70"/>
            </a:solidFill>
            <a:prstDash val="solid"/>
          </a:ln>
        </p:spPr>
      </p:sp>
      <p:sp>
        <p:nvSpPr>
          <p:cNvPr id="12" name="Shape 8"/>
          <p:cNvSpPr/>
          <p:nvPr/>
        </p:nvSpPr>
        <p:spPr>
          <a:xfrm>
            <a:off x="2880360" y="3721608"/>
            <a:ext cx="182880" cy="182880"/>
          </a:xfrm>
          <a:prstGeom prst="ellipse">
            <a:avLst/>
          </a:prstGeom>
          <a:solidFill>
            <a:schemeClr val="bg2"/>
          </a:solidFill>
          <a:ln w="12700">
            <a:solidFill>
              <a:srgbClr val="4A5A70"/>
            </a:solidFill>
            <a:prstDash val="solid"/>
          </a:ln>
        </p:spPr>
      </p:sp>
      <p:sp>
        <p:nvSpPr>
          <p:cNvPr id="13" name="Shape 9"/>
          <p:cNvSpPr/>
          <p:nvPr/>
        </p:nvSpPr>
        <p:spPr>
          <a:xfrm>
            <a:off x="3429000" y="3721608"/>
            <a:ext cx="182880" cy="182880"/>
          </a:xfrm>
          <a:prstGeom prst="ellipse">
            <a:avLst/>
          </a:prstGeom>
          <a:solidFill>
            <a:schemeClr val="bg2"/>
          </a:solidFill>
          <a:ln w="12700">
            <a:solidFill>
              <a:srgbClr val="4A5A70"/>
            </a:solidFill>
            <a:prstDash val="solid"/>
          </a:ln>
        </p:spPr>
      </p:sp>
      <p:sp>
        <p:nvSpPr>
          <p:cNvPr id="14" name="Shape 10"/>
          <p:cNvSpPr/>
          <p:nvPr/>
        </p:nvSpPr>
        <p:spPr>
          <a:xfrm>
            <a:off x="3977640" y="3721608"/>
            <a:ext cx="182880" cy="182880"/>
          </a:xfrm>
          <a:prstGeom prst="ellipse">
            <a:avLst/>
          </a:prstGeom>
          <a:solidFill>
            <a:schemeClr val="bg2"/>
          </a:solidFill>
          <a:ln w="12700">
            <a:solidFill>
              <a:srgbClr val="4A5A70"/>
            </a:solidFill>
            <a:prstDash val="solid"/>
          </a:ln>
        </p:spPr>
      </p:sp>
      <p:sp>
        <p:nvSpPr>
          <p:cNvPr id="15" name="Shape 11"/>
          <p:cNvSpPr/>
          <p:nvPr/>
        </p:nvSpPr>
        <p:spPr>
          <a:xfrm>
            <a:off x="4526280" y="3721608"/>
            <a:ext cx="182880" cy="182880"/>
          </a:xfrm>
          <a:prstGeom prst="ellipse">
            <a:avLst/>
          </a:prstGeom>
          <a:solidFill>
            <a:schemeClr val="bg2"/>
          </a:solidFill>
          <a:ln w="12700">
            <a:solidFill>
              <a:srgbClr val="4A5A70"/>
            </a:solidFill>
            <a:prstDash val="solid"/>
          </a:ln>
        </p:spPr>
      </p:sp>
      <p:sp>
        <p:nvSpPr>
          <p:cNvPr id="16" name="Shape 12"/>
          <p:cNvSpPr/>
          <p:nvPr/>
        </p:nvSpPr>
        <p:spPr>
          <a:xfrm>
            <a:off x="5074920" y="3721608"/>
            <a:ext cx="182880" cy="182880"/>
          </a:xfrm>
          <a:prstGeom prst="ellipse">
            <a:avLst/>
          </a:prstGeom>
          <a:solidFill>
            <a:schemeClr val="bg2"/>
          </a:solidFill>
          <a:ln w="12700">
            <a:solidFill>
              <a:srgbClr val="4A5A70"/>
            </a:solidFill>
            <a:prstDash val="solid"/>
          </a:ln>
        </p:spPr>
      </p:sp>
      <p:sp>
        <p:nvSpPr>
          <p:cNvPr id="17" name="Shape 13"/>
          <p:cNvSpPr/>
          <p:nvPr/>
        </p:nvSpPr>
        <p:spPr>
          <a:xfrm>
            <a:off x="5623560" y="3721608"/>
            <a:ext cx="182880" cy="182880"/>
          </a:xfrm>
          <a:prstGeom prst="ellipse">
            <a:avLst/>
          </a:prstGeom>
          <a:solidFill>
            <a:schemeClr val="bg2"/>
          </a:solidFill>
          <a:ln w="12700">
            <a:solidFill>
              <a:srgbClr val="4A5A70"/>
            </a:solidFill>
            <a:prstDash val="solid"/>
          </a:ln>
        </p:spPr>
      </p:sp>
      <p:sp>
        <p:nvSpPr>
          <p:cNvPr id="18" name="Shape 14"/>
          <p:cNvSpPr/>
          <p:nvPr/>
        </p:nvSpPr>
        <p:spPr>
          <a:xfrm>
            <a:off x="6172200" y="3721608"/>
            <a:ext cx="182880" cy="182880"/>
          </a:xfrm>
          <a:prstGeom prst="ellipse">
            <a:avLst/>
          </a:prstGeom>
          <a:solidFill>
            <a:schemeClr val="bg2"/>
          </a:solidFill>
          <a:ln w="12700">
            <a:solidFill>
              <a:srgbClr val="4A5A70"/>
            </a:solidFill>
            <a:prstDash val="solid"/>
          </a:ln>
        </p:spPr>
      </p:sp>
      <p:sp>
        <p:nvSpPr>
          <p:cNvPr id="19" name="Shape 15"/>
          <p:cNvSpPr/>
          <p:nvPr/>
        </p:nvSpPr>
        <p:spPr>
          <a:xfrm>
            <a:off x="6720840" y="3721608"/>
            <a:ext cx="182880" cy="182880"/>
          </a:xfrm>
          <a:prstGeom prst="ellipse">
            <a:avLst/>
          </a:prstGeom>
          <a:solidFill>
            <a:schemeClr val="bg2"/>
          </a:solidFill>
          <a:ln w="12700">
            <a:solidFill>
              <a:srgbClr val="4A5A70"/>
            </a:solidFill>
            <a:prstDash val="solid"/>
          </a:ln>
        </p:spPr>
      </p:sp>
      <p:sp>
        <p:nvSpPr>
          <p:cNvPr id="20" name="Shape 16"/>
          <p:cNvSpPr/>
          <p:nvPr/>
        </p:nvSpPr>
        <p:spPr>
          <a:xfrm>
            <a:off x="7269480" y="3721608"/>
            <a:ext cx="182880" cy="182880"/>
          </a:xfrm>
          <a:prstGeom prst="ellipse">
            <a:avLst/>
          </a:prstGeom>
          <a:solidFill>
            <a:schemeClr val="bg2"/>
          </a:solidFill>
          <a:ln w="12700">
            <a:solidFill>
              <a:srgbClr val="4A5A70"/>
            </a:solidFill>
            <a:prstDash val="solid"/>
          </a:ln>
        </p:spPr>
      </p:sp>
      <p:sp>
        <p:nvSpPr>
          <p:cNvPr id="21" name="Shape 17"/>
          <p:cNvSpPr/>
          <p:nvPr/>
        </p:nvSpPr>
        <p:spPr>
          <a:xfrm>
            <a:off x="7818120" y="3721608"/>
            <a:ext cx="182880" cy="182880"/>
          </a:xfrm>
          <a:prstGeom prst="ellipse">
            <a:avLst/>
          </a:prstGeom>
          <a:solidFill>
            <a:schemeClr val="bg2"/>
          </a:solidFill>
          <a:ln w="12700">
            <a:solidFill>
              <a:srgbClr val="4A5A70"/>
            </a:solidFill>
            <a:prstDash val="solid"/>
          </a:ln>
        </p:spPr>
      </p:sp>
      <p:sp>
        <p:nvSpPr>
          <p:cNvPr id="22" name="Shape 18"/>
          <p:cNvSpPr/>
          <p:nvPr/>
        </p:nvSpPr>
        <p:spPr>
          <a:xfrm>
            <a:off x="8366760" y="3721608"/>
            <a:ext cx="182880" cy="182880"/>
          </a:xfrm>
          <a:prstGeom prst="ellipse">
            <a:avLst/>
          </a:prstGeom>
          <a:solidFill>
            <a:schemeClr val="bg2"/>
          </a:solidFill>
          <a:ln w="12700">
            <a:solidFill>
              <a:srgbClr val="4A5A70"/>
            </a:solidFill>
            <a:prstDash val="solid"/>
          </a:ln>
        </p:spPr>
      </p:sp>
      <p:sp>
        <p:nvSpPr>
          <p:cNvPr id="23" name="Shape 19"/>
          <p:cNvSpPr/>
          <p:nvPr/>
        </p:nvSpPr>
        <p:spPr>
          <a:xfrm>
            <a:off x="8915400" y="3721608"/>
            <a:ext cx="182880" cy="182880"/>
          </a:xfrm>
          <a:prstGeom prst="ellipse">
            <a:avLst/>
          </a:prstGeom>
          <a:solidFill>
            <a:schemeClr val="bg2"/>
          </a:solidFill>
          <a:ln w="12700">
            <a:solidFill>
              <a:srgbClr val="4A5A70"/>
            </a:solidFill>
            <a:prstDash val="solid"/>
          </a:ln>
        </p:spPr>
      </p:sp>
      <p:sp>
        <p:nvSpPr>
          <p:cNvPr id="24" name="Shape 20"/>
          <p:cNvSpPr/>
          <p:nvPr/>
        </p:nvSpPr>
        <p:spPr>
          <a:xfrm>
            <a:off x="9464040" y="3721608"/>
            <a:ext cx="182880" cy="182880"/>
          </a:xfrm>
          <a:prstGeom prst="ellipse">
            <a:avLst/>
          </a:prstGeom>
          <a:solidFill>
            <a:schemeClr val="bg2"/>
          </a:solidFill>
          <a:ln w="12700">
            <a:solidFill>
              <a:srgbClr val="4A5A70"/>
            </a:solidFill>
            <a:prstDash val="solid"/>
          </a:ln>
        </p:spPr>
      </p:sp>
      <p:sp>
        <p:nvSpPr>
          <p:cNvPr id="25" name="Shape 21"/>
          <p:cNvSpPr/>
          <p:nvPr/>
        </p:nvSpPr>
        <p:spPr>
          <a:xfrm>
            <a:off x="10012680" y="3721608"/>
            <a:ext cx="182880" cy="182880"/>
          </a:xfrm>
          <a:prstGeom prst="ellipse">
            <a:avLst/>
          </a:prstGeom>
          <a:solidFill>
            <a:schemeClr val="bg2"/>
          </a:solidFill>
          <a:ln w="12700">
            <a:solidFill>
              <a:srgbClr val="4A5A70"/>
            </a:solidFill>
            <a:prstDash val="solid"/>
          </a:ln>
        </p:spPr>
      </p:sp>
      <p:sp>
        <p:nvSpPr>
          <p:cNvPr id="26" name="Shape 22"/>
          <p:cNvSpPr/>
          <p:nvPr/>
        </p:nvSpPr>
        <p:spPr>
          <a:xfrm>
            <a:off x="10561320" y="3721608"/>
            <a:ext cx="182880" cy="182880"/>
          </a:xfrm>
          <a:prstGeom prst="ellipse">
            <a:avLst/>
          </a:prstGeom>
          <a:solidFill>
            <a:schemeClr val="bg2"/>
          </a:solidFill>
          <a:ln w="12700">
            <a:solidFill>
              <a:srgbClr val="4A5A70"/>
            </a:solidFill>
            <a:prstDash val="solid"/>
          </a:ln>
        </p:spPr>
      </p:sp>
      <p:sp>
        <p:nvSpPr>
          <p:cNvPr id="27" name="Shape 23"/>
          <p:cNvSpPr/>
          <p:nvPr/>
        </p:nvSpPr>
        <p:spPr>
          <a:xfrm>
            <a:off x="11109960" y="3721608"/>
            <a:ext cx="182880" cy="182880"/>
          </a:xfrm>
          <a:prstGeom prst="ellipse">
            <a:avLst/>
          </a:prstGeom>
          <a:solidFill>
            <a:schemeClr val="bg2"/>
          </a:solidFill>
          <a:ln w="12700">
            <a:solidFill>
              <a:srgbClr val="4A5A70"/>
            </a:solidFill>
            <a:prstDash val="solid"/>
          </a:ln>
        </p:spPr>
      </p:sp>
      <p:sp>
        <p:nvSpPr>
          <p:cNvPr id="28" name="Shape 24"/>
          <p:cNvSpPr/>
          <p:nvPr/>
        </p:nvSpPr>
        <p:spPr>
          <a:xfrm>
            <a:off x="548640" y="3675888"/>
            <a:ext cx="11091672" cy="118872"/>
          </a:xfrm>
          <a:prstGeom prst="roundRect">
            <a:avLst>
              <a:gd name="adj" fmla="val 46154"/>
            </a:avLst>
          </a:prstGeom>
          <a:solidFill>
            <a:schemeClr val="accent5"/>
          </a:solidFill>
          <a:ln w="12700">
            <a:solidFill>
              <a:srgbClr val="FFFFFF">
                <a:alpha val="0"/>
              </a:srgbClr>
            </a:solidFill>
            <a:prstDash val="solid"/>
          </a:ln>
        </p:spPr>
      </p:sp>
      <p:sp>
        <p:nvSpPr>
          <p:cNvPr id="29" name="Shape 25"/>
          <p:cNvSpPr/>
          <p:nvPr/>
        </p:nvSpPr>
        <p:spPr>
          <a:xfrm>
            <a:off x="548640" y="2734056"/>
            <a:ext cx="1645920" cy="914400"/>
          </a:xfrm>
          <a:prstGeom prst="roundRect">
            <a:avLst>
              <a:gd name="adj" fmla="val 10000"/>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30" name="Text 26"/>
          <p:cNvSpPr txBox="1"/>
          <p:nvPr/>
        </p:nvSpPr>
        <p:spPr>
          <a:xfrm>
            <a:off x="548640" y="2734056"/>
            <a:ext cx="1645920" cy="914400"/>
          </a:xfrm>
          <a:prstGeom prst="rect">
            <a:avLst/>
          </a:prstGeom>
          <a:noFill/>
          <a:ln/>
        </p:spPr>
        <p:txBody>
          <a:bodyPr wrap="square" lIns="0" tIns="0" rIns="0" bIns="0" rtlCol="0" anchor="ctr"/>
          <a:lstStyle/>
          <a:p>
            <a:pPr algn="ctr" indent="0" marL="0">
              <a:buNone/>
            </a:pPr>
            <a:r>
              <a:rPr lang="en-US" sz="2800" b="1" dirty="0">
                <a:solidFill>
                  <a:schemeClr val="bg1"/>
                </a:solidFill>
                <a:latin typeface="+mj-lt" pitchFamily="34" charset="0"/>
                <a:ea typeface="+mj-lt" pitchFamily="34" charset="-122"/>
                <a:cs typeface="+mj-lt" pitchFamily="34" charset="-120"/>
              </a:rPr>
              <a:t>LEZEN</a:t>
            </a:r>
            <a:endParaRPr lang="en-US" sz="2800" dirty="0"/>
          </a:p>
        </p:txBody>
      </p:sp>
      <p:sp>
        <p:nvSpPr>
          <p:cNvPr id="31" name="Shape 27"/>
          <p:cNvSpPr/>
          <p:nvPr/>
        </p:nvSpPr>
        <p:spPr>
          <a:xfrm>
            <a:off x="2514600" y="2240280"/>
            <a:ext cx="2173224" cy="1325880"/>
          </a:xfrm>
          <a:prstGeom prst="roundRect">
            <a:avLst>
              <a:gd name="adj" fmla="val 8276"/>
            </a:avLst>
          </a:prstGeom>
          <a:solidFill>
            <a:schemeClr val="bg1"/>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32" name="Shape 28"/>
          <p:cNvSpPr/>
          <p:nvPr/>
        </p:nvSpPr>
        <p:spPr>
          <a:xfrm>
            <a:off x="3326892" y="2350008"/>
            <a:ext cx="548640" cy="548640"/>
          </a:xfrm>
          <a:prstGeom prst="ellipse">
            <a:avLst/>
          </a:prstGeom>
          <a:solidFill>
            <a:schemeClr val="tx2"/>
          </a:solidFill>
          <a:ln w="12700">
            <a:solidFill>
              <a:srgbClr val="FFFFFF">
                <a:alpha val="0"/>
              </a:srgbClr>
            </a:solidFill>
            <a:prstDash val="solid"/>
          </a:ln>
        </p:spPr>
      </p:sp>
      <p:pic>
        <p:nvPicPr>
          <p:cNvPr id="33" name="Image 1" descr="Scissors">    </p:cNvPr>
          <p:cNvPicPr>
            <a:picLocks noChangeAspect="1"/>
          </p:cNvPicPr>
          <p:nvPr/>
        </p:nvPicPr>
        <p:blipFill>
          <a:blip r:embed="rId2"/>
          <a:stretch>
            <a:fillRect/>
          </a:stretch>
        </p:blipFill>
        <p:spPr>
          <a:xfrm>
            <a:off x="3458566" y="2481682"/>
            <a:ext cx="285293" cy="285293"/>
          </a:xfrm>
          <a:prstGeom prst="rect">
            <a:avLst/>
          </a:prstGeom>
        </p:spPr>
      </p:pic>
      <p:sp>
        <p:nvSpPr>
          <p:cNvPr id="34" name="Text 29"/>
          <p:cNvSpPr txBox="1"/>
          <p:nvPr/>
        </p:nvSpPr>
        <p:spPr>
          <a:xfrm>
            <a:off x="2587752" y="2935224"/>
            <a:ext cx="2026920" cy="576072"/>
          </a:xfrm>
          <a:prstGeom prst="rect">
            <a:avLst/>
          </a:prstGeom>
          <a:noFill/>
          <a:ln/>
        </p:spPr>
        <p:txBody>
          <a:bodyPr wrap="square" lIns="0" tIns="0" rIns="0" bIns="0" rtlCol="0" anchor="ctr"/>
          <a:lstStyle/>
          <a:p>
            <a:pPr algn="ctr" indent="0" marL="0">
              <a:buNone/>
            </a:pPr>
            <a:r>
              <a:rPr lang="en-US" sz="2400" b="1" dirty="0">
                <a:solidFill>
                  <a:schemeClr val="tx2"/>
                </a:solidFill>
              </a:rPr>
              <a:t>− en</a:t>
            </a:r>
            <a:endParaRPr lang="en-US" sz="2400" dirty="0"/>
          </a:p>
        </p:txBody>
      </p:sp>
      <p:sp>
        <p:nvSpPr>
          <p:cNvPr id="35" name="Text 30"/>
          <p:cNvSpPr txBox="1"/>
          <p:nvPr/>
        </p:nvSpPr>
        <p:spPr>
          <a:xfrm>
            <a:off x="2514600" y="3968496"/>
            <a:ext cx="2173224" cy="502920"/>
          </a:xfrm>
          <a:prstGeom prst="rect">
            <a:avLst/>
          </a:prstGeom>
          <a:noFill/>
          <a:ln/>
        </p:spPr>
        <p:txBody>
          <a:bodyPr wrap="square" lIns="0" tIns="0" rIns="0" bIns="0" rtlCol="0" anchor="ctr"/>
          <a:lstStyle/>
          <a:p>
            <a:pPr algn="ctr" indent="0" marL="0">
              <a:buNone/>
            </a:pPr>
            <a:r>
              <a:rPr lang="en-US" sz="2800" b="1" dirty="0">
                <a:solidFill>
                  <a:schemeClr val="accent5"/>
                </a:solidFill>
                <a:latin typeface="+mj-lt" pitchFamily="34" charset="0"/>
                <a:ea typeface="+mj-lt" pitchFamily="34" charset="-122"/>
                <a:cs typeface="+mj-lt" pitchFamily="34" charset="-120"/>
              </a:rPr>
              <a:t>lez</a:t>
            </a:r>
            <a:endParaRPr lang="en-US" sz="2800" dirty="0"/>
          </a:p>
        </p:txBody>
      </p:sp>
      <p:sp>
        <p:nvSpPr>
          <p:cNvPr id="36" name="Shape 31"/>
          <p:cNvSpPr/>
          <p:nvPr/>
        </p:nvSpPr>
        <p:spPr>
          <a:xfrm>
            <a:off x="5007864" y="2240280"/>
            <a:ext cx="2173224" cy="1325880"/>
          </a:xfrm>
          <a:prstGeom prst="roundRect">
            <a:avLst>
              <a:gd name="adj" fmla="val 8276"/>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37" name="Shape 32"/>
          <p:cNvSpPr/>
          <p:nvPr/>
        </p:nvSpPr>
        <p:spPr>
          <a:xfrm>
            <a:off x="5820156" y="2350008"/>
            <a:ext cx="548640" cy="548640"/>
          </a:xfrm>
          <a:prstGeom prst="ellipse">
            <a:avLst/>
          </a:prstGeom>
          <a:solidFill>
            <a:schemeClr val="accent1"/>
          </a:solidFill>
          <a:ln w="12700">
            <a:solidFill>
              <a:srgbClr val="FFFFFF">
                <a:alpha val="0"/>
              </a:srgbClr>
            </a:solidFill>
            <a:prstDash val="solid"/>
          </a:ln>
        </p:spPr>
      </p:sp>
      <p:pic>
        <p:nvPicPr>
          <p:cNvPr id="38" name="Image 2" descr="SyncAlt">    </p:cNvPr>
          <p:cNvPicPr>
            <a:picLocks noChangeAspect="1"/>
          </p:cNvPicPr>
          <p:nvPr/>
        </p:nvPicPr>
        <p:blipFill>
          <a:blip r:embed="rId3"/>
          <a:stretch>
            <a:fillRect/>
          </a:stretch>
        </p:blipFill>
        <p:spPr>
          <a:xfrm>
            <a:off x="5951830" y="2481682"/>
            <a:ext cx="285293" cy="285293"/>
          </a:xfrm>
          <a:prstGeom prst="rect">
            <a:avLst/>
          </a:prstGeom>
        </p:spPr>
      </p:pic>
      <p:sp>
        <p:nvSpPr>
          <p:cNvPr id="39" name="Text 33"/>
          <p:cNvSpPr txBox="1"/>
          <p:nvPr/>
        </p:nvSpPr>
        <p:spPr>
          <a:xfrm>
            <a:off x="5081016" y="2935224"/>
            <a:ext cx="2026920" cy="576072"/>
          </a:xfrm>
          <a:prstGeom prst="rect">
            <a:avLst/>
          </a:prstGeom>
          <a:noFill/>
          <a:ln/>
        </p:spPr>
        <p:txBody>
          <a:bodyPr wrap="square" lIns="0" tIns="0" rIns="0" bIns="0" rtlCol="0" anchor="ctr"/>
          <a:lstStyle/>
          <a:p>
            <a:pPr algn="ctr" indent="0" marL="0">
              <a:buNone/>
            </a:pPr>
            <a:r>
              <a:rPr lang="en-US" sz="2400" b="1" dirty="0">
                <a:solidFill>
                  <a:schemeClr val="accent1"/>
                </a:solidFill>
              </a:rPr>
              <a:t>z → s</a:t>
            </a:r>
            <a:endParaRPr lang="en-US" sz="2400" dirty="0"/>
          </a:p>
        </p:txBody>
      </p:sp>
      <p:sp>
        <p:nvSpPr>
          <p:cNvPr id="40" name="Text 34"/>
          <p:cNvSpPr txBox="1"/>
          <p:nvPr/>
        </p:nvSpPr>
        <p:spPr>
          <a:xfrm>
            <a:off x="6614160" y="2368296"/>
            <a:ext cx="457200" cy="45720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Z</a:t>
            </a:r>
            <a:endParaRPr lang="en-US" sz="2200" dirty="0"/>
          </a:p>
        </p:txBody>
      </p:sp>
      <p:pic>
        <p:nvPicPr>
          <p:cNvPr id="41" name="Image 3" descr="Ban">    </p:cNvPr>
          <p:cNvPicPr>
            <a:picLocks noChangeAspect="1"/>
          </p:cNvPicPr>
          <p:nvPr/>
        </p:nvPicPr>
        <p:blipFill>
          <a:blip r:embed="rId4"/>
          <a:stretch>
            <a:fillRect/>
          </a:stretch>
        </p:blipFill>
        <p:spPr>
          <a:xfrm>
            <a:off x="6614160" y="2368296"/>
            <a:ext cx="457200" cy="457200"/>
          </a:xfrm>
          <a:prstGeom prst="rect">
            <a:avLst/>
          </a:prstGeom>
        </p:spPr>
      </p:pic>
      <p:sp>
        <p:nvSpPr>
          <p:cNvPr id="42" name="Text 35"/>
          <p:cNvSpPr txBox="1"/>
          <p:nvPr/>
        </p:nvSpPr>
        <p:spPr>
          <a:xfrm>
            <a:off x="5007864" y="3968496"/>
            <a:ext cx="2173224" cy="502920"/>
          </a:xfrm>
          <a:prstGeom prst="rect">
            <a:avLst/>
          </a:prstGeom>
          <a:noFill/>
          <a:ln/>
        </p:spPr>
        <p:txBody>
          <a:bodyPr wrap="square" lIns="0" tIns="0" rIns="0" bIns="0" rtlCol="0" anchor="ctr"/>
          <a:lstStyle/>
          <a:p>
            <a:pPr algn="ctr" indent="0" marL="0">
              <a:buNone/>
            </a:pPr>
            <a:r>
              <a:rPr lang="en-US" sz="2800" b="1" dirty="0">
                <a:solidFill>
                  <a:schemeClr val="accent5"/>
                </a:solidFill>
                <a:latin typeface="+mj-lt" pitchFamily="34" charset="0"/>
                <a:ea typeface="+mj-lt" pitchFamily="34" charset="-122"/>
                <a:cs typeface="+mj-lt" pitchFamily="34" charset="-120"/>
              </a:rPr>
              <a:t>le</a:t>
            </a:r>
            <a:r>
              <a:rPr lang="en-US" sz="2800" b="1" dirty="0">
                <a:solidFill>
                  <a:schemeClr val="accent1"/>
                </a:solidFill>
                <a:latin typeface="+mj-lt" pitchFamily="34" charset="0"/>
                <a:ea typeface="+mj-lt" pitchFamily="34" charset="-122"/>
                <a:cs typeface="+mj-lt" pitchFamily="34" charset="-120"/>
              </a:rPr>
              <a:t>s</a:t>
            </a:r>
            <a:endParaRPr lang="en-US" sz="2800" dirty="0"/>
          </a:p>
        </p:txBody>
      </p:sp>
      <p:sp>
        <p:nvSpPr>
          <p:cNvPr id="43" name="Shape 36"/>
          <p:cNvSpPr/>
          <p:nvPr/>
        </p:nvSpPr>
        <p:spPr>
          <a:xfrm>
            <a:off x="7501128" y="2240280"/>
            <a:ext cx="2173224" cy="1325880"/>
          </a:xfrm>
          <a:prstGeom prst="roundRect">
            <a:avLst>
              <a:gd name="adj" fmla="val 8276"/>
            </a:avLst>
          </a:prstGeom>
          <a:solidFill>
            <a:schemeClr val="bg1"/>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44" name="Shape 37"/>
          <p:cNvSpPr/>
          <p:nvPr/>
        </p:nvSpPr>
        <p:spPr>
          <a:xfrm>
            <a:off x="8313420" y="2350008"/>
            <a:ext cx="548640" cy="548640"/>
          </a:xfrm>
          <a:prstGeom prst="ellipse">
            <a:avLst/>
          </a:prstGeom>
          <a:solidFill>
            <a:schemeClr val="accent3"/>
          </a:solidFill>
          <a:ln w="12700">
            <a:solidFill>
              <a:srgbClr val="FFFFFF">
                <a:alpha val="0"/>
              </a:srgbClr>
            </a:solidFill>
            <a:prstDash val="solid"/>
          </a:ln>
        </p:spPr>
      </p:sp>
      <p:pic>
        <p:nvPicPr>
          <p:cNvPr id="45" name="Image 4" descr="RulerHorizontal">    </p:cNvPr>
          <p:cNvPicPr>
            <a:picLocks noChangeAspect="1"/>
          </p:cNvPicPr>
          <p:nvPr/>
        </p:nvPicPr>
        <p:blipFill>
          <a:blip r:embed="rId5"/>
          <a:stretch>
            <a:fillRect/>
          </a:stretch>
        </p:blipFill>
        <p:spPr>
          <a:xfrm>
            <a:off x="8445094" y="2481682"/>
            <a:ext cx="285293" cy="285293"/>
          </a:xfrm>
          <a:prstGeom prst="rect">
            <a:avLst/>
          </a:prstGeom>
        </p:spPr>
      </p:pic>
      <p:sp>
        <p:nvSpPr>
          <p:cNvPr id="46" name="Text 38"/>
          <p:cNvSpPr txBox="1"/>
          <p:nvPr/>
        </p:nvSpPr>
        <p:spPr>
          <a:xfrm>
            <a:off x="7574280" y="2935224"/>
            <a:ext cx="2026920" cy="576072"/>
          </a:xfrm>
          <a:prstGeom prst="rect">
            <a:avLst/>
          </a:prstGeom>
          <a:noFill/>
          <a:ln/>
        </p:spPr>
        <p:txBody>
          <a:bodyPr wrap="square" lIns="0" tIns="0" rIns="0" bIns="0" rtlCol="0" anchor="ctr"/>
          <a:lstStyle/>
          <a:p>
            <a:pPr algn="ctr" indent="0" marL="0">
              <a:buNone/>
            </a:pPr>
            <a:r>
              <a:rPr lang="en-US" sz="1700" b="1" dirty="0">
                <a:solidFill>
                  <a:schemeClr val="accent3"/>
                </a:solidFill>
              </a:rPr>
              <a:t>voyelle longue ?</a:t>
            </a:r>
            <a:endParaRPr lang="en-US" sz="1700" dirty="0"/>
          </a:p>
          <a:p>
            <a:pPr algn="ctr" indent="0" marL="0">
              <a:buNone/>
            </a:pPr>
            <a:r>
              <a:rPr lang="en-US" sz="1700" b="1" dirty="0">
                <a:solidFill>
                  <a:schemeClr val="accent3"/>
                </a:solidFill>
              </a:rPr>
              <a:t>je double</a:t>
            </a:r>
            <a:endParaRPr lang="en-US" sz="1700" dirty="0"/>
          </a:p>
        </p:txBody>
      </p:sp>
      <p:sp>
        <p:nvSpPr>
          <p:cNvPr id="47" name="Text 39"/>
          <p:cNvSpPr txBox="1"/>
          <p:nvPr/>
        </p:nvSpPr>
        <p:spPr>
          <a:xfrm>
            <a:off x="7501128" y="3968496"/>
            <a:ext cx="2173224" cy="502920"/>
          </a:xfrm>
          <a:prstGeom prst="rect">
            <a:avLst/>
          </a:prstGeom>
          <a:noFill/>
          <a:ln/>
        </p:spPr>
        <p:txBody>
          <a:bodyPr wrap="square" lIns="0" tIns="0" rIns="0" bIns="0" rtlCol="0" anchor="ctr"/>
          <a:lstStyle/>
          <a:p>
            <a:pPr algn="ctr" indent="0" marL="0">
              <a:buNone/>
            </a:pPr>
            <a:r>
              <a:rPr lang="en-US" sz="2800" b="1" dirty="0">
                <a:solidFill>
                  <a:schemeClr val="accent5"/>
                </a:solidFill>
                <a:latin typeface="+mj-lt" pitchFamily="34" charset="0"/>
                <a:ea typeface="+mj-lt" pitchFamily="34" charset="-122"/>
                <a:cs typeface="+mj-lt" pitchFamily="34" charset="-120"/>
              </a:rPr>
              <a:t>l</a:t>
            </a:r>
            <a:r>
              <a:rPr lang="en-US" sz="2800" b="1" dirty="0">
                <a:solidFill>
                  <a:schemeClr val="accent3"/>
                </a:solidFill>
                <a:latin typeface="+mj-lt" pitchFamily="34" charset="0"/>
                <a:ea typeface="+mj-lt" pitchFamily="34" charset="-122"/>
                <a:cs typeface="+mj-lt" pitchFamily="34" charset="-120"/>
              </a:rPr>
              <a:t>ee</a:t>
            </a:r>
            <a:r>
              <a:rPr lang="en-US" sz="2800" b="1" dirty="0">
                <a:solidFill>
                  <a:schemeClr val="accent5"/>
                </a:solidFill>
                <a:latin typeface="+mj-lt" pitchFamily="34" charset="0"/>
                <a:ea typeface="+mj-lt" pitchFamily="34" charset="-122"/>
                <a:cs typeface="+mj-lt" pitchFamily="34" charset="-120"/>
              </a:rPr>
              <a:t>s</a:t>
            </a:r>
            <a:endParaRPr lang="en-US" sz="2800" dirty="0"/>
          </a:p>
        </p:txBody>
      </p:sp>
      <p:sp>
        <p:nvSpPr>
          <p:cNvPr id="48" name="Shape 40"/>
          <p:cNvSpPr/>
          <p:nvPr/>
        </p:nvSpPr>
        <p:spPr>
          <a:xfrm>
            <a:off x="2249424" y="3191256"/>
            <a:ext cx="210312" cy="914"/>
          </a:xfrm>
          <a:prstGeom prst="line">
            <a:avLst/>
          </a:prstGeom>
          <a:noFill/>
          <a:ln w="31750">
            <a:solidFill>
              <a:srgbClr val="D9700F"/>
            </a:solidFill>
            <a:prstDash val="solid"/>
            <a:tailEnd type="triangle"/>
          </a:ln>
        </p:spPr>
      </p:sp>
      <p:sp>
        <p:nvSpPr>
          <p:cNvPr id="49" name="Shape 41"/>
          <p:cNvSpPr/>
          <p:nvPr/>
        </p:nvSpPr>
        <p:spPr>
          <a:xfrm>
            <a:off x="4742688" y="3191256"/>
            <a:ext cx="210312" cy="914"/>
          </a:xfrm>
          <a:prstGeom prst="line">
            <a:avLst/>
          </a:prstGeom>
          <a:noFill/>
          <a:ln w="31750">
            <a:solidFill>
              <a:srgbClr val="D9700F"/>
            </a:solidFill>
            <a:prstDash val="solid"/>
            <a:tailEnd type="triangle"/>
          </a:ln>
        </p:spPr>
      </p:sp>
      <p:sp>
        <p:nvSpPr>
          <p:cNvPr id="50" name="Shape 42"/>
          <p:cNvSpPr/>
          <p:nvPr/>
        </p:nvSpPr>
        <p:spPr>
          <a:xfrm>
            <a:off x="7235952" y="3191256"/>
            <a:ext cx="210312" cy="914"/>
          </a:xfrm>
          <a:prstGeom prst="line">
            <a:avLst/>
          </a:prstGeom>
          <a:noFill/>
          <a:ln w="31750">
            <a:solidFill>
              <a:srgbClr val="D9700F"/>
            </a:solidFill>
            <a:prstDash val="solid"/>
            <a:tailEnd type="triangle"/>
          </a:ln>
        </p:spPr>
      </p:sp>
      <p:sp>
        <p:nvSpPr>
          <p:cNvPr id="51" name="Shape 43"/>
          <p:cNvSpPr/>
          <p:nvPr/>
        </p:nvSpPr>
        <p:spPr>
          <a:xfrm>
            <a:off x="9729216" y="3191256"/>
            <a:ext cx="210312" cy="914"/>
          </a:xfrm>
          <a:prstGeom prst="line">
            <a:avLst/>
          </a:prstGeom>
          <a:noFill/>
          <a:ln w="31750">
            <a:solidFill>
              <a:srgbClr val="D9700F"/>
            </a:solidFill>
            <a:prstDash val="solid"/>
            <a:tailEnd type="triangle"/>
          </a:ln>
        </p:spPr>
      </p:sp>
      <p:sp>
        <p:nvSpPr>
          <p:cNvPr id="52" name="Shape 44"/>
          <p:cNvSpPr/>
          <p:nvPr/>
        </p:nvSpPr>
        <p:spPr>
          <a:xfrm>
            <a:off x="9994392" y="2734056"/>
            <a:ext cx="1645920" cy="914400"/>
          </a:xfrm>
          <a:prstGeom prst="roundRect">
            <a:avLst>
              <a:gd name="adj" fmla="val 10000"/>
            </a:avLst>
          </a:prstGeom>
          <a:solidFill>
            <a:schemeClr val="accent3"/>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53" name="Text 45"/>
          <p:cNvSpPr txBox="1"/>
          <p:nvPr/>
        </p:nvSpPr>
        <p:spPr>
          <a:xfrm>
            <a:off x="9994392" y="2734056"/>
            <a:ext cx="1645920" cy="914400"/>
          </a:xfrm>
          <a:prstGeom prst="rect">
            <a:avLst/>
          </a:prstGeom>
          <a:no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LEES</a:t>
            </a:r>
            <a:endParaRPr lang="en-US" sz="3000" dirty="0"/>
          </a:p>
        </p:txBody>
      </p:sp>
      <p:sp>
        <p:nvSpPr>
          <p:cNvPr id="54" name="Shape 46"/>
          <p:cNvSpPr/>
          <p:nvPr/>
        </p:nvSpPr>
        <p:spPr>
          <a:xfrm>
            <a:off x="11365992" y="2551176"/>
            <a:ext cx="384048" cy="384048"/>
          </a:xfrm>
          <a:prstGeom prst="ellipse">
            <a:avLst/>
          </a:prstGeom>
          <a:solidFill>
            <a:srgbClr val="FFFFFF"/>
          </a:solidFill>
          <a:ln w="19050">
            <a:solidFill>
              <a:srgbClr val="2E7D4F"/>
            </a:solidFill>
            <a:prstDash val="solid"/>
          </a:ln>
        </p:spPr>
      </p:sp>
      <p:pic>
        <p:nvPicPr>
          <p:cNvPr id="55" name="Image 5" descr="Check">    </p:cNvPr>
          <p:cNvPicPr>
            <a:picLocks noChangeAspect="1"/>
          </p:cNvPicPr>
          <p:nvPr/>
        </p:nvPicPr>
        <p:blipFill>
          <a:blip r:embed="rId6"/>
          <a:stretch>
            <a:fillRect/>
          </a:stretch>
        </p:blipFill>
        <p:spPr>
          <a:xfrm>
            <a:off x="11448288" y="2633472"/>
            <a:ext cx="219456" cy="219456"/>
          </a:xfrm>
          <a:prstGeom prst="rect">
            <a:avLst/>
          </a:prstGeom>
        </p:spPr>
      </p:pic>
      <p:sp>
        <p:nvSpPr>
          <p:cNvPr id="56" name="Text 47"/>
          <p:cNvSpPr txBox="1"/>
          <p:nvPr/>
        </p:nvSpPr>
        <p:spPr>
          <a:xfrm>
            <a:off x="9902952" y="3922776"/>
            <a:ext cx="1828800" cy="868680"/>
          </a:xfrm>
          <a:prstGeom prst="rect">
            <a:avLst/>
          </a:prstGeom>
          <a:noFill/>
          <a:ln/>
        </p:spPr>
        <p:txBody>
          <a:bodyPr wrap="square" lIns="0" tIns="0" rIns="0" bIns="0" rtlCol="0" anchor="t"/>
          <a:lstStyle/>
          <a:p>
            <a:pPr algn="ctr" indent="0" marL="0">
              <a:buNone/>
            </a:pPr>
            <a:r>
              <a:rPr lang="en-US" sz="1700" b="1" dirty="0">
                <a:solidFill>
                  <a:schemeClr val="tx1"/>
                </a:solidFill>
              </a:rPr>
              <a:t>ik lees</a:t>
            </a:r>
            <a:endParaRPr lang="en-US" sz="1700" dirty="0"/>
          </a:p>
          <a:p>
            <a:pPr algn="ctr" indent="0" marL="0">
              <a:buNone/>
            </a:pPr>
            <a:r>
              <a:rPr lang="en-US" sz="1700" b="1" dirty="0">
                <a:solidFill>
                  <a:schemeClr val="tx1"/>
                </a:solidFill>
              </a:rPr>
              <a:t>hij lees</a:t>
            </a:r>
            <a:r>
              <a:rPr lang="en-US" sz="1700" b="1" dirty="0">
                <a:solidFill>
                  <a:schemeClr val="accent1"/>
                </a:solidFill>
              </a:rPr>
              <a:t>t</a:t>
            </a:r>
            <a:endParaRPr lang="en-US" sz="1700" dirty="0"/>
          </a:p>
          <a:p>
            <a:pPr algn="ctr" indent="0" marL="0">
              <a:buNone/>
            </a:pPr>
            <a:r>
              <a:rPr lang="en-US" sz="1700" b="1" i="1" dirty="0">
                <a:solidFill>
                  <a:schemeClr val="tx1"/>
                </a:solidFill>
              </a:rPr>
              <a:t>(lire)</a:t>
            </a:r>
            <a:endParaRPr lang="en-US" sz="1700" dirty="0"/>
          </a:p>
        </p:txBody>
      </p:sp>
      <p:sp>
        <p:nvSpPr>
          <p:cNvPr id="57" name="Shape 48"/>
          <p:cNvSpPr/>
          <p:nvPr/>
        </p:nvSpPr>
        <p:spPr>
          <a:xfrm>
            <a:off x="548640" y="4937760"/>
            <a:ext cx="3511296" cy="1325880"/>
          </a:xfrm>
          <a:prstGeom prst="roundRect">
            <a:avLst>
              <a:gd name="adj" fmla="val 5517"/>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8" name="Shape 49"/>
          <p:cNvSpPr/>
          <p:nvPr/>
        </p:nvSpPr>
        <p:spPr>
          <a:xfrm>
            <a:off x="685800" y="5074920"/>
            <a:ext cx="438912" cy="438912"/>
          </a:xfrm>
          <a:prstGeom prst="ellipse">
            <a:avLst/>
          </a:prstGeom>
          <a:solidFill>
            <a:schemeClr val="accent1"/>
          </a:solidFill>
          <a:ln w="12700">
            <a:solidFill>
              <a:srgbClr val="FFFFFF">
                <a:alpha val="0"/>
              </a:srgbClr>
            </a:solidFill>
            <a:prstDash val="solid"/>
          </a:ln>
        </p:spPr>
      </p:sp>
      <p:pic>
        <p:nvPicPr>
          <p:cNvPr id="59" name="Image 6" descr="SyncAlt">    </p:cNvPr>
          <p:cNvPicPr>
            <a:picLocks noChangeAspect="1"/>
          </p:cNvPicPr>
          <p:nvPr/>
        </p:nvPicPr>
        <p:blipFill>
          <a:blip r:embed="rId7"/>
          <a:stretch>
            <a:fillRect/>
          </a:stretch>
        </p:blipFill>
        <p:spPr>
          <a:xfrm>
            <a:off x="791139" y="5180259"/>
            <a:ext cx="228234" cy="228234"/>
          </a:xfrm>
          <a:prstGeom prst="rect">
            <a:avLst/>
          </a:prstGeom>
        </p:spPr>
      </p:pic>
      <p:sp>
        <p:nvSpPr>
          <p:cNvPr id="60" name="Text 50"/>
          <p:cNvSpPr txBox="1"/>
          <p:nvPr/>
        </p:nvSpPr>
        <p:spPr>
          <a:xfrm>
            <a:off x="1234440" y="5029200"/>
            <a:ext cx="2688336" cy="502920"/>
          </a:xfrm>
          <a:prstGeom prst="rect">
            <a:avLst/>
          </a:prstGeom>
          <a:noFill/>
          <a:ln/>
        </p:spPr>
        <p:txBody>
          <a:bodyPr wrap="square" lIns="0" tIns="0" rIns="0" bIns="0" rtlCol="0" anchor="ctr"/>
          <a:lstStyle/>
          <a:p>
            <a:pPr algn="l" indent="0" marL="0">
              <a:buNone/>
            </a:pPr>
            <a:r>
              <a:rPr lang="en-US" sz="1800" b="1" dirty="0">
                <a:solidFill>
                  <a:schemeClr val="tx1"/>
                </a:solidFill>
              </a:rPr>
              <a:t>reizen</a:t>
            </a:r>
            <a:r>
              <a:rPr lang="en-US" sz="1800" dirty="0">
                <a:solidFill>
                  <a:schemeClr val="tx1"/>
                </a:solidFill>
              </a:rPr>
              <a:t>  </a:t>
            </a:r>
            <a:r>
              <a:rPr lang="en-US" sz="1800" i="1" dirty="0">
                <a:solidFill>
                  <a:schemeClr val="tx1"/>
                </a:solidFill>
              </a:rPr>
              <a:t>(voyager)</a:t>
            </a:r>
            <a:endParaRPr lang="en-US" sz="1800" dirty="0"/>
          </a:p>
        </p:txBody>
      </p:sp>
      <p:sp>
        <p:nvSpPr>
          <p:cNvPr id="61" name="Text 51"/>
          <p:cNvSpPr txBox="1"/>
          <p:nvPr/>
        </p:nvSpPr>
        <p:spPr>
          <a:xfrm>
            <a:off x="1234440" y="5504688"/>
            <a:ext cx="2688336" cy="384048"/>
          </a:xfrm>
          <a:prstGeom prst="rect">
            <a:avLst/>
          </a:prstGeom>
          <a:noFill/>
          <a:ln/>
        </p:spPr>
        <p:txBody>
          <a:bodyPr wrap="square" lIns="0" tIns="0" rIns="0" bIns="0" rtlCol="0" anchor="ctr"/>
          <a:lstStyle/>
          <a:p>
            <a:pPr algn="l" indent="0" marL="0">
              <a:buNone/>
            </a:pPr>
            <a:r>
              <a:rPr lang="en-US" sz="2000" dirty="0">
                <a:solidFill>
                  <a:schemeClr val="tx1"/>
                </a:solidFill>
                <a:latin typeface="+mj-lt" pitchFamily="34" charset="0"/>
                <a:ea typeface="+mj-lt" pitchFamily="34" charset="-122"/>
                <a:cs typeface="+mj-lt" pitchFamily="34" charset="-120"/>
              </a:rPr>
              <a:t>ik reis · hij reis</a:t>
            </a:r>
            <a:r>
              <a:rPr lang="en-US" sz="2000" b="1" dirty="0">
                <a:solidFill>
                  <a:schemeClr val="accent1"/>
                </a:solidFill>
                <a:latin typeface="+mj-lt" pitchFamily="34" charset="0"/>
                <a:ea typeface="+mj-lt" pitchFamily="34" charset="-122"/>
                <a:cs typeface="+mj-lt" pitchFamily="34" charset="-120"/>
              </a:rPr>
              <a:t>t</a:t>
            </a:r>
            <a:endParaRPr lang="en-US" sz="2000" dirty="0"/>
          </a:p>
        </p:txBody>
      </p:sp>
      <p:sp>
        <p:nvSpPr>
          <p:cNvPr id="62" name="Shape 52"/>
          <p:cNvSpPr/>
          <p:nvPr/>
        </p:nvSpPr>
        <p:spPr>
          <a:xfrm>
            <a:off x="4338828" y="4937760"/>
            <a:ext cx="3511296" cy="1325880"/>
          </a:xfrm>
          <a:prstGeom prst="roundRect">
            <a:avLst>
              <a:gd name="adj" fmla="val 5517"/>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3" name="Shape 53"/>
          <p:cNvSpPr/>
          <p:nvPr/>
        </p:nvSpPr>
        <p:spPr>
          <a:xfrm>
            <a:off x="4475988" y="5074920"/>
            <a:ext cx="438912" cy="438912"/>
          </a:xfrm>
          <a:prstGeom prst="ellipse">
            <a:avLst/>
          </a:prstGeom>
          <a:solidFill>
            <a:schemeClr val="accent1"/>
          </a:solidFill>
          <a:ln w="12700">
            <a:solidFill>
              <a:srgbClr val="FFFFFF">
                <a:alpha val="0"/>
              </a:srgbClr>
            </a:solidFill>
            <a:prstDash val="solid"/>
          </a:ln>
        </p:spPr>
      </p:sp>
      <p:pic>
        <p:nvPicPr>
          <p:cNvPr id="64" name="Image 7" descr="SyncAlt">    </p:cNvPr>
          <p:cNvPicPr>
            <a:picLocks noChangeAspect="1"/>
          </p:cNvPicPr>
          <p:nvPr/>
        </p:nvPicPr>
        <p:blipFill>
          <a:blip r:embed="rId8"/>
          <a:stretch>
            <a:fillRect/>
          </a:stretch>
        </p:blipFill>
        <p:spPr>
          <a:xfrm>
            <a:off x="4581327" y="5180259"/>
            <a:ext cx="228234" cy="228234"/>
          </a:xfrm>
          <a:prstGeom prst="rect">
            <a:avLst/>
          </a:prstGeom>
        </p:spPr>
      </p:pic>
      <p:sp>
        <p:nvSpPr>
          <p:cNvPr id="65" name="Text 54"/>
          <p:cNvSpPr txBox="1"/>
          <p:nvPr/>
        </p:nvSpPr>
        <p:spPr>
          <a:xfrm>
            <a:off x="5024628" y="5029200"/>
            <a:ext cx="2688336" cy="502920"/>
          </a:xfrm>
          <a:prstGeom prst="rect">
            <a:avLst/>
          </a:prstGeom>
          <a:noFill/>
          <a:ln/>
        </p:spPr>
        <p:txBody>
          <a:bodyPr wrap="square" lIns="0" tIns="0" rIns="0" bIns="0" rtlCol="0" anchor="ctr"/>
          <a:lstStyle/>
          <a:p>
            <a:pPr algn="l" indent="0" marL="0">
              <a:buNone/>
            </a:pPr>
            <a:r>
              <a:rPr lang="en-US" sz="1800" b="1" dirty="0">
                <a:solidFill>
                  <a:schemeClr val="tx1"/>
                </a:solidFill>
              </a:rPr>
              <a:t>kiezen</a:t>
            </a:r>
            <a:r>
              <a:rPr lang="en-US" sz="1800" dirty="0">
                <a:solidFill>
                  <a:schemeClr val="tx1"/>
                </a:solidFill>
              </a:rPr>
              <a:t>  </a:t>
            </a:r>
            <a:r>
              <a:rPr lang="en-US" sz="1800" i="1" dirty="0">
                <a:solidFill>
                  <a:schemeClr val="tx1"/>
                </a:solidFill>
              </a:rPr>
              <a:t>(choisir)</a:t>
            </a:r>
            <a:endParaRPr lang="en-US" sz="1800" dirty="0"/>
          </a:p>
        </p:txBody>
      </p:sp>
      <p:sp>
        <p:nvSpPr>
          <p:cNvPr id="66" name="Text 55"/>
          <p:cNvSpPr txBox="1"/>
          <p:nvPr/>
        </p:nvSpPr>
        <p:spPr>
          <a:xfrm>
            <a:off x="5024628" y="5504688"/>
            <a:ext cx="2688336" cy="384048"/>
          </a:xfrm>
          <a:prstGeom prst="rect">
            <a:avLst/>
          </a:prstGeom>
          <a:noFill/>
          <a:ln/>
        </p:spPr>
        <p:txBody>
          <a:bodyPr wrap="square" lIns="0" tIns="0" rIns="0" bIns="0" rtlCol="0" anchor="ctr"/>
          <a:lstStyle/>
          <a:p>
            <a:pPr algn="l" indent="0" marL="0">
              <a:buNone/>
            </a:pPr>
            <a:r>
              <a:rPr lang="en-US" sz="2000" dirty="0">
                <a:solidFill>
                  <a:schemeClr val="tx1"/>
                </a:solidFill>
                <a:latin typeface="+mj-lt" pitchFamily="34" charset="0"/>
                <a:ea typeface="+mj-lt" pitchFamily="34" charset="-122"/>
                <a:cs typeface="+mj-lt" pitchFamily="34" charset="-120"/>
              </a:rPr>
              <a:t>ik kies</a:t>
            </a:r>
            <a:endParaRPr lang="en-US" sz="2000" dirty="0"/>
          </a:p>
        </p:txBody>
      </p:sp>
      <p:sp>
        <p:nvSpPr>
          <p:cNvPr id="67" name="Text 56"/>
          <p:cNvSpPr txBox="1"/>
          <p:nvPr/>
        </p:nvSpPr>
        <p:spPr>
          <a:xfrm>
            <a:off x="5024628" y="5897880"/>
            <a:ext cx="2688336" cy="292608"/>
          </a:xfrm>
          <a:prstGeom prst="rect">
            <a:avLst/>
          </a:prstGeom>
          <a:noFill/>
          <a:ln/>
        </p:spPr>
        <p:txBody>
          <a:bodyPr wrap="square" lIns="0" tIns="0" rIns="0" bIns="0" rtlCol="0" anchor="ctr"/>
          <a:lstStyle/>
          <a:p>
            <a:pPr algn="l" indent="0" marL="0">
              <a:buNone/>
            </a:pPr>
            <a:r>
              <a:rPr lang="en-US" sz="1300" b="1" i="1" dirty="0">
                <a:solidFill>
                  <a:schemeClr val="accent3"/>
                </a:solidFill>
              </a:rPr>
              <a:t>ie</a:t>
            </a:r>
            <a:r>
              <a:rPr lang="en-US" sz="1300" b="1" dirty="0">
                <a:solidFill>
                  <a:schemeClr val="accent3"/>
                </a:solidFill>
              </a:rPr>
              <a:t> invariable : rien à doubler</a:t>
            </a:r>
            <a:endParaRPr lang="en-US" sz="1300" dirty="0"/>
          </a:p>
        </p:txBody>
      </p:sp>
      <p:sp>
        <p:nvSpPr>
          <p:cNvPr id="68" name="Shape 57"/>
          <p:cNvSpPr/>
          <p:nvPr/>
        </p:nvSpPr>
        <p:spPr>
          <a:xfrm>
            <a:off x="8129016" y="4937760"/>
            <a:ext cx="3511296" cy="1325880"/>
          </a:xfrm>
          <a:prstGeom prst="roundRect">
            <a:avLst>
              <a:gd name="adj" fmla="val 5517"/>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9" name="Shape 58"/>
          <p:cNvSpPr/>
          <p:nvPr/>
        </p:nvSpPr>
        <p:spPr>
          <a:xfrm>
            <a:off x="8266176" y="5074920"/>
            <a:ext cx="438912" cy="438912"/>
          </a:xfrm>
          <a:prstGeom prst="ellipse">
            <a:avLst/>
          </a:prstGeom>
          <a:solidFill>
            <a:schemeClr val="accent1"/>
          </a:solidFill>
          <a:ln w="12700">
            <a:solidFill>
              <a:srgbClr val="FFFFFF">
                <a:alpha val="0"/>
              </a:srgbClr>
            </a:solidFill>
            <a:prstDash val="solid"/>
          </a:ln>
        </p:spPr>
      </p:sp>
      <p:pic>
        <p:nvPicPr>
          <p:cNvPr id="70" name="Image 8" descr="SyncAlt">    </p:cNvPr>
          <p:cNvPicPr>
            <a:picLocks noChangeAspect="1"/>
          </p:cNvPicPr>
          <p:nvPr/>
        </p:nvPicPr>
        <p:blipFill>
          <a:blip r:embed="rId9"/>
          <a:stretch>
            <a:fillRect/>
          </a:stretch>
        </p:blipFill>
        <p:spPr>
          <a:xfrm>
            <a:off x="8371515" y="5180259"/>
            <a:ext cx="228234" cy="228234"/>
          </a:xfrm>
          <a:prstGeom prst="rect">
            <a:avLst/>
          </a:prstGeom>
        </p:spPr>
      </p:pic>
      <p:sp>
        <p:nvSpPr>
          <p:cNvPr id="71" name="Text 59"/>
          <p:cNvSpPr txBox="1"/>
          <p:nvPr/>
        </p:nvSpPr>
        <p:spPr>
          <a:xfrm>
            <a:off x="8814816" y="5029200"/>
            <a:ext cx="2688336" cy="502920"/>
          </a:xfrm>
          <a:prstGeom prst="rect">
            <a:avLst/>
          </a:prstGeom>
          <a:noFill/>
          <a:ln/>
        </p:spPr>
        <p:txBody>
          <a:bodyPr wrap="square" lIns="0" tIns="0" rIns="0" bIns="0" rtlCol="0" anchor="ctr"/>
          <a:lstStyle/>
          <a:p>
            <a:pPr algn="l" indent="0" marL="0">
              <a:buNone/>
            </a:pPr>
            <a:r>
              <a:rPr lang="en-US" sz="1800" b="1" dirty="0">
                <a:solidFill>
                  <a:schemeClr val="tx1"/>
                </a:solidFill>
              </a:rPr>
              <a:t>verhuizen</a:t>
            </a:r>
            <a:r>
              <a:rPr lang="en-US" sz="1800" dirty="0">
                <a:solidFill>
                  <a:schemeClr val="tx1"/>
                </a:solidFill>
              </a:rPr>
              <a:t>  </a:t>
            </a:r>
            <a:r>
              <a:rPr lang="en-US" sz="1800" i="1" dirty="0">
                <a:solidFill>
                  <a:schemeClr val="tx1"/>
                </a:solidFill>
              </a:rPr>
              <a:t>(déménager)</a:t>
            </a:r>
            <a:endParaRPr lang="en-US" sz="1800" dirty="0"/>
          </a:p>
        </p:txBody>
      </p:sp>
      <p:sp>
        <p:nvSpPr>
          <p:cNvPr id="72" name="Text 60"/>
          <p:cNvSpPr txBox="1"/>
          <p:nvPr/>
        </p:nvSpPr>
        <p:spPr>
          <a:xfrm>
            <a:off x="8814816" y="5504688"/>
            <a:ext cx="2688336" cy="384048"/>
          </a:xfrm>
          <a:prstGeom prst="rect">
            <a:avLst/>
          </a:prstGeom>
          <a:noFill/>
          <a:ln/>
        </p:spPr>
        <p:txBody>
          <a:bodyPr wrap="square" lIns="0" tIns="0" rIns="0" bIns="0" rtlCol="0" anchor="ctr"/>
          <a:lstStyle/>
          <a:p>
            <a:pPr algn="l" indent="0" marL="0">
              <a:buNone/>
            </a:pPr>
            <a:r>
              <a:rPr lang="en-US" sz="2000" dirty="0">
                <a:solidFill>
                  <a:schemeClr val="tx1"/>
                </a:solidFill>
                <a:latin typeface="+mj-lt" pitchFamily="34" charset="0"/>
                <a:ea typeface="+mj-lt" pitchFamily="34" charset="-122"/>
                <a:cs typeface="+mj-lt" pitchFamily="34" charset="-120"/>
              </a:rPr>
              <a:t>ik verhuis</a:t>
            </a:r>
            <a:endParaRPr lang="en-US" sz="2000" dirty="0"/>
          </a:p>
        </p:txBody>
      </p:sp>
      <p:sp>
        <p:nvSpPr>
          <p:cNvPr id="73" name="Text 61"/>
          <p:cNvSpPr txBox="1"/>
          <p:nvPr/>
        </p:nvSpPr>
        <p:spPr>
          <a:xfrm>
            <a:off x="8814816" y="5897880"/>
            <a:ext cx="2688336" cy="292608"/>
          </a:xfrm>
          <a:prstGeom prst="rect">
            <a:avLst/>
          </a:prstGeom>
          <a:noFill/>
          <a:ln/>
        </p:spPr>
        <p:txBody>
          <a:bodyPr wrap="square" lIns="0" tIns="0" rIns="0" bIns="0" rtlCol="0" anchor="ctr"/>
          <a:lstStyle/>
          <a:p>
            <a:pPr algn="l" indent="0" marL="0">
              <a:buNone/>
            </a:pPr>
            <a:r>
              <a:rPr lang="en-US" sz="1300" b="1" i="1" dirty="0">
                <a:solidFill>
                  <a:schemeClr val="accent3"/>
                </a:solidFill>
              </a:rPr>
              <a:t>ui</a:t>
            </a:r>
            <a:r>
              <a:rPr lang="en-US" sz="1300" b="1" dirty="0">
                <a:solidFill>
                  <a:schemeClr val="accent3"/>
                </a:solidFill>
              </a:rPr>
              <a:t> invariable : rien à doubler</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Réflexe ② — v devient f</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36192"/>
            <a:ext cx="11091672" cy="502920"/>
          </a:xfrm>
          <a:prstGeom prst="roundRect">
            <a:avLst>
              <a:gd name="adj" fmla="val 14545"/>
            </a:avLst>
          </a:prstGeom>
          <a:solidFill>
            <a:schemeClr val="tx2"/>
          </a:solidFill>
          <a:ln w="12700">
            <a:solidFill>
              <a:srgbClr val="FFFFFF">
                <a:alpha val="0"/>
              </a:srgbClr>
            </a:solidFill>
            <a:prstDash val="solid"/>
          </a:ln>
        </p:spPr>
      </p:sp>
      <p:pic>
        <p:nvPicPr>
          <p:cNvPr id="6" name="Image 0" descr="Ban">    </p:cNvPr>
          <p:cNvPicPr>
            <a:picLocks noChangeAspect="1"/>
          </p:cNvPicPr>
          <p:nvPr/>
        </p:nvPicPr>
        <p:blipFill>
          <a:blip r:embed="rId1"/>
          <a:stretch>
            <a:fillRect/>
          </a:stretch>
        </p:blipFill>
        <p:spPr>
          <a:xfrm>
            <a:off x="731520" y="1632204"/>
            <a:ext cx="310896" cy="310896"/>
          </a:xfrm>
          <a:prstGeom prst="rect">
            <a:avLst/>
          </a:prstGeom>
        </p:spPr>
      </p:pic>
      <p:sp>
        <p:nvSpPr>
          <p:cNvPr id="7" name="Text 3"/>
          <p:cNvSpPr txBox="1"/>
          <p:nvPr/>
        </p:nvSpPr>
        <p:spPr>
          <a:xfrm>
            <a:off x="1188720" y="1536192"/>
            <a:ext cx="10241280" cy="502920"/>
          </a:xfrm>
          <a:prstGeom prst="rect">
            <a:avLst/>
          </a:prstGeom>
          <a:noFill/>
          <a:ln/>
        </p:spPr>
        <p:txBody>
          <a:bodyPr wrap="square" lIns="0" tIns="0" rIns="0" bIns="0" rtlCol="0" anchor="ctr"/>
          <a:lstStyle/>
          <a:p>
            <a:pPr algn="l" indent="0" marL="0">
              <a:buNone/>
            </a:pPr>
            <a:r>
              <a:rPr lang="en-US" sz="2100" b="1" dirty="0">
                <a:solidFill>
                  <a:schemeClr val="bg1"/>
                </a:solidFill>
              </a:rPr>
              <a:t>Pas de v à la fin d’un mot → f</a:t>
            </a:r>
            <a:endParaRPr lang="en-US" sz="2100" dirty="0"/>
          </a:p>
        </p:txBody>
      </p:sp>
      <p:sp>
        <p:nvSpPr>
          <p:cNvPr id="8" name="Shape 4"/>
          <p:cNvSpPr/>
          <p:nvPr/>
        </p:nvSpPr>
        <p:spPr>
          <a:xfrm>
            <a:off x="685800" y="3721608"/>
            <a:ext cx="182880" cy="182880"/>
          </a:xfrm>
          <a:prstGeom prst="ellipse">
            <a:avLst/>
          </a:prstGeom>
          <a:solidFill>
            <a:schemeClr val="bg2"/>
          </a:solidFill>
          <a:ln w="12700">
            <a:solidFill>
              <a:srgbClr val="4A5A70"/>
            </a:solidFill>
            <a:prstDash val="solid"/>
          </a:ln>
        </p:spPr>
      </p:sp>
      <p:sp>
        <p:nvSpPr>
          <p:cNvPr id="9" name="Shape 5"/>
          <p:cNvSpPr/>
          <p:nvPr/>
        </p:nvSpPr>
        <p:spPr>
          <a:xfrm>
            <a:off x="1234440" y="3721608"/>
            <a:ext cx="182880" cy="182880"/>
          </a:xfrm>
          <a:prstGeom prst="ellipse">
            <a:avLst/>
          </a:prstGeom>
          <a:solidFill>
            <a:schemeClr val="bg2"/>
          </a:solidFill>
          <a:ln w="12700">
            <a:solidFill>
              <a:srgbClr val="4A5A70"/>
            </a:solidFill>
            <a:prstDash val="solid"/>
          </a:ln>
        </p:spPr>
      </p:sp>
      <p:sp>
        <p:nvSpPr>
          <p:cNvPr id="10" name="Shape 6"/>
          <p:cNvSpPr/>
          <p:nvPr/>
        </p:nvSpPr>
        <p:spPr>
          <a:xfrm>
            <a:off x="1783080" y="3721608"/>
            <a:ext cx="182880" cy="182880"/>
          </a:xfrm>
          <a:prstGeom prst="ellipse">
            <a:avLst/>
          </a:prstGeom>
          <a:solidFill>
            <a:schemeClr val="bg2"/>
          </a:solidFill>
          <a:ln w="12700">
            <a:solidFill>
              <a:srgbClr val="4A5A70"/>
            </a:solidFill>
            <a:prstDash val="solid"/>
          </a:ln>
        </p:spPr>
      </p:sp>
      <p:sp>
        <p:nvSpPr>
          <p:cNvPr id="11" name="Shape 7"/>
          <p:cNvSpPr/>
          <p:nvPr/>
        </p:nvSpPr>
        <p:spPr>
          <a:xfrm>
            <a:off x="2331720" y="3721608"/>
            <a:ext cx="182880" cy="182880"/>
          </a:xfrm>
          <a:prstGeom prst="ellipse">
            <a:avLst/>
          </a:prstGeom>
          <a:solidFill>
            <a:schemeClr val="bg2"/>
          </a:solidFill>
          <a:ln w="12700">
            <a:solidFill>
              <a:srgbClr val="4A5A70"/>
            </a:solidFill>
            <a:prstDash val="solid"/>
          </a:ln>
        </p:spPr>
      </p:sp>
      <p:sp>
        <p:nvSpPr>
          <p:cNvPr id="12" name="Shape 8"/>
          <p:cNvSpPr/>
          <p:nvPr/>
        </p:nvSpPr>
        <p:spPr>
          <a:xfrm>
            <a:off x="2880360" y="3721608"/>
            <a:ext cx="182880" cy="182880"/>
          </a:xfrm>
          <a:prstGeom prst="ellipse">
            <a:avLst/>
          </a:prstGeom>
          <a:solidFill>
            <a:schemeClr val="bg2"/>
          </a:solidFill>
          <a:ln w="12700">
            <a:solidFill>
              <a:srgbClr val="4A5A70"/>
            </a:solidFill>
            <a:prstDash val="solid"/>
          </a:ln>
        </p:spPr>
      </p:sp>
      <p:sp>
        <p:nvSpPr>
          <p:cNvPr id="13" name="Shape 9"/>
          <p:cNvSpPr/>
          <p:nvPr/>
        </p:nvSpPr>
        <p:spPr>
          <a:xfrm>
            <a:off x="3429000" y="3721608"/>
            <a:ext cx="182880" cy="182880"/>
          </a:xfrm>
          <a:prstGeom prst="ellipse">
            <a:avLst/>
          </a:prstGeom>
          <a:solidFill>
            <a:schemeClr val="bg2"/>
          </a:solidFill>
          <a:ln w="12700">
            <a:solidFill>
              <a:srgbClr val="4A5A70"/>
            </a:solidFill>
            <a:prstDash val="solid"/>
          </a:ln>
        </p:spPr>
      </p:sp>
      <p:sp>
        <p:nvSpPr>
          <p:cNvPr id="14" name="Shape 10"/>
          <p:cNvSpPr/>
          <p:nvPr/>
        </p:nvSpPr>
        <p:spPr>
          <a:xfrm>
            <a:off x="3977640" y="3721608"/>
            <a:ext cx="182880" cy="182880"/>
          </a:xfrm>
          <a:prstGeom prst="ellipse">
            <a:avLst/>
          </a:prstGeom>
          <a:solidFill>
            <a:schemeClr val="bg2"/>
          </a:solidFill>
          <a:ln w="12700">
            <a:solidFill>
              <a:srgbClr val="4A5A70"/>
            </a:solidFill>
            <a:prstDash val="solid"/>
          </a:ln>
        </p:spPr>
      </p:sp>
      <p:sp>
        <p:nvSpPr>
          <p:cNvPr id="15" name="Shape 11"/>
          <p:cNvSpPr/>
          <p:nvPr/>
        </p:nvSpPr>
        <p:spPr>
          <a:xfrm>
            <a:off x="4526280" y="3721608"/>
            <a:ext cx="182880" cy="182880"/>
          </a:xfrm>
          <a:prstGeom prst="ellipse">
            <a:avLst/>
          </a:prstGeom>
          <a:solidFill>
            <a:schemeClr val="bg2"/>
          </a:solidFill>
          <a:ln w="12700">
            <a:solidFill>
              <a:srgbClr val="4A5A70"/>
            </a:solidFill>
            <a:prstDash val="solid"/>
          </a:ln>
        </p:spPr>
      </p:sp>
      <p:sp>
        <p:nvSpPr>
          <p:cNvPr id="16" name="Shape 12"/>
          <p:cNvSpPr/>
          <p:nvPr/>
        </p:nvSpPr>
        <p:spPr>
          <a:xfrm>
            <a:off x="5074920" y="3721608"/>
            <a:ext cx="182880" cy="182880"/>
          </a:xfrm>
          <a:prstGeom prst="ellipse">
            <a:avLst/>
          </a:prstGeom>
          <a:solidFill>
            <a:schemeClr val="bg2"/>
          </a:solidFill>
          <a:ln w="12700">
            <a:solidFill>
              <a:srgbClr val="4A5A70"/>
            </a:solidFill>
            <a:prstDash val="solid"/>
          </a:ln>
        </p:spPr>
      </p:sp>
      <p:sp>
        <p:nvSpPr>
          <p:cNvPr id="17" name="Shape 13"/>
          <p:cNvSpPr/>
          <p:nvPr/>
        </p:nvSpPr>
        <p:spPr>
          <a:xfrm>
            <a:off x="5623560" y="3721608"/>
            <a:ext cx="182880" cy="182880"/>
          </a:xfrm>
          <a:prstGeom prst="ellipse">
            <a:avLst/>
          </a:prstGeom>
          <a:solidFill>
            <a:schemeClr val="bg2"/>
          </a:solidFill>
          <a:ln w="12700">
            <a:solidFill>
              <a:srgbClr val="4A5A70"/>
            </a:solidFill>
            <a:prstDash val="solid"/>
          </a:ln>
        </p:spPr>
      </p:sp>
      <p:sp>
        <p:nvSpPr>
          <p:cNvPr id="18" name="Shape 14"/>
          <p:cNvSpPr/>
          <p:nvPr/>
        </p:nvSpPr>
        <p:spPr>
          <a:xfrm>
            <a:off x="6172200" y="3721608"/>
            <a:ext cx="182880" cy="182880"/>
          </a:xfrm>
          <a:prstGeom prst="ellipse">
            <a:avLst/>
          </a:prstGeom>
          <a:solidFill>
            <a:schemeClr val="bg2"/>
          </a:solidFill>
          <a:ln w="12700">
            <a:solidFill>
              <a:srgbClr val="4A5A70"/>
            </a:solidFill>
            <a:prstDash val="solid"/>
          </a:ln>
        </p:spPr>
      </p:sp>
      <p:sp>
        <p:nvSpPr>
          <p:cNvPr id="19" name="Shape 15"/>
          <p:cNvSpPr/>
          <p:nvPr/>
        </p:nvSpPr>
        <p:spPr>
          <a:xfrm>
            <a:off x="6720840" y="3721608"/>
            <a:ext cx="182880" cy="182880"/>
          </a:xfrm>
          <a:prstGeom prst="ellipse">
            <a:avLst/>
          </a:prstGeom>
          <a:solidFill>
            <a:schemeClr val="bg2"/>
          </a:solidFill>
          <a:ln w="12700">
            <a:solidFill>
              <a:srgbClr val="4A5A70"/>
            </a:solidFill>
            <a:prstDash val="solid"/>
          </a:ln>
        </p:spPr>
      </p:sp>
      <p:sp>
        <p:nvSpPr>
          <p:cNvPr id="20" name="Shape 16"/>
          <p:cNvSpPr/>
          <p:nvPr/>
        </p:nvSpPr>
        <p:spPr>
          <a:xfrm>
            <a:off x="7269480" y="3721608"/>
            <a:ext cx="182880" cy="182880"/>
          </a:xfrm>
          <a:prstGeom prst="ellipse">
            <a:avLst/>
          </a:prstGeom>
          <a:solidFill>
            <a:schemeClr val="bg2"/>
          </a:solidFill>
          <a:ln w="12700">
            <a:solidFill>
              <a:srgbClr val="4A5A70"/>
            </a:solidFill>
            <a:prstDash val="solid"/>
          </a:ln>
        </p:spPr>
      </p:sp>
      <p:sp>
        <p:nvSpPr>
          <p:cNvPr id="21" name="Shape 17"/>
          <p:cNvSpPr/>
          <p:nvPr/>
        </p:nvSpPr>
        <p:spPr>
          <a:xfrm>
            <a:off x="7818120" y="3721608"/>
            <a:ext cx="182880" cy="182880"/>
          </a:xfrm>
          <a:prstGeom prst="ellipse">
            <a:avLst/>
          </a:prstGeom>
          <a:solidFill>
            <a:schemeClr val="bg2"/>
          </a:solidFill>
          <a:ln w="12700">
            <a:solidFill>
              <a:srgbClr val="4A5A70"/>
            </a:solidFill>
            <a:prstDash val="solid"/>
          </a:ln>
        </p:spPr>
      </p:sp>
      <p:sp>
        <p:nvSpPr>
          <p:cNvPr id="22" name="Shape 18"/>
          <p:cNvSpPr/>
          <p:nvPr/>
        </p:nvSpPr>
        <p:spPr>
          <a:xfrm>
            <a:off x="8366760" y="3721608"/>
            <a:ext cx="182880" cy="182880"/>
          </a:xfrm>
          <a:prstGeom prst="ellipse">
            <a:avLst/>
          </a:prstGeom>
          <a:solidFill>
            <a:schemeClr val="bg2"/>
          </a:solidFill>
          <a:ln w="12700">
            <a:solidFill>
              <a:srgbClr val="4A5A70"/>
            </a:solidFill>
            <a:prstDash val="solid"/>
          </a:ln>
        </p:spPr>
      </p:sp>
      <p:sp>
        <p:nvSpPr>
          <p:cNvPr id="23" name="Shape 19"/>
          <p:cNvSpPr/>
          <p:nvPr/>
        </p:nvSpPr>
        <p:spPr>
          <a:xfrm>
            <a:off x="8915400" y="3721608"/>
            <a:ext cx="182880" cy="182880"/>
          </a:xfrm>
          <a:prstGeom prst="ellipse">
            <a:avLst/>
          </a:prstGeom>
          <a:solidFill>
            <a:schemeClr val="bg2"/>
          </a:solidFill>
          <a:ln w="12700">
            <a:solidFill>
              <a:srgbClr val="4A5A70"/>
            </a:solidFill>
            <a:prstDash val="solid"/>
          </a:ln>
        </p:spPr>
      </p:sp>
      <p:sp>
        <p:nvSpPr>
          <p:cNvPr id="24" name="Shape 20"/>
          <p:cNvSpPr/>
          <p:nvPr/>
        </p:nvSpPr>
        <p:spPr>
          <a:xfrm>
            <a:off x="9464040" y="3721608"/>
            <a:ext cx="182880" cy="182880"/>
          </a:xfrm>
          <a:prstGeom prst="ellipse">
            <a:avLst/>
          </a:prstGeom>
          <a:solidFill>
            <a:schemeClr val="bg2"/>
          </a:solidFill>
          <a:ln w="12700">
            <a:solidFill>
              <a:srgbClr val="4A5A70"/>
            </a:solidFill>
            <a:prstDash val="solid"/>
          </a:ln>
        </p:spPr>
      </p:sp>
      <p:sp>
        <p:nvSpPr>
          <p:cNvPr id="25" name="Shape 21"/>
          <p:cNvSpPr/>
          <p:nvPr/>
        </p:nvSpPr>
        <p:spPr>
          <a:xfrm>
            <a:off x="10012680" y="3721608"/>
            <a:ext cx="182880" cy="182880"/>
          </a:xfrm>
          <a:prstGeom prst="ellipse">
            <a:avLst/>
          </a:prstGeom>
          <a:solidFill>
            <a:schemeClr val="bg2"/>
          </a:solidFill>
          <a:ln w="12700">
            <a:solidFill>
              <a:srgbClr val="4A5A70"/>
            </a:solidFill>
            <a:prstDash val="solid"/>
          </a:ln>
        </p:spPr>
      </p:sp>
      <p:sp>
        <p:nvSpPr>
          <p:cNvPr id="26" name="Shape 22"/>
          <p:cNvSpPr/>
          <p:nvPr/>
        </p:nvSpPr>
        <p:spPr>
          <a:xfrm>
            <a:off x="10561320" y="3721608"/>
            <a:ext cx="182880" cy="182880"/>
          </a:xfrm>
          <a:prstGeom prst="ellipse">
            <a:avLst/>
          </a:prstGeom>
          <a:solidFill>
            <a:schemeClr val="bg2"/>
          </a:solidFill>
          <a:ln w="12700">
            <a:solidFill>
              <a:srgbClr val="4A5A70"/>
            </a:solidFill>
            <a:prstDash val="solid"/>
          </a:ln>
        </p:spPr>
      </p:sp>
      <p:sp>
        <p:nvSpPr>
          <p:cNvPr id="27" name="Shape 23"/>
          <p:cNvSpPr/>
          <p:nvPr/>
        </p:nvSpPr>
        <p:spPr>
          <a:xfrm>
            <a:off x="11109960" y="3721608"/>
            <a:ext cx="182880" cy="182880"/>
          </a:xfrm>
          <a:prstGeom prst="ellipse">
            <a:avLst/>
          </a:prstGeom>
          <a:solidFill>
            <a:schemeClr val="bg2"/>
          </a:solidFill>
          <a:ln w="12700">
            <a:solidFill>
              <a:srgbClr val="4A5A70"/>
            </a:solidFill>
            <a:prstDash val="solid"/>
          </a:ln>
        </p:spPr>
      </p:sp>
      <p:sp>
        <p:nvSpPr>
          <p:cNvPr id="28" name="Shape 24"/>
          <p:cNvSpPr/>
          <p:nvPr/>
        </p:nvSpPr>
        <p:spPr>
          <a:xfrm>
            <a:off x="548640" y="3675888"/>
            <a:ext cx="11091672" cy="118872"/>
          </a:xfrm>
          <a:prstGeom prst="roundRect">
            <a:avLst>
              <a:gd name="adj" fmla="val 46154"/>
            </a:avLst>
          </a:prstGeom>
          <a:solidFill>
            <a:schemeClr val="accent5"/>
          </a:solidFill>
          <a:ln w="12700">
            <a:solidFill>
              <a:srgbClr val="FFFFFF">
                <a:alpha val="0"/>
              </a:srgbClr>
            </a:solidFill>
            <a:prstDash val="solid"/>
          </a:ln>
        </p:spPr>
      </p:sp>
      <p:sp>
        <p:nvSpPr>
          <p:cNvPr id="29" name="Shape 25"/>
          <p:cNvSpPr/>
          <p:nvPr/>
        </p:nvSpPr>
        <p:spPr>
          <a:xfrm>
            <a:off x="548640" y="2734056"/>
            <a:ext cx="1645920" cy="914400"/>
          </a:xfrm>
          <a:prstGeom prst="roundRect">
            <a:avLst>
              <a:gd name="adj" fmla="val 10000"/>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30" name="Text 26"/>
          <p:cNvSpPr txBox="1"/>
          <p:nvPr/>
        </p:nvSpPr>
        <p:spPr>
          <a:xfrm>
            <a:off x="548640" y="2734056"/>
            <a:ext cx="1645920" cy="914400"/>
          </a:xfrm>
          <a:prstGeom prst="rect">
            <a:avLst/>
          </a:prstGeom>
          <a:noFill/>
          <a:ln/>
        </p:spPr>
        <p:txBody>
          <a:bodyPr wrap="square" lIns="0" tIns="0" rIns="0" bIns="0" rtlCol="0" anchor="ctr"/>
          <a:lstStyle/>
          <a:p>
            <a:pPr algn="ctr" indent="0" marL="0">
              <a:buNone/>
            </a:pPr>
            <a:r>
              <a:rPr lang="en-US" sz="2800" b="1" dirty="0">
                <a:solidFill>
                  <a:schemeClr val="bg1"/>
                </a:solidFill>
                <a:latin typeface="+mj-lt" pitchFamily="34" charset="0"/>
                <a:ea typeface="+mj-lt" pitchFamily="34" charset="-122"/>
                <a:cs typeface="+mj-lt" pitchFamily="34" charset="-120"/>
              </a:rPr>
              <a:t>LEVEN</a:t>
            </a:r>
            <a:endParaRPr lang="en-US" sz="2800" dirty="0"/>
          </a:p>
        </p:txBody>
      </p:sp>
      <p:sp>
        <p:nvSpPr>
          <p:cNvPr id="31" name="Shape 27"/>
          <p:cNvSpPr/>
          <p:nvPr/>
        </p:nvSpPr>
        <p:spPr>
          <a:xfrm>
            <a:off x="2514600" y="2240280"/>
            <a:ext cx="2173224" cy="1325880"/>
          </a:xfrm>
          <a:prstGeom prst="roundRect">
            <a:avLst>
              <a:gd name="adj" fmla="val 8276"/>
            </a:avLst>
          </a:prstGeom>
          <a:solidFill>
            <a:schemeClr val="bg1"/>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32" name="Shape 28"/>
          <p:cNvSpPr/>
          <p:nvPr/>
        </p:nvSpPr>
        <p:spPr>
          <a:xfrm>
            <a:off x="3326892" y="2350008"/>
            <a:ext cx="548640" cy="548640"/>
          </a:xfrm>
          <a:prstGeom prst="ellipse">
            <a:avLst/>
          </a:prstGeom>
          <a:solidFill>
            <a:schemeClr val="tx2"/>
          </a:solidFill>
          <a:ln w="12700">
            <a:solidFill>
              <a:srgbClr val="FFFFFF">
                <a:alpha val="0"/>
              </a:srgbClr>
            </a:solidFill>
            <a:prstDash val="solid"/>
          </a:ln>
        </p:spPr>
      </p:sp>
      <p:pic>
        <p:nvPicPr>
          <p:cNvPr id="33" name="Image 1" descr="Scissors">    </p:cNvPr>
          <p:cNvPicPr>
            <a:picLocks noChangeAspect="1"/>
          </p:cNvPicPr>
          <p:nvPr/>
        </p:nvPicPr>
        <p:blipFill>
          <a:blip r:embed="rId2"/>
          <a:stretch>
            <a:fillRect/>
          </a:stretch>
        </p:blipFill>
        <p:spPr>
          <a:xfrm>
            <a:off x="3458566" y="2481682"/>
            <a:ext cx="285293" cy="285293"/>
          </a:xfrm>
          <a:prstGeom prst="rect">
            <a:avLst/>
          </a:prstGeom>
        </p:spPr>
      </p:pic>
      <p:sp>
        <p:nvSpPr>
          <p:cNvPr id="34" name="Text 29"/>
          <p:cNvSpPr txBox="1"/>
          <p:nvPr/>
        </p:nvSpPr>
        <p:spPr>
          <a:xfrm>
            <a:off x="2587752" y="2935224"/>
            <a:ext cx="2026920" cy="576072"/>
          </a:xfrm>
          <a:prstGeom prst="rect">
            <a:avLst/>
          </a:prstGeom>
          <a:noFill/>
          <a:ln/>
        </p:spPr>
        <p:txBody>
          <a:bodyPr wrap="square" lIns="0" tIns="0" rIns="0" bIns="0" rtlCol="0" anchor="ctr"/>
          <a:lstStyle/>
          <a:p>
            <a:pPr algn="ctr" indent="0" marL="0">
              <a:buNone/>
            </a:pPr>
            <a:r>
              <a:rPr lang="en-US" sz="2400" b="1" dirty="0">
                <a:solidFill>
                  <a:schemeClr val="tx2"/>
                </a:solidFill>
              </a:rPr>
              <a:t>− en</a:t>
            </a:r>
            <a:endParaRPr lang="en-US" sz="2400" dirty="0"/>
          </a:p>
        </p:txBody>
      </p:sp>
      <p:sp>
        <p:nvSpPr>
          <p:cNvPr id="35" name="Text 30"/>
          <p:cNvSpPr txBox="1"/>
          <p:nvPr/>
        </p:nvSpPr>
        <p:spPr>
          <a:xfrm>
            <a:off x="2514600" y="3968496"/>
            <a:ext cx="2173224" cy="502920"/>
          </a:xfrm>
          <a:prstGeom prst="rect">
            <a:avLst/>
          </a:prstGeom>
          <a:noFill/>
          <a:ln/>
        </p:spPr>
        <p:txBody>
          <a:bodyPr wrap="square" lIns="0" tIns="0" rIns="0" bIns="0" rtlCol="0" anchor="ctr"/>
          <a:lstStyle/>
          <a:p>
            <a:pPr algn="ctr" indent="0" marL="0">
              <a:buNone/>
            </a:pPr>
            <a:r>
              <a:rPr lang="en-US" sz="2800" b="1" dirty="0">
                <a:solidFill>
                  <a:schemeClr val="accent5"/>
                </a:solidFill>
                <a:latin typeface="+mj-lt" pitchFamily="34" charset="0"/>
                <a:ea typeface="+mj-lt" pitchFamily="34" charset="-122"/>
                <a:cs typeface="+mj-lt" pitchFamily="34" charset="-120"/>
              </a:rPr>
              <a:t>lev</a:t>
            </a:r>
            <a:endParaRPr lang="en-US" sz="2800" dirty="0"/>
          </a:p>
        </p:txBody>
      </p:sp>
      <p:sp>
        <p:nvSpPr>
          <p:cNvPr id="36" name="Shape 31"/>
          <p:cNvSpPr/>
          <p:nvPr/>
        </p:nvSpPr>
        <p:spPr>
          <a:xfrm>
            <a:off x="5007864" y="2240280"/>
            <a:ext cx="2173224" cy="1325880"/>
          </a:xfrm>
          <a:prstGeom prst="roundRect">
            <a:avLst>
              <a:gd name="adj" fmla="val 8276"/>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37" name="Shape 32"/>
          <p:cNvSpPr/>
          <p:nvPr/>
        </p:nvSpPr>
        <p:spPr>
          <a:xfrm>
            <a:off x="5820156" y="2350008"/>
            <a:ext cx="548640" cy="548640"/>
          </a:xfrm>
          <a:prstGeom prst="ellipse">
            <a:avLst/>
          </a:prstGeom>
          <a:solidFill>
            <a:schemeClr val="accent1"/>
          </a:solidFill>
          <a:ln w="12700">
            <a:solidFill>
              <a:srgbClr val="FFFFFF">
                <a:alpha val="0"/>
              </a:srgbClr>
            </a:solidFill>
            <a:prstDash val="solid"/>
          </a:ln>
        </p:spPr>
      </p:sp>
      <p:pic>
        <p:nvPicPr>
          <p:cNvPr id="38" name="Image 2" descr="SyncAlt">    </p:cNvPr>
          <p:cNvPicPr>
            <a:picLocks noChangeAspect="1"/>
          </p:cNvPicPr>
          <p:nvPr/>
        </p:nvPicPr>
        <p:blipFill>
          <a:blip r:embed="rId3"/>
          <a:stretch>
            <a:fillRect/>
          </a:stretch>
        </p:blipFill>
        <p:spPr>
          <a:xfrm>
            <a:off x="5951830" y="2481682"/>
            <a:ext cx="285293" cy="285293"/>
          </a:xfrm>
          <a:prstGeom prst="rect">
            <a:avLst/>
          </a:prstGeom>
        </p:spPr>
      </p:pic>
      <p:sp>
        <p:nvSpPr>
          <p:cNvPr id="39" name="Text 33"/>
          <p:cNvSpPr txBox="1"/>
          <p:nvPr/>
        </p:nvSpPr>
        <p:spPr>
          <a:xfrm>
            <a:off x="5081016" y="2935224"/>
            <a:ext cx="2026920" cy="576072"/>
          </a:xfrm>
          <a:prstGeom prst="rect">
            <a:avLst/>
          </a:prstGeom>
          <a:noFill/>
          <a:ln/>
        </p:spPr>
        <p:txBody>
          <a:bodyPr wrap="square" lIns="0" tIns="0" rIns="0" bIns="0" rtlCol="0" anchor="ctr"/>
          <a:lstStyle/>
          <a:p>
            <a:pPr algn="ctr" indent="0" marL="0">
              <a:buNone/>
            </a:pPr>
            <a:r>
              <a:rPr lang="en-US" sz="2400" b="1" dirty="0">
                <a:solidFill>
                  <a:schemeClr val="accent1"/>
                </a:solidFill>
              </a:rPr>
              <a:t>v → f</a:t>
            </a:r>
            <a:endParaRPr lang="en-US" sz="2400" dirty="0"/>
          </a:p>
        </p:txBody>
      </p:sp>
      <p:sp>
        <p:nvSpPr>
          <p:cNvPr id="40" name="Text 34"/>
          <p:cNvSpPr txBox="1"/>
          <p:nvPr/>
        </p:nvSpPr>
        <p:spPr>
          <a:xfrm>
            <a:off x="6614160" y="2368296"/>
            <a:ext cx="457200" cy="45720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V</a:t>
            </a:r>
            <a:endParaRPr lang="en-US" sz="2200" dirty="0"/>
          </a:p>
        </p:txBody>
      </p:sp>
      <p:pic>
        <p:nvPicPr>
          <p:cNvPr id="41" name="Image 3" descr="Ban">    </p:cNvPr>
          <p:cNvPicPr>
            <a:picLocks noChangeAspect="1"/>
          </p:cNvPicPr>
          <p:nvPr/>
        </p:nvPicPr>
        <p:blipFill>
          <a:blip r:embed="rId4"/>
          <a:stretch>
            <a:fillRect/>
          </a:stretch>
        </p:blipFill>
        <p:spPr>
          <a:xfrm>
            <a:off x="6614160" y="2368296"/>
            <a:ext cx="457200" cy="457200"/>
          </a:xfrm>
          <a:prstGeom prst="rect">
            <a:avLst/>
          </a:prstGeom>
        </p:spPr>
      </p:pic>
      <p:sp>
        <p:nvSpPr>
          <p:cNvPr id="42" name="Text 35"/>
          <p:cNvSpPr txBox="1"/>
          <p:nvPr/>
        </p:nvSpPr>
        <p:spPr>
          <a:xfrm>
            <a:off x="5007864" y="3968496"/>
            <a:ext cx="2173224" cy="502920"/>
          </a:xfrm>
          <a:prstGeom prst="rect">
            <a:avLst/>
          </a:prstGeom>
          <a:noFill/>
          <a:ln/>
        </p:spPr>
        <p:txBody>
          <a:bodyPr wrap="square" lIns="0" tIns="0" rIns="0" bIns="0" rtlCol="0" anchor="ctr"/>
          <a:lstStyle/>
          <a:p>
            <a:pPr algn="ctr" indent="0" marL="0">
              <a:buNone/>
            </a:pPr>
            <a:r>
              <a:rPr lang="en-US" sz="2800" b="1" dirty="0">
                <a:solidFill>
                  <a:schemeClr val="accent5"/>
                </a:solidFill>
                <a:latin typeface="+mj-lt" pitchFamily="34" charset="0"/>
                <a:ea typeface="+mj-lt" pitchFamily="34" charset="-122"/>
                <a:cs typeface="+mj-lt" pitchFamily="34" charset="-120"/>
              </a:rPr>
              <a:t>le</a:t>
            </a:r>
            <a:r>
              <a:rPr lang="en-US" sz="2800" b="1" dirty="0">
                <a:solidFill>
                  <a:schemeClr val="accent1"/>
                </a:solidFill>
                <a:latin typeface="+mj-lt" pitchFamily="34" charset="0"/>
                <a:ea typeface="+mj-lt" pitchFamily="34" charset="-122"/>
                <a:cs typeface="+mj-lt" pitchFamily="34" charset="-120"/>
              </a:rPr>
              <a:t>f</a:t>
            </a:r>
            <a:endParaRPr lang="en-US" sz="2800" dirty="0"/>
          </a:p>
        </p:txBody>
      </p:sp>
      <p:sp>
        <p:nvSpPr>
          <p:cNvPr id="43" name="Shape 36"/>
          <p:cNvSpPr/>
          <p:nvPr/>
        </p:nvSpPr>
        <p:spPr>
          <a:xfrm>
            <a:off x="7501128" y="2240280"/>
            <a:ext cx="2173224" cy="1325880"/>
          </a:xfrm>
          <a:prstGeom prst="roundRect">
            <a:avLst>
              <a:gd name="adj" fmla="val 8276"/>
            </a:avLst>
          </a:prstGeom>
          <a:solidFill>
            <a:schemeClr val="bg1"/>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44" name="Shape 37"/>
          <p:cNvSpPr/>
          <p:nvPr/>
        </p:nvSpPr>
        <p:spPr>
          <a:xfrm>
            <a:off x="8313420" y="2350008"/>
            <a:ext cx="548640" cy="548640"/>
          </a:xfrm>
          <a:prstGeom prst="ellipse">
            <a:avLst/>
          </a:prstGeom>
          <a:solidFill>
            <a:schemeClr val="accent3"/>
          </a:solidFill>
          <a:ln w="12700">
            <a:solidFill>
              <a:srgbClr val="FFFFFF">
                <a:alpha val="0"/>
              </a:srgbClr>
            </a:solidFill>
            <a:prstDash val="solid"/>
          </a:ln>
        </p:spPr>
      </p:sp>
      <p:pic>
        <p:nvPicPr>
          <p:cNvPr id="45" name="Image 4" descr="RulerHorizontal">    </p:cNvPr>
          <p:cNvPicPr>
            <a:picLocks noChangeAspect="1"/>
          </p:cNvPicPr>
          <p:nvPr/>
        </p:nvPicPr>
        <p:blipFill>
          <a:blip r:embed="rId5"/>
          <a:stretch>
            <a:fillRect/>
          </a:stretch>
        </p:blipFill>
        <p:spPr>
          <a:xfrm>
            <a:off x="8445094" y="2481682"/>
            <a:ext cx="285293" cy="285293"/>
          </a:xfrm>
          <a:prstGeom prst="rect">
            <a:avLst/>
          </a:prstGeom>
        </p:spPr>
      </p:pic>
      <p:sp>
        <p:nvSpPr>
          <p:cNvPr id="46" name="Text 38"/>
          <p:cNvSpPr txBox="1"/>
          <p:nvPr/>
        </p:nvSpPr>
        <p:spPr>
          <a:xfrm>
            <a:off x="7574280" y="2935224"/>
            <a:ext cx="2026920" cy="576072"/>
          </a:xfrm>
          <a:prstGeom prst="rect">
            <a:avLst/>
          </a:prstGeom>
          <a:noFill/>
          <a:ln/>
        </p:spPr>
        <p:txBody>
          <a:bodyPr wrap="square" lIns="0" tIns="0" rIns="0" bIns="0" rtlCol="0" anchor="ctr"/>
          <a:lstStyle/>
          <a:p>
            <a:pPr algn="ctr" indent="0" marL="0">
              <a:buNone/>
            </a:pPr>
            <a:r>
              <a:rPr lang="en-US" sz="1700" b="1" dirty="0">
                <a:solidFill>
                  <a:schemeClr val="accent3"/>
                </a:solidFill>
              </a:rPr>
              <a:t>voyelle longue ?</a:t>
            </a:r>
            <a:endParaRPr lang="en-US" sz="1700" dirty="0"/>
          </a:p>
          <a:p>
            <a:pPr algn="ctr" indent="0" marL="0">
              <a:buNone/>
            </a:pPr>
            <a:r>
              <a:rPr lang="en-US" sz="1700" b="1" dirty="0">
                <a:solidFill>
                  <a:schemeClr val="accent3"/>
                </a:solidFill>
              </a:rPr>
              <a:t>je double</a:t>
            </a:r>
            <a:endParaRPr lang="en-US" sz="1700" dirty="0"/>
          </a:p>
        </p:txBody>
      </p:sp>
      <p:sp>
        <p:nvSpPr>
          <p:cNvPr id="47" name="Text 39"/>
          <p:cNvSpPr txBox="1"/>
          <p:nvPr/>
        </p:nvSpPr>
        <p:spPr>
          <a:xfrm>
            <a:off x="7501128" y="3968496"/>
            <a:ext cx="2173224" cy="502920"/>
          </a:xfrm>
          <a:prstGeom prst="rect">
            <a:avLst/>
          </a:prstGeom>
          <a:noFill/>
          <a:ln/>
        </p:spPr>
        <p:txBody>
          <a:bodyPr wrap="square" lIns="0" tIns="0" rIns="0" bIns="0" rtlCol="0" anchor="ctr"/>
          <a:lstStyle/>
          <a:p>
            <a:pPr algn="ctr" indent="0" marL="0">
              <a:buNone/>
            </a:pPr>
            <a:r>
              <a:rPr lang="en-US" sz="2800" b="1" dirty="0">
                <a:solidFill>
                  <a:schemeClr val="accent5"/>
                </a:solidFill>
                <a:latin typeface="+mj-lt" pitchFamily="34" charset="0"/>
                <a:ea typeface="+mj-lt" pitchFamily="34" charset="-122"/>
                <a:cs typeface="+mj-lt" pitchFamily="34" charset="-120"/>
              </a:rPr>
              <a:t>l</a:t>
            </a:r>
            <a:r>
              <a:rPr lang="en-US" sz="2800" b="1" dirty="0">
                <a:solidFill>
                  <a:schemeClr val="accent3"/>
                </a:solidFill>
                <a:latin typeface="+mj-lt" pitchFamily="34" charset="0"/>
                <a:ea typeface="+mj-lt" pitchFamily="34" charset="-122"/>
                <a:cs typeface="+mj-lt" pitchFamily="34" charset="-120"/>
              </a:rPr>
              <a:t>ee</a:t>
            </a:r>
            <a:r>
              <a:rPr lang="en-US" sz="2800" b="1" dirty="0">
                <a:solidFill>
                  <a:schemeClr val="accent5"/>
                </a:solidFill>
                <a:latin typeface="+mj-lt" pitchFamily="34" charset="0"/>
                <a:ea typeface="+mj-lt" pitchFamily="34" charset="-122"/>
                <a:cs typeface="+mj-lt" pitchFamily="34" charset="-120"/>
              </a:rPr>
              <a:t>f</a:t>
            </a:r>
            <a:endParaRPr lang="en-US" sz="2800" dirty="0"/>
          </a:p>
        </p:txBody>
      </p:sp>
      <p:sp>
        <p:nvSpPr>
          <p:cNvPr id="48" name="Shape 40"/>
          <p:cNvSpPr/>
          <p:nvPr/>
        </p:nvSpPr>
        <p:spPr>
          <a:xfrm>
            <a:off x="2249424" y="3191256"/>
            <a:ext cx="210312" cy="914"/>
          </a:xfrm>
          <a:prstGeom prst="line">
            <a:avLst/>
          </a:prstGeom>
          <a:noFill/>
          <a:ln w="31750">
            <a:solidFill>
              <a:srgbClr val="D9700F"/>
            </a:solidFill>
            <a:prstDash val="solid"/>
            <a:tailEnd type="triangle"/>
          </a:ln>
        </p:spPr>
      </p:sp>
      <p:sp>
        <p:nvSpPr>
          <p:cNvPr id="49" name="Shape 41"/>
          <p:cNvSpPr/>
          <p:nvPr/>
        </p:nvSpPr>
        <p:spPr>
          <a:xfrm>
            <a:off x="4742688" y="3191256"/>
            <a:ext cx="210312" cy="914"/>
          </a:xfrm>
          <a:prstGeom prst="line">
            <a:avLst/>
          </a:prstGeom>
          <a:noFill/>
          <a:ln w="31750">
            <a:solidFill>
              <a:srgbClr val="D9700F"/>
            </a:solidFill>
            <a:prstDash val="solid"/>
            <a:tailEnd type="triangle"/>
          </a:ln>
        </p:spPr>
      </p:sp>
      <p:sp>
        <p:nvSpPr>
          <p:cNvPr id="50" name="Shape 42"/>
          <p:cNvSpPr/>
          <p:nvPr/>
        </p:nvSpPr>
        <p:spPr>
          <a:xfrm>
            <a:off x="7235952" y="3191256"/>
            <a:ext cx="210312" cy="914"/>
          </a:xfrm>
          <a:prstGeom prst="line">
            <a:avLst/>
          </a:prstGeom>
          <a:noFill/>
          <a:ln w="31750">
            <a:solidFill>
              <a:srgbClr val="D9700F"/>
            </a:solidFill>
            <a:prstDash val="solid"/>
            <a:tailEnd type="triangle"/>
          </a:ln>
        </p:spPr>
      </p:sp>
      <p:sp>
        <p:nvSpPr>
          <p:cNvPr id="51" name="Shape 43"/>
          <p:cNvSpPr/>
          <p:nvPr/>
        </p:nvSpPr>
        <p:spPr>
          <a:xfrm>
            <a:off x="9729216" y="3191256"/>
            <a:ext cx="210312" cy="914"/>
          </a:xfrm>
          <a:prstGeom prst="line">
            <a:avLst/>
          </a:prstGeom>
          <a:noFill/>
          <a:ln w="31750">
            <a:solidFill>
              <a:srgbClr val="D9700F"/>
            </a:solidFill>
            <a:prstDash val="solid"/>
            <a:tailEnd type="triangle"/>
          </a:ln>
        </p:spPr>
      </p:sp>
      <p:sp>
        <p:nvSpPr>
          <p:cNvPr id="52" name="Shape 44"/>
          <p:cNvSpPr/>
          <p:nvPr/>
        </p:nvSpPr>
        <p:spPr>
          <a:xfrm>
            <a:off x="9994392" y="2734056"/>
            <a:ext cx="1645920" cy="914400"/>
          </a:xfrm>
          <a:prstGeom prst="roundRect">
            <a:avLst>
              <a:gd name="adj" fmla="val 10000"/>
            </a:avLst>
          </a:prstGeom>
          <a:solidFill>
            <a:schemeClr val="accent3"/>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53" name="Text 45"/>
          <p:cNvSpPr txBox="1"/>
          <p:nvPr/>
        </p:nvSpPr>
        <p:spPr>
          <a:xfrm>
            <a:off x="9994392" y="2734056"/>
            <a:ext cx="1645920" cy="914400"/>
          </a:xfrm>
          <a:prstGeom prst="rect">
            <a:avLst/>
          </a:prstGeom>
          <a:no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LEEF</a:t>
            </a:r>
            <a:endParaRPr lang="en-US" sz="3000" dirty="0"/>
          </a:p>
        </p:txBody>
      </p:sp>
      <p:sp>
        <p:nvSpPr>
          <p:cNvPr id="54" name="Shape 46"/>
          <p:cNvSpPr/>
          <p:nvPr/>
        </p:nvSpPr>
        <p:spPr>
          <a:xfrm>
            <a:off x="11365992" y="2551176"/>
            <a:ext cx="384048" cy="384048"/>
          </a:xfrm>
          <a:prstGeom prst="ellipse">
            <a:avLst/>
          </a:prstGeom>
          <a:solidFill>
            <a:srgbClr val="FFFFFF"/>
          </a:solidFill>
          <a:ln w="19050">
            <a:solidFill>
              <a:srgbClr val="2E7D4F"/>
            </a:solidFill>
            <a:prstDash val="solid"/>
          </a:ln>
        </p:spPr>
      </p:sp>
      <p:pic>
        <p:nvPicPr>
          <p:cNvPr id="55" name="Image 5" descr="Check">    </p:cNvPr>
          <p:cNvPicPr>
            <a:picLocks noChangeAspect="1"/>
          </p:cNvPicPr>
          <p:nvPr/>
        </p:nvPicPr>
        <p:blipFill>
          <a:blip r:embed="rId6"/>
          <a:stretch>
            <a:fillRect/>
          </a:stretch>
        </p:blipFill>
        <p:spPr>
          <a:xfrm>
            <a:off x="11448288" y="2633472"/>
            <a:ext cx="219456" cy="219456"/>
          </a:xfrm>
          <a:prstGeom prst="rect">
            <a:avLst/>
          </a:prstGeom>
        </p:spPr>
      </p:pic>
      <p:sp>
        <p:nvSpPr>
          <p:cNvPr id="56" name="Text 47"/>
          <p:cNvSpPr txBox="1"/>
          <p:nvPr/>
        </p:nvSpPr>
        <p:spPr>
          <a:xfrm>
            <a:off x="9902952" y="3922776"/>
            <a:ext cx="1828800" cy="640080"/>
          </a:xfrm>
          <a:prstGeom prst="rect">
            <a:avLst/>
          </a:prstGeom>
          <a:noFill/>
          <a:ln/>
        </p:spPr>
        <p:txBody>
          <a:bodyPr wrap="square" lIns="0" tIns="0" rIns="0" bIns="0" rtlCol="0" anchor="t"/>
          <a:lstStyle/>
          <a:p>
            <a:pPr algn="ctr" indent="0" marL="0">
              <a:buNone/>
            </a:pPr>
            <a:r>
              <a:rPr lang="en-US" sz="1700" b="1" dirty="0">
                <a:solidFill>
                  <a:schemeClr val="tx1"/>
                </a:solidFill>
              </a:rPr>
              <a:t>ik leef</a:t>
            </a:r>
            <a:endParaRPr lang="en-US" sz="1700" dirty="0"/>
          </a:p>
          <a:p>
            <a:pPr algn="ctr" indent="0" marL="0">
              <a:buNone/>
            </a:pPr>
            <a:r>
              <a:rPr lang="en-US" sz="1700" b="1" i="1" dirty="0">
                <a:solidFill>
                  <a:schemeClr val="tx1"/>
                </a:solidFill>
              </a:rPr>
              <a:t>(vivre)</a:t>
            </a:r>
            <a:endParaRPr lang="en-US" sz="1700" dirty="0"/>
          </a:p>
        </p:txBody>
      </p:sp>
      <p:sp>
        <p:nvSpPr>
          <p:cNvPr id="57" name="Shape 48"/>
          <p:cNvSpPr/>
          <p:nvPr/>
        </p:nvSpPr>
        <p:spPr>
          <a:xfrm>
            <a:off x="548640" y="4937760"/>
            <a:ext cx="2601468" cy="1325880"/>
          </a:xfrm>
          <a:prstGeom prst="roundRect">
            <a:avLst>
              <a:gd name="adj" fmla="val 5517"/>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8" name="Shape 49"/>
          <p:cNvSpPr/>
          <p:nvPr/>
        </p:nvSpPr>
        <p:spPr>
          <a:xfrm>
            <a:off x="685800" y="5120640"/>
            <a:ext cx="960120" cy="960120"/>
          </a:xfrm>
          <a:prstGeom prst="roundRect">
            <a:avLst>
              <a:gd name="adj" fmla="val 11429"/>
            </a:avLst>
          </a:prstGeom>
          <a:solidFill>
            <a:srgbClr val="FFFFFF"/>
          </a:solidFill>
          <a:ln w="15875">
            <a:solidFill>
              <a:srgbClr val="2E7D4F"/>
            </a:solidFill>
            <a:prstDash val="solid"/>
          </a:ln>
        </p:spPr>
      </p:sp>
      <p:pic>
        <p:nvPicPr>
          <p:cNvPr id="59" name="Image 6" descr="wrapped gift">    </p:cNvPr>
          <p:cNvPicPr>
            <a:picLocks noChangeAspect="1"/>
          </p:cNvPicPr>
          <p:nvPr/>
        </p:nvPicPr>
        <p:blipFill>
          <a:blip r:embed="rId7"/>
          <a:stretch>
            <a:fillRect/>
          </a:stretch>
        </p:blipFill>
        <p:spPr>
          <a:xfrm>
            <a:off x="868680" y="5303520"/>
            <a:ext cx="594360" cy="594360"/>
          </a:xfrm>
          <a:prstGeom prst="rect">
            <a:avLst/>
          </a:prstGeom>
        </p:spPr>
      </p:pic>
      <p:sp>
        <p:nvSpPr>
          <p:cNvPr id="60" name="Text 50"/>
          <p:cNvSpPr txBox="1"/>
          <p:nvPr/>
        </p:nvSpPr>
        <p:spPr>
          <a:xfrm>
            <a:off x="1783080" y="5047488"/>
            <a:ext cx="1275588" cy="384048"/>
          </a:xfrm>
          <a:prstGeom prst="rect">
            <a:avLst/>
          </a:prstGeom>
          <a:noFill/>
          <a:ln/>
        </p:spPr>
        <p:txBody>
          <a:bodyPr wrap="square" lIns="0" tIns="0" rIns="0" bIns="0" rtlCol="0" anchor="ctr"/>
          <a:lstStyle/>
          <a:p>
            <a:pPr algn="l" indent="0" marL="0">
              <a:buNone/>
            </a:pPr>
            <a:r>
              <a:rPr lang="en-US" sz="1900" b="1" dirty="0">
                <a:solidFill>
                  <a:schemeClr val="tx1"/>
                </a:solidFill>
              </a:rPr>
              <a:t>geven</a:t>
            </a:r>
            <a:endParaRPr lang="en-US" sz="1900" dirty="0"/>
          </a:p>
        </p:txBody>
      </p:sp>
      <p:sp>
        <p:nvSpPr>
          <p:cNvPr id="61" name="Text 51"/>
          <p:cNvSpPr txBox="1"/>
          <p:nvPr/>
        </p:nvSpPr>
        <p:spPr>
          <a:xfrm>
            <a:off x="1783080" y="5413248"/>
            <a:ext cx="1275588" cy="384048"/>
          </a:xfrm>
          <a:prstGeom prst="rect">
            <a:avLst/>
          </a:prstGeom>
          <a:noFill/>
          <a:ln/>
        </p:spPr>
        <p:txBody>
          <a:bodyPr wrap="square" lIns="0" tIns="0" rIns="0" bIns="0" rtlCol="0" anchor="ctr"/>
          <a:lstStyle/>
          <a:p>
            <a:pPr algn="l" indent="0" marL="0">
              <a:buNone/>
            </a:pPr>
            <a:r>
              <a:rPr lang="en-US" sz="1900" dirty="0">
                <a:solidFill>
                  <a:schemeClr val="tx1"/>
                </a:solidFill>
              </a:rPr>
              <a:t>ik gee</a:t>
            </a:r>
            <a:r>
              <a:rPr lang="en-US" sz="1900" b="1" dirty="0">
                <a:solidFill>
                  <a:schemeClr val="accent1"/>
                </a:solidFill>
              </a:rPr>
              <a:t>f</a:t>
            </a:r>
            <a:endParaRPr lang="en-US" sz="1900" dirty="0"/>
          </a:p>
        </p:txBody>
      </p:sp>
      <p:sp>
        <p:nvSpPr>
          <p:cNvPr id="62" name="Text 52"/>
          <p:cNvSpPr txBox="1"/>
          <p:nvPr/>
        </p:nvSpPr>
        <p:spPr>
          <a:xfrm>
            <a:off x="1783080" y="5806440"/>
            <a:ext cx="1275588" cy="320040"/>
          </a:xfrm>
          <a:prstGeom prst="rect">
            <a:avLst/>
          </a:prstGeom>
          <a:noFill/>
          <a:ln/>
        </p:spPr>
        <p:txBody>
          <a:bodyPr wrap="square" lIns="0" tIns="0" rIns="0" bIns="0" rtlCol="0" anchor="ctr"/>
          <a:lstStyle/>
          <a:p>
            <a:pPr algn="l" indent="0" marL="0">
              <a:buNone/>
            </a:pPr>
            <a:r>
              <a:rPr lang="en-US" sz="1400" i="1" dirty="0">
                <a:solidFill>
                  <a:schemeClr val="accent5"/>
                </a:solidFill>
              </a:rPr>
              <a:t>donner</a:t>
            </a:r>
            <a:endParaRPr lang="en-US" sz="1400" dirty="0"/>
          </a:p>
        </p:txBody>
      </p:sp>
      <p:sp>
        <p:nvSpPr>
          <p:cNvPr id="63" name="Shape 53"/>
          <p:cNvSpPr/>
          <p:nvPr/>
        </p:nvSpPr>
        <p:spPr>
          <a:xfrm>
            <a:off x="3378708" y="4937760"/>
            <a:ext cx="2601468" cy="1325880"/>
          </a:xfrm>
          <a:prstGeom prst="roundRect">
            <a:avLst>
              <a:gd name="adj" fmla="val 5517"/>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4" name="Shape 54"/>
          <p:cNvSpPr/>
          <p:nvPr/>
        </p:nvSpPr>
        <p:spPr>
          <a:xfrm>
            <a:off x="3515868" y="5120640"/>
            <a:ext cx="960120" cy="960120"/>
          </a:xfrm>
          <a:prstGeom prst="roundRect">
            <a:avLst>
              <a:gd name="adj" fmla="val 11429"/>
            </a:avLst>
          </a:prstGeom>
          <a:solidFill>
            <a:srgbClr val="FFFFFF"/>
          </a:solidFill>
          <a:ln w="15875">
            <a:solidFill>
              <a:srgbClr val="2E7D4F"/>
            </a:solidFill>
            <a:prstDash val="solid"/>
          </a:ln>
        </p:spPr>
      </p:sp>
      <p:pic>
        <p:nvPicPr>
          <p:cNvPr id="65" name="Image 7" descr="writing hand">    </p:cNvPr>
          <p:cNvPicPr>
            <a:picLocks noChangeAspect="1"/>
          </p:cNvPicPr>
          <p:nvPr/>
        </p:nvPicPr>
        <p:blipFill>
          <a:blip r:embed="rId8"/>
          <a:stretch>
            <a:fillRect/>
          </a:stretch>
        </p:blipFill>
        <p:spPr>
          <a:xfrm>
            <a:off x="3698748" y="5303520"/>
            <a:ext cx="594360" cy="594360"/>
          </a:xfrm>
          <a:prstGeom prst="rect">
            <a:avLst/>
          </a:prstGeom>
        </p:spPr>
      </p:pic>
      <p:sp>
        <p:nvSpPr>
          <p:cNvPr id="66" name="Text 55"/>
          <p:cNvSpPr txBox="1"/>
          <p:nvPr/>
        </p:nvSpPr>
        <p:spPr>
          <a:xfrm>
            <a:off x="4613148" y="5047488"/>
            <a:ext cx="1275588" cy="384048"/>
          </a:xfrm>
          <a:prstGeom prst="rect">
            <a:avLst/>
          </a:prstGeom>
          <a:noFill/>
          <a:ln/>
        </p:spPr>
        <p:txBody>
          <a:bodyPr wrap="square" lIns="0" tIns="0" rIns="0" bIns="0" rtlCol="0" anchor="ctr"/>
          <a:lstStyle/>
          <a:p>
            <a:pPr algn="l" indent="0" marL="0">
              <a:buNone/>
            </a:pPr>
            <a:r>
              <a:rPr lang="en-US" sz="1900" b="1" dirty="0">
                <a:solidFill>
                  <a:schemeClr val="tx1"/>
                </a:solidFill>
              </a:rPr>
              <a:t>schrijven</a:t>
            </a:r>
            <a:endParaRPr lang="en-US" sz="1900" dirty="0"/>
          </a:p>
        </p:txBody>
      </p:sp>
      <p:sp>
        <p:nvSpPr>
          <p:cNvPr id="67" name="Text 56"/>
          <p:cNvSpPr txBox="1"/>
          <p:nvPr/>
        </p:nvSpPr>
        <p:spPr>
          <a:xfrm>
            <a:off x="4613148" y="5413248"/>
            <a:ext cx="1275588" cy="384048"/>
          </a:xfrm>
          <a:prstGeom prst="rect">
            <a:avLst/>
          </a:prstGeom>
          <a:noFill/>
          <a:ln/>
        </p:spPr>
        <p:txBody>
          <a:bodyPr wrap="square" lIns="0" tIns="0" rIns="0" bIns="0" rtlCol="0" anchor="ctr"/>
          <a:lstStyle/>
          <a:p>
            <a:pPr algn="l" indent="0" marL="0">
              <a:buNone/>
            </a:pPr>
            <a:r>
              <a:rPr lang="en-US" sz="1900" dirty="0">
                <a:solidFill>
                  <a:schemeClr val="tx1"/>
                </a:solidFill>
              </a:rPr>
              <a:t>ik schrij</a:t>
            </a:r>
            <a:r>
              <a:rPr lang="en-US" sz="1900" b="1" dirty="0">
                <a:solidFill>
                  <a:schemeClr val="accent1"/>
                </a:solidFill>
              </a:rPr>
              <a:t>f</a:t>
            </a:r>
            <a:endParaRPr lang="en-US" sz="1900" dirty="0"/>
          </a:p>
        </p:txBody>
      </p:sp>
      <p:sp>
        <p:nvSpPr>
          <p:cNvPr id="68" name="Text 57"/>
          <p:cNvSpPr txBox="1"/>
          <p:nvPr/>
        </p:nvSpPr>
        <p:spPr>
          <a:xfrm>
            <a:off x="4613148" y="5806440"/>
            <a:ext cx="1275588" cy="320040"/>
          </a:xfrm>
          <a:prstGeom prst="rect">
            <a:avLst/>
          </a:prstGeom>
          <a:noFill/>
          <a:ln/>
        </p:spPr>
        <p:txBody>
          <a:bodyPr wrap="square" lIns="0" tIns="0" rIns="0" bIns="0" rtlCol="0" anchor="ctr"/>
          <a:lstStyle/>
          <a:p>
            <a:pPr algn="l" indent="0" marL="0">
              <a:buNone/>
            </a:pPr>
            <a:r>
              <a:rPr lang="en-US" sz="1400" i="1" dirty="0">
                <a:solidFill>
                  <a:schemeClr val="accent5"/>
                </a:solidFill>
              </a:rPr>
              <a:t>écrire</a:t>
            </a:r>
            <a:endParaRPr lang="en-US" sz="1400" dirty="0"/>
          </a:p>
        </p:txBody>
      </p:sp>
      <p:sp>
        <p:nvSpPr>
          <p:cNvPr id="69" name="Shape 58"/>
          <p:cNvSpPr/>
          <p:nvPr/>
        </p:nvSpPr>
        <p:spPr>
          <a:xfrm>
            <a:off x="6208776" y="4937760"/>
            <a:ext cx="2601468" cy="1325880"/>
          </a:xfrm>
          <a:prstGeom prst="roundRect">
            <a:avLst>
              <a:gd name="adj" fmla="val 5517"/>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70" name="Shape 59"/>
          <p:cNvSpPr/>
          <p:nvPr/>
        </p:nvSpPr>
        <p:spPr>
          <a:xfrm>
            <a:off x="6345936" y="5120640"/>
            <a:ext cx="960120" cy="960120"/>
          </a:xfrm>
          <a:prstGeom prst="roundRect">
            <a:avLst>
              <a:gd name="adj" fmla="val 11429"/>
            </a:avLst>
          </a:prstGeom>
          <a:solidFill>
            <a:srgbClr val="FFFFFF"/>
          </a:solidFill>
          <a:ln w="15875">
            <a:solidFill>
              <a:srgbClr val="2E7D4F"/>
            </a:solidFill>
            <a:prstDash val="solid"/>
          </a:ln>
        </p:spPr>
      </p:sp>
      <p:pic>
        <p:nvPicPr>
          <p:cNvPr id="71" name="Image 8" descr="house">    </p:cNvPr>
          <p:cNvPicPr>
            <a:picLocks noChangeAspect="1"/>
          </p:cNvPicPr>
          <p:nvPr/>
        </p:nvPicPr>
        <p:blipFill>
          <a:blip r:embed="rId9"/>
          <a:stretch>
            <a:fillRect/>
          </a:stretch>
        </p:blipFill>
        <p:spPr>
          <a:xfrm>
            <a:off x="6528816" y="5303520"/>
            <a:ext cx="594360" cy="594360"/>
          </a:xfrm>
          <a:prstGeom prst="rect">
            <a:avLst/>
          </a:prstGeom>
        </p:spPr>
      </p:pic>
      <p:sp>
        <p:nvSpPr>
          <p:cNvPr id="72" name="Text 60"/>
          <p:cNvSpPr txBox="1"/>
          <p:nvPr/>
        </p:nvSpPr>
        <p:spPr>
          <a:xfrm>
            <a:off x="7443216" y="5047488"/>
            <a:ext cx="1275588" cy="384048"/>
          </a:xfrm>
          <a:prstGeom prst="rect">
            <a:avLst/>
          </a:prstGeom>
          <a:noFill/>
          <a:ln/>
        </p:spPr>
        <p:txBody>
          <a:bodyPr wrap="square" lIns="0" tIns="0" rIns="0" bIns="0" rtlCol="0" anchor="ctr"/>
          <a:lstStyle/>
          <a:p>
            <a:pPr algn="l" indent="0" marL="0">
              <a:buNone/>
            </a:pPr>
            <a:r>
              <a:rPr lang="en-US" sz="1900" b="1" dirty="0">
                <a:solidFill>
                  <a:schemeClr val="tx1"/>
                </a:solidFill>
              </a:rPr>
              <a:t>blijven</a:t>
            </a:r>
            <a:endParaRPr lang="en-US" sz="1900" dirty="0"/>
          </a:p>
        </p:txBody>
      </p:sp>
      <p:sp>
        <p:nvSpPr>
          <p:cNvPr id="73" name="Text 61"/>
          <p:cNvSpPr txBox="1"/>
          <p:nvPr/>
        </p:nvSpPr>
        <p:spPr>
          <a:xfrm>
            <a:off x="7443216" y="5413248"/>
            <a:ext cx="1275588" cy="384048"/>
          </a:xfrm>
          <a:prstGeom prst="rect">
            <a:avLst/>
          </a:prstGeom>
          <a:noFill/>
          <a:ln/>
        </p:spPr>
        <p:txBody>
          <a:bodyPr wrap="square" lIns="0" tIns="0" rIns="0" bIns="0" rtlCol="0" anchor="ctr"/>
          <a:lstStyle/>
          <a:p>
            <a:pPr algn="l" indent="0" marL="0">
              <a:buNone/>
            </a:pPr>
            <a:r>
              <a:rPr lang="en-US" sz="1900" dirty="0">
                <a:solidFill>
                  <a:schemeClr val="tx1"/>
                </a:solidFill>
              </a:rPr>
              <a:t>ik blij</a:t>
            </a:r>
            <a:r>
              <a:rPr lang="en-US" sz="1900" b="1" dirty="0">
                <a:solidFill>
                  <a:schemeClr val="accent1"/>
                </a:solidFill>
              </a:rPr>
              <a:t>f</a:t>
            </a:r>
            <a:endParaRPr lang="en-US" sz="1900" dirty="0"/>
          </a:p>
        </p:txBody>
      </p:sp>
      <p:sp>
        <p:nvSpPr>
          <p:cNvPr id="74" name="Text 62"/>
          <p:cNvSpPr txBox="1"/>
          <p:nvPr/>
        </p:nvSpPr>
        <p:spPr>
          <a:xfrm>
            <a:off x="7443216" y="5806440"/>
            <a:ext cx="1275588" cy="320040"/>
          </a:xfrm>
          <a:prstGeom prst="rect">
            <a:avLst/>
          </a:prstGeom>
          <a:noFill/>
          <a:ln/>
        </p:spPr>
        <p:txBody>
          <a:bodyPr wrap="square" lIns="0" tIns="0" rIns="0" bIns="0" rtlCol="0" anchor="ctr"/>
          <a:lstStyle/>
          <a:p>
            <a:pPr algn="l" indent="0" marL="0">
              <a:buNone/>
            </a:pPr>
            <a:r>
              <a:rPr lang="en-US" sz="1400" i="1" dirty="0">
                <a:solidFill>
                  <a:schemeClr val="accent5"/>
                </a:solidFill>
              </a:rPr>
              <a:t>rester</a:t>
            </a:r>
            <a:endParaRPr lang="en-US" sz="1400" dirty="0"/>
          </a:p>
        </p:txBody>
      </p:sp>
      <p:sp>
        <p:nvSpPr>
          <p:cNvPr id="75" name="Shape 63"/>
          <p:cNvSpPr/>
          <p:nvPr/>
        </p:nvSpPr>
        <p:spPr>
          <a:xfrm>
            <a:off x="9038844" y="4937760"/>
            <a:ext cx="2601468" cy="1325880"/>
          </a:xfrm>
          <a:prstGeom prst="roundRect">
            <a:avLst>
              <a:gd name="adj" fmla="val 5517"/>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76" name="Shape 64"/>
          <p:cNvSpPr/>
          <p:nvPr/>
        </p:nvSpPr>
        <p:spPr>
          <a:xfrm>
            <a:off x="9176004" y="5120640"/>
            <a:ext cx="960120" cy="960120"/>
          </a:xfrm>
          <a:prstGeom prst="roundRect">
            <a:avLst>
              <a:gd name="adj" fmla="val 11429"/>
            </a:avLst>
          </a:prstGeom>
          <a:solidFill>
            <a:srgbClr val="FFFFFF"/>
          </a:solidFill>
          <a:ln w="15875">
            <a:solidFill>
              <a:srgbClr val="2E7D4F"/>
            </a:solidFill>
            <a:prstDash val="solid"/>
          </a:ln>
        </p:spPr>
      </p:sp>
      <p:pic>
        <p:nvPicPr>
          <p:cNvPr id="77" name="Image 9" descr="duck">    </p:cNvPr>
          <p:cNvPicPr>
            <a:picLocks noChangeAspect="1"/>
          </p:cNvPicPr>
          <p:nvPr/>
        </p:nvPicPr>
        <p:blipFill>
          <a:blip r:embed="rId10"/>
          <a:stretch>
            <a:fillRect/>
          </a:stretch>
        </p:blipFill>
        <p:spPr>
          <a:xfrm>
            <a:off x="9322308" y="5157216"/>
            <a:ext cx="658368" cy="658368"/>
          </a:xfrm>
          <a:prstGeom prst="rect">
            <a:avLst/>
          </a:prstGeom>
        </p:spPr>
      </p:pic>
      <p:pic>
        <p:nvPicPr>
          <p:cNvPr id="78" name="Image 10" descr="Water">    </p:cNvPr>
          <p:cNvPicPr>
            <a:picLocks noChangeAspect="1"/>
          </p:cNvPicPr>
          <p:nvPr/>
        </p:nvPicPr>
        <p:blipFill>
          <a:blip r:embed="rId11"/>
          <a:stretch>
            <a:fillRect/>
          </a:stretch>
        </p:blipFill>
        <p:spPr>
          <a:xfrm>
            <a:off x="9441180" y="5724144"/>
            <a:ext cx="347472" cy="347472"/>
          </a:xfrm>
          <a:prstGeom prst="rect">
            <a:avLst/>
          </a:prstGeom>
        </p:spPr>
      </p:pic>
      <p:sp>
        <p:nvSpPr>
          <p:cNvPr id="79" name="Text 65"/>
          <p:cNvSpPr txBox="1"/>
          <p:nvPr/>
        </p:nvSpPr>
        <p:spPr>
          <a:xfrm>
            <a:off x="10273284" y="5047488"/>
            <a:ext cx="1275588" cy="384048"/>
          </a:xfrm>
          <a:prstGeom prst="rect">
            <a:avLst/>
          </a:prstGeom>
          <a:noFill/>
          <a:ln/>
        </p:spPr>
        <p:txBody>
          <a:bodyPr wrap="square" lIns="0" tIns="0" rIns="0" bIns="0" rtlCol="0" anchor="ctr"/>
          <a:lstStyle/>
          <a:p>
            <a:pPr algn="l" indent="0" marL="0">
              <a:buNone/>
            </a:pPr>
            <a:r>
              <a:rPr lang="en-US" sz="1900" b="1" dirty="0">
                <a:solidFill>
                  <a:schemeClr val="tx1"/>
                </a:solidFill>
              </a:rPr>
              <a:t>drijven</a:t>
            </a:r>
            <a:endParaRPr lang="en-US" sz="1900" dirty="0"/>
          </a:p>
        </p:txBody>
      </p:sp>
      <p:sp>
        <p:nvSpPr>
          <p:cNvPr id="80" name="Text 66"/>
          <p:cNvSpPr txBox="1"/>
          <p:nvPr/>
        </p:nvSpPr>
        <p:spPr>
          <a:xfrm>
            <a:off x="10273284" y="5413248"/>
            <a:ext cx="1275588" cy="384048"/>
          </a:xfrm>
          <a:prstGeom prst="rect">
            <a:avLst/>
          </a:prstGeom>
          <a:noFill/>
          <a:ln/>
        </p:spPr>
        <p:txBody>
          <a:bodyPr wrap="square" lIns="0" tIns="0" rIns="0" bIns="0" rtlCol="0" anchor="ctr"/>
          <a:lstStyle/>
          <a:p>
            <a:pPr algn="l" indent="0" marL="0">
              <a:buNone/>
            </a:pPr>
            <a:r>
              <a:rPr lang="en-US" sz="1900" dirty="0">
                <a:solidFill>
                  <a:schemeClr val="tx1"/>
                </a:solidFill>
              </a:rPr>
              <a:t>ik drij</a:t>
            </a:r>
            <a:r>
              <a:rPr lang="en-US" sz="1900" b="1" dirty="0">
                <a:solidFill>
                  <a:schemeClr val="accent1"/>
                </a:solidFill>
              </a:rPr>
              <a:t>f</a:t>
            </a:r>
            <a:endParaRPr lang="en-US" sz="1900" dirty="0"/>
          </a:p>
        </p:txBody>
      </p:sp>
      <p:sp>
        <p:nvSpPr>
          <p:cNvPr id="81" name="Text 67"/>
          <p:cNvSpPr txBox="1"/>
          <p:nvPr/>
        </p:nvSpPr>
        <p:spPr>
          <a:xfrm>
            <a:off x="10273284" y="5806440"/>
            <a:ext cx="1275588" cy="320040"/>
          </a:xfrm>
          <a:prstGeom prst="rect">
            <a:avLst/>
          </a:prstGeom>
          <a:noFill/>
          <a:ln/>
        </p:spPr>
        <p:txBody>
          <a:bodyPr wrap="square" lIns="0" tIns="0" rIns="0" bIns="0" rtlCol="0" anchor="ctr"/>
          <a:lstStyle/>
          <a:p>
            <a:pPr algn="l" indent="0" marL="0">
              <a:buNone/>
            </a:pPr>
            <a:r>
              <a:rPr lang="en-US" sz="1400" i="1" dirty="0">
                <a:solidFill>
                  <a:schemeClr val="accent5"/>
                </a:solidFill>
              </a:rPr>
              <a:t>flotter</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Au pluriel, le z et le v reviennent</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6094476" y="1554480"/>
            <a:ext cx="914" cy="3749040"/>
          </a:xfrm>
          <a:prstGeom prst="line">
            <a:avLst/>
          </a:prstGeom>
          <a:noFill/>
          <a:ln w="19050">
            <a:solidFill>
              <a:srgbClr val="4A5A70"/>
            </a:solidFill>
            <a:prstDash val="dash"/>
          </a:ln>
        </p:spPr>
      </p:sp>
      <p:sp>
        <p:nvSpPr>
          <p:cNvPr id="6" name="Shape 3"/>
          <p:cNvSpPr/>
          <p:nvPr/>
        </p:nvSpPr>
        <p:spPr>
          <a:xfrm>
            <a:off x="548640" y="1554480"/>
            <a:ext cx="4937760" cy="457200"/>
          </a:xfrm>
          <a:prstGeom prst="roundRect">
            <a:avLst>
              <a:gd name="adj" fmla="val 16000"/>
            </a:avLst>
          </a:prstGeom>
          <a:solidFill>
            <a:schemeClr val="accent1"/>
          </a:solidFill>
          <a:ln w="12700">
            <a:solidFill>
              <a:srgbClr val="FFFFFF">
                <a:alpha val="0"/>
              </a:srgbClr>
            </a:solidFill>
            <a:prstDash val="solid"/>
          </a:ln>
        </p:spPr>
      </p:sp>
      <p:sp>
        <p:nvSpPr>
          <p:cNvPr id="7" name="Text 4"/>
          <p:cNvSpPr txBox="1"/>
          <p:nvPr/>
        </p:nvSpPr>
        <p:spPr>
          <a:xfrm>
            <a:off x="548640" y="1554480"/>
            <a:ext cx="4937760" cy="457200"/>
          </a:xfrm>
          <a:prstGeom prst="rect">
            <a:avLst/>
          </a:prstGeom>
          <a:noFill/>
          <a:ln/>
        </p:spPr>
        <p:txBody>
          <a:bodyPr wrap="square" lIns="0" tIns="0" rIns="0" bIns="0" rtlCol="0" anchor="ctr"/>
          <a:lstStyle/>
          <a:p>
            <a:pPr algn="ctr" indent="0" marL="0">
              <a:buNone/>
            </a:pPr>
            <a:r>
              <a:rPr lang="en-US" sz="1700" b="1" spc="100" kern="0" dirty="0">
                <a:solidFill>
                  <a:schemeClr val="bg1"/>
                </a:solidFill>
              </a:rPr>
              <a:t>SINGULIER  ·  s / f</a:t>
            </a:r>
            <a:endParaRPr lang="en-US" sz="1700" dirty="0"/>
          </a:p>
        </p:txBody>
      </p:sp>
      <p:sp>
        <p:nvSpPr>
          <p:cNvPr id="8" name="Shape 5"/>
          <p:cNvSpPr/>
          <p:nvPr/>
        </p:nvSpPr>
        <p:spPr>
          <a:xfrm>
            <a:off x="6702552" y="1554480"/>
            <a:ext cx="4937760" cy="457200"/>
          </a:xfrm>
          <a:prstGeom prst="roundRect">
            <a:avLst>
              <a:gd name="adj" fmla="val 16000"/>
            </a:avLst>
          </a:prstGeom>
          <a:solidFill>
            <a:schemeClr val="accent3"/>
          </a:solidFill>
          <a:ln w="12700">
            <a:solidFill>
              <a:srgbClr val="FFFFFF">
                <a:alpha val="0"/>
              </a:srgbClr>
            </a:solidFill>
            <a:prstDash val="solid"/>
          </a:ln>
        </p:spPr>
      </p:sp>
      <p:sp>
        <p:nvSpPr>
          <p:cNvPr id="9" name="Text 6"/>
          <p:cNvSpPr txBox="1"/>
          <p:nvPr/>
        </p:nvSpPr>
        <p:spPr>
          <a:xfrm>
            <a:off x="6702552" y="1554480"/>
            <a:ext cx="4937760" cy="457200"/>
          </a:xfrm>
          <a:prstGeom prst="rect">
            <a:avLst/>
          </a:prstGeom>
          <a:noFill/>
          <a:ln/>
        </p:spPr>
        <p:txBody>
          <a:bodyPr wrap="square" lIns="0" tIns="0" rIns="0" bIns="0" rtlCol="0" anchor="ctr"/>
          <a:lstStyle/>
          <a:p>
            <a:pPr algn="ctr" indent="0" marL="0">
              <a:buNone/>
            </a:pPr>
            <a:r>
              <a:rPr lang="en-US" sz="1700" b="1" spc="100" kern="0" dirty="0">
                <a:solidFill>
                  <a:schemeClr val="bg1"/>
                </a:solidFill>
              </a:rPr>
              <a:t>PLURIEL  ·  z / v</a:t>
            </a:r>
            <a:endParaRPr lang="en-US" sz="1700" dirty="0"/>
          </a:p>
        </p:txBody>
      </p:sp>
      <p:sp>
        <p:nvSpPr>
          <p:cNvPr id="10" name="Shape 7"/>
          <p:cNvSpPr/>
          <p:nvPr/>
        </p:nvSpPr>
        <p:spPr>
          <a:xfrm>
            <a:off x="548640" y="2176272"/>
            <a:ext cx="4937760" cy="1463040"/>
          </a:xfrm>
          <a:prstGeom prst="roundRect">
            <a:avLst>
              <a:gd name="adj" fmla="val 5000"/>
            </a:avLst>
          </a:prstGeom>
          <a:solidFill>
            <a:srgbClr val="FDF3EA"/>
          </a:solidFill>
          <a:ln w="19050">
            <a:solidFill>
              <a:srgbClr val="D9700F"/>
            </a:solidFill>
            <a:prstDash val="solid"/>
          </a:ln>
        </p:spPr>
      </p:sp>
      <p:pic>
        <p:nvPicPr>
          <p:cNvPr id="11" name="Image 0" descr="open book">    </p:cNvPr>
          <p:cNvPicPr>
            <a:picLocks noChangeAspect="1"/>
          </p:cNvPicPr>
          <p:nvPr/>
        </p:nvPicPr>
        <p:blipFill>
          <a:blip r:embed="rId1"/>
          <a:stretch>
            <a:fillRect/>
          </a:stretch>
        </p:blipFill>
        <p:spPr>
          <a:xfrm>
            <a:off x="731520" y="2450592"/>
            <a:ext cx="914400" cy="914400"/>
          </a:xfrm>
          <a:prstGeom prst="rect">
            <a:avLst/>
          </a:prstGeom>
        </p:spPr>
      </p:pic>
      <p:sp>
        <p:nvSpPr>
          <p:cNvPr id="12" name="Text 8"/>
          <p:cNvSpPr txBox="1"/>
          <p:nvPr/>
        </p:nvSpPr>
        <p:spPr>
          <a:xfrm>
            <a:off x="1965960" y="2267712"/>
            <a:ext cx="3383280" cy="1280160"/>
          </a:xfrm>
          <a:prstGeom prst="rect">
            <a:avLst/>
          </a:prstGeom>
          <a:noFill/>
          <a:ln/>
        </p:spPr>
        <p:txBody>
          <a:bodyPr wrap="square" lIns="0" tIns="0" rIns="0" bIns="0" rtlCol="0" anchor="ctr"/>
          <a:lstStyle/>
          <a:p>
            <a:pPr algn="l" indent="0" marL="0">
              <a:spcAft>
                <a:spcPts val="200"/>
              </a:spcAft>
              <a:buNone/>
            </a:pPr>
            <a:r>
              <a:rPr lang="en-US" sz="2400" dirty="0">
                <a:solidFill>
                  <a:schemeClr val="tx1"/>
                </a:solidFill>
                <a:latin typeface="+mj-lt" pitchFamily="34" charset="0"/>
                <a:ea typeface="+mj-lt" pitchFamily="34" charset="-122"/>
                <a:cs typeface="+mj-lt" pitchFamily="34" charset="-120"/>
              </a:rPr>
              <a:t>ik lee</a:t>
            </a:r>
            <a:r>
              <a:rPr lang="en-US" sz="2400" b="1" dirty="0">
                <a:solidFill>
                  <a:schemeClr val="accent1"/>
                </a:solidFill>
                <a:latin typeface="+mj-lt" pitchFamily="34" charset="0"/>
                <a:ea typeface="+mj-lt" pitchFamily="34" charset="-122"/>
                <a:cs typeface="+mj-lt" pitchFamily="34" charset="-120"/>
              </a:rPr>
              <a:t>s</a:t>
            </a:r>
            <a:endParaRPr lang="en-US" sz="2400" dirty="0"/>
          </a:p>
          <a:p>
            <a:pPr algn="l" indent="0" marL="0">
              <a:spcAft>
                <a:spcPts val="200"/>
              </a:spcAft>
              <a:buNone/>
            </a:pPr>
            <a:r>
              <a:rPr lang="en-US" sz="2400" dirty="0">
                <a:solidFill>
                  <a:schemeClr val="tx1"/>
                </a:solidFill>
                <a:latin typeface="+mj-lt" pitchFamily="34" charset="0"/>
                <a:ea typeface="+mj-lt" pitchFamily="34" charset="-122"/>
                <a:cs typeface="+mj-lt" pitchFamily="34" charset="-120"/>
              </a:rPr>
              <a:t>jij lee</a:t>
            </a:r>
            <a:r>
              <a:rPr lang="en-US" sz="2400" b="1" dirty="0">
                <a:solidFill>
                  <a:schemeClr val="accent1"/>
                </a:solidFill>
                <a:latin typeface="+mj-lt" pitchFamily="34" charset="0"/>
                <a:ea typeface="+mj-lt" pitchFamily="34" charset="-122"/>
                <a:cs typeface="+mj-lt" pitchFamily="34" charset="-120"/>
              </a:rPr>
              <a:t>s</a:t>
            </a:r>
            <a:r>
              <a:rPr lang="en-US" sz="2400" dirty="0">
                <a:solidFill>
                  <a:schemeClr val="tx1"/>
                </a:solidFill>
                <a:latin typeface="+mj-lt" pitchFamily="34" charset="0"/>
                <a:ea typeface="+mj-lt" pitchFamily="34" charset="-122"/>
                <a:cs typeface="+mj-lt" pitchFamily="34" charset="-120"/>
              </a:rPr>
              <a:t>t</a:t>
            </a:r>
            <a:endParaRPr lang="en-US" sz="2400" dirty="0"/>
          </a:p>
          <a:p>
            <a:pPr algn="l" indent="0" marL="0">
              <a:spcAft>
                <a:spcPts val="200"/>
              </a:spcAft>
              <a:buNone/>
            </a:pPr>
            <a:r>
              <a:rPr lang="en-US" sz="2400" dirty="0">
                <a:solidFill>
                  <a:schemeClr val="tx1"/>
                </a:solidFill>
                <a:latin typeface="+mj-lt" pitchFamily="34" charset="0"/>
                <a:ea typeface="+mj-lt" pitchFamily="34" charset="-122"/>
                <a:cs typeface="+mj-lt" pitchFamily="34" charset="-120"/>
              </a:rPr>
              <a:t>hij lee</a:t>
            </a:r>
            <a:r>
              <a:rPr lang="en-US" sz="2400" b="1" dirty="0">
                <a:solidFill>
                  <a:schemeClr val="accent1"/>
                </a:solidFill>
                <a:latin typeface="+mj-lt" pitchFamily="34" charset="0"/>
                <a:ea typeface="+mj-lt" pitchFamily="34" charset="-122"/>
                <a:cs typeface="+mj-lt" pitchFamily="34" charset="-120"/>
              </a:rPr>
              <a:t>s</a:t>
            </a:r>
            <a:r>
              <a:rPr lang="en-US" sz="2400" dirty="0">
                <a:solidFill>
                  <a:schemeClr val="tx1"/>
                </a:solidFill>
                <a:latin typeface="+mj-lt" pitchFamily="34" charset="0"/>
                <a:ea typeface="+mj-lt" pitchFamily="34" charset="-122"/>
                <a:cs typeface="+mj-lt" pitchFamily="34" charset="-120"/>
              </a:rPr>
              <a:t>t</a:t>
            </a:r>
            <a:endParaRPr lang="en-US" sz="2400" dirty="0"/>
          </a:p>
        </p:txBody>
      </p:sp>
      <p:sp>
        <p:nvSpPr>
          <p:cNvPr id="13" name="Shape 9"/>
          <p:cNvSpPr/>
          <p:nvPr/>
        </p:nvSpPr>
        <p:spPr>
          <a:xfrm>
            <a:off x="6702552" y="2176272"/>
            <a:ext cx="4937760" cy="1463040"/>
          </a:xfrm>
          <a:prstGeom prst="roundRect">
            <a:avLst>
              <a:gd name="adj" fmla="val 5000"/>
            </a:avLst>
          </a:prstGeom>
          <a:solidFill>
            <a:srgbClr val="EDF6F0"/>
          </a:solidFill>
          <a:ln w="19050">
            <a:solidFill>
              <a:srgbClr val="2E7D4F"/>
            </a:solidFill>
            <a:prstDash val="solid"/>
          </a:ln>
        </p:spPr>
      </p:sp>
      <p:pic>
        <p:nvPicPr>
          <p:cNvPr id="14" name="Image 1" descr="open book">    </p:cNvPr>
          <p:cNvPicPr>
            <a:picLocks noChangeAspect="1"/>
          </p:cNvPicPr>
          <p:nvPr/>
        </p:nvPicPr>
        <p:blipFill>
          <a:blip r:embed="rId2"/>
          <a:stretch>
            <a:fillRect/>
          </a:stretch>
        </p:blipFill>
        <p:spPr>
          <a:xfrm>
            <a:off x="6885432" y="2450592"/>
            <a:ext cx="914400" cy="914400"/>
          </a:xfrm>
          <a:prstGeom prst="rect">
            <a:avLst/>
          </a:prstGeom>
        </p:spPr>
      </p:pic>
      <p:sp>
        <p:nvSpPr>
          <p:cNvPr id="15" name="Text 10"/>
          <p:cNvSpPr txBox="1"/>
          <p:nvPr/>
        </p:nvSpPr>
        <p:spPr>
          <a:xfrm>
            <a:off x="8119872" y="2267712"/>
            <a:ext cx="3383280" cy="1280160"/>
          </a:xfrm>
          <a:prstGeom prst="rect">
            <a:avLst/>
          </a:prstGeom>
          <a:noFill/>
          <a:ln/>
        </p:spPr>
        <p:txBody>
          <a:bodyPr wrap="square" lIns="0" tIns="0" rIns="0" bIns="0" rtlCol="0" anchor="ctr"/>
          <a:lstStyle/>
          <a:p>
            <a:pPr algn="l" indent="0" marL="0">
              <a:spcAft>
                <a:spcPts val="200"/>
              </a:spcAft>
              <a:buNone/>
            </a:pPr>
            <a:r>
              <a:rPr lang="en-US" sz="2400" dirty="0">
                <a:solidFill>
                  <a:schemeClr val="tx1"/>
                </a:solidFill>
                <a:latin typeface="+mj-lt" pitchFamily="34" charset="0"/>
                <a:ea typeface="+mj-lt" pitchFamily="34" charset="-122"/>
                <a:cs typeface="+mj-lt" pitchFamily="34" charset="-120"/>
              </a:rPr>
              <a:t>wij </a:t>
            </a:r>
            <a:r>
              <a:rPr lang="en-US" sz="2400" b="1" dirty="0">
                <a:solidFill>
                  <a:schemeClr val="tx1"/>
                </a:solidFill>
                <a:latin typeface="+mj-lt" pitchFamily="34" charset="0"/>
                <a:ea typeface="+mj-lt" pitchFamily="34" charset="-122"/>
                <a:cs typeface="+mj-lt" pitchFamily="34" charset="-120"/>
              </a:rPr>
              <a:t>le</a:t>
            </a:r>
            <a:r>
              <a:rPr lang="en-US" sz="2400" b="1" dirty="0">
                <a:solidFill>
                  <a:schemeClr val="accent3"/>
                </a:solidFill>
                <a:latin typeface="+mj-lt" pitchFamily="34" charset="0"/>
                <a:ea typeface="+mj-lt" pitchFamily="34" charset="-122"/>
                <a:cs typeface="+mj-lt" pitchFamily="34" charset="-120"/>
              </a:rPr>
              <a:t>z</a:t>
            </a:r>
            <a:r>
              <a:rPr lang="en-US" sz="2400" b="1" dirty="0">
                <a:solidFill>
                  <a:schemeClr val="tx1"/>
                </a:solidFill>
                <a:latin typeface="+mj-lt" pitchFamily="34" charset="0"/>
                <a:ea typeface="+mj-lt" pitchFamily="34" charset="-122"/>
                <a:cs typeface="+mj-lt" pitchFamily="34" charset="-120"/>
              </a:rPr>
              <a:t>en</a:t>
            </a:r>
            <a:endParaRPr lang="en-US" sz="2400" dirty="0"/>
          </a:p>
          <a:p>
            <a:pPr algn="l" indent="0" marL="0">
              <a:spcAft>
                <a:spcPts val="200"/>
              </a:spcAft>
              <a:buNone/>
            </a:pPr>
            <a:r>
              <a:rPr lang="en-US" sz="2400" dirty="0">
                <a:solidFill>
                  <a:schemeClr val="tx1"/>
                </a:solidFill>
                <a:latin typeface="+mj-lt" pitchFamily="34" charset="0"/>
                <a:ea typeface="+mj-lt" pitchFamily="34" charset="-122"/>
                <a:cs typeface="+mj-lt" pitchFamily="34" charset="-120"/>
              </a:rPr>
              <a:t>jullie </a:t>
            </a:r>
            <a:r>
              <a:rPr lang="en-US" sz="2400" b="1" dirty="0">
                <a:solidFill>
                  <a:schemeClr val="tx1"/>
                </a:solidFill>
                <a:latin typeface="+mj-lt" pitchFamily="34" charset="0"/>
                <a:ea typeface="+mj-lt" pitchFamily="34" charset="-122"/>
                <a:cs typeface="+mj-lt" pitchFamily="34" charset="-120"/>
              </a:rPr>
              <a:t>le</a:t>
            </a:r>
            <a:r>
              <a:rPr lang="en-US" sz="2400" b="1" dirty="0">
                <a:solidFill>
                  <a:schemeClr val="accent3"/>
                </a:solidFill>
                <a:latin typeface="+mj-lt" pitchFamily="34" charset="0"/>
                <a:ea typeface="+mj-lt" pitchFamily="34" charset="-122"/>
                <a:cs typeface="+mj-lt" pitchFamily="34" charset="-120"/>
              </a:rPr>
              <a:t>z</a:t>
            </a:r>
            <a:r>
              <a:rPr lang="en-US" sz="2400" b="1" dirty="0">
                <a:solidFill>
                  <a:schemeClr val="tx1"/>
                </a:solidFill>
                <a:latin typeface="+mj-lt" pitchFamily="34" charset="0"/>
                <a:ea typeface="+mj-lt" pitchFamily="34" charset="-122"/>
                <a:cs typeface="+mj-lt" pitchFamily="34" charset="-120"/>
              </a:rPr>
              <a:t>en</a:t>
            </a:r>
            <a:endParaRPr lang="en-US" sz="2400" dirty="0"/>
          </a:p>
          <a:p>
            <a:pPr algn="l" indent="0" marL="0">
              <a:spcAft>
                <a:spcPts val="200"/>
              </a:spcAft>
              <a:buNone/>
            </a:pPr>
            <a:r>
              <a:rPr lang="en-US" sz="2400" dirty="0">
                <a:solidFill>
                  <a:schemeClr val="tx1"/>
                </a:solidFill>
                <a:latin typeface="+mj-lt" pitchFamily="34" charset="0"/>
                <a:ea typeface="+mj-lt" pitchFamily="34" charset="-122"/>
                <a:cs typeface="+mj-lt" pitchFamily="34" charset="-120"/>
              </a:rPr>
              <a:t>zij </a:t>
            </a:r>
            <a:r>
              <a:rPr lang="en-US" sz="2400" b="1" dirty="0">
                <a:solidFill>
                  <a:schemeClr val="tx1"/>
                </a:solidFill>
                <a:latin typeface="+mj-lt" pitchFamily="34" charset="0"/>
                <a:ea typeface="+mj-lt" pitchFamily="34" charset="-122"/>
                <a:cs typeface="+mj-lt" pitchFamily="34" charset="-120"/>
              </a:rPr>
              <a:t>le</a:t>
            </a:r>
            <a:r>
              <a:rPr lang="en-US" sz="2400" b="1" dirty="0">
                <a:solidFill>
                  <a:schemeClr val="accent3"/>
                </a:solidFill>
                <a:latin typeface="+mj-lt" pitchFamily="34" charset="0"/>
                <a:ea typeface="+mj-lt" pitchFamily="34" charset="-122"/>
                <a:cs typeface="+mj-lt" pitchFamily="34" charset="-120"/>
              </a:rPr>
              <a:t>z</a:t>
            </a:r>
            <a:r>
              <a:rPr lang="en-US" sz="2400" b="1" dirty="0">
                <a:solidFill>
                  <a:schemeClr val="tx1"/>
                </a:solidFill>
                <a:latin typeface="+mj-lt" pitchFamily="34" charset="0"/>
                <a:ea typeface="+mj-lt" pitchFamily="34" charset="-122"/>
                <a:cs typeface="+mj-lt" pitchFamily="34" charset="-120"/>
              </a:rPr>
              <a:t>en</a:t>
            </a:r>
            <a:endParaRPr lang="en-US" sz="2400" dirty="0"/>
          </a:p>
        </p:txBody>
      </p:sp>
      <p:sp>
        <p:nvSpPr>
          <p:cNvPr id="16" name="Shape 11"/>
          <p:cNvSpPr/>
          <p:nvPr/>
        </p:nvSpPr>
        <p:spPr>
          <a:xfrm>
            <a:off x="5820156" y="2633472"/>
            <a:ext cx="548640" cy="548640"/>
          </a:xfrm>
          <a:prstGeom prst="ellipse">
            <a:avLst/>
          </a:prstGeom>
          <a:solidFill>
            <a:schemeClr val="tx2"/>
          </a:solidFill>
          <a:ln w="12700">
            <a:solidFill>
              <a:srgbClr val="FFFFFF">
                <a:alpha val="0"/>
              </a:srgbClr>
            </a:solidFill>
            <a:prstDash val="solid"/>
          </a:ln>
        </p:spPr>
      </p:sp>
      <p:pic>
        <p:nvPicPr>
          <p:cNvPr id="17" name="Image 2" descr="ArrowsAltH">    </p:cNvPr>
          <p:cNvPicPr>
            <a:picLocks noChangeAspect="1"/>
          </p:cNvPicPr>
          <p:nvPr/>
        </p:nvPicPr>
        <p:blipFill>
          <a:blip r:embed="rId3"/>
          <a:stretch>
            <a:fillRect/>
          </a:stretch>
        </p:blipFill>
        <p:spPr>
          <a:xfrm>
            <a:off x="5920740" y="2734056"/>
            <a:ext cx="347472" cy="347472"/>
          </a:xfrm>
          <a:prstGeom prst="rect">
            <a:avLst/>
          </a:prstGeom>
        </p:spPr>
      </p:pic>
      <p:sp>
        <p:nvSpPr>
          <p:cNvPr id="18" name="Shape 12"/>
          <p:cNvSpPr/>
          <p:nvPr/>
        </p:nvSpPr>
        <p:spPr>
          <a:xfrm>
            <a:off x="548640" y="3822192"/>
            <a:ext cx="4937760" cy="1463040"/>
          </a:xfrm>
          <a:prstGeom prst="roundRect">
            <a:avLst>
              <a:gd name="adj" fmla="val 5000"/>
            </a:avLst>
          </a:prstGeom>
          <a:solidFill>
            <a:srgbClr val="FDF3EA"/>
          </a:solidFill>
          <a:ln w="19050">
            <a:solidFill>
              <a:srgbClr val="D9700F"/>
            </a:solidFill>
            <a:prstDash val="solid"/>
          </a:ln>
        </p:spPr>
      </p:sp>
      <p:pic>
        <p:nvPicPr>
          <p:cNvPr id="19" name="Image 3" descr="beating heart">    </p:cNvPr>
          <p:cNvPicPr>
            <a:picLocks noChangeAspect="1"/>
          </p:cNvPicPr>
          <p:nvPr/>
        </p:nvPicPr>
        <p:blipFill>
          <a:blip r:embed="rId4"/>
          <a:stretch>
            <a:fillRect/>
          </a:stretch>
        </p:blipFill>
        <p:spPr>
          <a:xfrm>
            <a:off x="822960" y="4206240"/>
            <a:ext cx="685800" cy="685800"/>
          </a:xfrm>
          <a:prstGeom prst="rect">
            <a:avLst/>
          </a:prstGeom>
        </p:spPr>
      </p:pic>
      <p:sp>
        <p:nvSpPr>
          <p:cNvPr id="20" name="Text 13"/>
          <p:cNvSpPr txBox="1"/>
          <p:nvPr/>
        </p:nvSpPr>
        <p:spPr>
          <a:xfrm>
            <a:off x="1965960" y="3913632"/>
            <a:ext cx="3383280" cy="1280160"/>
          </a:xfrm>
          <a:prstGeom prst="rect">
            <a:avLst/>
          </a:prstGeom>
          <a:noFill/>
          <a:ln/>
        </p:spPr>
        <p:txBody>
          <a:bodyPr wrap="square" lIns="0" tIns="0" rIns="0" bIns="0" rtlCol="0" anchor="ctr"/>
          <a:lstStyle/>
          <a:p>
            <a:pPr algn="l" indent="0" marL="0">
              <a:spcAft>
                <a:spcPts val="200"/>
              </a:spcAft>
              <a:buNone/>
            </a:pPr>
            <a:r>
              <a:rPr lang="en-US" sz="2400" dirty="0">
                <a:solidFill>
                  <a:schemeClr val="tx1"/>
                </a:solidFill>
                <a:latin typeface="+mj-lt" pitchFamily="34" charset="0"/>
                <a:ea typeface="+mj-lt" pitchFamily="34" charset="-122"/>
                <a:cs typeface="+mj-lt" pitchFamily="34" charset="-120"/>
              </a:rPr>
              <a:t>ik lee</a:t>
            </a:r>
            <a:r>
              <a:rPr lang="en-US" sz="2400" b="1" dirty="0">
                <a:solidFill>
                  <a:schemeClr val="accent1"/>
                </a:solidFill>
                <a:latin typeface="+mj-lt" pitchFamily="34" charset="0"/>
                <a:ea typeface="+mj-lt" pitchFamily="34" charset="-122"/>
                <a:cs typeface="+mj-lt" pitchFamily="34" charset="-120"/>
              </a:rPr>
              <a:t>f</a:t>
            </a:r>
            <a:endParaRPr lang="en-US" sz="2400" dirty="0"/>
          </a:p>
          <a:p>
            <a:pPr algn="l" indent="0" marL="0">
              <a:spcAft>
                <a:spcPts val="200"/>
              </a:spcAft>
              <a:buNone/>
            </a:pPr>
            <a:r>
              <a:rPr lang="en-US" sz="2400" dirty="0">
                <a:solidFill>
                  <a:schemeClr val="tx1"/>
                </a:solidFill>
                <a:latin typeface="+mj-lt" pitchFamily="34" charset="0"/>
                <a:ea typeface="+mj-lt" pitchFamily="34" charset="-122"/>
                <a:cs typeface="+mj-lt" pitchFamily="34" charset="-120"/>
              </a:rPr>
              <a:t>jij lee</a:t>
            </a:r>
            <a:r>
              <a:rPr lang="en-US" sz="2400" b="1" dirty="0">
                <a:solidFill>
                  <a:schemeClr val="accent1"/>
                </a:solidFill>
                <a:latin typeface="+mj-lt" pitchFamily="34" charset="0"/>
                <a:ea typeface="+mj-lt" pitchFamily="34" charset="-122"/>
                <a:cs typeface="+mj-lt" pitchFamily="34" charset="-120"/>
              </a:rPr>
              <a:t>f</a:t>
            </a:r>
            <a:r>
              <a:rPr lang="en-US" sz="2400" dirty="0">
                <a:solidFill>
                  <a:schemeClr val="tx1"/>
                </a:solidFill>
                <a:latin typeface="+mj-lt" pitchFamily="34" charset="0"/>
                <a:ea typeface="+mj-lt" pitchFamily="34" charset="-122"/>
                <a:cs typeface="+mj-lt" pitchFamily="34" charset="-120"/>
              </a:rPr>
              <a:t>t</a:t>
            </a:r>
            <a:endParaRPr lang="en-US" sz="2400" dirty="0"/>
          </a:p>
          <a:p>
            <a:pPr algn="l" indent="0" marL="0">
              <a:spcAft>
                <a:spcPts val="200"/>
              </a:spcAft>
              <a:buNone/>
            </a:pPr>
            <a:r>
              <a:rPr lang="en-US" sz="2400" dirty="0">
                <a:solidFill>
                  <a:schemeClr val="tx1"/>
                </a:solidFill>
                <a:latin typeface="+mj-lt" pitchFamily="34" charset="0"/>
                <a:ea typeface="+mj-lt" pitchFamily="34" charset="-122"/>
                <a:cs typeface="+mj-lt" pitchFamily="34" charset="-120"/>
              </a:rPr>
              <a:t>hij lee</a:t>
            </a:r>
            <a:r>
              <a:rPr lang="en-US" sz="2400" b="1" dirty="0">
                <a:solidFill>
                  <a:schemeClr val="accent1"/>
                </a:solidFill>
                <a:latin typeface="+mj-lt" pitchFamily="34" charset="0"/>
                <a:ea typeface="+mj-lt" pitchFamily="34" charset="-122"/>
                <a:cs typeface="+mj-lt" pitchFamily="34" charset="-120"/>
              </a:rPr>
              <a:t>f</a:t>
            </a:r>
            <a:r>
              <a:rPr lang="en-US" sz="2400" dirty="0">
                <a:solidFill>
                  <a:schemeClr val="tx1"/>
                </a:solidFill>
                <a:latin typeface="+mj-lt" pitchFamily="34" charset="0"/>
                <a:ea typeface="+mj-lt" pitchFamily="34" charset="-122"/>
                <a:cs typeface="+mj-lt" pitchFamily="34" charset="-120"/>
              </a:rPr>
              <a:t>t</a:t>
            </a:r>
            <a:endParaRPr lang="en-US" sz="2400" dirty="0"/>
          </a:p>
        </p:txBody>
      </p:sp>
      <p:sp>
        <p:nvSpPr>
          <p:cNvPr id="21" name="Shape 14"/>
          <p:cNvSpPr/>
          <p:nvPr/>
        </p:nvSpPr>
        <p:spPr>
          <a:xfrm>
            <a:off x="6702552" y="3822192"/>
            <a:ext cx="4937760" cy="1463040"/>
          </a:xfrm>
          <a:prstGeom prst="roundRect">
            <a:avLst>
              <a:gd name="adj" fmla="val 5000"/>
            </a:avLst>
          </a:prstGeom>
          <a:solidFill>
            <a:srgbClr val="EDF6F0"/>
          </a:solidFill>
          <a:ln w="19050">
            <a:solidFill>
              <a:srgbClr val="2E7D4F"/>
            </a:solidFill>
            <a:prstDash val="solid"/>
          </a:ln>
        </p:spPr>
      </p:sp>
      <p:pic>
        <p:nvPicPr>
          <p:cNvPr id="22" name="Image 4" descr="beating heart">    </p:cNvPr>
          <p:cNvPicPr>
            <a:picLocks noChangeAspect="1"/>
          </p:cNvPicPr>
          <p:nvPr/>
        </p:nvPicPr>
        <p:blipFill>
          <a:blip r:embed="rId5"/>
          <a:stretch>
            <a:fillRect/>
          </a:stretch>
        </p:blipFill>
        <p:spPr>
          <a:xfrm>
            <a:off x="6976872" y="4206240"/>
            <a:ext cx="685800" cy="685800"/>
          </a:xfrm>
          <a:prstGeom prst="rect">
            <a:avLst/>
          </a:prstGeom>
        </p:spPr>
      </p:pic>
      <p:sp>
        <p:nvSpPr>
          <p:cNvPr id="23" name="Text 15"/>
          <p:cNvSpPr txBox="1"/>
          <p:nvPr/>
        </p:nvSpPr>
        <p:spPr>
          <a:xfrm>
            <a:off x="8119872" y="3913632"/>
            <a:ext cx="3383280" cy="1280160"/>
          </a:xfrm>
          <a:prstGeom prst="rect">
            <a:avLst/>
          </a:prstGeom>
          <a:noFill/>
          <a:ln/>
        </p:spPr>
        <p:txBody>
          <a:bodyPr wrap="square" lIns="0" tIns="0" rIns="0" bIns="0" rtlCol="0" anchor="ctr"/>
          <a:lstStyle/>
          <a:p>
            <a:pPr algn="l" indent="0" marL="0">
              <a:spcAft>
                <a:spcPts val="200"/>
              </a:spcAft>
              <a:buNone/>
            </a:pPr>
            <a:r>
              <a:rPr lang="en-US" sz="2400" dirty="0">
                <a:solidFill>
                  <a:schemeClr val="tx1"/>
                </a:solidFill>
                <a:latin typeface="+mj-lt" pitchFamily="34" charset="0"/>
                <a:ea typeface="+mj-lt" pitchFamily="34" charset="-122"/>
                <a:cs typeface="+mj-lt" pitchFamily="34" charset="-120"/>
              </a:rPr>
              <a:t>wij </a:t>
            </a:r>
            <a:r>
              <a:rPr lang="en-US" sz="2400" b="1" dirty="0">
                <a:solidFill>
                  <a:schemeClr val="tx1"/>
                </a:solidFill>
                <a:latin typeface="+mj-lt" pitchFamily="34" charset="0"/>
                <a:ea typeface="+mj-lt" pitchFamily="34" charset="-122"/>
                <a:cs typeface="+mj-lt" pitchFamily="34" charset="-120"/>
              </a:rPr>
              <a:t>le</a:t>
            </a:r>
            <a:r>
              <a:rPr lang="en-US" sz="2400" b="1" dirty="0">
                <a:solidFill>
                  <a:schemeClr val="accent3"/>
                </a:solidFill>
                <a:latin typeface="+mj-lt" pitchFamily="34" charset="0"/>
                <a:ea typeface="+mj-lt" pitchFamily="34" charset="-122"/>
                <a:cs typeface="+mj-lt" pitchFamily="34" charset="-120"/>
              </a:rPr>
              <a:t>v</a:t>
            </a:r>
            <a:r>
              <a:rPr lang="en-US" sz="2400" b="1" dirty="0">
                <a:solidFill>
                  <a:schemeClr val="tx1"/>
                </a:solidFill>
                <a:latin typeface="+mj-lt" pitchFamily="34" charset="0"/>
                <a:ea typeface="+mj-lt" pitchFamily="34" charset="-122"/>
                <a:cs typeface="+mj-lt" pitchFamily="34" charset="-120"/>
              </a:rPr>
              <a:t>en</a:t>
            </a:r>
            <a:endParaRPr lang="en-US" sz="2400" dirty="0"/>
          </a:p>
          <a:p>
            <a:pPr algn="l" indent="0" marL="0">
              <a:spcAft>
                <a:spcPts val="200"/>
              </a:spcAft>
              <a:buNone/>
            </a:pPr>
            <a:r>
              <a:rPr lang="en-US" sz="2400" dirty="0">
                <a:solidFill>
                  <a:schemeClr val="tx1"/>
                </a:solidFill>
                <a:latin typeface="+mj-lt" pitchFamily="34" charset="0"/>
                <a:ea typeface="+mj-lt" pitchFamily="34" charset="-122"/>
                <a:cs typeface="+mj-lt" pitchFamily="34" charset="-120"/>
              </a:rPr>
              <a:t>jullie </a:t>
            </a:r>
            <a:r>
              <a:rPr lang="en-US" sz="2400" b="1" dirty="0">
                <a:solidFill>
                  <a:schemeClr val="tx1"/>
                </a:solidFill>
                <a:latin typeface="+mj-lt" pitchFamily="34" charset="0"/>
                <a:ea typeface="+mj-lt" pitchFamily="34" charset="-122"/>
                <a:cs typeface="+mj-lt" pitchFamily="34" charset="-120"/>
              </a:rPr>
              <a:t>le</a:t>
            </a:r>
            <a:r>
              <a:rPr lang="en-US" sz="2400" b="1" dirty="0">
                <a:solidFill>
                  <a:schemeClr val="accent3"/>
                </a:solidFill>
                <a:latin typeface="+mj-lt" pitchFamily="34" charset="0"/>
                <a:ea typeface="+mj-lt" pitchFamily="34" charset="-122"/>
                <a:cs typeface="+mj-lt" pitchFamily="34" charset="-120"/>
              </a:rPr>
              <a:t>v</a:t>
            </a:r>
            <a:r>
              <a:rPr lang="en-US" sz="2400" b="1" dirty="0">
                <a:solidFill>
                  <a:schemeClr val="tx1"/>
                </a:solidFill>
                <a:latin typeface="+mj-lt" pitchFamily="34" charset="0"/>
                <a:ea typeface="+mj-lt" pitchFamily="34" charset="-122"/>
                <a:cs typeface="+mj-lt" pitchFamily="34" charset="-120"/>
              </a:rPr>
              <a:t>en</a:t>
            </a:r>
            <a:endParaRPr lang="en-US" sz="2400" dirty="0"/>
          </a:p>
          <a:p>
            <a:pPr algn="l" indent="0" marL="0">
              <a:spcAft>
                <a:spcPts val="200"/>
              </a:spcAft>
              <a:buNone/>
            </a:pPr>
            <a:r>
              <a:rPr lang="en-US" sz="2400" dirty="0">
                <a:solidFill>
                  <a:schemeClr val="tx1"/>
                </a:solidFill>
                <a:latin typeface="+mj-lt" pitchFamily="34" charset="0"/>
                <a:ea typeface="+mj-lt" pitchFamily="34" charset="-122"/>
                <a:cs typeface="+mj-lt" pitchFamily="34" charset="-120"/>
              </a:rPr>
              <a:t>zij </a:t>
            </a:r>
            <a:r>
              <a:rPr lang="en-US" sz="2400" b="1" dirty="0">
                <a:solidFill>
                  <a:schemeClr val="tx1"/>
                </a:solidFill>
                <a:latin typeface="+mj-lt" pitchFamily="34" charset="0"/>
                <a:ea typeface="+mj-lt" pitchFamily="34" charset="-122"/>
                <a:cs typeface="+mj-lt" pitchFamily="34" charset="-120"/>
              </a:rPr>
              <a:t>le</a:t>
            </a:r>
            <a:r>
              <a:rPr lang="en-US" sz="2400" b="1" dirty="0">
                <a:solidFill>
                  <a:schemeClr val="accent3"/>
                </a:solidFill>
                <a:latin typeface="+mj-lt" pitchFamily="34" charset="0"/>
                <a:ea typeface="+mj-lt" pitchFamily="34" charset="-122"/>
                <a:cs typeface="+mj-lt" pitchFamily="34" charset="-120"/>
              </a:rPr>
              <a:t>v</a:t>
            </a:r>
            <a:r>
              <a:rPr lang="en-US" sz="2400" b="1" dirty="0">
                <a:solidFill>
                  <a:schemeClr val="tx1"/>
                </a:solidFill>
                <a:latin typeface="+mj-lt" pitchFamily="34" charset="0"/>
                <a:ea typeface="+mj-lt" pitchFamily="34" charset="-122"/>
                <a:cs typeface="+mj-lt" pitchFamily="34" charset="-120"/>
              </a:rPr>
              <a:t>en</a:t>
            </a:r>
            <a:endParaRPr lang="en-US" sz="2400" dirty="0"/>
          </a:p>
        </p:txBody>
      </p:sp>
      <p:sp>
        <p:nvSpPr>
          <p:cNvPr id="24" name="Shape 16"/>
          <p:cNvSpPr/>
          <p:nvPr/>
        </p:nvSpPr>
        <p:spPr>
          <a:xfrm>
            <a:off x="5820156" y="4279392"/>
            <a:ext cx="548640" cy="548640"/>
          </a:xfrm>
          <a:prstGeom prst="ellipse">
            <a:avLst/>
          </a:prstGeom>
          <a:solidFill>
            <a:schemeClr val="tx2"/>
          </a:solidFill>
          <a:ln w="12700">
            <a:solidFill>
              <a:srgbClr val="FFFFFF">
                <a:alpha val="0"/>
              </a:srgbClr>
            </a:solidFill>
            <a:prstDash val="solid"/>
          </a:ln>
        </p:spPr>
      </p:sp>
      <p:pic>
        <p:nvPicPr>
          <p:cNvPr id="25" name="Image 5" descr="ArrowsAltH">    </p:cNvPr>
          <p:cNvPicPr>
            <a:picLocks noChangeAspect="1"/>
          </p:cNvPicPr>
          <p:nvPr/>
        </p:nvPicPr>
        <p:blipFill>
          <a:blip r:embed="rId6"/>
          <a:stretch>
            <a:fillRect/>
          </a:stretch>
        </p:blipFill>
        <p:spPr>
          <a:xfrm>
            <a:off x="5920740" y="4379976"/>
            <a:ext cx="347472" cy="347472"/>
          </a:xfrm>
          <a:prstGeom prst="rect">
            <a:avLst/>
          </a:prstGeom>
        </p:spPr>
      </p:pic>
      <p:sp>
        <p:nvSpPr>
          <p:cNvPr id="26" name="Shape 17"/>
          <p:cNvSpPr/>
          <p:nvPr/>
        </p:nvSpPr>
        <p:spPr>
          <a:xfrm>
            <a:off x="548640" y="5486400"/>
            <a:ext cx="8229600" cy="777240"/>
          </a:xfrm>
          <a:prstGeom prst="roundRect">
            <a:avLst>
              <a:gd name="adj" fmla="val 9412"/>
            </a:avLst>
          </a:prstGeom>
          <a:solidFill>
            <a:schemeClr val="tx2"/>
          </a:solidFill>
          <a:ln w="12700">
            <a:solidFill>
              <a:srgbClr val="FFFFFF">
                <a:alpha val="0"/>
              </a:srgbClr>
            </a:solidFill>
            <a:prstDash val="solid"/>
          </a:ln>
        </p:spPr>
      </p:sp>
      <p:sp>
        <p:nvSpPr>
          <p:cNvPr id="27" name="Text 18"/>
          <p:cNvSpPr txBox="1"/>
          <p:nvPr/>
        </p:nvSpPr>
        <p:spPr>
          <a:xfrm>
            <a:off x="777240" y="5486400"/>
            <a:ext cx="7863840" cy="777240"/>
          </a:xfrm>
          <a:prstGeom prst="rect">
            <a:avLst/>
          </a:prstGeom>
          <a:noFill/>
          <a:ln/>
        </p:spPr>
        <p:txBody>
          <a:bodyPr wrap="square" lIns="0" tIns="0" rIns="0" bIns="0" rtlCol="0" anchor="ctr"/>
          <a:lstStyle/>
          <a:p>
            <a:pPr algn="l" indent="0" marL="0">
              <a:buNone/>
            </a:pPr>
            <a:r>
              <a:rPr lang="en-US" sz="1700" b="1" dirty="0">
                <a:solidFill>
                  <a:schemeClr val="bg1"/>
                </a:solidFill>
              </a:rPr>
              <a:t>Le pluriel = l’infinitif, tel quel !</a:t>
            </a:r>
            <a:endParaRPr lang="en-US" sz="1700" dirty="0"/>
          </a:p>
          <a:p>
            <a:pPr algn="l" indent="0" marL="0">
              <a:buNone/>
            </a:pPr>
            <a:r>
              <a:rPr lang="en-US" sz="1700" dirty="0">
                <a:solidFill>
                  <a:schemeClr val="bg1"/>
                </a:solidFill>
              </a:rPr>
              <a:t>Au pluriel, on ne touche à rien : on recopie l’infinitif.</a:t>
            </a:r>
            <a:endParaRPr lang="en-US" sz="1700" dirty="0"/>
          </a:p>
        </p:txBody>
      </p:sp>
      <p:sp>
        <p:nvSpPr>
          <p:cNvPr id="28" name="Shape 19"/>
          <p:cNvSpPr/>
          <p:nvPr/>
        </p:nvSpPr>
        <p:spPr>
          <a:xfrm>
            <a:off x="9006840" y="5486400"/>
            <a:ext cx="2633472" cy="777240"/>
          </a:xfrm>
          <a:prstGeom prst="roundRect">
            <a:avLst>
              <a:gd name="adj" fmla="val 9412"/>
            </a:avLst>
          </a:prstGeom>
          <a:solidFill>
            <a:srgbClr val="FBEDEC"/>
          </a:solidFill>
          <a:ln w="15875">
            <a:solidFill>
              <a:srgbClr val="B83227"/>
            </a:solidFill>
            <a:prstDash val="solid"/>
          </a:ln>
        </p:spPr>
      </p:sp>
      <p:pic>
        <p:nvPicPr>
          <p:cNvPr id="29" name="Image 6" descr="Times">    </p:cNvPr>
          <p:cNvPicPr>
            <a:picLocks noChangeAspect="1"/>
          </p:cNvPicPr>
          <p:nvPr/>
        </p:nvPicPr>
        <p:blipFill>
          <a:blip r:embed="rId7"/>
          <a:stretch>
            <a:fillRect/>
          </a:stretch>
        </p:blipFill>
        <p:spPr>
          <a:xfrm>
            <a:off x="9189720" y="5715000"/>
            <a:ext cx="329184" cy="329184"/>
          </a:xfrm>
          <a:prstGeom prst="rect">
            <a:avLst/>
          </a:prstGeom>
        </p:spPr>
      </p:pic>
      <p:sp>
        <p:nvSpPr>
          <p:cNvPr id="30" name="Text 20"/>
          <p:cNvSpPr txBox="1"/>
          <p:nvPr/>
        </p:nvSpPr>
        <p:spPr>
          <a:xfrm>
            <a:off x="9601200" y="5486400"/>
            <a:ext cx="1965960" cy="777240"/>
          </a:xfrm>
          <a:prstGeom prst="rect">
            <a:avLst/>
          </a:prstGeom>
          <a:noFill/>
          <a:ln/>
        </p:spPr>
        <p:txBody>
          <a:bodyPr wrap="square" lIns="0" tIns="0" rIns="0" bIns="0" rtlCol="0" anchor="ctr"/>
          <a:lstStyle/>
          <a:p>
            <a:pPr algn="l" indent="0" marL="0">
              <a:buNone/>
            </a:pPr>
            <a:r>
              <a:rPr lang="en-US" sz="2200" dirty="0">
                <a:solidFill>
                  <a:schemeClr val="tx1"/>
                </a:solidFill>
                <a:latin typeface="+mj-lt" pitchFamily="34" charset="0"/>
                <a:ea typeface="+mj-lt" pitchFamily="34" charset="-122"/>
                <a:cs typeface="+mj-lt" pitchFamily="34" charset="-120"/>
              </a:rPr>
              <a:t>wij </a:t>
            </a:r>
            <a:r>
              <a:rPr lang="en-US" sz="2200" strike="sngStrike" dirty="0">
                <a:solidFill>
                  <a:schemeClr val="accent6"/>
                </a:solidFill>
                <a:latin typeface="+mj-lt" pitchFamily="34" charset="0"/>
                <a:ea typeface="+mj-lt" pitchFamily="34" charset="-122"/>
                <a:cs typeface="+mj-lt" pitchFamily="34" charset="-120"/>
              </a:rPr>
              <a:t>lesen</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Réflexe ③ — radical en -t : pas de 2e t</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36192"/>
            <a:ext cx="11091672" cy="502920"/>
          </a:xfrm>
          <a:prstGeom prst="roundRect">
            <a:avLst>
              <a:gd name="adj" fmla="val 14545"/>
            </a:avLst>
          </a:prstGeom>
          <a:solidFill>
            <a:schemeClr val="tx2"/>
          </a:solidFill>
          <a:ln w="12700">
            <a:solidFill>
              <a:srgbClr val="FFFFFF">
                <a:alpha val="0"/>
              </a:srgbClr>
            </a:solidFill>
            <a:prstDash val="solid"/>
          </a:ln>
        </p:spPr>
      </p:sp>
      <p:pic>
        <p:nvPicPr>
          <p:cNvPr id="6" name="Image 0" descr="Magnet">    </p:cNvPr>
          <p:cNvPicPr>
            <a:picLocks noChangeAspect="1"/>
          </p:cNvPicPr>
          <p:nvPr/>
        </p:nvPicPr>
        <p:blipFill>
          <a:blip r:embed="rId1"/>
          <a:stretch>
            <a:fillRect/>
          </a:stretch>
        </p:blipFill>
        <p:spPr>
          <a:xfrm>
            <a:off x="731520" y="1632204"/>
            <a:ext cx="310896" cy="310896"/>
          </a:xfrm>
          <a:prstGeom prst="rect">
            <a:avLst/>
          </a:prstGeom>
        </p:spPr>
      </p:pic>
      <p:sp>
        <p:nvSpPr>
          <p:cNvPr id="7" name="Text 3"/>
          <p:cNvSpPr txBox="1"/>
          <p:nvPr/>
        </p:nvSpPr>
        <p:spPr>
          <a:xfrm>
            <a:off x="1188720" y="1536192"/>
            <a:ext cx="10241280" cy="502920"/>
          </a:xfrm>
          <a:prstGeom prst="rect">
            <a:avLst/>
          </a:prstGeom>
          <a:noFill/>
          <a:ln/>
        </p:spPr>
        <p:txBody>
          <a:bodyPr wrap="square" lIns="0" tIns="0" rIns="0" bIns="0" rtlCol="0" anchor="ctr"/>
          <a:lstStyle/>
          <a:p>
            <a:pPr algn="l" indent="0" marL="0">
              <a:buNone/>
            </a:pPr>
            <a:r>
              <a:rPr lang="en-US" sz="2100" b="1" dirty="0">
                <a:solidFill>
                  <a:schemeClr val="bg1"/>
                </a:solidFill>
              </a:rPr>
              <a:t>Radical en </a:t>
            </a:r>
            <a:r>
              <a:rPr lang="en-US" sz="2100" b="1" dirty="0">
                <a:solidFill>
                  <a:schemeClr val="accent1"/>
                </a:solidFill>
              </a:rPr>
              <a:t>t</a:t>
            </a:r>
            <a:r>
              <a:rPr lang="en-US" sz="2100" b="1" dirty="0">
                <a:solidFill>
                  <a:schemeClr val="bg1"/>
                </a:solidFill>
              </a:rPr>
              <a:t> + terminaison </a:t>
            </a:r>
            <a:r>
              <a:rPr lang="en-US" sz="2100" b="1" dirty="0">
                <a:solidFill>
                  <a:schemeClr val="accent1"/>
                </a:solidFill>
              </a:rPr>
              <a:t>t</a:t>
            </a:r>
            <a:r>
              <a:rPr lang="en-US" sz="2100" b="1" dirty="0">
                <a:solidFill>
                  <a:schemeClr val="bg1"/>
                </a:solidFill>
              </a:rPr>
              <a:t> = un seul </a:t>
            </a:r>
            <a:r>
              <a:rPr lang="en-US" sz="2100" b="1" dirty="0">
                <a:solidFill>
                  <a:schemeClr val="accent1"/>
                </a:solidFill>
              </a:rPr>
              <a:t>t</a:t>
            </a:r>
            <a:endParaRPr lang="en-US" sz="2100" dirty="0"/>
          </a:p>
        </p:txBody>
      </p:sp>
      <p:sp>
        <p:nvSpPr>
          <p:cNvPr id="8" name="Shape 4"/>
          <p:cNvSpPr/>
          <p:nvPr/>
        </p:nvSpPr>
        <p:spPr>
          <a:xfrm>
            <a:off x="548640" y="2286000"/>
            <a:ext cx="2286000" cy="1097280"/>
          </a:xfrm>
          <a:prstGeom prst="roundRect">
            <a:avLst>
              <a:gd name="adj" fmla="val 8333"/>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9" name="Text 5"/>
          <p:cNvSpPr txBox="1"/>
          <p:nvPr/>
        </p:nvSpPr>
        <p:spPr>
          <a:xfrm>
            <a:off x="548640" y="2286000"/>
            <a:ext cx="2286000" cy="1097280"/>
          </a:xfrm>
          <a:prstGeom prst="rect">
            <a:avLst/>
          </a:prstGeom>
          <a:noFill/>
          <a:ln/>
        </p:spPr>
        <p:txBody>
          <a:bodyPr wrap="square" lIns="0" tIns="0" rIns="0" bIns="0" rtlCol="0" anchor="ctr"/>
          <a:lstStyle/>
          <a:p>
            <a:pPr algn="ctr" indent="0" marL="0">
              <a:buNone/>
            </a:pPr>
            <a:r>
              <a:rPr lang="en-US" sz="3400" b="1" dirty="0">
                <a:solidFill>
                  <a:schemeClr val="bg1"/>
                </a:solidFill>
                <a:latin typeface="+mj-lt" pitchFamily="34" charset="0"/>
                <a:ea typeface="+mj-lt" pitchFamily="34" charset="-122"/>
                <a:cs typeface="+mj-lt" pitchFamily="34" charset="-120"/>
              </a:rPr>
              <a:t>PRAAT</a:t>
            </a:r>
            <a:endParaRPr lang="en-US" sz="3400" dirty="0"/>
          </a:p>
        </p:txBody>
      </p:sp>
      <p:sp>
        <p:nvSpPr>
          <p:cNvPr id="10" name="Text 6"/>
          <p:cNvSpPr txBox="1"/>
          <p:nvPr/>
        </p:nvSpPr>
        <p:spPr>
          <a:xfrm>
            <a:off x="548640" y="3429000"/>
            <a:ext cx="2926080" cy="292608"/>
          </a:xfrm>
          <a:prstGeom prst="rect">
            <a:avLst/>
          </a:prstGeom>
          <a:noFill/>
          <a:ln/>
        </p:spPr>
        <p:txBody>
          <a:bodyPr wrap="square" lIns="0" tIns="0" rIns="0" bIns="0" rtlCol="0" anchor="t"/>
          <a:lstStyle/>
          <a:p>
            <a:pPr algn="l" indent="0" marL="0">
              <a:buNone/>
            </a:pPr>
            <a:r>
              <a:rPr lang="en-US" sz="1400" i="1" dirty="0">
                <a:solidFill>
                  <a:schemeClr val="accent5"/>
                </a:solidFill>
              </a:rPr>
              <a:t>praten</a:t>
            </a:r>
            <a:r>
              <a:rPr lang="en-US" sz="1400" dirty="0">
                <a:solidFill>
                  <a:schemeClr val="accent5"/>
                </a:solidFill>
              </a:rPr>
              <a:t> (parler, bavarder)</a:t>
            </a:r>
            <a:endParaRPr lang="en-US" sz="1400" dirty="0"/>
          </a:p>
        </p:txBody>
      </p:sp>
      <p:sp>
        <p:nvSpPr>
          <p:cNvPr id="11" name="Shape 7"/>
          <p:cNvSpPr/>
          <p:nvPr/>
        </p:nvSpPr>
        <p:spPr>
          <a:xfrm>
            <a:off x="2926080" y="2834640"/>
            <a:ext cx="320040" cy="914"/>
          </a:xfrm>
          <a:prstGeom prst="line">
            <a:avLst/>
          </a:prstGeom>
          <a:noFill/>
          <a:ln w="31750">
            <a:solidFill>
              <a:srgbClr val="B83227"/>
            </a:solidFill>
            <a:prstDash val="solid"/>
            <a:tailEnd type="triangle"/>
          </a:ln>
        </p:spPr>
      </p:sp>
      <p:pic>
        <p:nvPicPr>
          <p:cNvPr id="12" name="Image 1" descr="magnet">    </p:cNvPr>
          <p:cNvPicPr>
            <a:picLocks noChangeAspect="1"/>
          </p:cNvPicPr>
          <p:nvPr/>
        </p:nvPicPr>
        <p:blipFill>
          <a:blip r:embed="rId2"/>
          <a:stretch>
            <a:fillRect/>
          </a:stretch>
        </p:blipFill>
        <p:spPr>
          <a:xfrm>
            <a:off x="3337560" y="2423160"/>
            <a:ext cx="822960" cy="822960"/>
          </a:xfrm>
          <a:prstGeom prst="rect">
            <a:avLst/>
          </a:prstGeom>
        </p:spPr>
      </p:pic>
      <p:sp>
        <p:nvSpPr>
          <p:cNvPr id="13" name="Shape 8"/>
          <p:cNvSpPr/>
          <p:nvPr/>
        </p:nvSpPr>
        <p:spPr>
          <a:xfrm flipH="1">
            <a:off x="4206240" y="2834640"/>
            <a:ext cx="320040" cy="914"/>
          </a:xfrm>
          <a:prstGeom prst="line">
            <a:avLst/>
          </a:prstGeom>
          <a:noFill/>
          <a:ln w="31750">
            <a:solidFill>
              <a:srgbClr val="B83227"/>
            </a:solidFill>
            <a:prstDash val="solid"/>
            <a:tailEnd type="triangle"/>
          </a:ln>
        </p:spPr>
      </p:sp>
      <p:sp>
        <p:nvSpPr>
          <p:cNvPr id="14" name="Shape 9"/>
          <p:cNvSpPr/>
          <p:nvPr/>
        </p:nvSpPr>
        <p:spPr>
          <a:xfrm>
            <a:off x="4617720" y="2377440"/>
            <a:ext cx="914400" cy="914400"/>
          </a:xfrm>
          <a:prstGeom prst="roundRect">
            <a:avLst>
              <a:gd name="adj" fmla="val 10000"/>
            </a:avLst>
          </a:prstGeom>
          <a:solidFill>
            <a:schemeClr val="accent1"/>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15" name="Text 10"/>
          <p:cNvSpPr txBox="1"/>
          <p:nvPr/>
        </p:nvSpPr>
        <p:spPr>
          <a:xfrm>
            <a:off x="4617720" y="2377440"/>
            <a:ext cx="914400" cy="914400"/>
          </a:xfrm>
          <a:prstGeom prst="rect">
            <a:avLst/>
          </a:prstGeom>
          <a:noFill/>
          <a:ln/>
        </p:spPr>
        <p:txBody>
          <a:bodyPr wrap="square" lIns="0" tIns="0" rIns="0" bIns="0" rtlCol="0" anchor="ctr"/>
          <a:lstStyle/>
          <a:p>
            <a:pPr algn="ctr" indent="0" marL="0">
              <a:buNone/>
            </a:pPr>
            <a:r>
              <a:rPr lang="en-US" sz="4000" b="1" dirty="0">
                <a:solidFill>
                  <a:schemeClr val="bg1"/>
                </a:solidFill>
                <a:latin typeface="+mj-lt" pitchFamily="34" charset="0"/>
                <a:ea typeface="+mj-lt" pitchFamily="34" charset="-122"/>
                <a:cs typeface="+mj-lt" pitchFamily="34" charset="-120"/>
              </a:rPr>
              <a:t>t</a:t>
            </a:r>
            <a:endParaRPr lang="en-US" sz="4000" dirty="0"/>
          </a:p>
        </p:txBody>
      </p:sp>
      <p:sp>
        <p:nvSpPr>
          <p:cNvPr id="16" name="Text 11"/>
          <p:cNvSpPr txBox="1"/>
          <p:nvPr/>
        </p:nvSpPr>
        <p:spPr>
          <a:xfrm>
            <a:off x="5623560" y="2286000"/>
            <a:ext cx="548640" cy="1097280"/>
          </a:xfrm>
          <a:prstGeom prst="rect">
            <a:avLst/>
          </a:prstGeom>
          <a:noFill/>
          <a:ln/>
        </p:spPr>
        <p:txBody>
          <a:bodyPr wrap="square" lIns="0" tIns="0" rIns="0" bIns="0" rtlCol="0" anchor="ctr"/>
          <a:lstStyle/>
          <a:p>
            <a:pPr algn="ctr" indent="0" marL="0">
              <a:buNone/>
            </a:pPr>
            <a:r>
              <a:rPr lang="en-US" sz="4000" b="1" dirty="0">
                <a:solidFill>
                  <a:schemeClr val="accent5"/>
                </a:solidFill>
              </a:rPr>
              <a:t>=</a:t>
            </a:r>
            <a:endParaRPr lang="en-US" sz="4000" dirty="0"/>
          </a:p>
        </p:txBody>
      </p:sp>
      <p:sp>
        <p:nvSpPr>
          <p:cNvPr id="17" name="Shape 12"/>
          <p:cNvSpPr/>
          <p:nvPr/>
        </p:nvSpPr>
        <p:spPr>
          <a:xfrm>
            <a:off x="6263640" y="2286000"/>
            <a:ext cx="2468880" cy="1097280"/>
          </a:xfrm>
          <a:prstGeom prst="roundRect">
            <a:avLst>
              <a:gd name="adj" fmla="val 8333"/>
            </a:avLst>
          </a:prstGeom>
          <a:solidFill>
            <a:srgbClr val="EDF6F0"/>
          </a:solidFill>
          <a:ln w="38100">
            <a:solidFill>
              <a:srgbClr val="2E7D4F"/>
            </a:solidFill>
            <a:prstDash val="solid"/>
          </a:ln>
          <a:effectLst>
            <a:outerShdw sx="100000" sy="100000" kx="0" ky="0" algn="bl" rotWithShape="0" blurRad="101600" dist="25400" dir="3600000">
              <a:srgbClr val="000000">
                <a:alpha val="16000"/>
              </a:srgbClr>
            </a:outerShdw>
          </a:effectLst>
        </p:spPr>
      </p:sp>
      <p:sp>
        <p:nvSpPr>
          <p:cNvPr id="18" name="Text 13"/>
          <p:cNvSpPr txBox="1"/>
          <p:nvPr/>
        </p:nvSpPr>
        <p:spPr>
          <a:xfrm>
            <a:off x="6263640" y="2286000"/>
            <a:ext cx="2468880" cy="1097280"/>
          </a:xfrm>
          <a:prstGeom prst="rect">
            <a:avLst/>
          </a:prstGeom>
          <a:noFill/>
          <a:ln/>
        </p:spPr>
        <p:txBody>
          <a:bodyPr wrap="square" lIns="0" tIns="0" rIns="0" bIns="0" rtlCol="0" anchor="ctr"/>
          <a:lstStyle/>
          <a:p>
            <a:pPr algn="ctr" indent="0" marL="0">
              <a:buNone/>
            </a:pPr>
            <a:r>
              <a:rPr lang="en-US" sz="3600" b="1" dirty="0">
                <a:solidFill>
                  <a:schemeClr val="tx1"/>
                </a:solidFill>
                <a:latin typeface="+mj-lt" pitchFamily="34" charset="0"/>
                <a:ea typeface="+mj-lt" pitchFamily="34" charset="-122"/>
                <a:cs typeface="+mj-lt" pitchFamily="34" charset="-120"/>
              </a:rPr>
              <a:t>PRAA</a:t>
            </a:r>
            <a:r>
              <a:rPr lang="en-US" sz="3600" b="1" dirty="0">
                <a:solidFill>
                  <a:schemeClr val="accent1"/>
                </a:solidFill>
                <a:latin typeface="+mj-lt" pitchFamily="34" charset="0"/>
                <a:ea typeface="+mj-lt" pitchFamily="34" charset="-122"/>
                <a:cs typeface="+mj-lt" pitchFamily="34" charset="-120"/>
              </a:rPr>
              <a:t>T</a:t>
            </a:r>
            <a:endParaRPr lang="en-US" sz="3600" dirty="0"/>
          </a:p>
        </p:txBody>
      </p:sp>
      <p:pic>
        <p:nvPicPr>
          <p:cNvPr id="19" name="Image 2" descr="CheckCircle">    </p:cNvPr>
          <p:cNvPicPr>
            <a:picLocks noChangeAspect="1"/>
          </p:cNvPicPr>
          <p:nvPr/>
        </p:nvPicPr>
        <p:blipFill>
          <a:blip r:embed="rId3"/>
          <a:stretch>
            <a:fillRect/>
          </a:stretch>
        </p:blipFill>
        <p:spPr>
          <a:xfrm>
            <a:off x="8412480" y="2359152"/>
            <a:ext cx="274320" cy="274320"/>
          </a:xfrm>
          <a:prstGeom prst="rect">
            <a:avLst/>
          </a:prstGeom>
        </p:spPr>
      </p:pic>
      <p:sp>
        <p:nvSpPr>
          <p:cNvPr id="20" name="Shape 14"/>
          <p:cNvSpPr/>
          <p:nvPr/>
        </p:nvSpPr>
        <p:spPr>
          <a:xfrm>
            <a:off x="9098280" y="2286000"/>
            <a:ext cx="2542032" cy="1097280"/>
          </a:xfrm>
          <a:prstGeom prst="roundRect">
            <a:avLst>
              <a:gd name="adj" fmla="val 8333"/>
            </a:avLst>
          </a:prstGeom>
          <a:solidFill>
            <a:srgbClr val="FBEDEC"/>
          </a:solidFill>
          <a:ln w="25400">
            <a:solidFill>
              <a:srgbClr val="B83227"/>
            </a:solidFill>
            <a:prstDash val="solid"/>
          </a:ln>
        </p:spPr>
      </p:sp>
      <p:pic>
        <p:nvPicPr>
          <p:cNvPr id="21" name="Image 3" descr="Times">    </p:cNvPr>
          <p:cNvPicPr>
            <a:picLocks noChangeAspect="1"/>
          </p:cNvPicPr>
          <p:nvPr/>
        </p:nvPicPr>
        <p:blipFill>
          <a:blip r:embed="rId4"/>
          <a:stretch>
            <a:fillRect/>
          </a:stretch>
        </p:blipFill>
        <p:spPr>
          <a:xfrm>
            <a:off x="9235440" y="2651760"/>
            <a:ext cx="365760" cy="365760"/>
          </a:xfrm>
          <a:prstGeom prst="rect">
            <a:avLst/>
          </a:prstGeom>
        </p:spPr>
      </p:pic>
      <p:sp>
        <p:nvSpPr>
          <p:cNvPr id="22" name="Text 15"/>
          <p:cNvSpPr txBox="1"/>
          <p:nvPr/>
        </p:nvSpPr>
        <p:spPr>
          <a:xfrm>
            <a:off x="9646920" y="2286000"/>
            <a:ext cx="1920240" cy="1097280"/>
          </a:xfrm>
          <a:prstGeom prst="rect">
            <a:avLst/>
          </a:prstGeom>
          <a:noFill/>
          <a:ln/>
        </p:spPr>
        <p:txBody>
          <a:bodyPr wrap="square" lIns="0" tIns="0" rIns="0" bIns="0" rtlCol="0" anchor="ctr"/>
          <a:lstStyle/>
          <a:p>
            <a:pPr algn="ctr" indent="0" marL="0">
              <a:buNone/>
            </a:pPr>
            <a:r>
              <a:rPr lang="en-US" sz="3000" b="1" strike="sngStrike" dirty="0">
                <a:solidFill>
                  <a:schemeClr val="accent6"/>
                </a:solidFill>
                <a:latin typeface="+mj-lt" pitchFamily="34" charset="0"/>
                <a:ea typeface="+mj-lt" pitchFamily="34" charset="-122"/>
                <a:cs typeface="+mj-lt" pitchFamily="34" charset="-120"/>
              </a:rPr>
              <a:t>praatt</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794760"/>
          <a:ext cx="5394960" cy="914400"/>
        </p:xfrm>
        <a:graphic>
          <a:graphicData uri="http://schemas.openxmlformats.org/drawingml/2006/table">
            <a:tbl>
              <a:tblPr/>
              <a:tblGrid>
                <a:gridCol w="1828800"/>
                <a:gridCol w="1783080"/>
                <a:gridCol w="1783080"/>
              </a:tblGrid>
              <a:tr h="411480">
                <a:tc>
                  <a:txBody>
                    <a:bodyPr/>
                    <a:lstStyle/>
                    <a:p>
                      <a:pPr algn="l" indent="0" marL="0">
                        <a:buNone/>
                      </a:pPr>
                      <a:r>
                        <a:rPr lang="en-US" sz="1600" b="1" dirty="0">
                          <a:solidFill>
                            <a:srgbClr val="FFFFFF"/>
                          </a:solidFill>
                        </a:rPr>
                        <a:t>infinitif</a:t>
                      </a: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ctr" indent="0" marL="0">
                        <a:buNone/>
                      </a:pPr>
                      <a:r>
                        <a:rPr lang="en-US" sz="1600" b="1" dirty="0">
                          <a:solidFill>
                            <a:srgbClr val="FFFFFF"/>
                          </a:solidFill>
                        </a:rPr>
                        <a:t>ik</a:t>
                      </a: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ctr" indent="0" marL="0">
                        <a:buNone/>
                      </a:pPr>
                      <a:r>
                        <a:rPr lang="en-US" sz="1600" b="1" dirty="0">
                          <a:solidFill>
                            <a:srgbClr val="FFFFFF"/>
                          </a:solidFill>
                        </a:rPr>
                        <a:t>hij</a:t>
                      </a: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548640">
                <a:tc>
                  <a:txBody>
                    <a:bodyPr/>
                    <a:lstStyle/>
                    <a:p>
                      <a:pPr algn="l" indent="0" marL="0">
                        <a:buNone/>
                      </a:pPr>
                      <a:r>
                        <a:rPr lang="en-US" sz="2000" b="1" dirty="0">
                          <a:solidFill>
                            <a:schemeClr val="tx1"/>
                          </a:solidFill>
                        </a:rPr>
                        <a:t>praten</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2000" dirty="0">
                          <a:solidFill>
                            <a:schemeClr val="tx1"/>
                          </a:solidFill>
                        </a:rPr>
                        <a:t>ik praat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2000" dirty="0">
                          <a:solidFill>
                            <a:schemeClr val="tx1"/>
                          </a:solidFill>
                        </a:rPr>
                        <a:t>hij praat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548640">
                <a:tc>
                  <a:txBody>
                    <a:bodyPr/>
                    <a:lstStyle/>
                    <a:p>
                      <a:pPr algn="l" indent="0" marL="0">
                        <a:buNone/>
                      </a:pPr>
                      <a:r>
                        <a:rPr lang="en-US" sz="2000" b="1" dirty="0">
                          <a:solidFill>
                            <a:schemeClr val="tx1"/>
                          </a:solidFill>
                        </a:rPr>
                        <a:t>zitten</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ik zit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hij zit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48640">
                <a:tc>
                  <a:txBody>
                    <a:bodyPr/>
                    <a:lstStyle/>
                    <a:p>
                      <a:pPr algn="l" indent="0" marL="0">
                        <a:buNone/>
                      </a:pPr>
                      <a:r>
                        <a:rPr lang="en-US" sz="2000" b="1" dirty="0">
                          <a:solidFill>
                            <a:schemeClr val="tx1"/>
                          </a:solidFill>
                        </a:rPr>
                        <a:t>eten</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2000" dirty="0">
                          <a:solidFill>
                            <a:schemeClr val="tx1"/>
                          </a:solidFill>
                        </a:rPr>
                        <a:t>ik eet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2000" dirty="0">
                          <a:solidFill>
                            <a:schemeClr val="tx1"/>
                          </a:solidFill>
                        </a:rPr>
                        <a:t>hij eet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245352" y="3794760"/>
          <a:ext cx="5394960" cy="914400"/>
        </p:xfrm>
        <a:graphic>
          <a:graphicData uri="http://schemas.openxmlformats.org/drawingml/2006/table">
            <a:tbl>
              <a:tblPr/>
              <a:tblGrid>
                <a:gridCol w="1828800"/>
                <a:gridCol w="1783080"/>
                <a:gridCol w="1783080"/>
              </a:tblGrid>
              <a:tr h="411480">
                <a:tc>
                  <a:txBody>
                    <a:bodyPr/>
                    <a:lstStyle/>
                    <a:p>
                      <a:pPr algn="l" indent="0" marL="0">
                        <a:buNone/>
                      </a:pPr>
                      <a:r>
                        <a:rPr lang="en-US" sz="1600" b="1" dirty="0">
                          <a:solidFill>
                            <a:srgbClr val="FFFFFF"/>
                          </a:solidFill>
                        </a:rPr>
                        <a:t>infinitif</a:t>
                      </a: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ctr" indent="0" marL="0">
                        <a:buNone/>
                      </a:pPr>
                      <a:r>
                        <a:rPr lang="en-US" sz="1600" b="1" dirty="0">
                          <a:solidFill>
                            <a:srgbClr val="FFFFFF"/>
                          </a:solidFill>
                        </a:rPr>
                        <a:t>ik</a:t>
                      </a: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ctr" indent="0" marL="0">
                        <a:buNone/>
                      </a:pPr>
                      <a:r>
                        <a:rPr lang="en-US" sz="1600" b="1" dirty="0">
                          <a:solidFill>
                            <a:srgbClr val="FFFFFF"/>
                          </a:solidFill>
                        </a:rPr>
                        <a:t>hij</a:t>
                      </a: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548640">
                <a:tc>
                  <a:txBody>
                    <a:bodyPr/>
                    <a:lstStyle/>
                    <a:p>
                      <a:pPr algn="l" indent="0" marL="0">
                        <a:buNone/>
                      </a:pPr>
                      <a:r>
                        <a:rPr lang="en-US" sz="2000" b="1" dirty="0">
                          <a:solidFill>
                            <a:schemeClr val="tx1"/>
                          </a:solidFill>
                        </a:rPr>
                        <a:t>wachten</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2000" dirty="0">
                          <a:solidFill>
                            <a:schemeClr val="tx1"/>
                          </a:solidFill>
                        </a:rPr>
                        <a:t>ik wacht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2000" dirty="0">
                          <a:solidFill>
                            <a:schemeClr val="tx1"/>
                          </a:solidFill>
                        </a:rPr>
                        <a:t>hij wacht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548640">
                <a:tc>
                  <a:txBody>
                    <a:bodyPr/>
                    <a:lstStyle/>
                    <a:p>
                      <a:pPr algn="l" indent="0" marL="0">
                        <a:buNone/>
                      </a:pPr>
                      <a:r>
                        <a:rPr lang="en-US" sz="2000" b="1" dirty="0">
                          <a:solidFill>
                            <a:schemeClr val="tx1"/>
                          </a:solidFill>
                        </a:rPr>
                        <a:t>heten</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ik heet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hij heet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48640">
                <a:tc>
                  <a:txBody>
                    <a:bodyPr/>
                    <a:lstStyle/>
                    <a:p>
                      <a:pPr algn="l" indent="0" marL="0">
                        <a:buNone/>
                      </a:pPr>
                      <a:r>
                        <a:rPr lang="en-US" sz="2000" b="1" dirty="0">
                          <a:solidFill>
                            <a:schemeClr val="tx1"/>
                          </a:solidFill>
                        </a:rPr>
                        <a:t>moeten</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2000" dirty="0">
                          <a:solidFill>
                            <a:schemeClr val="tx1"/>
                          </a:solidFill>
                        </a:rPr>
                        <a:t>ik moet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2000" dirty="0">
                          <a:solidFill>
                            <a:schemeClr val="tx1"/>
                          </a:solidFill>
                        </a:rPr>
                        <a:t>hij moet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Text 16"/>
          <p:cNvSpPr txBox="1"/>
          <p:nvPr/>
        </p:nvSpPr>
        <p:spPr>
          <a:xfrm>
            <a:off x="548640" y="5943600"/>
            <a:ext cx="11091672" cy="329184"/>
          </a:xfrm>
          <a:prstGeom prst="rect">
            <a:avLst/>
          </a:prstGeom>
          <a:noFill/>
          <a:ln/>
        </p:spPr>
        <p:txBody>
          <a:bodyPr wrap="square" lIns="0" tIns="0" rIns="0" bIns="0" rtlCol="0" anchor="t"/>
          <a:lstStyle/>
          <a:p>
            <a:pPr algn="ctr" indent="0" marL="0">
              <a:buNone/>
            </a:pPr>
            <a:r>
              <a:rPr lang="en-US" sz="1500" i="1" dirty="0">
                <a:solidFill>
                  <a:schemeClr val="accent5"/>
                </a:solidFill>
              </a:rPr>
              <a:t>Mêmes formes pour </a:t>
            </a:r>
            <a:r>
              <a:rPr lang="en-US" sz="1500" i="1" dirty="0">
                <a:solidFill>
                  <a:schemeClr val="accent5"/>
                </a:solidFill>
              </a:rPr>
              <a:t>ik</a:t>
            </a:r>
            <a:r>
              <a:rPr lang="en-US" sz="1500" i="1" dirty="0">
                <a:solidFill>
                  <a:schemeClr val="accent5"/>
                </a:solidFill>
              </a:rPr>
              <a:t> et </a:t>
            </a:r>
            <a:r>
              <a:rPr lang="en-US" sz="1500" i="1" dirty="0">
                <a:solidFill>
                  <a:schemeClr val="accent5"/>
                </a:solidFill>
              </a:rPr>
              <a:t>hij</a:t>
            </a:r>
            <a:r>
              <a:rPr lang="en-US" sz="1500" i="1" dirty="0">
                <a:solidFill>
                  <a:schemeClr val="accent5"/>
                </a:solidFill>
              </a:rPr>
              <a:t> : seul le pronom fait la différence.</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Réflexe ④ : radical en -d, + t quand même</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36192"/>
            <a:ext cx="11091672" cy="3017520"/>
          </a:xfrm>
          <a:prstGeom prst="roundRect">
            <a:avLst>
              <a:gd name="adj" fmla="val 2424"/>
            </a:avLst>
          </a:prstGeom>
          <a:solidFill>
            <a:schemeClr val="accent6">
              <a:alpha val="7000"/>
            </a:schemeClr>
          </a:solidFill>
          <a:ln w="12700">
            <a:solidFill>
              <a:srgbClr val="B83227">
                <a:alpha val="60000"/>
              </a:srgbClr>
            </a:solidFill>
            <a:prstDash val="solid"/>
          </a:ln>
        </p:spPr>
      </p:sp>
      <p:sp>
        <p:nvSpPr>
          <p:cNvPr id="6" name="tag"/>
          <p:cNvSpPr/>
          <p:nvPr/>
        </p:nvSpPr>
        <p:spPr>
          <a:xfrm>
            <a:off x="731520" y="1673352"/>
            <a:ext cx="1230782"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7" name="Text 4"/>
          <p:cNvSpPr txBox="1"/>
          <p:nvPr/>
        </p:nvSpPr>
        <p:spPr>
          <a:xfrm>
            <a:off x="2057400" y="1627632"/>
            <a:ext cx="9418320" cy="411480"/>
          </a:xfrm>
          <a:prstGeom prst="rect">
            <a:avLst/>
          </a:prstGeom>
          <a:noFill/>
          <a:ln/>
        </p:spPr>
        <p:txBody>
          <a:bodyPr wrap="square" lIns="0" tIns="0" rIns="0" bIns="0" rtlCol="0" anchor="ctr"/>
          <a:lstStyle/>
          <a:p>
            <a:pPr algn="l" indent="0" marL="0">
              <a:buNone/>
            </a:pPr>
            <a:r>
              <a:rPr lang="en-US" sz="2100" b="1" dirty="0">
                <a:solidFill>
                  <a:schemeClr val="accent2"/>
                </a:solidFill>
              </a:rPr>
              <a:t>d</a:t>
            </a:r>
            <a:r>
              <a:rPr lang="en-US" sz="2100" b="1" dirty="0">
                <a:solidFill>
                  <a:schemeClr val="tx1"/>
                </a:solidFill>
              </a:rPr>
              <a:t> + </a:t>
            </a:r>
            <a:r>
              <a:rPr lang="en-US" sz="2100" b="1" dirty="0">
                <a:solidFill>
                  <a:schemeClr val="accent1"/>
                </a:solidFill>
              </a:rPr>
              <a:t>t</a:t>
            </a:r>
            <a:r>
              <a:rPr lang="en-US" sz="2100" b="1" dirty="0">
                <a:solidFill>
                  <a:schemeClr val="tx1"/>
                </a:solidFill>
              </a:rPr>
              <a:t> = </a:t>
            </a:r>
            <a:r>
              <a:rPr lang="en-US" sz="2100" b="1" dirty="0">
                <a:solidFill>
                  <a:schemeClr val="accent2"/>
                </a:solidFill>
              </a:rPr>
              <a:t>d</a:t>
            </a:r>
            <a:r>
              <a:rPr lang="en-US" sz="2100" b="1" dirty="0">
                <a:solidFill>
                  <a:schemeClr val="accent1"/>
                </a:solidFill>
              </a:rPr>
              <a:t>t</a:t>
            </a:r>
            <a:r>
              <a:rPr lang="en-US" sz="2100" b="1" dirty="0">
                <a:solidFill>
                  <a:schemeClr val="tx1"/>
                </a:solidFill>
              </a:rPr>
              <a:t> — on entend « t », on écrit les deux !</a:t>
            </a:r>
            <a:endParaRPr lang="en-US" sz="2100" dirty="0"/>
          </a:p>
        </p:txBody>
      </p:sp>
      <p:sp>
        <p:nvSpPr>
          <p:cNvPr id="8" name="Shape 5"/>
          <p:cNvSpPr/>
          <p:nvPr/>
        </p:nvSpPr>
        <p:spPr>
          <a:xfrm>
            <a:off x="914400" y="2194560"/>
            <a:ext cx="2468880" cy="960120"/>
          </a:xfrm>
          <a:prstGeom prst="roundRect">
            <a:avLst>
              <a:gd name="adj" fmla="val 9524"/>
            </a:avLst>
          </a:prstGeom>
          <a:solidFill>
            <a:srgbClr val="FFFFFF"/>
          </a:solidFill>
          <a:ln w="31750">
            <a:solidFill>
              <a:srgbClr val="17375E"/>
            </a:solidFill>
            <a:prstDash val="solid"/>
          </a:ln>
          <a:effectLst>
            <a:outerShdw sx="100000" sy="100000" kx="0" ky="0" algn="bl" rotWithShape="0" blurRad="101600" dist="25400" dir="3600000">
              <a:srgbClr val="000000">
                <a:alpha val="16000"/>
              </a:srgbClr>
            </a:outerShdw>
          </a:effectLst>
        </p:spPr>
      </p:sp>
      <p:sp>
        <p:nvSpPr>
          <p:cNvPr id="9" name="Text 6"/>
          <p:cNvSpPr txBox="1"/>
          <p:nvPr/>
        </p:nvSpPr>
        <p:spPr>
          <a:xfrm>
            <a:off x="914400" y="2194560"/>
            <a:ext cx="2468880" cy="960120"/>
          </a:xfrm>
          <a:prstGeom prst="rect">
            <a:avLst/>
          </a:prstGeom>
          <a:noFill/>
          <a:ln/>
        </p:spPr>
        <p:txBody>
          <a:bodyPr wrap="square" lIns="0" tIns="0" rIns="0" bIns="0" rtlCol="0" anchor="ctr"/>
          <a:lstStyle/>
          <a:p>
            <a:pPr algn="ctr" indent="0" marL="0">
              <a:buNone/>
            </a:pPr>
            <a:r>
              <a:rPr lang="en-US" sz="3800" b="1" dirty="0">
                <a:solidFill>
                  <a:schemeClr val="tx1"/>
                </a:solidFill>
                <a:latin typeface="+mj-lt" pitchFamily="34" charset="0"/>
                <a:ea typeface="+mj-lt" pitchFamily="34" charset="-122"/>
                <a:cs typeface="+mj-lt" pitchFamily="34" charset="-120"/>
              </a:rPr>
              <a:t>WOR</a:t>
            </a:r>
            <a:r>
              <a:rPr lang="en-US" sz="3800" b="1" dirty="0">
                <a:solidFill>
                  <a:schemeClr val="accent2"/>
                </a:solidFill>
                <a:latin typeface="+mj-lt" pitchFamily="34" charset="0"/>
                <a:ea typeface="+mj-lt" pitchFamily="34" charset="-122"/>
                <a:cs typeface="+mj-lt" pitchFamily="34" charset="-120"/>
              </a:rPr>
              <a:t>D</a:t>
            </a:r>
            <a:endParaRPr lang="en-US" sz="3800" dirty="0"/>
          </a:p>
        </p:txBody>
      </p:sp>
      <p:sp>
        <p:nvSpPr>
          <p:cNvPr id="10" name="Text 7"/>
          <p:cNvSpPr txBox="1"/>
          <p:nvPr/>
        </p:nvSpPr>
        <p:spPr>
          <a:xfrm>
            <a:off x="3429000" y="2194560"/>
            <a:ext cx="502920" cy="960120"/>
          </a:xfrm>
          <a:prstGeom prst="rect">
            <a:avLst/>
          </a:prstGeom>
          <a:noFill/>
          <a:ln/>
        </p:spPr>
        <p:txBody>
          <a:bodyPr wrap="square" lIns="0" tIns="0" rIns="0" bIns="0" rtlCol="0" anchor="ctr"/>
          <a:lstStyle/>
          <a:p>
            <a:pPr algn="ctr" indent="0" marL="0">
              <a:buNone/>
            </a:pPr>
            <a:r>
              <a:rPr lang="en-US" sz="3800" b="1" dirty="0">
                <a:solidFill>
                  <a:schemeClr val="accent5"/>
                </a:solidFill>
              </a:rPr>
              <a:t>+</a:t>
            </a:r>
            <a:endParaRPr lang="en-US" sz="3800" dirty="0"/>
          </a:p>
        </p:txBody>
      </p:sp>
      <p:sp>
        <p:nvSpPr>
          <p:cNvPr id="11" name="Shape 8"/>
          <p:cNvSpPr/>
          <p:nvPr/>
        </p:nvSpPr>
        <p:spPr>
          <a:xfrm>
            <a:off x="3977640" y="2240280"/>
            <a:ext cx="914400" cy="868680"/>
          </a:xfrm>
          <a:prstGeom prst="roundRect">
            <a:avLst>
              <a:gd name="adj" fmla="val 10526"/>
            </a:avLst>
          </a:prstGeom>
          <a:solidFill>
            <a:schemeClr val="accent1"/>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12" name="Text 9"/>
          <p:cNvSpPr txBox="1"/>
          <p:nvPr/>
        </p:nvSpPr>
        <p:spPr>
          <a:xfrm>
            <a:off x="3977640" y="2240280"/>
            <a:ext cx="914400" cy="868680"/>
          </a:xfrm>
          <a:prstGeom prst="rect">
            <a:avLst/>
          </a:prstGeom>
          <a:noFill/>
          <a:ln/>
        </p:spPr>
        <p:txBody>
          <a:bodyPr wrap="square" lIns="0" tIns="0" rIns="0" bIns="0" rtlCol="0" anchor="ctr"/>
          <a:lstStyle/>
          <a:p>
            <a:pPr algn="ctr" indent="0" marL="0">
              <a:buNone/>
            </a:pPr>
            <a:r>
              <a:rPr lang="en-US" sz="3800" b="1" dirty="0">
                <a:solidFill>
                  <a:schemeClr val="bg1"/>
                </a:solidFill>
                <a:latin typeface="+mj-lt" pitchFamily="34" charset="0"/>
                <a:ea typeface="+mj-lt" pitchFamily="34" charset="-122"/>
                <a:cs typeface="+mj-lt" pitchFamily="34" charset="-120"/>
              </a:rPr>
              <a:t>t</a:t>
            </a:r>
            <a:endParaRPr lang="en-US" sz="3800" dirty="0"/>
          </a:p>
        </p:txBody>
      </p:sp>
      <p:sp>
        <p:nvSpPr>
          <p:cNvPr id="13" name="Text 10"/>
          <p:cNvSpPr txBox="1"/>
          <p:nvPr/>
        </p:nvSpPr>
        <p:spPr>
          <a:xfrm>
            <a:off x="4937760" y="2194560"/>
            <a:ext cx="502920" cy="960120"/>
          </a:xfrm>
          <a:prstGeom prst="rect">
            <a:avLst/>
          </a:prstGeom>
          <a:noFill/>
          <a:ln/>
        </p:spPr>
        <p:txBody>
          <a:bodyPr wrap="square" lIns="0" tIns="0" rIns="0" bIns="0" rtlCol="0" anchor="ctr"/>
          <a:lstStyle/>
          <a:p>
            <a:pPr algn="ctr" indent="0" marL="0">
              <a:buNone/>
            </a:pPr>
            <a:r>
              <a:rPr lang="en-US" sz="3800" b="1" dirty="0">
                <a:solidFill>
                  <a:schemeClr val="accent5"/>
                </a:solidFill>
              </a:rPr>
              <a:t>=</a:t>
            </a:r>
            <a:endParaRPr lang="en-US" sz="3800" dirty="0"/>
          </a:p>
        </p:txBody>
      </p:sp>
      <p:sp>
        <p:nvSpPr>
          <p:cNvPr id="14" name="Shape 11"/>
          <p:cNvSpPr/>
          <p:nvPr/>
        </p:nvSpPr>
        <p:spPr>
          <a:xfrm>
            <a:off x="5486400" y="2194560"/>
            <a:ext cx="3017520" cy="960120"/>
          </a:xfrm>
          <a:prstGeom prst="roundRect">
            <a:avLst>
              <a:gd name="adj" fmla="val 9524"/>
            </a:avLst>
          </a:prstGeom>
          <a:solidFill>
            <a:srgbClr val="EDF6F0"/>
          </a:solidFill>
          <a:ln w="38100">
            <a:solidFill>
              <a:srgbClr val="2E7D4F"/>
            </a:solidFill>
            <a:prstDash val="solid"/>
          </a:ln>
          <a:effectLst>
            <a:outerShdw sx="100000" sy="100000" kx="0" ky="0" algn="bl" rotWithShape="0" blurRad="101600" dist="25400" dir="3600000">
              <a:srgbClr val="000000">
                <a:alpha val="16000"/>
              </a:srgbClr>
            </a:outerShdw>
          </a:effectLst>
        </p:spPr>
      </p:sp>
      <p:sp>
        <p:nvSpPr>
          <p:cNvPr id="15" name="Text 12"/>
          <p:cNvSpPr txBox="1"/>
          <p:nvPr/>
        </p:nvSpPr>
        <p:spPr>
          <a:xfrm>
            <a:off x="5486400" y="2194560"/>
            <a:ext cx="3017520" cy="960120"/>
          </a:xfrm>
          <a:prstGeom prst="rect">
            <a:avLst/>
          </a:prstGeom>
          <a:noFill/>
          <a:ln/>
        </p:spPr>
        <p:txBody>
          <a:bodyPr wrap="square" lIns="0" tIns="0" rIns="0" bIns="0" rtlCol="0" anchor="ctr"/>
          <a:lstStyle/>
          <a:p>
            <a:pPr algn="ctr" indent="0" marL="0">
              <a:buNone/>
            </a:pPr>
            <a:r>
              <a:rPr lang="en-US" sz="3800" b="1" dirty="0">
                <a:solidFill>
                  <a:schemeClr val="tx1"/>
                </a:solidFill>
                <a:latin typeface="+mj-lt" pitchFamily="34" charset="0"/>
                <a:ea typeface="+mj-lt" pitchFamily="34" charset="-122"/>
                <a:cs typeface="+mj-lt" pitchFamily="34" charset="-120"/>
              </a:rPr>
              <a:t>WOR</a:t>
            </a:r>
            <a:r>
              <a:rPr lang="en-US" sz="3800" b="1" dirty="0">
                <a:solidFill>
                  <a:schemeClr val="accent2"/>
                </a:solidFill>
                <a:latin typeface="+mj-lt" pitchFamily="34" charset="0"/>
                <a:ea typeface="+mj-lt" pitchFamily="34" charset="-122"/>
                <a:cs typeface="+mj-lt" pitchFamily="34" charset="-120"/>
              </a:rPr>
              <a:t>D</a:t>
            </a:r>
            <a:r>
              <a:rPr lang="en-US" sz="3800" b="1" dirty="0">
                <a:solidFill>
                  <a:schemeClr val="accent1"/>
                </a:solidFill>
                <a:latin typeface="+mj-lt" pitchFamily="34" charset="0"/>
                <a:ea typeface="+mj-lt" pitchFamily="34" charset="-122"/>
                <a:cs typeface="+mj-lt" pitchFamily="34" charset="-120"/>
              </a:rPr>
              <a:t>T</a:t>
            </a:r>
            <a:endParaRPr lang="en-US" sz="3800" dirty="0"/>
          </a:p>
        </p:txBody>
      </p:sp>
      <p:sp>
        <p:nvSpPr>
          <p:cNvPr id="16" name="Shape 13"/>
          <p:cNvSpPr/>
          <p:nvPr/>
        </p:nvSpPr>
        <p:spPr>
          <a:xfrm>
            <a:off x="914400" y="3383280"/>
            <a:ext cx="4572000" cy="960120"/>
          </a:xfrm>
          <a:prstGeom prst="roundRect">
            <a:avLst>
              <a:gd name="adj" fmla="val 7619"/>
            </a:avLst>
          </a:prstGeom>
          <a:solidFill>
            <a:srgbClr val="FFFFFF"/>
          </a:solidFill>
          <a:ln w="12700">
            <a:solidFill>
              <a:srgbClr val="D5DCE6"/>
            </a:solidFill>
            <a:prstDash val="solid"/>
          </a:ln>
        </p:spPr>
      </p:sp>
      <p:pic>
        <p:nvPicPr>
          <p:cNvPr id="17" name="Image 0" descr="ear">    </p:cNvPr>
          <p:cNvPicPr>
            <a:picLocks noChangeAspect="1"/>
          </p:cNvPicPr>
          <p:nvPr/>
        </p:nvPicPr>
        <p:blipFill>
          <a:blip r:embed="rId1"/>
          <a:stretch>
            <a:fillRect/>
          </a:stretch>
        </p:blipFill>
        <p:spPr>
          <a:xfrm>
            <a:off x="1051560" y="3520440"/>
            <a:ext cx="685800" cy="685800"/>
          </a:xfrm>
          <a:prstGeom prst="rect">
            <a:avLst/>
          </a:prstGeom>
        </p:spPr>
      </p:pic>
      <p:sp>
        <p:nvSpPr>
          <p:cNvPr id="18" name="Text 14"/>
          <p:cNvSpPr txBox="1"/>
          <p:nvPr/>
        </p:nvSpPr>
        <p:spPr>
          <a:xfrm>
            <a:off x="1874520" y="3383280"/>
            <a:ext cx="3520440" cy="960120"/>
          </a:xfrm>
          <a:prstGeom prst="rect">
            <a:avLst/>
          </a:prstGeom>
          <a:noFill/>
          <a:ln/>
        </p:spPr>
        <p:txBody>
          <a:bodyPr wrap="square" lIns="0" tIns="0" rIns="0" bIns="0" rtlCol="0" anchor="ctr"/>
          <a:lstStyle/>
          <a:p>
            <a:pPr algn="l" indent="0" marL="0">
              <a:buNone/>
            </a:pPr>
            <a:r>
              <a:rPr lang="en-US" sz="2200" dirty="0">
                <a:solidFill>
                  <a:schemeClr val="tx1"/>
                </a:solidFill>
              </a:rPr>
              <a:t>on entend : </a:t>
            </a:r>
            <a:r>
              <a:rPr lang="en-US" sz="2200" b="1" dirty="0">
                <a:solidFill>
                  <a:schemeClr val="tx1"/>
                </a:solidFill>
              </a:rPr>
              <a:t>« wort »</a:t>
            </a:r>
            <a:endParaRPr lang="en-US" sz="2200" dirty="0"/>
          </a:p>
        </p:txBody>
      </p:sp>
      <p:sp>
        <p:nvSpPr>
          <p:cNvPr id="19" name="Text 15"/>
          <p:cNvSpPr txBox="1"/>
          <p:nvPr/>
        </p:nvSpPr>
        <p:spPr>
          <a:xfrm>
            <a:off x="5532120" y="3383280"/>
            <a:ext cx="502920" cy="960120"/>
          </a:xfrm>
          <a:prstGeom prst="rect">
            <a:avLst/>
          </a:prstGeom>
          <a:noFill/>
          <a:ln/>
        </p:spPr>
        <p:txBody>
          <a:bodyPr wrap="square" lIns="0" tIns="0" rIns="0" bIns="0" rtlCol="0" anchor="ctr"/>
          <a:lstStyle/>
          <a:p>
            <a:pPr algn="ctr" indent="0" marL="0">
              <a:buNone/>
            </a:pPr>
            <a:r>
              <a:rPr lang="en-US" sz="3400" b="1" dirty="0">
                <a:solidFill>
                  <a:schemeClr val="accent5"/>
                </a:solidFill>
              </a:rPr>
              <a:t>=</a:t>
            </a:r>
            <a:endParaRPr lang="en-US" sz="3400" dirty="0"/>
          </a:p>
        </p:txBody>
      </p:sp>
      <p:sp>
        <p:nvSpPr>
          <p:cNvPr id="20" name="Shape 16"/>
          <p:cNvSpPr/>
          <p:nvPr/>
        </p:nvSpPr>
        <p:spPr>
          <a:xfrm>
            <a:off x="6080760" y="3383280"/>
            <a:ext cx="5349240" cy="960120"/>
          </a:xfrm>
          <a:prstGeom prst="roundRect">
            <a:avLst>
              <a:gd name="adj" fmla="val 7619"/>
            </a:avLst>
          </a:prstGeom>
          <a:solidFill>
            <a:srgbClr val="EDF6F0"/>
          </a:solidFill>
          <a:ln w="19050">
            <a:solidFill>
              <a:srgbClr val="2E7D4F"/>
            </a:solidFill>
            <a:prstDash val="solid"/>
          </a:ln>
        </p:spPr>
      </p:sp>
      <p:pic>
        <p:nvPicPr>
          <p:cNvPr id="21" name="Image 1" descr="eyes">    </p:cNvPr>
          <p:cNvPicPr>
            <a:picLocks noChangeAspect="1"/>
          </p:cNvPicPr>
          <p:nvPr/>
        </p:nvPicPr>
        <p:blipFill>
          <a:blip r:embed="rId2"/>
          <a:stretch>
            <a:fillRect/>
          </a:stretch>
        </p:blipFill>
        <p:spPr>
          <a:xfrm>
            <a:off x="6217920" y="3547872"/>
            <a:ext cx="640080" cy="640080"/>
          </a:xfrm>
          <a:prstGeom prst="rect">
            <a:avLst/>
          </a:prstGeom>
        </p:spPr>
      </p:pic>
      <p:sp>
        <p:nvSpPr>
          <p:cNvPr id="22" name="Text 17"/>
          <p:cNvSpPr txBox="1"/>
          <p:nvPr/>
        </p:nvSpPr>
        <p:spPr>
          <a:xfrm>
            <a:off x="6995160" y="3383280"/>
            <a:ext cx="4343400" cy="960120"/>
          </a:xfrm>
          <a:prstGeom prst="rect">
            <a:avLst/>
          </a:prstGeom>
          <a:noFill/>
          <a:ln/>
        </p:spPr>
        <p:txBody>
          <a:bodyPr wrap="square" lIns="0" tIns="0" rIns="0" bIns="0" rtlCol="0" anchor="ctr"/>
          <a:lstStyle/>
          <a:p>
            <a:pPr algn="l" indent="0" marL="0">
              <a:buNone/>
            </a:pPr>
            <a:r>
              <a:rPr lang="en-US" sz="2200" dirty="0">
                <a:solidFill>
                  <a:schemeClr val="tx1"/>
                </a:solidFill>
              </a:rPr>
              <a:t>on écrit : </a:t>
            </a:r>
            <a:r>
              <a:rPr lang="en-US" sz="2200" i="1" dirty="0">
                <a:solidFill>
                  <a:schemeClr val="tx1"/>
                </a:solidFill>
              </a:rPr>
              <a:t>ik word / hij wor</a:t>
            </a:r>
            <a:r>
              <a:rPr lang="en-US" sz="2200" b="1" i="1" dirty="0">
                <a:solidFill>
                  <a:schemeClr val="accent2"/>
                </a:solidFill>
              </a:rPr>
              <a:t>d</a:t>
            </a:r>
            <a:r>
              <a:rPr lang="en-US" sz="2200" b="1" i="1" dirty="0">
                <a:solidFill>
                  <a:schemeClr val="accent1"/>
                </a:solidFill>
              </a:rPr>
              <a:t>t</a:t>
            </a:r>
            <a:endParaRPr lang="en-US" sz="2200" dirty="0"/>
          </a:p>
        </p:txBody>
      </p:sp>
      <p:sp>
        <p:nvSpPr>
          <p:cNvPr id="23" name="Shape 18"/>
          <p:cNvSpPr/>
          <p:nvPr/>
        </p:nvSpPr>
        <p:spPr>
          <a:xfrm>
            <a:off x="548640" y="4736592"/>
            <a:ext cx="2601468" cy="1527048"/>
          </a:xfrm>
          <a:prstGeom prst="roundRect">
            <a:avLst>
              <a:gd name="adj" fmla="val 4790"/>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4" name="Text 19"/>
          <p:cNvSpPr txBox="1"/>
          <p:nvPr/>
        </p:nvSpPr>
        <p:spPr>
          <a:xfrm>
            <a:off x="685800" y="4809744"/>
            <a:ext cx="1600200" cy="384048"/>
          </a:xfrm>
          <a:prstGeom prst="rect">
            <a:avLst/>
          </a:prstGeom>
          <a:noFill/>
          <a:ln/>
        </p:spPr>
        <p:txBody>
          <a:bodyPr wrap="square" lIns="0" tIns="0" rIns="0" bIns="0" rtlCol="0" anchor="ctr"/>
          <a:lstStyle/>
          <a:p>
            <a:pPr algn="l" indent="0" marL="0">
              <a:buNone/>
            </a:pPr>
            <a:r>
              <a:rPr lang="en-US" sz="1800" b="1" dirty="0">
                <a:solidFill>
                  <a:schemeClr val="tx2"/>
                </a:solidFill>
              </a:rPr>
              <a:t>worden</a:t>
            </a:r>
            <a:endParaRPr lang="en-US" sz="1800" dirty="0"/>
          </a:p>
        </p:txBody>
      </p:sp>
      <p:sp>
        <p:nvSpPr>
          <p:cNvPr id="25" name="Text 20"/>
          <p:cNvSpPr txBox="1"/>
          <p:nvPr/>
        </p:nvSpPr>
        <p:spPr>
          <a:xfrm>
            <a:off x="2240280" y="4809744"/>
            <a:ext cx="772668" cy="384048"/>
          </a:xfrm>
          <a:prstGeom prst="rect">
            <a:avLst/>
          </a:prstGeom>
          <a:noFill/>
          <a:ln/>
        </p:spPr>
        <p:txBody>
          <a:bodyPr wrap="square" lIns="0" tIns="0" rIns="0" bIns="0" rtlCol="0" anchor="ctr"/>
          <a:lstStyle/>
          <a:p>
            <a:pPr algn="r" indent="0" marL="0">
              <a:buNone/>
            </a:pPr>
            <a:r>
              <a:rPr lang="en-US" sz="1300" i="1" dirty="0">
                <a:solidFill>
                  <a:schemeClr val="accent5"/>
                </a:solidFill>
              </a:rPr>
              <a:t>devenir</a:t>
            </a:r>
            <a:endParaRPr lang="en-US" sz="1300" dirty="0"/>
          </a:p>
        </p:txBody>
      </p:sp>
      <p:sp>
        <p:nvSpPr>
          <p:cNvPr id="26" name="Shape 21"/>
          <p:cNvSpPr/>
          <p:nvPr/>
        </p:nvSpPr>
        <p:spPr>
          <a:xfrm>
            <a:off x="685800" y="5239512"/>
            <a:ext cx="2327148" cy="914"/>
          </a:xfrm>
          <a:prstGeom prst="line">
            <a:avLst/>
          </a:prstGeom>
          <a:noFill/>
          <a:ln w="12700">
            <a:solidFill>
              <a:srgbClr val="D5DCE6"/>
            </a:solidFill>
            <a:prstDash val="solid"/>
          </a:ln>
        </p:spPr>
      </p:sp>
      <p:sp>
        <p:nvSpPr>
          <p:cNvPr id="27" name="Text 22"/>
          <p:cNvSpPr txBox="1"/>
          <p:nvPr/>
        </p:nvSpPr>
        <p:spPr>
          <a:xfrm>
            <a:off x="685800" y="5303520"/>
            <a:ext cx="2327148" cy="914400"/>
          </a:xfrm>
          <a:prstGeom prst="rect">
            <a:avLst/>
          </a:prstGeom>
          <a:noFill/>
          <a:ln/>
        </p:spPr>
        <p:txBody>
          <a:bodyPr wrap="square" lIns="0" tIns="0" rIns="0" bIns="0" rtlCol="0" anchor="ctr"/>
          <a:lstStyle/>
          <a:p>
            <a:pPr algn="l" indent="0" marL="0">
              <a:buNone/>
            </a:pPr>
            <a:r>
              <a:rPr lang="en-US" sz="1800" dirty="0">
                <a:solidFill>
                  <a:schemeClr val="tx1"/>
                </a:solidFill>
              </a:rPr>
              <a:t>ik word</a:t>
            </a:r>
            <a:endParaRPr lang="en-US" sz="1800" dirty="0"/>
          </a:p>
          <a:p>
            <a:pPr algn="l" indent="0" marL="0">
              <a:buNone/>
            </a:pPr>
            <a:r>
              <a:rPr lang="en-US" sz="1800" dirty="0">
                <a:solidFill>
                  <a:schemeClr val="tx1"/>
                </a:solidFill>
              </a:rPr>
              <a:t>jij wor</a:t>
            </a:r>
            <a:r>
              <a:rPr lang="en-US" sz="1800" b="1" dirty="0">
                <a:solidFill>
                  <a:schemeClr val="accent2"/>
                </a:solidFill>
              </a:rPr>
              <a:t>d</a:t>
            </a:r>
            <a:r>
              <a:rPr lang="en-US" sz="1800" b="1" dirty="0">
                <a:solidFill>
                  <a:schemeClr val="accent1"/>
                </a:solidFill>
              </a:rPr>
              <a:t>t</a:t>
            </a:r>
            <a:endParaRPr lang="en-US" sz="1800" dirty="0"/>
          </a:p>
          <a:p>
            <a:pPr algn="l" indent="0" marL="0">
              <a:buNone/>
            </a:pPr>
            <a:r>
              <a:rPr lang="en-US" sz="1800" dirty="0">
                <a:solidFill>
                  <a:schemeClr val="tx1"/>
                </a:solidFill>
              </a:rPr>
              <a:t>hij wor</a:t>
            </a:r>
            <a:r>
              <a:rPr lang="en-US" sz="1800" b="1" dirty="0">
                <a:solidFill>
                  <a:schemeClr val="accent2"/>
                </a:solidFill>
              </a:rPr>
              <a:t>d</a:t>
            </a:r>
            <a:r>
              <a:rPr lang="en-US" sz="1800" b="1" dirty="0">
                <a:solidFill>
                  <a:schemeClr val="accent1"/>
                </a:solidFill>
              </a:rPr>
              <a:t>t</a:t>
            </a:r>
            <a:endParaRPr lang="en-US" sz="1800" dirty="0"/>
          </a:p>
        </p:txBody>
      </p:sp>
      <p:sp>
        <p:nvSpPr>
          <p:cNvPr id="28" name="Shape 23"/>
          <p:cNvSpPr/>
          <p:nvPr/>
        </p:nvSpPr>
        <p:spPr>
          <a:xfrm>
            <a:off x="3378708" y="4736592"/>
            <a:ext cx="2601468" cy="1527048"/>
          </a:xfrm>
          <a:prstGeom prst="roundRect">
            <a:avLst>
              <a:gd name="adj" fmla="val 4790"/>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9" name="Text 24"/>
          <p:cNvSpPr txBox="1"/>
          <p:nvPr/>
        </p:nvSpPr>
        <p:spPr>
          <a:xfrm>
            <a:off x="3515868" y="4809744"/>
            <a:ext cx="1600200" cy="384048"/>
          </a:xfrm>
          <a:prstGeom prst="rect">
            <a:avLst/>
          </a:prstGeom>
          <a:noFill/>
          <a:ln/>
        </p:spPr>
        <p:txBody>
          <a:bodyPr wrap="square" lIns="0" tIns="0" rIns="0" bIns="0" rtlCol="0" anchor="ctr"/>
          <a:lstStyle/>
          <a:p>
            <a:pPr algn="l" indent="0" marL="0">
              <a:buNone/>
            </a:pPr>
            <a:r>
              <a:rPr lang="en-US" sz="1800" b="1" dirty="0">
                <a:solidFill>
                  <a:schemeClr val="tx2"/>
                </a:solidFill>
              </a:rPr>
              <a:t>rijden</a:t>
            </a:r>
            <a:endParaRPr lang="en-US" sz="1800" dirty="0"/>
          </a:p>
        </p:txBody>
      </p:sp>
      <p:sp>
        <p:nvSpPr>
          <p:cNvPr id="30" name="Text 25"/>
          <p:cNvSpPr txBox="1"/>
          <p:nvPr/>
        </p:nvSpPr>
        <p:spPr>
          <a:xfrm>
            <a:off x="5070348" y="4809744"/>
            <a:ext cx="772668" cy="384048"/>
          </a:xfrm>
          <a:prstGeom prst="rect">
            <a:avLst/>
          </a:prstGeom>
          <a:noFill/>
          <a:ln/>
        </p:spPr>
        <p:txBody>
          <a:bodyPr wrap="square" lIns="0" tIns="0" rIns="0" bIns="0" rtlCol="0" anchor="ctr"/>
          <a:lstStyle/>
          <a:p>
            <a:pPr algn="r" indent="0" marL="0">
              <a:buNone/>
            </a:pPr>
            <a:r>
              <a:rPr lang="en-US" sz="1300" i="1" dirty="0">
                <a:solidFill>
                  <a:schemeClr val="accent5"/>
                </a:solidFill>
              </a:rPr>
              <a:t>rouler</a:t>
            </a:r>
            <a:endParaRPr lang="en-US" sz="1300" dirty="0"/>
          </a:p>
        </p:txBody>
      </p:sp>
      <p:sp>
        <p:nvSpPr>
          <p:cNvPr id="31" name="Shape 26"/>
          <p:cNvSpPr/>
          <p:nvPr/>
        </p:nvSpPr>
        <p:spPr>
          <a:xfrm>
            <a:off x="3515868" y="5239512"/>
            <a:ext cx="2327148" cy="914"/>
          </a:xfrm>
          <a:prstGeom prst="line">
            <a:avLst/>
          </a:prstGeom>
          <a:noFill/>
          <a:ln w="12700">
            <a:solidFill>
              <a:srgbClr val="D5DCE6"/>
            </a:solidFill>
            <a:prstDash val="solid"/>
          </a:ln>
        </p:spPr>
      </p:sp>
      <p:sp>
        <p:nvSpPr>
          <p:cNvPr id="32" name="Text 27"/>
          <p:cNvSpPr txBox="1"/>
          <p:nvPr/>
        </p:nvSpPr>
        <p:spPr>
          <a:xfrm>
            <a:off x="3515868" y="5303520"/>
            <a:ext cx="2327148" cy="914400"/>
          </a:xfrm>
          <a:prstGeom prst="rect">
            <a:avLst/>
          </a:prstGeom>
          <a:noFill/>
          <a:ln/>
        </p:spPr>
        <p:txBody>
          <a:bodyPr wrap="square" lIns="0" tIns="0" rIns="0" bIns="0" rtlCol="0" anchor="ctr"/>
          <a:lstStyle/>
          <a:p>
            <a:pPr algn="l" indent="0" marL="0">
              <a:buNone/>
            </a:pPr>
            <a:r>
              <a:rPr lang="en-US" sz="1800" dirty="0">
                <a:solidFill>
                  <a:schemeClr val="tx1"/>
                </a:solidFill>
              </a:rPr>
              <a:t>ik rijd</a:t>
            </a:r>
            <a:endParaRPr lang="en-US" sz="1800" dirty="0"/>
          </a:p>
          <a:p>
            <a:pPr algn="l" indent="0" marL="0">
              <a:buNone/>
            </a:pPr>
            <a:r>
              <a:rPr lang="en-US" sz="1800" dirty="0">
                <a:solidFill>
                  <a:schemeClr val="tx1"/>
                </a:solidFill>
              </a:rPr>
              <a:t>hij rij</a:t>
            </a:r>
            <a:r>
              <a:rPr lang="en-US" sz="1800" b="1" dirty="0">
                <a:solidFill>
                  <a:schemeClr val="accent2"/>
                </a:solidFill>
              </a:rPr>
              <a:t>d</a:t>
            </a:r>
            <a:r>
              <a:rPr lang="en-US" sz="1800" b="1" dirty="0">
                <a:solidFill>
                  <a:schemeClr val="accent1"/>
                </a:solidFill>
              </a:rPr>
              <a:t>t</a:t>
            </a:r>
            <a:endParaRPr lang="en-US" sz="1800" dirty="0"/>
          </a:p>
        </p:txBody>
      </p:sp>
      <p:sp>
        <p:nvSpPr>
          <p:cNvPr id="33" name="Shape 28"/>
          <p:cNvSpPr/>
          <p:nvPr/>
        </p:nvSpPr>
        <p:spPr>
          <a:xfrm>
            <a:off x="6208776" y="4736592"/>
            <a:ext cx="2601468" cy="1527048"/>
          </a:xfrm>
          <a:prstGeom prst="roundRect">
            <a:avLst>
              <a:gd name="adj" fmla="val 4790"/>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4" name="Text 29"/>
          <p:cNvSpPr txBox="1"/>
          <p:nvPr/>
        </p:nvSpPr>
        <p:spPr>
          <a:xfrm>
            <a:off x="6345936" y="4809744"/>
            <a:ext cx="1600200" cy="384048"/>
          </a:xfrm>
          <a:prstGeom prst="rect">
            <a:avLst/>
          </a:prstGeom>
          <a:noFill/>
          <a:ln/>
        </p:spPr>
        <p:txBody>
          <a:bodyPr wrap="square" lIns="0" tIns="0" rIns="0" bIns="0" rtlCol="0" anchor="ctr"/>
          <a:lstStyle/>
          <a:p>
            <a:pPr algn="l" indent="0" marL="0">
              <a:buNone/>
            </a:pPr>
            <a:r>
              <a:rPr lang="en-US" sz="1800" b="1" dirty="0">
                <a:solidFill>
                  <a:schemeClr val="tx2"/>
                </a:solidFill>
              </a:rPr>
              <a:t>vinden</a:t>
            </a:r>
            <a:endParaRPr lang="en-US" sz="1800" dirty="0"/>
          </a:p>
        </p:txBody>
      </p:sp>
      <p:sp>
        <p:nvSpPr>
          <p:cNvPr id="35" name="Text 30"/>
          <p:cNvSpPr txBox="1"/>
          <p:nvPr/>
        </p:nvSpPr>
        <p:spPr>
          <a:xfrm>
            <a:off x="7900416" y="4809744"/>
            <a:ext cx="772668" cy="384048"/>
          </a:xfrm>
          <a:prstGeom prst="rect">
            <a:avLst/>
          </a:prstGeom>
          <a:noFill/>
          <a:ln/>
        </p:spPr>
        <p:txBody>
          <a:bodyPr wrap="square" lIns="0" tIns="0" rIns="0" bIns="0" rtlCol="0" anchor="ctr"/>
          <a:lstStyle/>
          <a:p>
            <a:pPr algn="r" indent="0" marL="0">
              <a:buNone/>
            </a:pPr>
            <a:r>
              <a:rPr lang="en-US" sz="1300" i="1" dirty="0">
                <a:solidFill>
                  <a:schemeClr val="accent5"/>
                </a:solidFill>
              </a:rPr>
              <a:t>trouver</a:t>
            </a:r>
            <a:endParaRPr lang="en-US" sz="1300" dirty="0"/>
          </a:p>
        </p:txBody>
      </p:sp>
      <p:sp>
        <p:nvSpPr>
          <p:cNvPr id="36" name="Shape 31"/>
          <p:cNvSpPr/>
          <p:nvPr/>
        </p:nvSpPr>
        <p:spPr>
          <a:xfrm>
            <a:off x="6345936" y="5239512"/>
            <a:ext cx="2327148" cy="914"/>
          </a:xfrm>
          <a:prstGeom prst="line">
            <a:avLst/>
          </a:prstGeom>
          <a:noFill/>
          <a:ln w="12700">
            <a:solidFill>
              <a:srgbClr val="D5DCE6"/>
            </a:solidFill>
            <a:prstDash val="solid"/>
          </a:ln>
        </p:spPr>
      </p:sp>
      <p:sp>
        <p:nvSpPr>
          <p:cNvPr id="37" name="Text 32"/>
          <p:cNvSpPr txBox="1"/>
          <p:nvPr/>
        </p:nvSpPr>
        <p:spPr>
          <a:xfrm>
            <a:off x="6345936" y="5303520"/>
            <a:ext cx="2327148" cy="914400"/>
          </a:xfrm>
          <a:prstGeom prst="rect">
            <a:avLst/>
          </a:prstGeom>
          <a:noFill/>
          <a:ln/>
        </p:spPr>
        <p:txBody>
          <a:bodyPr wrap="square" lIns="0" tIns="0" rIns="0" bIns="0" rtlCol="0" anchor="ctr"/>
          <a:lstStyle/>
          <a:p>
            <a:pPr algn="l" indent="0" marL="0">
              <a:buNone/>
            </a:pPr>
            <a:r>
              <a:rPr lang="en-US" sz="1800" dirty="0">
                <a:solidFill>
                  <a:schemeClr val="tx1"/>
                </a:solidFill>
              </a:rPr>
              <a:t>ik vind</a:t>
            </a:r>
            <a:endParaRPr lang="en-US" sz="1800" dirty="0"/>
          </a:p>
          <a:p>
            <a:pPr algn="l" indent="0" marL="0">
              <a:buNone/>
            </a:pPr>
            <a:r>
              <a:rPr lang="en-US" sz="1800" dirty="0">
                <a:solidFill>
                  <a:schemeClr val="tx1"/>
                </a:solidFill>
              </a:rPr>
              <a:t>hij vin</a:t>
            </a:r>
            <a:r>
              <a:rPr lang="en-US" sz="1800" b="1" dirty="0">
                <a:solidFill>
                  <a:schemeClr val="accent2"/>
                </a:solidFill>
              </a:rPr>
              <a:t>d</a:t>
            </a:r>
            <a:r>
              <a:rPr lang="en-US" sz="1800" b="1" dirty="0">
                <a:solidFill>
                  <a:schemeClr val="accent1"/>
                </a:solidFill>
              </a:rPr>
              <a:t>t</a:t>
            </a:r>
            <a:endParaRPr lang="en-US" sz="1800" dirty="0"/>
          </a:p>
        </p:txBody>
      </p:sp>
      <p:sp>
        <p:nvSpPr>
          <p:cNvPr id="38" name="Shape 33"/>
          <p:cNvSpPr/>
          <p:nvPr/>
        </p:nvSpPr>
        <p:spPr>
          <a:xfrm>
            <a:off x="9038844" y="4736592"/>
            <a:ext cx="2601468" cy="1527048"/>
          </a:xfrm>
          <a:prstGeom prst="roundRect">
            <a:avLst>
              <a:gd name="adj" fmla="val 4790"/>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9" name="Text 34"/>
          <p:cNvSpPr txBox="1"/>
          <p:nvPr/>
        </p:nvSpPr>
        <p:spPr>
          <a:xfrm>
            <a:off x="9176004" y="4809744"/>
            <a:ext cx="1600200" cy="384048"/>
          </a:xfrm>
          <a:prstGeom prst="rect">
            <a:avLst/>
          </a:prstGeom>
          <a:noFill/>
          <a:ln/>
        </p:spPr>
        <p:txBody>
          <a:bodyPr wrap="square" lIns="0" tIns="0" rIns="0" bIns="0" rtlCol="0" anchor="ctr"/>
          <a:lstStyle/>
          <a:p>
            <a:pPr algn="l" indent="0" marL="0">
              <a:buNone/>
            </a:pPr>
            <a:r>
              <a:rPr lang="en-US" sz="1800" b="1" dirty="0">
                <a:solidFill>
                  <a:schemeClr val="tx2"/>
                </a:solidFill>
              </a:rPr>
              <a:t>antwoorden</a:t>
            </a:r>
            <a:endParaRPr lang="en-US" sz="1800" dirty="0"/>
          </a:p>
        </p:txBody>
      </p:sp>
      <p:sp>
        <p:nvSpPr>
          <p:cNvPr id="40" name="Text 35"/>
          <p:cNvSpPr txBox="1"/>
          <p:nvPr/>
        </p:nvSpPr>
        <p:spPr>
          <a:xfrm>
            <a:off x="10730484" y="4809744"/>
            <a:ext cx="772668" cy="384048"/>
          </a:xfrm>
          <a:prstGeom prst="rect">
            <a:avLst/>
          </a:prstGeom>
          <a:noFill/>
          <a:ln/>
        </p:spPr>
        <p:txBody>
          <a:bodyPr wrap="square" lIns="0" tIns="0" rIns="0" bIns="0" rtlCol="0" anchor="ctr"/>
          <a:lstStyle/>
          <a:p>
            <a:pPr algn="r" indent="0" marL="0">
              <a:buNone/>
            </a:pPr>
            <a:r>
              <a:rPr lang="en-US" sz="1300" i="1" dirty="0">
                <a:solidFill>
                  <a:schemeClr val="accent5"/>
                </a:solidFill>
              </a:rPr>
              <a:t>répondre</a:t>
            </a:r>
            <a:endParaRPr lang="en-US" sz="1300" dirty="0"/>
          </a:p>
        </p:txBody>
      </p:sp>
      <p:sp>
        <p:nvSpPr>
          <p:cNvPr id="41" name="Shape 36"/>
          <p:cNvSpPr/>
          <p:nvPr/>
        </p:nvSpPr>
        <p:spPr>
          <a:xfrm>
            <a:off x="9176004" y="5239512"/>
            <a:ext cx="2327148" cy="914"/>
          </a:xfrm>
          <a:prstGeom prst="line">
            <a:avLst/>
          </a:prstGeom>
          <a:noFill/>
          <a:ln w="12700">
            <a:solidFill>
              <a:srgbClr val="D5DCE6"/>
            </a:solidFill>
            <a:prstDash val="solid"/>
          </a:ln>
        </p:spPr>
      </p:sp>
      <p:sp>
        <p:nvSpPr>
          <p:cNvPr id="42" name="Text 37"/>
          <p:cNvSpPr txBox="1"/>
          <p:nvPr/>
        </p:nvSpPr>
        <p:spPr>
          <a:xfrm>
            <a:off x="9176004" y="5303520"/>
            <a:ext cx="2327148" cy="914400"/>
          </a:xfrm>
          <a:prstGeom prst="rect">
            <a:avLst/>
          </a:prstGeom>
          <a:noFill/>
          <a:ln/>
        </p:spPr>
        <p:txBody>
          <a:bodyPr wrap="square" lIns="0" tIns="0" rIns="0" bIns="0" rtlCol="0" anchor="ctr"/>
          <a:lstStyle/>
          <a:p>
            <a:pPr algn="l" indent="0" marL="0">
              <a:buNone/>
            </a:pPr>
            <a:r>
              <a:rPr lang="en-US" sz="1800" dirty="0">
                <a:solidFill>
                  <a:schemeClr val="tx1"/>
                </a:solidFill>
              </a:rPr>
              <a:t>ik antwoord</a:t>
            </a:r>
            <a:endParaRPr lang="en-US" sz="1800" dirty="0"/>
          </a:p>
          <a:p>
            <a:pPr algn="l" indent="0" marL="0">
              <a:buNone/>
            </a:pPr>
            <a:r>
              <a:rPr lang="en-US" sz="1800" dirty="0">
                <a:solidFill>
                  <a:schemeClr val="tx1"/>
                </a:solidFill>
              </a:rPr>
              <a:t>hij antwoor</a:t>
            </a:r>
            <a:r>
              <a:rPr lang="en-US" sz="1800" b="1" dirty="0">
                <a:solidFill>
                  <a:schemeClr val="accent2"/>
                </a:solidFill>
              </a:rPr>
              <a:t>d</a:t>
            </a:r>
            <a:r>
              <a:rPr lang="en-US" sz="1800" b="1" dirty="0">
                <a:solidFill>
                  <a:schemeClr val="accent1"/>
                </a:solidFill>
              </a:rPr>
              <a:t>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Avec l’inversion, la règle de M3 s’applique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1417320"/>
                <a:gridCol w="2697480"/>
                <a:gridCol w="3474720"/>
                <a:gridCol w="3502152"/>
              </a:tblGrid>
              <a:tr h="548640">
                <a:tc>
                  <a:txBody>
                    <a:bodyPr/>
                    <a:lstStyle/>
                    <a:p>
                      <a:endParaRPr/>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700" b="1" dirty="0">
                          <a:solidFill>
                            <a:srgbClr val="FFFFFF"/>
                          </a:solidFill>
                        </a:rPr>
                        <a:t>affirmation</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700" b="1" dirty="0">
                          <a:solidFill>
                            <a:srgbClr val="FFFFFF"/>
                          </a:solidFill>
                        </a:rPr>
                        <a:t>question avec je / jij</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1"/>
                    </a:solidFill>
                  </a:tcPr>
                </a:tc>
                <a:tc>
                  <a:txBody>
                    <a:bodyPr/>
                    <a:lstStyle/>
                    <a:p>
                      <a:pPr algn="l" indent="0" marL="0">
                        <a:buNone/>
                      </a:pPr>
                      <a:r>
                        <a:rPr lang="en-US" sz="1700" b="1" dirty="0">
                          <a:solidFill>
                            <a:srgbClr val="FFFFFF"/>
                          </a:solidFill>
                        </a:rPr>
                        <a:t>question avec u / hij</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3"/>
                    </a:solidFill>
                  </a:tcPr>
                </a:tc>
              </a:tr>
              <a:tr h="713232">
                <a:tc>
                  <a:txBody>
                    <a:bodyPr/>
                    <a:lstStyle/>
                    <a:p>
                      <a:pPr algn="l" indent="0" marL="0">
                        <a:buNone/>
                      </a:pPr>
                      <a:r>
                        <a:rPr lang="en-US" sz="2100" b="1" dirty="0">
                          <a:solidFill>
                            <a:schemeClr val="tx1"/>
                          </a:solidFill>
                        </a:rPr>
                        <a:t>worden</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2100" dirty="0">
                          <a:solidFill>
                            <a:schemeClr val="tx1"/>
                          </a:solidFill>
                        </a:rPr>
                        <a:t>Jij wor</a:t>
                      </a:r>
                      <a:r>
                        <a:rPr lang="en-US" sz="2100" b="1" dirty="0">
                          <a:solidFill>
                            <a:schemeClr val="accent2"/>
                          </a:solidFill>
                        </a:rPr>
                        <a:t>d</a:t>
                      </a:r>
                      <a:r>
                        <a:rPr lang="en-US" sz="2100" b="1" dirty="0">
                          <a:solidFill>
                            <a:schemeClr val="accent1"/>
                          </a:solidFill>
                        </a:rPr>
                        <a:t>t</a:t>
                      </a:r>
                      <a:r>
                        <a:rPr lang="en-US" sz="2100" dirty="0">
                          <a:solidFill>
                            <a:schemeClr val="tx1"/>
                          </a:solidFill>
                        </a:rPr>
                        <a:t> moe.</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2100" b="1" dirty="0">
                          <a:solidFill>
                            <a:schemeClr val="accent6"/>
                          </a:solidFill>
                        </a:rPr>
                        <a:t>Word</a:t>
                      </a:r>
                      <a:r>
                        <a:rPr lang="en-US" sz="2100" b="1" strike="sngStrike" dirty="0">
                          <a:solidFill>
                            <a:schemeClr val="accent1"/>
                          </a:solidFill>
                        </a:rPr>
                        <a:t>t</a:t>
                      </a:r>
                      <a:r>
                        <a:rPr lang="en-US" sz="2100" dirty="0">
                          <a:solidFill>
                            <a:schemeClr val="tx1"/>
                          </a:solidFill>
                        </a:rPr>
                        <a:t> </a:t>
                      </a:r>
                      <a:r>
                        <a:rPr lang="en-US" sz="2100" b="1" dirty="0">
                          <a:solidFill>
                            <a:schemeClr val="tx1"/>
                          </a:solidFill>
                        </a:rPr>
                        <a:t>je</a:t>
                      </a:r>
                      <a:r>
                        <a:rPr lang="en-US" sz="2100" dirty="0">
                          <a:solidFill>
                            <a:schemeClr val="tx1"/>
                          </a:solidFill>
                        </a:rPr>
                        <a:t> moe?</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DF3EA"/>
                    </a:solidFill>
                  </a:tcPr>
                </a:tc>
                <a:tc>
                  <a:txBody>
                    <a:bodyPr/>
                    <a:lstStyle/>
                    <a:p>
                      <a:pPr algn="l" indent="0" marL="0">
                        <a:buNone/>
                      </a:pPr>
                      <a:r>
                        <a:rPr lang="en-US" sz="2100" b="1" dirty="0">
                          <a:solidFill>
                            <a:schemeClr val="accent6"/>
                          </a:solidFill>
                        </a:rPr>
                        <a:t>Word</a:t>
                      </a:r>
                      <a:r>
                        <a:rPr lang="en-US" sz="2100" b="1" dirty="0">
                          <a:solidFill>
                            <a:schemeClr val="accent1"/>
                          </a:solidFill>
                        </a:rPr>
                        <a:t>t</a:t>
                      </a:r>
                      <a:r>
                        <a:rPr lang="en-US" sz="2100" dirty="0">
                          <a:solidFill>
                            <a:schemeClr val="tx1"/>
                          </a:solidFill>
                        </a:rPr>
                        <a:t> </a:t>
                      </a:r>
                      <a:r>
                        <a:rPr lang="en-US" sz="2100" b="1" dirty="0">
                          <a:solidFill>
                            <a:schemeClr val="tx1"/>
                          </a:solidFill>
                        </a:rPr>
                        <a:t>u</a:t>
                      </a:r>
                      <a:r>
                        <a:rPr lang="en-US" sz="2100" dirty="0">
                          <a:solidFill>
                            <a:schemeClr val="tx1"/>
                          </a:solidFill>
                        </a:rPr>
                        <a:t> moe?</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DF6F0"/>
                    </a:solidFill>
                  </a:tcPr>
                </a:tc>
              </a:tr>
              <a:tr h="713232">
                <a:tc>
                  <a:txBody>
                    <a:bodyPr/>
                    <a:lstStyle/>
                    <a:p>
                      <a:pPr algn="l" indent="0" marL="0">
                        <a:buNone/>
                      </a:pPr>
                      <a:r>
                        <a:rPr lang="en-US" sz="2100" b="1" dirty="0">
                          <a:solidFill>
                            <a:schemeClr val="tx1"/>
                          </a:solidFill>
                        </a:rPr>
                        <a:t>rijden</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100" dirty="0">
                          <a:solidFill>
                            <a:schemeClr val="tx1"/>
                          </a:solidFill>
                        </a:rPr>
                        <a:t>Jij rij</a:t>
                      </a:r>
                      <a:r>
                        <a:rPr lang="en-US" sz="2100" b="1" dirty="0">
                          <a:solidFill>
                            <a:schemeClr val="accent2"/>
                          </a:solidFill>
                        </a:rPr>
                        <a:t>d</a:t>
                      </a:r>
                      <a:r>
                        <a:rPr lang="en-US" sz="2100" b="1" dirty="0">
                          <a:solidFill>
                            <a:schemeClr val="accent1"/>
                          </a:solidFill>
                        </a:rPr>
                        <a:t>t</a:t>
                      </a:r>
                      <a:r>
                        <a:rPr lang="en-US" sz="2100" dirty="0">
                          <a:solidFill>
                            <a:schemeClr val="tx1"/>
                          </a:solidFill>
                        </a:rPr>
                        <a:t>.</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100" b="1" dirty="0">
                          <a:solidFill>
                            <a:schemeClr val="accent6"/>
                          </a:solidFill>
                        </a:rPr>
                        <a:t>Rijd</a:t>
                      </a:r>
                      <a:r>
                        <a:rPr lang="en-US" sz="2100" b="1" strike="sngStrike" dirty="0">
                          <a:solidFill>
                            <a:schemeClr val="accent1"/>
                          </a:solidFill>
                        </a:rPr>
                        <a:t>t</a:t>
                      </a:r>
                      <a:r>
                        <a:rPr lang="en-US" sz="2100" dirty="0">
                          <a:solidFill>
                            <a:schemeClr val="tx1"/>
                          </a:solidFill>
                        </a:rPr>
                        <a:t> </a:t>
                      </a:r>
                      <a:r>
                        <a:rPr lang="en-US" sz="2100" b="1" dirty="0">
                          <a:solidFill>
                            <a:schemeClr val="tx1"/>
                          </a:solidFill>
                        </a:rPr>
                        <a:t>jij</a:t>
                      </a:r>
                      <a:r>
                        <a:rPr lang="en-US" sz="2100" dirty="0">
                          <a:solidFill>
                            <a:schemeClr val="tx1"/>
                          </a:solidFill>
                        </a:rPr>
                        <a:t> met de auto?</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DF3EA"/>
                    </a:solidFill>
                  </a:tcPr>
                </a:tc>
                <a:tc>
                  <a:txBody>
                    <a:bodyPr/>
                    <a:lstStyle/>
                    <a:p>
                      <a:pPr algn="l" indent="0" marL="0">
                        <a:buNone/>
                      </a:pPr>
                      <a:r>
                        <a:rPr lang="en-US" sz="2100" b="1" dirty="0">
                          <a:solidFill>
                            <a:schemeClr val="accent6"/>
                          </a:solidFill>
                        </a:rPr>
                        <a:t>Rijd</a:t>
                      </a:r>
                      <a:r>
                        <a:rPr lang="en-US" sz="2100" b="1" dirty="0">
                          <a:solidFill>
                            <a:schemeClr val="accent1"/>
                          </a:solidFill>
                        </a:rPr>
                        <a:t>t</a:t>
                      </a:r>
                      <a:r>
                        <a:rPr lang="en-US" sz="2100" dirty="0">
                          <a:solidFill>
                            <a:schemeClr val="tx1"/>
                          </a:solidFill>
                        </a:rPr>
                        <a:t> </a:t>
                      </a:r>
                      <a:r>
                        <a:rPr lang="en-US" sz="2100" b="1" dirty="0">
                          <a:solidFill>
                            <a:schemeClr val="tx1"/>
                          </a:solidFill>
                        </a:rPr>
                        <a:t>hij</a:t>
                      </a:r>
                      <a:r>
                        <a:rPr lang="en-US" sz="2100" dirty="0">
                          <a:solidFill>
                            <a:schemeClr val="tx1"/>
                          </a:solidFill>
                        </a:rPr>
                        <a:t> met de auto?</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DF6F0"/>
                    </a:solidFill>
                  </a:tcPr>
                </a:tc>
              </a:tr>
              <a:tr h="713232">
                <a:tc>
                  <a:txBody>
                    <a:bodyPr/>
                    <a:lstStyle/>
                    <a:p>
                      <a:pPr algn="l" indent="0" marL="0">
                        <a:buNone/>
                      </a:pPr>
                      <a:r>
                        <a:rPr lang="en-US" sz="2100" b="1" dirty="0">
                          <a:solidFill>
                            <a:schemeClr val="tx1"/>
                          </a:solidFill>
                        </a:rPr>
                        <a:t>vinden</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2100" dirty="0">
                          <a:solidFill>
                            <a:schemeClr val="tx1"/>
                          </a:solidFill>
                        </a:rPr>
                        <a:t>Jij vin</a:t>
                      </a:r>
                      <a:r>
                        <a:rPr lang="en-US" sz="2100" b="1" dirty="0">
                          <a:solidFill>
                            <a:schemeClr val="accent2"/>
                          </a:solidFill>
                        </a:rPr>
                        <a:t>d</a:t>
                      </a:r>
                      <a:r>
                        <a:rPr lang="en-US" sz="2100" b="1" dirty="0">
                          <a:solidFill>
                            <a:schemeClr val="accent1"/>
                          </a:solidFill>
                        </a:rPr>
                        <a:t>t</a:t>
                      </a:r>
                      <a:r>
                        <a:rPr lang="en-US" sz="2100" dirty="0">
                          <a:solidFill>
                            <a:schemeClr val="tx1"/>
                          </a:solidFill>
                        </a:rPr>
                        <a:t> het leuk.</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2100" b="1" dirty="0">
                          <a:solidFill>
                            <a:schemeClr val="accent6"/>
                          </a:solidFill>
                        </a:rPr>
                        <a:t>Vind</a:t>
                      </a:r>
                      <a:r>
                        <a:rPr lang="en-US" sz="2100" b="1" strike="sngStrike" dirty="0">
                          <a:solidFill>
                            <a:schemeClr val="accent1"/>
                          </a:solidFill>
                        </a:rPr>
                        <a:t>t</a:t>
                      </a:r>
                      <a:r>
                        <a:rPr lang="en-US" sz="2100" dirty="0">
                          <a:solidFill>
                            <a:schemeClr val="tx1"/>
                          </a:solidFill>
                        </a:rPr>
                        <a:t> </a:t>
                      </a:r>
                      <a:r>
                        <a:rPr lang="en-US" sz="2100" b="1" dirty="0">
                          <a:solidFill>
                            <a:schemeClr val="tx1"/>
                          </a:solidFill>
                        </a:rPr>
                        <a:t>je</a:t>
                      </a:r>
                      <a:r>
                        <a:rPr lang="en-US" sz="2100" dirty="0">
                          <a:solidFill>
                            <a:schemeClr val="tx1"/>
                          </a:solidFill>
                        </a:rPr>
                        <a:t> het leuk?</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DF3EA"/>
                    </a:solidFill>
                  </a:tcPr>
                </a:tc>
                <a:tc>
                  <a:txBody>
                    <a:bodyPr/>
                    <a:lstStyle/>
                    <a:p>
                      <a:pPr algn="l" indent="0" marL="0">
                        <a:buNone/>
                      </a:pPr>
                      <a:r>
                        <a:rPr lang="en-US" sz="2100" b="1" dirty="0">
                          <a:solidFill>
                            <a:schemeClr val="accent6"/>
                          </a:solidFill>
                        </a:rPr>
                        <a:t>Vind</a:t>
                      </a:r>
                      <a:r>
                        <a:rPr lang="en-US" sz="2100" b="1" dirty="0">
                          <a:solidFill>
                            <a:schemeClr val="accent1"/>
                          </a:solidFill>
                        </a:rPr>
                        <a:t>t</a:t>
                      </a:r>
                      <a:r>
                        <a:rPr lang="en-US" sz="2100" dirty="0">
                          <a:solidFill>
                            <a:schemeClr val="tx1"/>
                          </a:solidFill>
                        </a:rPr>
                        <a:t> </a:t>
                      </a:r>
                      <a:r>
                        <a:rPr lang="en-US" sz="2100" b="1" dirty="0">
                          <a:solidFill>
                            <a:schemeClr val="tx1"/>
                          </a:solidFill>
                        </a:rPr>
                        <a:t>u</a:t>
                      </a:r>
                      <a:r>
                        <a:rPr lang="en-US" sz="2100" dirty="0">
                          <a:solidFill>
                            <a:schemeClr val="tx1"/>
                          </a:solidFill>
                        </a:rPr>
                        <a:t> het leuk?</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DF6F0"/>
                    </a:solidFill>
                  </a:tcPr>
                </a:tc>
              </a:tr>
              <a:tr h="713232">
                <a:tc>
                  <a:txBody>
                    <a:bodyPr/>
                    <a:lstStyle/>
                    <a:p>
                      <a:pPr algn="l" indent="0" marL="0">
                        <a:buNone/>
                      </a:pPr>
                      <a:r>
                        <a:rPr lang="en-US" sz="2100" b="1" dirty="0">
                          <a:solidFill>
                            <a:schemeClr val="tx1"/>
                          </a:solidFill>
                        </a:rPr>
                        <a:t>lezen</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100" dirty="0">
                          <a:solidFill>
                            <a:schemeClr val="tx1"/>
                          </a:solidFill>
                        </a:rPr>
                        <a:t>Jij lees</a:t>
                      </a:r>
                      <a:r>
                        <a:rPr lang="en-US" sz="2100" b="1" dirty="0">
                          <a:solidFill>
                            <a:schemeClr val="accent1"/>
                          </a:solidFill>
                        </a:rPr>
                        <a:t>t</a:t>
                      </a:r>
                      <a:r>
                        <a:rPr lang="en-US" sz="2100" dirty="0">
                          <a:solidFill>
                            <a:schemeClr val="tx1"/>
                          </a:solidFill>
                        </a:rPr>
                        <a:t>.</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100" b="1" dirty="0">
                          <a:solidFill>
                            <a:schemeClr val="accent6"/>
                          </a:solidFill>
                        </a:rPr>
                        <a:t>Lees</a:t>
                      </a:r>
                      <a:r>
                        <a:rPr lang="en-US" sz="2100" b="1" strike="sngStrike" dirty="0">
                          <a:solidFill>
                            <a:schemeClr val="accent1"/>
                          </a:solidFill>
                        </a:rPr>
                        <a:t>t</a:t>
                      </a:r>
                      <a:r>
                        <a:rPr lang="en-US" sz="2100" dirty="0">
                          <a:solidFill>
                            <a:schemeClr val="tx1"/>
                          </a:solidFill>
                        </a:rPr>
                        <a:t> </a:t>
                      </a:r>
                      <a:r>
                        <a:rPr lang="en-US" sz="2100" b="1" dirty="0">
                          <a:solidFill>
                            <a:schemeClr val="tx1"/>
                          </a:solidFill>
                        </a:rPr>
                        <a:t>je</a:t>
                      </a:r>
                      <a:r>
                        <a:rPr lang="en-US" sz="2100" dirty="0">
                          <a:solidFill>
                            <a:schemeClr val="tx1"/>
                          </a:solidFill>
                        </a:rPr>
                        <a:t> veel?</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DF3EA"/>
                    </a:solidFill>
                  </a:tcPr>
                </a:tc>
                <a:tc>
                  <a:txBody>
                    <a:bodyPr/>
                    <a:lstStyle/>
                    <a:p>
                      <a:pPr algn="l" indent="0" marL="0">
                        <a:buNone/>
                      </a:pPr>
                      <a:r>
                        <a:rPr lang="en-US" sz="2100" b="1" dirty="0">
                          <a:solidFill>
                            <a:schemeClr val="accent6"/>
                          </a:solidFill>
                        </a:rPr>
                        <a:t>Lees</a:t>
                      </a:r>
                      <a:r>
                        <a:rPr lang="en-US" sz="2100" b="1" dirty="0">
                          <a:solidFill>
                            <a:schemeClr val="accent1"/>
                          </a:solidFill>
                        </a:rPr>
                        <a:t>t</a:t>
                      </a:r>
                      <a:r>
                        <a:rPr lang="en-US" sz="2100" dirty="0">
                          <a:solidFill>
                            <a:schemeClr val="tx1"/>
                          </a:solidFill>
                        </a:rPr>
                        <a:t> </a:t>
                      </a:r>
                      <a:r>
                        <a:rPr lang="en-US" sz="2100" b="1" dirty="0">
                          <a:solidFill>
                            <a:schemeClr val="tx1"/>
                          </a:solidFill>
                        </a:rPr>
                        <a:t>u</a:t>
                      </a:r>
                      <a:r>
                        <a:rPr lang="en-US" sz="2100" dirty="0">
                          <a:solidFill>
                            <a:schemeClr val="tx1"/>
                          </a:solidFill>
                        </a:rPr>
                        <a:t> veel?</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DF6F0"/>
                    </a:solidFill>
                  </a:tcPr>
                </a:tc>
              </a:tr>
            </a:tbl>
          </a:graphicData>
        </a:graphic>
      </p:graphicFrame>
      <p:pic>
        <p:nvPicPr>
          <p:cNvPr id="6" name="Image 0" descr="Random">    </p:cNvPr>
          <p:cNvPicPr>
            <a:picLocks noChangeAspect="1"/>
          </p:cNvPicPr>
          <p:nvPr/>
        </p:nvPicPr>
        <p:blipFill>
          <a:blip r:embed="rId1"/>
          <a:stretch>
            <a:fillRect/>
          </a:stretch>
        </p:blipFill>
        <p:spPr>
          <a:xfrm>
            <a:off x="7699248" y="1673352"/>
            <a:ext cx="310896" cy="310896"/>
          </a:xfrm>
          <a:prstGeom prst="rect">
            <a:avLst/>
          </a:prstGeom>
        </p:spPr>
      </p:pic>
      <p:pic>
        <p:nvPicPr>
          <p:cNvPr id="7" name="Image 1" descr="Random">    </p:cNvPr>
          <p:cNvPicPr>
            <a:picLocks noChangeAspect="1"/>
          </p:cNvPicPr>
          <p:nvPr/>
        </p:nvPicPr>
        <p:blipFill>
          <a:blip r:embed="rId2"/>
          <a:stretch>
            <a:fillRect/>
          </a:stretch>
        </p:blipFill>
        <p:spPr>
          <a:xfrm>
            <a:off x="11201400" y="1673352"/>
            <a:ext cx="310896" cy="310896"/>
          </a:xfrm>
          <a:prstGeom prst="rect">
            <a:avLst/>
          </a:prstGeom>
        </p:spPr>
      </p:pic>
      <p:sp>
        <p:nvSpPr>
          <p:cNvPr id="8" name="Shape 2"/>
          <p:cNvSpPr/>
          <p:nvPr/>
        </p:nvSpPr>
        <p:spPr>
          <a:xfrm>
            <a:off x="548640" y="5166360"/>
            <a:ext cx="6400800" cy="1097280"/>
          </a:xfrm>
          <a:prstGeom prst="roundRect">
            <a:avLst>
              <a:gd name="adj" fmla="val 15000"/>
            </a:avLst>
          </a:prstGeom>
          <a:solidFill>
            <a:schemeClr val="accent1">
              <a:alpha val="12000"/>
            </a:schemeClr>
          </a:solidFill>
          <a:ln w="15875">
            <a:solidFill>
              <a:srgbClr val="D9700F"/>
            </a:solidFill>
            <a:prstDash val="solid"/>
          </a:ln>
        </p:spPr>
      </p:sp>
      <p:sp>
        <p:nvSpPr>
          <p:cNvPr id="9" name="Text 3"/>
          <p:cNvSpPr txBox="1"/>
          <p:nvPr/>
        </p:nvSpPr>
        <p:spPr>
          <a:xfrm>
            <a:off x="713232" y="5166360"/>
            <a:ext cx="6071616" cy="1097280"/>
          </a:xfrm>
          <a:prstGeom prst="rect">
            <a:avLst/>
          </a:prstGeom>
          <a:noFill/>
          <a:ln/>
        </p:spPr>
        <p:txBody>
          <a:bodyPr wrap="square" lIns="0" tIns="0" rIns="0" bIns="0" rtlCol="0" anchor="ctr"/>
          <a:lstStyle/>
          <a:p>
            <a:pPr algn="l" indent="0" marL="0">
              <a:buNone/>
            </a:pPr>
            <a:r>
              <a:rPr lang="en-US" sz="1800" i="1" dirty="0">
                <a:solidFill>
                  <a:schemeClr val="tx1"/>
                </a:solidFill>
              </a:rPr>
              <a:t>je / jij</a:t>
            </a:r>
            <a:r>
              <a:rPr lang="en-US" sz="1800" dirty="0">
                <a:solidFill>
                  <a:schemeClr val="tx1"/>
                </a:solidFill>
              </a:rPr>
              <a:t> </a:t>
            </a:r>
            <a:r>
              <a:rPr lang="en-US" sz="1800" b="1" dirty="0">
                <a:solidFill>
                  <a:schemeClr val="tx1"/>
                </a:solidFill>
              </a:rPr>
              <a:t>après</a:t>
            </a:r>
            <a:r>
              <a:rPr lang="en-US" sz="1800" dirty="0">
                <a:solidFill>
                  <a:schemeClr val="tx1"/>
                </a:solidFill>
              </a:rPr>
              <a:t> le verbe → </a:t>
            </a:r>
            <a:r>
              <a:rPr lang="en-US" sz="1800" b="1" dirty="0">
                <a:solidFill>
                  <a:schemeClr val="tx1"/>
                </a:solidFill>
              </a:rPr>
              <a:t>pas de t</a:t>
            </a:r>
            <a:r>
              <a:rPr lang="en-US" sz="1800" dirty="0">
                <a:solidFill>
                  <a:schemeClr val="tx1"/>
                </a:solidFill>
              </a:rPr>
              <a:t> (règle de M3) · </a:t>
            </a:r>
            <a:r>
              <a:rPr lang="en-US" sz="1800" i="1" dirty="0">
                <a:solidFill>
                  <a:schemeClr val="tx1"/>
                </a:solidFill>
              </a:rPr>
              <a:t>u / hij</a:t>
            </a:r>
            <a:r>
              <a:rPr lang="en-US" sz="1800" dirty="0">
                <a:solidFill>
                  <a:schemeClr val="tx1"/>
                </a:solidFill>
              </a:rPr>
              <a:t> → le </a:t>
            </a:r>
            <a:r>
              <a:rPr lang="en-US" sz="1800" b="1" dirty="0">
                <a:solidFill>
                  <a:schemeClr val="tx1"/>
                </a:solidFill>
              </a:rPr>
              <a:t>t</a:t>
            </a:r>
            <a:r>
              <a:rPr lang="en-US" sz="1800" dirty="0">
                <a:solidFill>
                  <a:schemeClr val="tx1"/>
                </a:solidFill>
              </a:rPr>
              <a:t> reste</a:t>
            </a:r>
            <a:endParaRPr lang="en-US" sz="1800" dirty="0"/>
          </a:p>
        </p:txBody>
      </p:sp>
      <p:sp>
        <p:nvSpPr>
          <p:cNvPr id="10" name="Shape 4"/>
          <p:cNvSpPr/>
          <p:nvPr/>
        </p:nvSpPr>
        <p:spPr>
          <a:xfrm>
            <a:off x="7178040" y="5166360"/>
            <a:ext cx="4462272" cy="1097280"/>
          </a:xfrm>
          <a:prstGeom prst="roundRect">
            <a:avLst>
              <a:gd name="adj" fmla="val 6667"/>
            </a:avLst>
          </a:prstGeom>
          <a:solidFill>
            <a:schemeClr val="bg2"/>
          </a:solidFill>
          <a:ln w="15875">
            <a:solidFill>
              <a:srgbClr val="17375E"/>
            </a:solidFill>
            <a:prstDash val="solid"/>
          </a:ln>
        </p:spPr>
      </p:sp>
      <p:sp>
        <p:nvSpPr>
          <p:cNvPr id="11" name="Shape 5"/>
          <p:cNvSpPr/>
          <p:nvPr/>
        </p:nvSpPr>
        <p:spPr>
          <a:xfrm>
            <a:off x="7360920" y="5394960"/>
            <a:ext cx="640080" cy="640080"/>
          </a:xfrm>
          <a:prstGeom prst="ellipse">
            <a:avLst/>
          </a:prstGeom>
          <a:solidFill>
            <a:schemeClr val="tx2"/>
          </a:solidFill>
          <a:ln w="12700">
            <a:solidFill>
              <a:srgbClr val="FFFFFF">
                <a:alpha val="0"/>
              </a:srgbClr>
            </a:solidFill>
            <a:prstDash val="solid"/>
          </a:ln>
        </p:spPr>
      </p:sp>
      <p:pic>
        <p:nvPicPr>
          <p:cNvPr id="12" name="Image 2" descr="Comments">    </p:cNvPr>
          <p:cNvPicPr>
            <a:picLocks noChangeAspect="1"/>
          </p:cNvPicPr>
          <p:nvPr/>
        </p:nvPicPr>
        <p:blipFill>
          <a:blip r:embed="rId3"/>
          <a:stretch>
            <a:fillRect/>
          </a:stretch>
        </p:blipFill>
        <p:spPr>
          <a:xfrm>
            <a:off x="7514539" y="5548579"/>
            <a:ext cx="332842" cy="332842"/>
          </a:xfrm>
          <a:prstGeom prst="rect">
            <a:avLst/>
          </a:prstGeom>
        </p:spPr>
      </p:pic>
      <p:sp>
        <p:nvSpPr>
          <p:cNvPr id="13" name="Text 6"/>
          <p:cNvSpPr txBox="1"/>
          <p:nvPr/>
        </p:nvSpPr>
        <p:spPr>
          <a:xfrm>
            <a:off x="8183880" y="5212080"/>
            <a:ext cx="3383280" cy="1005840"/>
          </a:xfrm>
          <a:prstGeom prst="rect">
            <a:avLst/>
          </a:prstGeom>
          <a:noFill/>
          <a:ln/>
        </p:spPr>
        <p:txBody>
          <a:bodyPr wrap="square" lIns="0" tIns="0" rIns="0" bIns="0" rtlCol="0" anchor="ctr"/>
          <a:lstStyle/>
          <a:p>
            <a:pPr algn="l" indent="0" marL="0">
              <a:buNone/>
            </a:pPr>
            <a:r>
              <a:rPr lang="en-US" sz="1600" dirty="0">
                <a:solidFill>
                  <a:schemeClr val="tx1"/>
                </a:solidFill>
              </a:rPr>
              <a:t>À mémoriser en bloc :</a:t>
            </a:r>
            <a:endParaRPr lang="en-US" sz="1600" dirty="0"/>
          </a:p>
          <a:p>
            <a:pPr algn="l" indent="0" marL="0">
              <a:buNone/>
            </a:pPr>
            <a:r>
              <a:rPr lang="en-US" sz="1600" b="1" i="1" dirty="0">
                <a:solidFill>
                  <a:schemeClr val="tx1"/>
                </a:solidFill>
              </a:rPr>
              <a:t>Wat vind je ervan?</a:t>
            </a:r>
            <a:endParaRPr lang="en-US" sz="1600" dirty="0"/>
          </a:p>
          <a:p>
            <a:pPr algn="l" indent="0" marL="0">
              <a:buNone/>
            </a:pPr>
            <a:r>
              <a:rPr lang="en-US" sz="1600" i="1" dirty="0">
                <a:solidFill>
                  <a:schemeClr val="tx1"/>
                </a:solidFill>
              </a:rPr>
              <a:t>(qu’en penses-tu ?)</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verbes courts — gaan, staan, slaan, zien, doen</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54480"/>
            <a:ext cx="4617720" cy="914400"/>
          </a:xfrm>
          <a:prstGeom prst="roundRect">
            <a:avLst>
              <a:gd name="adj" fmla="val 8000"/>
            </a:avLst>
          </a:prstGeom>
          <a:solidFill>
            <a:schemeClr val="tx2"/>
          </a:solidFill>
          <a:ln w="12700">
            <a:solidFill>
              <a:srgbClr val="FFFFFF">
                <a:alpha val="0"/>
              </a:srgbClr>
            </a:solidFill>
            <a:prstDash val="solid"/>
          </a:ln>
        </p:spPr>
      </p:sp>
      <p:sp>
        <p:nvSpPr>
          <p:cNvPr id="6" name="Text 3"/>
          <p:cNvSpPr txBox="1"/>
          <p:nvPr/>
        </p:nvSpPr>
        <p:spPr>
          <a:xfrm>
            <a:off x="731520" y="1554480"/>
            <a:ext cx="4297680" cy="914400"/>
          </a:xfrm>
          <a:prstGeom prst="rect">
            <a:avLst/>
          </a:prstGeom>
          <a:noFill/>
          <a:ln/>
        </p:spPr>
        <p:txBody>
          <a:bodyPr wrap="square" lIns="0" tIns="0" rIns="0" bIns="0" rtlCol="0" anchor="ctr"/>
          <a:lstStyle/>
          <a:p>
            <a:pPr algn="l" indent="0" marL="0">
              <a:buNone/>
            </a:pPr>
            <a:r>
              <a:rPr lang="en-US" sz="1900" b="1" dirty="0">
                <a:solidFill>
                  <a:schemeClr val="bg1"/>
                </a:solidFill>
              </a:rPr>
              <a:t>Verbes d’une syllabe :</a:t>
            </a:r>
            <a:endParaRPr lang="en-US" sz="1900" dirty="0"/>
          </a:p>
          <a:p>
            <a:pPr algn="l" indent="0" marL="0">
              <a:buNone/>
            </a:pPr>
            <a:r>
              <a:rPr lang="en-US" sz="1900" b="1" dirty="0">
                <a:solidFill>
                  <a:schemeClr val="bg1"/>
                </a:solidFill>
              </a:rPr>
              <a:t>infinitif − n = radical</a:t>
            </a:r>
            <a:endParaRPr lang="en-US" sz="1900" dirty="0"/>
          </a:p>
        </p:txBody>
      </p:sp>
      <p:sp>
        <p:nvSpPr>
          <p:cNvPr id="7" name="Shape 4"/>
          <p:cNvSpPr/>
          <p:nvPr/>
        </p:nvSpPr>
        <p:spPr>
          <a:xfrm>
            <a:off x="685800" y="4087368"/>
            <a:ext cx="182880" cy="182880"/>
          </a:xfrm>
          <a:prstGeom prst="ellipse">
            <a:avLst/>
          </a:prstGeom>
          <a:solidFill>
            <a:schemeClr val="bg2"/>
          </a:solidFill>
          <a:ln w="12700">
            <a:solidFill>
              <a:srgbClr val="4A5A70"/>
            </a:solidFill>
            <a:prstDash val="solid"/>
          </a:ln>
        </p:spPr>
      </p:sp>
      <p:sp>
        <p:nvSpPr>
          <p:cNvPr id="8" name="Shape 5"/>
          <p:cNvSpPr/>
          <p:nvPr/>
        </p:nvSpPr>
        <p:spPr>
          <a:xfrm>
            <a:off x="1234440" y="4087368"/>
            <a:ext cx="182880" cy="182880"/>
          </a:xfrm>
          <a:prstGeom prst="ellipse">
            <a:avLst/>
          </a:prstGeom>
          <a:solidFill>
            <a:schemeClr val="bg2"/>
          </a:solidFill>
          <a:ln w="12700">
            <a:solidFill>
              <a:srgbClr val="4A5A70"/>
            </a:solidFill>
            <a:prstDash val="solid"/>
          </a:ln>
        </p:spPr>
      </p:sp>
      <p:sp>
        <p:nvSpPr>
          <p:cNvPr id="9" name="Shape 6"/>
          <p:cNvSpPr/>
          <p:nvPr/>
        </p:nvSpPr>
        <p:spPr>
          <a:xfrm>
            <a:off x="1783080" y="4087368"/>
            <a:ext cx="182880" cy="182880"/>
          </a:xfrm>
          <a:prstGeom prst="ellipse">
            <a:avLst/>
          </a:prstGeom>
          <a:solidFill>
            <a:schemeClr val="bg2"/>
          </a:solidFill>
          <a:ln w="12700">
            <a:solidFill>
              <a:srgbClr val="4A5A70"/>
            </a:solidFill>
            <a:prstDash val="solid"/>
          </a:ln>
        </p:spPr>
      </p:sp>
      <p:sp>
        <p:nvSpPr>
          <p:cNvPr id="10" name="Shape 7"/>
          <p:cNvSpPr/>
          <p:nvPr/>
        </p:nvSpPr>
        <p:spPr>
          <a:xfrm>
            <a:off x="2331720" y="4087368"/>
            <a:ext cx="182880" cy="182880"/>
          </a:xfrm>
          <a:prstGeom prst="ellipse">
            <a:avLst/>
          </a:prstGeom>
          <a:solidFill>
            <a:schemeClr val="bg2"/>
          </a:solidFill>
          <a:ln w="12700">
            <a:solidFill>
              <a:srgbClr val="4A5A70"/>
            </a:solidFill>
            <a:prstDash val="solid"/>
          </a:ln>
        </p:spPr>
      </p:sp>
      <p:sp>
        <p:nvSpPr>
          <p:cNvPr id="11" name="Shape 8"/>
          <p:cNvSpPr/>
          <p:nvPr/>
        </p:nvSpPr>
        <p:spPr>
          <a:xfrm>
            <a:off x="2880360" y="4087368"/>
            <a:ext cx="182880" cy="182880"/>
          </a:xfrm>
          <a:prstGeom prst="ellipse">
            <a:avLst/>
          </a:prstGeom>
          <a:solidFill>
            <a:schemeClr val="bg2"/>
          </a:solidFill>
          <a:ln w="12700">
            <a:solidFill>
              <a:srgbClr val="4A5A70"/>
            </a:solidFill>
            <a:prstDash val="solid"/>
          </a:ln>
        </p:spPr>
      </p:sp>
      <p:sp>
        <p:nvSpPr>
          <p:cNvPr id="12" name="Shape 9"/>
          <p:cNvSpPr/>
          <p:nvPr/>
        </p:nvSpPr>
        <p:spPr>
          <a:xfrm>
            <a:off x="3429000" y="4087368"/>
            <a:ext cx="182880" cy="182880"/>
          </a:xfrm>
          <a:prstGeom prst="ellipse">
            <a:avLst/>
          </a:prstGeom>
          <a:solidFill>
            <a:schemeClr val="bg2"/>
          </a:solidFill>
          <a:ln w="12700">
            <a:solidFill>
              <a:srgbClr val="4A5A70"/>
            </a:solidFill>
            <a:prstDash val="solid"/>
          </a:ln>
        </p:spPr>
      </p:sp>
      <p:sp>
        <p:nvSpPr>
          <p:cNvPr id="13" name="Shape 10"/>
          <p:cNvSpPr/>
          <p:nvPr/>
        </p:nvSpPr>
        <p:spPr>
          <a:xfrm>
            <a:off x="3977640" y="4087368"/>
            <a:ext cx="182880" cy="182880"/>
          </a:xfrm>
          <a:prstGeom prst="ellipse">
            <a:avLst/>
          </a:prstGeom>
          <a:solidFill>
            <a:schemeClr val="bg2"/>
          </a:solidFill>
          <a:ln w="12700">
            <a:solidFill>
              <a:srgbClr val="4A5A70"/>
            </a:solidFill>
            <a:prstDash val="solid"/>
          </a:ln>
        </p:spPr>
      </p:sp>
      <p:sp>
        <p:nvSpPr>
          <p:cNvPr id="14" name="Shape 11"/>
          <p:cNvSpPr/>
          <p:nvPr/>
        </p:nvSpPr>
        <p:spPr>
          <a:xfrm>
            <a:off x="4526280" y="4087368"/>
            <a:ext cx="182880" cy="182880"/>
          </a:xfrm>
          <a:prstGeom prst="ellipse">
            <a:avLst/>
          </a:prstGeom>
          <a:solidFill>
            <a:schemeClr val="bg2"/>
          </a:solidFill>
          <a:ln w="12700">
            <a:solidFill>
              <a:srgbClr val="4A5A70"/>
            </a:solidFill>
            <a:prstDash val="solid"/>
          </a:ln>
        </p:spPr>
      </p:sp>
      <p:sp>
        <p:nvSpPr>
          <p:cNvPr id="15" name="Shape 12"/>
          <p:cNvSpPr/>
          <p:nvPr/>
        </p:nvSpPr>
        <p:spPr>
          <a:xfrm>
            <a:off x="548640" y="4041648"/>
            <a:ext cx="4617720" cy="118872"/>
          </a:xfrm>
          <a:prstGeom prst="roundRect">
            <a:avLst>
              <a:gd name="adj" fmla="val 46154"/>
            </a:avLst>
          </a:prstGeom>
          <a:solidFill>
            <a:schemeClr val="accent5"/>
          </a:solidFill>
          <a:ln w="12700">
            <a:solidFill>
              <a:srgbClr val="FFFFFF">
                <a:alpha val="0"/>
              </a:srgbClr>
            </a:solidFill>
            <a:prstDash val="solid"/>
          </a:ln>
        </p:spPr>
      </p:sp>
      <p:sp>
        <p:nvSpPr>
          <p:cNvPr id="16" name="Shape 13"/>
          <p:cNvSpPr/>
          <p:nvPr/>
        </p:nvSpPr>
        <p:spPr>
          <a:xfrm>
            <a:off x="548640" y="3191256"/>
            <a:ext cx="1280160" cy="822960"/>
          </a:xfrm>
          <a:prstGeom prst="roundRect">
            <a:avLst>
              <a:gd name="adj" fmla="val 11111"/>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17" name="Text 14"/>
          <p:cNvSpPr txBox="1"/>
          <p:nvPr/>
        </p:nvSpPr>
        <p:spPr>
          <a:xfrm>
            <a:off x="548640" y="3191256"/>
            <a:ext cx="1280160" cy="822960"/>
          </a:xfrm>
          <a:prstGeom prst="rect">
            <a:avLst/>
          </a:prstGeom>
          <a:noFill/>
          <a:ln/>
        </p:spPr>
        <p:txBody>
          <a:bodyPr wrap="square" lIns="0" tIns="0" rIns="0" bIns="0" rtlCol="0" anchor="ctr"/>
          <a:lstStyle/>
          <a:p>
            <a:pPr algn="ctr" indent="0" marL="0">
              <a:buNone/>
            </a:pPr>
            <a:r>
              <a:rPr lang="en-US" sz="2600" b="1" dirty="0">
                <a:solidFill>
                  <a:schemeClr val="bg1"/>
                </a:solidFill>
                <a:latin typeface="+mj-lt" pitchFamily="34" charset="0"/>
                <a:ea typeface="+mj-lt" pitchFamily="34" charset="-122"/>
                <a:cs typeface="+mj-lt" pitchFamily="34" charset="-120"/>
              </a:rPr>
              <a:t>GAAN</a:t>
            </a:r>
            <a:endParaRPr lang="en-US" sz="2600" dirty="0"/>
          </a:p>
        </p:txBody>
      </p:sp>
      <p:sp>
        <p:nvSpPr>
          <p:cNvPr id="18" name="Shape 15"/>
          <p:cNvSpPr/>
          <p:nvPr/>
        </p:nvSpPr>
        <p:spPr>
          <a:xfrm>
            <a:off x="2103120" y="2651760"/>
            <a:ext cx="1508760" cy="1280160"/>
          </a:xfrm>
          <a:prstGeom prst="roundRect">
            <a:avLst>
              <a:gd name="adj" fmla="val 8571"/>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19" name="Shape 16"/>
          <p:cNvSpPr/>
          <p:nvPr/>
        </p:nvSpPr>
        <p:spPr>
          <a:xfrm>
            <a:off x="2583180" y="2761488"/>
            <a:ext cx="548640" cy="548640"/>
          </a:xfrm>
          <a:prstGeom prst="ellipse">
            <a:avLst/>
          </a:prstGeom>
          <a:solidFill>
            <a:schemeClr val="accent1"/>
          </a:solidFill>
          <a:ln w="12700">
            <a:solidFill>
              <a:srgbClr val="FFFFFF">
                <a:alpha val="0"/>
              </a:srgbClr>
            </a:solidFill>
            <a:prstDash val="solid"/>
          </a:ln>
        </p:spPr>
      </p:sp>
      <p:pic>
        <p:nvPicPr>
          <p:cNvPr id="20" name="Image 0" descr="Scissors">    </p:cNvPr>
          <p:cNvPicPr>
            <a:picLocks noChangeAspect="1"/>
          </p:cNvPicPr>
          <p:nvPr/>
        </p:nvPicPr>
        <p:blipFill>
          <a:blip r:embed="rId1"/>
          <a:stretch>
            <a:fillRect/>
          </a:stretch>
        </p:blipFill>
        <p:spPr>
          <a:xfrm>
            <a:off x="2714854" y="2893162"/>
            <a:ext cx="285293" cy="285293"/>
          </a:xfrm>
          <a:prstGeom prst="rect">
            <a:avLst/>
          </a:prstGeom>
        </p:spPr>
      </p:pic>
      <p:sp>
        <p:nvSpPr>
          <p:cNvPr id="21" name="Text 17"/>
          <p:cNvSpPr txBox="1"/>
          <p:nvPr/>
        </p:nvSpPr>
        <p:spPr>
          <a:xfrm>
            <a:off x="2176272" y="3346704"/>
            <a:ext cx="1362456" cy="530352"/>
          </a:xfrm>
          <a:prstGeom prst="rect">
            <a:avLst/>
          </a:prstGeom>
          <a:noFill/>
          <a:ln/>
        </p:spPr>
        <p:txBody>
          <a:bodyPr wrap="square" lIns="0" tIns="0" rIns="0" bIns="0" rtlCol="0" anchor="ctr"/>
          <a:lstStyle/>
          <a:p>
            <a:pPr algn="ctr" indent="0" marL="0">
              <a:buNone/>
            </a:pPr>
            <a:r>
              <a:rPr lang="en-US" sz="1500" b="1" dirty="0">
                <a:solidFill>
                  <a:schemeClr val="accent1"/>
                </a:solidFill>
              </a:rPr>
              <a:t>− n</a:t>
            </a:r>
            <a:endParaRPr lang="en-US" sz="1500" dirty="0"/>
          </a:p>
          <a:p>
            <a:pPr algn="ctr" indent="0" marL="0">
              <a:buNone/>
            </a:pPr>
            <a:r>
              <a:rPr lang="en-US" sz="1500" b="1" strike="sngStrike" dirty="0">
                <a:solidFill>
                  <a:schemeClr val="accent6"/>
                </a:solidFill>
              </a:rPr>
              <a:t>− en</a:t>
            </a:r>
            <a:endParaRPr lang="en-US" sz="1500" dirty="0"/>
          </a:p>
        </p:txBody>
      </p:sp>
      <p:sp>
        <p:nvSpPr>
          <p:cNvPr id="22" name="Shape 18"/>
          <p:cNvSpPr/>
          <p:nvPr/>
        </p:nvSpPr>
        <p:spPr>
          <a:xfrm>
            <a:off x="1883664" y="3602736"/>
            <a:ext cx="164592" cy="914"/>
          </a:xfrm>
          <a:prstGeom prst="line">
            <a:avLst/>
          </a:prstGeom>
          <a:noFill/>
          <a:ln w="31750">
            <a:solidFill>
              <a:srgbClr val="D9700F"/>
            </a:solidFill>
            <a:prstDash val="solid"/>
            <a:tailEnd type="triangle"/>
          </a:ln>
        </p:spPr>
      </p:sp>
      <p:sp>
        <p:nvSpPr>
          <p:cNvPr id="23" name="Shape 19"/>
          <p:cNvSpPr/>
          <p:nvPr/>
        </p:nvSpPr>
        <p:spPr>
          <a:xfrm>
            <a:off x="3666744" y="3602736"/>
            <a:ext cx="164592" cy="914"/>
          </a:xfrm>
          <a:prstGeom prst="line">
            <a:avLst/>
          </a:prstGeom>
          <a:noFill/>
          <a:ln w="31750">
            <a:solidFill>
              <a:srgbClr val="D9700F"/>
            </a:solidFill>
            <a:prstDash val="solid"/>
            <a:tailEnd type="triangle"/>
          </a:ln>
        </p:spPr>
      </p:sp>
      <p:sp>
        <p:nvSpPr>
          <p:cNvPr id="24" name="Shape 20"/>
          <p:cNvSpPr/>
          <p:nvPr/>
        </p:nvSpPr>
        <p:spPr>
          <a:xfrm>
            <a:off x="3886200" y="3191256"/>
            <a:ext cx="1280160" cy="822960"/>
          </a:xfrm>
          <a:prstGeom prst="roundRect">
            <a:avLst>
              <a:gd name="adj" fmla="val 11111"/>
            </a:avLst>
          </a:prstGeom>
          <a:solidFill>
            <a:schemeClr val="accent3"/>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25" name="Text 21"/>
          <p:cNvSpPr txBox="1"/>
          <p:nvPr/>
        </p:nvSpPr>
        <p:spPr>
          <a:xfrm>
            <a:off x="3886200" y="3191256"/>
            <a:ext cx="1280160" cy="822960"/>
          </a:xfrm>
          <a:prstGeom prst="rect">
            <a:avLst/>
          </a:prstGeom>
          <a:no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GA</a:t>
            </a:r>
            <a:endParaRPr lang="en-US" sz="3000" dirty="0"/>
          </a:p>
        </p:txBody>
      </p:sp>
      <p:sp>
        <p:nvSpPr>
          <p:cNvPr id="26" name="Shape 22"/>
          <p:cNvSpPr/>
          <p:nvPr/>
        </p:nvSpPr>
        <p:spPr>
          <a:xfrm>
            <a:off x="4892040" y="3008376"/>
            <a:ext cx="384048" cy="384048"/>
          </a:xfrm>
          <a:prstGeom prst="ellipse">
            <a:avLst/>
          </a:prstGeom>
          <a:solidFill>
            <a:srgbClr val="FFFFFF"/>
          </a:solidFill>
          <a:ln w="19050">
            <a:solidFill>
              <a:srgbClr val="2E7D4F"/>
            </a:solidFill>
            <a:prstDash val="solid"/>
          </a:ln>
        </p:spPr>
      </p:sp>
      <p:pic>
        <p:nvPicPr>
          <p:cNvPr id="27" name="Image 1" descr="Check">    </p:cNvPr>
          <p:cNvPicPr>
            <a:picLocks noChangeAspect="1"/>
          </p:cNvPicPr>
          <p:nvPr/>
        </p:nvPicPr>
        <p:blipFill>
          <a:blip r:embed="rId2"/>
          <a:stretch>
            <a:fillRect/>
          </a:stretch>
        </p:blipFill>
        <p:spPr>
          <a:xfrm>
            <a:off x="4974336" y="3090672"/>
            <a:ext cx="219456" cy="219456"/>
          </a:xfrm>
          <a:prstGeom prst="rect">
            <a:avLst/>
          </a:prstGeom>
        </p:spPr>
      </p:pic>
      <p:pic>
        <p:nvPicPr>
          <p:cNvPr id="28" name="Image 2" descr="DoorOpen">    </p:cNvPr>
          <p:cNvPicPr>
            <a:picLocks noChangeAspect="1"/>
          </p:cNvPicPr>
          <p:nvPr/>
        </p:nvPicPr>
        <p:blipFill>
          <a:blip r:embed="rId3"/>
          <a:stretch>
            <a:fillRect/>
          </a:stretch>
        </p:blipFill>
        <p:spPr>
          <a:xfrm>
            <a:off x="594360" y="4727448"/>
            <a:ext cx="594360" cy="594360"/>
          </a:xfrm>
          <a:prstGeom prst="rect">
            <a:avLst/>
          </a:prstGeom>
        </p:spPr>
      </p:pic>
      <p:sp>
        <p:nvSpPr>
          <p:cNvPr id="29" name="Shape 23"/>
          <p:cNvSpPr/>
          <p:nvPr/>
        </p:nvSpPr>
        <p:spPr>
          <a:xfrm>
            <a:off x="1417320" y="4544568"/>
            <a:ext cx="1463040" cy="914"/>
          </a:xfrm>
          <a:prstGeom prst="line">
            <a:avLst/>
          </a:prstGeom>
          <a:noFill/>
          <a:ln w="25400">
            <a:solidFill>
              <a:srgbClr val="17375E"/>
            </a:solidFill>
            <a:prstDash val="solid"/>
          </a:ln>
        </p:spPr>
      </p:sp>
      <p:sp>
        <p:nvSpPr>
          <p:cNvPr id="30" name="Shape 24"/>
          <p:cNvSpPr/>
          <p:nvPr/>
        </p:nvSpPr>
        <p:spPr>
          <a:xfrm>
            <a:off x="1417320" y="5458968"/>
            <a:ext cx="1463040" cy="914"/>
          </a:xfrm>
          <a:prstGeom prst="line">
            <a:avLst/>
          </a:prstGeom>
          <a:noFill/>
          <a:ln w="25400">
            <a:solidFill>
              <a:srgbClr val="17375E"/>
            </a:solidFill>
            <a:prstDash val="solid"/>
          </a:ln>
        </p:spPr>
      </p:sp>
      <p:sp>
        <p:nvSpPr>
          <p:cNvPr id="31" name="Shape 25"/>
          <p:cNvSpPr/>
          <p:nvPr/>
        </p:nvSpPr>
        <p:spPr>
          <a:xfrm>
            <a:off x="1417320" y="4544568"/>
            <a:ext cx="914" cy="914400"/>
          </a:xfrm>
          <a:prstGeom prst="line">
            <a:avLst/>
          </a:prstGeom>
          <a:noFill/>
          <a:ln w="25400">
            <a:solidFill>
              <a:srgbClr val="17375E"/>
            </a:solidFill>
            <a:prstDash val="solid"/>
          </a:ln>
        </p:spPr>
      </p:sp>
      <p:sp>
        <p:nvSpPr>
          <p:cNvPr id="32" name="Text 26"/>
          <p:cNvSpPr txBox="1"/>
          <p:nvPr/>
        </p:nvSpPr>
        <p:spPr>
          <a:xfrm>
            <a:off x="1417320" y="4544568"/>
            <a:ext cx="1463040" cy="914400"/>
          </a:xfrm>
          <a:prstGeom prst="rect">
            <a:avLst/>
          </a:prstGeom>
          <a:noFill/>
          <a:ln/>
        </p:spPr>
        <p:txBody>
          <a:bodyPr wrap="square" lIns="0" tIns="0" rIns="0" bIns="0" rtlCol="0" anchor="ctr"/>
          <a:lstStyle/>
          <a:p>
            <a:pPr algn="ctr" indent="0" marL="0">
              <a:buNone/>
            </a:pPr>
            <a:r>
              <a:rPr lang="en-US" sz="4000" b="1" dirty="0">
                <a:solidFill>
                  <a:schemeClr val="tx1"/>
                </a:solidFill>
                <a:latin typeface="+mj-lt" pitchFamily="34" charset="0"/>
                <a:ea typeface="+mj-lt" pitchFamily="34" charset="-122"/>
                <a:cs typeface="+mj-lt" pitchFamily="34" charset="-120"/>
              </a:rPr>
              <a:t>G</a:t>
            </a:r>
            <a:r>
              <a:rPr lang="en-US" sz="4000" b="1" dirty="0">
                <a:solidFill>
                  <a:schemeClr val="accent3"/>
                </a:solidFill>
                <a:latin typeface="+mj-lt" pitchFamily="34" charset="0"/>
                <a:ea typeface="+mj-lt" pitchFamily="34" charset="-122"/>
                <a:cs typeface="+mj-lt" pitchFamily="34" charset="-120"/>
              </a:rPr>
              <a:t>A</a:t>
            </a:r>
            <a:endParaRPr lang="en-US" sz="4000" dirty="0"/>
          </a:p>
        </p:txBody>
      </p:sp>
      <p:sp>
        <p:nvSpPr>
          <p:cNvPr id="33" name="Shape 27"/>
          <p:cNvSpPr/>
          <p:nvPr/>
        </p:nvSpPr>
        <p:spPr>
          <a:xfrm>
            <a:off x="2331720" y="5641848"/>
            <a:ext cx="914400" cy="914"/>
          </a:xfrm>
          <a:prstGeom prst="line">
            <a:avLst/>
          </a:prstGeom>
          <a:noFill/>
          <a:ln w="31750">
            <a:solidFill>
              <a:srgbClr val="2E7D4F"/>
            </a:solidFill>
            <a:prstDash val="solid"/>
            <a:tailEnd type="triangle"/>
          </a:ln>
        </p:spPr>
      </p:sp>
      <p:sp>
        <p:nvSpPr>
          <p:cNvPr id="34" name="Text 28"/>
          <p:cNvSpPr txBox="1"/>
          <p:nvPr/>
        </p:nvSpPr>
        <p:spPr>
          <a:xfrm>
            <a:off x="3063240" y="4498848"/>
            <a:ext cx="2103120" cy="1005840"/>
          </a:xfrm>
          <a:prstGeom prst="rect">
            <a:avLst/>
          </a:prstGeom>
          <a:noFill/>
          <a:ln/>
        </p:spPr>
        <p:txBody>
          <a:bodyPr wrap="square" lIns="0" tIns="0" rIns="0" bIns="0" rtlCol="0" anchor="ctr"/>
          <a:lstStyle/>
          <a:p>
            <a:pPr algn="l" indent="0" marL="0">
              <a:spcAft>
                <a:spcPts val="200"/>
              </a:spcAft>
              <a:buNone/>
            </a:pPr>
            <a:r>
              <a:rPr lang="en-US" sz="1600" dirty="0">
                <a:solidFill>
                  <a:schemeClr val="accent3"/>
                </a:solidFill>
              </a:rPr>
              <a:t>porte </a:t>
            </a:r>
            <a:r>
              <a:rPr lang="en-US" sz="1600" b="1" dirty="0">
                <a:solidFill>
                  <a:schemeClr val="accent3"/>
                </a:solidFill>
              </a:rPr>
              <a:t>ouverte</a:t>
            </a:r>
            <a:endParaRPr lang="en-US" sz="1600" dirty="0"/>
          </a:p>
          <a:p>
            <a:pPr algn="l" indent="0" marL="0">
              <a:spcAft>
                <a:spcPts val="200"/>
              </a:spcAft>
              <a:buNone/>
            </a:pPr>
            <a:r>
              <a:rPr lang="en-US" sz="1600" dirty="0">
                <a:solidFill>
                  <a:schemeClr val="accent3"/>
                </a:solidFill>
              </a:rPr>
              <a:t>→ son </a:t>
            </a:r>
            <a:r>
              <a:rPr lang="en-US" sz="1600" b="1" dirty="0">
                <a:solidFill>
                  <a:schemeClr val="accent3"/>
                </a:solidFill>
              </a:rPr>
              <a:t>long</a:t>
            </a:r>
            <a:r>
              <a:rPr lang="en-US" sz="1600" dirty="0">
                <a:solidFill>
                  <a:schemeClr val="accent3"/>
                </a:solidFill>
              </a:rPr>
              <a:t> avec un seul </a:t>
            </a:r>
            <a:r>
              <a:rPr lang="en-US" sz="1600" i="1" dirty="0">
                <a:solidFill>
                  <a:schemeClr val="accent3"/>
                </a:solidFill>
              </a:rPr>
              <a:t>a</a:t>
            </a:r>
            <a:endParaRPr lang="en-US" sz="1600" dirty="0"/>
          </a:p>
        </p:txBody>
      </p:sp>
      <p:sp>
        <p:nvSpPr>
          <p:cNvPr id="35" name="Text 29"/>
          <p:cNvSpPr txBox="1"/>
          <p:nvPr/>
        </p:nvSpPr>
        <p:spPr>
          <a:xfrm>
            <a:off x="548640" y="5779008"/>
            <a:ext cx="4617720" cy="292608"/>
          </a:xfrm>
          <a:prstGeom prst="rect">
            <a:avLst/>
          </a:prstGeom>
          <a:noFill/>
          <a:ln/>
        </p:spPr>
        <p:txBody>
          <a:bodyPr wrap="square" lIns="0" tIns="0" rIns="0" bIns="0" rtlCol="0" anchor="t"/>
          <a:lstStyle/>
          <a:p>
            <a:pPr algn="ctr" indent="0" marL="0">
              <a:buNone/>
            </a:pPr>
            <a:r>
              <a:rPr lang="en-US" sz="1400" i="1" dirty="0">
                <a:solidFill>
                  <a:schemeClr val="accent5"/>
                </a:solidFill>
              </a:rPr>
              <a:t>la voyelle est en fin de mot</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40680" y="1554480"/>
          <a:ext cx="6199632" cy="914400"/>
        </p:xfrm>
        <a:graphic>
          <a:graphicData uri="http://schemas.openxmlformats.org/drawingml/2006/table">
            <a:tbl>
              <a:tblPr/>
              <a:tblGrid>
                <a:gridCol w="2286000"/>
                <a:gridCol w="1051560"/>
                <a:gridCol w="1417320"/>
                <a:gridCol w="1444752"/>
              </a:tblGrid>
              <a:tr h="502920">
                <a:tc>
                  <a:txBody>
                    <a:bodyPr/>
                    <a:lstStyle/>
                    <a:p>
                      <a:endParaRPr/>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ctr" indent="0" marL="0">
                        <a:buNone/>
                      </a:pPr>
                      <a:r>
                        <a:rPr lang="en-US" sz="1500" b="1" dirty="0">
                          <a:solidFill>
                            <a:srgbClr val="FFFFFF"/>
                          </a:solidFill>
                        </a:rPr>
                        <a:t>ik</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ctr" indent="0" marL="0">
                        <a:buNone/>
                      </a:pPr>
                      <a:r>
                        <a:rPr lang="en-US" sz="1500" b="1" dirty="0">
                          <a:solidFill>
                            <a:srgbClr val="FFFFFF"/>
                          </a:solidFill>
                        </a:rPr>
                        <a:t>jij · u · hij</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ctr" indent="0" marL="0">
                        <a:buNone/>
                      </a:pPr>
                      <a:r>
                        <a:rPr lang="en-US" sz="1500" b="1" dirty="0">
                          <a:solidFill>
                            <a:srgbClr val="FFFFFF"/>
                          </a:solidFill>
                        </a:rPr>
                        <a:t>wij · jullie · zij</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731520">
                <a:tc>
                  <a:txBody>
                    <a:bodyPr/>
                    <a:lstStyle/>
                    <a:p>
                      <a:pPr algn="l" indent="0" marL="0">
                        <a:buNone/>
                      </a:pPr>
                      <a:r>
                        <a:rPr lang="en-US" sz="2000" b="1" dirty="0">
                          <a:solidFill>
                            <a:schemeClr val="tx1"/>
                          </a:solidFill>
                        </a:rPr>
                        <a:t>gaan</a:t>
                      </a:r>
                      <a:r>
                        <a:rPr lang="en-US" sz="2000" dirty="0">
                          <a:solidFill>
                            <a:schemeClr val="tx1"/>
                          </a:solidFill>
                        </a:rPr>
                        <a:t> </a:t>
                      </a:r>
                      <a:r>
                        <a:rPr lang="en-US" sz="2000" i="1" dirty="0">
                          <a:solidFill>
                            <a:schemeClr val="tx1"/>
                          </a:solidFill>
                        </a:rPr>
                        <a:t>(aller)</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2000" b="1" dirty="0">
                          <a:solidFill>
                            <a:schemeClr val="tx1"/>
                          </a:solidFill>
                        </a:rPr>
                        <a:t>ga</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2000" b="1" dirty="0">
                          <a:solidFill>
                            <a:schemeClr val="tx1"/>
                          </a:solidFill>
                        </a:rPr>
                        <a:t>ga</a:t>
                      </a:r>
                      <a:r>
                        <a:rPr lang="en-US" sz="2000" b="1" dirty="0">
                          <a:solidFill>
                            <a:schemeClr val="accent1"/>
                          </a:solidFill>
                        </a:rPr>
                        <a:t>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b="1" dirty="0">
                          <a:solidFill>
                            <a:schemeClr val="tx1"/>
                          </a:solidFill>
                        </a:rPr>
                        <a:t>gaan</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E7ED"/>
                    </a:solidFill>
                  </a:tcPr>
                </a:tc>
              </a:tr>
              <a:tr h="731520">
                <a:tc>
                  <a:txBody>
                    <a:bodyPr/>
                    <a:lstStyle/>
                    <a:p>
                      <a:pPr algn="l" indent="0" marL="0">
                        <a:buNone/>
                      </a:pPr>
                      <a:r>
                        <a:rPr lang="en-US" sz="2000" b="1" dirty="0">
                          <a:solidFill>
                            <a:schemeClr val="tx1"/>
                          </a:solidFill>
                        </a:rPr>
                        <a:t>staan</a:t>
                      </a:r>
                      <a:r>
                        <a:rPr lang="en-US" sz="2000" dirty="0">
                          <a:solidFill>
                            <a:schemeClr val="tx1"/>
                          </a:solidFill>
                        </a:rPr>
                        <a:t> </a:t>
                      </a:r>
                      <a:r>
                        <a:rPr lang="en-US" sz="2000" i="1" dirty="0">
                          <a:solidFill>
                            <a:schemeClr val="tx1"/>
                          </a:solidFill>
                        </a:rPr>
                        <a:t>(être debout)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2000" b="1" dirty="0">
                          <a:solidFill>
                            <a:schemeClr val="tx1"/>
                          </a:solidFill>
                        </a:rPr>
                        <a:t>sta</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2000" b="1" dirty="0">
                          <a:solidFill>
                            <a:schemeClr val="tx1"/>
                          </a:solidFill>
                        </a:rPr>
                        <a:t>sta</a:t>
                      </a:r>
                      <a:r>
                        <a:rPr lang="en-US" sz="2000" b="1" dirty="0">
                          <a:solidFill>
                            <a:schemeClr val="accent1"/>
                          </a:solidFill>
                        </a:rPr>
                        <a:t>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b="1" dirty="0">
                          <a:solidFill>
                            <a:schemeClr val="tx1"/>
                          </a:solidFill>
                        </a:rPr>
                        <a:t>staan</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E7ED"/>
                    </a:solidFill>
                  </a:tcPr>
                </a:tc>
              </a:tr>
              <a:tr h="731520">
                <a:tc>
                  <a:txBody>
                    <a:bodyPr/>
                    <a:lstStyle/>
                    <a:p>
                      <a:pPr algn="l" indent="0" marL="0">
                        <a:buNone/>
                      </a:pPr>
                      <a:r>
                        <a:rPr lang="en-US" sz="2000" b="1" dirty="0">
                          <a:solidFill>
                            <a:schemeClr val="tx1"/>
                          </a:solidFill>
                        </a:rPr>
                        <a:t>slaan</a:t>
                      </a:r>
                      <a:r>
                        <a:rPr lang="en-US" sz="2000" dirty="0">
                          <a:solidFill>
                            <a:schemeClr val="tx1"/>
                          </a:solidFill>
                        </a:rPr>
                        <a:t> </a:t>
                      </a:r>
                      <a:r>
                        <a:rPr lang="en-US" sz="2000" i="1" dirty="0">
                          <a:solidFill>
                            <a:schemeClr val="tx1"/>
                          </a:solidFill>
                        </a:rPr>
                        <a:t>(frapper)</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2000" b="1" dirty="0">
                          <a:solidFill>
                            <a:schemeClr val="tx1"/>
                          </a:solidFill>
                        </a:rPr>
                        <a:t>sla</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2000" b="1" dirty="0">
                          <a:solidFill>
                            <a:schemeClr val="tx1"/>
                          </a:solidFill>
                        </a:rPr>
                        <a:t>sla</a:t>
                      </a:r>
                      <a:r>
                        <a:rPr lang="en-US" sz="2000" b="1" dirty="0">
                          <a:solidFill>
                            <a:schemeClr val="accent1"/>
                          </a:solidFill>
                        </a:rPr>
                        <a:t>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b="1" dirty="0">
                          <a:solidFill>
                            <a:schemeClr val="tx1"/>
                          </a:solidFill>
                        </a:rPr>
                        <a:t>slaan</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E7ED"/>
                    </a:solidFill>
                  </a:tcPr>
                </a:tc>
              </a:tr>
              <a:tr h="731520">
                <a:tc>
                  <a:txBody>
                    <a:bodyPr/>
                    <a:lstStyle/>
                    <a:p>
                      <a:pPr algn="l" indent="0" marL="0">
                        <a:buNone/>
                      </a:pPr>
                      <a:r>
                        <a:rPr lang="en-US" sz="2000" b="1" dirty="0">
                          <a:solidFill>
                            <a:schemeClr val="tx1"/>
                          </a:solidFill>
                        </a:rPr>
                        <a:t>zien</a:t>
                      </a:r>
                      <a:r>
                        <a:rPr lang="en-US" sz="2000" dirty="0">
                          <a:solidFill>
                            <a:schemeClr val="tx1"/>
                          </a:solidFill>
                        </a:rPr>
                        <a:t> </a:t>
                      </a:r>
                      <a:r>
                        <a:rPr lang="en-US" sz="2000" i="1" dirty="0">
                          <a:solidFill>
                            <a:schemeClr val="tx1"/>
                          </a:solidFill>
                        </a:rPr>
                        <a:t>(voir)</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2000" b="1" dirty="0">
                          <a:solidFill>
                            <a:schemeClr val="tx1"/>
                          </a:solidFill>
                        </a:rPr>
                        <a:t>zie</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2000" b="1" dirty="0">
                          <a:solidFill>
                            <a:schemeClr val="tx1"/>
                          </a:solidFill>
                        </a:rPr>
                        <a:t>zie</a:t>
                      </a:r>
                      <a:r>
                        <a:rPr lang="en-US" sz="2000" b="1" dirty="0">
                          <a:solidFill>
                            <a:schemeClr val="accent1"/>
                          </a:solidFill>
                        </a:rPr>
                        <a:t>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b="1" dirty="0">
                          <a:solidFill>
                            <a:schemeClr val="tx1"/>
                          </a:solidFill>
                        </a:rPr>
                        <a:t>zien</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E7ED"/>
                    </a:solidFill>
                  </a:tcPr>
                </a:tc>
              </a:tr>
              <a:tr h="731520">
                <a:tc>
                  <a:txBody>
                    <a:bodyPr/>
                    <a:lstStyle/>
                    <a:p>
                      <a:pPr algn="l" indent="0" marL="0">
                        <a:buNone/>
                      </a:pPr>
                      <a:r>
                        <a:rPr lang="en-US" sz="2000" b="1" dirty="0">
                          <a:solidFill>
                            <a:schemeClr val="tx1"/>
                          </a:solidFill>
                        </a:rPr>
                        <a:t>doen</a:t>
                      </a:r>
                      <a:r>
                        <a:rPr lang="en-US" sz="2000" dirty="0">
                          <a:solidFill>
                            <a:schemeClr val="tx1"/>
                          </a:solidFill>
                        </a:rPr>
                        <a:t> </a:t>
                      </a:r>
                      <a:r>
                        <a:rPr lang="en-US" sz="2000" i="1" dirty="0">
                          <a:solidFill>
                            <a:schemeClr val="tx1"/>
                          </a:solidFill>
                        </a:rPr>
                        <a:t>(faire)</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2000" b="1" dirty="0">
                          <a:solidFill>
                            <a:schemeClr val="tx1"/>
                          </a:solidFill>
                        </a:rPr>
                        <a:t>doe</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2000" b="1" dirty="0">
                          <a:solidFill>
                            <a:schemeClr val="tx1"/>
                          </a:solidFill>
                        </a:rPr>
                        <a:t>doe</a:t>
                      </a:r>
                      <a:r>
                        <a:rPr lang="en-US" sz="2000" b="1" dirty="0">
                          <a:solidFill>
                            <a:schemeClr val="accent1"/>
                          </a:solidFill>
                        </a:rPr>
                        <a:t>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b="1" dirty="0">
                          <a:solidFill>
                            <a:schemeClr val="tx1"/>
                          </a:solidFill>
                        </a:rPr>
                        <a:t>doen</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E7ED"/>
                    </a:solidFill>
                  </a:tcPr>
                </a:tc>
              </a:tr>
            </a:tbl>
          </a:graphicData>
        </a:graphic>
      </p:graphicFrame>
      <p:sp>
        <p:nvSpPr>
          <p:cNvPr id="37" name="Text 30"/>
          <p:cNvSpPr txBox="1"/>
          <p:nvPr/>
        </p:nvSpPr>
        <p:spPr>
          <a:xfrm>
            <a:off x="5440680" y="5806440"/>
            <a:ext cx="6199632" cy="457200"/>
          </a:xfrm>
          <a:prstGeom prst="rect">
            <a:avLst/>
          </a:prstGeom>
          <a:noFill/>
          <a:ln/>
        </p:spPr>
        <p:txBody>
          <a:bodyPr wrap="square" lIns="0" tIns="0" rIns="0" bIns="0" rtlCol="0" anchor="ctr"/>
          <a:lstStyle/>
          <a:p>
            <a:pPr algn="l" indent="0" marL="0">
              <a:buNone/>
            </a:pPr>
            <a:r>
              <a:rPr lang="en-US" sz="1400" i="1" dirty="0">
                <a:solidFill>
                  <a:schemeClr val="accent5"/>
                </a:solidFill>
              </a:rPr>
              <a:t>Les 3 bandes de la carte : </a:t>
            </a:r>
            <a:r>
              <a:rPr lang="en-US" sz="1400" i="1" dirty="0">
                <a:solidFill>
                  <a:schemeClr val="accent5"/>
                </a:solidFill>
              </a:rPr>
              <a:t>ik</a:t>
            </a:r>
            <a:r>
              <a:rPr lang="en-US" sz="1400" i="1" dirty="0">
                <a:solidFill>
                  <a:schemeClr val="accent5"/>
                </a:solidFill>
              </a:rPr>
              <a:t> = radical · </a:t>
            </a:r>
            <a:r>
              <a:rPr lang="en-US" sz="1400" i="1" dirty="0">
                <a:solidFill>
                  <a:schemeClr val="accent5"/>
                </a:solidFill>
              </a:rPr>
              <a:t>jij, u, hij</a:t>
            </a:r>
            <a:r>
              <a:rPr lang="en-US" sz="1400" i="1" dirty="0">
                <a:solidFill>
                  <a:schemeClr val="accent5"/>
                </a:solidFill>
              </a:rPr>
              <a:t> = radical + </a:t>
            </a:r>
            <a:r>
              <a:rPr lang="en-US" sz="1400" b="1" i="1" dirty="0">
                <a:solidFill>
                  <a:schemeClr val="accent1"/>
                </a:solidFill>
              </a:rPr>
              <a:t>t</a:t>
            </a:r>
            <a:r>
              <a:rPr lang="en-US" sz="1400" i="1" dirty="0">
                <a:solidFill>
                  <a:schemeClr val="accent5"/>
                </a:solidFill>
              </a:rPr>
              <a:t> · pluriel = infinitif</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 galerie des 5 verbes (archive corrigée)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783080"/>
            <a:ext cx="2072030" cy="4480560"/>
          </a:xfrm>
          <a:prstGeom prst="roundRect">
            <a:avLst>
              <a:gd name="adj" fmla="val 3530"/>
            </a:avLst>
          </a:prstGeom>
          <a:solidFill>
            <a:srgbClr val="FFFFFF"/>
          </a:solidFill>
          <a:ln w="12700">
            <a:solidFill>
              <a:srgbClr val="D5DCE6"/>
            </a:solidFill>
            <a:prstDash val="solid"/>
          </a:ln>
        </p:spPr>
      </p:sp>
      <p:sp>
        <p:nvSpPr>
          <p:cNvPr id="6" name="Shape 3"/>
          <p:cNvSpPr/>
          <p:nvPr/>
        </p:nvSpPr>
        <p:spPr>
          <a:xfrm>
            <a:off x="777240" y="1536192"/>
            <a:ext cx="1614830" cy="502920"/>
          </a:xfrm>
          <a:prstGeom prst="roundRect">
            <a:avLst>
              <a:gd name="adj" fmla="val 5455"/>
            </a:avLst>
          </a:prstGeom>
          <a:solidFill>
            <a:srgbClr val="FFE27A"/>
          </a:solidFill>
          <a:ln w="9525">
            <a:solidFill>
              <a:srgbClr val="E3C65A"/>
            </a:solidFill>
            <a:prstDash val="solid"/>
          </a:ln>
          <a:effectLst>
            <a:outerShdw sx="100000" sy="100000" kx="0" ky="0" algn="bl" rotWithShape="0" blurRad="101600" dist="25400" dir="3600000">
              <a:srgbClr val="000000">
                <a:alpha val="16000"/>
              </a:srgbClr>
            </a:outerShdw>
          </a:effectLst>
        </p:spPr>
      </p:sp>
      <p:sp>
        <p:nvSpPr>
          <p:cNvPr id="7" name="Text 4"/>
          <p:cNvSpPr txBox="1"/>
          <p:nvPr/>
        </p:nvSpPr>
        <p:spPr>
          <a:xfrm>
            <a:off x="777240" y="1536192"/>
            <a:ext cx="1614830" cy="502920"/>
          </a:xfrm>
          <a:prstGeom prst="rect">
            <a:avLst/>
          </a:prstGeom>
          <a:noFill/>
          <a:ln/>
        </p:spPr>
        <p:txBody>
          <a:bodyPr wrap="square" lIns="0" tIns="0" rIns="0" bIns="0" rtlCol="0" anchor="ctr"/>
          <a:lstStyle/>
          <a:p>
            <a:pPr algn="ctr" indent="0" marL="0">
              <a:buNone/>
            </a:pPr>
            <a:r>
              <a:rPr lang="en-US" sz="2100" b="1" dirty="0">
                <a:solidFill>
                  <a:schemeClr val="tx1"/>
                </a:solidFill>
                <a:latin typeface="+mj-lt" pitchFamily="34" charset="0"/>
                <a:ea typeface="+mj-lt" pitchFamily="34" charset="-122"/>
                <a:cs typeface="+mj-lt" pitchFamily="34" charset="-120"/>
              </a:rPr>
              <a:t>slaan</a:t>
            </a:r>
            <a:endParaRPr lang="en-US" sz="2100" dirty="0"/>
          </a:p>
        </p:txBody>
      </p:sp>
      <p:pic>
        <p:nvPicPr>
          <p:cNvPr id="8" name="Image 0" descr="oncoming fist">    </p:cNvPr>
          <p:cNvPicPr>
            <a:picLocks noChangeAspect="1"/>
          </p:cNvPicPr>
          <p:nvPr/>
        </p:nvPicPr>
        <p:blipFill>
          <a:blip r:embed="rId1"/>
          <a:stretch>
            <a:fillRect/>
          </a:stretch>
        </p:blipFill>
        <p:spPr>
          <a:xfrm>
            <a:off x="1118311" y="2066544"/>
            <a:ext cx="932688" cy="932688"/>
          </a:xfrm>
          <a:prstGeom prst="rect">
            <a:avLst/>
          </a:prstGeom>
        </p:spPr>
      </p:pic>
      <p:sp>
        <p:nvSpPr>
          <p:cNvPr id="9" name="Text 5"/>
          <p:cNvSpPr/>
          <p:nvPr/>
        </p:nvSpPr>
        <p:spPr>
          <a:xfrm>
            <a:off x="944575" y="3035808"/>
            <a:ext cx="1280160" cy="292608"/>
          </a:xfrm>
          <a:prstGeom prst="roundRect">
            <a:avLst>
              <a:gd name="adj" fmla="val 15625"/>
            </a:avLst>
          </a:prstGeom>
          <a:solidFill>
            <a:srgbClr val="4A5A70"/>
          </a:solidFill>
          <a:ln/>
        </p:spPr>
        <p:txBody>
          <a:bodyPr wrap="square" lIns="0" tIns="0" rIns="0" bIns="0" rtlCol="0" anchor="ctr"/>
          <a:lstStyle/>
          <a:p>
            <a:pPr algn="ctr" indent="0" marL="0">
              <a:buNone/>
            </a:pPr>
            <a:r>
              <a:rPr lang="en-US" sz="1200" b="1" dirty="0">
                <a:solidFill>
                  <a:srgbClr val="FFFFFF"/>
                </a:solidFill>
              </a:rPr>
              <a:t>verbe court</a:t>
            </a:r>
            <a:endParaRPr lang="en-US" sz="1200" dirty="0"/>
          </a:p>
        </p:txBody>
      </p:sp>
      <p:sp>
        <p:nvSpPr>
          <p:cNvPr id="10" name="Text 6"/>
          <p:cNvSpPr txBox="1"/>
          <p:nvPr/>
        </p:nvSpPr>
        <p:spPr>
          <a:xfrm>
            <a:off x="594360" y="3456432"/>
            <a:ext cx="1980590" cy="466344"/>
          </a:xfrm>
          <a:prstGeom prst="rect">
            <a:avLst/>
          </a:prstGeom>
          <a:noFill/>
          <a:ln/>
        </p:spPr>
        <p:txBody>
          <a:bodyPr wrap="square" lIns="0" tIns="0" rIns="0" bIns="0" rtlCol="0" anchor="ctr"/>
          <a:lstStyle/>
          <a:p>
            <a:pPr algn="ctr" indent="0" marL="0">
              <a:buNone/>
            </a:pPr>
            <a:r>
              <a:rPr lang="en-US" sz="1900" dirty="0">
                <a:solidFill>
                  <a:schemeClr val="tx1"/>
                </a:solidFill>
              </a:rPr>
              <a:t>ik sla</a:t>
            </a:r>
            <a:endParaRPr lang="en-US" sz="1900" dirty="0"/>
          </a:p>
        </p:txBody>
      </p:sp>
      <p:sp>
        <p:nvSpPr>
          <p:cNvPr id="11" name="Shape 7"/>
          <p:cNvSpPr/>
          <p:nvPr/>
        </p:nvSpPr>
        <p:spPr>
          <a:xfrm>
            <a:off x="658368" y="3922776"/>
            <a:ext cx="1852574" cy="914"/>
          </a:xfrm>
          <a:prstGeom prst="line">
            <a:avLst/>
          </a:prstGeom>
          <a:noFill/>
          <a:ln w="9525">
            <a:solidFill>
              <a:srgbClr val="D5DCE6"/>
            </a:solidFill>
            <a:prstDash val="solid"/>
          </a:ln>
        </p:spPr>
      </p:sp>
      <p:sp>
        <p:nvSpPr>
          <p:cNvPr id="12" name="Text 8"/>
          <p:cNvSpPr txBox="1"/>
          <p:nvPr/>
        </p:nvSpPr>
        <p:spPr>
          <a:xfrm>
            <a:off x="594360" y="3922776"/>
            <a:ext cx="1980590" cy="466344"/>
          </a:xfrm>
          <a:prstGeom prst="rect">
            <a:avLst/>
          </a:prstGeom>
          <a:noFill/>
          <a:ln/>
        </p:spPr>
        <p:txBody>
          <a:bodyPr wrap="square" lIns="0" tIns="0" rIns="0" bIns="0" rtlCol="0" anchor="ctr"/>
          <a:lstStyle/>
          <a:p>
            <a:pPr algn="ctr" indent="0" marL="0">
              <a:buNone/>
            </a:pPr>
            <a:r>
              <a:rPr lang="en-US" sz="1900" dirty="0">
                <a:solidFill>
                  <a:schemeClr val="tx1"/>
                </a:solidFill>
              </a:rPr>
              <a:t>jij slaa</a:t>
            </a:r>
            <a:r>
              <a:rPr lang="en-US" sz="1900" b="1" dirty="0">
                <a:solidFill>
                  <a:schemeClr val="accent1"/>
                </a:solidFill>
              </a:rPr>
              <a:t>t</a:t>
            </a:r>
            <a:endParaRPr lang="en-US" sz="1900" dirty="0"/>
          </a:p>
        </p:txBody>
      </p:sp>
      <p:sp>
        <p:nvSpPr>
          <p:cNvPr id="13" name="Shape 9"/>
          <p:cNvSpPr/>
          <p:nvPr/>
        </p:nvSpPr>
        <p:spPr>
          <a:xfrm>
            <a:off x="603504" y="4416552"/>
            <a:ext cx="1962302" cy="411480"/>
          </a:xfrm>
          <a:prstGeom prst="roundRect">
            <a:avLst>
              <a:gd name="adj" fmla="val 8889"/>
            </a:avLst>
          </a:prstGeom>
          <a:solidFill>
            <a:srgbClr val="FBEDEC"/>
          </a:solidFill>
          <a:ln w="12700">
            <a:solidFill>
              <a:srgbClr val="FFFFFF">
                <a:alpha val="0"/>
              </a:srgbClr>
            </a:solidFill>
            <a:prstDash val="solid"/>
          </a:ln>
        </p:spPr>
      </p:sp>
      <p:sp>
        <p:nvSpPr>
          <p:cNvPr id="14" name="Shape 10"/>
          <p:cNvSpPr/>
          <p:nvPr/>
        </p:nvSpPr>
        <p:spPr>
          <a:xfrm>
            <a:off x="658368" y="4389120"/>
            <a:ext cx="1852574" cy="914"/>
          </a:xfrm>
          <a:prstGeom prst="line">
            <a:avLst/>
          </a:prstGeom>
          <a:noFill/>
          <a:ln w="9525">
            <a:solidFill>
              <a:srgbClr val="D5DCE6"/>
            </a:solidFill>
            <a:prstDash val="solid"/>
          </a:ln>
        </p:spPr>
      </p:sp>
      <p:sp>
        <p:nvSpPr>
          <p:cNvPr id="15" name="Text 11"/>
          <p:cNvSpPr txBox="1"/>
          <p:nvPr/>
        </p:nvSpPr>
        <p:spPr>
          <a:xfrm>
            <a:off x="594360" y="4389120"/>
            <a:ext cx="1980590" cy="466344"/>
          </a:xfrm>
          <a:prstGeom prst="rect">
            <a:avLst/>
          </a:prstGeom>
          <a:noFill/>
          <a:ln/>
        </p:spPr>
        <p:txBody>
          <a:bodyPr wrap="square" lIns="0" tIns="0" rIns="0" bIns="0" rtlCol="0" anchor="ctr"/>
          <a:lstStyle/>
          <a:p>
            <a:pPr algn="ctr" indent="0" marL="0">
              <a:buNone/>
            </a:pPr>
            <a:r>
              <a:rPr lang="en-US" sz="1900" b="1" dirty="0">
                <a:solidFill>
                  <a:schemeClr val="accent6"/>
                </a:solidFill>
              </a:rPr>
              <a:t>Sla je?</a:t>
            </a:r>
            <a:endParaRPr lang="en-US" sz="1900" dirty="0"/>
          </a:p>
        </p:txBody>
      </p:sp>
      <p:sp>
        <p:nvSpPr>
          <p:cNvPr id="16" name="Shape 12"/>
          <p:cNvSpPr/>
          <p:nvPr/>
        </p:nvSpPr>
        <p:spPr>
          <a:xfrm>
            <a:off x="658368" y="4855464"/>
            <a:ext cx="1852574" cy="914"/>
          </a:xfrm>
          <a:prstGeom prst="line">
            <a:avLst/>
          </a:prstGeom>
          <a:noFill/>
          <a:ln w="9525">
            <a:solidFill>
              <a:srgbClr val="D5DCE6"/>
            </a:solidFill>
            <a:prstDash val="solid"/>
          </a:ln>
        </p:spPr>
      </p:sp>
      <p:sp>
        <p:nvSpPr>
          <p:cNvPr id="17" name="Text 13"/>
          <p:cNvSpPr txBox="1"/>
          <p:nvPr/>
        </p:nvSpPr>
        <p:spPr>
          <a:xfrm>
            <a:off x="594360" y="4855464"/>
            <a:ext cx="1980590" cy="466344"/>
          </a:xfrm>
          <a:prstGeom prst="rect">
            <a:avLst/>
          </a:prstGeom>
          <a:noFill/>
          <a:ln/>
        </p:spPr>
        <p:txBody>
          <a:bodyPr wrap="square" lIns="0" tIns="0" rIns="0" bIns="0" rtlCol="0" anchor="ctr"/>
          <a:lstStyle/>
          <a:p>
            <a:pPr algn="ctr" indent="0" marL="0">
              <a:buNone/>
            </a:pPr>
            <a:r>
              <a:rPr lang="en-US" sz="1900" dirty="0">
                <a:solidFill>
                  <a:schemeClr val="tx1"/>
                </a:solidFill>
              </a:rPr>
              <a:t>hij slaa</a:t>
            </a:r>
            <a:r>
              <a:rPr lang="en-US" sz="1900" b="1" dirty="0">
                <a:solidFill>
                  <a:schemeClr val="accent1"/>
                </a:solidFill>
              </a:rPr>
              <a:t>t</a:t>
            </a:r>
            <a:endParaRPr lang="en-US" sz="1900" dirty="0"/>
          </a:p>
        </p:txBody>
      </p:sp>
      <p:sp>
        <p:nvSpPr>
          <p:cNvPr id="18" name="Shape 14"/>
          <p:cNvSpPr/>
          <p:nvPr/>
        </p:nvSpPr>
        <p:spPr>
          <a:xfrm>
            <a:off x="603504" y="5349240"/>
            <a:ext cx="1962302" cy="411480"/>
          </a:xfrm>
          <a:prstGeom prst="roundRect">
            <a:avLst>
              <a:gd name="adj" fmla="val 8889"/>
            </a:avLst>
          </a:prstGeom>
          <a:solidFill>
            <a:srgbClr val="FBEDEC"/>
          </a:solidFill>
          <a:ln w="12700">
            <a:solidFill>
              <a:srgbClr val="FFFFFF">
                <a:alpha val="0"/>
              </a:srgbClr>
            </a:solidFill>
            <a:prstDash val="solid"/>
          </a:ln>
        </p:spPr>
      </p:sp>
      <p:sp>
        <p:nvSpPr>
          <p:cNvPr id="19" name="Shape 15"/>
          <p:cNvSpPr/>
          <p:nvPr/>
        </p:nvSpPr>
        <p:spPr>
          <a:xfrm>
            <a:off x="658368" y="5321808"/>
            <a:ext cx="1852574" cy="914"/>
          </a:xfrm>
          <a:prstGeom prst="line">
            <a:avLst/>
          </a:prstGeom>
          <a:noFill/>
          <a:ln w="9525">
            <a:solidFill>
              <a:srgbClr val="D5DCE6"/>
            </a:solidFill>
            <a:prstDash val="solid"/>
          </a:ln>
        </p:spPr>
      </p:sp>
      <p:sp>
        <p:nvSpPr>
          <p:cNvPr id="20" name="Text 16"/>
          <p:cNvSpPr txBox="1"/>
          <p:nvPr/>
        </p:nvSpPr>
        <p:spPr>
          <a:xfrm>
            <a:off x="594360" y="5321808"/>
            <a:ext cx="1980590" cy="466344"/>
          </a:xfrm>
          <a:prstGeom prst="rect">
            <a:avLst/>
          </a:prstGeom>
          <a:noFill/>
          <a:ln/>
        </p:spPr>
        <p:txBody>
          <a:bodyPr wrap="square" lIns="0" tIns="0" rIns="0" bIns="0" rtlCol="0" anchor="ctr"/>
          <a:lstStyle/>
          <a:p>
            <a:pPr algn="ctr" indent="0" marL="0">
              <a:buNone/>
            </a:pPr>
            <a:r>
              <a:rPr lang="en-US" sz="1900" b="1" dirty="0">
                <a:solidFill>
                  <a:schemeClr val="accent6"/>
                </a:solidFill>
              </a:rPr>
              <a:t>Slaat u?</a:t>
            </a:r>
            <a:endParaRPr lang="en-US" sz="1900" dirty="0"/>
          </a:p>
        </p:txBody>
      </p:sp>
      <p:sp>
        <p:nvSpPr>
          <p:cNvPr id="21" name="Shape 17"/>
          <p:cNvSpPr/>
          <p:nvPr/>
        </p:nvSpPr>
        <p:spPr>
          <a:xfrm>
            <a:off x="658368" y="5788152"/>
            <a:ext cx="1852574" cy="914"/>
          </a:xfrm>
          <a:prstGeom prst="line">
            <a:avLst/>
          </a:prstGeom>
          <a:noFill/>
          <a:ln w="9525">
            <a:solidFill>
              <a:srgbClr val="D5DCE6"/>
            </a:solidFill>
            <a:prstDash val="solid"/>
          </a:ln>
        </p:spPr>
      </p:sp>
      <p:sp>
        <p:nvSpPr>
          <p:cNvPr id="22" name="Text 18"/>
          <p:cNvSpPr txBox="1"/>
          <p:nvPr/>
        </p:nvSpPr>
        <p:spPr>
          <a:xfrm>
            <a:off x="594360" y="5788152"/>
            <a:ext cx="1980590" cy="466344"/>
          </a:xfrm>
          <a:prstGeom prst="rect">
            <a:avLst/>
          </a:prstGeom>
          <a:noFill/>
          <a:ln/>
        </p:spPr>
        <p:txBody>
          <a:bodyPr wrap="square" lIns="0" tIns="0" rIns="0" bIns="0" rtlCol="0" anchor="ctr"/>
          <a:lstStyle/>
          <a:p>
            <a:pPr algn="ctr" indent="0" marL="0">
              <a:buNone/>
            </a:pPr>
            <a:r>
              <a:rPr lang="en-US" sz="1900" dirty="0">
                <a:solidFill>
                  <a:schemeClr val="tx1"/>
                </a:solidFill>
              </a:rPr>
              <a:t>wij slaan</a:t>
            </a:r>
            <a:endParaRPr lang="en-US" sz="1900" dirty="0"/>
          </a:p>
        </p:txBody>
      </p:sp>
      <p:sp>
        <p:nvSpPr>
          <p:cNvPr id="23" name="Shape 19"/>
          <p:cNvSpPr/>
          <p:nvPr/>
        </p:nvSpPr>
        <p:spPr>
          <a:xfrm>
            <a:off x="2803550" y="1783080"/>
            <a:ext cx="2072030" cy="4480560"/>
          </a:xfrm>
          <a:prstGeom prst="roundRect">
            <a:avLst>
              <a:gd name="adj" fmla="val 3530"/>
            </a:avLst>
          </a:prstGeom>
          <a:solidFill>
            <a:srgbClr val="FFFFFF"/>
          </a:solidFill>
          <a:ln w="12700">
            <a:solidFill>
              <a:srgbClr val="D5DCE6"/>
            </a:solidFill>
            <a:prstDash val="solid"/>
          </a:ln>
        </p:spPr>
      </p:sp>
      <p:sp>
        <p:nvSpPr>
          <p:cNvPr id="24" name="Shape 20"/>
          <p:cNvSpPr/>
          <p:nvPr/>
        </p:nvSpPr>
        <p:spPr>
          <a:xfrm>
            <a:off x="3032150" y="1536192"/>
            <a:ext cx="1614830" cy="502920"/>
          </a:xfrm>
          <a:prstGeom prst="roundRect">
            <a:avLst>
              <a:gd name="adj" fmla="val 5455"/>
            </a:avLst>
          </a:prstGeom>
          <a:solidFill>
            <a:srgbClr val="FFE27A"/>
          </a:solidFill>
          <a:ln w="9525">
            <a:solidFill>
              <a:srgbClr val="E3C65A"/>
            </a:solidFill>
            <a:prstDash val="solid"/>
          </a:ln>
          <a:effectLst>
            <a:outerShdw sx="100000" sy="100000" kx="0" ky="0" algn="bl" rotWithShape="0" blurRad="101600" dist="25400" dir="3600000">
              <a:srgbClr val="000000">
                <a:alpha val="16000"/>
              </a:srgbClr>
            </a:outerShdw>
          </a:effectLst>
        </p:spPr>
      </p:sp>
      <p:sp>
        <p:nvSpPr>
          <p:cNvPr id="25" name="Text 21"/>
          <p:cNvSpPr txBox="1"/>
          <p:nvPr/>
        </p:nvSpPr>
        <p:spPr>
          <a:xfrm>
            <a:off x="3032150" y="1536192"/>
            <a:ext cx="1614830" cy="502920"/>
          </a:xfrm>
          <a:prstGeom prst="rect">
            <a:avLst/>
          </a:prstGeom>
          <a:noFill/>
          <a:ln/>
        </p:spPr>
        <p:txBody>
          <a:bodyPr wrap="square" lIns="0" tIns="0" rIns="0" bIns="0" rtlCol="0" anchor="ctr"/>
          <a:lstStyle/>
          <a:p>
            <a:pPr algn="ctr" indent="0" marL="0">
              <a:buNone/>
            </a:pPr>
            <a:r>
              <a:rPr lang="en-US" sz="2100" b="1" dirty="0">
                <a:solidFill>
                  <a:schemeClr val="tx1"/>
                </a:solidFill>
                <a:latin typeface="+mj-lt" pitchFamily="34" charset="0"/>
                <a:ea typeface="+mj-lt" pitchFamily="34" charset="-122"/>
                <a:cs typeface="+mj-lt" pitchFamily="34" charset="-120"/>
              </a:rPr>
              <a:t>lezen</a:t>
            </a:r>
            <a:endParaRPr lang="en-US" sz="2100" dirty="0"/>
          </a:p>
        </p:txBody>
      </p:sp>
      <p:pic>
        <p:nvPicPr>
          <p:cNvPr id="26" name="Image 1" descr="open book">    </p:cNvPr>
          <p:cNvPicPr>
            <a:picLocks noChangeAspect="1"/>
          </p:cNvPicPr>
          <p:nvPr/>
        </p:nvPicPr>
        <p:blipFill>
          <a:blip r:embed="rId2"/>
          <a:stretch>
            <a:fillRect/>
          </a:stretch>
        </p:blipFill>
        <p:spPr>
          <a:xfrm>
            <a:off x="3373222" y="2066544"/>
            <a:ext cx="932688" cy="932688"/>
          </a:xfrm>
          <a:prstGeom prst="rect">
            <a:avLst/>
          </a:prstGeom>
        </p:spPr>
      </p:pic>
      <p:sp>
        <p:nvSpPr>
          <p:cNvPr id="27" name="Text 22"/>
          <p:cNvSpPr/>
          <p:nvPr/>
        </p:nvSpPr>
        <p:spPr>
          <a:xfrm>
            <a:off x="3199486" y="3035808"/>
            <a:ext cx="1280160" cy="292608"/>
          </a:xfrm>
          <a:prstGeom prst="roundRect">
            <a:avLst>
              <a:gd name="adj" fmla="val 15625"/>
            </a:avLst>
          </a:prstGeom>
          <a:solidFill>
            <a:srgbClr val="17375E"/>
          </a:solidFill>
          <a:ln/>
        </p:spPr>
        <p:txBody>
          <a:bodyPr wrap="square" lIns="0" tIns="0" rIns="0" bIns="0" rtlCol="0" anchor="ctr"/>
          <a:lstStyle/>
          <a:p>
            <a:pPr algn="ctr" indent="0" marL="0">
              <a:buNone/>
            </a:pPr>
            <a:r>
              <a:rPr lang="en-US" sz="1200" b="1" dirty="0">
                <a:solidFill>
                  <a:srgbClr val="FFFFFF"/>
                </a:solidFill>
              </a:rPr>
              <a:t>① z → s</a:t>
            </a:r>
            <a:endParaRPr lang="en-US" sz="1200" dirty="0"/>
          </a:p>
        </p:txBody>
      </p:sp>
      <p:sp>
        <p:nvSpPr>
          <p:cNvPr id="28" name="Text 23"/>
          <p:cNvSpPr txBox="1"/>
          <p:nvPr/>
        </p:nvSpPr>
        <p:spPr>
          <a:xfrm>
            <a:off x="2849270" y="3456432"/>
            <a:ext cx="1980590" cy="466344"/>
          </a:xfrm>
          <a:prstGeom prst="rect">
            <a:avLst/>
          </a:prstGeom>
          <a:noFill/>
          <a:ln/>
        </p:spPr>
        <p:txBody>
          <a:bodyPr wrap="square" lIns="0" tIns="0" rIns="0" bIns="0" rtlCol="0" anchor="ctr"/>
          <a:lstStyle/>
          <a:p>
            <a:pPr algn="ctr" indent="0" marL="0">
              <a:buNone/>
            </a:pPr>
            <a:r>
              <a:rPr lang="en-US" sz="1900" dirty="0">
                <a:solidFill>
                  <a:schemeClr val="tx1"/>
                </a:solidFill>
              </a:rPr>
              <a:t>ik lees</a:t>
            </a:r>
            <a:endParaRPr lang="en-US" sz="1900" dirty="0"/>
          </a:p>
        </p:txBody>
      </p:sp>
      <p:sp>
        <p:nvSpPr>
          <p:cNvPr id="29" name="Shape 24"/>
          <p:cNvSpPr/>
          <p:nvPr/>
        </p:nvSpPr>
        <p:spPr>
          <a:xfrm>
            <a:off x="2913278" y="3922776"/>
            <a:ext cx="1852574" cy="914"/>
          </a:xfrm>
          <a:prstGeom prst="line">
            <a:avLst/>
          </a:prstGeom>
          <a:noFill/>
          <a:ln w="9525">
            <a:solidFill>
              <a:srgbClr val="D5DCE6"/>
            </a:solidFill>
            <a:prstDash val="solid"/>
          </a:ln>
        </p:spPr>
      </p:sp>
      <p:sp>
        <p:nvSpPr>
          <p:cNvPr id="30" name="Text 25"/>
          <p:cNvSpPr txBox="1"/>
          <p:nvPr/>
        </p:nvSpPr>
        <p:spPr>
          <a:xfrm>
            <a:off x="2849270" y="3922776"/>
            <a:ext cx="1980590" cy="466344"/>
          </a:xfrm>
          <a:prstGeom prst="rect">
            <a:avLst/>
          </a:prstGeom>
          <a:noFill/>
          <a:ln/>
        </p:spPr>
        <p:txBody>
          <a:bodyPr wrap="square" lIns="0" tIns="0" rIns="0" bIns="0" rtlCol="0" anchor="ctr"/>
          <a:lstStyle/>
          <a:p>
            <a:pPr algn="ctr" indent="0" marL="0">
              <a:buNone/>
            </a:pPr>
            <a:r>
              <a:rPr lang="en-US" sz="1900" dirty="0">
                <a:solidFill>
                  <a:schemeClr val="tx1"/>
                </a:solidFill>
              </a:rPr>
              <a:t>jij lees</a:t>
            </a:r>
            <a:r>
              <a:rPr lang="en-US" sz="1900" b="1" dirty="0">
                <a:solidFill>
                  <a:schemeClr val="accent1"/>
                </a:solidFill>
              </a:rPr>
              <a:t>t</a:t>
            </a:r>
            <a:endParaRPr lang="en-US" sz="1900" dirty="0"/>
          </a:p>
        </p:txBody>
      </p:sp>
      <p:sp>
        <p:nvSpPr>
          <p:cNvPr id="31" name="Shape 26"/>
          <p:cNvSpPr/>
          <p:nvPr/>
        </p:nvSpPr>
        <p:spPr>
          <a:xfrm>
            <a:off x="2858414" y="4416552"/>
            <a:ext cx="1962302" cy="411480"/>
          </a:xfrm>
          <a:prstGeom prst="roundRect">
            <a:avLst>
              <a:gd name="adj" fmla="val 8889"/>
            </a:avLst>
          </a:prstGeom>
          <a:solidFill>
            <a:srgbClr val="FBEDEC"/>
          </a:solidFill>
          <a:ln w="12700">
            <a:solidFill>
              <a:srgbClr val="FFFFFF">
                <a:alpha val="0"/>
              </a:srgbClr>
            </a:solidFill>
            <a:prstDash val="solid"/>
          </a:ln>
        </p:spPr>
      </p:sp>
      <p:sp>
        <p:nvSpPr>
          <p:cNvPr id="32" name="Shape 27"/>
          <p:cNvSpPr/>
          <p:nvPr/>
        </p:nvSpPr>
        <p:spPr>
          <a:xfrm>
            <a:off x="2913278" y="4389120"/>
            <a:ext cx="1852574" cy="914"/>
          </a:xfrm>
          <a:prstGeom prst="line">
            <a:avLst/>
          </a:prstGeom>
          <a:noFill/>
          <a:ln w="9525">
            <a:solidFill>
              <a:srgbClr val="D5DCE6"/>
            </a:solidFill>
            <a:prstDash val="solid"/>
          </a:ln>
        </p:spPr>
      </p:sp>
      <p:sp>
        <p:nvSpPr>
          <p:cNvPr id="33" name="Text 28"/>
          <p:cNvSpPr txBox="1"/>
          <p:nvPr/>
        </p:nvSpPr>
        <p:spPr>
          <a:xfrm>
            <a:off x="2849270" y="4389120"/>
            <a:ext cx="1980590" cy="466344"/>
          </a:xfrm>
          <a:prstGeom prst="rect">
            <a:avLst/>
          </a:prstGeom>
          <a:noFill/>
          <a:ln/>
        </p:spPr>
        <p:txBody>
          <a:bodyPr wrap="square" lIns="0" tIns="0" rIns="0" bIns="0" rtlCol="0" anchor="ctr"/>
          <a:lstStyle/>
          <a:p>
            <a:pPr algn="ctr" indent="0" marL="0">
              <a:buNone/>
            </a:pPr>
            <a:r>
              <a:rPr lang="en-US" sz="1900" b="1" dirty="0">
                <a:solidFill>
                  <a:schemeClr val="accent6"/>
                </a:solidFill>
              </a:rPr>
              <a:t>Lees je?</a:t>
            </a:r>
            <a:endParaRPr lang="en-US" sz="1900" dirty="0"/>
          </a:p>
        </p:txBody>
      </p:sp>
      <p:sp>
        <p:nvSpPr>
          <p:cNvPr id="34" name="Shape 29"/>
          <p:cNvSpPr/>
          <p:nvPr/>
        </p:nvSpPr>
        <p:spPr>
          <a:xfrm>
            <a:off x="2913278" y="4855464"/>
            <a:ext cx="1852574" cy="914"/>
          </a:xfrm>
          <a:prstGeom prst="line">
            <a:avLst/>
          </a:prstGeom>
          <a:noFill/>
          <a:ln w="9525">
            <a:solidFill>
              <a:srgbClr val="D5DCE6"/>
            </a:solidFill>
            <a:prstDash val="solid"/>
          </a:ln>
        </p:spPr>
      </p:sp>
      <p:sp>
        <p:nvSpPr>
          <p:cNvPr id="35" name="Text 30"/>
          <p:cNvSpPr txBox="1"/>
          <p:nvPr/>
        </p:nvSpPr>
        <p:spPr>
          <a:xfrm>
            <a:off x="2849270" y="4855464"/>
            <a:ext cx="1980590" cy="466344"/>
          </a:xfrm>
          <a:prstGeom prst="rect">
            <a:avLst/>
          </a:prstGeom>
          <a:noFill/>
          <a:ln/>
        </p:spPr>
        <p:txBody>
          <a:bodyPr wrap="square" lIns="0" tIns="0" rIns="0" bIns="0" rtlCol="0" anchor="ctr"/>
          <a:lstStyle/>
          <a:p>
            <a:pPr algn="ctr" indent="0" marL="0">
              <a:buNone/>
            </a:pPr>
            <a:r>
              <a:rPr lang="en-US" sz="1900" dirty="0">
                <a:solidFill>
                  <a:schemeClr val="tx1"/>
                </a:solidFill>
              </a:rPr>
              <a:t>hij lees</a:t>
            </a:r>
            <a:r>
              <a:rPr lang="en-US" sz="1900" b="1" dirty="0">
                <a:solidFill>
                  <a:schemeClr val="accent1"/>
                </a:solidFill>
              </a:rPr>
              <a:t>t</a:t>
            </a:r>
            <a:endParaRPr lang="en-US" sz="1900" dirty="0"/>
          </a:p>
        </p:txBody>
      </p:sp>
      <p:sp>
        <p:nvSpPr>
          <p:cNvPr id="36" name="Shape 31"/>
          <p:cNvSpPr/>
          <p:nvPr/>
        </p:nvSpPr>
        <p:spPr>
          <a:xfrm>
            <a:off x="2858414" y="5349240"/>
            <a:ext cx="1962302" cy="411480"/>
          </a:xfrm>
          <a:prstGeom prst="roundRect">
            <a:avLst>
              <a:gd name="adj" fmla="val 8889"/>
            </a:avLst>
          </a:prstGeom>
          <a:solidFill>
            <a:srgbClr val="FBEDEC"/>
          </a:solidFill>
          <a:ln w="12700">
            <a:solidFill>
              <a:srgbClr val="FFFFFF">
                <a:alpha val="0"/>
              </a:srgbClr>
            </a:solidFill>
            <a:prstDash val="solid"/>
          </a:ln>
        </p:spPr>
      </p:sp>
      <p:sp>
        <p:nvSpPr>
          <p:cNvPr id="37" name="Shape 32"/>
          <p:cNvSpPr/>
          <p:nvPr/>
        </p:nvSpPr>
        <p:spPr>
          <a:xfrm>
            <a:off x="2913278" y="5321808"/>
            <a:ext cx="1852574" cy="914"/>
          </a:xfrm>
          <a:prstGeom prst="line">
            <a:avLst/>
          </a:prstGeom>
          <a:noFill/>
          <a:ln w="9525">
            <a:solidFill>
              <a:srgbClr val="D5DCE6"/>
            </a:solidFill>
            <a:prstDash val="solid"/>
          </a:ln>
        </p:spPr>
      </p:sp>
      <p:sp>
        <p:nvSpPr>
          <p:cNvPr id="38" name="Text 33"/>
          <p:cNvSpPr txBox="1"/>
          <p:nvPr/>
        </p:nvSpPr>
        <p:spPr>
          <a:xfrm>
            <a:off x="2849270" y="5321808"/>
            <a:ext cx="1980590" cy="466344"/>
          </a:xfrm>
          <a:prstGeom prst="rect">
            <a:avLst/>
          </a:prstGeom>
          <a:noFill/>
          <a:ln/>
        </p:spPr>
        <p:txBody>
          <a:bodyPr wrap="square" lIns="0" tIns="0" rIns="0" bIns="0" rtlCol="0" anchor="ctr"/>
          <a:lstStyle/>
          <a:p>
            <a:pPr algn="ctr" indent="0" marL="0">
              <a:buNone/>
            </a:pPr>
            <a:r>
              <a:rPr lang="en-US" sz="1900" b="1" dirty="0">
                <a:solidFill>
                  <a:schemeClr val="accent6"/>
                </a:solidFill>
              </a:rPr>
              <a:t>Leest u?</a:t>
            </a:r>
            <a:endParaRPr lang="en-US" sz="1900" dirty="0"/>
          </a:p>
        </p:txBody>
      </p:sp>
      <p:sp>
        <p:nvSpPr>
          <p:cNvPr id="39" name="Shape 34"/>
          <p:cNvSpPr/>
          <p:nvPr/>
        </p:nvSpPr>
        <p:spPr>
          <a:xfrm>
            <a:off x="2913278" y="5788152"/>
            <a:ext cx="1852574" cy="914"/>
          </a:xfrm>
          <a:prstGeom prst="line">
            <a:avLst/>
          </a:prstGeom>
          <a:noFill/>
          <a:ln w="9525">
            <a:solidFill>
              <a:srgbClr val="D5DCE6"/>
            </a:solidFill>
            <a:prstDash val="solid"/>
          </a:ln>
        </p:spPr>
      </p:sp>
      <p:sp>
        <p:nvSpPr>
          <p:cNvPr id="40" name="Text 35"/>
          <p:cNvSpPr txBox="1"/>
          <p:nvPr/>
        </p:nvSpPr>
        <p:spPr>
          <a:xfrm>
            <a:off x="2849270" y="5788152"/>
            <a:ext cx="1980590" cy="466344"/>
          </a:xfrm>
          <a:prstGeom prst="rect">
            <a:avLst/>
          </a:prstGeom>
          <a:noFill/>
          <a:ln/>
        </p:spPr>
        <p:txBody>
          <a:bodyPr wrap="square" lIns="0" tIns="0" rIns="0" bIns="0" rtlCol="0" anchor="ctr"/>
          <a:lstStyle/>
          <a:p>
            <a:pPr algn="ctr" indent="0" marL="0">
              <a:buNone/>
            </a:pPr>
            <a:r>
              <a:rPr lang="en-US" sz="1900" dirty="0">
                <a:solidFill>
                  <a:schemeClr val="tx1"/>
                </a:solidFill>
              </a:rPr>
              <a:t>wij lezen</a:t>
            </a:r>
            <a:endParaRPr lang="en-US" sz="1900" dirty="0"/>
          </a:p>
        </p:txBody>
      </p:sp>
      <p:sp>
        <p:nvSpPr>
          <p:cNvPr id="41" name="Shape 36"/>
          <p:cNvSpPr/>
          <p:nvPr/>
        </p:nvSpPr>
        <p:spPr>
          <a:xfrm>
            <a:off x="5058461" y="1783080"/>
            <a:ext cx="2072030" cy="4480560"/>
          </a:xfrm>
          <a:prstGeom prst="roundRect">
            <a:avLst>
              <a:gd name="adj" fmla="val 3530"/>
            </a:avLst>
          </a:prstGeom>
          <a:solidFill>
            <a:srgbClr val="FFFFFF"/>
          </a:solidFill>
          <a:ln w="12700">
            <a:solidFill>
              <a:srgbClr val="D5DCE6"/>
            </a:solidFill>
            <a:prstDash val="solid"/>
          </a:ln>
        </p:spPr>
      </p:sp>
      <p:sp>
        <p:nvSpPr>
          <p:cNvPr id="42" name="Shape 37"/>
          <p:cNvSpPr/>
          <p:nvPr/>
        </p:nvSpPr>
        <p:spPr>
          <a:xfrm>
            <a:off x="5287061" y="1536192"/>
            <a:ext cx="1614830" cy="502920"/>
          </a:xfrm>
          <a:prstGeom prst="roundRect">
            <a:avLst>
              <a:gd name="adj" fmla="val 5455"/>
            </a:avLst>
          </a:prstGeom>
          <a:solidFill>
            <a:srgbClr val="FFE27A"/>
          </a:solidFill>
          <a:ln w="9525">
            <a:solidFill>
              <a:srgbClr val="E3C65A"/>
            </a:solidFill>
            <a:prstDash val="solid"/>
          </a:ln>
          <a:effectLst>
            <a:outerShdw sx="100000" sy="100000" kx="0" ky="0" algn="bl" rotWithShape="0" blurRad="101600" dist="25400" dir="3600000">
              <a:srgbClr val="000000">
                <a:alpha val="16000"/>
              </a:srgbClr>
            </a:outerShdw>
          </a:effectLst>
        </p:spPr>
      </p:sp>
      <p:sp>
        <p:nvSpPr>
          <p:cNvPr id="43" name="Text 38"/>
          <p:cNvSpPr txBox="1"/>
          <p:nvPr/>
        </p:nvSpPr>
        <p:spPr>
          <a:xfrm>
            <a:off x="5287061" y="1536192"/>
            <a:ext cx="1614830" cy="502920"/>
          </a:xfrm>
          <a:prstGeom prst="rect">
            <a:avLst/>
          </a:prstGeom>
          <a:noFill/>
          <a:ln/>
        </p:spPr>
        <p:txBody>
          <a:bodyPr wrap="square" lIns="0" tIns="0" rIns="0" bIns="0" rtlCol="0" anchor="ctr"/>
          <a:lstStyle/>
          <a:p>
            <a:pPr algn="ctr" indent="0" marL="0">
              <a:buNone/>
            </a:pPr>
            <a:r>
              <a:rPr lang="en-US" sz="2100" b="1" dirty="0">
                <a:solidFill>
                  <a:schemeClr val="tx1"/>
                </a:solidFill>
                <a:latin typeface="+mj-lt" pitchFamily="34" charset="0"/>
                <a:ea typeface="+mj-lt" pitchFamily="34" charset="-122"/>
                <a:cs typeface="+mj-lt" pitchFamily="34" charset="-120"/>
              </a:rPr>
              <a:t>drijven</a:t>
            </a:r>
            <a:endParaRPr lang="en-US" sz="2100" dirty="0"/>
          </a:p>
        </p:txBody>
      </p:sp>
      <p:pic>
        <p:nvPicPr>
          <p:cNvPr id="44" name="Image 2" descr="duck">    </p:cNvPr>
          <p:cNvPicPr>
            <a:picLocks noChangeAspect="1"/>
          </p:cNvPicPr>
          <p:nvPr/>
        </p:nvPicPr>
        <p:blipFill>
          <a:blip r:embed="rId3"/>
          <a:stretch>
            <a:fillRect/>
          </a:stretch>
        </p:blipFill>
        <p:spPr>
          <a:xfrm>
            <a:off x="5765292" y="2103120"/>
            <a:ext cx="658368" cy="658368"/>
          </a:xfrm>
          <a:prstGeom prst="rect">
            <a:avLst/>
          </a:prstGeom>
        </p:spPr>
      </p:pic>
      <p:pic>
        <p:nvPicPr>
          <p:cNvPr id="45" name="Image 3" descr="Water">    </p:cNvPr>
          <p:cNvPicPr>
            <a:picLocks noChangeAspect="1"/>
          </p:cNvPicPr>
          <p:nvPr/>
        </p:nvPicPr>
        <p:blipFill>
          <a:blip r:embed="rId4"/>
          <a:stretch>
            <a:fillRect/>
          </a:stretch>
        </p:blipFill>
        <p:spPr>
          <a:xfrm>
            <a:off x="5911596" y="2606040"/>
            <a:ext cx="365760" cy="365760"/>
          </a:xfrm>
          <a:prstGeom prst="rect">
            <a:avLst/>
          </a:prstGeom>
        </p:spPr>
      </p:pic>
      <p:sp>
        <p:nvSpPr>
          <p:cNvPr id="46" name="Text 39"/>
          <p:cNvSpPr/>
          <p:nvPr/>
        </p:nvSpPr>
        <p:spPr>
          <a:xfrm>
            <a:off x="5454396" y="3035808"/>
            <a:ext cx="1280160" cy="292608"/>
          </a:xfrm>
          <a:prstGeom prst="roundRect">
            <a:avLst>
              <a:gd name="adj" fmla="val 15625"/>
            </a:avLst>
          </a:prstGeom>
          <a:solidFill>
            <a:srgbClr val="17375E"/>
          </a:solidFill>
          <a:ln/>
        </p:spPr>
        <p:txBody>
          <a:bodyPr wrap="square" lIns="0" tIns="0" rIns="0" bIns="0" rtlCol="0" anchor="ctr"/>
          <a:lstStyle/>
          <a:p>
            <a:pPr algn="ctr" indent="0" marL="0">
              <a:buNone/>
            </a:pPr>
            <a:r>
              <a:rPr lang="en-US" sz="1200" b="1" dirty="0">
                <a:solidFill>
                  <a:srgbClr val="FFFFFF"/>
                </a:solidFill>
              </a:rPr>
              <a:t>② v → f</a:t>
            </a:r>
            <a:endParaRPr lang="en-US" sz="1200" dirty="0"/>
          </a:p>
        </p:txBody>
      </p:sp>
      <p:sp>
        <p:nvSpPr>
          <p:cNvPr id="47" name="Text 40"/>
          <p:cNvSpPr txBox="1"/>
          <p:nvPr/>
        </p:nvSpPr>
        <p:spPr>
          <a:xfrm>
            <a:off x="5104181" y="3456432"/>
            <a:ext cx="1980590" cy="466344"/>
          </a:xfrm>
          <a:prstGeom prst="rect">
            <a:avLst/>
          </a:prstGeom>
          <a:noFill/>
          <a:ln/>
        </p:spPr>
        <p:txBody>
          <a:bodyPr wrap="square" lIns="0" tIns="0" rIns="0" bIns="0" rtlCol="0" anchor="ctr"/>
          <a:lstStyle/>
          <a:p>
            <a:pPr algn="ctr" indent="0" marL="0">
              <a:buNone/>
            </a:pPr>
            <a:r>
              <a:rPr lang="en-US" sz="1900" dirty="0">
                <a:solidFill>
                  <a:schemeClr val="tx1"/>
                </a:solidFill>
              </a:rPr>
              <a:t>ik drijf</a:t>
            </a:r>
            <a:endParaRPr lang="en-US" sz="1900" dirty="0"/>
          </a:p>
        </p:txBody>
      </p:sp>
      <p:sp>
        <p:nvSpPr>
          <p:cNvPr id="48" name="Shape 41"/>
          <p:cNvSpPr/>
          <p:nvPr/>
        </p:nvSpPr>
        <p:spPr>
          <a:xfrm>
            <a:off x="5168189" y="3922776"/>
            <a:ext cx="1852574" cy="914"/>
          </a:xfrm>
          <a:prstGeom prst="line">
            <a:avLst/>
          </a:prstGeom>
          <a:noFill/>
          <a:ln w="9525">
            <a:solidFill>
              <a:srgbClr val="D5DCE6"/>
            </a:solidFill>
            <a:prstDash val="solid"/>
          </a:ln>
        </p:spPr>
      </p:sp>
      <p:sp>
        <p:nvSpPr>
          <p:cNvPr id="49" name="Text 42"/>
          <p:cNvSpPr txBox="1"/>
          <p:nvPr/>
        </p:nvSpPr>
        <p:spPr>
          <a:xfrm>
            <a:off x="5104181" y="3922776"/>
            <a:ext cx="1980590" cy="466344"/>
          </a:xfrm>
          <a:prstGeom prst="rect">
            <a:avLst/>
          </a:prstGeom>
          <a:noFill/>
          <a:ln/>
        </p:spPr>
        <p:txBody>
          <a:bodyPr wrap="square" lIns="0" tIns="0" rIns="0" bIns="0" rtlCol="0" anchor="ctr"/>
          <a:lstStyle/>
          <a:p>
            <a:pPr algn="ctr" indent="0" marL="0">
              <a:buNone/>
            </a:pPr>
            <a:r>
              <a:rPr lang="en-US" sz="1900" dirty="0">
                <a:solidFill>
                  <a:schemeClr val="tx1"/>
                </a:solidFill>
              </a:rPr>
              <a:t>jij drijf</a:t>
            </a:r>
            <a:r>
              <a:rPr lang="en-US" sz="1900" b="1" dirty="0">
                <a:solidFill>
                  <a:schemeClr val="accent1"/>
                </a:solidFill>
              </a:rPr>
              <a:t>t</a:t>
            </a:r>
            <a:endParaRPr lang="en-US" sz="1900" dirty="0"/>
          </a:p>
        </p:txBody>
      </p:sp>
      <p:sp>
        <p:nvSpPr>
          <p:cNvPr id="50" name="Shape 43"/>
          <p:cNvSpPr/>
          <p:nvPr/>
        </p:nvSpPr>
        <p:spPr>
          <a:xfrm>
            <a:off x="5113325" y="4416552"/>
            <a:ext cx="1962302" cy="411480"/>
          </a:xfrm>
          <a:prstGeom prst="roundRect">
            <a:avLst>
              <a:gd name="adj" fmla="val 8889"/>
            </a:avLst>
          </a:prstGeom>
          <a:solidFill>
            <a:srgbClr val="FBEDEC"/>
          </a:solidFill>
          <a:ln w="12700">
            <a:solidFill>
              <a:srgbClr val="FFFFFF">
                <a:alpha val="0"/>
              </a:srgbClr>
            </a:solidFill>
            <a:prstDash val="solid"/>
          </a:ln>
        </p:spPr>
      </p:sp>
      <p:sp>
        <p:nvSpPr>
          <p:cNvPr id="51" name="Shape 44"/>
          <p:cNvSpPr/>
          <p:nvPr/>
        </p:nvSpPr>
        <p:spPr>
          <a:xfrm>
            <a:off x="5168189" y="4389120"/>
            <a:ext cx="1852574" cy="914"/>
          </a:xfrm>
          <a:prstGeom prst="line">
            <a:avLst/>
          </a:prstGeom>
          <a:noFill/>
          <a:ln w="9525">
            <a:solidFill>
              <a:srgbClr val="D5DCE6"/>
            </a:solidFill>
            <a:prstDash val="solid"/>
          </a:ln>
        </p:spPr>
      </p:sp>
      <p:sp>
        <p:nvSpPr>
          <p:cNvPr id="52" name="Text 45"/>
          <p:cNvSpPr txBox="1"/>
          <p:nvPr/>
        </p:nvSpPr>
        <p:spPr>
          <a:xfrm>
            <a:off x="5104181" y="4389120"/>
            <a:ext cx="1980590" cy="466344"/>
          </a:xfrm>
          <a:prstGeom prst="rect">
            <a:avLst/>
          </a:prstGeom>
          <a:noFill/>
          <a:ln/>
        </p:spPr>
        <p:txBody>
          <a:bodyPr wrap="square" lIns="0" tIns="0" rIns="0" bIns="0" rtlCol="0" anchor="ctr"/>
          <a:lstStyle/>
          <a:p>
            <a:pPr algn="ctr" indent="0" marL="0">
              <a:buNone/>
            </a:pPr>
            <a:r>
              <a:rPr lang="en-US" sz="1900" b="1" dirty="0">
                <a:solidFill>
                  <a:schemeClr val="accent6"/>
                </a:solidFill>
              </a:rPr>
              <a:t>Drijf je?</a:t>
            </a:r>
            <a:endParaRPr lang="en-US" sz="1900" dirty="0"/>
          </a:p>
        </p:txBody>
      </p:sp>
      <p:sp>
        <p:nvSpPr>
          <p:cNvPr id="53" name="Shape 46"/>
          <p:cNvSpPr/>
          <p:nvPr/>
        </p:nvSpPr>
        <p:spPr>
          <a:xfrm>
            <a:off x="5168189" y="4855464"/>
            <a:ext cx="1852574" cy="914"/>
          </a:xfrm>
          <a:prstGeom prst="line">
            <a:avLst/>
          </a:prstGeom>
          <a:noFill/>
          <a:ln w="9525">
            <a:solidFill>
              <a:srgbClr val="D5DCE6"/>
            </a:solidFill>
            <a:prstDash val="solid"/>
          </a:ln>
        </p:spPr>
      </p:sp>
      <p:sp>
        <p:nvSpPr>
          <p:cNvPr id="54" name="Text 47"/>
          <p:cNvSpPr txBox="1"/>
          <p:nvPr/>
        </p:nvSpPr>
        <p:spPr>
          <a:xfrm>
            <a:off x="5104181" y="4855464"/>
            <a:ext cx="1980590" cy="466344"/>
          </a:xfrm>
          <a:prstGeom prst="rect">
            <a:avLst/>
          </a:prstGeom>
          <a:noFill/>
          <a:ln/>
        </p:spPr>
        <p:txBody>
          <a:bodyPr wrap="square" lIns="0" tIns="0" rIns="0" bIns="0" rtlCol="0" anchor="ctr"/>
          <a:lstStyle/>
          <a:p>
            <a:pPr algn="ctr" indent="0" marL="0">
              <a:buNone/>
            </a:pPr>
            <a:r>
              <a:rPr lang="en-US" sz="1900" dirty="0">
                <a:solidFill>
                  <a:schemeClr val="tx1"/>
                </a:solidFill>
              </a:rPr>
              <a:t>hij drijf</a:t>
            </a:r>
            <a:r>
              <a:rPr lang="en-US" sz="1900" b="1" dirty="0">
                <a:solidFill>
                  <a:schemeClr val="accent1"/>
                </a:solidFill>
              </a:rPr>
              <a:t>t</a:t>
            </a:r>
            <a:endParaRPr lang="en-US" sz="1900" dirty="0"/>
          </a:p>
        </p:txBody>
      </p:sp>
      <p:sp>
        <p:nvSpPr>
          <p:cNvPr id="55" name="Shape 48"/>
          <p:cNvSpPr/>
          <p:nvPr/>
        </p:nvSpPr>
        <p:spPr>
          <a:xfrm>
            <a:off x="5113325" y="5349240"/>
            <a:ext cx="1962302" cy="411480"/>
          </a:xfrm>
          <a:prstGeom prst="roundRect">
            <a:avLst>
              <a:gd name="adj" fmla="val 8889"/>
            </a:avLst>
          </a:prstGeom>
          <a:solidFill>
            <a:srgbClr val="FBEDEC"/>
          </a:solidFill>
          <a:ln w="12700">
            <a:solidFill>
              <a:srgbClr val="FFFFFF">
                <a:alpha val="0"/>
              </a:srgbClr>
            </a:solidFill>
            <a:prstDash val="solid"/>
          </a:ln>
        </p:spPr>
      </p:sp>
      <p:sp>
        <p:nvSpPr>
          <p:cNvPr id="56" name="Shape 49"/>
          <p:cNvSpPr/>
          <p:nvPr/>
        </p:nvSpPr>
        <p:spPr>
          <a:xfrm>
            <a:off x="5168189" y="5321808"/>
            <a:ext cx="1852574" cy="914"/>
          </a:xfrm>
          <a:prstGeom prst="line">
            <a:avLst/>
          </a:prstGeom>
          <a:noFill/>
          <a:ln w="9525">
            <a:solidFill>
              <a:srgbClr val="D5DCE6"/>
            </a:solidFill>
            <a:prstDash val="solid"/>
          </a:ln>
        </p:spPr>
      </p:sp>
      <p:sp>
        <p:nvSpPr>
          <p:cNvPr id="57" name="Text 50"/>
          <p:cNvSpPr txBox="1"/>
          <p:nvPr/>
        </p:nvSpPr>
        <p:spPr>
          <a:xfrm>
            <a:off x="5104181" y="5321808"/>
            <a:ext cx="1980590" cy="466344"/>
          </a:xfrm>
          <a:prstGeom prst="rect">
            <a:avLst/>
          </a:prstGeom>
          <a:noFill/>
          <a:ln/>
        </p:spPr>
        <p:txBody>
          <a:bodyPr wrap="square" lIns="0" tIns="0" rIns="0" bIns="0" rtlCol="0" anchor="ctr"/>
          <a:lstStyle/>
          <a:p>
            <a:pPr algn="ctr" indent="0" marL="0">
              <a:buNone/>
            </a:pPr>
            <a:r>
              <a:rPr lang="en-US" sz="1900" b="1" dirty="0">
                <a:solidFill>
                  <a:schemeClr val="accent6"/>
                </a:solidFill>
              </a:rPr>
              <a:t>Drijft u?</a:t>
            </a:r>
            <a:endParaRPr lang="en-US" sz="1900" dirty="0"/>
          </a:p>
        </p:txBody>
      </p:sp>
      <p:sp>
        <p:nvSpPr>
          <p:cNvPr id="58" name="Shape 51"/>
          <p:cNvSpPr/>
          <p:nvPr/>
        </p:nvSpPr>
        <p:spPr>
          <a:xfrm>
            <a:off x="5168189" y="5788152"/>
            <a:ext cx="1852574" cy="914"/>
          </a:xfrm>
          <a:prstGeom prst="line">
            <a:avLst/>
          </a:prstGeom>
          <a:noFill/>
          <a:ln w="9525">
            <a:solidFill>
              <a:srgbClr val="D5DCE6"/>
            </a:solidFill>
            <a:prstDash val="solid"/>
          </a:ln>
        </p:spPr>
      </p:sp>
      <p:sp>
        <p:nvSpPr>
          <p:cNvPr id="59" name="Text 52"/>
          <p:cNvSpPr txBox="1"/>
          <p:nvPr/>
        </p:nvSpPr>
        <p:spPr>
          <a:xfrm>
            <a:off x="5104181" y="5788152"/>
            <a:ext cx="1980590" cy="466344"/>
          </a:xfrm>
          <a:prstGeom prst="rect">
            <a:avLst/>
          </a:prstGeom>
          <a:noFill/>
          <a:ln/>
        </p:spPr>
        <p:txBody>
          <a:bodyPr wrap="square" lIns="0" tIns="0" rIns="0" bIns="0" rtlCol="0" anchor="ctr"/>
          <a:lstStyle/>
          <a:p>
            <a:pPr algn="ctr" indent="0" marL="0">
              <a:buNone/>
            </a:pPr>
            <a:r>
              <a:rPr lang="en-US" sz="1900" dirty="0">
                <a:solidFill>
                  <a:schemeClr val="tx1"/>
                </a:solidFill>
              </a:rPr>
              <a:t>wij drijven</a:t>
            </a:r>
            <a:endParaRPr lang="en-US" sz="1900" dirty="0"/>
          </a:p>
        </p:txBody>
      </p:sp>
      <p:sp>
        <p:nvSpPr>
          <p:cNvPr id="60" name="Shape 53"/>
          <p:cNvSpPr/>
          <p:nvPr/>
        </p:nvSpPr>
        <p:spPr>
          <a:xfrm>
            <a:off x="7313371" y="1783080"/>
            <a:ext cx="2072030" cy="4480560"/>
          </a:xfrm>
          <a:prstGeom prst="roundRect">
            <a:avLst>
              <a:gd name="adj" fmla="val 3530"/>
            </a:avLst>
          </a:prstGeom>
          <a:solidFill>
            <a:srgbClr val="FFFFFF"/>
          </a:solidFill>
          <a:ln w="12700">
            <a:solidFill>
              <a:srgbClr val="D5DCE6"/>
            </a:solidFill>
            <a:prstDash val="solid"/>
          </a:ln>
        </p:spPr>
      </p:sp>
      <p:sp>
        <p:nvSpPr>
          <p:cNvPr id="61" name="Shape 54"/>
          <p:cNvSpPr/>
          <p:nvPr/>
        </p:nvSpPr>
        <p:spPr>
          <a:xfrm>
            <a:off x="7541971" y="1536192"/>
            <a:ext cx="1614830" cy="502920"/>
          </a:xfrm>
          <a:prstGeom prst="roundRect">
            <a:avLst>
              <a:gd name="adj" fmla="val 5455"/>
            </a:avLst>
          </a:prstGeom>
          <a:solidFill>
            <a:srgbClr val="FFE27A"/>
          </a:solidFill>
          <a:ln w="9525">
            <a:solidFill>
              <a:srgbClr val="E3C65A"/>
            </a:solidFill>
            <a:prstDash val="solid"/>
          </a:ln>
          <a:effectLst>
            <a:outerShdw sx="100000" sy="100000" kx="0" ky="0" algn="bl" rotWithShape="0" blurRad="101600" dist="25400" dir="3600000">
              <a:srgbClr val="000000">
                <a:alpha val="16000"/>
              </a:srgbClr>
            </a:outerShdw>
          </a:effectLst>
        </p:spPr>
      </p:sp>
      <p:sp>
        <p:nvSpPr>
          <p:cNvPr id="62" name="Text 55"/>
          <p:cNvSpPr txBox="1"/>
          <p:nvPr/>
        </p:nvSpPr>
        <p:spPr>
          <a:xfrm>
            <a:off x="7541971" y="1536192"/>
            <a:ext cx="1614830" cy="502920"/>
          </a:xfrm>
          <a:prstGeom prst="rect">
            <a:avLst/>
          </a:prstGeom>
          <a:noFill/>
          <a:ln/>
        </p:spPr>
        <p:txBody>
          <a:bodyPr wrap="square" lIns="0" tIns="0" rIns="0" bIns="0" rtlCol="0" anchor="ctr"/>
          <a:lstStyle/>
          <a:p>
            <a:pPr algn="ctr" indent="0" marL="0">
              <a:buNone/>
            </a:pPr>
            <a:r>
              <a:rPr lang="en-US" sz="2100" b="1" dirty="0">
                <a:solidFill>
                  <a:schemeClr val="tx1"/>
                </a:solidFill>
                <a:latin typeface="+mj-lt" pitchFamily="34" charset="0"/>
                <a:ea typeface="+mj-lt" pitchFamily="34" charset="-122"/>
                <a:cs typeface="+mj-lt" pitchFamily="34" charset="-120"/>
              </a:rPr>
              <a:t>praten</a:t>
            </a:r>
            <a:endParaRPr lang="en-US" sz="2100" dirty="0"/>
          </a:p>
        </p:txBody>
      </p:sp>
      <p:pic>
        <p:nvPicPr>
          <p:cNvPr id="63" name="Image 4" descr="speaking head">    </p:cNvPr>
          <p:cNvPicPr>
            <a:picLocks noChangeAspect="1"/>
          </p:cNvPicPr>
          <p:nvPr/>
        </p:nvPicPr>
        <p:blipFill>
          <a:blip r:embed="rId5"/>
          <a:stretch>
            <a:fillRect/>
          </a:stretch>
        </p:blipFill>
        <p:spPr>
          <a:xfrm>
            <a:off x="7883042" y="2066544"/>
            <a:ext cx="932688" cy="932688"/>
          </a:xfrm>
          <a:prstGeom prst="rect">
            <a:avLst/>
          </a:prstGeom>
        </p:spPr>
      </p:pic>
      <p:sp>
        <p:nvSpPr>
          <p:cNvPr id="64" name="Text 56"/>
          <p:cNvSpPr/>
          <p:nvPr/>
        </p:nvSpPr>
        <p:spPr>
          <a:xfrm>
            <a:off x="7709306" y="3035808"/>
            <a:ext cx="1280160" cy="292608"/>
          </a:xfrm>
          <a:prstGeom prst="roundRect">
            <a:avLst>
              <a:gd name="adj" fmla="val 15625"/>
            </a:avLst>
          </a:prstGeom>
          <a:solidFill>
            <a:srgbClr val="17375E"/>
          </a:solidFill>
          <a:ln/>
        </p:spPr>
        <p:txBody>
          <a:bodyPr wrap="square" lIns="0" tIns="0" rIns="0" bIns="0" rtlCol="0" anchor="ctr"/>
          <a:lstStyle/>
          <a:p>
            <a:pPr algn="ctr" indent="0" marL="0">
              <a:buNone/>
            </a:pPr>
            <a:r>
              <a:rPr lang="en-US" sz="1200" b="1" dirty="0">
                <a:solidFill>
                  <a:srgbClr val="FFFFFF"/>
                </a:solidFill>
              </a:rPr>
              <a:t>③ -t</a:t>
            </a:r>
            <a:endParaRPr lang="en-US" sz="1200" dirty="0"/>
          </a:p>
        </p:txBody>
      </p:sp>
      <p:sp>
        <p:nvSpPr>
          <p:cNvPr id="65" name="Text 57"/>
          <p:cNvSpPr txBox="1"/>
          <p:nvPr/>
        </p:nvSpPr>
        <p:spPr>
          <a:xfrm>
            <a:off x="7359091" y="3456432"/>
            <a:ext cx="1980590" cy="466344"/>
          </a:xfrm>
          <a:prstGeom prst="rect">
            <a:avLst/>
          </a:prstGeom>
          <a:noFill/>
          <a:ln/>
        </p:spPr>
        <p:txBody>
          <a:bodyPr wrap="square" lIns="0" tIns="0" rIns="0" bIns="0" rtlCol="0" anchor="ctr"/>
          <a:lstStyle/>
          <a:p>
            <a:pPr algn="ctr" indent="0" marL="0">
              <a:buNone/>
            </a:pPr>
            <a:r>
              <a:rPr lang="en-US" sz="1900" dirty="0">
                <a:solidFill>
                  <a:schemeClr val="tx1"/>
                </a:solidFill>
              </a:rPr>
              <a:t>ik praat</a:t>
            </a:r>
            <a:endParaRPr lang="en-US" sz="1900" dirty="0"/>
          </a:p>
        </p:txBody>
      </p:sp>
      <p:sp>
        <p:nvSpPr>
          <p:cNvPr id="66" name="Shape 58"/>
          <p:cNvSpPr/>
          <p:nvPr/>
        </p:nvSpPr>
        <p:spPr>
          <a:xfrm>
            <a:off x="7423099" y="3922776"/>
            <a:ext cx="1852574" cy="914"/>
          </a:xfrm>
          <a:prstGeom prst="line">
            <a:avLst/>
          </a:prstGeom>
          <a:noFill/>
          <a:ln w="9525">
            <a:solidFill>
              <a:srgbClr val="D5DCE6"/>
            </a:solidFill>
            <a:prstDash val="solid"/>
          </a:ln>
        </p:spPr>
      </p:sp>
      <p:sp>
        <p:nvSpPr>
          <p:cNvPr id="67" name="Text 59"/>
          <p:cNvSpPr txBox="1"/>
          <p:nvPr/>
        </p:nvSpPr>
        <p:spPr>
          <a:xfrm>
            <a:off x="7359091" y="3922776"/>
            <a:ext cx="1980590" cy="466344"/>
          </a:xfrm>
          <a:prstGeom prst="rect">
            <a:avLst/>
          </a:prstGeom>
          <a:noFill/>
          <a:ln/>
        </p:spPr>
        <p:txBody>
          <a:bodyPr wrap="square" lIns="0" tIns="0" rIns="0" bIns="0" rtlCol="0" anchor="ctr"/>
          <a:lstStyle/>
          <a:p>
            <a:pPr algn="ctr" indent="0" marL="0">
              <a:buNone/>
            </a:pPr>
            <a:r>
              <a:rPr lang="en-US" sz="1900" dirty="0">
                <a:solidFill>
                  <a:schemeClr val="tx1"/>
                </a:solidFill>
              </a:rPr>
              <a:t>jij praat</a:t>
            </a:r>
            <a:endParaRPr lang="en-US" sz="1900" dirty="0"/>
          </a:p>
        </p:txBody>
      </p:sp>
      <p:sp>
        <p:nvSpPr>
          <p:cNvPr id="68" name="Shape 60"/>
          <p:cNvSpPr/>
          <p:nvPr/>
        </p:nvSpPr>
        <p:spPr>
          <a:xfrm>
            <a:off x="7368235" y="4416552"/>
            <a:ext cx="1962302" cy="411480"/>
          </a:xfrm>
          <a:prstGeom prst="roundRect">
            <a:avLst>
              <a:gd name="adj" fmla="val 8889"/>
            </a:avLst>
          </a:prstGeom>
          <a:solidFill>
            <a:srgbClr val="FBEDEC"/>
          </a:solidFill>
          <a:ln w="12700">
            <a:solidFill>
              <a:srgbClr val="FFFFFF">
                <a:alpha val="0"/>
              </a:srgbClr>
            </a:solidFill>
            <a:prstDash val="solid"/>
          </a:ln>
        </p:spPr>
      </p:sp>
      <p:sp>
        <p:nvSpPr>
          <p:cNvPr id="69" name="Shape 61"/>
          <p:cNvSpPr/>
          <p:nvPr/>
        </p:nvSpPr>
        <p:spPr>
          <a:xfrm>
            <a:off x="7423099" y="4389120"/>
            <a:ext cx="1852574" cy="914"/>
          </a:xfrm>
          <a:prstGeom prst="line">
            <a:avLst/>
          </a:prstGeom>
          <a:noFill/>
          <a:ln w="9525">
            <a:solidFill>
              <a:srgbClr val="D5DCE6"/>
            </a:solidFill>
            <a:prstDash val="solid"/>
          </a:ln>
        </p:spPr>
      </p:sp>
      <p:sp>
        <p:nvSpPr>
          <p:cNvPr id="70" name="Text 62"/>
          <p:cNvSpPr txBox="1"/>
          <p:nvPr/>
        </p:nvSpPr>
        <p:spPr>
          <a:xfrm>
            <a:off x="7359091" y="4389120"/>
            <a:ext cx="1980590" cy="466344"/>
          </a:xfrm>
          <a:prstGeom prst="rect">
            <a:avLst/>
          </a:prstGeom>
          <a:noFill/>
          <a:ln/>
        </p:spPr>
        <p:txBody>
          <a:bodyPr wrap="square" lIns="0" tIns="0" rIns="0" bIns="0" rtlCol="0" anchor="ctr"/>
          <a:lstStyle/>
          <a:p>
            <a:pPr algn="ctr" indent="0" marL="0">
              <a:buNone/>
            </a:pPr>
            <a:r>
              <a:rPr lang="en-US" sz="1900" b="1" dirty="0">
                <a:solidFill>
                  <a:schemeClr val="accent6"/>
                </a:solidFill>
              </a:rPr>
              <a:t>Praat je?</a:t>
            </a:r>
            <a:endParaRPr lang="en-US" sz="1900" dirty="0"/>
          </a:p>
        </p:txBody>
      </p:sp>
      <p:sp>
        <p:nvSpPr>
          <p:cNvPr id="71" name="Shape 63"/>
          <p:cNvSpPr/>
          <p:nvPr/>
        </p:nvSpPr>
        <p:spPr>
          <a:xfrm>
            <a:off x="7423099" y="4855464"/>
            <a:ext cx="1852574" cy="914"/>
          </a:xfrm>
          <a:prstGeom prst="line">
            <a:avLst/>
          </a:prstGeom>
          <a:noFill/>
          <a:ln w="9525">
            <a:solidFill>
              <a:srgbClr val="D5DCE6"/>
            </a:solidFill>
            <a:prstDash val="solid"/>
          </a:ln>
        </p:spPr>
      </p:sp>
      <p:sp>
        <p:nvSpPr>
          <p:cNvPr id="72" name="Text 64"/>
          <p:cNvSpPr txBox="1"/>
          <p:nvPr/>
        </p:nvSpPr>
        <p:spPr>
          <a:xfrm>
            <a:off x="7359091" y="4855464"/>
            <a:ext cx="1980590" cy="466344"/>
          </a:xfrm>
          <a:prstGeom prst="rect">
            <a:avLst/>
          </a:prstGeom>
          <a:noFill/>
          <a:ln/>
        </p:spPr>
        <p:txBody>
          <a:bodyPr wrap="square" lIns="0" tIns="0" rIns="0" bIns="0" rtlCol="0" anchor="ctr"/>
          <a:lstStyle/>
          <a:p>
            <a:pPr algn="ctr" indent="0" marL="0">
              <a:buNone/>
            </a:pPr>
            <a:r>
              <a:rPr lang="en-US" sz="1900" dirty="0">
                <a:solidFill>
                  <a:schemeClr val="tx1"/>
                </a:solidFill>
              </a:rPr>
              <a:t>hij praat</a:t>
            </a:r>
            <a:endParaRPr lang="en-US" sz="1900" dirty="0"/>
          </a:p>
        </p:txBody>
      </p:sp>
      <p:sp>
        <p:nvSpPr>
          <p:cNvPr id="73" name="Shape 65"/>
          <p:cNvSpPr/>
          <p:nvPr/>
        </p:nvSpPr>
        <p:spPr>
          <a:xfrm>
            <a:off x="7368235" y="5349240"/>
            <a:ext cx="1962302" cy="411480"/>
          </a:xfrm>
          <a:prstGeom prst="roundRect">
            <a:avLst>
              <a:gd name="adj" fmla="val 8889"/>
            </a:avLst>
          </a:prstGeom>
          <a:solidFill>
            <a:srgbClr val="FBEDEC"/>
          </a:solidFill>
          <a:ln w="12700">
            <a:solidFill>
              <a:srgbClr val="FFFFFF">
                <a:alpha val="0"/>
              </a:srgbClr>
            </a:solidFill>
            <a:prstDash val="solid"/>
          </a:ln>
        </p:spPr>
      </p:sp>
      <p:sp>
        <p:nvSpPr>
          <p:cNvPr id="74" name="Shape 66"/>
          <p:cNvSpPr/>
          <p:nvPr/>
        </p:nvSpPr>
        <p:spPr>
          <a:xfrm>
            <a:off x="7423099" y="5321808"/>
            <a:ext cx="1852574" cy="914"/>
          </a:xfrm>
          <a:prstGeom prst="line">
            <a:avLst/>
          </a:prstGeom>
          <a:noFill/>
          <a:ln w="9525">
            <a:solidFill>
              <a:srgbClr val="D5DCE6"/>
            </a:solidFill>
            <a:prstDash val="solid"/>
          </a:ln>
        </p:spPr>
      </p:sp>
      <p:sp>
        <p:nvSpPr>
          <p:cNvPr id="75" name="Text 67"/>
          <p:cNvSpPr txBox="1"/>
          <p:nvPr/>
        </p:nvSpPr>
        <p:spPr>
          <a:xfrm>
            <a:off x="7359091" y="5321808"/>
            <a:ext cx="1980590" cy="466344"/>
          </a:xfrm>
          <a:prstGeom prst="rect">
            <a:avLst/>
          </a:prstGeom>
          <a:noFill/>
          <a:ln/>
        </p:spPr>
        <p:txBody>
          <a:bodyPr wrap="square" lIns="0" tIns="0" rIns="0" bIns="0" rtlCol="0" anchor="ctr"/>
          <a:lstStyle/>
          <a:p>
            <a:pPr algn="ctr" indent="0" marL="0">
              <a:buNone/>
            </a:pPr>
            <a:r>
              <a:rPr lang="en-US" sz="1900" b="1" dirty="0">
                <a:solidFill>
                  <a:schemeClr val="accent6"/>
                </a:solidFill>
              </a:rPr>
              <a:t>Praat u?</a:t>
            </a:r>
            <a:endParaRPr lang="en-US" sz="1900" dirty="0"/>
          </a:p>
        </p:txBody>
      </p:sp>
      <p:sp>
        <p:nvSpPr>
          <p:cNvPr id="76" name="Shape 68"/>
          <p:cNvSpPr/>
          <p:nvPr/>
        </p:nvSpPr>
        <p:spPr>
          <a:xfrm>
            <a:off x="7423099" y="5788152"/>
            <a:ext cx="1852574" cy="914"/>
          </a:xfrm>
          <a:prstGeom prst="line">
            <a:avLst/>
          </a:prstGeom>
          <a:noFill/>
          <a:ln w="9525">
            <a:solidFill>
              <a:srgbClr val="D5DCE6"/>
            </a:solidFill>
            <a:prstDash val="solid"/>
          </a:ln>
        </p:spPr>
      </p:sp>
      <p:sp>
        <p:nvSpPr>
          <p:cNvPr id="77" name="Text 69"/>
          <p:cNvSpPr txBox="1"/>
          <p:nvPr/>
        </p:nvSpPr>
        <p:spPr>
          <a:xfrm>
            <a:off x="7359091" y="5788152"/>
            <a:ext cx="1980590" cy="466344"/>
          </a:xfrm>
          <a:prstGeom prst="rect">
            <a:avLst/>
          </a:prstGeom>
          <a:noFill/>
          <a:ln/>
        </p:spPr>
        <p:txBody>
          <a:bodyPr wrap="square" lIns="0" tIns="0" rIns="0" bIns="0" rtlCol="0" anchor="ctr"/>
          <a:lstStyle/>
          <a:p>
            <a:pPr algn="ctr" indent="0" marL="0">
              <a:buNone/>
            </a:pPr>
            <a:r>
              <a:rPr lang="en-US" sz="1900" dirty="0">
                <a:solidFill>
                  <a:schemeClr val="tx1"/>
                </a:solidFill>
              </a:rPr>
              <a:t>wij praten</a:t>
            </a:r>
            <a:endParaRPr lang="en-US" sz="1900" dirty="0"/>
          </a:p>
        </p:txBody>
      </p:sp>
      <p:sp>
        <p:nvSpPr>
          <p:cNvPr id="78" name="Shape 70"/>
          <p:cNvSpPr/>
          <p:nvPr/>
        </p:nvSpPr>
        <p:spPr>
          <a:xfrm>
            <a:off x="9568282" y="1783080"/>
            <a:ext cx="2072030" cy="4480560"/>
          </a:xfrm>
          <a:prstGeom prst="roundRect">
            <a:avLst>
              <a:gd name="adj" fmla="val 3530"/>
            </a:avLst>
          </a:prstGeom>
          <a:solidFill>
            <a:srgbClr val="FFFFFF"/>
          </a:solidFill>
          <a:ln w="12700">
            <a:solidFill>
              <a:srgbClr val="D5DCE6"/>
            </a:solidFill>
            <a:prstDash val="solid"/>
          </a:ln>
        </p:spPr>
      </p:sp>
      <p:sp>
        <p:nvSpPr>
          <p:cNvPr id="79" name="Shape 71"/>
          <p:cNvSpPr/>
          <p:nvPr/>
        </p:nvSpPr>
        <p:spPr>
          <a:xfrm>
            <a:off x="9796882" y="1536192"/>
            <a:ext cx="1614830" cy="502920"/>
          </a:xfrm>
          <a:prstGeom prst="roundRect">
            <a:avLst>
              <a:gd name="adj" fmla="val 5455"/>
            </a:avLst>
          </a:prstGeom>
          <a:solidFill>
            <a:srgbClr val="FFE27A"/>
          </a:solidFill>
          <a:ln w="9525">
            <a:solidFill>
              <a:srgbClr val="E3C65A"/>
            </a:solidFill>
            <a:prstDash val="solid"/>
          </a:ln>
          <a:effectLst>
            <a:outerShdw sx="100000" sy="100000" kx="0" ky="0" algn="bl" rotWithShape="0" blurRad="101600" dist="25400" dir="3600000">
              <a:srgbClr val="000000">
                <a:alpha val="16000"/>
              </a:srgbClr>
            </a:outerShdw>
          </a:effectLst>
        </p:spPr>
      </p:sp>
      <p:sp>
        <p:nvSpPr>
          <p:cNvPr id="80" name="Text 72"/>
          <p:cNvSpPr txBox="1"/>
          <p:nvPr/>
        </p:nvSpPr>
        <p:spPr>
          <a:xfrm>
            <a:off x="9796882" y="1536192"/>
            <a:ext cx="1614830" cy="502920"/>
          </a:xfrm>
          <a:prstGeom prst="rect">
            <a:avLst/>
          </a:prstGeom>
          <a:noFill/>
          <a:ln/>
        </p:spPr>
        <p:txBody>
          <a:bodyPr wrap="square" lIns="0" tIns="0" rIns="0" bIns="0" rtlCol="0" anchor="ctr"/>
          <a:lstStyle/>
          <a:p>
            <a:pPr algn="ctr" indent="0" marL="0">
              <a:buNone/>
            </a:pPr>
            <a:r>
              <a:rPr lang="en-US" sz="2100" b="1" dirty="0">
                <a:solidFill>
                  <a:schemeClr val="tx1"/>
                </a:solidFill>
                <a:latin typeface="+mj-lt" pitchFamily="34" charset="0"/>
                <a:ea typeface="+mj-lt" pitchFamily="34" charset="-122"/>
                <a:cs typeface="+mj-lt" pitchFamily="34" charset="-120"/>
              </a:rPr>
              <a:t>zien</a:t>
            </a:r>
            <a:endParaRPr lang="en-US" sz="2100" dirty="0"/>
          </a:p>
        </p:txBody>
      </p:sp>
      <p:pic>
        <p:nvPicPr>
          <p:cNvPr id="81" name="Image 5" descr="eyes">    </p:cNvPr>
          <p:cNvPicPr>
            <a:picLocks noChangeAspect="1"/>
          </p:cNvPicPr>
          <p:nvPr/>
        </p:nvPicPr>
        <p:blipFill>
          <a:blip r:embed="rId6"/>
          <a:stretch>
            <a:fillRect/>
          </a:stretch>
        </p:blipFill>
        <p:spPr>
          <a:xfrm>
            <a:off x="10137953" y="2066544"/>
            <a:ext cx="932688" cy="932688"/>
          </a:xfrm>
          <a:prstGeom prst="rect">
            <a:avLst/>
          </a:prstGeom>
        </p:spPr>
      </p:pic>
      <p:sp>
        <p:nvSpPr>
          <p:cNvPr id="82" name="Text 73"/>
          <p:cNvSpPr/>
          <p:nvPr/>
        </p:nvSpPr>
        <p:spPr>
          <a:xfrm>
            <a:off x="9964217" y="3035808"/>
            <a:ext cx="1280160" cy="292608"/>
          </a:xfrm>
          <a:prstGeom prst="roundRect">
            <a:avLst>
              <a:gd name="adj" fmla="val 15625"/>
            </a:avLst>
          </a:prstGeom>
          <a:solidFill>
            <a:srgbClr val="4A5A70"/>
          </a:solidFill>
          <a:ln/>
        </p:spPr>
        <p:txBody>
          <a:bodyPr wrap="square" lIns="0" tIns="0" rIns="0" bIns="0" rtlCol="0" anchor="ctr"/>
          <a:lstStyle/>
          <a:p>
            <a:pPr algn="ctr" indent="0" marL="0">
              <a:buNone/>
            </a:pPr>
            <a:r>
              <a:rPr lang="en-US" sz="1200" b="1" dirty="0">
                <a:solidFill>
                  <a:srgbClr val="FFFFFF"/>
                </a:solidFill>
              </a:rPr>
              <a:t>verbe court</a:t>
            </a:r>
            <a:endParaRPr lang="en-US" sz="1200" dirty="0"/>
          </a:p>
        </p:txBody>
      </p:sp>
      <p:sp>
        <p:nvSpPr>
          <p:cNvPr id="83" name="Text 74"/>
          <p:cNvSpPr txBox="1"/>
          <p:nvPr/>
        </p:nvSpPr>
        <p:spPr>
          <a:xfrm>
            <a:off x="9614002" y="3456432"/>
            <a:ext cx="1980590" cy="466344"/>
          </a:xfrm>
          <a:prstGeom prst="rect">
            <a:avLst/>
          </a:prstGeom>
          <a:noFill/>
          <a:ln/>
        </p:spPr>
        <p:txBody>
          <a:bodyPr wrap="square" lIns="0" tIns="0" rIns="0" bIns="0" rtlCol="0" anchor="ctr"/>
          <a:lstStyle/>
          <a:p>
            <a:pPr algn="ctr" indent="0" marL="0">
              <a:buNone/>
            </a:pPr>
            <a:r>
              <a:rPr lang="en-US" sz="1900" dirty="0">
                <a:solidFill>
                  <a:schemeClr val="tx1"/>
                </a:solidFill>
              </a:rPr>
              <a:t>ik zie</a:t>
            </a:r>
            <a:endParaRPr lang="en-US" sz="1900" dirty="0"/>
          </a:p>
        </p:txBody>
      </p:sp>
      <p:sp>
        <p:nvSpPr>
          <p:cNvPr id="84" name="Shape 75"/>
          <p:cNvSpPr/>
          <p:nvPr/>
        </p:nvSpPr>
        <p:spPr>
          <a:xfrm>
            <a:off x="9678010" y="3922776"/>
            <a:ext cx="1852574" cy="914"/>
          </a:xfrm>
          <a:prstGeom prst="line">
            <a:avLst/>
          </a:prstGeom>
          <a:noFill/>
          <a:ln w="9525">
            <a:solidFill>
              <a:srgbClr val="D5DCE6"/>
            </a:solidFill>
            <a:prstDash val="solid"/>
          </a:ln>
        </p:spPr>
      </p:sp>
      <p:sp>
        <p:nvSpPr>
          <p:cNvPr id="85" name="Text 76"/>
          <p:cNvSpPr txBox="1"/>
          <p:nvPr/>
        </p:nvSpPr>
        <p:spPr>
          <a:xfrm>
            <a:off x="9614002" y="3922776"/>
            <a:ext cx="1980590" cy="466344"/>
          </a:xfrm>
          <a:prstGeom prst="rect">
            <a:avLst/>
          </a:prstGeom>
          <a:noFill/>
          <a:ln/>
        </p:spPr>
        <p:txBody>
          <a:bodyPr wrap="square" lIns="0" tIns="0" rIns="0" bIns="0" rtlCol="0" anchor="ctr"/>
          <a:lstStyle/>
          <a:p>
            <a:pPr algn="ctr" indent="0" marL="0">
              <a:buNone/>
            </a:pPr>
            <a:r>
              <a:rPr lang="en-US" sz="1900" dirty="0">
                <a:solidFill>
                  <a:schemeClr val="tx1"/>
                </a:solidFill>
              </a:rPr>
              <a:t>jij zie</a:t>
            </a:r>
            <a:r>
              <a:rPr lang="en-US" sz="1900" b="1" dirty="0">
                <a:solidFill>
                  <a:schemeClr val="accent1"/>
                </a:solidFill>
              </a:rPr>
              <a:t>t</a:t>
            </a:r>
            <a:endParaRPr lang="en-US" sz="1900" dirty="0"/>
          </a:p>
        </p:txBody>
      </p:sp>
      <p:sp>
        <p:nvSpPr>
          <p:cNvPr id="86" name="Shape 77"/>
          <p:cNvSpPr/>
          <p:nvPr/>
        </p:nvSpPr>
        <p:spPr>
          <a:xfrm>
            <a:off x="9623146" y="4416552"/>
            <a:ext cx="1962302" cy="411480"/>
          </a:xfrm>
          <a:prstGeom prst="roundRect">
            <a:avLst>
              <a:gd name="adj" fmla="val 8889"/>
            </a:avLst>
          </a:prstGeom>
          <a:solidFill>
            <a:srgbClr val="FBEDEC"/>
          </a:solidFill>
          <a:ln w="12700">
            <a:solidFill>
              <a:srgbClr val="FFFFFF">
                <a:alpha val="0"/>
              </a:srgbClr>
            </a:solidFill>
            <a:prstDash val="solid"/>
          </a:ln>
        </p:spPr>
      </p:sp>
      <p:sp>
        <p:nvSpPr>
          <p:cNvPr id="87" name="Shape 78"/>
          <p:cNvSpPr/>
          <p:nvPr/>
        </p:nvSpPr>
        <p:spPr>
          <a:xfrm>
            <a:off x="9678010" y="4389120"/>
            <a:ext cx="1852574" cy="914"/>
          </a:xfrm>
          <a:prstGeom prst="line">
            <a:avLst/>
          </a:prstGeom>
          <a:noFill/>
          <a:ln w="9525">
            <a:solidFill>
              <a:srgbClr val="D5DCE6"/>
            </a:solidFill>
            <a:prstDash val="solid"/>
          </a:ln>
        </p:spPr>
      </p:sp>
      <p:sp>
        <p:nvSpPr>
          <p:cNvPr id="88" name="Text 79"/>
          <p:cNvSpPr txBox="1"/>
          <p:nvPr/>
        </p:nvSpPr>
        <p:spPr>
          <a:xfrm>
            <a:off x="9614002" y="4389120"/>
            <a:ext cx="1980590" cy="466344"/>
          </a:xfrm>
          <a:prstGeom prst="rect">
            <a:avLst/>
          </a:prstGeom>
          <a:noFill/>
          <a:ln/>
        </p:spPr>
        <p:txBody>
          <a:bodyPr wrap="square" lIns="0" tIns="0" rIns="0" bIns="0" rtlCol="0" anchor="ctr"/>
          <a:lstStyle/>
          <a:p>
            <a:pPr algn="ctr" indent="0" marL="0">
              <a:buNone/>
            </a:pPr>
            <a:r>
              <a:rPr lang="en-US" sz="1900" b="1" dirty="0">
                <a:solidFill>
                  <a:schemeClr val="accent6"/>
                </a:solidFill>
              </a:rPr>
              <a:t>Zie je?</a:t>
            </a:r>
            <a:endParaRPr lang="en-US" sz="1900" dirty="0"/>
          </a:p>
        </p:txBody>
      </p:sp>
      <p:sp>
        <p:nvSpPr>
          <p:cNvPr id="89" name="Shape 80"/>
          <p:cNvSpPr/>
          <p:nvPr/>
        </p:nvSpPr>
        <p:spPr>
          <a:xfrm>
            <a:off x="9678010" y="4855464"/>
            <a:ext cx="1852574" cy="914"/>
          </a:xfrm>
          <a:prstGeom prst="line">
            <a:avLst/>
          </a:prstGeom>
          <a:noFill/>
          <a:ln w="9525">
            <a:solidFill>
              <a:srgbClr val="D5DCE6"/>
            </a:solidFill>
            <a:prstDash val="solid"/>
          </a:ln>
        </p:spPr>
      </p:sp>
      <p:sp>
        <p:nvSpPr>
          <p:cNvPr id="90" name="Text 81"/>
          <p:cNvSpPr txBox="1"/>
          <p:nvPr/>
        </p:nvSpPr>
        <p:spPr>
          <a:xfrm>
            <a:off x="9614002" y="4855464"/>
            <a:ext cx="1980590" cy="466344"/>
          </a:xfrm>
          <a:prstGeom prst="rect">
            <a:avLst/>
          </a:prstGeom>
          <a:noFill/>
          <a:ln/>
        </p:spPr>
        <p:txBody>
          <a:bodyPr wrap="square" lIns="0" tIns="0" rIns="0" bIns="0" rtlCol="0" anchor="ctr"/>
          <a:lstStyle/>
          <a:p>
            <a:pPr algn="ctr" indent="0" marL="0">
              <a:buNone/>
            </a:pPr>
            <a:r>
              <a:rPr lang="en-US" sz="1900" dirty="0">
                <a:solidFill>
                  <a:schemeClr val="tx1"/>
                </a:solidFill>
              </a:rPr>
              <a:t>hij zie</a:t>
            </a:r>
            <a:r>
              <a:rPr lang="en-US" sz="1900" b="1" dirty="0">
                <a:solidFill>
                  <a:schemeClr val="accent1"/>
                </a:solidFill>
              </a:rPr>
              <a:t>t</a:t>
            </a:r>
            <a:endParaRPr lang="en-US" sz="1900" dirty="0"/>
          </a:p>
        </p:txBody>
      </p:sp>
      <p:sp>
        <p:nvSpPr>
          <p:cNvPr id="91" name="Shape 82"/>
          <p:cNvSpPr/>
          <p:nvPr/>
        </p:nvSpPr>
        <p:spPr>
          <a:xfrm>
            <a:off x="9623146" y="5349240"/>
            <a:ext cx="1962302" cy="411480"/>
          </a:xfrm>
          <a:prstGeom prst="roundRect">
            <a:avLst>
              <a:gd name="adj" fmla="val 8889"/>
            </a:avLst>
          </a:prstGeom>
          <a:solidFill>
            <a:srgbClr val="FBEDEC"/>
          </a:solidFill>
          <a:ln w="12700">
            <a:solidFill>
              <a:srgbClr val="FFFFFF">
                <a:alpha val="0"/>
              </a:srgbClr>
            </a:solidFill>
            <a:prstDash val="solid"/>
          </a:ln>
        </p:spPr>
      </p:sp>
      <p:sp>
        <p:nvSpPr>
          <p:cNvPr id="92" name="Shape 83"/>
          <p:cNvSpPr/>
          <p:nvPr/>
        </p:nvSpPr>
        <p:spPr>
          <a:xfrm>
            <a:off x="9678010" y="5321808"/>
            <a:ext cx="1852574" cy="914"/>
          </a:xfrm>
          <a:prstGeom prst="line">
            <a:avLst/>
          </a:prstGeom>
          <a:noFill/>
          <a:ln w="9525">
            <a:solidFill>
              <a:srgbClr val="D5DCE6"/>
            </a:solidFill>
            <a:prstDash val="solid"/>
          </a:ln>
        </p:spPr>
      </p:sp>
      <p:sp>
        <p:nvSpPr>
          <p:cNvPr id="93" name="Text 84"/>
          <p:cNvSpPr txBox="1"/>
          <p:nvPr/>
        </p:nvSpPr>
        <p:spPr>
          <a:xfrm>
            <a:off x="9614002" y="5321808"/>
            <a:ext cx="1980590" cy="466344"/>
          </a:xfrm>
          <a:prstGeom prst="rect">
            <a:avLst/>
          </a:prstGeom>
          <a:noFill/>
          <a:ln/>
        </p:spPr>
        <p:txBody>
          <a:bodyPr wrap="square" lIns="0" tIns="0" rIns="0" bIns="0" rtlCol="0" anchor="ctr"/>
          <a:lstStyle/>
          <a:p>
            <a:pPr algn="ctr" indent="0" marL="0">
              <a:buNone/>
            </a:pPr>
            <a:r>
              <a:rPr lang="en-US" sz="1900" b="1" dirty="0">
                <a:solidFill>
                  <a:schemeClr val="accent6"/>
                </a:solidFill>
              </a:rPr>
              <a:t>Ziet u?</a:t>
            </a:r>
            <a:endParaRPr lang="en-US" sz="1900" dirty="0"/>
          </a:p>
        </p:txBody>
      </p:sp>
      <p:sp>
        <p:nvSpPr>
          <p:cNvPr id="94" name="Shape 85"/>
          <p:cNvSpPr/>
          <p:nvPr/>
        </p:nvSpPr>
        <p:spPr>
          <a:xfrm>
            <a:off x="9678010" y="5788152"/>
            <a:ext cx="1852574" cy="914"/>
          </a:xfrm>
          <a:prstGeom prst="line">
            <a:avLst/>
          </a:prstGeom>
          <a:noFill/>
          <a:ln w="9525">
            <a:solidFill>
              <a:srgbClr val="D5DCE6"/>
            </a:solidFill>
            <a:prstDash val="solid"/>
          </a:ln>
        </p:spPr>
      </p:sp>
      <p:sp>
        <p:nvSpPr>
          <p:cNvPr id="95" name="Text 86"/>
          <p:cNvSpPr txBox="1"/>
          <p:nvPr/>
        </p:nvSpPr>
        <p:spPr>
          <a:xfrm>
            <a:off x="9614002" y="5788152"/>
            <a:ext cx="1980590" cy="466344"/>
          </a:xfrm>
          <a:prstGeom prst="rect">
            <a:avLst/>
          </a:prstGeom>
          <a:noFill/>
          <a:ln/>
        </p:spPr>
        <p:txBody>
          <a:bodyPr wrap="square" lIns="0" tIns="0" rIns="0" bIns="0" rtlCol="0" anchor="ctr"/>
          <a:lstStyle/>
          <a:p>
            <a:pPr algn="ctr" indent="0" marL="0">
              <a:buNone/>
            </a:pPr>
            <a:r>
              <a:rPr lang="en-US" sz="1900" dirty="0">
                <a:solidFill>
                  <a:schemeClr val="tx1"/>
                </a:solidFill>
              </a:rPr>
              <a:t>wij zien</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vrais irréguliers — à apprendre par cœur</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Shape 2"/>
          <p:cNvSpPr/>
          <p:nvPr/>
        </p:nvSpPr>
        <p:spPr>
          <a:xfrm>
            <a:off x="548640" y="1554480"/>
            <a:ext cx="1965960" cy="4709160"/>
          </a:xfrm>
          <a:prstGeom prst="roundRect">
            <a:avLst>
              <a:gd name="adj" fmla="val 3721"/>
            </a:avLst>
          </a:prstGeom>
          <a:solidFill>
            <a:schemeClr val="bg2"/>
          </a:solidFill>
          <a:ln w="12700">
            <a:solidFill>
              <a:srgbClr val="D5DCE6"/>
            </a:solidFill>
            <a:prstDash val="solid"/>
          </a:ln>
        </p:spPr>
      </p:sp>
      <p:sp>
        <p:nvSpPr>
          <p:cNvPr id="6" name="Shape 3"/>
          <p:cNvSpPr/>
          <p:nvPr/>
        </p:nvSpPr>
        <p:spPr>
          <a:xfrm>
            <a:off x="1188720" y="1691640"/>
            <a:ext cx="685800" cy="685800"/>
          </a:xfrm>
          <a:prstGeom prst="ellipse">
            <a:avLst/>
          </a:prstGeom>
          <a:solidFill>
            <a:schemeClr val="accent1"/>
          </a:solidFill>
          <a:ln w="12700">
            <a:solidFill>
              <a:srgbClr val="FFFFFF">
                <a:alpha val="0"/>
              </a:srgbClr>
            </a:solidFill>
            <a:prstDash val="solid"/>
          </a:ln>
        </p:spPr>
      </p:sp>
      <p:pic>
        <p:nvPicPr>
          <p:cNvPr id="7" name="Image 0" descr="Star">    </p:cNvPr>
          <p:cNvPicPr>
            <a:picLocks noChangeAspect="1"/>
          </p:cNvPicPr>
          <p:nvPr/>
        </p:nvPicPr>
        <p:blipFill>
          <a:blip r:embed="rId1"/>
          <a:stretch>
            <a:fillRect/>
          </a:stretch>
        </p:blipFill>
        <p:spPr>
          <a:xfrm>
            <a:off x="1353312" y="1856232"/>
            <a:ext cx="356616" cy="356616"/>
          </a:xfrm>
          <a:prstGeom prst="rect">
            <a:avLst/>
          </a:prstGeom>
        </p:spPr>
      </p:pic>
      <p:sp>
        <p:nvSpPr>
          <p:cNvPr id="8" name="Text 4"/>
          <p:cNvSpPr txBox="1"/>
          <p:nvPr/>
        </p:nvSpPr>
        <p:spPr>
          <a:xfrm>
            <a:off x="640080" y="2450592"/>
            <a:ext cx="1783080" cy="365760"/>
          </a:xfrm>
          <a:prstGeom prst="rect">
            <a:avLst/>
          </a:prstGeom>
          <a:noFill/>
          <a:ln/>
        </p:spPr>
        <p:txBody>
          <a:bodyPr wrap="square" lIns="0" tIns="0" rIns="0" bIns="0" rtlCol="0" anchor="t"/>
          <a:lstStyle/>
          <a:p>
            <a:pPr algn="ctr" indent="0" marL="0">
              <a:buNone/>
            </a:pPr>
            <a:r>
              <a:rPr lang="en-US" sz="1600" b="1" dirty="0">
                <a:solidFill>
                  <a:schemeClr val="accent5"/>
                </a:solidFill>
              </a:rPr>
              <a:t>Rappel (M2)</a:t>
            </a:r>
            <a:endParaRPr lang="en-US" sz="1600" dirty="0"/>
          </a:p>
        </p:txBody>
      </p:sp>
      <p:sp>
        <p:nvSpPr>
          <p:cNvPr id="9" name="Text 5"/>
          <p:cNvSpPr txBox="1"/>
          <p:nvPr/>
        </p:nvSpPr>
        <p:spPr>
          <a:xfrm>
            <a:off x="685800" y="2880360"/>
            <a:ext cx="1691640" cy="3200400"/>
          </a:xfrm>
          <a:prstGeom prst="rect">
            <a:avLst/>
          </a:prstGeom>
          <a:noFill/>
          <a:ln/>
        </p:spPr>
        <p:txBody>
          <a:bodyPr wrap="square" lIns="0" tIns="0" rIns="0" bIns="0" rtlCol="0" anchor="ctr"/>
          <a:lstStyle/>
          <a:p>
            <a:pPr algn="ctr" indent="0" marL="0">
              <a:spcAft>
                <a:spcPts val="400"/>
              </a:spcAft>
              <a:buNone/>
            </a:pPr>
            <a:r>
              <a:rPr lang="en-US" sz="1800" b="1" i="1" dirty="0">
                <a:solidFill>
                  <a:schemeClr val="tx1"/>
                </a:solidFill>
              </a:rPr>
              <a:t>zijn</a:t>
            </a:r>
            <a:endParaRPr lang="en-US" sz="1800" dirty="0"/>
          </a:p>
          <a:p>
            <a:pPr algn="ctr" indent="0" marL="0">
              <a:spcAft>
                <a:spcPts val="400"/>
              </a:spcAft>
              <a:buNone/>
            </a:pPr>
            <a:r>
              <a:rPr lang="en-US" sz="1800" i="1" dirty="0">
                <a:solidFill>
                  <a:schemeClr val="tx1"/>
                </a:solidFill>
              </a:rPr>
              <a:t>ben, bent, is, zijn</a:t>
            </a:r>
            <a:endParaRPr lang="en-US" sz="1800" dirty="0"/>
          </a:p>
          <a:p>
            <a:pPr algn="ctr" indent="0" marL="0">
              <a:spcAft>
                <a:spcPts val="400"/>
              </a:spcAft>
              <a:buNone/>
            </a:pPr>
            <a:r>
              <a:rPr lang="en-US" sz="1800" b="1" i="1" dirty="0">
                <a:solidFill>
                  <a:schemeClr val="tx1"/>
                </a:solidFill>
              </a:rPr>
              <a:t>hebben</a:t>
            </a:r>
            <a:endParaRPr lang="en-US" sz="1800" dirty="0"/>
          </a:p>
          <a:p>
            <a:pPr algn="ctr" indent="0" marL="0">
              <a:spcAft>
                <a:spcPts val="400"/>
              </a:spcAft>
              <a:buNone/>
            </a:pPr>
            <a:r>
              <a:rPr lang="en-US" sz="1800" i="1" dirty="0">
                <a:solidFill>
                  <a:schemeClr val="tx1"/>
                </a:solidFill>
              </a:rPr>
              <a:t>heb, hebt, heeft, hebben</a:t>
            </a:r>
            <a:endParaRPr lang="en-US" sz="1800" dirty="0"/>
          </a:p>
        </p:txBody>
      </p:sp>
      <p:sp>
        <p:nvSpPr>
          <p:cNvPr id="10" name="Shape 6"/>
          <p:cNvSpPr/>
          <p:nvPr/>
        </p:nvSpPr>
        <p:spPr>
          <a:xfrm>
            <a:off x="2743200" y="1554480"/>
            <a:ext cx="2084832" cy="4709160"/>
          </a:xfrm>
          <a:prstGeom prst="roundRect">
            <a:avLst>
              <a:gd name="adj" fmla="val 3509"/>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1" name="Shape 7"/>
          <p:cNvSpPr/>
          <p:nvPr/>
        </p:nvSpPr>
        <p:spPr>
          <a:xfrm>
            <a:off x="2852928" y="1645920"/>
            <a:ext cx="457200" cy="457200"/>
          </a:xfrm>
          <a:prstGeom prst="ellipse">
            <a:avLst/>
          </a:prstGeom>
          <a:solidFill>
            <a:schemeClr val="accent2"/>
          </a:solidFill>
          <a:ln w="12700">
            <a:solidFill>
              <a:srgbClr val="FFFFFF">
                <a:alpha val="0"/>
              </a:srgbClr>
            </a:solidFill>
            <a:prstDash val="solid"/>
          </a:ln>
        </p:spPr>
      </p:sp>
      <p:pic>
        <p:nvPicPr>
          <p:cNvPr id="12" name="Image 1" descr="MuscleUp">    </p:cNvPr>
          <p:cNvPicPr>
            <a:picLocks noChangeAspect="1"/>
          </p:cNvPicPr>
          <p:nvPr/>
        </p:nvPicPr>
        <p:blipFill>
          <a:blip r:embed="rId2"/>
          <a:stretch>
            <a:fillRect/>
          </a:stretch>
        </p:blipFill>
        <p:spPr>
          <a:xfrm>
            <a:off x="2962656" y="1755648"/>
            <a:ext cx="237744" cy="237744"/>
          </a:xfrm>
          <a:prstGeom prst="rect">
            <a:avLst/>
          </a:prstGeom>
        </p:spPr>
      </p:pic>
      <p:sp>
        <p:nvSpPr>
          <p:cNvPr id="13" name="Text 8"/>
          <p:cNvSpPr txBox="1"/>
          <p:nvPr/>
        </p:nvSpPr>
        <p:spPr>
          <a:xfrm>
            <a:off x="3383280" y="1627632"/>
            <a:ext cx="1399032" cy="475488"/>
          </a:xfrm>
          <a:prstGeom prst="rect">
            <a:avLst/>
          </a:prstGeom>
          <a:noFill/>
          <a:ln/>
        </p:spPr>
        <p:txBody>
          <a:bodyPr wrap="square" lIns="0" tIns="0" rIns="0" bIns="0" rtlCol="0" anchor="ctr"/>
          <a:lstStyle/>
          <a:p>
            <a:pPr algn="l" indent="0" marL="0">
              <a:buNone/>
            </a:pPr>
            <a:r>
              <a:rPr lang="en-US" sz="2100" b="1" dirty="0">
                <a:solidFill>
                  <a:schemeClr val="tx2"/>
                </a:solidFill>
                <a:latin typeface="+mj-lt" pitchFamily="34" charset="0"/>
                <a:ea typeface="+mj-lt" pitchFamily="34" charset="-122"/>
                <a:cs typeface="+mj-lt" pitchFamily="34" charset="-120"/>
              </a:rPr>
              <a:t>kunnen</a:t>
            </a:r>
            <a:endParaRPr lang="en-US" sz="2100" dirty="0"/>
          </a:p>
        </p:txBody>
      </p:sp>
      <p:sp>
        <p:nvSpPr>
          <p:cNvPr id="14" name="Text 9"/>
          <p:cNvSpPr txBox="1"/>
          <p:nvPr/>
        </p:nvSpPr>
        <p:spPr>
          <a:xfrm>
            <a:off x="2852928" y="2130552"/>
            <a:ext cx="1865376" cy="329184"/>
          </a:xfrm>
          <a:prstGeom prst="rect">
            <a:avLst/>
          </a:prstGeom>
          <a:noFill/>
          <a:ln/>
        </p:spPr>
        <p:txBody>
          <a:bodyPr wrap="square" lIns="0" tIns="0" rIns="0" bIns="0" rtlCol="0" anchor="ctr"/>
          <a:lstStyle/>
          <a:p>
            <a:pPr algn="l" indent="0" marL="0">
              <a:buNone/>
            </a:pPr>
            <a:r>
              <a:rPr lang="en-US" sz="1400" i="1" dirty="0">
                <a:solidFill>
                  <a:schemeClr val="accent5"/>
                </a:solidFill>
              </a:rPr>
              <a:t>pouvoir, savoir</a:t>
            </a:r>
            <a:endParaRPr lang="en-US" sz="1400" dirty="0"/>
          </a:p>
        </p:txBody>
      </p:sp>
      <p:sp>
        <p:nvSpPr>
          <p:cNvPr id="15" name="Shape 10"/>
          <p:cNvSpPr/>
          <p:nvPr/>
        </p:nvSpPr>
        <p:spPr>
          <a:xfrm>
            <a:off x="2779776" y="2514600"/>
            <a:ext cx="2011680" cy="918972"/>
          </a:xfrm>
          <a:prstGeom prst="rect">
            <a:avLst/>
          </a:prstGeom>
          <a:solidFill>
            <a:srgbClr val="FFFFFF"/>
          </a:solidFill>
          <a:ln w="12700">
            <a:solidFill>
              <a:srgbClr val="FFFFFF">
                <a:alpha val="0"/>
              </a:srgbClr>
            </a:solidFill>
            <a:prstDash val="solid"/>
          </a:ln>
        </p:spPr>
      </p:sp>
      <p:sp>
        <p:nvSpPr>
          <p:cNvPr id="16" name="Text 11"/>
          <p:cNvSpPr txBox="1"/>
          <p:nvPr/>
        </p:nvSpPr>
        <p:spPr>
          <a:xfrm>
            <a:off x="2880360" y="2569464"/>
            <a:ext cx="1810512" cy="274320"/>
          </a:xfrm>
          <a:prstGeom prst="rect">
            <a:avLst/>
          </a:prstGeom>
          <a:noFill/>
          <a:ln/>
        </p:spPr>
        <p:txBody>
          <a:bodyPr wrap="square" lIns="0" tIns="0" rIns="0" bIns="0" rtlCol="0" anchor="t"/>
          <a:lstStyle/>
          <a:p>
            <a:pPr algn="l" indent="0" marL="0">
              <a:buNone/>
            </a:pPr>
            <a:r>
              <a:rPr lang="en-US" sz="1300" dirty="0">
                <a:solidFill>
                  <a:schemeClr val="accent5"/>
                </a:solidFill>
              </a:rPr>
              <a:t>ik</a:t>
            </a:r>
            <a:endParaRPr lang="en-US" sz="1300" dirty="0"/>
          </a:p>
        </p:txBody>
      </p:sp>
      <p:sp>
        <p:nvSpPr>
          <p:cNvPr id="17" name="Text 12"/>
          <p:cNvSpPr txBox="1"/>
          <p:nvPr/>
        </p:nvSpPr>
        <p:spPr>
          <a:xfrm>
            <a:off x="2880360" y="2843784"/>
            <a:ext cx="1810512" cy="530352"/>
          </a:xfrm>
          <a:prstGeom prst="rect">
            <a:avLst/>
          </a:prstGeom>
          <a:noFill/>
          <a:ln/>
        </p:spPr>
        <p:txBody>
          <a:bodyPr wrap="square" lIns="0" tIns="0" rIns="0" bIns="0" rtlCol="0" anchor="ctr"/>
          <a:lstStyle/>
          <a:p>
            <a:pPr algn="l" indent="0" marL="0">
              <a:buNone/>
            </a:pPr>
            <a:r>
              <a:rPr lang="en-US" sz="2400" b="1" dirty="0">
                <a:solidFill>
                  <a:schemeClr val="tx1"/>
                </a:solidFill>
              </a:rPr>
              <a:t>kan</a:t>
            </a:r>
            <a:endParaRPr lang="en-US" sz="2400" dirty="0"/>
          </a:p>
        </p:txBody>
      </p:sp>
      <p:sp>
        <p:nvSpPr>
          <p:cNvPr id="18" name="Shape 13"/>
          <p:cNvSpPr/>
          <p:nvPr/>
        </p:nvSpPr>
        <p:spPr>
          <a:xfrm>
            <a:off x="2779776" y="3451860"/>
            <a:ext cx="2011680" cy="918972"/>
          </a:xfrm>
          <a:prstGeom prst="rect">
            <a:avLst/>
          </a:prstGeom>
          <a:solidFill>
            <a:srgbClr val="EEF3F8"/>
          </a:solidFill>
          <a:ln w="12700">
            <a:solidFill>
              <a:srgbClr val="FFFFFF">
                <a:alpha val="0"/>
              </a:srgbClr>
            </a:solidFill>
            <a:prstDash val="solid"/>
          </a:ln>
        </p:spPr>
      </p:sp>
      <p:sp>
        <p:nvSpPr>
          <p:cNvPr id="19" name="Text 14"/>
          <p:cNvSpPr txBox="1"/>
          <p:nvPr/>
        </p:nvSpPr>
        <p:spPr>
          <a:xfrm>
            <a:off x="2880360" y="3506724"/>
            <a:ext cx="1810512" cy="274320"/>
          </a:xfrm>
          <a:prstGeom prst="rect">
            <a:avLst/>
          </a:prstGeom>
          <a:noFill/>
          <a:ln/>
        </p:spPr>
        <p:txBody>
          <a:bodyPr wrap="square" lIns="0" tIns="0" rIns="0" bIns="0" rtlCol="0" anchor="t"/>
          <a:lstStyle/>
          <a:p>
            <a:pPr algn="l" indent="0" marL="0">
              <a:buNone/>
            </a:pPr>
            <a:r>
              <a:rPr lang="en-US" sz="1300" dirty="0">
                <a:solidFill>
                  <a:schemeClr val="accent5"/>
                </a:solidFill>
              </a:rPr>
              <a:t>jij / u</a:t>
            </a:r>
            <a:endParaRPr lang="en-US" sz="1300" dirty="0"/>
          </a:p>
        </p:txBody>
      </p:sp>
      <p:sp>
        <p:nvSpPr>
          <p:cNvPr id="20" name="Text 15"/>
          <p:cNvSpPr txBox="1"/>
          <p:nvPr/>
        </p:nvSpPr>
        <p:spPr>
          <a:xfrm>
            <a:off x="2880360" y="3781044"/>
            <a:ext cx="1810512" cy="530352"/>
          </a:xfrm>
          <a:prstGeom prst="rect">
            <a:avLst/>
          </a:prstGeom>
          <a:noFill/>
          <a:ln/>
        </p:spPr>
        <p:txBody>
          <a:bodyPr wrap="square" lIns="0" tIns="0" rIns="0" bIns="0" rtlCol="0" anchor="ctr"/>
          <a:lstStyle/>
          <a:p>
            <a:pPr algn="l" indent="0" marL="0">
              <a:buNone/>
            </a:pPr>
            <a:r>
              <a:rPr lang="en-US" sz="2400" b="1" dirty="0">
                <a:solidFill>
                  <a:schemeClr val="tx1"/>
                </a:solidFill>
              </a:rPr>
              <a:t>kun</a:t>
            </a:r>
            <a:r>
              <a:rPr lang="en-US" sz="2400" b="1" dirty="0">
                <a:solidFill>
                  <a:schemeClr val="accent1"/>
                </a:solidFill>
              </a:rPr>
              <a:t>t</a:t>
            </a:r>
            <a:r>
              <a:rPr lang="en-US" sz="2400" b="1" dirty="0">
                <a:solidFill>
                  <a:schemeClr val="tx1"/>
                </a:solidFill>
              </a:rPr>
              <a:t> / kan</a:t>
            </a:r>
            <a:endParaRPr lang="en-US" sz="2400" dirty="0"/>
          </a:p>
        </p:txBody>
      </p:sp>
      <p:sp>
        <p:nvSpPr>
          <p:cNvPr id="21" name="Shape 16"/>
          <p:cNvSpPr/>
          <p:nvPr/>
        </p:nvSpPr>
        <p:spPr>
          <a:xfrm>
            <a:off x="2779776" y="4389120"/>
            <a:ext cx="2011680" cy="918972"/>
          </a:xfrm>
          <a:prstGeom prst="rect">
            <a:avLst/>
          </a:prstGeom>
          <a:solidFill>
            <a:srgbClr val="EEF3F8"/>
          </a:solidFill>
          <a:ln w="12700">
            <a:solidFill>
              <a:srgbClr val="FFFFFF">
                <a:alpha val="0"/>
              </a:srgbClr>
            </a:solidFill>
            <a:prstDash val="solid"/>
          </a:ln>
        </p:spPr>
      </p:sp>
      <p:sp>
        <p:nvSpPr>
          <p:cNvPr id="22" name="Text 17"/>
          <p:cNvSpPr txBox="1"/>
          <p:nvPr/>
        </p:nvSpPr>
        <p:spPr>
          <a:xfrm>
            <a:off x="2880360" y="4443984"/>
            <a:ext cx="1810512" cy="274320"/>
          </a:xfrm>
          <a:prstGeom prst="rect">
            <a:avLst/>
          </a:prstGeom>
          <a:noFill/>
          <a:ln/>
        </p:spPr>
        <p:txBody>
          <a:bodyPr wrap="square" lIns="0" tIns="0" rIns="0" bIns="0" rtlCol="0" anchor="t"/>
          <a:lstStyle/>
          <a:p>
            <a:pPr algn="l" indent="0" marL="0">
              <a:buNone/>
            </a:pPr>
            <a:r>
              <a:rPr lang="en-US" sz="1300" dirty="0">
                <a:solidFill>
                  <a:schemeClr val="accent5"/>
                </a:solidFill>
              </a:rPr>
              <a:t>hij / zij</a:t>
            </a:r>
            <a:endParaRPr lang="en-US" sz="1300" dirty="0"/>
          </a:p>
        </p:txBody>
      </p:sp>
      <p:sp>
        <p:nvSpPr>
          <p:cNvPr id="23" name="Shape 18"/>
          <p:cNvSpPr/>
          <p:nvPr/>
        </p:nvSpPr>
        <p:spPr>
          <a:xfrm>
            <a:off x="2834640" y="4718304"/>
            <a:ext cx="868680" cy="530352"/>
          </a:xfrm>
          <a:prstGeom prst="ellipse">
            <a:avLst/>
          </a:prstGeom>
          <a:noFill/>
          <a:ln w="28575">
            <a:solidFill>
              <a:srgbClr val="D9700F"/>
            </a:solidFill>
            <a:prstDash val="solid"/>
          </a:ln>
        </p:spPr>
      </p:sp>
      <p:sp>
        <p:nvSpPr>
          <p:cNvPr id="24" name="Text 19"/>
          <p:cNvSpPr txBox="1"/>
          <p:nvPr/>
        </p:nvSpPr>
        <p:spPr>
          <a:xfrm>
            <a:off x="2834640" y="4718304"/>
            <a:ext cx="868680" cy="530352"/>
          </a:xfrm>
          <a:prstGeom prst="rect">
            <a:avLst/>
          </a:prstGeom>
          <a:noFill/>
          <a:ln/>
        </p:spPr>
        <p:txBody>
          <a:bodyPr wrap="square" lIns="0" tIns="0" rIns="0" bIns="0" rtlCol="0" anchor="ctr"/>
          <a:lstStyle/>
          <a:p>
            <a:pPr algn="ctr" indent="0" marL="0">
              <a:buNone/>
            </a:pPr>
            <a:r>
              <a:rPr lang="en-US" sz="2400" b="1" dirty="0">
                <a:solidFill>
                  <a:schemeClr val="tx1"/>
                </a:solidFill>
              </a:rPr>
              <a:t>kan</a:t>
            </a:r>
            <a:endParaRPr lang="en-US" sz="2400" dirty="0"/>
          </a:p>
        </p:txBody>
      </p:sp>
      <p:sp>
        <p:nvSpPr>
          <p:cNvPr id="25" name="Text 20"/>
          <p:cNvSpPr/>
          <p:nvPr/>
        </p:nvSpPr>
        <p:spPr>
          <a:xfrm>
            <a:off x="3767328" y="4818888"/>
            <a:ext cx="932688" cy="329184"/>
          </a:xfrm>
          <a:prstGeom prst="roundRect">
            <a:avLst>
              <a:gd name="adj" fmla="val 13889"/>
            </a:avLst>
          </a:prstGeom>
          <a:solidFill>
            <a:srgbClr val="D9700F"/>
          </a:solidFill>
          <a:ln/>
        </p:spPr>
        <p:txBody>
          <a:bodyPr wrap="square" lIns="0" tIns="0" rIns="0" bIns="0" rtlCol="0" anchor="ctr"/>
          <a:lstStyle/>
          <a:p>
            <a:pPr algn="ctr" indent="0" marL="0">
              <a:buNone/>
            </a:pPr>
            <a:r>
              <a:rPr lang="en-US" sz="1200" b="1" dirty="0">
                <a:solidFill>
                  <a:srgbClr val="FFFFFF"/>
                </a:solidFill>
              </a:rPr>
              <a:t>pas de t !</a:t>
            </a:r>
            <a:endParaRPr lang="en-US" sz="1200" dirty="0"/>
          </a:p>
        </p:txBody>
      </p:sp>
      <p:sp>
        <p:nvSpPr>
          <p:cNvPr id="26" name="Shape 21"/>
          <p:cNvSpPr/>
          <p:nvPr/>
        </p:nvSpPr>
        <p:spPr>
          <a:xfrm>
            <a:off x="2779776" y="5326380"/>
            <a:ext cx="2011680" cy="918972"/>
          </a:xfrm>
          <a:prstGeom prst="rect">
            <a:avLst/>
          </a:prstGeom>
          <a:solidFill>
            <a:srgbClr val="E3E7ED"/>
          </a:solidFill>
          <a:ln w="12700">
            <a:solidFill>
              <a:srgbClr val="FFFFFF">
                <a:alpha val="0"/>
              </a:srgbClr>
            </a:solidFill>
            <a:prstDash val="solid"/>
          </a:ln>
        </p:spPr>
      </p:sp>
      <p:sp>
        <p:nvSpPr>
          <p:cNvPr id="27" name="Text 22"/>
          <p:cNvSpPr txBox="1"/>
          <p:nvPr/>
        </p:nvSpPr>
        <p:spPr>
          <a:xfrm>
            <a:off x="2880360" y="5381244"/>
            <a:ext cx="1810512" cy="274320"/>
          </a:xfrm>
          <a:prstGeom prst="rect">
            <a:avLst/>
          </a:prstGeom>
          <a:noFill/>
          <a:ln/>
        </p:spPr>
        <p:txBody>
          <a:bodyPr wrap="square" lIns="0" tIns="0" rIns="0" bIns="0" rtlCol="0" anchor="t"/>
          <a:lstStyle/>
          <a:p>
            <a:pPr algn="l" indent="0" marL="0">
              <a:buNone/>
            </a:pPr>
            <a:r>
              <a:rPr lang="en-US" sz="1300" dirty="0">
                <a:solidFill>
                  <a:schemeClr val="accent5"/>
                </a:solidFill>
              </a:rPr>
              <a:t>wij · jullie · zij</a:t>
            </a:r>
            <a:endParaRPr lang="en-US" sz="1300" dirty="0"/>
          </a:p>
        </p:txBody>
      </p:sp>
      <p:sp>
        <p:nvSpPr>
          <p:cNvPr id="28" name="Text 23"/>
          <p:cNvSpPr txBox="1"/>
          <p:nvPr/>
        </p:nvSpPr>
        <p:spPr>
          <a:xfrm>
            <a:off x="2880360" y="5655564"/>
            <a:ext cx="1810512" cy="530352"/>
          </a:xfrm>
          <a:prstGeom prst="rect">
            <a:avLst/>
          </a:prstGeom>
          <a:noFill/>
          <a:ln/>
        </p:spPr>
        <p:txBody>
          <a:bodyPr wrap="square" lIns="0" tIns="0" rIns="0" bIns="0" rtlCol="0" anchor="ctr"/>
          <a:lstStyle/>
          <a:p>
            <a:pPr algn="l" indent="0" marL="0">
              <a:buNone/>
            </a:pPr>
            <a:r>
              <a:rPr lang="en-US" sz="2400" dirty="0">
                <a:solidFill>
                  <a:schemeClr val="tx1"/>
                </a:solidFill>
              </a:rPr>
              <a:t>kunnen</a:t>
            </a:r>
            <a:endParaRPr lang="en-US" sz="2400" dirty="0"/>
          </a:p>
        </p:txBody>
      </p:sp>
      <p:sp>
        <p:nvSpPr>
          <p:cNvPr id="29" name="Shape 24"/>
          <p:cNvSpPr/>
          <p:nvPr/>
        </p:nvSpPr>
        <p:spPr>
          <a:xfrm>
            <a:off x="5013655" y="1554480"/>
            <a:ext cx="2084832" cy="4709160"/>
          </a:xfrm>
          <a:prstGeom prst="roundRect">
            <a:avLst>
              <a:gd name="adj" fmla="val 3509"/>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0" name="Shape 25"/>
          <p:cNvSpPr/>
          <p:nvPr/>
        </p:nvSpPr>
        <p:spPr>
          <a:xfrm>
            <a:off x="5123383" y="1645920"/>
            <a:ext cx="457200" cy="457200"/>
          </a:xfrm>
          <a:prstGeom prst="ellipse">
            <a:avLst/>
          </a:prstGeom>
          <a:solidFill>
            <a:schemeClr val="accent6"/>
          </a:solidFill>
          <a:ln w="12700">
            <a:solidFill>
              <a:srgbClr val="FFFFFF">
                <a:alpha val="0"/>
              </a:srgbClr>
            </a:solidFill>
            <a:prstDash val="solid"/>
          </a:ln>
        </p:spPr>
      </p:sp>
      <p:pic>
        <p:nvPicPr>
          <p:cNvPr id="31" name="Image 2" descr="Heart">    </p:cNvPr>
          <p:cNvPicPr>
            <a:picLocks noChangeAspect="1"/>
          </p:cNvPicPr>
          <p:nvPr/>
        </p:nvPicPr>
        <p:blipFill>
          <a:blip r:embed="rId3"/>
          <a:stretch>
            <a:fillRect/>
          </a:stretch>
        </p:blipFill>
        <p:spPr>
          <a:xfrm>
            <a:off x="5233111" y="1755648"/>
            <a:ext cx="237744" cy="237744"/>
          </a:xfrm>
          <a:prstGeom prst="rect">
            <a:avLst/>
          </a:prstGeom>
        </p:spPr>
      </p:pic>
      <p:sp>
        <p:nvSpPr>
          <p:cNvPr id="32" name="Text 26"/>
          <p:cNvSpPr txBox="1"/>
          <p:nvPr/>
        </p:nvSpPr>
        <p:spPr>
          <a:xfrm>
            <a:off x="5653735" y="1627632"/>
            <a:ext cx="1399032" cy="475488"/>
          </a:xfrm>
          <a:prstGeom prst="rect">
            <a:avLst/>
          </a:prstGeom>
          <a:noFill/>
          <a:ln/>
        </p:spPr>
        <p:txBody>
          <a:bodyPr wrap="square" lIns="0" tIns="0" rIns="0" bIns="0" rtlCol="0" anchor="ctr"/>
          <a:lstStyle/>
          <a:p>
            <a:pPr algn="l" indent="0" marL="0">
              <a:buNone/>
            </a:pPr>
            <a:r>
              <a:rPr lang="en-US" sz="2100" b="1" dirty="0">
                <a:solidFill>
                  <a:schemeClr val="tx2"/>
                </a:solidFill>
                <a:latin typeface="+mj-lt" pitchFamily="34" charset="0"/>
                <a:ea typeface="+mj-lt" pitchFamily="34" charset="-122"/>
                <a:cs typeface="+mj-lt" pitchFamily="34" charset="-120"/>
              </a:rPr>
              <a:t>willen</a:t>
            </a:r>
            <a:endParaRPr lang="en-US" sz="2100" dirty="0"/>
          </a:p>
        </p:txBody>
      </p:sp>
      <p:sp>
        <p:nvSpPr>
          <p:cNvPr id="33" name="Text 27"/>
          <p:cNvSpPr txBox="1"/>
          <p:nvPr/>
        </p:nvSpPr>
        <p:spPr>
          <a:xfrm>
            <a:off x="5123383" y="2130552"/>
            <a:ext cx="1865376" cy="329184"/>
          </a:xfrm>
          <a:prstGeom prst="rect">
            <a:avLst/>
          </a:prstGeom>
          <a:noFill/>
          <a:ln/>
        </p:spPr>
        <p:txBody>
          <a:bodyPr wrap="square" lIns="0" tIns="0" rIns="0" bIns="0" rtlCol="0" anchor="ctr"/>
          <a:lstStyle/>
          <a:p>
            <a:pPr algn="l" indent="0" marL="0">
              <a:buNone/>
            </a:pPr>
            <a:r>
              <a:rPr lang="en-US" sz="1400" i="1" dirty="0">
                <a:solidFill>
                  <a:schemeClr val="accent5"/>
                </a:solidFill>
              </a:rPr>
              <a:t>vouloir</a:t>
            </a:r>
            <a:endParaRPr lang="en-US" sz="1400" dirty="0"/>
          </a:p>
        </p:txBody>
      </p:sp>
      <p:sp>
        <p:nvSpPr>
          <p:cNvPr id="34" name="Shape 28"/>
          <p:cNvSpPr/>
          <p:nvPr/>
        </p:nvSpPr>
        <p:spPr>
          <a:xfrm>
            <a:off x="5050231" y="2514600"/>
            <a:ext cx="2011680" cy="918972"/>
          </a:xfrm>
          <a:prstGeom prst="rect">
            <a:avLst/>
          </a:prstGeom>
          <a:solidFill>
            <a:srgbClr val="FFFFFF"/>
          </a:solidFill>
          <a:ln w="12700">
            <a:solidFill>
              <a:srgbClr val="FFFFFF">
                <a:alpha val="0"/>
              </a:srgbClr>
            </a:solidFill>
            <a:prstDash val="solid"/>
          </a:ln>
        </p:spPr>
      </p:sp>
      <p:sp>
        <p:nvSpPr>
          <p:cNvPr id="35" name="Text 29"/>
          <p:cNvSpPr txBox="1"/>
          <p:nvPr/>
        </p:nvSpPr>
        <p:spPr>
          <a:xfrm>
            <a:off x="5150815" y="2569464"/>
            <a:ext cx="1810512" cy="274320"/>
          </a:xfrm>
          <a:prstGeom prst="rect">
            <a:avLst/>
          </a:prstGeom>
          <a:noFill/>
          <a:ln/>
        </p:spPr>
        <p:txBody>
          <a:bodyPr wrap="square" lIns="0" tIns="0" rIns="0" bIns="0" rtlCol="0" anchor="t"/>
          <a:lstStyle/>
          <a:p>
            <a:pPr algn="l" indent="0" marL="0">
              <a:buNone/>
            </a:pPr>
            <a:r>
              <a:rPr lang="en-US" sz="1300" dirty="0">
                <a:solidFill>
                  <a:schemeClr val="accent5"/>
                </a:solidFill>
              </a:rPr>
              <a:t>ik</a:t>
            </a:r>
            <a:endParaRPr lang="en-US" sz="1300" dirty="0"/>
          </a:p>
        </p:txBody>
      </p:sp>
      <p:sp>
        <p:nvSpPr>
          <p:cNvPr id="36" name="Text 30"/>
          <p:cNvSpPr txBox="1"/>
          <p:nvPr/>
        </p:nvSpPr>
        <p:spPr>
          <a:xfrm>
            <a:off x="5150815" y="2843784"/>
            <a:ext cx="1810512" cy="530352"/>
          </a:xfrm>
          <a:prstGeom prst="rect">
            <a:avLst/>
          </a:prstGeom>
          <a:noFill/>
          <a:ln/>
        </p:spPr>
        <p:txBody>
          <a:bodyPr wrap="square" lIns="0" tIns="0" rIns="0" bIns="0" rtlCol="0" anchor="ctr"/>
          <a:lstStyle/>
          <a:p>
            <a:pPr algn="l" indent="0" marL="0">
              <a:buNone/>
            </a:pPr>
            <a:r>
              <a:rPr lang="en-US" sz="2400" b="1" dirty="0">
                <a:solidFill>
                  <a:schemeClr val="tx1"/>
                </a:solidFill>
              </a:rPr>
              <a:t>wil</a:t>
            </a:r>
            <a:endParaRPr lang="en-US" sz="2400" dirty="0"/>
          </a:p>
        </p:txBody>
      </p:sp>
      <p:sp>
        <p:nvSpPr>
          <p:cNvPr id="37" name="Shape 31"/>
          <p:cNvSpPr/>
          <p:nvPr/>
        </p:nvSpPr>
        <p:spPr>
          <a:xfrm>
            <a:off x="5050231" y="3451860"/>
            <a:ext cx="2011680" cy="918972"/>
          </a:xfrm>
          <a:prstGeom prst="rect">
            <a:avLst/>
          </a:prstGeom>
          <a:solidFill>
            <a:srgbClr val="EEF3F8"/>
          </a:solidFill>
          <a:ln w="12700">
            <a:solidFill>
              <a:srgbClr val="FFFFFF">
                <a:alpha val="0"/>
              </a:srgbClr>
            </a:solidFill>
            <a:prstDash val="solid"/>
          </a:ln>
        </p:spPr>
      </p:sp>
      <p:sp>
        <p:nvSpPr>
          <p:cNvPr id="38" name="Text 32"/>
          <p:cNvSpPr txBox="1"/>
          <p:nvPr/>
        </p:nvSpPr>
        <p:spPr>
          <a:xfrm>
            <a:off x="5150815" y="3506724"/>
            <a:ext cx="1810512" cy="274320"/>
          </a:xfrm>
          <a:prstGeom prst="rect">
            <a:avLst/>
          </a:prstGeom>
          <a:noFill/>
          <a:ln/>
        </p:spPr>
        <p:txBody>
          <a:bodyPr wrap="square" lIns="0" tIns="0" rIns="0" bIns="0" rtlCol="0" anchor="t"/>
          <a:lstStyle/>
          <a:p>
            <a:pPr algn="l" indent="0" marL="0">
              <a:buNone/>
            </a:pPr>
            <a:r>
              <a:rPr lang="en-US" sz="1300" dirty="0">
                <a:solidFill>
                  <a:schemeClr val="accent5"/>
                </a:solidFill>
              </a:rPr>
              <a:t>jij / u</a:t>
            </a:r>
            <a:endParaRPr lang="en-US" sz="1300" dirty="0"/>
          </a:p>
        </p:txBody>
      </p:sp>
      <p:sp>
        <p:nvSpPr>
          <p:cNvPr id="39" name="Text 33"/>
          <p:cNvSpPr txBox="1"/>
          <p:nvPr/>
        </p:nvSpPr>
        <p:spPr>
          <a:xfrm>
            <a:off x="5150815" y="3781044"/>
            <a:ext cx="1810512" cy="530352"/>
          </a:xfrm>
          <a:prstGeom prst="rect">
            <a:avLst/>
          </a:prstGeom>
          <a:noFill/>
          <a:ln/>
        </p:spPr>
        <p:txBody>
          <a:bodyPr wrap="square" lIns="0" tIns="0" rIns="0" bIns="0" rtlCol="0" anchor="ctr"/>
          <a:lstStyle/>
          <a:p>
            <a:pPr algn="l" indent="0" marL="0">
              <a:buNone/>
            </a:pPr>
            <a:r>
              <a:rPr lang="en-US" sz="2400" b="1" dirty="0">
                <a:solidFill>
                  <a:schemeClr val="tx1"/>
                </a:solidFill>
              </a:rPr>
              <a:t>wil</a:t>
            </a:r>
            <a:r>
              <a:rPr lang="en-US" sz="2400" b="1" dirty="0">
                <a:solidFill>
                  <a:schemeClr val="accent1"/>
                </a:solidFill>
              </a:rPr>
              <a:t>t</a:t>
            </a:r>
            <a:r>
              <a:rPr lang="en-US" sz="2400" b="1" dirty="0">
                <a:solidFill>
                  <a:schemeClr val="tx1"/>
                </a:solidFill>
              </a:rPr>
              <a:t> / wil</a:t>
            </a:r>
            <a:endParaRPr lang="en-US" sz="2400" dirty="0"/>
          </a:p>
        </p:txBody>
      </p:sp>
      <p:sp>
        <p:nvSpPr>
          <p:cNvPr id="40" name="Shape 34"/>
          <p:cNvSpPr/>
          <p:nvPr/>
        </p:nvSpPr>
        <p:spPr>
          <a:xfrm>
            <a:off x="5050231" y="4389120"/>
            <a:ext cx="2011680" cy="918972"/>
          </a:xfrm>
          <a:prstGeom prst="rect">
            <a:avLst/>
          </a:prstGeom>
          <a:solidFill>
            <a:srgbClr val="EEF3F8"/>
          </a:solidFill>
          <a:ln w="12700">
            <a:solidFill>
              <a:srgbClr val="FFFFFF">
                <a:alpha val="0"/>
              </a:srgbClr>
            </a:solidFill>
            <a:prstDash val="solid"/>
          </a:ln>
        </p:spPr>
      </p:sp>
      <p:sp>
        <p:nvSpPr>
          <p:cNvPr id="41" name="Text 35"/>
          <p:cNvSpPr txBox="1"/>
          <p:nvPr/>
        </p:nvSpPr>
        <p:spPr>
          <a:xfrm>
            <a:off x="5150815" y="4443984"/>
            <a:ext cx="1810512" cy="274320"/>
          </a:xfrm>
          <a:prstGeom prst="rect">
            <a:avLst/>
          </a:prstGeom>
          <a:noFill/>
          <a:ln/>
        </p:spPr>
        <p:txBody>
          <a:bodyPr wrap="square" lIns="0" tIns="0" rIns="0" bIns="0" rtlCol="0" anchor="t"/>
          <a:lstStyle/>
          <a:p>
            <a:pPr algn="l" indent="0" marL="0">
              <a:buNone/>
            </a:pPr>
            <a:r>
              <a:rPr lang="en-US" sz="1300" dirty="0">
                <a:solidFill>
                  <a:schemeClr val="accent5"/>
                </a:solidFill>
              </a:rPr>
              <a:t>hij / zij</a:t>
            </a:r>
            <a:endParaRPr lang="en-US" sz="1300" dirty="0"/>
          </a:p>
        </p:txBody>
      </p:sp>
      <p:sp>
        <p:nvSpPr>
          <p:cNvPr id="42" name="Shape 36"/>
          <p:cNvSpPr/>
          <p:nvPr/>
        </p:nvSpPr>
        <p:spPr>
          <a:xfrm>
            <a:off x="5105095" y="4718304"/>
            <a:ext cx="868680" cy="530352"/>
          </a:xfrm>
          <a:prstGeom prst="ellipse">
            <a:avLst/>
          </a:prstGeom>
          <a:noFill/>
          <a:ln w="28575">
            <a:solidFill>
              <a:srgbClr val="D9700F"/>
            </a:solidFill>
            <a:prstDash val="solid"/>
          </a:ln>
        </p:spPr>
      </p:sp>
      <p:sp>
        <p:nvSpPr>
          <p:cNvPr id="43" name="Text 37"/>
          <p:cNvSpPr txBox="1"/>
          <p:nvPr/>
        </p:nvSpPr>
        <p:spPr>
          <a:xfrm>
            <a:off x="5105095" y="4718304"/>
            <a:ext cx="868680" cy="530352"/>
          </a:xfrm>
          <a:prstGeom prst="rect">
            <a:avLst/>
          </a:prstGeom>
          <a:noFill/>
          <a:ln/>
        </p:spPr>
        <p:txBody>
          <a:bodyPr wrap="square" lIns="0" tIns="0" rIns="0" bIns="0" rtlCol="0" anchor="ctr"/>
          <a:lstStyle/>
          <a:p>
            <a:pPr algn="ctr" indent="0" marL="0">
              <a:buNone/>
            </a:pPr>
            <a:r>
              <a:rPr lang="en-US" sz="2400" b="1" dirty="0">
                <a:solidFill>
                  <a:schemeClr val="tx1"/>
                </a:solidFill>
              </a:rPr>
              <a:t>wil</a:t>
            </a:r>
            <a:endParaRPr lang="en-US" sz="2400" dirty="0"/>
          </a:p>
        </p:txBody>
      </p:sp>
      <p:sp>
        <p:nvSpPr>
          <p:cNvPr id="44" name="Text 38"/>
          <p:cNvSpPr/>
          <p:nvPr/>
        </p:nvSpPr>
        <p:spPr>
          <a:xfrm>
            <a:off x="6037783" y="4818888"/>
            <a:ext cx="932688" cy="329184"/>
          </a:xfrm>
          <a:prstGeom prst="roundRect">
            <a:avLst>
              <a:gd name="adj" fmla="val 13889"/>
            </a:avLst>
          </a:prstGeom>
          <a:solidFill>
            <a:srgbClr val="D9700F"/>
          </a:solidFill>
          <a:ln/>
        </p:spPr>
        <p:txBody>
          <a:bodyPr wrap="square" lIns="0" tIns="0" rIns="0" bIns="0" rtlCol="0" anchor="ctr"/>
          <a:lstStyle/>
          <a:p>
            <a:pPr algn="ctr" indent="0" marL="0">
              <a:buNone/>
            </a:pPr>
            <a:r>
              <a:rPr lang="en-US" sz="1200" b="1" dirty="0">
                <a:solidFill>
                  <a:srgbClr val="FFFFFF"/>
                </a:solidFill>
              </a:rPr>
              <a:t>pas de t !</a:t>
            </a:r>
            <a:endParaRPr lang="en-US" sz="1200" dirty="0"/>
          </a:p>
        </p:txBody>
      </p:sp>
      <p:sp>
        <p:nvSpPr>
          <p:cNvPr id="45" name="Shape 39"/>
          <p:cNvSpPr/>
          <p:nvPr/>
        </p:nvSpPr>
        <p:spPr>
          <a:xfrm>
            <a:off x="5050231" y="5326380"/>
            <a:ext cx="2011680" cy="918972"/>
          </a:xfrm>
          <a:prstGeom prst="rect">
            <a:avLst/>
          </a:prstGeom>
          <a:solidFill>
            <a:srgbClr val="E3E7ED"/>
          </a:solidFill>
          <a:ln w="12700">
            <a:solidFill>
              <a:srgbClr val="FFFFFF">
                <a:alpha val="0"/>
              </a:srgbClr>
            </a:solidFill>
            <a:prstDash val="solid"/>
          </a:ln>
        </p:spPr>
      </p:sp>
      <p:sp>
        <p:nvSpPr>
          <p:cNvPr id="46" name="Text 40"/>
          <p:cNvSpPr txBox="1"/>
          <p:nvPr/>
        </p:nvSpPr>
        <p:spPr>
          <a:xfrm>
            <a:off x="5150815" y="5381244"/>
            <a:ext cx="1810512" cy="274320"/>
          </a:xfrm>
          <a:prstGeom prst="rect">
            <a:avLst/>
          </a:prstGeom>
          <a:noFill/>
          <a:ln/>
        </p:spPr>
        <p:txBody>
          <a:bodyPr wrap="square" lIns="0" tIns="0" rIns="0" bIns="0" rtlCol="0" anchor="t"/>
          <a:lstStyle/>
          <a:p>
            <a:pPr algn="l" indent="0" marL="0">
              <a:buNone/>
            </a:pPr>
            <a:r>
              <a:rPr lang="en-US" sz="1300" dirty="0">
                <a:solidFill>
                  <a:schemeClr val="accent5"/>
                </a:solidFill>
              </a:rPr>
              <a:t>wij · jullie · zij</a:t>
            </a:r>
            <a:endParaRPr lang="en-US" sz="1300" dirty="0"/>
          </a:p>
        </p:txBody>
      </p:sp>
      <p:sp>
        <p:nvSpPr>
          <p:cNvPr id="47" name="Text 41"/>
          <p:cNvSpPr txBox="1"/>
          <p:nvPr/>
        </p:nvSpPr>
        <p:spPr>
          <a:xfrm>
            <a:off x="5150815" y="5655564"/>
            <a:ext cx="1810512" cy="530352"/>
          </a:xfrm>
          <a:prstGeom prst="rect">
            <a:avLst/>
          </a:prstGeom>
          <a:noFill/>
          <a:ln/>
        </p:spPr>
        <p:txBody>
          <a:bodyPr wrap="square" lIns="0" tIns="0" rIns="0" bIns="0" rtlCol="0" anchor="ctr"/>
          <a:lstStyle/>
          <a:p>
            <a:pPr algn="l" indent="0" marL="0">
              <a:buNone/>
            </a:pPr>
            <a:r>
              <a:rPr lang="en-US" sz="2400" dirty="0">
                <a:solidFill>
                  <a:schemeClr val="tx1"/>
                </a:solidFill>
              </a:rPr>
              <a:t>willen</a:t>
            </a:r>
            <a:endParaRPr lang="en-US" sz="2400" dirty="0"/>
          </a:p>
        </p:txBody>
      </p:sp>
      <p:sp>
        <p:nvSpPr>
          <p:cNvPr id="48" name="Shape 42"/>
          <p:cNvSpPr/>
          <p:nvPr/>
        </p:nvSpPr>
        <p:spPr>
          <a:xfrm>
            <a:off x="7284110" y="1554480"/>
            <a:ext cx="2084832" cy="4709160"/>
          </a:xfrm>
          <a:prstGeom prst="roundRect">
            <a:avLst>
              <a:gd name="adj" fmla="val 3509"/>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9" name="Shape 43"/>
          <p:cNvSpPr/>
          <p:nvPr/>
        </p:nvSpPr>
        <p:spPr>
          <a:xfrm>
            <a:off x="7393838" y="1645920"/>
            <a:ext cx="457200" cy="457200"/>
          </a:xfrm>
          <a:prstGeom prst="ellipse">
            <a:avLst/>
          </a:prstGeom>
          <a:solidFill>
            <a:schemeClr val="accent3"/>
          </a:solidFill>
          <a:ln w="12700">
            <a:solidFill>
              <a:srgbClr val="FFFFFF">
                <a:alpha val="0"/>
              </a:srgbClr>
            </a:solidFill>
            <a:prstDash val="solid"/>
          </a:ln>
        </p:spPr>
      </p:sp>
      <p:pic>
        <p:nvPicPr>
          <p:cNvPr id="50" name="Image 3" descr="CheckCircle">    </p:cNvPr>
          <p:cNvPicPr>
            <a:picLocks noChangeAspect="1"/>
          </p:cNvPicPr>
          <p:nvPr/>
        </p:nvPicPr>
        <p:blipFill>
          <a:blip r:embed="rId4"/>
          <a:stretch>
            <a:fillRect/>
          </a:stretch>
        </p:blipFill>
        <p:spPr>
          <a:xfrm>
            <a:off x="7503566" y="1755648"/>
            <a:ext cx="237744" cy="237744"/>
          </a:xfrm>
          <a:prstGeom prst="rect">
            <a:avLst/>
          </a:prstGeom>
        </p:spPr>
      </p:pic>
      <p:sp>
        <p:nvSpPr>
          <p:cNvPr id="51" name="Text 44"/>
          <p:cNvSpPr txBox="1"/>
          <p:nvPr/>
        </p:nvSpPr>
        <p:spPr>
          <a:xfrm>
            <a:off x="7924190" y="1627632"/>
            <a:ext cx="1399032" cy="475488"/>
          </a:xfrm>
          <a:prstGeom prst="rect">
            <a:avLst/>
          </a:prstGeom>
          <a:noFill/>
          <a:ln/>
        </p:spPr>
        <p:txBody>
          <a:bodyPr wrap="square" lIns="0" tIns="0" rIns="0" bIns="0" rtlCol="0" anchor="ctr"/>
          <a:lstStyle/>
          <a:p>
            <a:pPr algn="l" indent="0" marL="0">
              <a:buNone/>
            </a:pPr>
            <a:r>
              <a:rPr lang="en-US" sz="2100" b="1" dirty="0">
                <a:solidFill>
                  <a:schemeClr val="tx2"/>
                </a:solidFill>
                <a:latin typeface="+mj-lt" pitchFamily="34" charset="0"/>
                <a:ea typeface="+mj-lt" pitchFamily="34" charset="-122"/>
                <a:cs typeface="+mj-lt" pitchFamily="34" charset="-120"/>
              </a:rPr>
              <a:t>mogen</a:t>
            </a:r>
            <a:endParaRPr lang="en-US" sz="2100" dirty="0"/>
          </a:p>
        </p:txBody>
      </p:sp>
      <p:sp>
        <p:nvSpPr>
          <p:cNvPr id="52" name="Text 45"/>
          <p:cNvSpPr txBox="1"/>
          <p:nvPr/>
        </p:nvSpPr>
        <p:spPr>
          <a:xfrm>
            <a:off x="7393838" y="2130552"/>
            <a:ext cx="1865376" cy="329184"/>
          </a:xfrm>
          <a:prstGeom prst="rect">
            <a:avLst/>
          </a:prstGeom>
          <a:noFill/>
          <a:ln/>
        </p:spPr>
        <p:txBody>
          <a:bodyPr wrap="square" lIns="0" tIns="0" rIns="0" bIns="0" rtlCol="0" anchor="ctr"/>
          <a:lstStyle/>
          <a:p>
            <a:pPr algn="l" indent="0" marL="0">
              <a:buNone/>
            </a:pPr>
            <a:r>
              <a:rPr lang="en-US" sz="1400" i="1" dirty="0">
                <a:solidFill>
                  <a:schemeClr val="accent5"/>
                </a:solidFill>
              </a:rPr>
              <a:t>avoir le droit</a:t>
            </a:r>
            <a:endParaRPr lang="en-US" sz="1400" dirty="0"/>
          </a:p>
        </p:txBody>
      </p:sp>
      <p:sp>
        <p:nvSpPr>
          <p:cNvPr id="53" name="Shape 46"/>
          <p:cNvSpPr/>
          <p:nvPr/>
        </p:nvSpPr>
        <p:spPr>
          <a:xfrm>
            <a:off x="7320686" y="2514600"/>
            <a:ext cx="2011680" cy="918972"/>
          </a:xfrm>
          <a:prstGeom prst="rect">
            <a:avLst/>
          </a:prstGeom>
          <a:solidFill>
            <a:srgbClr val="FFFFFF"/>
          </a:solidFill>
          <a:ln w="12700">
            <a:solidFill>
              <a:srgbClr val="FFFFFF">
                <a:alpha val="0"/>
              </a:srgbClr>
            </a:solidFill>
            <a:prstDash val="solid"/>
          </a:ln>
        </p:spPr>
      </p:sp>
      <p:sp>
        <p:nvSpPr>
          <p:cNvPr id="54" name="Text 47"/>
          <p:cNvSpPr txBox="1"/>
          <p:nvPr/>
        </p:nvSpPr>
        <p:spPr>
          <a:xfrm>
            <a:off x="7421270" y="2569464"/>
            <a:ext cx="1810512" cy="274320"/>
          </a:xfrm>
          <a:prstGeom prst="rect">
            <a:avLst/>
          </a:prstGeom>
          <a:noFill/>
          <a:ln/>
        </p:spPr>
        <p:txBody>
          <a:bodyPr wrap="square" lIns="0" tIns="0" rIns="0" bIns="0" rtlCol="0" anchor="t"/>
          <a:lstStyle/>
          <a:p>
            <a:pPr algn="l" indent="0" marL="0">
              <a:buNone/>
            </a:pPr>
            <a:r>
              <a:rPr lang="en-US" sz="1300" dirty="0">
                <a:solidFill>
                  <a:schemeClr val="accent5"/>
                </a:solidFill>
              </a:rPr>
              <a:t>ik</a:t>
            </a:r>
            <a:endParaRPr lang="en-US" sz="1300" dirty="0"/>
          </a:p>
        </p:txBody>
      </p:sp>
      <p:sp>
        <p:nvSpPr>
          <p:cNvPr id="55" name="Text 48"/>
          <p:cNvSpPr txBox="1"/>
          <p:nvPr/>
        </p:nvSpPr>
        <p:spPr>
          <a:xfrm>
            <a:off x="7421270" y="2843784"/>
            <a:ext cx="1810512" cy="530352"/>
          </a:xfrm>
          <a:prstGeom prst="rect">
            <a:avLst/>
          </a:prstGeom>
          <a:noFill/>
          <a:ln/>
        </p:spPr>
        <p:txBody>
          <a:bodyPr wrap="square" lIns="0" tIns="0" rIns="0" bIns="0" rtlCol="0" anchor="ctr"/>
          <a:lstStyle/>
          <a:p>
            <a:pPr algn="l" indent="0" marL="0">
              <a:buNone/>
            </a:pPr>
            <a:r>
              <a:rPr lang="en-US" sz="2400" b="1" dirty="0">
                <a:solidFill>
                  <a:schemeClr val="tx1"/>
                </a:solidFill>
              </a:rPr>
              <a:t>mag</a:t>
            </a:r>
            <a:endParaRPr lang="en-US" sz="2400" dirty="0"/>
          </a:p>
        </p:txBody>
      </p:sp>
      <p:sp>
        <p:nvSpPr>
          <p:cNvPr id="56" name="Shape 49"/>
          <p:cNvSpPr/>
          <p:nvPr/>
        </p:nvSpPr>
        <p:spPr>
          <a:xfrm>
            <a:off x="7320686" y="3451860"/>
            <a:ext cx="2011680" cy="918972"/>
          </a:xfrm>
          <a:prstGeom prst="rect">
            <a:avLst/>
          </a:prstGeom>
          <a:solidFill>
            <a:srgbClr val="EEF3F8"/>
          </a:solidFill>
          <a:ln w="12700">
            <a:solidFill>
              <a:srgbClr val="FFFFFF">
                <a:alpha val="0"/>
              </a:srgbClr>
            </a:solidFill>
            <a:prstDash val="solid"/>
          </a:ln>
        </p:spPr>
      </p:sp>
      <p:sp>
        <p:nvSpPr>
          <p:cNvPr id="57" name="Text 50"/>
          <p:cNvSpPr txBox="1"/>
          <p:nvPr/>
        </p:nvSpPr>
        <p:spPr>
          <a:xfrm>
            <a:off x="7421270" y="3506724"/>
            <a:ext cx="1810512" cy="274320"/>
          </a:xfrm>
          <a:prstGeom prst="rect">
            <a:avLst/>
          </a:prstGeom>
          <a:noFill/>
          <a:ln/>
        </p:spPr>
        <p:txBody>
          <a:bodyPr wrap="square" lIns="0" tIns="0" rIns="0" bIns="0" rtlCol="0" anchor="t"/>
          <a:lstStyle/>
          <a:p>
            <a:pPr algn="l" indent="0" marL="0">
              <a:buNone/>
            </a:pPr>
            <a:r>
              <a:rPr lang="en-US" sz="1300" dirty="0">
                <a:solidFill>
                  <a:schemeClr val="accent5"/>
                </a:solidFill>
              </a:rPr>
              <a:t>jij / u</a:t>
            </a:r>
            <a:endParaRPr lang="en-US" sz="1300" dirty="0"/>
          </a:p>
        </p:txBody>
      </p:sp>
      <p:sp>
        <p:nvSpPr>
          <p:cNvPr id="58" name="Text 51"/>
          <p:cNvSpPr txBox="1"/>
          <p:nvPr/>
        </p:nvSpPr>
        <p:spPr>
          <a:xfrm>
            <a:off x="7421270" y="3781044"/>
            <a:ext cx="1810512" cy="530352"/>
          </a:xfrm>
          <a:prstGeom prst="rect">
            <a:avLst/>
          </a:prstGeom>
          <a:noFill/>
          <a:ln/>
        </p:spPr>
        <p:txBody>
          <a:bodyPr wrap="square" lIns="0" tIns="0" rIns="0" bIns="0" rtlCol="0" anchor="ctr"/>
          <a:lstStyle/>
          <a:p>
            <a:pPr algn="l" indent="0" marL="0">
              <a:buNone/>
            </a:pPr>
            <a:r>
              <a:rPr lang="en-US" sz="2400" b="1" dirty="0">
                <a:solidFill>
                  <a:schemeClr val="tx1"/>
                </a:solidFill>
              </a:rPr>
              <a:t>mag</a:t>
            </a:r>
            <a:endParaRPr lang="en-US" sz="2400" dirty="0"/>
          </a:p>
        </p:txBody>
      </p:sp>
      <p:sp>
        <p:nvSpPr>
          <p:cNvPr id="59" name="Shape 52"/>
          <p:cNvSpPr/>
          <p:nvPr/>
        </p:nvSpPr>
        <p:spPr>
          <a:xfrm>
            <a:off x="7320686" y="4389120"/>
            <a:ext cx="2011680" cy="918972"/>
          </a:xfrm>
          <a:prstGeom prst="rect">
            <a:avLst/>
          </a:prstGeom>
          <a:solidFill>
            <a:srgbClr val="EEF3F8"/>
          </a:solidFill>
          <a:ln w="12700">
            <a:solidFill>
              <a:srgbClr val="FFFFFF">
                <a:alpha val="0"/>
              </a:srgbClr>
            </a:solidFill>
            <a:prstDash val="solid"/>
          </a:ln>
        </p:spPr>
      </p:sp>
      <p:sp>
        <p:nvSpPr>
          <p:cNvPr id="60" name="Text 53"/>
          <p:cNvSpPr txBox="1"/>
          <p:nvPr/>
        </p:nvSpPr>
        <p:spPr>
          <a:xfrm>
            <a:off x="7421270" y="4443984"/>
            <a:ext cx="1810512" cy="274320"/>
          </a:xfrm>
          <a:prstGeom prst="rect">
            <a:avLst/>
          </a:prstGeom>
          <a:noFill/>
          <a:ln/>
        </p:spPr>
        <p:txBody>
          <a:bodyPr wrap="square" lIns="0" tIns="0" rIns="0" bIns="0" rtlCol="0" anchor="t"/>
          <a:lstStyle/>
          <a:p>
            <a:pPr algn="l" indent="0" marL="0">
              <a:buNone/>
            </a:pPr>
            <a:r>
              <a:rPr lang="en-US" sz="1300" dirty="0">
                <a:solidFill>
                  <a:schemeClr val="accent5"/>
                </a:solidFill>
              </a:rPr>
              <a:t>hij / zij</a:t>
            </a:r>
            <a:endParaRPr lang="en-US" sz="1300" dirty="0"/>
          </a:p>
        </p:txBody>
      </p:sp>
      <p:sp>
        <p:nvSpPr>
          <p:cNvPr id="61" name="Shape 54"/>
          <p:cNvSpPr/>
          <p:nvPr/>
        </p:nvSpPr>
        <p:spPr>
          <a:xfrm>
            <a:off x="7375550" y="4718304"/>
            <a:ext cx="868680" cy="530352"/>
          </a:xfrm>
          <a:prstGeom prst="ellipse">
            <a:avLst/>
          </a:prstGeom>
          <a:noFill/>
          <a:ln w="28575">
            <a:solidFill>
              <a:srgbClr val="D9700F"/>
            </a:solidFill>
            <a:prstDash val="solid"/>
          </a:ln>
        </p:spPr>
      </p:sp>
      <p:sp>
        <p:nvSpPr>
          <p:cNvPr id="62" name="Text 55"/>
          <p:cNvSpPr txBox="1"/>
          <p:nvPr/>
        </p:nvSpPr>
        <p:spPr>
          <a:xfrm>
            <a:off x="7375550" y="4718304"/>
            <a:ext cx="868680" cy="530352"/>
          </a:xfrm>
          <a:prstGeom prst="rect">
            <a:avLst/>
          </a:prstGeom>
          <a:noFill/>
          <a:ln/>
        </p:spPr>
        <p:txBody>
          <a:bodyPr wrap="square" lIns="0" tIns="0" rIns="0" bIns="0" rtlCol="0" anchor="ctr"/>
          <a:lstStyle/>
          <a:p>
            <a:pPr algn="ctr" indent="0" marL="0">
              <a:buNone/>
            </a:pPr>
            <a:r>
              <a:rPr lang="en-US" sz="2400" b="1" dirty="0">
                <a:solidFill>
                  <a:schemeClr val="tx1"/>
                </a:solidFill>
              </a:rPr>
              <a:t>mag</a:t>
            </a:r>
            <a:endParaRPr lang="en-US" sz="2400" dirty="0"/>
          </a:p>
        </p:txBody>
      </p:sp>
      <p:sp>
        <p:nvSpPr>
          <p:cNvPr id="63" name="Text 56"/>
          <p:cNvSpPr/>
          <p:nvPr/>
        </p:nvSpPr>
        <p:spPr>
          <a:xfrm>
            <a:off x="8308238" y="4818888"/>
            <a:ext cx="932688" cy="329184"/>
          </a:xfrm>
          <a:prstGeom prst="roundRect">
            <a:avLst>
              <a:gd name="adj" fmla="val 13889"/>
            </a:avLst>
          </a:prstGeom>
          <a:solidFill>
            <a:srgbClr val="D9700F"/>
          </a:solidFill>
          <a:ln/>
        </p:spPr>
        <p:txBody>
          <a:bodyPr wrap="square" lIns="0" tIns="0" rIns="0" bIns="0" rtlCol="0" anchor="ctr"/>
          <a:lstStyle/>
          <a:p>
            <a:pPr algn="ctr" indent="0" marL="0">
              <a:buNone/>
            </a:pPr>
            <a:r>
              <a:rPr lang="en-US" sz="1200" b="1" dirty="0">
                <a:solidFill>
                  <a:srgbClr val="FFFFFF"/>
                </a:solidFill>
              </a:rPr>
              <a:t>pas de t !</a:t>
            </a:r>
            <a:endParaRPr lang="en-US" sz="1200" dirty="0"/>
          </a:p>
        </p:txBody>
      </p:sp>
      <p:sp>
        <p:nvSpPr>
          <p:cNvPr id="64" name="Shape 57"/>
          <p:cNvSpPr/>
          <p:nvPr/>
        </p:nvSpPr>
        <p:spPr>
          <a:xfrm>
            <a:off x="7320686" y="5326380"/>
            <a:ext cx="2011680" cy="918972"/>
          </a:xfrm>
          <a:prstGeom prst="rect">
            <a:avLst/>
          </a:prstGeom>
          <a:solidFill>
            <a:srgbClr val="E3E7ED"/>
          </a:solidFill>
          <a:ln w="12700">
            <a:solidFill>
              <a:srgbClr val="FFFFFF">
                <a:alpha val="0"/>
              </a:srgbClr>
            </a:solidFill>
            <a:prstDash val="solid"/>
          </a:ln>
        </p:spPr>
      </p:sp>
      <p:sp>
        <p:nvSpPr>
          <p:cNvPr id="65" name="Text 58"/>
          <p:cNvSpPr txBox="1"/>
          <p:nvPr/>
        </p:nvSpPr>
        <p:spPr>
          <a:xfrm>
            <a:off x="7421270" y="5381244"/>
            <a:ext cx="1810512" cy="274320"/>
          </a:xfrm>
          <a:prstGeom prst="rect">
            <a:avLst/>
          </a:prstGeom>
          <a:noFill/>
          <a:ln/>
        </p:spPr>
        <p:txBody>
          <a:bodyPr wrap="square" lIns="0" tIns="0" rIns="0" bIns="0" rtlCol="0" anchor="t"/>
          <a:lstStyle/>
          <a:p>
            <a:pPr algn="l" indent="0" marL="0">
              <a:buNone/>
            </a:pPr>
            <a:r>
              <a:rPr lang="en-US" sz="1300" dirty="0">
                <a:solidFill>
                  <a:schemeClr val="accent5"/>
                </a:solidFill>
              </a:rPr>
              <a:t>wij · jullie · zij</a:t>
            </a:r>
            <a:endParaRPr lang="en-US" sz="1300" dirty="0"/>
          </a:p>
        </p:txBody>
      </p:sp>
      <p:sp>
        <p:nvSpPr>
          <p:cNvPr id="66" name="Text 59"/>
          <p:cNvSpPr txBox="1"/>
          <p:nvPr/>
        </p:nvSpPr>
        <p:spPr>
          <a:xfrm>
            <a:off x="7421270" y="5655564"/>
            <a:ext cx="1810512" cy="530352"/>
          </a:xfrm>
          <a:prstGeom prst="rect">
            <a:avLst/>
          </a:prstGeom>
          <a:noFill/>
          <a:ln/>
        </p:spPr>
        <p:txBody>
          <a:bodyPr wrap="square" lIns="0" tIns="0" rIns="0" bIns="0" rtlCol="0" anchor="ctr"/>
          <a:lstStyle/>
          <a:p>
            <a:pPr algn="l" indent="0" marL="0">
              <a:buNone/>
            </a:pPr>
            <a:r>
              <a:rPr lang="en-US" sz="2400" dirty="0">
                <a:solidFill>
                  <a:schemeClr val="tx1"/>
                </a:solidFill>
              </a:rPr>
              <a:t>mogen</a:t>
            </a:r>
            <a:endParaRPr lang="en-US" sz="2400" dirty="0"/>
          </a:p>
        </p:txBody>
      </p:sp>
      <p:sp>
        <p:nvSpPr>
          <p:cNvPr id="67" name="Shape 60"/>
          <p:cNvSpPr/>
          <p:nvPr/>
        </p:nvSpPr>
        <p:spPr>
          <a:xfrm>
            <a:off x="9554566" y="1554480"/>
            <a:ext cx="2084832" cy="4709160"/>
          </a:xfrm>
          <a:prstGeom prst="roundRect">
            <a:avLst>
              <a:gd name="adj" fmla="val 3509"/>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8" name="Shape 61"/>
          <p:cNvSpPr/>
          <p:nvPr/>
        </p:nvSpPr>
        <p:spPr>
          <a:xfrm>
            <a:off x="9664294" y="1645920"/>
            <a:ext cx="457200" cy="457200"/>
          </a:xfrm>
          <a:prstGeom prst="ellipse">
            <a:avLst/>
          </a:prstGeom>
          <a:solidFill>
            <a:schemeClr val="accent1"/>
          </a:solidFill>
          <a:ln w="12700">
            <a:solidFill>
              <a:srgbClr val="FFFFFF">
                <a:alpha val="0"/>
              </a:srgbClr>
            </a:solidFill>
            <a:prstDash val="solid"/>
          </a:ln>
        </p:spPr>
      </p:sp>
      <p:pic>
        <p:nvPicPr>
          <p:cNvPr id="69" name="Image 4" descr="ExclamationTriangle">    </p:cNvPr>
          <p:cNvPicPr>
            <a:picLocks noChangeAspect="1"/>
          </p:cNvPicPr>
          <p:nvPr/>
        </p:nvPicPr>
        <p:blipFill>
          <a:blip r:embed="rId5"/>
          <a:stretch>
            <a:fillRect/>
          </a:stretch>
        </p:blipFill>
        <p:spPr>
          <a:xfrm>
            <a:off x="9774022" y="1755648"/>
            <a:ext cx="237744" cy="237744"/>
          </a:xfrm>
          <a:prstGeom prst="rect">
            <a:avLst/>
          </a:prstGeom>
        </p:spPr>
      </p:pic>
      <p:sp>
        <p:nvSpPr>
          <p:cNvPr id="70" name="Text 62"/>
          <p:cNvSpPr txBox="1"/>
          <p:nvPr/>
        </p:nvSpPr>
        <p:spPr>
          <a:xfrm>
            <a:off x="10194646" y="1627632"/>
            <a:ext cx="1399032" cy="475488"/>
          </a:xfrm>
          <a:prstGeom prst="rect">
            <a:avLst/>
          </a:prstGeom>
          <a:noFill/>
          <a:ln/>
        </p:spPr>
        <p:txBody>
          <a:bodyPr wrap="square" lIns="0" tIns="0" rIns="0" bIns="0" rtlCol="0" anchor="ctr"/>
          <a:lstStyle/>
          <a:p>
            <a:pPr algn="l" indent="0" marL="0">
              <a:buNone/>
            </a:pPr>
            <a:r>
              <a:rPr lang="en-US" sz="2100" b="1" dirty="0">
                <a:solidFill>
                  <a:schemeClr val="tx2"/>
                </a:solidFill>
                <a:latin typeface="+mj-lt" pitchFamily="34" charset="0"/>
                <a:ea typeface="+mj-lt" pitchFamily="34" charset="-122"/>
                <a:cs typeface="+mj-lt" pitchFamily="34" charset="-120"/>
              </a:rPr>
              <a:t>moeten</a:t>
            </a:r>
            <a:endParaRPr lang="en-US" sz="2100" dirty="0"/>
          </a:p>
        </p:txBody>
      </p:sp>
      <p:sp>
        <p:nvSpPr>
          <p:cNvPr id="71" name="Text 63"/>
          <p:cNvSpPr txBox="1"/>
          <p:nvPr/>
        </p:nvSpPr>
        <p:spPr>
          <a:xfrm>
            <a:off x="9664294" y="2130552"/>
            <a:ext cx="1865376" cy="329184"/>
          </a:xfrm>
          <a:prstGeom prst="rect">
            <a:avLst/>
          </a:prstGeom>
          <a:noFill/>
          <a:ln/>
        </p:spPr>
        <p:txBody>
          <a:bodyPr wrap="square" lIns="0" tIns="0" rIns="0" bIns="0" rtlCol="0" anchor="ctr"/>
          <a:lstStyle/>
          <a:p>
            <a:pPr algn="l" indent="0" marL="0">
              <a:buNone/>
            </a:pPr>
            <a:r>
              <a:rPr lang="en-US" sz="1400" i="1" dirty="0">
                <a:solidFill>
                  <a:schemeClr val="accent5"/>
                </a:solidFill>
              </a:rPr>
              <a:t>devoir</a:t>
            </a:r>
            <a:endParaRPr lang="en-US" sz="1400" dirty="0"/>
          </a:p>
        </p:txBody>
      </p:sp>
      <p:sp>
        <p:nvSpPr>
          <p:cNvPr id="72" name="Shape 64"/>
          <p:cNvSpPr/>
          <p:nvPr/>
        </p:nvSpPr>
        <p:spPr>
          <a:xfrm>
            <a:off x="9591142" y="2514600"/>
            <a:ext cx="2011680" cy="918972"/>
          </a:xfrm>
          <a:prstGeom prst="rect">
            <a:avLst/>
          </a:prstGeom>
          <a:solidFill>
            <a:srgbClr val="FFFFFF"/>
          </a:solidFill>
          <a:ln w="12700">
            <a:solidFill>
              <a:srgbClr val="FFFFFF">
                <a:alpha val="0"/>
              </a:srgbClr>
            </a:solidFill>
            <a:prstDash val="solid"/>
          </a:ln>
        </p:spPr>
      </p:sp>
      <p:sp>
        <p:nvSpPr>
          <p:cNvPr id="73" name="Text 65"/>
          <p:cNvSpPr txBox="1"/>
          <p:nvPr/>
        </p:nvSpPr>
        <p:spPr>
          <a:xfrm>
            <a:off x="9691726" y="2569464"/>
            <a:ext cx="1810512" cy="274320"/>
          </a:xfrm>
          <a:prstGeom prst="rect">
            <a:avLst/>
          </a:prstGeom>
          <a:noFill/>
          <a:ln/>
        </p:spPr>
        <p:txBody>
          <a:bodyPr wrap="square" lIns="0" tIns="0" rIns="0" bIns="0" rtlCol="0" anchor="t"/>
          <a:lstStyle/>
          <a:p>
            <a:pPr algn="l" indent="0" marL="0">
              <a:buNone/>
            </a:pPr>
            <a:r>
              <a:rPr lang="en-US" sz="1300" dirty="0">
                <a:solidFill>
                  <a:schemeClr val="accent5"/>
                </a:solidFill>
              </a:rPr>
              <a:t>ik</a:t>
            </a:r>
            <a:endParaRPr lang="en-US" sz="1300" dirty="0"/>
          </a:p>
        </p:txBody>
      </p:sp>
      <p:sp>
        <p:nvSpPr>
          <p:cNvPr id="74" name="Text 66"/>
          <p:cNvSpPr txBox="1"/>
          <p:nvPr/>
        </p:nvSpPr>
        <p:spPr>
          <a:xfrm>
            <a:off x="9691726" y="2843784"/>
            <a:ext cx="1810512" cy="530352"/>
          </a:xfrm>
          <a:prstGeom prst="rect">
            <a:avLst/>
          </a:prstGeom>
          <a:noFill/>
          <a:ln/>
        </p:spPr>
        <p:txBody>
          <a:bodyPr wrap="square" lIns="0" tIns="0" rIns="0" bIns="0" rtlCol="0" anchor="ctr"/>
          <a:lstStyle/>
          <a:p>
            <a:pPr algn="l" indent="0" marL="0">
              <a:buNone/>
            </a:pPr>
            <a:r>
              <a:rPr lang="en-US" sz="2400" b="1" dirty="0">
                <a:solidFill>
                  <a:schemeClr val="tx1"/>
                </a:solidFill>
              </a:rPr>
              <a:t>moet</a:t>
            </a:r>
            <a:endParaRPr lang="en-US" sz="2400" dirty="0"/>
          </a:p>
        </p:txBody>
      </p:sp>
      <p:sp>
        <p:nvSpPr>
          <p:cNvPr id="75" name="Shape 67"/>
          <p:cNvSpPr/>
          <p:nvPr/>
        </p:nvSpPr>
        <p:spPr>
          <a:xfrm>
            <a:off x="9591142" y="3451860"/>
            <a:ext cx="2011680" cy="918972"/>
          </a:xfrm>
          <a:prstGeom prst="rect">
            <a:avLst/>
          </a:prstGeom>
          <a:solidFill>
            <a:srgbClr val="EEF3F8"/>
          </a:solidFill>
          <a:ln w="12700">
            <a:solidFill>
              <a:srgbClr val="FFFFFF">
                <a:alpha val="0"/>
              </a:srgbClr>
            </a:solidFill>
            <a:prstDash val="solid"/>
          </a:ln>
        </p:spPr>
      </p:sp>
      <p:sp>
        <p:nvSpPr>
          <p:cNvPr id="76" name="Text 68"/>
          <p:cNvSpPr txBox="1"/>
          <p:nvPr/>
        </p:nvSpPr>
        <p:spPr>
          <a:xfrm>
            <a:off x="9691726" y="3506724"/>
            <a:ext cx="1810512" cy="274320"/>
          </a:xfrm>
          <a:prstGeom prst="rect">
            <a:avLst/>
          </a:prstGeom>
          <a:noFill/>
          <a:ln/>
        </p:spPr>
        <p:txBody>
          <a:bodyPr wrap="square" lIns="0" tIns="0" rIns="0" bIns="0" rtlCol="0" anchor="t"/>
          <a:lstStyle/>
          <a:p>
            <a:pPr algn="l" indent="0" marL="0">
              <a:buNone/>
            </a:pPr>
            <a:r>
              <a:rPr lang="en-US" sz="1300" dirty="0">
                <a:solidFill>
                  <a:schemeClr val="accent5"/>
                </a:solidFill>
              </a:rPr>
              <a:t>jij / u</a:t>
            </a:r>
            <a:endParaRPr lang="en-US" sz="1300" dirty="0"/>
          </a:p>
        </p:txBody>
      </p:sp>
      <p:sp>
        <p:nvSpPr>
          <p:cNvPr id="77" name="Text 69"/>
          <p:cNvSpPr txBox="1"/>
          <p:nvPr/>
        </p:nvSpPr>
        <p:spPr>
          <a:xfrm>
            <a:off x="9691726" y="3781044"/>
            <a:ext cx="1810512" cy="530352"/>
          </a:xfrm>
          <a:prstGeom prst="rect">
            <a:avLst/>
          </a:prstGeom>
          <a:noFill/>
          <a:ln/>
        </p:spPr>
        <p:txBody>
          <a:bodyPr wrap="square" lIns="0" tIns="0" rIns="0" bIns="0" rtlCol="0" anchor="ctr"/>
          <a:lstStyle/>
          <a:p>
            <a:pPr algn="l" indent="0" marL="0">
              <a:buNone/>
            </a:pPr>
            <a:r>
              <a:rPr lang="en-US" sz="2400" b="1" dirty="0">
                <a:solidFill>
                  <a:schemeClr val="tx1"/>
                </a:solidFill>
              </a:rPr>
              <a:t>moet</a:t>
            </a:r>
            <a:endParaRPr lang="en-US" sz="2400" dirty="0"/>
          </a:p>
        </p:txBody>
      </p:sp>
      <p:sp>
        <p:nvSpPr>
          <p:cNvPr id="78" name="Shape 70"/>
          <p:cNvSpPr/>
          <p:nvPr/>
        </p:nvSpPr>
        <p:spPr>
          <a:xfrm>
            <a:off x="9591142" y="4389120"/>
            <a:ext cx="2011680" cy="918972"/>
          </a:xfrm>
          <a:prstGeom prst="rect">
            <a:avLst/>
          </a:prstGeom>
          <a:solidFill>
            <a:srgbClr val="EEF3F8"/>
          </a:solidFill>
          <a:ln w="12700">
            <a:solidFill>
              <a:srgbClr val="FFFFFF">
                <a:alpha val="0"/>
              </a:srgbClr>
            </a:solidFill>
            <a:prstDash val="solid"/>
          </a:ln>
        </p:spPr>
      </p:sp>
      <p:sp>
        <p:nvSpPr>
          <p:cNvPr id="79" name="Text 71"/>
          <p:cNvSpPr txBox="1"/>
          <p:nvPr/>
        </p:nvSpPr>
        <p:spPr>
          <a:xfrm>
            <a:off x="9691726" y="4443984"/>
            <a:ext cx="1810512" cy="274320"/>
          </a:xfrm>
          <a:prstGeom prst="rect">
            <a:avLst/>
          </a:prstGeom>
          <a:noFill/>
          <a:ln/>
        </p:spPr>
        <p:txBody>
          <a:bodyPr wrap="square" lIns="0" tIns="0" rIns="0" bIns="0" rtlCol="0" anchor="t"/>
          <a:lstStyle/>
          <a:p>
            <a:pPr algn="l" indent="0" marL="0">
              <a:buNone/>
            </a:pPr>
            <a:r>
              <a:rPr lang="en-US" sz="1300" dirty="0">
                <a:solidFill>
                  <a:schemeClr val="accent5"/>
                </a:solidFill>
              </a:rPr>
              <a:t>hij / zij</a:t>
            </a:r>
            <a:endParaRPr lang="en-US" sz="1300" dirty="0"/>
          </a:p>
        </p:txBody>
      </p:sp>
      <p:sp>
        <p:nvSpPr>
          <p:cNvPr id="80" name="Text 72"/>
          <p:cNvSpPr txBox="1"/>
          <p:nvPr/>
        </p:nvSpPr>
        <p:spPr>
          <a:xfrm>
            <a:off x="9691726" y="4718304"/>
            <a:ext cx="1810512" cy="530352"/>
          </a:xfrm>
          <a:prstGeom prst="rect">
            <a:avLst/>
          </a:prstGeom>
          <a:noFill/>
          <a:ln/>
        </p:spPr>
        <p:txBody>
          <a:bodyPr wrap="square" lIns="0" tIns="0" rIns="0" bIns="0" rtlCol="0" anchor="ctr"/>
          <a:lstStyle/>
          <a:p>
            <a:pPr algn="l" indent="0" marL="0">
              <a:buNone/>
            </a:pPr>
            <a:r>
              <a:rPr lang="en-US" sz="2400" b="1" dirty="0">
                <a:solidFill>
                  <a:schemeClr val="tx1"/>
                </a:solidFill>
              </a:rPr>
              <a:t>moet</a:t>
            </a:r>
            <a:endParaRPr lang="en-US" sz="2400" dirty="0"/>
          </a:p>
        </p:txBody>
      </p:sp>
      <p:sp>
        <p:nvSpPr>
          <p:cNvPr id="81" name="Shape 73"/>
          <p:cNvSpPr/>
          <p:nvPr/>
        </p:nvSpPr>
        <p:spPr>
          <a:xfrm>
            <a:off x="9591142" y="5326380"/>
            <a:ext cx="2011680" cy="918972"/>
          </a:xfrm>
          <a:prstGeom prst="rect">
            <a:avLst/>
          </a:prstGeom>
          <a:solidFill>
            <a:srgbClr val="E3E7ED"/>
          </a:solidFill>
          <a:ln w="12700">
            <a:solidFill>
              <a:srgbClr val="FFFFFF">
                <a:alpha val="0"/>
              </a:srgbClr>
            </a:solidFill>
            <a:prstDash val="solid"/>
          </a:ln>
        </p:spPr>
      </p:sp>
      <p:sp>
        <p:nvSpPr>
          <p:cNvPr id="82" name="Text 74"/>
          <p:cNvSpPr txBox="1"/>
          <p:nvPr/>
        </p:nvSpPr>
        <p:spPr>
          <a:xfrm>
            <a:off x="9691726" y="5381244"/>
            <a:ext cx="1810512" cy="274320"/>
          </a:xfrm>
          <a:prstGeom prst="rect">
            <a:avLst/>
          </a:prstGeom>
          <a:noFill/>
          <a:ln/>
        </p:spPr>
        <p:txBody>
          <a:bodyPr wrap="square" lIns="0" tIns="0" rIns="0" bIns="0" rtlCol="0" anchor="t"/>
          <a:lstStyle/>
          <a:p>
            <a:pPr algn="l" indent="0" marL="0">
              <a:buNone/>
            </a:pPr>
            <a:r>
              <a:rPr lang="en-US" sz="1300" dirty="0">
                <a:solidFill>
                  <a:schemeClr val="accent5"/>
                </a:solidFill>
              </a:rPr>
              <a:t>wij · jullie · zij</a:t>
            </a:r>
            <a:endParaRPr lang="en-US" sz="1300" dirty="0"/>
          </a:p>
        </p:txBody>
      </p:sp>
      <p:sp>
        <p:nvSpPr>
          <p:cNvPr id="83" name="Text 75"/>
          <p:cNvSpPr txBox="1"/>
          <p:nvPr/>
        </p:nvSpPr>
        <p:spPr>
          <a:xfrm>
            <a:off x="9691726" y="5655564"/>
            <a:ext cx="1810512" cy="530352"/>
          </a:xfrm>
          <a:prstGeom prst="rect">
            <a:avLst/>
          </a:prstGeom>
          <a:noFill/>
          <a:ln/>
        </p:spPr>
        <p:txBody>
          <a:bodyPr wrap="square" lIns="0" tIns="0" rIns="0" bIns="0" rtlCol="0" anchor="ctr"/>
          <a:lstStyle/>
          <a:p>
            <a:pPr algn="l" indent="0" marL="0">
              <a:buNone/>
            </a:pPr>
            <a:r>
              <a:rPr lang="en-US" sz="2400" dirty="0">
                <a:solidFill>
                  <a:schemeClr val="tx1"/>
                </a:solidFill>
              </a:rPr>
              <a:t>moeten</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verbe de modalité : l’infinitif part au bout</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36192"/>
            <a:ext cx="11091672" cy="2697480"/>
          </a:xfrm>
          <a:prstGeom prst="roundRect">
            <a:avLst>
              <a:gd name="adj" fmla="val 2712"/>
            </a:avLst>
          </a:prstGeom>
          <a:solidFill>
            <a:schemeClr val="accent6">
              <a:alpha val="7000"/>
            </a:schemeClr>
          </a:solidFill>
          <a:ln w="12700">
            <a:solidFill>
              <a:srgbClr val="B83227">
                <a:alpha val="60000"/>
              </a:srgbClr>
            </a:solidFill>
            <a:prstDash val="solid"/>
          </a:ln>
        </p:spPr>
      </p:sp>
      <p:sp>
        <p:nvSpPr>
          <p:cNvPr id="6" name="tag"/>
          <p:cNvSpPr/>
          <p:nvPr/>
        </p:nvSpPr>
        <p:spPr>
          <a:xfrm>
            <a:off x="731520" y="1673352"/>
            <a:ext cx="1230782"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7" name="Shape 4"/>
          <p:cNvSpPr/>
          <p:nvPr/>
        </p:nvSpPr>
        <p:spPr>
          <a:xfrm>
            <a:off x="777240" y="2121408"/>
            <a:ext cx="457200" cy="457200"/>
          </a:xfrm>
          <a:prstGeom prst="ellipse">
            <a:avLst/>
          </a:prstGeom>
          <a:solidFill>
            <a:schemeClr val="accent5"/>
          </a:solidFill>
          <a:ln w="12700">
            <a:solidFill>
              <a:srgbClr val="FFFFFF">
                <a:alpha val="0"/>
              </a:srgbClr>
            </a:solidFill>
            <a:prstDash val="solid"/>
          </a:ln>
        </p:spPr>
      </p:sp>
      <p:sp>
        <p:nvSpPr>
          <p:cNvPr id="8" name="Text 5"/>
          <p:cNvSpPr txBox="1"/>
          <p:nvPr/>
        </p:nvSpPr>
        <p:spPr>
          <a:xfrm>
            <a:off x="777240" y="212140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FR</a:t>
            </a:r>
            <a:endParaRPr lang="en-US" sz="1300" dirty="0"/>
          </a:p>
        </p:txBody>
      </p:sp>
      <p:sp>
        <p:nvSpPr>
          <p:cNvPr id="9" name="Text 6"/>
          <p:cNvSpPr txBox="1"/>
          <p:nvPr/>
        </p:nvSpPr>
        <p:spPr>
          <a:xfrm>
            <a:off x="1417320" y="2075688"/>
            <a:ext cx="4846320" cy="548640"/>
          </a:xfrm>
          <a:prstGeom prst="rect">
            <a:avLst/>
          </a:prstGeom>
          <a:noFill/>
          <a:ln/>
        </p:spPr>
        <p:txBody>
          <a:bodyPr wrap="square" lIns="0" tIns="0" rIns="0" bIns="0" rtlCol="0" anchor="ctr"/>
          <a:lstStyle/>
          <a:p>
            <a:pPr algn="l" indent="0" marL="0">
              <a:buNone/>
            </a:pPr>
            <a:r>
              <a:rPr lang="en-US" sz="2400" dirty="0">
                <a:solidFill>
                  <a:schemeClr val="tx1"/>
                </a:solidFill>
              </a:rPr>
              <a:t>Je </a:t>
            </a:r>
            <a:r>
              <a:rPr lang="en-US" sz="2400" b="1" u="sng" dirty="0">
                <a:solidFill>
                  <a:schemeClr val="tx1"/>
                </a:solidFill>
              </a:rPr>
              <a:t>dois travailler</a:t>
            </a:r>
            <a:r>
              <a:rPr lang="en-US" sz="2400" dirty="0">
                <a:solidFill>
                  <a:schemeClr val="tx1"/>
                </a:solidFill>
              </a:rPr>
              <a:t> demain.</a:t>
            </a:r>
            <a:endParaRPr lang="en-US" sz="2400" dirty="0"/>
          </a:p>
        </p:txBody>
      </p:sp>
      <p:pic>
        <p:nvPicPr>
          <p:cNvPr id="10" name="Image 0" descr="Times">    </p:cNvPr>
          <p:cNvPicPr>
            <a:picLocks noChangeAspect="1"/>
          </p:cNvPicPr>
          <p:nvPr/>
        </p:nvPicPr>
        <p:blipFill>
          <a:blip r:embed="rId1"/>
          <a:stretch>
            <a:fillRect/>
          </a:stretch>
        </p:blipFill>
        <p:spPr>
          <a:xfrm>
            <a:off x="6583680" y="2212848"/>
            <a:ext cx="274320" cy="274320"/>
          </a:xfrm>
          <a:prstGeom prst="rect">
            <a:avLst/>
          </a:prstGeom>
        </p:spPr>
      </p:pic>
      <p:sp>
        <p:nvSpPr>
          <p:cNvPr id="11" name="Text 7"/>
          <p:cNvSpPr txBox="1"/>
          <p:nvPr/>
        </p:nvSpPr>
        <p:spPr>
          <a:xfrm>
            <a:off x="6995160" y="2075688"/>
            <a:ext cx="4480560" cy="548640"/>
          </a:xfrm>
          <a:prstGeom prst="rect">
            <a:avLst/>
          </a:prstGeom>
          <a:noFill/>
          <a:ln/>
        </p:spPr>
        <p:txBody>
          <a:bodyPr wrap="square" lIns="0" tIns="0" rIns="0" bIns="0" rtlCol="0" anchor="ctr"/>
          <a:lstStyle/>
          <a:p>
            <a:pPr algn="l" indent="0" marL="0">
              <a:buNone/>
            </a:pPr>
            <a:r>
              <a:rPr lang="en-US" sz="2200" strike="sngStrike" dirty="0">
                <a:solidFill>
                  <a:schemeClr val="accent6"/>
                </a:solidFill>
              </a:rPr>
              <a:t>Ik moet werken morgen.</a:t>
            </a:r>
            <a:endParaRPr lang="en-US" sz="2200" dirty="0"/>
          </a:p>
        </p:txBody>
      </p:sp>
      <p:pic>
        <p:nvPicPr>
          <p:cNvPr id="12" name="Image 1" descr="ArrowDown">    </p:cNvPr>
          <p:cNvPicPr>
            <a:picLocks noChangeAspect="1"/>
          </p:cNvPicPr>
          <p:nvPr/>
        </p:nvPicPr>
        <p:blipFill>
          <a:blip r:embed="rId2"/>
          <a:stretch>
            <a:fillRect/>
          </a:stretch>
        </p:blipFill>
        <p:spPr>
          <a:xfrm>
            <a:off x="868680" y="2697480"/>
            <a:ext cx="274320" cy="274320"/>
          </a:xfrm>
          <a:prstGeom prst="rect">
            <a:avLst/>
          </a:prstGeom>
        </p:spPr>
      </p:pic>
      <p:sp>
        <p:nvSpPr>
          <p:cNvPr id="13" name="Shape 8"/>
          <p:cNvSpPr/>
          <p:nvPr/>
        </p:nvSpPr>
        <p:spPr>
          <a:xfrm>
            <a:off x="731520" y="3044952"/>
            <a:ext cx="7223760" cy="1051560"/>
          </a:xfrm>
          <a:prstGeom prst="roundRect">
            <a:avLst>
              <a:gd name="adj" fmla="val 6957"/>
            </a:avLst>
          </a:prstGeom>
          <a:solidFill>
            <a:schemeClr val="accent3">
              <a:alpha val="12000"/>
            </a:schemeClr>
          </a:solidFill>
          <a:ln w="15875">
            <a:solidFill>
              <a:srgbClr val="2E7D4F"/>
            </a:solidFill>
            <a:prstDash val="solid"/>
          </a:ln>
        </p:spPr>
      </p:sp>
      <p:sp>
        <p:nvSpPr>
          <p:cNvPr id="14" name="Shape 9"/>
          <p:cNvSpPr/>
          <p:nvPr/>
        </p:nvSpPr>
        <p:spPr>
          <a:xfrm>
            <a:off x="868680" y="3346704"/>
            <a:ext cx="457200" cy="457200"/>
          </a:xfrm>
          <a:prstGeom prst="ellipse">
            <a:avLst/>
          </a:prstGeom>
          <a:solidFill>
            <a:schemeClr val="accent3"/>
          </a:solidFill>
          <a:ln w="12700">
            <a:solidFill>
              <a:srgbClr val="FFFFFF">
                <a:alpha val="0"/>
              </a:srgbClr>
            </a:solidFill>
            <a:prstDash val="solid"/>
          </a:ln>
        </p:spPr>
      </p:sp>
      <p:sp>
        <p:nvSpPr>
          <p:cNvPr id="15" name="Text 10"/>
          <p:cNvSpPr txBox="1"/>
          <p:nvPr/>
        </p:nvSpPr>
        <p:spPr>
          <a:xfrm>
            <a:off x="868680" y="3346704"/>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NL</a:t>
            </a:r>
            <a:endParaRPr lang="en-US" sz="1300" dirty="0"/>
          </a:p>
        </p:txBody>
      </p:sp>
      <p:sp>
        <p:nvSpPr>
          <p:cNvPr id="16" name="Shape 11"/>
          <p:cNvSpPr/>
          <p:nvPr/>
        </p:nvSpPr>
        <p:spPr>
          <a:xfrm>
            <a:off x="3357455" y="3300984"/>
            <a:ext cx="1747335" cy="457200"/>
          </a:xfrm>
          <a:prstGeom prst="roundRect">
            <a:avLst>
              <a:gd name="adj" fmla="val 8000"/>
            </a:avLst>
          </a:prstGeom>
          <a:solidFill>
            <a:srgbClr val="D8DEE6"/>
          </a:solidFill>
          <a:ln w="12700">
            <a:solidFill>
              <a:srgbClr val="FFFFFF">
                <a:alpha val="0"/>
              </a:srgbClr>
            </a:solidFill>
            <a:prstDash val="solid"/>
          </a:ln>
        </p:spPr>
      </p:sp>
      <p:sp>
        <p:nvSpPr>
          <p:cNvPr id="17" name="Shape 12"/>
          <p:cNvSpPr/>
          <p:nvPr/>
        </p:nvSpPr>
        <p:spPr>
          <a:xfrm>
            <a:off x="2093420" y="3273552"/>
            <a:ext cx="1236604" cy="512064"/>
          </a:xfrm>
          <a:prstGeom prst="roundRect">
            <a:avLst>
              <a:gd name="adj" fmla="val 14286"/>
            </a:avLst>
          </a:prstGeom>
          <a:solidFill>
            <a:srgbClr val="FFFFFF"/>
          </a:solidFill>
          <a:ln w="31750">
            <a:solidFill>
              <a:srgbClr val="B83227"/>
            </a:solidFill>
            <a:prstDash val="solid"/>
          </a:ln>
        </p:spPr>
      </p:sp>
      <p:sp>
        <p:nvSpPr>
          <p:cNvPr id="18" name="Shape 13"/>
          <p:cNvSpPr/>
          <p:nvPr/>
        </p:nvSpPr>
        <p:spPr>
          <a:xfrm>
            <a:off x="5132222" y="3273552"/>
            <a:ext cx="1666585" cy="512064"/>
          </a:xfrm>
          <a:prstGeom prst="roundRect">
            <a:avLst>
              <a:gd name="adj" fmla="val 14286"/>
            </a:avLst>
          </a:prstGeom>
          <a:solidFill>
            <a:srgbClr val="FFFFFF"/>
          </a:solidFill>
          <a:ln w="31750">
            <a:solidFill>
              <a:srgbClr val="B83227"/>
            </a:solidFill>
            <a:prstDash val="dash"/>
          </a:ln>
        </p:spPr>
      </p:sp>
      <p:sp>
        <p:nvSpPr>
          <p:cNvPr id="19" name="Shape 14"/>
          <p:cNvSpPr/>
          <p:nvPr/>
        </p:nvSpPr>
        <p:spPr>
          <a:xfrm flipV="1">
            <a:off x="2711722" y="3118104"/>
            <a:ext cx="914" cy="155448"/>
          </a:xfrm>
          <a:prstGeom prst="line">
            <a:avLst/>
          </a:prstGeom>
          <a:noFill/>
          <a:ln w="38100">
            <a:solidFill>
              <a:srgbClr val="B83227"/>
            </a:solidFill>
            <a:prstDash val="solid"/>
          </a:ln>
        </p:spPr>
      </p:sp>
      <p:sp>
        <p:nvSpPr>
          <p:cNvPr id="20" name="Shape 15"/>
          <p:cNvSpPr/>
          <p:nvPr/>
        </p:nvSpPr>
        <p:spPr>
          <a:xfrm>
            <a:off x="2711722" y="3118104"/>
            <a:ext cx="3253793" cy="914"/>
          </a:xfrm>
          <a:prstGeom prst="line">
            <a:avLst/>
          </a:prstGeom>
          <a:noFill/>
          <a:ln w="38100">
            <a:solidFill>
              <a:srgbClr val="B83227"/>
            </a:solidFill>
            <a:prstDash val="solid"/>
          </a:ln>
        </p:spPr>
      </p:sp>
      <p:sp>
        <p:nvSpPr>
          <p:cNvPr id="21" name="Shape 16"/>
          <p:cNvSpPr/>
          <p:nvPr/>
        </p:nvSpPr>
        <p:spPr>
          <a:xfrm>
            <a:off x="5965515" y="3118104"/>
            <a:ext cx="914" cy="155448"/>
          </a:xfrm>
          <a:prstGeom prst="line">
            <a:avLst/>
          </a:prstGeom>
          <a:noFill/>
          <a:ln w="38100">
            <a:solidFill>
              <a:srgbClr val="B83227"/>
            </a:solidFill>
            <a:prstDash val="solid"/>
          </a:ln>
        </p:spPr>
      </p:sp>
      <p:sp>
        <p:nvSpPr>
          <p:cNvPr id="22" name="Text 17"/>
          <p:cNvSpPr txBox="1"/>
          <p:nvPr/>
        </p:nvSpPr>
        <p:spPr>
          <a:xfrm>
            <a:off x="1508760" y="3273552"/>
            <a:ext cx="511508" cy="512064"/>
          </a:xfrm>
          <a:prstGeom prst="rect">
            <a:avLst/>
          </a:prstGeom>
          <a:noFill/>
          <a:ln/>
        </p:spPr>
        <p:txBody>
          <a:bodyPr wrap="square" lIns="0" tIns="0" rIns="0" bIns="0" rtlCol="0" anchor="ctr"/>
          <a:lstStyle/>
          <a:p>
            <a:pPr algn="ctr" indent="0" marL="0">
              <a:buNone/>
            </a:pPr>
            <a:r>
              <a:rPr lang="en-US" sz="3000" dirty="0">
                <a:solidFill>
                  <a:schemeClr val="tx1"/>
                </a:solidFill>
              </a:rPr>
              <a:t>Ik</a:t>
            </a:r>
            <a:endParaRPr lang="en-US" sz="3000" dirty="0"/>
          </a:p>
        </p:txBody>
      </p:sp>
      <p:sp>
        <p:nvSpPr>
          <p:cNvPr id="23" name="Text 18"/>
          <p:cNvSpPr txBox="1"/>
          <p:nvPr/>
        </p:nvSpPr>
        <p:spPr>
          <a:xfrm>
            <a:off x="2093420" y="3273552"/>
            <a:ext cx="1236604" cy="512064"/>
          </a:xfrm>
          <a:prstGeom prst="rect">
            <a:avLst/>
          </a:prstGeom>
          <a:noFill/>
          <a:ln/>
        </p:spPr>
        <p:txBody>
          <a:bodyPr wrap="square" lIns="0" tIns="0" rIns="0" bIns="0" rtlCol="0" anchor="ctr"/>
          <a:lstStyle/>
          <a:p>
            <a:pPr algn="ctr" indent="0" marL="0">
              <a:buNone/>
            </a:pPr>
            <a:r>
              <a:rPr lang="en-US" sz="3000" b="1" dirty="0">
                <a:solidFill>
                  <a:schemeClr val="accent6"/>
                </a:solidFill>
              </a:rPr>
              <a:t>moet</a:t>
            </a:r>
            <a:endParaRPr lang="en-US" sz="3000" dirty="0"/>
          </a:p>
        </p:txBody>
      </p:sp>
      <p:sp>
        <p:nvSpPr>
          <p:cNvPr id="24" name="Text 19"/>
          <p:cNvSpPr txBox="1"/>
          <p:nvPr/>
        </p:nvSpPr>
        <p:spPr>
          <a:xfrm>
            <a:off x="3403175" y="3273552"/>
            <a:ext cx="1655895" cy="512064"/>
          </a:xfrm>
          <a:prstGeom prst="rect">
            <a:avLst/>
          </a:prstGeom>
          <a:noFill/>
          <a:ln/>
        </p:spPr>
        <p:txBody>
          <a:bodyPr wrap="square" lIns="0" tIns="0" rIns="0" bIns="0" rtlCol="0" anchor="ctr"/>
          <a:lstStyle/>
          <a:p>
            <a:pPr algn="ctr" indent="0" marL="0">
              <a:buNone/>
            </a:pPr>
            <a:r>
              <a:rPr lang="en-US" sz="3000" dirty="0">
                <a:solidFill>
                  <a:schemeClr val="tx1"/>
                </a:solidFill>
              </a:rPr>
              <a:t>morgen</a:t>
            </a:r>
            <a:endParaRPr lang="en-US" sz="3000" dirty="0"/>
          </a:p>
        </p:txBody>
      </p:sp>
      <p:sp>
        <p:nvSpPr>
          <p:cNvPr id="25" name="Text 20"/>
          <p:cNvSpPr txBox="1"/>
          <p:nvPr/>
        </p:nvSpPr>
        <p:spPr>
          <a:xfrm>
            <a:off x="5132222" y="3273552"/>
            <a:ext cx="1666585" cy="512064"/>
          </a:xfrm>
          <a:prstGeom prst="rect">
            <a:avLst/>
          </a:prstGeom>
          <a:noFill/>
          <a:ln/>
        </p:spPr>
        <p:txBody>
          <a:bodyPr wrap="square" lIns="0" tIns="0" rIns="0" bIns="0" rtlCol="0" anchor="ctr"/>
          <a:lstStyle/>
          <a:p>
            <a:pPr algn="ctr" indent="0" marL="0">
              <a:buNone/>
            </a:pPr>
            <a:r>
              <a:rPr lang="en-US" sz="3000" b="1" dirty="0">
                <a:solidFill>
                  <a:schemeClr val="accent6"/>
                </a:solidFill>
              </a:rPr>
              <a:t>werken</a:t>
            </a:r>
            <a:endParaRPr lang="en-US" sz="3000" dirty="0"/>
          </a:p>
        </p:txBody>
      </p:sp>
      <p:sp>
        <p:nvSpPr>
          <p:cNvPr id="26" name="Text 21"/>
          <p:cNvSpPr txBox="1"/>
          <p:nvPr/>
        </p:nvSpPr>
        <p:spPr>
          <a:xfrm>
            <a:off x="6817095" y="3273552"/>
            <a:ext cx="153711" cy="512064"/>
          </a:xfrm>
          <a:prstGeom prst="rect">
            <a:avLst/>
          </a:prstGeom>
          <a:noFill/>
          <a:ln/>
        </p:spPr>
        <p:txBody>
          <a:bodyPr wrap="square" lIns="0" tIns="0" rIns="0" bIns="0" rtlCol="0" anchor="ctr"/>
          <a:lstStyle/>
          <a:p>
            <a:pPr algn="l" indent="0" marL="0">
              <a:buNone/>
            </a:pPr>
            <a:r>
              <a:rPr lang="en-US" sz="3000" dirty="0">
                <a:solidFill>
                  <a:schemeClr val="tx1"/>
                </a:solidFill>
              </a:rPr>
              <a:t>.</a:t>
            </a:r>
            <a:endParaRPr lang="en-US" sz="3000" dirty="0"/>
          </a:p>
        </p:txBody>
      </p:sp>
      <p:sp>
        <p:nvSpPr>
          <p:cNvPr id="27" name="Text 22"/>
          <p:cNvSpPr txBox="1"/>
          <p:nvPr/>
        </p:nvSpPr>
        <p:spPr>
          <a:xfrm>
            <a:off x="3037415" y="3794760"/>
            <a:ext cx="2387415" cy="256032"/>
          </a:xfrm>
          <a:prstGeom prst="rect">
            <a:avLst/>
          </a:prstGeom>
          <a:noFill/>
          <a:ln/>
        </p:spPr>
        <p:txBody>
          <a:bodyPr wrap="square" lIns="0" tIns="0" rIns="0" bIns="0" rtlCol="0" anchor="t"/>
          <a:lstStyle/>
          <a:p>
            <a:pPr algn="ctr" indent="0" marL="0">
              <a:buNone/>
            </a:pPr>
            <a:r>
              <a:rPr lang="en-US" sz="1200" i="1" dirty="0">
                <a:solidFill>
                  <a:schemeClr val="accent5"/>
                </a:solidFill>
              </a:rPr>
              <a:t>le cœur de la phrase</a:t>
            </a:r>
            <a:endParaRPr lang="en-US" sz="1200" dirty="0"/>
          </a:p>
        </p:txBody>
      </p:sp>
      <p:pic>
        <p:nvPicPr>
          <p:cNvPr id="28" name="Image 2" descr="Check">    </p:cNvPr>
          <p:cNvPicPr>
            <a:picLocks noChangeAspect="1"/>
          </p:cNvPicPr>
          <p:nvPr/>
        </p:nvPicPr>
        <p:blipFill>
          <a:blip r:embed="rId3"/>
          <a:stretch>
            <a:fillRect/>
          </a:stretch>
        </p:blipFill>
        <p:spPr>
          <a:xfrm>
            <a:off x="7199406" y="3364992"/>
            <a:ext cx="329184" cy="329184"/>
          </a:xfrm>
          <a:prstGeom prst="rect">
            <a:avLst/>
          </a:prstGeom>
        </p:spPr>
      </p:pic>
      <p:sp>
        <p:nvSpPr>
          <p:cNvPr id="29" name="Shape 23"/>
          <p:cNvSpPr/>
          <p:nvPr/>
        </p:nvSpPr>
        <p:spPr>
          <a:xfrm>
            <a:off x="8183880" y="3044952"/>
            <a:ext cx="3291840" cy="457200"/>
          </a:xfrm>
          <a:prstGeom prst="roundRect">
            <a:avLst>
              <a:gd name="adj" fmla="val 20000"/>
            </a:avLst>
          </a:prstGeom>
          <a:solidFill>
            <a:srgbClr val="FFFFFF"/>
          </a:solidFill>
          <a:ln w="25400">
            <a:solidFill>
              <a:srgbClr val="B83227"/>
            </a:solidFill>
            <a:prstDash val="solid"/>
          </a:ln>
        </p:spPr>
      </p:sp>
      <p:sp>
        <p:nvSpPr>
          <p:cNvPr id="30" name="Text 24"/>
          <p:cNvSpPr txBox="1"/>
          <p:nvPr/>
        </p:nvSpPr>
        <p:spPr>
          <a:xfrm>
            <a:off x="8183880" y="3044952"/>
            <a:ext cx="3291840" cy="457200"/>
          </a:xfrm>
          <a:prstGeom prst="rect">
            <a:avLst/>
          </a:prstGeom>
          <a:noFill/>
          <a:ln/>
        </p:spPr>
        <p:txBody>
          <a:bodyPr wrap="square" lIns="0" tIns="0" rIns="0" bIns="0" rtlCol="0" anchor="ctr"/>
          <a:lstStyle/>
          <a:p>
            <a:pPr algn="ctr" indent="0" marL="0">
              <a:buNone/>
            </a:pPr>
            <a:r>
              <a:rPr lang="en-US" sz="1500" b="1" dirty="0">
                <a:solidFill>
                  <a:schemeClr val="accent6"/>
                </a:solidFill>
              </a:rPr>
              <a:t>② verbe conjugué</a:t>
            </a:r>
            <a:endParaRPr lang="en-US" sz="1500" dirty="0"/>
          </a:p>
        </p:txBody>
      </p:sp>
      <p:sp>
        <p:nvSpPr>
          <p:cNvPr id="31" name="Shape 25"/>
          <p:cNvSpPr/>
          <p:nvPr/>
        </p:nvSpPr>
        <p:spPr>
          <a:xfrm>
            <a:off x="8183880" y="3639312"/>
            <a:ext cx="3291840" cy="457200"/>
          </a:xfrm>
          <a:prstGeom prst="roundRect">
            <a:avLst>
              <a:gd name="adj" fmla="val 20000"/>
            </a:avLst>
          </a:prstGeom>
          <a:solidFill>
            <a:srgbClr val="FFFFFF"/>
          </a:solidFill>
          <a:ln w="25400">
            <a:solidFill>
              <a:srgbClr val="B83227"/>
            </a:solidFill>
            <a:prstDash val="dash"/>
          </a:ln>
        </p:spPr>
      </p:sp>
      <p:sp>
        <p:nvSpPr>
          <p:cNvPr id="32" name="Text 26"/>
          <p:cNvSpPr txBox="1"/>
          <p:nvPr/>
        </p:nvSpPr>
        <p:spPr>
          <a:xfrm>
            <a:off x="8183880" y="3639312"/>
            <a:ext cx="3291840" cy="457200"/>
          </a:xfrm>
          <a:prstGeom prst="rect">
            <a:avLst/>
          </a:prstGeom>
          <a:noFill/>
          <a:ln/>
        </p:spPr>
        <p:txBody>
          <a:bodyPr wrap="square" lIns="0" tIns="0" rIns="0" bIns="0" rtlCol="0" anchor="ctr"/>
          <a:lstStyle/>
          <a:p>
            <a:pPr algn="ctr" indent="0" marL="0">
              <a:buNone/>
            </a:pPr>
            <a:r>
              <a:rPr lang="en-US" sz="1500" b="1" dirty="0">
                <a:solidFill>
                  <a:schemeClr val="accent6"/>
                </a:solidFill>
              </a:rPr>
              <a:t>⑥ infinitif, au bout</a:t>
            </a:r>
            <a:endParaRPr lang="en-US" sz="1500" dirty="0"/>
          </a:p>
        </p:txBody>
      </p:sp>
      <p:sp>
        <p:nvSpPr>
          <p:cNvPr id="33" name="Shape 27"/>
          <p:cNvSpPr/>
          <p:nvPr/>
        </p:nvSpPr>
        <p:spPr>
          <a:xfrm>
            <a:off x="548640" y="4407408"/>
            <a:ext cx="3547872" cy="685800"/>
          </a:xfrm>
          <a:prstGeom prst="roundRect">
            <a:avLst>
              <a:gd name="adj" fmla="val 10667"/>
            </a:avLst>
          </a:prstGeom>
          <a:solidFill>
            <a:schemeClr val="bg2"/>
          </a:solidFill>
          <a:ln w="12700">
            <a:solidFill>
              <a:srgbClr val="D5DCE6"/>
            </a:solidFill>
            <a:prstDash val="solid"/>
          </a:ln>
        </p:spPr>
      </p:sp>
      <p:sp>
        <p:nvSpPr>
          <p:cNvPr id="34" name="Text 28"/>
          <p:cNvSpPr txBox="1"/>
          <p:nvPr/>
        </p:nvSpPr>
        <p:spPr>
          <a:xfrm>
            <a:off x="685800" y="4407408"/>
            <a:ext cx="3273552" cy="685800"/>
          </a:xfrm>
          <a:prstGeom prst="rect">
            <a:avLst/>
          </a:prstGeom>
          <a:noFill/>
          <a:ln/>
        </p:spPr>
        <p:txBody>
          <a:bodyPr wrap="square" lIns="0" tIns="0" rIns="0" bIns="0" rtlCol="0" anchor="ctr"/>
          <a:lstStyle/>
          <a:p>
            <a:pPr algn="ctr" indent="0" marL="0">
              <a:buNone/>
            </a:pPr>
            <a:r>
              <a:rPr lang="en-US" sz="1800" dirty="0">
                <a:solidFill>
                  <a:schemeClr val="tx1"/>
                </a:solidFill>
              </a:rPr>
              <a:t>Ik </a:t>
            </a:r>
            <a:r>
              <a:rPr lang="en-US" sz="1800" b="1" dirty="0">
                <a:solidFill>
                  <a:schemeClr val="accent6"/>
                </a:solidFill>
              </a:rPr>
              <a:t>kan</a:t>
            </a:r>
            <a:r>
              <a:rPr lang="en-US" sz="1800" dirty="0">
                <a:solidFill>
                  <a:schemeClr val="tx1"/>
                </a:solidFill>
              </a:rPr>
              <a:t> goed Nederlands </a:t>
            </a:r>
            <a:r>
              <a:rPr lang="en-US" sz="1800" b="1" dirty="0">
                <a:solidFill>
                  <a:schemeClr val="accent6"/>
                </a:solidFill>
              </a:rPr>
              <a:t>spreken</a:t>
            </a:r>
            <a:r>
              <a:rPr lang="en-US" sz="1800" dirty="0">
                <a:solidFill>
                  <a:schemeClr val="tx1"/>
                </a:solidFill>
              </a:rPr>
              <a:t>.</a:t>
            </a:r>
            <a:endParaRPr lang="en-US" sz="1800" dirty="0"/>
          </a:p>
        </p:txBody>
      </p:sp>
      <p:sp>
        <p:nvSpPr>
          <p:cNvPr id="35" name="Shape 29"/>
          <p:cNvSpPr/>
          <p:nvPr/>
        </p:nvSpPr>
        <p:spPr>
          <a:xfrm>
            <a:off x="4320540" y="4407408"/>
            <a:ext cx="3547872" cy="685800"/>
          </a:xfrm>
          <a:prstGeom prst="roundRect">
            <a:avLst>
              <a:gd name="adj" fmla="val 10667"/>
            </a:avLst>
          </a:prstGeom>
          <a:solidFill>
            <a:schemeClr val="bg2"/>
          </a:solidFill>
          <a:ln w="12700">
            <a:solidFill>
              <a:srgbClr val="D5DCE6"/>
            </a:solidFill>
            <a:prstDash val="solid"/>
          </a:ln>
        </p:spPr>
      </p:sp>
      <p:sp>
        <p:nvSpPr>
          <p:cNvPr id="36" name="Text 30"/>
          <p:cNvSpPr txBox="1"/>
          <p:nvPr/>
        </p:nvSpPr>
        <p:spPr>
          <a:xfrm>
            <a:off x="4457700" y="4407408"/>
            <a:ext cx="3273552" cy="685800"/>
          </a:xfrm>
          <a:prstGeom prst="rect">
            <a:avLst/>
          </a:prstGeom>
          <a:noFill/>
          <a:ln/>
        </p:spPr>
        <p:txBody>
          <a:bodyPr wrap="square" lIns="0" tIns="0" rIns="0" bIns="0" rtlCol="0" anchor="ctr"/>
          <a:lstStyle/>
          <a:p>
            <a:pPr algn="ctr" indent="0" marL="0">
              <a:buNone/>
            </a:pPr>
            <a:r>
              <a:rPr lang="en-US" sz="1800" b="1" dirty="0">
                <a:solidFill>
                  <a:schemeClr val="accent6"/>
                </a:solidFill>
              </a:rPr>
              <a:t>Wil</a:t>
            </a:r>
            <a:r>
              <a:rPr lang="en-US" sz="1800" dirty="0">
                <a:solidFill>
                  <a:schemeClr val="tx1"/>
                </a:solidFill>
              </a:rPr>
              <a:t> je een koffie </a:t>
            </a:r>
            <a:r>
              <a:rPr lang="en-US" sz="1800" b="1" dirty="0">
                <a:solidFill>
                  <a:schemeClr val="accent6"/>
                </a:solidFill>
              </a:rPr>
              <a:t>drinken</a:t>
            </a:r>
            <a:r>
              <a:rPr lang="en-US" sz="1800" dirty="0">
                <a:solidFill>
                  <a:schemeClr val="tx1"/>
                </a:solidFill>
              </a:rPr>
              <a:t>?</a:t>
            </a:r>
            <a:endParaRPr lang="en-US" sz="1800" dirty="0"/>
          </a:p>
        </p:txBody>
      </p:sp>
      <p:sp>
        <p:nvSpPr>
          <p:cNvPr id="37" name="Shape 31"/>
          <p:cNvSpPr/>
          <p:nvPr/>
        </p:nvSpPr>
        <p:spPr>
          <a:xfrm>
            <a:off x="8092440" y="4407408"/>
            <a:ext cx="3547872" cy="685800"/>
          </a:xfrm>
          <a:prstGeom prst="roundRect">
            <a:avLst>
              <a:gd name="adj" fmla="val 10667"/>
            </a:avLst>
          </a:prstGeom>
          <a:solidFill>
            <a:schemeClr val="bg2"/>
          </a:solidFill>
          <a:ln w="12700">
            <a:solidFill>
              <a:srgbClr val="D5DCE6"/>
            </a:solidFill>
            <a:prstDash val="solid"/>
          </a:ln>
        </p:spPr>
      </p:sp>
      <p:sp>
        <p:nvSpPr>
          <p:cNvPr id="38" name="Text 32"/>
          <p:cNvSpPr txBox="1"/>
          <p:nvPr/>
        </p:nvSpPr>
        <p:spPr>
          <a:xfrm>
            <a:off x="8229600" y="4407408"/>
            <a:ext cx="3273552" cy="685800"/>
          </a:xfrm>
          <a:prstGeom prst="rect">
            <a:avLst/>
          </a:prstGeom>
          <a:noFill/>
          <a:ln/>
        </p:spPr>
        <p:txBody>
          <a:bodyPr wrap="square" lIns="0" tIns="0" rIns="0" bIns="0" rtlCol="0" anchor="ctr"/>
          <a:lstStyle/>
          <a:p>
            <a:pPr algn="ctr" indent="0" marL="0">
              <a:buNone/>
            </a:pPr>
            <a:r>
              <a:rPr lang="en-US" sz="1800" dirty="0">
                <a:solidFill>
                  <a:schemeClr val="tx1"/>
                </a:solidFill>
              </a:rPr>
              <a:t>Je </a:t>
            </a:r>
            <a:r>
              <a:rPr lang="en-US" sz="1800" b="1" dirty="0">
                <a:solidFill>
                  <a:schemeClr val="accent6"/>
                </a:solidFill>
              </a:rPr>
              <a:t>mag</a:t>
            </a:r>
            <a:r>
              <a:rPr lang="en-US" sz="1800" dirty="0">
                <a:solidFill>
                  <a:schemeClr val="tx1"/>
                </a:solidFill>
              </a:rPr>
              <a:t> hier niet </a:t>
            </a:r>
            <a:r>
              <a:rPr lang="en-US" sz="1800" b="1" dirty="0">
                <a:solidFill>
                  <a:schemeClr val="accent6"/>
                </a:solidFill>
              </a:rPr>
              <a:t>roken</a:t>
            </a:r>
            <a:r>
              <a:rPr lang="en-US" sz="1800" dirty="0">
                <a:solidFill>
                  <a:schemeClr val="tx1"/>
                </a:solidFill>
              </a:rPr>
              <a:t>.</a:t>
            </a:r>
            <a:endParaRPr lang="en-US" sz="1800" dirty="0"/>
          </a:p>
        </p:txBody>
      </p:sp>
      <p:sp>
        <p:nvSpPr>
          <p:cNvPr id="39" name="Shape 33"/>
          <p:cNvSpPr/>
          <p:nvPr/>
        </p:nvSpPr>
        <p:spPr>
          <a:xfrm>
            <a:off x="548640" y="5276088"/>
            <a:ext cx="11091672" cy="987552"/>
          </a:xfrm>
          <a:prstGeom prst="roundRect">
            <a:avLst>
              <a:gd name="adj" fmla="val 7407"/>
            </a:avLst>
          </a:prstGeom>
          <a:solidFill>
            <a:srgbClr val="FFFFFF"/>
          </a:solidFill>
          <a:ln w="12700">
            <a:solidFill>
              <a:srgbClr val="4A5A70"/>
            </a:solidFill>
            <a:prstDash val="dash"/>
          </a:ln>
        </p:spPr>
      </p:sp>
      <p:sp>
        <p:nvSpPr>
          <p:cNvPr id="40" name="tag"/>
          <p:cNvSpPr/>
          <p:nvPr/>
        </p:nvSpPr>
        <p:spPr>
          <a:xfrm>
            <a:off x="731520" y="5650992"/>
            <a:ext cx="2415845"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 BONUS : particule</a:t>
            </a:r>
            <a:endParaRPr lang="en-US" sz="1200" dirty="0"/>
          </a:p>
        </p:txBody>
      </p:sp>
      <p:sp>
        <p:nvSpPr>
          <p:cNvPr id="41" name="Shape 35"/>
          <p:cNvSpPr/>
          <p:nvPr/>
        </p:nvSpPr>
        <p:spPr>
          <a:xfrm>
            <a:off x="5425135" y="5468112"/>
            <a:ext cx="3262776" cy="640080"/>
          </a:xfrm>
          <a:prstGeom prst="arc">
            <a:avLst>
              <a:gd name="adj1" fmla="val 10800000"/>
              <a:gd name="adj2" fmla="val 21600000"/>
            </a:avLst>
          </a:prstGeom>
          <a:solidFill>
            <a:srgbClr val="FFFFFF">
              <a:alpha val="0"/>
            </a:srgbClr>
          </a:solidFill>
          <a:ln w="25400">
            <a:solidFill>
              <a:srgbClr val="D9700F"/>
            </a:solidFill>
            <a:prstDash val="solid"/>
            <a:tailEnd type="triangle"/>
          </a:ln>
        </p:spPr>
      </p:sp>
      <p:sp>
        <p:nvSpPr>
          <p:cNvPr id="42" name="Text 36"/>
          <p:cNvSpPr txBox="1"/>
          <p:nvPr/>
        </p:nvSpPr>
        <p:spPr>
          <a:xfrm>
            <a:off x="3337560" y="5760720"/>
            <a:ext cx="288617" cy="384048"/>
          </a:xfrm>
          <a:prstGeom prst="rect">
            <a:avLst/>
          </a:prstGeom>
          <a:noFill/>
          <a:ln/>
        </p:spPr>
        <p:txBody>
          <a:bodyPr wrap="square" lIns="0" tIns="0" rIns="0" bIns="0" rtlCol="0" anchor="ctr"/>
          <a:lstStyle/>
          <a:p>
            <a:pPr algn="ctr" indent="0" marL="0">
              <a:buNone/>
            </a:pPr>
            <a:r>
              <a:rPr lang="en-US" sz="1800" dirty="0">
                <a:solidFill>
                  <a:schemeClr val="tx1"/>
                </a:solidFill>
              </a:rPr>
              <a:t>Ik</a:t>
            </a:r>
            <a:endParaRPr lang="en-US" sz="1800" dirty="0"/>
          </a:p>
        </p:txBody>
      </p:sp>
      <p:sp>
        <p:nvSpPr>
          <p:cNvPr id="43" name="Text 37"/>
          <p:cNvSpPr txBox="1"/>
          <p:nvPr/>
        </p:nvSpPr>
        <p:spPr>
          <a:xfrm>
            <a:off x="3671897" y="5760720"/>
            <a:ext cx="458071" cy="384048"/>
          </a:xfrm>
          <a:prstGeom prst="rect">
            <a:avLst/>
          </a:prstGeom>
          <a:noFill/>
          <a:ln/>
        </p:spPr>
        <p:txBody>
          <a:bodyPr wrap="square" lIns="0" tIns="0" rIns="0" bIns="0" rtlCol="0" anchor="ctr"/>
          <a:lstStyle/>
          <a:p>
            <a:pPr algn="ctr" indent="0" marL="0">
              <a:buNone/>
            </a:pPr>
            <a:r>
              <a:rPr lang="en-US" sz="1800" b="1" dirty="0">
                <a:solidFill>
                  <a:schemeClr val="accent6"/>
                </a:solidFill>
              </a:rPr>
              <a:t>bel</a:t>
            </a:r>
            <a:endParaRPr lang="en-US" sz="1800" dirty="0"/>
          </a:p>
        </p:txBody>
      </p:sp>
      <p:sp>
        <p:nvSpPr>
          <p:cNvPr id="44" name="Text 38"/>
          <p:cNvSpPr txBox="1"/>
          <p:nvPr/>
        </p:nvSpPr>
        <p:spPr>
          <a:xfrm>
            <a:off x="4175688" y="5760720"/>
            <a:ext cx="1003975" cy="384048"/>
          </a:xfrm>
          <a:prstGeom prst="rect">
            <a:avLst/>
          </a:prstGeom>
          <a:noFill/>
          <a:ln/>
        </p:spPr>
        <p:txBody>
          <a:bodyPr wrap="square" lIns="0" tIns="0" rIns="0" bIns="0" rtlCol="0" anchor="ctr"/>
          <a:lstStyle/>
          <a:p>
            <a:pPr algn="ctr" indent="0" marL="0">
              <a:buNone/>
            </a:pPr>
            <a:r>
              <a:rPr lang="en-US" sz="1800" dirty="0">
                <a:solidFill>
                  <a:schemeClr val="tx1"/>
                </a:solidFill>
              </a:rPr>
              <a:t>de klant</a:t>
            </a:r>
            <a:endParaRPr lang="en-US" sz="1800" dirty="0"/>
          </a:p>
        </p:txBody>
      </p:sp>
      <p:sp>
        <p:nvSpPr>
          <p:cNvPr id="45" name="Text 39"/>
          <p:cNvSpPr txBox="1"/>
          <p:nvPr/>
        </p:nvSpPr>
        <p:spPr>
          <a:xfrm>
            <a:off x="5225383" y="5760720"/>
            <a:ext cx="399504" cy="384048"/>
          </a:xfrm>
          <a:prstGeom prst="rect">
            <a:avLst/>
          </a:prstGeom>
          <a:noFill/>
          <a:ln/>
        </p:spPr>
        <p:txBody>
          <a:bodyPr wrap="square" lIns="0" tIns="0" rIns="0" bIns="0" rtlCol="0" anchor="ctr"/>
          <a:lstStyle/>
          <a:p>
            <a:pPr algn="ctr" indent="0" marL="0">
              <a:buNone/>
            </a:pPr>
            <a:r>
              <a:rPr lang="en-US" sz="1800" b="1" dirty="0">
                <a:solidFill>
                  <a:schemeClr val="accent1"/>
                </a:solidFill>
              </a:rPr>
              <a:t>op</a:t>
            </a:r>
            <a:endParaRPr lang="en-US" sz="1800" dirty="0"/>
          </a:p>
        </p:txBody>
      </p:sp>
      <p:sp>
        <p:nvSpPr>
          <p:cNvPr id="46" name="Text 40"/>
          <p:cNvSpPr txBox="1"/>
          <p:nvPr/>
        </p:nvSpPr>
        <p:spPr>
          <a:xfrm>
            <a:off x="5643175" y="5760720"/>
            <a:ext cx="106857" cy="384048"/>
          </a:xfrm>
          <a:prstGeom prst="rect">
            <a:avLst/>
          </a:prstGeom>
          <a:noFill/>
          <a:ln/>
        </p:spPr>
        <p:txBody>
          <a:bodyPr wrap="square" lIns="0" tIns="0" rIns="0" bIns="0" rtlCol="0" anchor="ctr"/>
          <a:lstStyle/>
          <a:p>
            <a:pPr algn="l" indent="0" marL="0">
              <a:buNone/>
            </a:pPr>
            <a:r>
              <a:rPr lang="en-US" sz="1800" dirty="0">
                <a:solidFill>
                  <a:schemeClr val="tx1"/>
                </a:solidFill>
              </a:rPr>
              <a:t>.</a:t>
            </a:r>
            <a:endParaRPr lang="en-US" sz="1800" dirty="0"/>
          </a:p>
        </p:txBody>
      </p:sp>
      <p:sp>
        <p:nvSpPr>
          <p:cNvPr id="47" name="Text 41"/>
          <p:cNvSpPr txBox="1"/>
          <p:nvPr/>
        </p:nvSpPr>
        <p:spPr>
          <a:xfrm>
            <a:off x="5795752" y="5760720"/>
            <a:ext cx="457200" cy="384048"/>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48" name="Text 42"/>
          <p:cNvSpPr txBox="1"/>
          <p:nvPr/>
        </p:nvSpPr>
        <p:spPr>
          <a:xfrm>
            <a:off x="6298672" y="5760720"/>
            <a:ext cx="288617" cy="384048"/>
          </a:xfrm>
          <a:prstGeom prst="rect">
            <a:avLst/>
          </a:prstGeom>
          <a:noFill/>
          <a:ln/>
        </p:spPr>
        <p:txBody>
          <a:bodyPr wrap="square" lIns="0" tIns="0" rIns="0" bIns="0" rtlCol="0" anchor="ctr"/>
          <a:lstStyle/>
          <a:p>
            <a:pPr algn="ctr" indent="0" marL="0">
              <a:buNone/>
            </a:pPr>
            <a:r>
              <a:rPr lang="en-US" sz="1800" dirty="0">
                <a:solidFill>
                  <a:schemeClr val="tx1"/>
                </a:solidFill>
              </a:rPr>
              <a:t>Ik</a:t>
            </a:r>
            <a:endParaRPr lang="en-US" sz="1800" dirty="0"/>
          </a:p>
        </p:txBody>
      </p:sp>
      <p:sp>
        <p:nvSpPr>
          <p:cNvPr id="49" name="Text 43"/>
          <p:cNvSpPr txBox="1"/>
          <p:nvPr/>
        </p:nvSpPr>
        <p:spPr>
          <a:xfrm>
            <a:off x="6633008" y="5760720"/>
            <a:ext cx="723674" cy="384048"/>
          </a:xfrm>
          <a:prstGeom prst="rect">
            <a:avLst/>
          </a:prstGeom>
          <a:noFill/>
          <a:ln/>
        </p:spPr>
        <p:txBody>
          <a:bodyPr wrap="square" lIns="0" tIns="0" rIns="0" bIns="0" rtlCol="0" anchor="ctr"/>
          <a:lstStyle/>
          <a:p>
            <a:pPr algn="ctr" indent="0" marL="0">
              <a:buNone/>
            </a:pPr>
            <a:r>
              <a:rPr lang="en-US" sz="1800" b="1" dirty="0">
                <a:solidFill>
                  <a:schemeClr val="accent6"/>
                </a:solidFill>
              </a:rPr>
              <a:t>moet</a:t>
            </a:r>
            <a:endParaRPr lang="en-US" sz="1800" dirty="0"/>
          </a:p>
        </p:txBody>
      </p:sp>
      <p:sp>
        <p:nvSpPr>
          <p:cNvPr id="50" name="Text 44"/>
          <p:cNvSpPr txBox="1"/>
          <p:nvPr/>
        </p:nvSpPr>
        <p:spPr>
          <a:xfrm>
            <a:off x="7402402" y="5760720"/>
            <a:ext cx="1003975" cy="384048"/>
          </a:xfrm>
          <a:prstGeom prst="rect">
            <a:avLst/>
          </a:prstGeom>
          <a:noFill/>
          <a:ln/>
        </p:spPr>
        <p:txBody>
          <a:bodyPr wrap="square" lIns="0" tIns="0" rIns="0" bIns="0" rtlCol="0" anchor="ctr"/>
          <a:lstStyle/>
          <a:p>
            <a:pPr algn="ctr" indent="0" marL="0">
              <a:buNone/>
            </a:pPr>
            <a:r>
              <a:rPr lang="en-US" sz="1800" dirty="0">
                <a:solidFill>
                  <a:schemeClr val="tx1"/>
                </a:solidFill>
              </a:rPr>
              <a:t>de klant</a:t>
            </a:r>
            <a:endParaRPr lang="en-US" sz="1800" dirty="0"/>
          </a:p>
        </p:txBody>
      </p:sp>
      <p:sp>
        <p:nvSpPr>
          <p:cNvPr id="51" name="Text 45"/>
          <p:cNvSpPr txBox="1"/>
          <p:nvPr/>
        </p:nvSpPr>
        <p:spPr>
          <a:xfrm>
            <a:off x="8452097" y="5760720"/>
            <a:ext cx="1132767" cy="384048"/>
          </a:xfrm>
          <a:prstGeom prst="rect">
            <a:avLst/>
          </a:prstGeom>
          <a:noFill/>
          <a:ln/>
        </p:spPr>
        <p:txBody>
          <a:bodyPr wrap="square" lIns="0" tIns="0" rIns="0" bIns="0" rtlCol="0" anchor="ctr"/>
          <a:lstStyle/>
          <a:p>
            <a:pPr algn="ctr" indent="0" marL="0">
              <a:buNone/>
            </a:pPr>
            <a:r>
              <a:rPr lang="en-US" sz="1800" b="1" dirty="0">
                <a:solidFill>
                  <a:schemeClr val="accent1"/>
                </a:solidFill>
              </a:rPr>
              <a:t>op</a:t>
            </a:r>
            <a:r>
              <a:rPr lang="en-US" sz="1800" b="1" dirty="0">
                <a:solidFill>
                  <a:schemeClr val="accent6"/>
                </a:solidFill>
              </a:rPr>
              <a:t>bellen</a:t>
            </a:r>
            <a:endParaRPr lang="en-US" sz="1800" dirty="0"/>
          </a:p>
        </p:txBody>
      </p:sp>
      <p:sp>
        <p:nvSpPr>
          <p:cNvPr id="52" name="Text 46"/>
          <p:cNvSpPr txBox="1"/>
          <p:nvPr/>
        </p:nvSpPr>
        <p:spPr>
          <a:xfrm>
            <a:off x="9603152" y="5760720"/>
            <a:ext cx="106857" cy="384048"/>
          </a:xfrm>
          <a:prstGeom prst="rect">
            <a:avLst/>
          </a:prstGeom>
          <a:noFill/>
          <a:ln/>
        </p:spPr>
        <p:txBody>
          <a:bodyPr wrap="square" lIns="0" tIns="0" rIns="0" bIns="0" rtlCol="0" anchor="ctr"/>
          <a:lstStyle/>
          <a:p>
            <a:pPr algn="l" indent="0" marL="0">
              <a:buNone/>
            </a:pPr>
            <a:r>
              <a:rPr lang="en-US" sz="1800" dirty="0">
                <a:solidFill>
                  <a:schemeClr val="tx1"/>
                </a:solidFill>
              </a:rPr>
              <a:t>.</a:t>
            </a:r>
            <a:endParaRPr lang="en-US" sz="1800" dirty="0"/>
          </a:p>
        </p:txBody>
      </p:sp>
      <p:sp>
        <p:nvSpPr>
          <p:cNvPr id="53" name="Text 47"/>
          <p:cNvSpPr txBox="1"/>
          <p:nvPr/>
        </p:nvSpPr>
        <p:spPr>
          <a:xfrm>
            <a:off x="9892889" y="5349240"/>
            <a:ext cx="1628551" cy="822960"/>
          </a:xfrm>
          <a:prstGeom prst="rect">
            <a:avLst/>
          </a:prstGeom>
          <a:noFill/>
          <a:ln/>
        </p:spPr>
        <p:txBody>
          <a:bodyPr wrap="square" lIns="0" tIns="0" rIns="0" bIns="0" rtlCol="0" anchor="ctr"/>
          <a:lstStyle/>
          <a:p>
            <a:pPr algn="l" indent="0" marL="0">
              <a:buNone/>
            </a:pPr>
            <a:r>
              <a:rPr lang="en-US" sz="1500" i="1" dirty="0">
                <a:solidFill>
                  <a:schemeClr val="accent5"/>
                </a:solidFill>
              </a:rPr>
              <a:t>(on recolle, en un seul mot)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Comment conjuguer n’importe quel verbe ?</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Shape 2"/>
          <p:cNvSpPr/>
          <p:nvPr/>
        </p:nvSpPr>
        <p:spPr>
          <a:xfrm>
            <a:off x="5120640" y="2039112"/>
            <a:ext cx="502920" cy="914"/>
          </a:xfrm>
          <a:prstGeom prst="line">
            <a:avLst/>
          </a:prstGeom>
          <a:noFill/>
          <a:ln w="25400">
            <a:solidFill>
              <a:srgbClr val="2E7D4F"/>
            </a:solidFill>
            <a:prstDash val="solid"/>
            <a:tailEnd type="triangle"/>
          </a:ln>
        </p:spPr>
      </p:sp>
      <p:sp>
        <p:nvSpPr>
          <p:cNvPr id="6" name="Text 3"/>
          <p:cNvSpPr txBox="1"/>
          <p:nvPr/>
        </p:nvSpPr>
        <p:spPr>
          <a:xfrm>
            <a:off x="5120640" y="1764792"/>
            <a:ext cx="502920" cy="237744"/>
          </a:xfrm>
          <a:prstGeom prst="rect">
            <a:avLst/>
          </a:prstGeom>
          <a:noFill/>
          <a:ln/>
        </p:spPr>
        <p:txBody>
          <a:bodyPr wrap="square" lIns="0" tIns="0" rIns="0" bIns="0" rtlCol="0" anchor="t"/>
          <a:lstStyle/>
          <a:p>
            <a:pPr algn="ctr" indent="0" marL="0">
              <a:buNone/>
            </a:pPr>
            <a:r>
              <a:rPr lang="en-US" sz="1200" b="1" dirty="0">
                <a:solidFill>
                  <a:schemeClr val="accent3"/>
                </a:solidFill>
              </a:rPr>
              <a:t>OUI</a:t>
            </a:r>
            <a:endParaRPr lang="en-US" sz="1200" dirty="0"/>
          </a:p>
        </p:txBody>
      </p:sp>
      <p:sp>
        <p:nvSpPr>
          <p:cNvPr id="7" name="Shape 4"/>
          <p:cNvSpPr/>
          <p:nvPr/>
        </p:nvSpPr>
        <p:spPr>
          <a:xfrm>
            <a:off x="2834640" y="2542032"/>
            <a:ext cx="914" cy="201168"/>
          </a:xfrm>
          <a:prstGeom prst="line">
            <a:avLst/>
          </a:prstGeom>
          <a:noFill/>
          <a:ln w="25400">
            <a:solidFill>
              <a:srgbClr val="4A5A70"/>
            </a:solidFill>
            <a:prstDash val="solid"/>
            <a:tailEnd type="triangle"/>
          </a:ln>
        </p:spPr>
      </p:sp>
      <p:sp>
        <p:nvSpPr>
          <p:cNvPr id="8" name="Text 5"/>
          <p:cNvSpPr txBox="1"/>
          <p:nvPr/>
        </p:nvSpPr>
        <p:spPr>
          <a:xfrm>
            <a:off x="2944368" y="2542032"/>
            <a:ext cx="548640" cy="201168"/>
          </a:xfrm>
          <a:prstGeom prst="rect">
            <a:avLst/>
          </a:prstGeom>
          <a:noFill/>
          <a:ln/>
        </p:spPr>
        <p:txBody>
          <a:bodyPr wrap="square" lIns="0" tIns="0" rIns="0" bIns="0" rtlCol="0" anchor="ctr"/>
          <a:lstStyle/>
          <a:p>
            <a:pPr algn="l" indent="0" marL="0">
              <a:buNone/>
            </a:pPr>
            <a:r>
              <a:rPr lang="en-US" sz="1200" b="1" dirty="0">
                <a:solidFill>
                  <a:schemeClr val="accent5"/>
                </a:solidFill>
              </a:rPr>
              <a:t>NON</a:t>
            </a:r>
            <a:endParaRPr lang="en-US" sz="1200" dirty="0"/>
          </a:p>
        </p:txBody>
      </p:sp>
      <p:sp>
        <p:nvSpPr>
          <p:cNvPr id="9" name="Shape 6"/>
          <p:cNvSpPr/>
          <p:nvPr/>
        </p:nvSpPr>
        <p:spPr>
          <a:xfrm>
            <a:off x="5120640" y="3291840"/>
            <a:ext cx="502920" cy="914"/>
          </a:xfrm>
          <a:prstGeom prst="line">
            <a:avLst/>
          </a:prstGeom>
          <a:noFill/>
          <a:ln w="25400">
            <a:solidFill>
              <a:srgbClr val="2E7D4F"/>
            </a:solidFill>
            <a:prstDash val="solid"/>
            <a:tailEnd type="triangle"/>
          </a:ln>
        </p:spPr>
      </p:sp>
      <p:sp>
        <p:nvSpPr>
          <p:cNvPr id="10" name="Text 7"/>
          <p:cNvSpPr txBox="1"/>
          <p:nvPr/>
        </p:nvSpPr>
        <p:spPr>
          <a:xfrm>
            <a:off x="5120640" y="3017520"/>
            <a:ext cx="502920" cy="237744"/>
          </a:xfrm>
          <a:prstGeom prst="rect">
            <a:avLst/>
          </a:prstGeom>
          <a:noFill/>
          <a:ln/>
        </p:spPr>
        <p:txBody>
          <a:bodyPr wrap="square" lIns="0" tIns="0" rIns="0" bIns="0" rtlCol="0" anchor="t"/>
          <a:lstStyle/>
          <a:p>
            <a:pPr algn="ctr" indent="0" marL="0">
              <a:buNone/>
            </a:pPr>
            <a:r>
              <a:rPr lang="en-US" sz="1200" b="1" dirty="0">
                <a:solidFill>
                  <a:schemeClr val="accent3"/>
                </a:solidFill>
              </a:rPr>
              <a:t>OUI</a:t>
            </a:r>
            <a:endParaRPr lang="en-US" sz="1200" dirty="0"/>
          </a:p>
        </p:txBody>
      </p:sp>
      <p:sp>
        <p:nvSpPr>
          <p:cNvPr id="11" name="Shape 8"/>
          <p:cNvSpPr/>
          <p:nvPr/>
        </p:nvSpPr>
        <p:spPr>
          <a:xfrm>
            <a:off x="2834640" y="3840480"/>
            <a:ext cx="914" cy="201168"/>
          </a:xfrm>
          <a:prstGeom prst="line">
            <a:avLst/>
          </a:prstGeom>
          <a:noFill/>
          <a:ln w="25400">
            <a:solidFill>
              <a:srgbClr val="4A5A70"/>
            </a:solidFill>
            <a:prstDash val="solid"/>
            <a:tailEnd type="triangle"/>
          </a:ln>
        </p:spPr>
      </p:sp>
      <p:sp>
        <p:nvSpPr>
          <p:cNvPr id="12" name="Text 9"/>
          <p:cNvSpPr txBox="1"/>
          <p:nvPr/>
        </p:nvSpPr>
        <p:spPr>
          <a:xfrm>
            <a:off x="2944368" y="3840480"/>
            <a:ext cx="548640" cy="201168"/>
          </a:xfrm>
          <a:prstGeom prst="rect">
            <a:avLst/>
          </a:prstGeom>
          <a:noFill/>
          <a:ln/>
        </p:spPr>
        <p:txBody>
          <a:bodyPr wrap="square" lIns="0" tIns="0" rIns="0" bIns="0" rtlCol="0" anchor="ctr"/>
          <a:lstStyle/>
          <a:p>
            <a:pPr algn="l" indent="0" marL="0">
              <a:buNone/>
            </a:pPr>
            <a:r>
              <a:rPr lang="en-US" sz="1200" b="1" dirty="0">
                <a:solidFill>
                  <a:schemeClr val="accent5"/>
                </a:solidFill>
              </a:rPr>
              <a:t>NON</a:t>
            </a:r>
            <a:endParaRPr lang="en-US" sz="1200" dirty="0"/>
          </a:p>
        </p:txBody>
      </p:sp>
      <p:sp>
        <p:nvSpPr>
          <p:cNvPr id="13" name="Shape 10"/>
          <p:cNvSpPr/>
          <p:nvPr/>
        </p:nvSpPr>
        <p:spPr>
          <a:xfrm>
            <a:off x="2834640" y="4453128"/>
            <a:ext cx="914" cy="182880"/>
          </a:xfrm>
          <a:prstGeom prst="line">
            <a:avLst/>
          </a:prstGeom>
          <a:noFill/>
          <a:ln w="25400">
            <a:solidFill>
              <a:srgbClr val="4A5A70"/>
            </a:solidFill>
            <a:prstDash val="solid"/>
            <a:tailEnd type="triangle"/>
          </a:ln>
        </p:spPr>
      </p:sp>
      <p:sp>
        <p:nvSpPr>
          <p:cNvPr id="14" name="Shape 11"/>
          <p:cNvSpPr/>
          <p:nvPr/>
        </p:nvSpPr>
        <p:spPr>
          <a:xfrm>
            <a:off x="2834640" y="5047488"/>
            <a:ext cx="914" cy="182880"/>
          </a:xfrm>
          <a:prstGeom prst="line">
            <a:avLst/>
          </a:prstGeom>
          <a:noFill/>
          <a:ln w="25400">
            <a:solidFill>
              <a:srgbClr val="4A5A70"/>
            </a:solidFill>
            <a:prstDash val="solid"/>
            <a:tailEnd type="triangle"/>
          </a:ln>
        </p:spPr>
      </p:sp>
      <p:sp>
        <p:nvSpPr>
          <p:cNvPr id="15" name="Shape 12"/>
          <p:cNvSpPr/>
          <p:nvPr/>
        </p:nvSpPr>
        <p:spPr>
          <a:xfrm>
            <a:off x="7269480" y="3291840"/>
            <a:ext cx="274320" cy="914"/>
          </a:xfrm>
          <a:prstGeom prst="line">
            <a:avLst/>
          </a:prstGeom>
          <a:noFill/>
          <a:ln w="25400">
            <a:solidFill>
              <a:srgbClr val="2E7D4F"/>
            </a:solidFill>
            <a:prstDash val="solid"/>
            <a:tailEnd type="triangle"/>
          </a:ln>
        </p:spPr>
      </p:sp>
      <p:sp>
        <p:nvSpPr>
          <p:cNvPr id="16" name="Shape 13"/>
          <p:cNvSpPr/>
          <p:nvPr/>
        </p:nvSpPr>
        <p:spPr>
          <a:xfrm>
            <a:off x="5120640" y="5586984"/>
            <a:ext cx="2423160" cy="914"/>
          </a:xfrm>
          <a:prstGeom prst="line">
            <a:avLst/>
          </a:prstGeom>
          <a:noFill/>
          <a:ln w="28575">
            <a:solidFill>
              <a:srgbClr val="2E7D4F"/>
            </a:solidFill>
            <a:prstDash val="solid"/>
            <a:tailEnd type="triangle"/>
          </a:ln>
        </p:spPr>
      </p:sp>
      <p:sp>
        <p:nvSpPr>
          <p:cNvPr id="17" name="Shape 14"/>
          <p:cNvSpPr/>
          <p:nvPr/>
        </p:nvSpPr>
        <p:spPr>
          <a:xfrm>
            <a:off x="548640" y="1536192"/>
            <a:ext cx="4572000" cy="1005840"/>
          </a:xfrm>
          <a:prstGeom prst="diamond">
            <a:avLst/>
          </a:prstGeom>
          <a:solidFill>
            <a:srgbClr val="EEF3F8"/>
          </a:solidFill>
          <a:ln w="22225">
            <a:solidFill>
              <a:srgbClr val="17375E"/>
            </a:solidFill>
            <a:prstDash val="solid"/>
          </a:ln>
        </p:spPr>
      </p:sp>
      <p:sp>
        <p:nvSpPr>
          <p:cNvPr id="18" name="Text 15"/>
          <p:cNvSpPr txBox="1"/>
          <p:nvPr/>
        </p:nvSpPr>
        <p:spPr>
          <a:xfrm>
            <a:off x="1463040" y="1645920"/>
            <a:ext cx="2743200" cy="786384"/>
          </a:xfrm>
          <a:prstGeom prst="rect">
            <a:avLst/>
          </a:prstGeom>
          <a:noFill/>
          <a:ln/>
        </p:spPr>
        <p:txBody>
          <a:bodyPr wrap="square" lIns="0" tIns="0" rIns="0" bIns="0" rtlCol="0" anchor="ctr"/>
          <a:lstStyle/>
          <a:p>
            <a:pPr algn="ctr" indent="0" marL="0">
              <a:buNone/>
            </a:pPr>
            <a:r>
              <a:rPr lang="en-US" sz="1400" b="1" dirty="0">
                <a:solidFill>
                  <a:schemeClr val="tx1"/>
                </a:solidFill>
              </a:rPr>
              <a:t>①</a:t>
            </a:r>
            <a:r>
              <a:rPr lang="en-US" sz="1400" dirty="0">
                <a:solidFill>
                  <a:schemeClr val="tx1"/>
                </a:solidFill>
              </a:rPr>
              <a:t> </a:t>
            </a:r>
            <a:r>
              <a:rPr lang="en-US" sz="1400" i="1" dirty="0">
                <a:solidFill>
                  <a:schemeClr val="tx1"/>
                </a:solidFill>
              </a:rPr>
              <a:t>zijn, hebben, kunnen,</a:t>
            </a:r>
            <a:endParaRPr lang="en-US" sz="1400" dirty="0"/>
          </a:p>
          <a:p>
            <a:pPr algn="ctr" indent="0" marL="0">
              <a:buNone/>
            </a:pPr>
            <a:r>
              <a:rPr lang="en-US" sz="1400" i="1" dirty="0">
                <a:solidFill>
                  <a:schemeClr val="tx1"/>
                </a:solidFill>
              </a:rPr>
              <a:t>willen, mogen</a:t>
            </a:r>
            <a:r>
              <a:rPr lang="en-US" sz="1400" dirty="0">
                <a:solidFill>
                  <a:schemeClr val="tx1"/>
                </a:solidFill>
              </a:rPr>
              <a:t> ?</a:t>
            </a:r>
            <a:endParaRPr lang="en-US" sz="1400" dirty="0"/>
          </a:p>
        </p:txBody>
      </p:sp>
      <p:sp>
        <p:nvSpPr>
          <p:cNvPr id="19" name="Shape 16"/>
          <p:cNvSpPr/>
          <p:nvPr/>
        </p:nvSpPr>
        <p:spPr>
          <a:xfrm>
            <a:off x="5623560" y="1691640"/>
            <a:ext cx="1645920" cy="694944"/>
          </a:xfrm>
          <a:prstGeom prst="roundRect">
            <a:avLst>
              <a:gd name="adj" fmla="val 13158"/>
            </a:avLst>
          </a:prstGeom>
          <a:solidFill>
            <a:srgbClr val="FDF3EA"/>
          </a:solidFill>
          <a:ln w="19050">
            <a:solidFill>
              <a:srgbClr val="D9700F"/>
            </a:solidFill>
            <a:prstDash val="solid"/>
          </a:ln>
        </p:spPr>
      </p:sp>
      <p:pic>
        <p:nvPicPr>
          <p:cNvPr id="20" name="Image 0" descr="Star">    </p:cNvPr>
          <p:cNvPicPr>
            <a:picLocks noChangeAspect="1"/>
          </p:cNvPicPr>
          <p:nvPr/>
        </p:nvPicPr>
        <p:blipFill>
          <a:blip r:embed="rId1"/>
          <a:stretch>
            <a:fillRect/>
          </a:stretch>
        </p:blipFill>
        <p:spPr>
          <a:xfrm>
            <a:off x="5715000" y="1883664"/>
            <a:ext cx="292608" cy="292608"/>
          </a:xfrm>
          <a:prstGeom prst="rect">
            <a:avLst/>
          </a:prstGeom>
        </p:spPr>
      </p:pic>
      <p:sp>
        <p:nvSpPr>
          <p:cNvPr id="21" name="Text 17"/>
          <p:cNvSpPr txBox="1"/>
          <p:nvPr/>
        </p:nvSpPr>
        <p:spPr>
          <a:xfrm>
            <a:off x="6053328" y="1691640"/>
            <a:ext cx="1188720" cy="694944"/>
          </a:xfrm>
          <a:prstGeom prst="rect">
            <a:avLst/>
          </a:prstGeom>
          <a:noFill/>
          <a:ln/>
        </p:spPr>
        <p:txBody>
          <a:bodyPr wrap="square" lIns="0" tIns="0" rIns="0" bIns="0" rtlCol="0" anchor="ctr"/>
          <a:lstStyle/>
          <a:p>
            <a:pPr algn="l" indent="0" marL="0">
              <a:buNone/>
            </a:pPr>
            <a:r>
              <a:rPr lang="en-US" sz="1400" b="1" dirty="0">
                <a:solidFill>
                  <a:schemeClr val="tx1"/>
                </a:solidFill>
              </a:rPr>
              <a:t>par cœur</a:t>
            </a:r>
            <a:endParaRPr lang="en-US" sz="1400" dirty="0"/>
          </a:p>
          <a:p>
            <a:pPr algn="l" indent="0" marL="0">
              <a:buNone/>
            </a:pPr>
            <a:r>
              <a:rPr lang="en-US" sz="1400" i="1" dirty="0">
                <a:solidFill>
                  <a:schemeClr val="tx1"/>
                </a:solidFill>
              </a:rPr>
              <a:t>(diapo 13)</a:t>
            </a:r>
            <a:endParaRPr lang="en-US" sz="1400" dirty="0"/>
          </a:p>
        </p:txBody>
      </p:sp>
      <p:sp>
        <p:nvSpPr>
          <p:cNvPr id="22" name="Shape 18"/>
          <p:cNvSpPr/>
          <p:nvPr/>
        </p:nvSpPr>
        <p:spPr>
          <a:xfrm>
            <a:off x="548640" y="2743200"/>
            <a:ext cx="4572000" cy="1097280"/>
          </a:xfrm>
          <a:prstGeom prst="diamond">
            <a:avLst/>
          </a:prstGeom>
          <a:solidFill>
            <a:srgbClr val="EEF3F8"/>
          </a:solidFill>
          <a:ln w="22225">
            <a:solidFill>
              <a:srgbClr val="17375E"/>
            </a:solidFill>
            <a:prstDash val="solid"/>
          </a:ln>
        </p:spPr>
      </p:sp>
      <p:sp>
        <p:nvSpPr>
          <p:cNvPr id="23" name="Text 19"/>
          <p:cNvSpPr txBox="1"/>
          <p:nvPr/>
        </p:nvSpPr>
        <p:spPr>
          <a:xfrm>
            <a:off x="1463040" y="2852928"/>
            <a:ext cx="2743200" cy="877824"/>
          </a:xfrm>
          <a:prstGeom prst="rect">
            <a:avLst/>
          </a:prstGeom>
          <a:noFill/>
          <a:ln/>
        </p:spPr>
        <p:txBody>
          <a:bodyPr wrap="square" lIns="0" tIns="0" rIns="0" bIns="0" rtlCol="0" anchor="ctr"/>
          <a:lstStyle/>
          <a:p>
            <a:pPr algn="ctr" indent="0" marL="0">
              <a:buNone/>
            </a:pPr>
            <a:r>
              <a:rPr lang="en-US" sz="1400" b="1" dirty="0">
                <a:solidFill>
                  <a:schemeClr val="tx1"/>
                </a:solidFill>
              </a:rPr>
              <a:t>②</a:t>
            </a:r>
            <a:r>
              <a:rPr lang="en-US" sz="1400" dirty="0">
                <a:solidFill>
                  <a:schemeClr val="tx1"/>
                </a:solidFill>
              </a:rPr>
              <a:t> Infinitif d’une seule syllabe ?</a:t>
            </a:r>
            <a:endParaRPr lang="en-US" sz="1400" dirty="0"/>
          </a:p>
          <a:p>
            <a:pPr algn="ctr" indent="0" marL="0">
              <a:buNone/>
            </a:pPr>
            <a:r>
              <a:rPr lang="en-US" sz="1400" i="1" dirty="0">
                <a:solidFill>
                  <a:schemeClr val="tx1"/>
                </a:solidFill>
              </a:rPr>
              <a:t>(gaan, staan, slaan, zien, doen)</a:t>
            </a:r>
            <a:endParaRPr lang="en-US" sz="1400" dirty="0"/>
          </a:p>
        </p:txBody>
      </p:sp>
      <p:sp>
        <p:nvSpPr>
          <p:cNvPr id="24" name="Shape 20"/>
          <p:cNvSpPr/>
          <p:nvPr/>
        </p:nvSpPr>
        <p:spPr>
          <a:xfrm>
            <a:off x="5623560" y="3017520"/>
            <a:ext cx="1645920" cy="548640"/>
          </a:xfrm>
          <a:prstGeom prst="roundRect">
            <a:avLst>
              <a:gd name="adj" fmla="val 16667"/>
            </a:avLst>
          </a:prstGeom>
          <a:solidFill>
            <a:srgbClr val="FFFFFF"/>
          </a:solidFill>
          <a:ln w="19050">
            <a:solidFill>
              <a:srgbClr val="2E7D4F"/>
            </a:solidFill>
            <a:prstDash val="solid"/>
          </a:ln>
        </p:spPr>
      </p:sp>
      <p:sp>
        <p:nvSpPr>
          <p:cNvPr id="25" name="Text 21"/>
          <p:cNvSpPr txBox="1"/>
          <p:nvPr/>
        </p:nvSpPr>
        <p:spPr>
          <a:xfrm>
            <a:off x="5715000" y="3017520"/>
            <a:ext cx="1463040" cy="548640"/>
          </a:xfrm>
          <a:prstGeom prst="rect">
            <a:avLst/>
          </a:prstGeom>
          <a:noFill/>
          <a:ln/>
        </p:spPr>
        <p:txBody>
          <a:bodyPr wrap="square" lIns="0" tIns="0" rIns="0" bIns="0" rtlCol="0" anchor="ctr"/>
          <a:lstStyle/>
          <a:p>
            <a:pPr algn="ctr" indent="0" marL="0">
              <a:buNone/>
            </a:pPr>
            <a:r>
              <a:rPr lang="en-US" sz="1500" dirty="0">
                <a:solidFill>
                  <a:schemeClr val="tx1"/>
                </a:solidFill>
              </a:rPr>
              <a:t>radical = </a:t>
            </a:r>
            <a:r>
              <a:rPr lang="en-US" sz="1500" b="1" dirty="0">
                <a:solidFill>
                  <a:schemeClr val="tx1"/>
                </a:solidFill>
              </a:rPr>
              <a:t>− n</a:t>
            </a:r>
            <a:endParaRPr lang="en-US" sz="1500" dirty="0"/>
          </a:p>
        </p:txBody>
      </p:sp>
      <p:sp>
        <p:nvSpPr>
          <p:cNvPr id="26" name="Shape 22"/>
          <p:cNvSpPr/>
          <p:nvPr/>
        </p:nvSpPr>
        <p:spPr>
          <a:xfrm>
            <a:off x="1463040" y="4041648"/>
            <a:ext cx="2743200" cy="411480"/>
          </a:xfrm>
          <a:prstGeom prst="roundRect">
            <a:avLst>
              <a:gd name="adj" fmla="val 22222"/>
            </a:avLst>
          </a:prstGeom>
          <a:solidFill>
            <a:srgbClr val="FFFFFF"/>
          </a:solidFill>
          <a:ln w="19050">
            <a:solidFill>
              <a:srgbClr val="17375E"/>
            </a:solidFill>
            <a:prstDash val="solid"/>
          </a:ln>
        </p:spPr>
      </p:sp>
      <p:sp>
        <p:nvSpPr>
          <p:cNvPr id="27" name="Text 23"/>
          <p:cNvSpPr txBox="1"/>
          <p:nvPr/>
        </p:nvSpPr>
        <p:spPr>
          <a:xfrm>
            <a:off x="1554480" y="4041648"/>
            <a:ext cx="2560320" cy="411480"/>
          </a:xfrm>
          <a:prstGeom prst="rect">
            <a:avLst/>
          </a:prstGeom>
          <a:noFill/>
          <a:ln/>
        </p:spPr>
        <p:txBody>
          <a:bodyPr wrap="square" lIns="0" tIns="0" rIns="0" bIns="0" rtlCol="0" anchor="ctr"/>
          <a:lstStyle/>
          <a:p>
            <a:pPr algn="ctr" indent="0" marL="0">
              <a:buNone/>
            </a:pPr>
            <a:r>
              <a:rPr lang="en-US" sz="1500" dirty="0">
                <a:solidFill>
                  <a:schemeClr val="tx1"/>
                </a:solidFill>
              </a:rPr>
              <a:t>radical = </a:t>
            </a:r>
            <a:r>
              <a:rPr lang="en-US" sz="1500" b="1" dirty="0">
                <a:solidFill>
                  <a:schemeClr val="tx1"/>
                </a:solidFill>
              </a:rPr>
              <a:t>− en</a:t>
            </a:r>
            <a:endParaRPr lang="en-US" sz="1500" dirty="0"/>
          </a:p>
        </p:txBody>
      </p:sp>
      <p:sp>
        <p:nvSpPr>
          <p:cNvPr id="28" name="Shape 24"/>
          <p:cNvSpPr/>
          <p:nvPr/>
        </p:nvSpPr>
        <p:spPr>
          <a:xfrm>
            <a:off x="1463040" y="4636008"/>
            <a:ext cx="2743200" cy="411480"/>
          </a:xfrm>
          <a:prstGeom prst="roundRect">
            <a:avLst>
              <a:gd name="adj" fmla="val 22222"/>
            </a:avLst>
          </a:prstGeom>
          <a:solidFill>
            <a:srgbClr val="FFFFFF"/>
          </a:solidFill>
          <a:ln w="19050">
            <a:solidFill>
              <a:srgbClr val="17375E"/>
            </a:solidFill>
            <a:prstDash val="solid"/>
          </a:ln>
        </p:spPr>
      </p:sp>
      <p:sp>
        <p:nvSpPr>
          <p:cNvPr id="29" name="Text 25"/>
          <p:cNvSpPr txBox="1"/>
          <p:nvPr/>
        </p:nvSpPr>
        <p:spPr>
          <a:xfrm>
            <a:off x="1554480" y="4636008"/>
            <a:ext cx="2560320" cy="411480"/>
          </a:xfrm>
          <a:prstGeom prst="rect">
            <a:avLst/>
          </a:prstGeom>
          <a:noFill/>
          <a:ln/>
        </p:spPr>
        <p:txBody>
          <a:bodyPr wrap="square" lIns="0" tIns="0" rIns="0" bIns="0" rtlCol="0" anchor="ctr"/>
          <a:lstStyle/>
          <a:p>
            <a:pPr algn="ctr" indent="0" marL="0">
              <a:buNone/>
            </a:pPr>
            <a:r>
              <a:rPr lang="en-US" sz="1500" b="1" dirty="0">
                <a:solidFill>
                  <a:schemeClr val="tx1"/>
                </a:solidFill>
              </a:rPr>
              <a:t>③</a:t>
            </a:r>
            <a:r>
              <a:rPr lang="en-US" sz="1500" dirty="0">
                <a:solidFill>
                  <a:schemeClr val="tx1"/>
                </a:solidFill>
              </a:rPr>
              <a:t> z → s · v → f</a:t>
            </a:r>
            <a:endParaRPr lang="en-US" sz="1500" dirty="0"/>
          </a:p>
        </p:txBody>
      </p:sp>
      <p:sp>
        <p:nvSpPr>
          <p:cNvPr id="30" name="Shape 26"/>
          <p:cNvSpPr/>
          <p:nvPr/>
        </p:nvSpPr>
        <p:spPr>
          <a:xfrm>
            <a:off x="548640" y="5230368"/>
            <a:ext cx="4572000" cy="713232"/>
          </a:xfrm>
          <a:prstGeom prst="roundRect">
            <a:avLst>
              <a:gd name="adj" fmla="val 12821"/>
            </a:avLst>
          </a:prstGeom>
          <a:solidFill>
            <a:srgbClr val="FFFFFF"/>
          </a:solidFill>
          <a:ln w="19050">
            <a:solidFill>
              <a:srgbClr val="17375E"/>
            </a:solidFill>
            <a:prstDash val="solid"/>
          </a:ln>
        </p:spPr>
      </p:sp>
      <p:sp>
        <p:nvSpPr>
          <p:cNvPr id="31" name="Text 27"/>
          <p:cNvSpPr txBox="1"/>
          <p:nvPr/>
        </p:nvSpPr>
        <p:spPr>
          <a:xfrm>
            <a:off x="640080" y="5230368"/>
            <a:ext cx="4389120" cy="713232"/>
          </a:xfrm>
          <a:prstGeom prst="rect">
            <a:avLst/>
          </a:prstGeom>
          <a:noFill/>
          <a:ln/>
        </p:spPr>
        <p:txBody>
          <a:bodyPr wrap="square" lIns="0" tIns="0" rIns="0" bIns="0" rtlCol="0" anchor="ctr"/>
          <a:lstStyle/>
          <a:p>
            <a:pPr algn="ctr" indent="0" marL="0">
              <a:buNone/>
            </a:pPr>
            <a:r>
              <a:rPr lang="en-US" sz="1500" b="1" dirty="0">
                <a:solidFill>
                  <a:schemeClr val="tx1"/>
                </a:solidFill>
              </a:rPr>
              <a:t>④</a:t>
            </a:r>
            <a:r>
              <a:rPr lang="en-US" sz="1500" dirty="0">
                <a:solidFill>
                  <a:schemeClr val="tx1"/>
                </a:solidFill>
              </a:rPr>
              <a:t> voyelle longue → je double</a:t>
            </a:r>
            <a:endParaRPr lang="en-US" sz="1500" dirty="0"/>
          </a:p>
          <a:p>
            <a:pPr algn="ctr" indent="0" marL="0">
              <a:buNone/>
            </a:pPr>
            <a:r>
              <a:rPr lang="en-US" sz="1500" dirty="0">
                <a:solidFill>
                  <a:schemeClr val="tx1"/>
                </a:solidFill>
              </a:rPr>
              <a:t>consonne double → je simplifie</a:t>
            </a:r>
            <a:endParaRPr lang="en-US" sz="1500" dirty="0"/>
          </a:p>
        </p:txBody>
      </p:sp>
      <p:sp>
        <p:nvSpPr>
          <p:cNvPr id="32" name="Shape 28"/>
          <p:cNvSpPr/>
          <p:nvPr/>
        </p:nvSpPr>
        <p:spPr>
          <a:xfrm>
            <a:off x="7543800" y="1536192"/>
            <a:ext cx="4096512" cy="4727448"/>
          </a:xfrm>
          <a:prstGeom prst="roundRect">
            <a:avLst>
              <a:gd name="adj" fmla="val 2232"/>
            </a:avLst>
          </a:prstGeom>
          <a:solidFill>
            <a:srgbClr val="FFFFFF"/>
          </a:solidFill>
          <a:ln w="31750">
            <a:solidFill>
              <a:srgbClr val="2E7D4F"/>
            </a:solidFill>
            <a:prstDash val="solid"/>
          </a:ln>
          <a:effectLst>
            <a:outerShdw sx="100000" sy="100000" kx="0" ky="0" algn="bl" rotWithShape="0" blurRad="101600" dist="25400" dir="3600000">
              <a:srgbClr val="000000">
                <a:alpha val="16000"/>
              </a:srgbClr>
            </a:outerShdw>
          </a:effectLst>
        </p:spPr>
      </p:sp>
      <p:sp>
        <p:nvSpPr>
          <p:cNvPr id="33" name="Text 29"/>
          <p:cNvSpPr txBox="1"/>
          <p:nvPr/>
        </p:nvSpPr>
        <p:spPr>
          <a:xfrm>
            <a:off x="7726680" y="1600200"/>
            <a:ext cx="3730752" cy="502920"/>
          </a:xfrm>
          <a:prstGeom prst="rect">
            <a:avLst/>
          </a:prstGeom>
          <a:noFill/>
          <a:ln/>
        </p:spPr>
        <p:txBody>
          <a:bodyPr wrap="square" lIns="0" tIns="0" rIns="0" bIns="0" rtlCol="0" anchor="ctr"/>
          <a:lstStyle/>
          <a:p>
            <a:pPr algn="l" indent="0" marL="0">
              <a:buNone/>
            </a:pPr>
            <a:r>
              <a:rPr lang="en-US" sz="1900" b="1" dirty="0">
                <a:solidFill>
                  <a:schemeClr val="tx2"/>
                </a:solidFill>
                <a:latin typeface="+mj-lt" pitchFamily="34" charset="0"/>
                <a:ea typeface="+mj-lt" pitchFamily="34" charset="-122"/>
                <a:cs typeface="+mj-lt" pitchFamily="34" charset="-120"/>
              </a:rPr>
              <a:t>⑤</a:t>
            </a:r>
            <a:r>
              <a:rPr lang="en-US" sz="1900" b="1" dirty="0">
                <a:solidFill>
                  <a:schemeClr val="tx2"/>
                </a:solidFill>
                <a:latin typeface="+mj-lt" pitchFamily="34" charset="0"/>
                <a:ea typeface="+mj-lt" pitchFamily="34" charset="-122"/>
                <a:cs typeface="+mj-lt" pitchFamily="34" charset="-120"/>
              </a:rPr>
              <a:t> La carte de conjugaison</a:t>
            </a:r>
            <a:endParaRPr lang="en-US" sz="1900" dirty="0"/>
          </a:p>
        </p:txBody>
      </p:sp>
      <p:sp>
        <p:nvSpPr>
          <p:cNvPr id="34" name="Shape 30"/>
          <p:cNvSpPr/>
          <p:nvPr/>
        </p:nvSpPr>
        <p:spPr>
          <a:xfrm>
            <a:off x="7616952" y="2148840"/>
            <a:ext cx="3950208" cy="566928"/>
          </a:xfrm>
          <a:prstGeom prst="rect">
            <a:avLst/>
          </a:prstGeom>
          <a:solidFill>
            <a:srgbClr val="FFFFFF"/>
          </a:solidFill>
          <a:ln w="6350">
            <a:solidFill>
              <a:srgbClr val="D5DCE6"/>
            </a:solidFill>
            <a:prstDash val="solid"/>
          </a:ln>
        </p:spPr>
      </p:sp>
      <p:sp>
        <p:nvSpPr>
          <p:cNvPr id="35" name="Text 31"/>
          <p:cNvSpPr txBox="1"/>
          <p:nvPr/>
        </p:nvSpPr>
        <p:spPr>
          <a:xfrm>
            <a:off x="7726680" y="2148840"/>
            <a:ext cx="1417320" cy="566928"/>
          </a:xfrm>
          <a:prstGeom prst="rect">
            <a:avLst/>
          </a:prstGeom>
          <a:noFill/>
          <a:ln/>
        </p:spPr>
        <p:txBody>
          <a:bodyPr wrap="square" lIns="0" tIns="0" rIns="0" bIns="0" rtlCol="0" anchor="ctr"/>
          <a:lstStyle/>
          <a:p>
            <a:pPr algn="l" indent="0" marL="0">
              <a:buNone/>
            </a:pPr>
            <a:r>
              <a:rPr lang="en-US" sz="1600" b="1" dirty="0">
                <a:solidFill>
                  <a:schemeClr val="accent2"/>
                </a:solidFill>
              </a:rPr>
              <a:t>ik</a:t>
            </a:r>
            <a:endParaRPr lang="en-US" sz="1600" dirty="0"/>
          </a:p>
        </p:txBody>
      </p:sp>
      <p:sp>
        <p:nvSpPr>
          <p:cNvPr id="36" name="Text 32"/>
          <p:cNvSpPr txBox="1"/>
          <p:nvPr/>
        </p:nvSpPr>
        <p:spPr>
          <a:xfrm>
            <a:off x="9189720" y="2148840"/>
            <a:ext cx="2313432" cy="566928"/>
          </a:xfrm>
          <a:prstGeom prst="rect">
            <a:avLst/>
          </a:prstGeom>
          <a:noFill/>
          <a:ln/>
        </p:spPr>
        <p:txBody>
          <a:bodyPr wrap="square" lIns="0" tIns="0" rIns="0" bIns="0" rtlCol="0" anchor="ctr"/>
          <a:lstStyle/>
          <a:p>
            <a:pPr algn="l" indent="0" marL="0">
              <a:buNone/>
            </a:pPr>
            <a:r>
              <a:rPr lang="en-US" sz="1800" b="1" dirty="0">
                <a:solidFill>
                  <a:schemeClr val="tx1"/>
                </a:solidFill>
              </a:rPr>
              <a:t>radical</a:t>
            </a:r>
            <a:endParaRPr lang="en-US" sz="1800" dirty="0"/>
          </a:p>
        </p:txBody>
      </p:sp>
      <p:sp>
        <p:nvSpPr>
          <p:cNvPr id="37" name="Shape 33"/>
          <p:cNvSpPr/>
          <p:nvPr/>
        </p:nvSpPr>
        <p:spPr>
          <a:xfrm>
            <a:off x="7616952" y="2715768"/>
            <a:ext cx="3950208" cy="868680"/>
          </a:xfrm>
          <a:prstGeom prst="rect">
            <a:avLst/>
          </a:prstGeom>
          <a:solidFill>
            <a:srgbClr val="EEF3F8"/>
          </a:solidFill>
          <a:ln w="6350">
            <a:solidFill>
              <a:srgbClr val="D5DCE6"/>
            </a:solidFill>
            <a:prstDash val="solid"/>
          </a:ln>
        </p:spPr>
      </p:sp>
      <p:sp>
        <p:nvSpPr>
          <p:cNvPr id="38" name="Text 34"/>
          <p:cNvSpPr txBox="1"/>
          <p:nvPr/>
        </p:nvSpPr>
        <p:spPr>
          <a:xfrm>
            <a:off x="7726680" y="2715768"/>
            <a:ext cx="1417320" cy="868680"/>
          </a:xfrm>
          <a:prstGeom prst="rect">
            <a:avLst/>
          </a:prstGeom>
          <a:noFill/>
          <a:ln/>
        </p:spPr>
        <p:txBody>
          <a:bodyPr wrap="square" lIns="0" tIns="0" rIns="0" bIns="0" rtlCol="0" anchor="ctr"/>
          <a:lstStyle/>
          <a:p>
            <a:pPr algn="l" indent="0" marL="0">
              <a:buNone/>
            </a:pPr>
            <a:r>
              <a:rPr lang="en-US" sz="1600" b="1" dirty="0">
                <a:solidFill>
                  <a:schemeClr val="accent2"/>
                </a:solidFill>
              </a:rPr>
              <a:t>jij / u / hij</a:t>
            </a:r>
            <a:endParaRPr lang="en-US" sz="1600" dirty="0"/>
          </a:p>
        </p:txBody>
      </p:sp>
      <p:sp>
        <p:nvSpPr>
          <p:cNvPr id="39" name="Text 35"/>
          <p:cNvSpPr txBox="1"/>
          <p:nvPr/>
        </p:nvSpPr>
        <p:spPr>
          <a:xfrm>
            <a:off x="9189720" y="2715768"/>
            <a:ext cx="2313432" cy="868680"/>
          </a:xfrm>
          <a:prstGeom prst="rect">
            <a:avLst/>
          </a:prstGeom>
          <a:noFill/>
          <a:ln/>
        </p:spPr>
        <p:txBody>
          <a:bodyPr wrap="square" lIns="0" tIns="0" rIns="0" bIns="0" rtlCol="0" anchor="ctr"/>
          <a:lstStyle/>
          <a:p>
            <a:pPr algn="l" indent="0" marL="0">
              <a:buNone/>
            </a:pPr>
            <a:r>
              <a:rPr lang="en-US" sz="1800" dirty="0">
                <a:solidFill>
                  <a:schemeClr val="tx1"/>
                </a:solidFill>
              </a:rPr>
              <a:t>radical + </a:t>
            </a:r>
            <a:r>
              <a:rPr lang="en-US" sz="1800" b="1" dirty="0">
                <a:solidFill>
                  <a:schemeClr val="accent1"/>
                </a:solidFill>
              </a:rPr>
              <a:t>t</a:t>
            </a:r>
            <a:endParaRPr lang="en-US" sz="1800" dirty="0"/>
          </a:p>
          <a:p>
            <a:pPr algn="l" indent="0" marL="0">
              <a:buNone/>
            </a:pPr>
            <a:r>
              <a:rPr lang="en-US" sz="1800" i="1" dirty="0">
                <a:solidFill>
                  <a:schemeClr val="tx1"/>
                </a:solidFill>
              </a:rPr>
              <a:t>t + t = t · d + t = dt</a:t>
            </a:r>
            <a:endParaRPr lang="en-US" sz="1800" dirty="0"/>
          </a:p>
        </p:txBody>
      </p:sp>
      <p:sp>
        <p:nvSpPr>
          <p:cNvPr id="40" name="Shape 36"/>
          <p:cNvSpPr/>
          <p:nvPr/>
        </p:nvSpPr>
        <p:spPr>
          <a:xfrm>
            <a:off x="7616952" y="3584448"/>
            <a:ext cx="3950208" cy="640080"/>
          </a:xfrm>
          <a:prstGeom prst="rect">
            <a:avLst/>
          </a:prstGeom>
          <a:solidFill>
            <a:srgbClr val="E3E7ED"/>
          </a:solidFill>
          <a:ln w="6350">
            <a:solidFill>
              <a:srgbClr val="D5DCE6"/>
            </a:solidFill>
            <a:prstDash val="solid"/>
          </a:ln>
        </p:spPr>
      </p:sp>
      <p:sp>
        <p:nvSpPr>
          <p:cNvPr id="41" name="Text 37"/>
          <p:cNvSpPr txBox="1"/>
          <p:nvPr/>
        </p:nvSpPr>
        <p:spPr>
          <a:xfrm>
            <a:off x="7726680" y="3584448"/>
            <a:ext cx="1417320" cy="640080"/>
          </a:xfrm>
          <a:prstGeom prst="rect">
            <a:avLst/>
          </a:prstGeom>
          <a:noFill/>
          <a:ln/>
        </p:spPr>
        <p:txBody>
          <a:bodyPr wrap="square" lIns="0" tIns="0" rIns="0" bIns="0" rtlCol="0" anchor="ctr"/>
          <a:lstStyle/>
          <a:p>
            <a:pPr algn="l" indent="0" marL="0">
              <a:buNone/>
            </a:pPr>
            <a:r>
              <a:rPr lang="en-US" sz="1600" b="1" dirty="0">
                <a:solidFill>
                  <a:schemeClr val="accent2"/>
                </a:solidFill>
              </a:rPr>
              <a:t>wij · jullie · zij</a:t>
            </a:r>
            <a:endParaRPr lang="en-US" sz="1600" dirty="0"/>
          </a:p>
        </p:txBody>
      </p:sp>
      <p:sp>
        <p:nvSpPr>
          <p:cNvPr id="42" name="Text 38"/>
          <p:cNvSpPr txBox="1"/>
          <p:nvPr/>
        </p:nvSpPr>
        <p:spPr>
          <a:xfrm>
            <a:off x="9189720" y="3584448"/>
            <a:ext cx="2313432" cy="640080"/>
          </a:xfrm>
          <a:prstGeom prst="rect">
            <a:avLst/>
          </a:prstGeom>
          <a:noFill/>
          <a:ln/>
        </p:spPr>
        <p:txBody>
          <a:bodyPr wrap="square" lIns="0" tIns="0" rIns="0" bIns="0" rtlCol="0" anchor="ctr"/>
          <a:lstStyle/>
          <a:p>
            <a:pPr algn="l" indent="0" marL="0">
              <a:buNone/>
            </a:pPr>
            <a:r>
              <a:rPr lang="en-US" sz="1800" b="1" dirty="0">
                <a:solidFill>
                  <a:schemeClr val="tx1"/>
                </a:solidFill>
              </a:rPr>
              <a:t>infinitif</a:t>
            </a:r>
            <a:endParaRPr lang="en-US" sz="1800" dirty="0"/>
          </a:p>
        </p:txBody>
      </p:sp>
      <p:pic>
        <p:nvPicPr>
          <p:cNvPr id="43" name="Image 1" descr="Magnet">    </p:cNvPr>
          <p:cNvPicPr>
            <a:picLocks noChangeAspect="1"/>
          </p:cNvPicPr>
          <p:nvPr/>
        </p:nvPicPr>
        <p:blipFill>
          <a:blip r:embed="rId2"/>
          <a:stretch>
            <a:fillRect/>
          </a:stretch>
        </p:blipFill>
        <p:spPr>
          <a:xfrm>
            <a:off x="7772400" y="4562856"/>
            <a:ext cx="292608" cy="292608"/>
          </a:xfrm>
          <a:prstGeom prst="rect">
            <a:avLst/>
          </a:prstGeom>
        </p:spPr>
      </p:pic>
      <p:sp>
        <p:nvSpPr>
          <p:cNvPr id="44" name="Text 39"/>
          <p:cNvSpPr txBox="1"/>
          <p:nvPr/>
        </p:nvSpPr>
        <p:spPr>
          <a:xfrm>
            <a:off x="8183880" y="4434840"/>
            <a:ext cx="3319272" cy="548640"/>
          </a:xfrm>
          <a:prstGeom prst="rect">
            <a:avLst/>
          </a:prstGeom>
          <a:noFill/>
          <a:ln/>
        </p:spPr>
        <p:txBody>
          <a:bodyPr wrap="square" lIns="0" tIns="0" rIns="0" bIns="0" rtlCol="0" anchor="ctr"/>
          <a:lstStyle/>
          <a:p>
            <a:pPr algn="l" indent="0" marL="0">
              <a:buNone/>
            </a:pPr>
            <a:r>
              <a:rPr lang="en-US" sz="1600" dirty="0">
                <a:solidFill>
                  <a:schemeClr val="tx1"/>
                </a:solidFill>
              </a:rPr>
              <a:t>radical en -t : pas de 2e t</a:t>
            </a:r>
            <a:endParaRPr lang="en-US" sz="1600" dirty="0"/>
          </a:p>
        </p:txBody>
      </p:sp>
      <p:pic>
        <p:nvPicPr>
          <p:cNvPr id="45" name="Image 2" descr="ExclamationTriangle">    </p:cNvPr>
          <p:cNvPicPr>
            <a:picLocks noChangeAspect="1"/>
          </p:cNvPicPr>
          <p:nvPr/>
        </p:nvPicPr>
        <p:blipFill>
          <a:blip r:embed="rId3"/>
          <a:stretch>
            <a:fillRect/>
          </a:stretch>
        </p:blipFill>
        <p:spPr>
          <a:xfrm>
            <a:off x="7772400" y="5138928"/>
            <a:ext cx="292608" cy="292608"/>
          </a:xfrm>
          <a:prstGeom prst="rect">
            <a:avLst/>
          </a:prstGeom>
        </p:spPr>
      </p:pic>
      <p:sp>
        <p:nvSpPr>
          <p:cNvPr id="46" name="Text 40"/>
          <p:cNvSpPr txBox="1"/>
          <p:nvPr/>
        </p:nvSpPr>
        <p:spPr>
          <a:xfrm>
            <a:off x="8183880" y="5010912"/>
            <a:ext cx="3319272" cy="548640"/>
          </a:xfrm>
          <a:prstGeom prst="rect">
            <a:avLst/>
          </a:prstGeom>
          <a:noFill/>
          <a:ln/>
        </p:spPr>
        <p:txBody>
          <a:bodyPr wrap="square" lIns="0" tIns="0" rIns="0" bIns="0" rtlCol="0" anchor="ctr"/>
          <a:lstStyle/>
          <a:p>
            <a:pPr algn="l" indent="0" marL="0">
              <a:buNone/>
            </a:pPr>
            <a:r>
              <a:rPr lang="en-US" sz="1600" i="1" dirty="0">
                <a:solidFill>
                  <a:schemeClr val="tx1"/>
                </a:solidFill>
              </a:rPr>
              <a:t>je / jij</a:t>
            </a:r>
            <a:r>
              <a:rPr lang="en-US" sz="1600" dirty="0">
                <a:solidFill>
                  <a:schemeClr val="tx1"/>
                </a:solidFill>
              </a:rPr>
              <a:t> après le verbe → pas de t</a:t>
            </a:r>
            <a:endParaRPr lang="en-US" sz="1600" dirty="0"/>
          </a:p>
        </p:txBody>
      </p:sp>
      <p:pic>
        <p:nvPicPr>
          <p:cNvPr id="47" name="Image 3" descr="Star">    </p:cNvPr>
          <p:cNvPicPr>
            <a:picLocks noChangeAspect="1"/>
          </p:cNvPicPr>
          <p:nvPr/>
        </p:nvPicPr>
        <p:blipFill>
          <a:blip r:embed="rId4"/>
          <a:stretch>
            <a:fillRect/>
          </a:stretch>
        </p:blipFill>
        <p:spPr>
          <a:xfrm>
            <a:off x="7772400" y="5715000"/>
            <a:ext cx="292608" cy="292608"/>
          </a:xfrm>
          <a:prstGeom prst="rect">
            <a:avLst/>
          </a:prstGeom>
        </p:spPr>
      </p:pic>
      <p:sp>
        <p:nvSpPr>
          <p:cNvPr id="48" name="Text 41"/>
          <p:cNvSpPr txBox="1"/>
          <p:nvPr/>
        </p:nvSpPr>
        <p:spPr>
          <a:xfrm>
            <a:off x="8183880" y="5586984"/>
            <a:ext cx="3319272" cy="548640"/>
          </a:xfrm>
          <a:prstGeom prst="rect">
            <a:avLst/>
          </a:prstGeom>
          <a:noFill/>
          <a:ln/>
        </p:spPr>
        <p:txBody>
          <a:bodyPr wrap="square" lIns="0" tIns="0" rIns="0" bIns="0" rtlCol="0" anchor="ctr"/>
          <a:lstStyle/>
          <a:p>
            <a:pPr algn="l" indent="0" marL="0">
              <a:buNone/>
            </a:pPr>
            <a:r>
              <a:rPr lang="en-US" sz="1600" dirty="0">
                <a:solidFill>
                  <a:schemeClr val="tx1"/>
                </a:solidFill>
              </a:rPr>
              <a:t>exception : </a:t>
            </a:r>
            <a:r>
              <a:rPr lang="en-US" sz="1600" i="1" dirty="0">
                <a:solidFill>
                  <a:schemeClr val="tx1"/>
                </a:solidFill>
              </a:rPr>
              <a:t>komen → ik kom</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Oefeningen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JIJ NU !</a:t>
            </a:r>
            <a:endParaRPr lang="en-US" sz="5400" dirty="0"/>
          </a:p>
        </p:txBody>
      </p:sp>
      <p:sp>
        <p:nvSpPr>
          <p:cNvPr id="6" name="Shape 3"/>
          <p:cNvSpPr/>
          <p:nvPr/>
        </p:nvSpPr>
        <p:spPr>
          <a:xfrm>
            <a:off x="54864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Scissors">    </p:cNvPr>
          <p:cNvPicPr>
            <a:picLocks noChangeAspect="1"/>
          </p:cNvPicPr>
          <p:nvPr/>
        </p:nvPicPr>
        <p:blipFill>
          <a:blip r:embed="rId1"/>
          <a:stretch>
            <a:fillRect/>
          </a:stretch>
        </p:blipFill>
        <p:spPr>
          <a:xfrm>
            <a:off x="2183130" y="2770632"/>
            <a:ext cx="384048" cy="384048"/>
          </a:xfrm>
          <a:prstGeom prst="rect">
            <a:avLst/>
          </a:prstGeom>
        </p:spPr>
      </p:pic>
      <p:sp>
        <p:nvSpPr>
          <p:cNvPr id="10" name="Text 6"/>
          <p:cNvSpPr txBox="1"/>
          <p:nvPr/>
        </p:nvSpPr>
        <p:spPr>
          <a:xfrm>
            <a:off x="68580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La chaîne de montage</a:t>
            </a:r>
            <a:endParaRPr lang="en-US" sz="1600" dirty="0"/>
          </a:p>
        </p:txBody>
      </p:sp>
      <p:sp>
        <p:nvSpPr>
          <p:cNvPr id="11" name="Text 7"/>
          <p:cNvSpPr txBox="1"/>
          <p:nvPr/>
        </p:nvSpPr>
        <p:spPr>
          <a:xfrm>
            <a:off x="68580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2" name="Shape 8"/>
          <p:cNvSpPr/>
          <p:nvPr/>
        </p:nvSpPr>
        <p:spPr>
          <a:xfrm>
            <a:off x="296037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3" name="Shape 9"/>
          <p:cNvSpPr/>
          <p:nvPr/>
        </p:nvSpPr>
        <p:spPr>
          <a:xfrm>
            <a:off x="3097530"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309753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PencilAlt">    </p:cNvPr>
          <p:cNvPicPr>
            <a:picLocks noChangeAspect="1"/>
          </p:cNvPicPr>
          <p:nvPr/>
        </p:nvPicPr>
        <p:blipFill>
          <a:blip r:embed="rId2"/>
          <a:stretch>
            <a:fillRect/>
          </a:stretch>
        </p:blipFill>
        <p:spPr>
          <a:xfrm>
            <a:off x="4594860" y="2770632"/>
            <a:ext cx="384048" cy="384048"/>
          </a:xfrm>
          <a:prstGeom prst="rect">
            <a:avLst/>
          </a:prstGeom>
        </p:spPr>
      </p:pic>
      <p:sp>
        <p:nvSpPr>
          <p:cNvPr id="16" name="Text 11"/>
          <p:cNvSpPr txBox="1"/>
          <p:nvPr/>
        </p:nvSpPr>
        <p:spPr>
          <a:xfrm>
            <a:off x="309753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Conjugue !</a:t>
            </a:r>
            <a:endParaRPr lang="en-US" sz="1600" dirty="0"/>
          </a:p>
        </p:txBody>
      </p:sp>
      <p:sp>
        <p:nvSpPr>
          <p:cNvPr id="17" name="Text 12"/>
          <p:cNvSpPr txBox="1"/>
          <p:nvPr/>
        </p:nvSpPr>
        <p:spPr>
          <a:xfrm>
            <a:off x="309753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537210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9" name="Shape 14"/>
          <p:cNvSpPr/>
          <p:nvPr/>
        </p:nvSpPr>
        <p:spPr>
          <a:xfrm>
            <a:off x="5509260"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550926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Bell">    </p:cNvPr>
          <p:cNvPicPr>
            <a:picLocks noChangeAspect="1"/>
          </p:cNvPicPr>
          <p:nvPr/>
        </p:nvPicPr>
        <p:blipFill>
          <a:blip r:embed="rId3"/>
          <a:stretch>
            <a:fillRect/>
          </a:stretch>
        </p:blipFill>
        <p:spPr>
          <a:xfrm>
            <a:off x="7006590" y="2770632"/>
            <a:ext cx="384048" cy="384048"/>
          </a:xfrm>
          <a:prstGeom prst="rect">
            <a:avLst/>
          </a:prstGeom>
        </p:spPr>
      </p:pic>
      <p:sp>
        <p:nvSpPr>
          <p:cNvPr id="22" name="Text 16"/>
          <p:cNvSpPr txBox="1"/>
          <p:nvPr/>
        </p:nvSpPr>
        <p:spPr>
          <a:xfrm>
            <a:off x="550926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d, t ou dt ?</a:t>
            </a:r>
            <a:endParaRPr lang="en-US" sz="1600" dirty="0"/>
          </a:p>
        </p:txBody>
      </p:sp>
      <p:sp>
        <p:nvSpPr>
          <p:cNvPr id="23" name="Text 17"/>
          <p:cNvSpPr txBox="1"/>
          <p:nvPr/>
        </p:nvSpPr>
        <p:spPr>
          <a:xfrm>
            <a:off x="550926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778383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25" name="Shape 19"/>
          <p:cNvSpPr/>
          <p:nvPr/>
        </p:nvSpPr>
        <p:spPr>
          <a:xfrm>
            <a:off x="7920990" y="27432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792099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Search">    </p:cNvPr>
          <p:cNvPicPr>
            <a:picLocks noChangeAspect="1"/>
          </p:cNvPicPr>
          <p:nvPr/>
        </p:nvPicPr>
        <p:blipFill>
          <a:blip r:embed="rId4"/>
          <a:stretch>
            <a:fillRect/>
          </a:stretch>
        </p:blipFill>
        <p:spPr>
          <a:xfrm>
            <a:off x="9418320" y="2770632"/>
            <a:ext cx="384048" cy="384048"/>
          </a:xfrm>
          <a:prstGeom prst="rect">
            <a:avLst/>
          </a:prstGeom>
        </p:spPr>
      </p:pic>
      <p:sp>
        <p:nvSpPr>
          <p:cNvPr id="28" name="Text 21"/>
          <p:cNvSpPr txBox="1"/>
          <p:nvPr/>
        </p:nvSpPr>
        <p:spPr>
          <a:xfrm>
            <a:off x="792099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correcteur</a:t>
            </a:r>
            <a:endParaRPr lang="en-US" sz="1600" dirty="0"/>
          </a:p>
        </p:txBody>
      </p:sp>
      <p:sp>
        <p:nvSpPr>
          <p:cNvPr id="29" name="Text 22"/>
          <p:cNvSpPr txBox="1"/>
          <p:nvPr/>
        </p:nvSpPr>
        <p:spPr>
          <a:xfrm>
            <a:off x="792099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54864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1" name="Shape 24"/>
          <p:cNvSpPr/>
          <p:nvPr/>
        </p:nvSpPr>
        <p:spPr>
          <a:xfrm>
            <a:off x="685800" y="45720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68580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Key">    </p:cNvPr>
          <p:cNvPicPr>
            <a:picLocks noChangeAspect="1"/>
          </p:cNvPicPr>
          <p:nvPr/>
        </p:nvPicPr>
        <p:blipFill>
          <a:blip r:embed="rId5"/>
          <a:stretch>
            <a:fillRect/>
          </a:stretch>
        </p:blipFill>
        <p:spPr>
          <a:xfrm>
            <a:off x="2183130" y="4599432"/>
            <a:ext cx="384048" cy="384048"/>
          </a:xfrm>
          <a:prstGeom prst="rect">
            <a:avLst/>
          </a:prstGeom>
        </p:spPr>
      </p:pic>
      <p:sp>
        <p:nvSpPr>
          <p:cNvPr id="34" name="Text 26"/>
          <p:cNvSpPr txBox="1"/>
          <p:nvPr/>
        </p:nvSpPr>
        <p:spPr>
          <a:xfrm>
            <a:off x="68580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Avec un verbe de modalité</a:t>
            </a:r>
            <a:endParaRPr lang="en-US" sz="1600" dirty="0"/>
          </a:p>
        </p:txBody>
      </p:sp>
      <p:sp>
        <p:nvSpPr>
          <p:cNvPr id="35" name="Text 27"/>
          <p:cNvSpPr txBox="1"/>
          <p:nvPr/>
        </p:nvSpPr>
        <p:spPr>
          <a:xfrm>
            <a:off x="68580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296037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7" name="Shape 29"/>
          <p:cNvSpPr/>
          <p:nvPr/>
        </p:nvSpPr>
        <p:spPr>
          <a:xfrm>
            <a:off x="3097530" y="45720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309753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TheaterMasks">    </p:cNvPr>
          <p:cNvPicPr>
            <a:picLocks noChangeAspect="1"/>
          </p:cNvPicPr>
          <p:nvPr/>
        </p:nvPicPr>
        <p:blipFill>
          <a:blip r:embed="rId6"/>
          <a:stretch>
            <a:fillRect/>
          </a:stretch>
        </p:blipFill>
        <p:spPr>
          <a:xfrm>
            <a:off x="4594860" y="4599432"/>
            <a:ext cx="384048" cy="384048"/>
          </a:xfrm>
          <a:prstGeom prst="rect">
            <a:avLst/>
          </a:prstGeom>
        </p:spPr>
      </p:pic>
      <p:sp>
        <p:nvSpPr>
          <p:cNvPr id="40" name="Text 31"/>
          <p:cNvSpPr txBox="1"/>
          <p:nvPr/>
        </p:nvSpPr>
        <p:spPr>
          <a:xfrm>
            <a:off x="309753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Mime et conjugue</a:t>
            </a:r>
            <a:endParaRPr lang="en-US" sz="1600" dirty="0"/>
          </a:p>
        </p:txBody>
      </p:sp>
      <p:sp>
        <p:nvSpPr>
          <p:cNvPr id="41" name="Text 32"/>
          <p:cNvSpPr txBox="1"/>
          <p:nvPr/>
        </p:nvSpPr>
        <p:spPr>
          <a:xfrm>
            <a:off x="309753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2" name="Shape 33"/>
          <p:cNvSpPr/>
          <p:nvPr/>
        </p:nvSpPr>
        <p:spPr>
          <a:xfrm>
            <a:off x="537210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3" name="Shape 34"/>
          <p:cNvSpPr/>
          <p:nvPr/>
        </p:nvSpPr>
        <p:spPr>
          <a:xfrm>
            <a:off x="5509260" y="4572000"/>
            <a:ext cx="438912" cy="438912"/>
          </a:xfrm>
          <a:prstGeom prst="ellipse">
            <a:avLst/>
          </a:prstGeom>
          <a:solidFill>
            <a:schemeClr val="accent1"/>
          </a:solidFill>
          <a:ln w="12700">
            <a:solidFill>
              <a:srgbClr val="FFFFFF">
                <a:alpha val="0"/>
              </a:srgbClr>
            </a:solidFill>
            <a:prstDash val="solid"/>
          </a:ln>
        </p:spPr>
      </p:sp>
      <p:sp>
        <p:nvSpPr>
          <p:cNvPr id="44" name="Text 35"/>
          <p:cNvSpPr txBox="1"/>
          <p:nvPr/>
        </p:nvSpPr>
        <p:spPr>
          <a:xfrm>
            <a:off x="550926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pic>
        <p:nvPicPr>
          <p:cNvPr id="45" name="Image 6" descr="CalendarAlt">    </p:cNvPr>
          <p:cNvPicPr>
            <a:picLocks noChangeAspect="1"/>
          </p:cNvPicPr>
          <p:nvPr/>
        </p:nvPicPr>
        <p:blipFill>
          <a:blip r:embed="rId7"/>
          <a:stretch>
            <a:fillRect/>
          </a:stretch>
        </p:blipFill>
        <p:spPr>
          <a:xfrm>
            <a:off x="7006590" y="4599432"/>
            <a:ext cx="384048" cy="384048"/>
          </a:xfrm>
          <a:prstGeom prst="rect">
            <a:avLst/>
          </a:prstGeom>
        </p:spPr>
      </p:pic>
      <p:sp>
        <p:nvSpPr>
          <p:cNvPr id="46" name="Text 36"/>
          <p:cNvSpPr txBox="1"/>
          <p:nvPr/>
        </p:nvSpPr>
        <p:spPr>
          <a:xfrm>
            <a:off x="550926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planning de l’équipe</a:t>
            </a:r>
            <a:endParaRPr lang="en-US" sz="1600" dirty="0"/>
          </a:p>
        </p:txBody>
      </p:sp>
      <p:sp>
        <p:nvSpPr>
          <p:cNvPr id="47" name="Text 37"/>
          <p:cNvSpPr txBox="1"/>
          <p:nvPr/>
        </p:nvSpPr>
        <p:spPr>
          <a:xfrm>
            <a:off x="550926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48" name="Image 7" descr="man teacher">    </p:cNvPr>
          <p:cNvPicPr>
            <a:picLocks noChangeAspect="1"/>
          </p:cNvPicPr>
          <p:nvPr/>
        </p:nvPicPr>
        <p:blipFill>
          <a:blip r:embed="rId8"/>
          <a:stretch>
            <a:fillRect/>
          </a:stretch>
        </p:blipFill>
        <p:spPr>
          <a:xfrm>
            <a:off x="10058400" y="3657600"/>
            <a:ext cx="1645920" cy="1645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La chaîne de montage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Trouvez le radical (= la forme de </a:t>
            </a:r>
            <a:r>
              <a:rPr lang="en-US" sz="1700" i="1" dirty="0">
                <a:solidFill>
                  <a:schemeClr val="accent5"/>
                </a:solidFill>
              </a:rPr>
              <a:t>ik</a:t>
            </a:r>
            <a:r>
              <a:rPr lang="en-US" sz="1700" i="1" dirty="0">
                <a:solidFill>
                  <a:schemeClr val="accent5"/>
                </a:solidFill>
              </a:rPr>
              <a:t>) : faites passer chaque verbe dans la chaîne.</a:t>
            </a:r>
            <a:endParaRPr lang="en-US" sz="1700" dirty="0"/>
          </a:p>
        </p:txBody>
      </p:sp>
      <p:sp>
        <p:nvSpPr>
          <p:cNvPr id="8" name="Shape 4"/>
          <p:cNvSpPr/>
          <p:nvPr/>
        </p:nvSpPr>
        <p:spPr>
          <a:xfrm>
            <a:off x="548640" y="1932432"/>
            <a:ext cx="3337560" cy="384048"/>
          </a:xfrm>
          <a:prstGeom prst="roundRect">
            <a:avLst>
              <a:gd name="adj" fmla="val 47619"/>
            </a:avLst>
          </a:prstGeom>
          <a:solidFill>
            <a:schemeClr val="bg2"/>
          </a:solidFill>
          <a:ln w="15875">
            <a:solidFill>
              <a:srgbClr val="17375E"/>
            </a:solidFill>
            <a:prstDash val="solid"/>
          </a:ln>
        </p:spPr>
      </p:sp>
      <p:pic>
        <p:nvPicPr>
          <p:cNvPr id="9" name="Image 1" descr="Scissors">    </p:cNvPr>
          <p:cNvPicPr>
            <a:picLocks noChangeAspect="1"/>
          </p:cNvPicPr>
          <p:nvPr/>
        </p:nvPicPr>
        <p:blipFill>
          <a:blip r:embed="rId2"/>
          <a:stretch>
            <a:fillRect/>
          </a:stretch>
        </p:blipFill>
        <p:spPr>
          <a:xfrm>
            <a:off x="685800" y="1996440"/>
            <a:ext cx="256032" cy="256032"/>
          </a:xfrm>
          <a:prstGeom prst="rect">
            <a:avLst/>
          </a:prstGeom>
        </p:spPr>
      </p:pic>
      <p:sp>
        <p:nvSpPr>
          <p:cNvPr id="10" name="Text 5"/>
          <p:cNvSpPr txBox="1"/>
          <p:nvPr/>
        </p:nvSpPr>
        <p:spPr>
          <a:xfrm>
            <a:off x="1051560" y="1932432"/>
            <a:ext cx="2743200" cy="384048"/>
          </a:xfrm>
          <a:prstGeom prst="rect">
            <a:avLst/>
          </a:prstGeom>
          <a:noFill/>
          <a:ln/>
        </p:spPr>
        <p:txBody>
          <a:bodyPr wrap="square" lIns="0" tIns="0" rIns="0" bIns="0" rtlCol="0" anchor="ctr"/>
          <a:lstStyle/>
          <a:p>
            <a:pPr algn="l" indent="0" marL="0">
              <a:buNone/>
            </a:pPr>
            <a:r>
              <a:rPr lang="en-US" sz="1600" b="1" dirty="0">
                <a:solidFill>
                  <a:schemeClr val="tx2"/>
                </a:solidFill>
              </a:rPr>
              <a:t>− en  (ou − n)</a:t>
            </a:r>
            <a:endParaRPr lang="en-US" sz="1600" dirty="0"/>
          </a:p>
        </p:txBody>
      </p:sp>
      <p:sp>
        <p:nvSpPr>
          <p:cNvPr id="11" name="Shape 6"/>
          <p:cNvSpPr/>
          <p:nvPr/>
        </p:nvSpPr>
        <p:spPr>
          <a:xfrm>
            <a:off x="3950208" y="2124456"/>
            <a:ext cx="329184" cy="914"/>
          </a:xfrm>
          <a:prstGeom prst="line">
            <a:avLst/>
          </a:prstGeom>
          <a:noFill/>
          <a:ln w="25400">
            <a:solidFill>
              <a:srgbClr val="4A5A70"/>
            </a:solidFill>
            <a:prstDash val="solid"/>
            <a:tailEnd type="triangle"/>
          </a:ln>
        </p:spPr>
      </p:sp>
      <p:sp>
        <p:nvSpPr>
          <p:cNvPr id="12" name="Shape 7"/>
          <p:cNvSpPr/>
          <p:nvPr/>
        </p:nvSpPr>
        <p:spPr>
          <a:xfrm>
            <a:off x="4343400" y="1932432"/>
            <a:ext cx="3337560" cy="384048"/>
          </a:xfrm>
          <a:prstGeom prst="roundRect">
            <a:avLst>
              <a:gd name="adj" fmla="val 47619"/>
            </a:avLst>
          </a:prstGeom>
          <a:solidFill>
            <a:schemeClr val="bg2"/>
          </a:solidFill>
          <a:ln w="15875">
            <a:solidFill>
              <a:srgbClr val="D9700F"/>
            </a:solidFill>
            <a:prstDash val="solid"/>
          </a:ln>
        </p:spPr>
      </p:sp>
      <p:pic>
        <p:nvPicPr>
          <p:cNvPr id="13" name="Image 2" descr="SyncAlt">    </p:cNvPr>
          <p:cNvPicPr>
            <a:picLocks noChangeAspect="1"/>
          </p:cNvPicPr>
          <p:nvPr/>
        </p:nvPicPr>
        <p:blipFill>
          <a:blip r:embed="rId3"/>
          <a:stretch>
            <a:fillRect/>
          </a:stretch>
        </p:blipFill>
        <p:spPr>
          <a:xfrm>
            <a:off x="4480560" y="1996440"/>
            <a:ext cx="256032" cy="256032"/>
          </a:xfrm>
          <a:prstGeom prst="rect">
            <a:avLst/>
          </a:prstGeom>
        </p:spPr>
      </p:pic>
      <p:sp>
        <p:nvSpPr>
          <p:cNvPr id="14" name="Text 8"/>
          <p:cNvSpPr txBox="1"/>
          <p:nvPr/>
        </p:nvSpPr>
        <p:spPr>
          <a:xfrm>
            <a:off x="4846320" y="1932432"/>
            <a:ext cx="2743200" cy="384048"/>
          </a:xfrm>
          <a:prstGeom prst="rect">
            <a:avLst/>
          </a:prstGeom>
          <a:noFill/>
          <a:ln/>
        </p:spPr>
        <p:txBody>
          <a:bodyPr wrap="square" lIns="0" tIns="0" rIns="0" bIns="0" rtlCol="0" anchor="ctr"/>
          <a:lstStyle/>
          <a:p>
            <a:pPr algn="l" indent="0" marL="0">
              <a:buNone/>
            </a:pPr>
            <a:r>
              <a:rPr lang="en-US" sz="1600" b="1" dirty="0">
                <a:solidFill>
                  <a:schemeClr val="accent1"/>
                </a:solidFill>
              </a:rPr>
              <a:t>z → s  ·  v → f</a:t>
            </a:r>
            <a:endParaRPr lang="en-US" sz="1600" dirty="0"/>
          </a:p>
        </p:txBody>
      </p:sp>
      <p:sp>
        <p:nvSpPr>
          <p:cNvPr id="15" name="Shape 9"/>
          <p:cNvSpPr/>
          <p:nvPr/>
        </p:nvSpPr>
        <p:spPr>
          <a:xfrm>
            <a:off x="7744968" y="2124456"/>
            <a:ext cx="329184" cy="914"/>
          </a:xfrm>
          <a:prstGeom prst="line">
            <a:avLst/>
          </a:prstGeom>
          <a:noFill/>
          <a:ln w="25400">
            <a:solidFill>
              <a:srgbClr val="4A5A70"/>
            </a:solidFill>
            <a:prstDash val="solid"/>
            <a:tailEnd type="triangle"/>
          </a:ln>
        </p:spPr>
      </p:sp>
      <p:sp>
        <p:nvSpPr>
          <p:cNvPr id="16" name="Shape 10"/>
          <p:cNvSpPr/>
          <p:nvPr/>
        </p:nvSpPr>
        <p:spPr>
          <a:xfrm>
            <a:off x="8138160" y="1932432"/>
            <a:ext cx="3337560" cy="384048"/>
          </a:xfrm>
          <a:prstGeom prst="roundRect">
            <a:avLst>
              <a:gd name="adj" fmla="val 47619"/>
            </a:avLst>
          </a:prstGeom>
          <a:solidFill>
            <a:schemeClr val="bg2"/>
          </a:solidFill>
          <a:ln w="15875">
            <a:solidFill>
              <a:srgbClr val="2E7D4F"/>
            </a:solidFill>
            <a:prstDash val="solid"/>
          </a:ln>
        </p:spPr>
      </p:sp>
      <p:pic>
        <p:nvPicPr>
          <p:cNvPr id="17" name="Image 3" descr="RulerHorizontal">    </p:cNvPr>
          <p:cNvPicPr>
            <a:picLocks noChangeAspect="1"/>
          </p:cNvPicPr>
          <p:nvPr/>
        </p:nvPicPr>
        <p:blipFill>
          <a:blip r:embed="rId4"/>
          <a:stretch>
            <a:fillRect/>
          </a:stretch>
        </p:blipFill>
        <p:spPr>
          <a:xfrm>
            <a:off x="8275320" y="1996440"/>
            <a:ext cx="256032" cy="256032"/>
          </a:xfrm>
          <a:prstGeom prst="rect">
            <a:avLst/>
          </a:prstGeom>
        </p:spPr>
      </p:pic>
      <p:sp>
        <p:nvSpPr>
          <p:cNvPr id="18" name="Text 11"/>
          <p:cNvSpPr txBox="1"/>
          <p:nvPr/>
        </p:nvSpPr>
        <p:spPr>
          <a:xfrm>
            <a:off x="8641080" y="1932432"/>
            <a:ext cx="2743200" cy="384048"/>
          </a:xfrm>
          <a:prstGeom prst="rect">
            <a:avLst/>
          </a:prstGeom>
          <a:noFill/>
          <a:ln/>
        </p:spPr>
        <p:txBody>
          <a:bodyPr wrap="square" lIns="0" tIns="0" rIns="0" bIns="0" rtlCol="0" anchor="ctr"/>
          <a:lstStyle/>
          <a:p>
            <a:pPr algn="l" indent="0" marL="0">
              <a:buNone/>
            </a:pPr>
            <a:r>
              <a:rPr lang="en-US" sz="1600" b="1" dirty="0">
                <a:solidFill>
                  <a:schemeClr val="accent3"/>
                </a:solidFill>
              </a:rPr>
              <a:t>doubler / simplifier</a:t>
            </a:r>
            <a:endParaRPr lang="en-US" sz="1600" dirty="0"/>
          </a:p>
        </p:txBody>
      </p:sp>
      <p:sp>
        <p:nvSpPr>
          <p:cNvPr id="19" name="Shape 12"/>
          <p:cNvSpPr/>
          <p:nvPr/>
        </p:nvSpPr>
        <p:spPr>
          <a:xfrm>
            <a:off x="548640" y="2499360"/>
            <a:ext cx="1783080" cy="500888"/>
          </a:xfrm>
          <a:prstGeom prst="roundRect">
            <a:avLst>
              <a:gd name="adj" fmla="val 14604"/>
            </a:avLst>
          </a:prstGeom>
          <a:solidFill>
            <a:schemeClr val="tx2"/>
          </a:solidFill>
          <a:ln w="12700">
            <a:solidFill>
              <a:srgbClr val="FFFFFF">
                <a:alpha val="0"/>
              </a:srgbClr>
            </a:solidFill>
            <a:prstDash val="solid"/>
          </a:ln>
        </p:spPr>
      </p:sp>
      <p:sp>
        <p:nvSpPr>
          <p:cNvPr id="20" name="Text 13"/>
          <p:cNvSpPr txBox="1"/>
          <p:nvPr/>
        </p:nvSpPr>
        <p:spPr>
          <a:xfrm>
            <a:off x="548640" y="2499360"/>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lezen</a:t>
            </a:r>
            <a:endParaRPr lang="en-US" sz="2000" dirty="0"/>
          </a:p>
        </p:txBody>
      </p:sp>
      <p:sp>
        <p:nvSpPr>
          <p:cNvPr id="21" name="Shape 14"/>
          <p:cNvSpPr/>
          <p:nvPr/>
        </p:nvSpPr>
        <p:spPr>
          <a:xfrm>
            <a:off x="2532888" y="2963672"/>
            <a:ext cx="109728" cy="109728"/>
          </a:xfrm>
          <a:prstGeom prst="ellipse">
            <a:avLst/>
          </a:prstGeom>
          <a:solidFill>
            <a:srgbClr val="B8C2CF"/>
          </a:solidFill>
          <a:ln w="12700">
            <a:solidFill>
              <a:srgbClr val="FFFFFF">
                <a:alpha val="0"/>
              </a:srgbClr>
            </a:solidFill>
            <a:prstDash val="solid"/>
          </a:ln>
        </p:spPr>
      </p:sp>
      <p:sp>
        <p:nvSpPr>
          <p:cNvPr id="22" name="Shape 15"/>
          <p:cNvSpPr/>
          <p:nvPr/>
        </p:nvSpPr>
        <p:spPr>
          <a:xfrm>
            <a:off x="2834640" y="2963672"/>
            <a:ext cx="109728" cy="109728"/>
          </a:xfrm>
          <a:prstGeom prst="ellipse">
            <a:avLst/>
          </a:prstGeom>
          <a:solidFill>
            <a:srgbClr val="B8C2CF"/>
          </a:solidFill>
          <a:ln w="12700">
            <a:solidFill>
              <a:srgbClr val="FFFFFF">
                <a:alpha val="0"/>
              </a:srgbClr>
            </a:solidFill>
            <a:prstDash val="solid"/>
          </a:ln>
        </p:spPr>
      </p:sp>
      <p:sp>
        <p:nvSpPr>
          <p:cNvPr id="23" name="Shape 16"/>
          <p:cNvSpPr/>
          <p:nvPr/>
        </p:nvSpPr>
        <p:spPr>
          <a:xfrm>
            <a:off x="2423160" y="2749804"/>
            <a:ext cx="640080" cy="914"/>
          </a:xfrm>
          <a:prstGeom prst="line">
            <a:avLst/>
          </a:prstGeom>
          <a:noFill/>
          <a:ln w="38100">
            <a:solidFill>
              <a:srgbClr val="D9700F"/>
            </a:solidFill>
            <a:prstDash val="solid"/>
            <a:tailEnd type="triangle"/>
          </a:ln>
        </p:spPr>
      </p:sp>
      <p:sp>
        <p:nvSpPr>
          <p:cNvPr id="24" name="Shape 17"/>
          <p:cNvSpPr/>
          <p:nvPr/>
        </p:nvSpPr>
        <p:spPr>
          <a:xfrm>
            <a:off x="3154680" y="2499360"/>
            <a:ext cx="1508760" cy="500888"/>
          </a:xfrm>
          <a:prstGeom prst="roundRect">
            <a:avLst>
              <a:gd name="adj" fmla="val 14604"/>
            </a:avLst>
          </a:prstGeom>
          <a:solidFill>
            <a:srgbClr val="FFFFFF"/>
          </a:solidFill>
          <a:ln w="15875">
            <a:solidFill>
              <a:srgbClr val="4A5A70"/>
            </a:solidFill>
            <a:prstDash val="dash"/>
          </a:ln>
        </p:spPr>
      </p:sp>
      <p:sp>
        <p:nvSpPr>
          <p:cNvPr id="25" name="Shape 18"/>
          <p:cNvSpPr/>
          <p:nvPr/>
        </p:nvSpPr>
        <p:spPr>
          <a:xfrm>
            <a:off x="548640" y="3128264"/>
            <a:ext cx="1783080" cy="500888"/>
          </a:xfrm>
          <a:prstGeom prst="roundRect">
            <a:avLst>
              <a:gd name="adj" fmla="val 14604"/>
            </a:avLst>
          </a:prstGeom>
          <a:solidFill>
            <a:schemeClr val="tx2"/>
          </a:solidFill>
          <a:ln w="12700">
            <a:solidFill>
              <a:srgbClr val="FFFFFF">
                <a:alpha val="0"/>
              </a:srgbClr>
            </a:solidFill>
            <a:prstDash val="solid"/>
          </a:ln>
        </p:spPr>
      </p:sp>
      <p:sp>
        <p:nvSpPr>
          <p:cNvPr id="26" name="Text 19"/>
          <p:cNvSpPr txBox="1"/>
          <p:nvPr/>
        </p:nvSpPr>
        <p:spPr>
          <a:xfrm>
            <a:off x="548640" y="3128264"/>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geven</a:t>
            </a:r>
            <a:endParaRPr lang="en-US" sz="2000" dirty="0"/>
          </a:p>
        </p:txBody>
      </p:sp>
      <p:sp>
        <p:nvSpPr>
          <p:cNvPr id="27" name="Shape 20"/>
          <p:cNvSpPr/>
          <p:nvPr/>
        </p:nvSpPr>
        <p:spPr>
          <a:xfrm>
            <a:off x="2532888" y="3592576"/>
            <a:ext cx="109728" cy="109728"/>
          </a:xfrm>
          <a:prstGeom prst="ellipse">
            <a:avLst/>
          </a:prstGeom>
          <a:solidFill>
            <a:srgbClr val="B8C2CF"/>
          </a:solidFill>
          <a:ln w="12700">
            <a:solidFill>
              <a:srgbClr val="FFFFFF">
                <a:alpha val="0"/>
              </a:srgbClr>
            </a:solidFill>
            <a:prstDash val="solid"/>
          </a:ln>
        </p:spPr>
      </p:sp>
      <p:sp>
        <p:nvSpPr>
          <p:cNvPr id="28" name="Shape 21"/>
          <p:cNvSpPr/>
          <p:nvPr/>
        </p:nvSpPr>
        <p:spPr>
          <a:xfrm>
            <a:off x="2834640" y="3592576"/>
            <a:ext cx="109728" cy="109728"/>
          </a:xfrm>
          <a:prstGeom prst="ellipse">
            <a:avLst/>
          </a:prstGeom>
          <a:solidFill>
            <a:srgbClr val="B8C2CF"/>
          </a:solidFill>
          <a:ln w="12700">
            <a:solidFill>
              <a:srgbClr val="FFFFFF">
                <a:alpha val="0"/>
              </a:srgbClr>
            </a:solidFill>
            <a:prstDash val="solid"/>
          </a:ln>
        </p:spPr>
      </p:sp>
      <p:sp>
        <p:nvSpPr>
          <p:cNvPr id="29" name="Shape 22"/>
          <p:cNvSpPr/>
          <p:nvPr/>
        </p:nvSpPr>
        <p:spPr>
          <a:xfrm>
            <a:off x="2423160" y="3378708"/>
            <a:ext cx="640080" cy="914"/>
          </a:xfrm>
          <a:prstGeom prst="line">
            <a:avLst/>
          </a:prstGeom>
          <a:noFill/>
          <a:ln w="38100">
            <a:solidFill>
              <a:srgbClr val="D9700F"/>
            </a:solidFill>
            <a:prstDash val="solid"/>
            <a:tailEnd type="triangle"/>
          </a:ln>
        </p:spPr>
      </p:sp>
      <p:sp>
        <p:nvSpPr>
          <p:cNvPr id="30" name="Shape 23"/>
          <p:cNvSpPr/>
          <p:nvPr/>
        </p:nvSpPr>
        <p:spPr>
          <a:xfrm>
            <a:off x="3154680" y="3128264"/>
            <a:ext cx="1508760" cy="500888"/>
          </a:xfrm>
          <a:prstGeom prst="roundRect">
            <a:avLst>
              <a:gd name="adj" fmla="val 14604"/>
            </a:avLst>
          </a:prstGeom>
          <a:solidFill>
            <a:srgbClr val="FFFFFF"/>
          </a:solidFill>
          <a:ln w="15875">
            <a:solidFill>
              <a:srgbClr val="4A5A70"/>
            </a:solidFill>
            <a:prstDash val="dash"/>
          </a:ln>
        </p:spPr>
      </p:sp>
      <p:sp>
        <p:nvSpPr>
          <p:cNvPr id="31" name="Shape 24"/>
          <p:cNvSpPr/>
          <p:nvPr/>
        </p:nvSpPr>
        <p:spPr>
          <a:xfrm>
            <a:off x="548640" y="3757168"/>
            <a:ext cx="1783080" cy="500888"/>
          </a:xfrm>
          <a:prstGeom prst="roundRect">
            <a:avLst>
              <a:gd name="adj" fmla="val 14604"/>
            </a:avLst>
          </a:prstGeom>
          <a:solidFill>
            <a:schemeClr val="tx2"/>
          </a:solidFill>
          <a:ln w="12700">
            <a:solidFill>
              <a:srgbClr val="FFFFFF">
                <a:alpha val="0"/>
              </a:srgbClr>
            </a:solidFill>
            <a:prstDash val="solid"/>
          </a:ln>
        </p:spPr>
      </p:sp>
      <p:sp>
        <p:nvSpPr>
          <p:cNvPr id="32" name="Text 25"/>
          <p:cNvSpPr txBox="1"/>
          <p:nvPr/>
        </p:nvSpPr>
        <p:spPr>
          <a:xfrm>
            <a:off x="548640" y="3757168"/>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reizen</a:t>
            </a:r>
            <a:endParaRPr lang="en-US" sz="2000" dirty="0"/>
          </a:p>
        </p:txBody>
      </p:sp>
      <p:sp>
        <p:nvSpPr>
          <p:cNvPr id="33" name="Shape 26"/>
          <p:cNvSpPr/>
          <p:nvPr/>
        </p:nvSpPr>
        <p:spPr>
          <a:xfrm>
            <a:off x="2532888" y="4221480"/>
            <a:ext cx="109728" cy="109728"/>
          </a:xfrm>
          <a:prstGeom prst="ellipse">
            <a:avLst/>
          </a:prstGeom>
          <a:solidFill>
            <a:srgbClr val="B8C2CF"/>
          </a:solidFill>
          <a:ln w="12700">
            <a:solidFill>
              <a:srgbClr val="FFFFFF">
                <a:alpha val="0"/>
              </a:srgbClr>
            </a:solidFill>
            <a:prstDash val="solid"/>
          </a:ln>
        </p:spPr>
      </p:sp>
      <p:sp>
        <p:nvSpPr>
          <p:cNvPr id="34" name="Shape 27"/>
          <p:cNvSpPr/>
          <p:nvPr/>
        </p:nvSpPr>
        <p:spPr>
          <a:xfrm>
            <a:off x="2834640" y="4221480"/>
            <a:ext cx="109728" cy="109728"/>
          </a:xfrm>
          <a:prstGeom prst="ellipse">
            <a:avLst/>
          </a:prstGeom>
          <a:solidFill>
            <a:srgbClr val="B8C2CF"/>
          </a:solidFill>
          <a:ln w="12700">
            <a:solidFill>
              <a:srgbClr val="FFFFFF">
                <a:alpha val="0"/>
              </a:srgbClr>
            </a:solidFill>
            <a:prstDash val="solid"/>
          </a:ln>
        </p:spPr>
      </p:sp>
      <p:sp>
        <p:nvSpPr>
          <p:cNvPr id="35" name="Shape 28"/>
          <p:cNvSpPr/>
          <p:nvPr/>
        </p:nvSpPr>
        <p:spPr>
          <a:xfrm>
            <a:off x="2423160" y="4007612"/>
            <a:ext cx="640080" cy="914"/>
          </a:xfrm>
          <a:prstGeom prst="line">
            <a:avLst/>
          </a:prstGeom>
          <a:noFill/>
          <a:ln w="38100">
            <a:solidFill>
              <a:srgbClr val="D9700F"/>
            </a:solidFill>
            <a:prstDash val="solid"/>
            <a:tailEnd type="triangle"/>
          </a:ln>
        </p:spPr>
      </p:sp>
      <p:sp>
        <p:nvSpPr>
          <p:cNvPr id="36" name="Shape 29"/>
          <p:cNvSpPr/>
          <p:nvPr/>
        </p:nvSpPr>
        <p:spPr>
          <a:xfrm>
            <a:off x="3154680" y="3757168"/>
            <a:ext cx="1508760" cy="500888"/>
          </a:xfrm>
          <a:prstGeom prst="roundRect">
            <a:avLst>
              <a:gd name="adj" fmla="val 14604"/>
            </a:avLst>
          </a:prstGeom>
          <a:solidFill>
            <a:srgbClr val="FFFFFF"/>
          </a:solidFill>
          <a:ln w="15875">
            <a:solidFill>
              <a:srgbClr val="4A5A70"/>
            </a:solidFill>
            <a:prstDash val="dash"/>
          </a:ln>
        </p:spPr>
      </p:sp>
      <p:sp>
        <p:nvSpPr>
          <p:cNvPr id="37" name="Shape 30"/>
          <p:cNvSpPr/>
          <p:nvPr/>
        </p:nvSpPr>
        <p:spPr>
          <a:xfrm>
            <a:off x="548640" y="4386072"/>
            <a:ext cx="1783080" cy="500888"/>
          </a:xfrm>
          <a:prstGeom prst="roundRect">
            <a:avLst>
              <a:gd name="adj" fmla="val 14604"/>
            </a:avLst>
          </a:prstGeom>
          <a:solidFill>
            <a:schemeClr val="tx2"/>
          </a:solidFill>
          <a:ln w="12700">
            <a:solidFill>
              <a:srgbClr val="FFFFFF">
                <a:alpha val="0"/>
              </a:srgbClr>
            </a:solidFill>
            <a:prstDash val="solid"/>
          </a:ln>
        </p:spPr>
      </p:sp>
      <p:sp>
        <p:nvSpPr>
          <p:cNvPr id="38" name="Text 31"/>
          <p:cNvSpPr txBox="1"/>
          <p:nvPr/>
        </p:nvSpPr>
        <p:spPr>
          <a:xfrm>
            <a:off x="548640" y="4386072"/>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schrijven</a:t>
            </a:r>
            <a:endParaRPr lang="en-US" sz="2000" dirty="0"/>
          </a:p>
        </p:txBody>
      </p:sp>
      <p:sp>
        <p:nvSpPr>
          <p:cNvPr id="39" name="Shape 32"/>
          <p:cNvSpPr/>
          <p:nvPr/>
        </p:nvSpPr>
        <p:spPr>
          <a:xfrm>
            <a:off x="2532888" y="4850384"/>
            <a:ext cx="109728" cy="109728"/>
          </a:xfrm>
          <a:prstGeom prst="ellipse">
            <a:avLst/>
          </a:prstGeom>
          <a:solidFill>
            <a:srgbClr val="B8C2CF"/>
          </a:solidFill>
          <a:ln w="12700">
            <a:solidFill>
              <a:srgbClr val="FFFFFF">
                <a:alpha val="0"/>
              </a:srgbClr>
            </a:solidFill>
            <a:prstDash val="solid"/>
          </a:ln>
        </p:spPr>
      </p:sp>
      <p:sp>
        <p:nvSpPr>
          <p:cNvPr id="40" name="Shape 33"/>
          <p:cNvSpPr/>
          <p:nvPr/>
        </p:nvSpPr>
        <p:spPr>
          <a:xfrm>
            <a:off x="2834640" y="4850384"/>
            <a:ext cx="109728" cy="109728"/>
          </a:xfrm>
          <a:prstGeom prst="ellipse">
            <a:avLst/>
          </a:prstGeom>
          <a:solidFill>
            <a:srgbClr val="B8C2CF"/>
          </a:solidFill>
          <a:ln w="12700">
            <a:solidFill>
              <a:srgbClr val="FFFFFF">
                <a:alpha val="0"/>
              </a:srgbClr>
            </a:solidFill>
            <a:prstDash val="solid"/>
          </a:ln>
        </p:spPr>
      </p:sp>
      <p:sp>
        <p:nvSpPr>
          <p:cNvPr id="41" name="Shape 34"/>
          <p:cNvSpPr/>
          <p:nvPr/>
        </p:nvSpPr>
        <p:spPr>
          <a:xfrm>
            <a:off x="2423160" y="4636516"/>
            <a:ext cx="640080" cy="914"/>
          </a:xfrm>
          <a:prstGeom prst="line">
            <a:avLst/>
          </a:prstGeom>
          <a:noFill/>
          <a:ln w="38100">
            <a:solidFill>
              <a:srgbClr val="D9700F"/>
            </a:solidFill>
            <a:prstDash val="solid"/>
            <a:tailEnd type="triangle"/>
          </a:ln>
        </p:spPr>
      </p:sp>
      <p:sp>
        <p:nvSpPr>
          <p:cNvPr id="42" name="Shape 35"/>
          <p:cNvSpPr/>
          <p:nvPr/>
        </p:nvSpPr>
        <p:spPr>
          <a:xfrm>
            <a:off x="3154680" y="4386072"/>
            <a:ext cx="1508760" cy="500888"/>
          </a:xfrm>
          <a:prstGeom prst="roundRect">
            <a:avLst>
              <a:gd name="adj" fmla="val 14604"/>
            </a:avLst>
          </a:prstGeom>
          <a:solidFill>
            <a:srgbClr val="FFFFFF"/>
          </a:solidFill>
          <a:ln w="15875">
            <a:solidFill>
              <a:srgbClr val="4A5A70"/>
            </a:solidFill>
            <a:prstDash val="dash"/>
          </a:ln>
        </p:spPr>
      </p:sp>
      <p:sp>
        <p:nvSpPr>
          <p:cNvPr id="43" name="Shape 36"/>
          <p:cNvSpPr/>
          <p:nvPr/>
        </p:nvSpPr>
        <p:spPr>
          <a:xfrm>
            <a:off x="548640" y="5014976"/>
            <a:ext cx="1783080" cy="500888"/>
          </a:xfrm>
          <a:prstGeom prst="roundRect">
            <a:avLst>
              <a:gd name="adj" fmla="val 14604"/>
            </a:avLst>
          </a:prstGeom>
          <a:solidFill>
            <a:schemeClr val="tx2"/>
          </a:solidFill>
          <a:ln w="12700">
            <a:solidFill>
              <a:srgbClr val="FFFFFF">
                <a:alpha val="0"/>
              </a:srgbClr>
            </a:solidFill>
            <a:prstDash val="solid"/>
          </a:ln>
        </p:spPr>
      </p:sp>
      <p:sp>
        <p:nvSpPr>
          <p:cNvPr id="44" name="Text 37"/>
          <p:cNvSpPr txBox="1"/>
          <p:nvPr/>
        </p:nvSpPr>
        <p:spPr>
          <a:xfrm>
            <a:off x="548640" y="5014976"/>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praten</a:t>
            </a:r>
            <a:endParaRPr lang="en-US" sz="2000" dirty="0"/>
          </a:p>
        </p:txBody>
      </p:sp>
      <p:sp>
        <p:nvSpPr>
          <p:cNvPr id="45" name="Shape 38"/>
          <p:cNvSpPr/>
          <p:nvPr/>
        </p:nvSpPr>
        <p:spPr>
          <a:xfrm>
            <a:off x="2532888" y="5479288"/>
            <a:ext cx="109728" cy="109728"/>
          </a:xfrm>
          <a:prstGeom prst="ellipse">
            <a:avLst/>
          </a:prstGeom>
          <a:solidFill>
            <a:srgbClr val="B8C2CF"/>
          </a:solidFill>
          <a:ln w="12700">
            <a:solidFill>
              <a:srgbClr val="FFFFFF">
                <a:alpha val="0"/>
              </a:srgbClr>
            </a:solidFill>
            <a:prstDash val="solid"/>
          </a:ln>
        </p:spPr>
      </p:sp>
      <p:sp>
        <p:nvSpPr>
          <p:cNvPr id="46" name="Shape 39"/>
          <p:cNvSpPr/>
          <p:nvPr/>
        </p:nvSpPr>
        <p:spPr>
          <a:xfrm>
            <a:off x="2834640" y="5479288"/>
            <a:ext cx="109728" cy="109728"/>
          </a:xfrm>
          <a:prstGeom prst="ellipse">
            <a:avLst/>
          </a:prstGeom>
          <a:solidFill>
            <a:srgbClr val="B8C2CF"/>
          </a:solidFill>
          <a:ln w="12700">
            <a:solidFill>
              <a:srgbClr val="FFFFFF">
                <a:alpha val="0"/>
              </a:srgbClr>
            </a:solidFill>
            <a:prstDash val="solid"/>
          </a:ln>
        </p:spPr>
      </p:sp>
      <p:sp>
        <p:nvSpPr>
          <p:cNvPr id="47" name="Shape 40"/>
          <p:cNvSpPr/>
          <p:nvPr/>
        </p:nvSpPr>
        <p:spPr>
          <a:xfrm>
            <a:off x="2423160" y="5265420"/>
            <a:ext cx="640080" cy="914"/>
          </a:xfrm>
          <a:prstGeom prst="line">
            <a:avLst/>
          </a:prstGeom>
          <a:noFill/>
          <a:ln w="38100">
            <a:solidFill>
              <a:srgbClr val="D9700F"/>
            </a:solidFill>
            <a:prstDash val="solid"/>
            <a:tailEnd type="triangle"/>
          </a:ln>
        </p:spPr>
      </p:sp>
      <p:sp>
        <p:nvSpPr>
          <p:cNvPr id="48" name="Shape 41"/>
          <p:cNvSpPr/>
          <p:nvPr/>
        </p:nvSpPr>
        <p:spPr>
          <a:xfrm>
            <a:off x="3154680" y="5014976"/>
            <a:ext cx="1508760" cy="500888"/>
          </a:xfrm>
          <a:prstGeom prst="roundRect">
            <a:avLst>
              <a:gd name="adj" fmla="val 14604"/>
            </a:avLst>
          </a:prstGeom>
          <a:solidFill>
            <a:srgbClr val="FFFFFF"/>
          </a:solidFill>
          <a:ln w="15875">
            <a:solidFill>
              <a:srgbClr val="4A5A70"/>
            </a:solidFill>
            <a:prstDash val="dash"/>
          </a:ln>
        </p:spPr>
      </p:sp>
      <p:sp>
        <p:nvSpPr>
          <p:cNvPr id="49" name="Shape 42"/>
          <p:cNvSpPr/>
          <p:nvPr/>
        </p:nvSpPr>
        <p:spPr>
          <a:xfrm>
            <a:off x="548640" y="5643880"/>
            <a:ext cx="1783080" cy="500888"/>
          </a:xfrm>
          <a:prstGeom prst="roundRect">
            <a:avLst>
              <a:gd name="adj" fmla="val 14604"/>
            </a:avLst>
          </a:prstGeom>
          <a:solidFill>
            <a:schemeClr val="tx2"/>
          </a:solidFill>
          <a:ln w="12700">
            <a:solidFill>
              <a:srgbClr val="FFFFFF">
                <a:alpha val="0"/>
              </a:srgbClr>
            </a:solidFill>
            <a:prstDash val="solid"/>
          </a:ln>
        </p:spPr>
      </p:sp>
      <p:sp>
        <p:nvSpPr>
          <p:cNvPr id="50" name="Text 43"/>
          <p:cNvSpPr txBox="1"/>
          <p:nvPr/>
        </p:nvSpPr>
        <p:spPr>
          <a:xfrm>
            <a:off x="548640" y="5643880"/>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worden</a:t>
            </a:r>
            <a:endParaRPr lang="en-US" sz="2000" dirty="0"/>
          </a:p>
        </p:txBody>
      </p:sp>
      <p:sp>
        <p:nvSpPr>
          <p:cNvPr id="51" name="Shape 44"/>
          <p:cNvSpPr/>
          <p:nvPr/>
        </p:nvSpPr>
        <p:spPr>
          <a:xfrm>
            <a:off x="2532888" y="6108192"/>
            <a:ext cx="109728" cy="109728"/>
          </a:xfrm>
          <a:prstGeom prst="ellipse">
            <a:avLst/>
          </a:prstGeom>
          <a:solidFill>
            <a:srgbClr val="B8C2CF"/>
          </a:solidFill>
          <a:ln w="12700">
            <a:solidFill>
              <a:srgbClr val="FFFFFF">
                <a:alpha val="0"/>
              </a:srgbClr>
            </a:solidFill>
            <a:prstDash val="solid"/>
          </a:ln>
        </p:spPr>
      </p:sp>
      <p:sp>
        <p:nvSpPr>
          <p:cNvPr id="52" name="Shape 45"/>
          <p:cNvSpPr/>
          <p:nvPr/>
        </p:nvSpPr>
        <p:spPr>
          <a:xfrm>
            <a:off x="2834640" y="6108192"/>
            <a:ext cx="109728" cy="109728"/>
          </a:xfrm>
          <a:prstGeom prst="ellipse">
            <a:avLst/>
          </a:prstGeom>
          <a:solidFill>
            <a:srgbClr val="B8C2CF"/>
          </a:solidFill>
          <a:ln w="12700">
            <a:solidFill>
              <a:srgbClr val="FFFFFF">
                <a:alpha val="0"/>
              </a:srgbClr>
            </a:solidFill>
            <a:prstDash val="solid"/>
          </a:ln>
        </p:spPr>
      </p:sp>
      <p:sp>
        <p:nvSpPr>
          <p:cNvPr id="53" name="Shape 46"/>
          <p:cNvSpPr/>
          <p:nvPr/>
        </p:nvSpPr>
        <p:spPr>
          <a:xfrm>
            <a:off x="2423160" y="5894324"/>
            <a:ext cx="640080" cy="914"/>
          </a:xfrm>
          <a:prstGeom prst="line">
            <a:avLst/>
          </a:prstGeom>
          <a:noFill/>
          <a:ln w="38100">
            <a:solidFill>
              <a:srgbClr val="D9700F"/>
            </a:solidFill>
            <a:prstDash val="solid"/>
            <a:tailEnd type="triangle"/>
          </a:ln>
        </p:spPr>
      </p:sp>
      <p:sp>
        <p:nvSpPr>
          <p:cNvPr id="54" name="Shape 47"/>
          <p:cNvSpPr/>
          <p:nvPr/>
        </p:nvSpPr>
        <p:spPr>
          <a:xfrm>
            <a:off x="3154680" y="5643880"/>
            <a:ext cx="1508760" cy="500888"/>
          </a:xfrm>
          <a:prstGeom prst="roundRect">
            <a:avLst>
              <a:gd name="adj" fmla="val 14604"/>
            </a:avLst>
          </a:prstGeom>
          <a:solidFill>
            <a:srgbClr val="FFFFFF"/>
          </a:solidFill>
          <a:ln w="15875">
            <a:solidFill>
              <a:srgbClr val="4A5A70"/>
            </a:solidFill>
            <a:prstDash val="dash"/>
          </a:ln>
        </p:spPr>
      </p:sp>
      <p:sp>
        <p:nvSpPr>
          <p:cNvPr id="55" name="Shape 48"/>
          <p:cNvSpPr/>
          <p:nvPr/>
        </p:nvSpPr>
        <p:spPr>
          <a:xfrm>
            <a:off x="6245352" y="2499360"/>
            <a:ext cx="1783080" cy="500888"/>
          </a:xfrm>
          <a:prstGeom prst="roundRect">
            <a:avLst>
              <a:gd name="adj" fmla="val 14604"/>
            </a:avLst>
          </a:prstGeom>
          <a:solidFill>
            <a:schemeClr val="tx2"/>
          </a:solidFill>
          <a:ln w="12700">
            <a:solidFill>
              <a:srgbClr val="FFFFFF">
                <a:alpha val="0"/>
              </a:srgbClr>
            </a:solidFill>
            <a:prstDash val="solid"/>
          </a:ln>
        </p:spPr>
      </p:sp>
      <p:sp>
        <p:nvSpPr>
          <p:cNvPr id="56" name="Text 49"/>
          <p:cNvSpPr txBox="1"/>
          <p:nvPr/>
        </p:nvSpPr>
        <p:spPr>
          <a:xfrm>
            <a:off x="6245352" y="2499360"/>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rijden</a:t>
            </a:r>
            <a:endParaRPr lang="en-US" sz="2000" dirty="0"/>
          </a:p>
        </p:txBody>
      </p:sp>
      <p:sp>
        <p:nvSpPr>
          <p:cNvPr id="57" name="Shape 50"/>
          <p:cNvSpPr/>
          <p:nvPr/>
        </p:nvSpPr>
        <p:spPr>
          <a:xfrm>
            <a:off x="8229600" y="2963672"/>
            <a:ext cx="109728" cy="109728"/>
          </a:xfrm>
          <a:prstGeom prst="ellipse">
            <a:avLst/>
          </a:prstGeom>
          <a:solidFill>
            <a:srgbClr val="B8C2CF"/>
          </a:solidFill>
          <a:ln w="12700">
            <a:solidFill>
              <a:srgbClr val="FFFFFF">
                <a:alpha val="0"/>
              </a:srgbClr>
            </a:solidFill>
            <a:prstDash val="solid"/>
          </a:ln>
        </p:spPr>
      </p:sp>
      <p:sp>
        <p:nvSpPr>
          <p:cNvPr id="58" name="Shape 51"/>
          <p:cNvSpPr/>
          <p:nvPr/>
        </p:nvSpPr>
        <p:spPr>
          <a:xfrm>
            <a:off x="8531352" y="2963672"/>
            <a:ext cx="109728" cy="109728"/>
          </a:xfrm>
          <a:prstGeom prst="ellipse">
            <a:avLst/>
          </a:prstGeom>
          <a:solidFill>
            <a:srgbClr val="B8C2CF"/>
          </a:solidFill>
          <a:ln w="12700">
            <a:solidFill>
              <a:srgbClr val="FFFFFF">
                <a:alpha val="0"/>
              </a:srgbClr>
            </a:solidFill>
            <a:prstDash val="solid"/>
          </a:ln>
        </p:spPr>
      </p:sp>
      <p:sp>
        <p:nvSpPr>
          <p:cNvPr id="59" name="Shape 52"/>
          <p:cNvSpPr/>
          <p:nvPr/>
        </p:nvSpPr>
        <p:spPr>
          <a:xfrm>
            <a:off x="8119872" y="2749804"/>
            <a:ext cx="640080" cy="914"/>
          </a:xfrm>
          <a:prstGeom prst="line">
            <a:avLst/>
          </a:prstGeom>
          <a:noFill/>
          <a:ln w="38100">
            <a:solidFill>
              <a:srgbClr val="D9700F"/>
            </a:solidFill>
            <a:prstDash val="solid"/>
            <a:tailEnd type="triangle"/>
          </a:ln>
        </p:spPr>
      </p:sp>
      <p:sp>
        <p:nvSpPr>
          <p:cNvPr id="60" name="Shape 53"/>
          <p:cNvSpPr/>
          <p:nvPr/>
        </p:nvSpPr>
        <p:spPr>
          <a:xfrm>
            <a:off x="8851392" y="2499360"/>
            <a:ext cx="1508760" cy="500888"/>
          </a:xfrm>
          <a:prstGeom prst="roundRect">
            <a:avLst>
              <a:gd name="adj" fmla="val 14604"/>
            </a:avLst>
          </a:prstGeom>
          <a:solidFill>
            <a:srgbClr val="FFFFFF"/>
          </a:solidFill>
          <a:ln w="15875">
            <a:solidFill>
              <a:srgbClr val="4A5A70"/>
            </a:solidFill>
            <a:prstDash val="dash"/>
          </a:ln>
        </p:spPr>
      </p:sp>
      <p:sp>
        <p:nvSpPr>
          <p:cNvPr id="61" name="Shape 54"/>
          <p:cNvSpPr/>
          <p:nvPr/>
        </p:nvSpPr>
        <p:spPr>
          <a:xfrm>
            <a:off x="6245352" y="3128264"/>
            <a:ext cx="1783080" cy="500888"/>
          </a:xfrm>
          <a:prstGeom prst="roundRect">
            <a:avLst>
              <a:gd name="adj" fmla="val 14604"/>
            </a:avLst>
          </a:prstGeom>
          <a:solidFill>
            <a:schemeClr val="tx2"/>
          </a:solidFill>
          <a:ln w="12700">
            <a:solidFill>
              <a:srgbClr val="FFFFFF">
                <a:alpha val="0"/>
              </a:srgbClr>
            </a:solidFill>
            <a:prstDash val="solid"/>
          </a:ln>
        </p:spPr>
      </p:sp>
      <p:sp>
        <p:nvSpPr>
          <p:cNvPr id="62" name="Text 55"/>
          <p:cNvSpPr txBox="1"/>
          <p:nvPr/>
        </p:nvSpPr>
        <p:spPr>
          <a:xfrm>
            <a:off x="6245352" y="3128264"/>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gaan</a:t>
            </a:r>
            <a:endParaRPr lang="en-US" sz="2000" dirty="0"/>
          </a:p>
        </p:txBody>
      </p:sp>
      <p:sp>
        <p:nvSpPr>
          <p:cNvPr id="63" name="Shape 56"/>
          <p:cNvSpPr/>
          <p:nvPr/>
        </p:nvSpPr>
        <p:spPr>
          <a:xfrm>
            <a:off x="8229600" y="3592576"/>
            <a:ext cx="109728" cy="109728"/>
          </a:xfrm>
          <a:prstGeom prst="ellipse">
            <a:avLst/>
          </a:prstGeom>
          <a:solidFill>
            <a:srgbClr val="B8C2CF"/>
          </a:solidFill>
          <a:ln w="12700">
            <a:solidFill>
              <a:srgbClr val="FFFFFF">
                <a:alpha val="0"/>
              </a:srgbClr>
            </a:solidFill>
            <a:prstDash val="solid"/>
          </a:ln>
        </p:spPr>
      </p:sp>
      <p:sp>
        <p:nvSpPr>
          <p:cNvPr id="64" name="Shape 57"/>
          <p:cNvSpPr/>
          <p:nvPr/>
        </p:nvSpPr>
        <p:spPr>
          <a:xfrm>
            <a:off x="8531352" y="3592576"/>
            <a:ext cx="109728" cy="109728"/>
          </a:xfrm>
          <a:prstGeom prst="ellipse">
            <a:avLst/>
          </a:prstGeom>
          <a:solidFill>
            <a:srgbClr val="B8C2CF"/>
          </a:solidFill>
          <a:ln w="12700">
            <a:solidFill>
              <a:srgbClr val="FFFFFF">
                <a:alpha val="0"/>
              </a:srgbClr>
            </a:solidFill>
            <a:prstDash val="solid"/>
          </a:ln>
        </p:spPr>
      </p:sp>
      <p:sp>
        <p:nvSpPr>
          <p:cNvPr id="65" name="Shape 58"/>
          <p:cNvSpPr/>
          <p:nvPr/>
        </p:nvSpPr>
        <p:spPr>
          <a:xfrm>
            <a:off x="8119872" y="3378708"/>
            <a:ext cx="640080" cy="914"/>
          </a:xfrm>
          <a:prstGeom prst="line">
            <a:avLst/>
          </a:prstGeom>
          <a:noFill/>
          <a:ln w="38100">
            <a:solidFill>
              <a:srgbClr val="D9700F"/>
            </a:solidFill>
            <a:prstDash val="solid"/>
            <a:tailEnd type="triangle"/>
          </a:ln>
        </p:spPr>
      </p:sp>
      <p:sp>
        <p:nvSpPr>
          <p:cNvPr id="66" name="Shape 59"/>
          <p:cNvSpPr/>
          <p:nvPr/>
        </p:nvSpPr>
        <p:spPr>
          <a:xfrm>
            <a:off x="8851392" y="3128264"/>
            <a:ext cx="1508760" cy="500888"/>
          </a:xfrm>
          <a:prstGeom prst="roundRect">
            <a:avLst>
              <a:gd name="adj" fmla="val 14604"/>
            </a:avLst>
          </a:prstGeom>
          <a:solidFill>
            <a:srgbClr val="FFFFFF"/>
          </a:solidFill>
          <a:ln w="15875">
            <a:solidFill>
              <a:srgbClr val="4A5A70"/>
            </a:solidFill>
            <a:prstDash val="dash"/>
          </a:ln>
        </p:spPr>
      </p:sp>
      <p:sp>
        <p:nvSpPr>
          <p:cNvPr id="67" name="Shape 60"/>
          <p:cNvSpPr/>
          <p:nvPr/>
        </p:nvSpPr>
        <p:spPr>
          <a:xfrm>
            <a:off x="6245352" y="3757168"/>
            <a:ext cx="1783080" cy="500888"/>
          </a:xfrm>
          <a:prstGeom prst="roundRect">
            <a:avLst>
              <a:gd name="adj" fmla="val 14604"/>
            </a:avLst>
          </a:prstGeom>
          <a:solidFill>
            <a:schemeClr val="tx2"/>
          </a:solidFill>
          <a:ln w="12700">
            <a:solidFill>
              <a:srgbClr val="FFFFFF">
                <a:alpha val="0"/>
              </a:srgbClr>
            </a:solidFill>
            <a:prstDash val="solid"/>
          </a:ln>
        </p:spPr>
      </p:sp>
      <p:sp>
        <p:nvSpPr>
          <p:cNvPr id="68" name="Text 61"/>
          <p:cNvSpPr txBox="1"/>
          <p:nvPr/>
        </p:nvSpPr>
        <p:spPr>
          <a:xfrm>
            <a:off x="6245352" y="3757168"/>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zien</a:t>
            </a:r>
            <a:endParaRPr lang="en-US" sz="2000" dirty="0"/>
          </a:p>
        </p:txBody>
      </p:sp>
      <p:sp>
        <p:nvSpPr>
          <p:cNvPr id="69" name="Shape 62"/>
          <p:cNvSpPr/>
          <p:nvPr/>
        </p:nvSpPr>
        <p:spPr>
          <a:xfrm>
            <a:off x="8229600" y="4221480"/>
            <a:ext cx="109728" cy="109728"/>
          </a:xfrm>
          <a:prstGeom prst="ellipse">
            <a:avLst/>
          </a:prstGeom>
          <a:solidFill>
            <a:srgbClr val="B8C2CF"/>
          </a:solidFill>
          <a:ln w="12700">
            <a:solidFill>
              <a:srgbClr val="FFFFFF">
                <a:alpha val="0"/>
              </a:srgbClr>
            </a:solidFill>
            <a:prstDash val="solid"/>
          </a:ln>
        </p:spPr>
      </p:sp>
      <p:sp>
        <p:nvSpPr>
          <p:cNvPr id="70" name="Shape 63"/>
          <p:cNvSpPr/>
          <p:nvPr/>
        </p:nvSpPr>
        <p:spPr>
          <a:xfrm>
            <a:off x="8531352" y="4221480"/>
            <a:ext cx="109728" cy="109728"/>
          </a:xfrm>
          <a:prstGeom prst="ellipse">
            <a:avLst/>
          </a:prstGeom>
          <a:solidFill>
            <a:srgbClr val="B8C2CF"/>
          </a:solidFill>
          <a:ln w="12700">
            <a:solidFill>
              <a:srgbClr val="FFFFFF">
                <a:alpha val="0"/>
              </a:srgbClr>
            </a:solidFill>
            <a:prstDash val="solid"/>
          </a:ln>
        </p:spPr>
      </p:sp>
      <p:sp>
        <p:nvSpPr>
          <p:cNvPr id="71" name="Shape 64"/>
          <p:cNvSpPr/>
          <p:nvPr/>
        </p:nvSpPr>
        <p:spPr>
          <a:xfrm>
            <a:off x="8119872" y="4007612"/>
            <a:ext cx="640080" cy="914"/>
          </a:xfrm>
          <a:prstGeom prst="line">
            <a:avLst/>
          </a:prstGeom>
          <a:noFill/>
          <a:ln w="38100">
            <a:solidFill>
              <a:srgbClr val="D9700F"/>
            </a:solidFill>
            <a:prstDash val="solid"/>
            <a:tailEnd type="triangle"/>
          </a:ln>
        </p:spPr>
      </p:sp>
      <p:sp>
        <p:nvSpPr>
          <p:cNvPr id="72" name="Shape 65"/>
          <p:cNvSpPr/>
          <p:nvPr/>
        </p:nvSpPr>
        <p:spPr>
          <a:xfrm>
            <a:off x="8851392" y="3757168"/>
            <a:ext cx="1508760" cy="500888"/>
          </a:xfrm>
          <a:prstGeom prst="roundRect">
            <a:avLst>
              <a:gd name="adj" fmla="val 14604"/>
            </a:avLst>
          </a:prstGeom>
          <a:solidFill>
            <a:srgbClr val="FFFFFF"/>
          </a:solidFill>
          <a:ln w="15875">
            <a:solidFill>
              <a:srgbClr val="4A5A70"/>
            </a:solidFill>
            <a:prstDash val="dash"/>
          </a:ln>
        </p:spPr>
      </p:sp>
      <p:sp>
        <p:nvSpPr>
          <p:cNvPr id="73" name="Shape 66"/>
          <p:cNvSpPr/>
          <p:nvPr/>
        </p:nvSpPr>
        <p:spPr>
          <a:xfrm>
            <a:off x="6245352" y="4386072"/>
            <a:ext cx="1783080" cy="500888"/>
          </a:xfrm>
          <a:prstGeom prst="roundRect">
            <a:avLst>
              <a:gd name="adj" fmla="val 14604"/>
            </a:avLst>
          </a:prstGeom>
          <a:solidFill>
            <a:schemeClr val="tx2"/>
          </a:solidFill>
          <a:ln w="12700">
            <a:solidFill>
              <a:srgbClr val="FFFFFF">
                <a:alpha val="0"/>
              </a:srgbClr>
            </a:solidFill>
            <a:prstDash val="solid"/>
          </a:ln>
        </p:spPr>
      </p:sp>
      <p:sp>
        <p:nvSpPr>
          <p:cNvPr id="74" name="Text 67"/>
          <p:cNvSpPr txBox="1"/>
          <p:nvPr/>
        </p:nvSpPr>
        <p:spPr>
          <a:xfrm>
            <a:off x="6245352" y="4386072"/>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blijven</a:t>
            </a:r>
            <a:endParaRPr lang="en-US" sz="2000" dirty="0"/>
          </a:p>
        </p:txBody>
      </p:sp>
      <p:sp>
        <p:nvSpPr>
          <p:cNvPr id="75" name="Shape 68"/>
          <p:cNvSpPr/>
          <p:nvPr/>
        </p:nvSpPr>
        <p:spPr>
          <a:xfrm>
            <a:off x="8229600" y="4850384"/>
            <a:ext cx="109728" cy="109728"/>
          </a:xfrm>
          <a:prstGeom prst="ellipse">
            <a:avLst/>
          </a:prstGeom>
          <a:solidFill>
            <a:srgbClr val="B8C2CF"/>
          </a:solidFill>
          <a:ln w="12700">
            <a:solidFill>
              <a:srgbClr val="FFFFFF">
                <a:alpha val="0"/>
              </a:srgbClr>
            </a:solidFill>
            <a:prstDash val="solid"/>
          </a:ln>
        </p:spPr>
      </p:sp>
      <p:sp>
        <p:nvSpPr>
          <p:cNvPr id="76" name="Shape 69"/>
          <p:cNvSpPr/>
          <p:nvPr/>
        </p:nvSpPr>
        <p:spPr>
          <a:xfrm>
            <a:off x="8531352" y="4850384"/>
            <a:ext cx="109728" cy="109728"/>
          </a:xfrm>
          <a:prstGeom prst="ellipse">
            <a:avLst/>
          </a:prstGeom>
          <a:solidFill>
            <a:srgbClr val="B8C2CF"/>
          </a:solidFill>
          <a:ln w="12700">
            <a:solidFill>
              <a:srgbClr val="FFFFFF">
                <a:alpha val="0"/>
              </a:srgbClr>
            </a:solidFill>
            <a:prstDash val="solid"/>
          </a:ln>
        </p:spPr>
      </p:sp>
      <p:sp>
        <p:nvSpPr>
          <p:cNvPr id="77" name="Shape 70"/>
          <p:cNvSpPr/>
          <p:nvPr/>
        </p:nvSpPr>
        <p:spPr>
          <a:xfrm>
            <a:off x="8119872" y="4636516"/>
            <a:ext cx="640080" cy="914"/>
          </a:xfrm>
          <a:prstGeom prst="line">
            <a:avLst/>
          </a:prstGeom>
          <a:noFill/>
          <a:ln w="38100">
            <a:solidFill>
              <a:srgbClr val="D9700F"/>
            </a:solidFill>
            <a:prstDash val="solid"/>
            <a:tailEnd type="triangle"/>
          </a:ln>
        </p:spPr>
      </p:sp>
      <p:sp>
        <p:nvSpPr>
          <p:cNvPr id="78" name="Shape 71"/>
          <p:cNvSpPr/>
          <p:nvPr/>
        </p:nvSpPr>
        <p:spPr>
          <a:xfrm>
            <a:off x="8851392" y="4386072"/>
            <a:ext cx="1508760" cy="500888"/>
          </a:xfrm>
          <a:prstGeom prst="roundRect">
            <a:avLst>
              <a:gd name="adj" fmla="val 14604"/>
            </a:avLst>
          </a:prstGeom>
          <a:solidFill>
            <a:srgbClr val="FFFFFF"/>
          </a:solidFill>
          <a:ln w="15875">
            <a:solidFill>
              <a:srgbClr val="4A5A70"/>
            </a:solidFill>
            <a:prstDash val="dash"/>
          </a:ln>
        </p:spPr>
      </p:sp>
      <p:sp>
        <p:nvSpPr>
          <p:cNvPr id="79" name="Shape 72"/>
          <p:cNvSpPr/>
          <p:nvPr/>
        </p:nvSpPr>
        <p:spPr>
          <a:xfrm>
            <a:off x="6245352" y="5014976"/>
            <a:ext cx="1783080" cy="500888"/>
          </a:xfrm>
          <a:prstGeom prst="roundRect">
            <a:avLst>
              <a:gd name="adj" fmla="val 14604"/>
            </a:avLst>
          </a:prstGeom>
          <a:solidFill>
            <a:schemeClr val="tx2"/>
          </a:solidFill>
          <a:ln w="12700">
            <a:solidFill>
              <a:srgbClr val="FFFFFF">
                <a:alpha val="0"/>
              </a:srgbClr>
            </a:solidFill>
            <a:prstDash val="solid"/>
          </a:ln>
        </p:spPr>
      </p:sp>
      <p:sp>
        <p:nvSpPr>
          <p:cNvPr id="80" name="Text 73"/>
          <p:cNvSpPr txBox="1"/>
          <p:nvPr/>
        </p:nvSpPr>
        <p:spPr>
          <a:xfrm>
            <a:off x="6245352" y="5014976"/>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verhuizen</a:t>
            </a:r>
            <a:endParaRPr lang="en-US" sz="2000" dirty="0"/>
          </a:p>
        </p:txBody>
      </p:sp>
      <p:sp>
        <p:nvSpPr>
          <p:cNvPr id="81" name="Shape 74"/>
          <p:cNvSpPr/>
          <p:nvPr/>
        </p:nvSpPr>
        <p:spPr>
          <a:xfrm>
            <a:off x="8229600" y="5479288"/>
            <a:ext cx="109728" cy="109728"/>
          </a:xfrm>
          <a:prstGeom prst="ellipse">
            <a:avLst/>
          </a:prstGeom>
          <a:solidFill>
            <a:srgbClr val="B8C2CF"/>
          </a:solidFill>
          <a:ln w="12700">
            <a:solidFill>
              <a:srgbClr val="FFFFFF">
                <a:alpha val="0"/>
              </a:srgbClr>
            </a:solidFill>
            <a:prstDash val="solid"/>
          </a:ln>
        </p:spPr>
      </p:sp>
      <p:sp>
        <p:nvSpPr>
          <p:cNvPr id="82" name="Shape 75"/>
          <p:cNvSpPr/>
          <p:nvPr/>
        </p:nvSpPr>
        <p:spPr>
          <a:xfrm>
            <a:off x="8531352" y="5479288"/>
            <a:ext cx="109728" cy="109728"/>
          </a:xfrm>
          <a:prstGeom prst="ellipse">
            <a:avLst/>
          </a:prstGeom>
          <a:solidFill>
            <a:srgbClr val="B8C2CF"/>
          </a:solidFill>
          <a:ln w="12700">
            <a:solidFill>
              <a:srgbClr val="FFFFFF">
                <a:alpha val="0"/>
              </a:srgbClr>
            </a:solidFill>
            <a:prstDash val="solid"/>
          </a:ln>
        </p:spPr>
      </p:sp>
      <p:sp>
        <p:nvSpPr>
          <p:cNvPr id="83" name="Shape 76"/>
          <p:cNvSpPr/>
          <p:nvPr/>
        </p:nvSpPr>
        <p:spPr>
          <a:xfrm>
            <a:off x="8119872" y="5265420"/>
            <a:ext cx="640080" cy="914"/>
          </a:xfrm>
          <a:prstGeom prst="line">
            <a:avLst/>
          </a:prstGeom>
          <a:noFill/>
          <a:ln w="38100">
            <a:solidFill>
              <a:srgbClr val="D9700F"/>
            </a:solidFill>
            <a:prstDash val="solid"/>
            <a:tailEnd type="triangle"/>
          </a:ln>
        </p:spPr>
      </p:sp>
      <p:sp>
        <p:nvSpPr>
          <p:cNvPr id="84" name="Shape 77"/>
          <p:cNvSpPr/>
          <p:nvPr/>
        </p:nvSpPr>
        <p:spPr>
          <a:xfrm>
            <a:off x="8851392" y="5014976"/>
            <a:ext cx="1508760" cy="500888"/>
          </a:xfrm>
          <a:prstGeom prst="roundRect">
            <a:avLst>
              <a:gd name="adj" fmla="val 14604"/>
            </a:avLst>
          </a:prstGeom>
          <a:solidFill>
            <a:srgbClr val="FFFFFF"/>
          </a:solidFill>
          <a:ln w="15875">
            <a:solidFill>
              <a:srgbClr val="4A5A70"/>
            </a:solidFill>
            <a:prstDash val="dash"/>
          </a:ln>
        </p:spPr>
      </p:sp>
      <p:sp>
        <p:nvSpPr>
          <p:cNvPr id="85" name="Shape 78"/>
          <p:cNvSpPr/>
          <p:nvPr/>
        </p:nvSpPr>
        <p:spPr>
          <a:xfrm>
            <a:off x="6245352" y="5643880"/>
            <a:ext cx="1783080" cy="500888"/>
          </a:xfrm>
          <a:prstGeom prst="roundRect">
            <a:avLst>
              <a:gd name="adj" fmla="val 14604"/>
            </a:avLst>
          </a:prstGeom>
          <a:solidFill>
            <a:schemeClr val="tx2"/>
          </a:solidFill>
          <a:ln w="12700">
            <a:solidFill>
              <a:srgbClr val="FFFFFF">
                <a:alpha val="0"/>
              </a:srgbClr>
            </a:solidFill>
            <a:prstDash val="solid"/>
          </a:ln>
        </p:spPr>
      </p:sp>
      <p:sp>
        <p:nvSpPr>
          <p:cNvPr id="86" name="Text 79"/>
          <p:cNvSpPr txBox="1"/>
          <p:nvPr/>
        </p:nvSpPr>
        <p:spPr>
          <a:xfrm>
            <a:off x="6245352" y="5643880"/>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eten</a:t>
            </a:r>
            <a:endParaRPr lang="en-US" sz="2000" dirty="0"/>
          </a:p>
        </p:txBody>
      </p:sp>
      <p:sp>
        <p:nvSpPr>
          <p:cNvPr id="87" name="Shape 80"/>
          <p:cNvSpPr/>
          <p:nvPr/>
        </p:nvSpPr>
        <p:spPr>
          <a:xfrm>
            <a:off x="8229600" y="6108192"/>
            <a:ext cx="109728" cy="109728"/>
          </a:xfrm>
          <a:prstGeom prst="ellipse">
            <a:avLst/>
          </a:prstGeom>
          <a:solidFill>
            <a:srgbClr val="B8C2CF"/>
          </a:solidFill>
          <a:ln w="12700">
            <a:solidFill>
              <a:srgbClr val="FFFFFF">
                <a:alpha val="0"/>
              </a:srgbClr>
            </a:solidFill>
            <a:prstDash val="solid"/>
          </a:ln>
        </p:spPr>
      </p:sp>
      <p:sp>
        <p:nvSpPr>
          <p:cNvPr id="88" name="Shape 81"/>
          <p:cNvSpPr/>
          <p:nvPr/>
        </p:nvSpPr>
        <p:spPr>
          <a:xfrm>
            <a:off x="8531352" y="6108192"/>
            <a:ext cx="109728" cy="109728"/>
          </a:xfrm>
          <a:prstGeom prst="ellipse">
            <a:avLst/>
          </a:prstGeom>
          <a:solidFill>
            <a:srgbClr val="B8C2CF"/>
          </a:solidFill>
          <a:ln w="12700">
            <a:solidFill>
              <a:srgbClr val="FFFFFF">
                <a:alpha val="0"/>
              </a:srgbClr>
            </a:solidFill>
            <a:prstDash val="solid"/>
          </a:ln>
        </p:spPr>
      </p:sp>
      <p:sp>
        <p:nvSpPr>
          <p:cNvPr id="89" name="Shape 82"/>
          <p:cNvSpPr/>
          <p:nvPr/>
        </p:nvSpPr>
        <p:spPr>
          <a:xfrm>
            <a:off x="8119872" y="5894324"/>
            <a:ext cx="640080" cy="914"/>
          </a:xfrm>
          <a:prstGeom prst="line">
            <a:avLst/>
          </a:prstGeom>
          <a:noFill/>
          <a:ln w="38100">
            <a:solidFill>
              <a:srgbClr val="D9700F"/>
            </a:solidFill>
            <a:prstDash val="solid"/>
            <a:tailEnd type="triangle"/>
          </a:ln>
        </p:spPr>
      </p:sp>
      <p:sp>
        <p:nvSpPr>
          <p:cNvPr id="90" name="Shape 83"/>
          <p:cNvSpPr/>
          <p:nvPr/>
        </p:nvSpPr>
        <p:spPr>
          <a:xfrm>
            <a:off x="8851392" y="5643880"/>
            <a:ext cx="1508760" cy="500888"/>
          </a:xfrm>
          <a:prstGeom prst="roundRect">
            <a:avLst>
              <a:gd name="adj" fmla="val 14604"/>
            </a:avLst>
          </a:prstGeom>
          <a:solidFill>
            <a:srgbClr val="FFFFFF"/>
          </a:solidFill>
          <a:ln w="15875">
            <a:solidFill>
              <a:srgbClr val="4A5A70"/>
            </a:solidFill>
            <a:prstDash val="dash"/>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La chaîne de montage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Trouvez le radical (= la forme de </a:t>
            </a:r>
            <a:r>
              <a:rPr lang="en-US" sz="1700" i="1" dirty="0">
                <a:solidFill>
                  <a:schemeClr val="accent5"/>
                </a:solidFill>
              </a:rPr>
              <a:t>ik</a:t>
            </a:r>
            <a:r>
              <a:rPr lang="en-US" sz="1700" i="1" dirty="0">
                <a:solidFill>
                  <a:schemeClr val="accent5"/>
                </a:solidFill>
              </a:rPr>
              <a:t>) : faites passer chaque verbe dans la chaîne.</a:t>
            </a:r>
            <a:endParaRPr lang="en-US" sz="1700" dirty="0"/>
          </a:p>
        </p:txBody>
      </p:sp>
      <p:sp>
        <p:nvSpPr>
          <p:cNvPr id="9" name="Shape 5"/>
          <p:cNvSpPr/>
          <p:nvPr/>
        </p:nvSpPr>
        <p:spPr>
          <a:xfrm>
            <a:off x="548640" y="1932432"/>
            <a:ext cx="3337560" cy="384048"/>
          </a:xfrm>
          <a:prstGeom prst="roundRect">
            <a:avLst>
              <a:gd name="adj" fmla="val 47619"/>
            </a:avLst>
          </a:prstGeom>
          <a:solidFill>
            <a:schemeClr val="bg2"/>
          </a:solidFill>
          <a:ln w="15875">
            <a:solidFill>
              <a:srgbClr val="17375E"/>
            </a:solidFill>
            <a:prstDash val="solid"/>
          </a:ln>
        </p:spPr>
      </p:sp>
      <p:pic>
        <p:nvPicPr>
          <p:cNvPr id="10" name="Image 1" descr="Scissors">    </p:cNvPr>
          <p:cNvPicPr>
            <a:picLocks noChangeAspect="1"/>
          </p:cNvPicPr>
          <p:nvPr/>
        </p:nvPicPr>
        <p:blipFill>
          <a:blip r:embed="rId2"/>
          <a:stretch>
            <a:fillRect/>
          </a:stretch>
        </p:blipFill>
        <p:spPr>
          <a:xfrm>
            <a:off x="685800" y="1996440"/>
            <a:ext cx="256032" cy="256032"/>
          </a:xfrm>
          <a:prstGeom prst="rect">
            <a:avLst/>
          </a:prstGeom>
        </p:spPr>
      </p:pic>
      <p:sp>
        <p:nvSpPr>
          <p:cNvPr id="11" name="Text 6"/>
          <p:cNvSpPr txBox="1"/>
          <p:nvPr/>
        </p:nvSpPr>
        <p:spPr>
          <a:xfrm>
            <a:off x="1051560" y="1932432"/>
            <a:ext cx="2743200" cy="384048"/>
          </a:xfrm>
          <a:prstGeom prst="rect">
            <a:avLst/>
          </a:prstGeom>
          <a:noFill/>
          <a:ln/>
        </p:spPr>
        <p:txBody>
          <a:bodyPr wrap="square" lIns="0" tIns="0" rIns="0" bIns="0" rtlCol="0" anchor="ctr"/>
          <a:lstStyle/>
          <a:p>
            <a:pPr algn="l" indent="0" marL="0">
              <a:buNone/>
            </a:pPr>
            <a:r>
              <a:rPr lang="en-US" sz="1600" b="1" dirty="0">
                <a:solidFill>
                  <a:schemeClr val="tx2"/>
                </a:solidFill>
              </a:rPr>
              <a:t>− en  (ou − n)</a:t>
            </a:r>
            <a:endParaRPr lang="en-US" sz="1600" dirty="0"/>
          </a:p>
        </p:txBody>
      </p:sp>
      <p:sp>
        <p:nvSpPr>
          <p:cNvPr id="12" name="Shape 7"/>
          <p:cNvSpPr/>
          <p:nvPr/>
        </p:nvSpPr>
        <p:spPr>
          <a:xfrm>
            <a:off x="3950208" y="2124456"/>
            <a:ext cx="329184" cy="914"/>
          </a:xfrm>
          <a:prstGeom prst="line">
            <a:avLst/>
          </a:prstGeom>
          <a:noFill/>
          <a:ln w="25400">
            <a:solidFill>
              <a:srgbClr val="4A5A70"/>
            </a:solidFill>
            <a:prstDash val="solid"/>
            <a:tailEnd type="triangle"/>
          </a:ln>
        </p:spPr>
      </p:sp>
      <p:sp>
        <p:nvSpPr>
          <p:cNvPr id="13" name="Shape 8"/>
          <p:cNvSpPr/>
          <p:nvPr/>
        </p:nvSpPr>
        <p:spPr>
          <a:xfrm>
            <a:off x="4343400" y="1932432"/>
            <a:ext cx="3337560" cy="384048"/>
          </a:xfrm>
          <a:prstGeom prst="roundRect">
            <a:avLst>
              <a:gd name="adj" fmla="val 47619"/>
            </a:avLst>
          </a:prstGeom>
          <a:solidFill>
            <a:schemeClr val="bg2"/>
          </a:solidFill>
          <a:ln w="15875">
            <a:solidFill>
              <a:srgbClr val="D9700F"/>
            </a:solidFill>
            <a:prstDash val="solid"/>
          </a:ln>
        </p:spPr>
      </p:sp>
      <p:pic>
        <p:nvPicPr>
          <p:cNvPr id="14" name="Image 2" descr="SyncAlt">    </p:cNvPr>
          <p:cNvPicPr>
            <a:picLocks noChangeAspect="1"/>
          </p:cNvPicPr>
          <p:nvPr/>
        </p:nvPicPr>
        <p:blipFill>
          <a:blip r:embed="rId3"/>
          <a:stretch>
            <a:fillRect/>
          </a:stretch>
        </p:blipFill>
        <p:spPr>
          <a:xfrm>
            <a:off x="4480560" y="1996440"/>
            <a:ext cx="256032" cy="256032"/>
          </a:xfrm>
          <a:prstGeom prst="rect">
            <a:avLst/>
          </a:prstGeom>
        </p:spPr>
      </p:pic>
      <p:sp>
        <p:nvSpPr>
          <p:cNvPr id="15" name="Text 9"/>
          <p:cNvSpPr txBox="1"/>
          <p:nvPr/>
        </p:nvSpPr>
        <p:spPr>
          <a:xfrm>
            <a:off x="4846320" y="1932432"/>
            <a:ext cx="2743200" cy="384048"/>
          </a:xfrm>
          <a:prstGeom prst="rect">
            <a:avLst/>
          </a:prstGeom>
          <a:noFill/>
          <a:ln/>
        </p:spPr>
        <p:txBody>
          <a:bodyPr wrap="square" lIns="0" tIns="0" rIns="0" bIns="0" rtlCol="0" anchor="ctr"/>
          <a:lstStyle/>
          <a:p>
            <a:pPr algn="l" indent="0" marL="0">
              <a:buNone/>
            </a:pPr>
            <a:r>
              <a:rPr lang="en-US" sz="1600" b="1" dirty="0">
                <a:solidFill>
                  <a:schemeClr val="accent1"/>
                </a:solidFill>
              </a:rPr>
              <a:t>z → s  ·  v → f</a:t>
            </a:r>
            <a:endParaRPr lang="en-US" sz="1600" dirty="0"/>
          </a:p>
        </p:txBody>
      </p:sp>
      <p:sp>
        <p:nvSpPr>
          <p:cNvPr id="16" name="Shape 10"/>
          <p:cNvSpPr/>
          <p:nvPr/>
        </p:nvSpPr>
        <p:spPr>
          <a:xfrm>
            <a:off x="7744968" y="2124456"/>
            <a:ext cx="329184" cy="914"/>
          </a:xfrm>
          <a:prstGeom prst="line">
            <a:avLst/>
          </a:prstGeom>
          <a:noFill/>
          <a:ln w="25400">
            <a:solidFill>
              <a:srgbClr val="4A5A70"/>
            </a:solidFill>
            <a:prstDash val="solid"/>
            <a:tailEnd type="triangle"/>
          </a:ln>
        </p:spPr>
      </p:sp>
      <p:sp>
        <p:nvSpPr>
          <p:cNvPr id="17" name="Shape 11"/>
          <p:cNvSpPr/>
          <p:nvPr/>
        </p:nvSpPr>
        <p:spPr>
          <a:xfrm>
            <a:off x="8138160" y="1932432"/>
            <a:ext cx="3337560" cy="384048"/>
          </a:xfrm>
          <a:prstGeom prst="roundRect">
            <a:avLst>
              <a:gd name="adj" fmla="val 47619"/>
            </a:avLst>
          </a:prstGeom>
          <a:solidFill>
            <a:schemeClr val="bg2"/>
          </a:solidFill>
          <a:ln w="15875">
            <a:solidFill>
              <a:srgbClr val="2E7D4F"/>
            </a:solidFill>
            <a:prstDash val="solid"/>
          </a:ln>
        </p:spPr>
      </p:sp>
      <p:pic>
        <p:nvPicPr>
          <p:cNvPr id="18" name="Image 3" descr="RulerHorizontal">    </p:cNvPr>
          <p:cNvPicPr>
            <a:picLocks noChangeAspect="1"/>
          </p:cNvPicPr>
          <p:nvPr/>
        </p:nvPicPr>
        <p:blipFill>
          <a:blip r:embed="rId4"/>
          <a:stretch>
            <a:fillRect/>
          </a:stretch>
        </p:blipFill>
        <p:spPr>
          <a:xfrm>
            <a:off x="8275320" y="1996440"/>
            <a:ext cx="256032" cy="256032"/>
          </a:xfrm>
          <a:prstGeom prst="rect">
            <a:avLst/>
          </a:prstGeom>
        </p:spPr>
      </p:pic>
      <p:sp>
        <p:nvSpPr>
          <p:cNvPr id="19" name="Text 12"/>
          <p:cNvSpPr txBox="1"/>
          <p:nvPr/>
        </p:nvSpPr>
        <p:spPr>
          <a:xfrm>
            <a:off x="8641080" y="1932432"/>
            <a:ext cx="2743200" cy="384048"/>
          </a:xfrm>
          <a:prstGeom prst="rect">
            <a:avLst/>
          </a:prstGeom>
          <a:noFill/>
          <a:ln/>
        </p:spPr>
        <p:txBody>
          <a:bodyPr wrap="square" lIns="0" tIns="0" rIns="0" bIns="0" rtlCol="0" anchor="ctr"/>
          <a:lstStyle/>
          <a:p>
            <a:pPr algn="l" indent="0" marL="0">
              <a:buNone/>
            </a:pPr>
            <a:r>
              <a:rPr lang="en-US" sz="1600" b="1" dirty="0">
                <a:solidFill>
                  <a:schemeClr val="accent3"/>
                </a:solidFill>
              </a:rPr>
              <a:t>doubler / simplifier</a:t>
            </a:r>
            <a:endParaRPr lang="en-US" sz="1600" dirty="0"/>
          </a:p>
        </p:txBody>
      </p:sp>
      <p:sp>
        <p:nvSpPr>
          <p:cNvPr id="20" name="Shape 13"/>
          <p:cNvSpPr/>
          <p:nvPr/>
        </p:nvSpPr>
        <p:spPr>
          <a:xfrm>
            <a:off x="548640" y="2499360"/>
            <a:ext cx="1783080" cy="500888"/>
          </a:xfrm>
          <a:prstGeom prst="roundRect">
            <a:avLst>
              <a:gd name="adj" fmla="val 14604"/>
            </a:avLst>
          </a:prstGeom>
          <a:solidFill>
            <a:schemeClr val="tx2"/>
          </a:solidFill>
          <a:ln w="12700">
            <a:solidFill>
              <a:srgbClr val="FFFFFF">
                <a:alpha val="0"/>
              </a:srgbClr>
            </a:solidFill>
            <a:prstDash val="solid"/>
          </a:ln>
        </p:spPr>
      </p:sp>
      <p:sp>
        <p:nvSpPr>
          <p:cNvPr id="21" name="Text 14"/>
          <p:cNvSpPr txBox="1"/>
          <p:nvPr/>
        </p:nvSpPr>
        <p:spPr>
          <a:xfrm>
            <a:off x="548640" y="2499360"/>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lezen</a:t>
            </a:r>
            <a:endParaRPr lang="en-US" sz="2000" dirty="0"/>
          </a:p>
        </p:txBody>
      </p:sp>
      <p:sp>
        <p:nvSpPr>
          <p:cNvPr id="22" name="Shape 15"/>
          <p:cNvSpPr/>
          <p:nvPr/>
        </p:nvSpPr>
        <p:spPr>
          <a:xfrm>
            <a:off x="2532888" y="2963672"/>
            <a:ext cx="109728" cy="109728"/>
          </a:xfrm>
          <a:prstGeom prst="ellipse">
            <a:avLst/>
          </a:prstGeom>
          <a:solidFill>
            <a:srgbClr val="B8C2CF"/>
          </a:solidFill>
          <a:ln w="12700">
            <a:solidFill>
              <a:srgbClr val="FFFFFF">
                <a:alpha val="0"/>
              </a:srgbClr>
            </a:solidFill>
            <a:prstDash val="solid"/>
          </a:ln>
        </p:spPr>
      </p:sp>
      <p:sp>
        <p:nvSpPr>
          <p:cNvPr id="23" name="Shape 16"/>
          <p:cNvSpPr/>
          <p:nvPr/>
        </p:nvSpPr>
        <p:spPr>
          <a:xfrm>
            <a:off x="2834640" y="2963672"/>
            <a:ext cx="109728" cy="109728"/>
          </a:xfrm>
          <a:prstGeom prst="ellipse">
            <a:avLst/>
          </a:prstGeom>
          <a:solidFill>
            <a:srgbClr val="B8C2CF"/>
          </a:solidFill>
          <a:ln w="12700">
            <a:solidFill>
              <a:srgbClr val="FFFFFF">
                <a:alpha val="0"/>
              </a:srgbClr>
            </a:solidFill>
            <a:prstDash val="solid"/>
          </a:ln>
        </p:spPr>
      </p:sp>
      <p:sp>
        <p:nvSpPr>
          <p:cNvPr id="24" name="Shape 17"/>
          <p:cNvSpPr/>
          <p:nvPr/>
        </p:nvSpPr>
        <p:spPr>
          <a:xfrm>
            <a:off x="2423160" y="2749804"/>
            <a:ext cx="640080" cy="914"/>
          </a:xfrm>
          <a:prstGeom prst="line">
            <a:avLst/>
          </a:prstGeom>
          <a:noFill/>
          <a:ln w="38100">
            <a:solidFill>
              <a:srgbClr val="D9700F"/>
            </a:solidFill>
            <a:prstDash val="solid"/>
            <a:tailEnd type="triangle"/>
          </a:ln>
        </p:spPr>
      </p:sp>
      <p:sp>
        <p:nvSpPr>
          <p:cNvPr id="25" name="Shape 18"/>
          <p:cNvSpPr/>
          <p:nvPr/>
        </p:nvSpPr>
        <p:spPr>
          <a:xfrm>
            <a:off x="3154680" y="2499360"/>
            <a:ext cx="1508760" cy="500888"/>
          </a:xfrm>
          <a:prstGeom prst="roundRect">
            <a:avLst>
              <a:gd name="adj" fmla="val 14604"/>
            </a:avLst>
          </a:prstGeom>
          <a:solidFill>
            <a:srgbClr val="EDF6F0"/>
          </a:solidFill>
          <a:ln w="25400">
            <a:solidFill>
              <a:srgbClr val="2E7D4F"/>
            </a:solidFill>
            <a:prstDash val="solid"/>
          </a:ln>
        </p:spPr>
      </p:sp>
      <p:sp>
        <p:nvSpPr>
          <p:cNvPr id="26" name="Text 19"/>
          <p:cNvSpPr txBox="1"/>
          <p:nvPr/>
        </p:nvSpPr>
        <p:spPr>
          <a:xfrm>
            <a:off x="3154680" y="2499360"/>
            <a:ext cx="1508760" cy="500888"/>
          </a:xfrm>
          <a:prstGeom prst="rect">
            <a:avLst/>
          </a:prstGeom>
          <a:noFill/>
          <a:ln/>
        </p:spPr>
        <p:txBody>
          <a:bodyPr wrap="square" lIns="0" tIns="0" rIns="0" bIns="0" rtlCol="0" anchor="ctr"/>
          <a:lstStyle/>
          <a:p>
            <a:pPr algn="ctr" indent="0" marL="0">
              <a:buNone/>
            </a:pPr>
            <a:r>
              <a:rPr lang="en-US" sz="2200" b="1" dirty="0">
                <a:solidFill>
                  <a:schemeClr val="accent3"/>
                </a:solidFill>
              </a:rPr>
              <a:t>lees</a:t>
            </a:r>
            <a:endParaRPr lang="en-US" sz="2200" dirty="0"/>
          </a:p>
        </p:txBody>
      </p:sp>
      <p:sp>
        <p:nvSpPr>
          <p:cNvPr id="27" name="Text 20"/>
          <p:cNvSpPr/>
          <p:nvPr/>
        </p:nvSpPr>
        <p:spPr>
          <a:xfrm>
            <a:off x="4754880" y="2585212"/>
            <a:ext cx="1188720" cy="329184"/>
          </a:xfrm>
          <a:prstGeom prst="roundRect">
            <a:avLst>
              <a:gd name="adj" fmla="val 13889"/>
            </a:avLst>
          </a:prstGeom>
          <a:solidFill>
            <a:srgbClr val="17375E"/>
          </a:solidFill>
          <a:ln/>
        </p:spPr>
        <p:txBody>
          <a:bodyPr wrap="square" lIns="0" tIns="0" rIns="0" bIns="0" rtlCol="0" anchor="ctr"/>
          <a:lstStyle/>
          <a:p>
            <a:pPr algn="ctr" indent="0" marL="0">
              <a:buNone/>
            </a:pPr>
            <a:r>
              <a:rPr lang="en-US" sz="1200" b="1" dirty="0">
                <a:solidFill>
                  <a:srgbClr val="FFFFFF"/>
                </a:solidFill>
              </a:rPr>
              <a:t>① + doubler</a:t>
            </a:r>
            <a:endParaRPr lang="en-US" sz="1200" dirty="0"/>
          </a:p>
        </p:txBody>
      </p:sp>
      <p:sp>
        <p:nvSpPr>
          <p:cNvPr id="28" name="Shape 21"/>
          <p:cNvSpPr/>
          <p:nvPr/>
        </p:nvSpPr>
        <p:spPr>
          <a:xfrm>
            <a:off x="548640" y="3128264"/>
            <a:ext cx="1783080" cy="500888"/>
          </a:xfrm>
          <a:prstGeom prst="roundRect">
            <a:avLst>
              <a:gd name="adj" fmla="val 14604"/>
            </a:avLst>
          </a:prstGeom>
          <a:solidFill>
            <a:schemeClr val="tx2"/>
          </a:solidFill>
          <a:ln w="12700">
            <a:solidFill>
              <a:srgbClr val="FFFFFF">
                <a:alpha val="0"/>
              </a:srgbClr>
            </a:solidFill>
            <a:prstDash val="solid"/>
          </a:ln>
        </p:spPr>
      </p:sp>
      <p:sp>
        <p:nvSpPr>
          <p:cNvPr id="29" name="Text 22"/>
          <p:cNvSpPr txBox="1"/>
          <p:nvPr/>
        </p:nvSpPr>
        <p:spPr>
          <a:xfrm>
            <a:off x="548640" y="3128264"/>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geven</a:t>
            </a:r>
            <a:endParaRPr lang="en-US" sz="2000" dirty="0"/>
          </a:p>
        </p:txBody>
      </p:sp>
      <p:sp>
        <p:nvSpPr>
          <p:cNvPr id="30" name="Shape 23"/>
          <p:cNvSpPr/>
          <p:nvPr/>
        </p:nvSpPr>
        <p:spPr>
          <a:xfrm>
            <a:off x="2532888" y="3592576"/>
            <a:ext cx="109728" cy="109728"/>
          </a:xfrm>
          <a:prstGeom prst="ellipse">
            <a:avLst/>
          </a:prstGeom>
          <a:solidFill>
            <a:srgbClr val="B8C2CF"/>
          </a:solidFill>
          <a:ln w="12700">
            <a:solidFill>
              <a:srgbClr val="FFFFFF">
                <a:alpha val="0"/>
              </a:srgbClr>
            </a:solidFill>
            <a:prstDash val="solid"/>
          </a:ln>
        </p:spPr>
      </p:sp>
      <p:sp>
        <p:nvSpPr>
          <p:cNvPr id="31" name="Shape 24"/>
          <p:cNvSpPr/>
          <p:nvPr/>
        </p:nvSpPr>
        <p:spPr>
          <a:xfrm>
            <a:off x="2834640" y="3592576"/>
            <a:ext cx="109728" cy="109728"/>
          </a:xfrm>
          <a:prstGeom prst="ellipse">
            <a:avLst/>
          </a:prstGeom>
          <a:solidFill>
            <a:srgbClr val="B8C2CF"/>
          </a:solidFill>
          <a:ln w="12700">
            <a:solidFill>
              <a:srgbClr val="FFFFFF">
                <a:alpha val="0"/>
              </a:srgbClr>
            </a:solidFill>
            <a:prstDash val="solid"/>
          </a:ln>
        </p:spPr>
      </p:sp>
      <p:sp>
        <p:nvSpPr>
          <p:cNvPr id="32" name="Shape 25"/>
          <p:cNvSpPr/>
          <p:nvPr/>
        </p:nvSpPr>
        <p:spPr>
          <a:xfrm>
            <a:off x="2423160" y="3378708"/>
            <a:ext cx="640080" cy="914"/>
          </a:xfrm>
          <a:prstGeom prst="line">
            <a:avLst/>
          </a:prstGeom>
          <a:noFill/>
          <a:ln w="38100">
            <a:solidFill>
              <a:srgbClr val="D9700F"/>
            </a:solidFill>
            <a:prstDash val="solid"/>
            <a:tailEnd type="triangle"/>
          </a:ln>
        </p:spPr>
      </p:sp>
      <p:sp>
        <p:nvSpPr>
          <p:cNvPr id="33" name="Shape 26"/>
          <p:cNvSpPr/>
          <p:nvPr/>
        </p:nvSpPr>
        <p:spPr>
          <a:xfrm>
            <a:off x="3154680" y="3128264"/>
            <a:ext cx="1508760" cy="500888"/>
          </a:xfrm>
          <a:prstGeom prst="roundRect">
            <a:avLst>
              <a:gd name="adj" fmla="val 14604"/>
            </a:avLst>
          </a:prstGeom>
          <a:solidFill>
            <a:srgbClr val="EDF6F0"/>
          </a:solidFill>
          <a:ln w="25400">
            <a:solidFill>
              <a:srgbClr val="2E7D4F"/>
            </a:solidFill>
            <a:prstDash val="solid"/>
          </a:ln>
        </p:spPr>
      </p:sp>
      <p:sp>
        <p:nvSpPr>
          <p:cNvPr id="34" name="Text 27"/>
          <p:cNvSpPr txBox="1"/>
          <p:nvPr/>
        </p:nvSpPr>
        <p:spPr>
          <a:xfrm>
            <a:off x="3154680" y="3128264"/>
            <a:ext cx="1508760" cy="500888"/>
          </a:xfrm>
          <a:prstGeom prst="rect">
            <a:avLst/>
          </a:prstGeom>
          <a:noFill/>
          <a:ln/>
        </p:spPr>
        <p:txBody>
          <a:bodyPr wrap="square" lIns="0" tIns="0" rIns="0" bIns="0" rtlCol="0" anchor="ctr"/>
          <a:lstStyle/>
          <a:p>
            <a:pPr algn="ctr" indent="0" marL="0">
              <a:buNone/>
            </a:pPr>
            <a:r>
              <a:rPr lang="en-US" sz="2200" b="1" dirty="0">
                <a:solidFill>
                  <a:schemeClr val="accent3"/>
                </a:solidFill>
              </a:rPr>
              <a:t>geef</a:t>
            </a:r>
            <a:endParaRPr lang="en-US" sz="2200" dirty="0"/>
          </a:p>
        </p:txBody>
      </p:sp>
      <p:sp>
        <p:nvSpPr>
          <p:cNvPr id="35" name="Text 28"/>
          <p:cNvSpPr/>
          <p:nvPr/>
        </p:nvSpPr>
        <p:spPr>
          <a:xfrm>
            <a:off x="4754880" y="3214116"/>
            <a:ext cx="1188720" cy="329184"/>
          </a:xfrm>
          <a:prstGeom prst="roundRect">
            <a:avLst>
              <a:gd name="adj" fmla="val 13889"/>
            </a:avLst>
          </a:prstGeom>
          <a:solidFill>
            <a:srgbClr val="17375E"/>
          </a:solidFill>
          <a:ln/>
        </p:spPr>
        <p:txBody>
          <a:bodyPr wrap="square" lIns="0" tIns="0" rIns="0" bIns="0" rtlCol="0" anchor="ctr"/>
          <a:lstStyle/>
          <a:p>
            <a:pPr algn="ctr" indent="0" marL="0">
              <a:buNone/>
            </a:pPr>
            <a:r>
              <a:rPr lang="en-US" sz="1200" b="1" dirty="0">
                <a:solidFill>
                  <a:srgbClr val="FFFFFF"/>
                </a:solidFill>
              </a:rPr>
              <a:t>② + doubler</a:t>
            </a:r>
            <a:endParaRPr lang="en-US" sz="1200" dirty="0"/>
          </a:p>
        </p:txBody>
      </p:sp>
      <p:sp>
        <p:nvSpPr>
          <p:cNvPr id="36" name="Shape 29"/>
          <p:cNvSpPr/>
          <p:nvPr/>
        </p:nvSpPr>
        <p:spPr>
          <a:xfrm>
            <a:off x="548640" y="3757168"/>
            <a:ext cx="1783080" cy="500888"/>
          </a:xfrm>
          <a:prstGeom prst="roundRect">
            <a:avLst>
              <a:gd name="adj" fmla="val 14604"/>
            </a:avLst>
          </a:prstGeom>
          <a:solidFill>
            <a:schemeClr val="tx2"/>
          </a:solidFill>
          <a:ln w="12700">
            <a:solidFill>
              <a:srgbClr val="FFFFFF">
                <a:alpha val="0"/>
              </a:srgbClr>
            </a:solidFill>
            <a:prstDash val="solid"/>
          </a:ln>
        </p:spPr>
      </p:sp>
      <p:sp>
        <p:nvSpPr>
          <p:cNvPr id="37" name="Text 30"/>
          <p:cNvSpPr txBox="1"/>
          <p:nvPr/>
        </p:nvSpPr>
        <p:spPr>
          <a:xfrm>
            <a:off x="548640" y="3757168"/>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reizen</a:t>
            </a:r>
            <a:endParaRPr lang="en-US" sz="2000" dirty="0"/>
          </a:p>
        </p:txBody>
      </p:sp>
      <p:sp>
        <p:nvSpPr>
          <p:cNvPr id="38" name="Shape 31"/>
          <p:cNvSpPr/>
          <p:nvPr/>
        </p:nvSpPr>
        <p:spPr>
          <a:xfrm>
            <a:off x="2532888" y="4221480"/>
            <a:ext cx="109728" cy="109728"/>
          </a:xfrm>
          <a:prstGeom prst="ellipse">
            <a:avLst/>
          </a:prstGeom>
          <a:solidFill>
            <a:srgbClr val="B8C2CF"/>
          </a:solidFill>
          <a:ln w="12700">
            <a:solidFill>
              <a:srgbClr val="FFFFFF">
                <a:alpha val="0"/>
              </a:srgbClr>
            </a:solidFill>
            <a:prstDash val="solid"/>
          </a:ln>
        </p:spPr>
      </p:sp>
      <p:sp>
        <p:nvSpPr>
          <p:cNvPr id="39" name="Shape 32"/>
          <p:cNvSpPr/>
          <p:nvPr/>
        </p:nvSpPr>
        <p:spPr>
          <a:xfrm>
            <a:off x="2834640" y="4221480"/>
            <a:ext cx="109728" cy="109728"/>
          </a:xfrm>
          <a:prstGeom prst="ellipse">
            <a:avLst/>
          </a:prstGeom>
          <a:solidFill>
            <a:srgbClr val="B8C2CF"/>
          </a:solidFill>
          <a:ln w="12700">
            <a:solidFill>
              <a:srgbClr val="FFFFFF">
                <a:alpha val="0"/>
              </a:srgbClr>
            </a:solidFill>
            <a:prstDash val="solid"/>
          </a:ln>
        </p:spPr>
      </p:sp>
      <p:sp>
        <p:nvSpPr>
          <p:cNvPr id="40" name="Shape 33"/>
          <p:cNvSpPr/>
          <p:nvPr/>
        </p:nvSpPr>
        <p:spPr>
          <a:xfrm>
            <a:off x="2423160" y="4007612"/>
            <a:ext cx="640080" cy="914"/>
          </a:xfrm>
          <a:prstGeom prst="line">
            <a:avLst/>
          </a:prstGeom>
          <a:noFill/>
          <a:ln w="38100">
            <a:solidFill>
              <a:srgbClr val="D9700F"/>
            </a:solidFill>
            <a:prstDash val="solid"/>
            <a:tailEnd type="triangle"/>
          </a:ln>
        </p:spPr>
      </p:sp>
      <p:sp>
        <p:nvSpPr>
          <p:cNvPr id="41" name="Shape 34"/>
          <p:cNvSpPr/>
          <p:nvPr/>
        </p:nvSpPr>
        <p:spPr>
          <a:xfrm>
            <a:off x="3154680" y="3757168"/>
            <a:ext cx="1508760" cy="500888"/>
          </a:xfrm>
          <a:prstGeom prst="roundRect">
            <a:avLst>
              <a:gd name="adj" fmla="val 14604"/>
            </a:avLst>
          </a:prstGeom>
          <a:solidFill>
            <a:srgbClr val="EDF6F0"/>
          </a:solidFill>
          <a:ln w="25400">
            <a:solidFill>
              <a:srgbClr val="2E7D4F"/>
            </a:solidFill>
            <a:prstDash val="solid"/>
          </a:ln>
        </p:spPr>
      </p:sp>
      <p:sp>
        <p:nvSpPr>
          <p:cNvPr id="42" name="Text 35"/>
          <p:cNvSpPr txBox="1"/>
          <p:nvPr/>
        </p:nvSpPr>
        <p:spPr>
          <a:xfrm>
            <a:off x="3154680" y="3757168"/>
            <a:ext cx="1508760" cy="500888"/>
          </a:xfrm>
          <a:prstGeom prst="rect">
            <a:avLst/>
          </a:prstGeom>
          <a:noFill/>
          <a:ln/>
        </p:spPr>
        <p:txBody>
          <a:bodyPr wrap="square" lIns="0" tIns="0" rIns="0" bIns="0" rtlCol="0" anchor="ctr"/>
          <a:lstStyle/>
          <a:p>
            <a:pPr algn="ctr" indent="0" marL="0">
              <a:buNone/>
            </a:pPr>
            <a:r>
              <a:rPr lang="en-US" sz="2200" b="1" dirty="0">
                <a:solidFill>
                  <a:schemeClr val="accent3"/>
                </a:solidFill>
              </a:rPr>
              <a:t>reis</a:t>
            </a:r>
            <a:endParaRPr lang="en-US" sz="2200" dirty="0"/>
          </a:p>
        </p:txBody>
      </p:sp>
      <p:sp>
        <p:nvSpPr>
          <p:cNvPr id="43" name="Text 36"/>
          <p:cNvSpPr/>
          <p:nvPr/>
        </p:nvSpPr>
        <p:spPr>
          <a:xfrm>
            <a:off x="4754880" y="3843020"/>
            <a:ext cx="1188720" cy="329184"/>
          </a:xfrm>
          <a:prstGeom prst="roundRect">
            <a:avLst>
              <a:gd name="adj" fmla="val 13889"/>
            </a:avLst>
          </a:prstGeom>
          <a:solidFill>
            <a:srgbClr val="17375E"/>
          </a:solidFill>
          <a:ln/>
        </p:spPr>
        <p:txBody>
          <a:bodyPr wrap="square" lIns="0" tIns="0" rIns="0" bIns="0" rtlCol="0" anchor="ctr"/>
          <a:lstStyle/>
          <a:p>
            <a:pPr algn="ctr" indent="0" marL="0">
              <a:buNone/>
            </a:pPr>
            <a:r>
              <a:rPr lang="en-US" sz="1200" b="1" dirty="0">
                <a:solidFill>
                  <a:srgbClr val="FFFFFF"/>
                </a:solidFill>
              </a:rPr>
              <a:t>①</a:t>
            </a:r>
            <a:endParaRPr lang="en-US" sz="1200" dirty="0"/>
          </a:p>
        </p:txBody>
      </p:sp>
      <p:sp>
        <p:nvSpPr>
          <p:cNvPr id="44" name="Shape 37"/>
          <p:cNvSpPr/>
          <p:nvPr/>
        </p:nvSpPr>
        <p:spPr>
          <a:xfrm>
            <a:off x="548640" y="4386072"/>
            <a:ext cx="1783080" cy="500888"/>
          </a:xfrm>
          <a:prstGeom prst="roundRect">
            <a:avLst>
              <a:gd name="adj" fmla="val 14604"/>
            </a:avLst>
          </a:prstGeom>
          <a:solidFill>
            <a:schemeClr val="tx2"/>
          </a:solidFill>
          <a:ln w="12700">
            <a:solidFill>
              <a:srgbClr val="FFFFFF">
                <a:alpha val="0"/>
              </a:srgbClr>
            </a:solidFill>
            <a:prstDash val="solid"/>
          </a:ln>
        </p:spPr>
      </p:sp>
      <p:sp>
        <p:nvSpPr>
          <p:cNvPr id="45" name="Text 38"/>
          <p:cNvSpPr txBox="1"/>
          <p:nvPr/>
        </p:nvSpPr>
        <p:spPr>
          <a:xfrm>
            <a:off x="548640" y="4386072"/>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schrijven</a:t>
            </a:r>
            <a:endParaRPr lang="en-US" sz="2000" dirty="0"/>
          </a:p>
        </p:txBody>
      </p:sp>
      <p:sp>
        <p:nvSpPr>
          <p:cNvPr id="46" name="Shape 39"/>
          <p:cNvSpPr/>
          <p:nvPr/>
        </p:nvSpPr>
        <p:spPr>
          <a:xfrm>
            <a:off x="2532888" y="4850384"/>
            <a:ext cx="109728" cy="109728"/>
          </a:xfrm>
          <a:prstGeom prst="ellipse">
            <a:avLst/>
          </a:prstGeom>
          <a:solidFill>
            <a:srgbClr val="B8C2CF"/>
          </a:solidFill>
          <a:ln w="12700">
            <a:solidFill>
              <a:srgbClr val="FFFFFF">
                <a:alpha val="0"/>
              </a:srgbClr>
            </a:solidFill>
            <a:prstDash val="solid"/>
          </a:ln>
        </p:spPr>
      </p:sp>
      <p:sp>
        <p:nvSpPr>
          <p:cNvPr id="47" name="Shape 40"/>
          <p:cNvSpPr/>
          <p:nvPr/>
        </p:nvSpPr>
        <p:spPr>
          <a:xfrm>
            <a:off x="2834640" y="4850384"/>
            <a:ext cx="109728" cy="109728"/>
          </a:xfrm>
          <a:prstGeom prst="ellipse">
            <a:avLst/>
          </a:prstGeom>
          <a:solidFill>
            <a:srgbClr val="B8C2CF"/>
          </a:solidFill>
          <a:ln w="12700">
            <a:solidFill>
              <a:srgbClr val="FFFFFF">
                <a:alpha val="0"/>
              </a:srgbClr>
            </a:solidFill>
            <a:prstDash val="solid"/>
          </a:ln>
        </p:spPr>
      </p:sp>
      <p:sp>
        <p:nvSpPr>
          <p:cNvPr id="48" name="Shape 41"/>
          <p:cNvSpPr/>
          <p:nvPr/>
        </p:nvSpPr>
        <p:spPr>
          <a:xfrm>
            <a:off x="2423160" y="4636516"/>
            <a:ext cx="640080" cy="914"/>
          </a:xfrm>
          <a:prstGeom prst="line">
            <a:avLst/>
          </a:prstGeom>
          <a:noFill/>
          <a:ln w="38100">
            <a:solidFill>
              <a:srgbClr val="D9700F"/>
            </a:solidFill>
            <a:prstDash val="solid"/>
            <a:tailEnd type="triangle"/>
          </a:ln>
        </p:spPr>
      </p:sp>
      <p:sp>
        <p:nvSpPr>
          <p:cNvPr id="49" name="Shape 42"/>
          <p:cNvSpPr/>
          <p:nvPr/>
        </p:nvSpPr>
        <p:spPr>
          <a:xfrm>
            <a:off x="3154680" y="4386072"/>
            <a:ext cx="1508760" cy="500888"/>
          </a:xfrm>
          <a:prstGeom prst="roundRect">
            <a:avLst>
              <a:gd name="adj" fmla="val 14604"/>
            </a:avLst>
          </a:prstGeom>
          <a:solidFill>
            <a:srgbClr val="EDF6F0"/>
          </a:solidFill>
          <a:ln w="25400">
            <a:solidFill>
              <a:srgbClr val="2E7D4F"/>
            </a:solidFill>
            <a:prstDash val="solid"/>
          </a:ln>
        </p:spPr>
      </p:sp>
      <p:sp>
        <p:nvSpPr>
          <p:cNvPr id="50" name="Text 43"/>
          <p:cNvSpPr txBox="1"/>
          <p:nvPr/>
        </p:nvSpPr>
        <p:spPr>
          <a:xfrm>
            <a:off x="3154680" y="4386072"/>
            <a:ext cx="1508760" cy="500888"/>
          </a:xfrm>
          <a:prstGeom prst="rect">
            <a:avLst/>
          </a:prstGeom>
          <a:noFill/>
          <a:ln/>
        </p:spPr>
        <p:txBody>
          <a:bodyPr wrap="square" lIns="0" tIns="0" rIns="0" bIns="0" rtlCol="0" anchor="ctr"/>
          <a:lstStyle/>
          <a:p>
            <a:pPr algn="ctr" indent="0" marL="0">
              <a:buNone/>
            </a:pPr>
            <a:r>
              <a:rPr lang="en-US" sz="2200" b="1" dirty="0">
                <a:solidFill>
                  <a:schemeClr val="accent3"/>
                </a:solidFill>
              </a:rPr>
              <a:t>schrijf</a:t>
            </a:r>
            <a:endParaRPr lang="en-US" sz="2200" dirty="0"/>
          </a:p>
        </p:txBody>
      </p:sp>
      <p:sp>
        <p:nvSpPr>
          <p:cNvPr id="51" name="Text 44"/>
          <p:cNvSpPr/>
          <p:nvPr/>
        </p:nvSpPr>
        <p:spPr>
          <a:xfrm>
            <a:off x="4754880" y="4471924"/>
            <a:ext cx="1188720" cy="329184"/>
          </a:xfrm>
          <a:prstGeom prst="roundRect">
            <a:avLst>
              <a:gd name="adj" fmla="val 13889"/>
            </a:avLst>
          </a:prstGeom>
          <a:solidFill>
            <a:srgbClr val="17375E"/>
          </a:solidFill>
          <a:ln/>
        </p:spPr>
        <p:txBody>
          <a:bodyPr wrap="square" lIns="0" tIns="0" rIns="0" bIns="0" rtlCol="0" anchor="ctr"/>
          <a:lstStyle/>
          <a:p>
            <a:pPr algn="ctr" indent="0" marL="0">
              <a:buNone/>
            </a:pPr>
            <a:r>
              <a:rPr lang="en-US" sz="1200" b="1" dirty="0">
                <a:solidFill>
                  <a:srgbClr val="FFFFFF"/>
                </a:solidFill>
              </a:rPr>
              <a:t>②</a:t>
            </a:r>
            <a:endParaRPr lang="en-US" sz="1200" dirty="0"/>
          </a:p>
        </p:txBody>
      </p:sp>
      <p:sp>
        <p:nvSpPr>
          <p:cNvPr id="52" name="Shape 45"/>
          <p:cNvSpPr/>
          <p:nvPr/>
        </p:nvSpPr>
        <p:spPr>
          <a:xfrm>
            <a:off x="548640" y="5014976"/>
            <a:ext cx="1783080" cy="500888"/>
          </a:xfrm>
          <a:prstGeom prst="roundRect">
            <a:avLst>
              <a:gd name="adj" fmla="val 14604"/>
            </a:avLst>
          </a:prstGeom>
          <a:solidFill>
            <a:schemeClr val="tx2"/>
          </a:solidFill>
          <a:ln w="12700">
            <a:solidFill>
              <a:srgbClr val="FFFFFF">
                <a:alpha val="0"/>
              </a:srgbClr>
            </a:solidFill>
            <a:prstDash val="solid"/>
          </a:ln>
        </p:spPr>
      </p:sp>
      <p:sp>
        <p:nvSpPr>
          <p:cNvPr id="53" name="Text 46"/>
          <p:cNvSpPr txBox="1"/>
          <p:nvPr/>
        </p:nvSpPr>
        <p:spPr>
          <a:xfrm>
            <a:off x="548640" y="5014976"/>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praten</a:t>
            </a:r>
            <a:endParaRPr lang="en-US" sz="2000" dirty="0"/>
          </a:p>
        </p:txBody>
      </p:sp>
      <p:sp>
        <p:nvSpPr>
          <p:cNvPr id="54" name="Shape 47"/>
          <p:cNvSpPr/>
          <p:nvPr/>
        </p:nvSpPr>
        <p:spPr>
          <a:xfrm>
            <a:off x="2532888" y="5479288"/>
            <a:ext cx="109728" cy="109728"/>
          </a:xfrm>
          <a:prstGeom prst="ellipse">
            <a:avLst/>
          </a:prstGeom>
          <a:solidFill>
            <a:srgbClr val="B8C2CF"/>
          </a:solidFill>
          <a:ln w="12700">
            <a:solidFill>
              <a:srgbClr val="FFFFFF">
                <a:alpha val="0"/>
              </a:srgbClr>
            </a:solidFill>
            <a:prstDash val="solid"/>
          </a:ln>
        </p:spPr>
      </p:sp>
      <p:sp>
        <p:nvSpPr>
          <p:cNvPr id="55" name="Shape 48"/>
          <p:cNvSpPr/>
          <p:nvPr/>
        </p:nvSpPr>
        <p:spPr>
          <a:xfrm>
            <a:off x="2834640" y="5479288"/>
            <a:ext cx="109728" cy="109728"/>
          </a:xfrm>
          <a:prstGeom prst="ellipse">
            <a:avLst/>
          </a:prstGeom>
          <a:solidFill>
            <a:srgbClr val="B8C2CF"/>
          </a:solidFill>
          <a:ln w="12700">
            <a:solidFill>
              <a:srgbClr val="FFFFFF">
                <a:alpha val="0"/>
              </a:srgbClr>
            </a:solidFill>
            <a:prstDash val="solid"/>
          </a:ln>
        </p:spPr>
      </p:sp>
      <p:sp>
        <p:nvSpPr>
          <p:cNvPr id="56" name="Shape 49"/>
          <p:cNvSpPr/>
          <p:nvPr/>
        </p:nvSpPr>
        <p:spPr>
          <a:xfrm>
            <a:off x="2423160" y="5265420"/>
            <a:ext cx="640080" cy="914"/>
          </a:xfrm>
          <a:prstGeom prst="line">
            <a:avLst/>
          </a:prstGeom>
          <a:noFill/>
          <a:ln w="38100">
            <a:solidFill>
              <a:srgbClr val="D9700F"/>
            </a:solidFill>
            <a:prstDash val="solid"/>
            <a:tailEnd type="triangle"/>
          </a:ln>
        </p:spPr>
      </p:sp>
      <p:sp>
        <p:nvSpPr>
          <p:cNvPr id="57" name="Shape 50"/>
          <p:cNvSpPr/>
          <p:nvPr/>
        </p:nvSpPr>
        <p:spPr>
          <a:xfrm>
            <a:off x="3154680" y="5014976"/>
            <a:ext cx="1508760" cy="500888"/>
          </a:xfrm>
          <a:prstGeom prst="roundRect">
            <a:avLst>
              <a:gd name="adj" fmla="val 14604"/>
            </a:avLst>
          </a:prstGeom>
          <a:solidFill>
            <a:srgbClr val="EDF6F0"/>
          </a:solidFill>
          <a:ln w="25400">
            <a:solidFill>
              <a:srgbClr val="2E7D4F"/>
            </a:solidFill>
            <a:prstDash val="solid"/>
          </a:ln>
        </p:spPr>
      </p:sp>
      <p:sp>
        <p:nvSpPr>
          <p:cNvPr id="58" name="Text 51"/>
          <p:cNvSpPr txBox="1"/>
          <p:nvPr/>
        </p:nvSpPr>
        <p:spPr>
          <a:xfrm>
            <a:off x="3154680" y="5014976"/>
            <a:ext cx="1508760" cy="500888"/>
          </a:xfrm>
          <a:prstGeom prst="rect">
            <a:avLst/>
          </a:prstGeom>
          <a:noFill/>
          <a:ln/>
        </p:spPr>
        <p:txBody>
          <a:bodyPr wrap="square" lIns="0" tIns="0" rIns="0" bIns="0" rtlCol="0" anchor="ctr"/>
          <a:lstStyle/>
          <a:p>
            <a:pPr algn="ctr" indent="0" marL="0">
              <a:buNone/>
            </a:pPr>
            <a:r>
              <a:rPr lang="en-US" sz="2200" b="1" dirty="0">
                <a:solidFill>
                  <a:schemeClr val="accent3"/>
                </a:solidFill>
              </a:rPr>
              <a:t>praat</a:t>
            </a:r>
            <a:endParaRPr lang="en-US" sz="2200" dirty="0"/>
          </a:p>
        </p:txBody>
      </p:sp>
      <p:sp>
        <p:nvSpPr>
          <p:cNvPr id="59" name="Text 52"/>
          <p:cNvSpPr/>
          <p:nvPr/>
        </p:nvSpPr>
        <p:spPr>
          <a:xfrm>
            <a:off x="4754880" y="5100828"/>
            <a:ext cx="1188720" cy="329184"/>
          </a:xfrm>
          <a:prstGeom prst="roundRect">
            <a:avLst>
              <a:gd name="adj" fmla="val 13889"/>
            </a:avLst>
          </a:prstGeom>
          <a:solidFill>
            <a:srgbClr val="2E7D4F"/>
          </a:solidFill>
          <a:ln/>
        </p:spPr>
        <p:txBody>
          <a:bodyPr wrap="square" lIns="0" tIns="0" rIns="0" bIns="0" rtlCol="0" anchor="ctr"/>
          <a:lstStyle/>
          <a:p>
            <a:pPr algn="ctr" indent="0" marL="0">
              <a:buNone/>
            </a:pPr>
            <a:r>
              <a:rPr lang="en-US" sz="1200" b="1" dirty="0">
                <a:solidFill>
                  <a:srgbClr val="FFFFFF"/>
                </a:solidFill>
              </a:rPr>
              <a:t>doubler</a:t>
            </a:r>
            <a:endParaRPr lang="en-US" sz="1200" dirty="0"/>
          </a:p>
        </p:txBody>
      </p:sp>
      <p:sp>
        <p:nvSpPr>
          <p:cNvPr id="60" name="Shape 53"/>
          <p:cNvSpPr/>
          <p:nvPr/>
        </p:nvSpPr>
        <p:spPr>
          <a:xfrm>
            <a:off x="548640" y="5643880"/>
            <a:ext cx="1783080" cy="500888"/>
          </a:xfrm>
          <a:prstGeom prst="roundRect">
            <a:avLst>
              <a:gd name="adj" fmla="val 14604"/>
            </a:avLst>
          </a:prstGeom>
          <a:solidFill>
            <a:schemeClr val="tx2"/>
          </a:solidFill>
          <a:ln w="12700">
            <a:solidFill>
              <a:srgbClr val="FFFFFF">
                <a:alpha val="0"/>
              </a:srgbClr>
            </a:solidFill>
            <a:prstDash val="solid"/>
          </a:ln>
        </p:spPr>
      </p:sp>
      <p:sp>
        <p:nvSpPr>
          <p:cNvPr id="61" name="Text 54"/>
          <p:cNvSpPr txBox="1"/>
          <p:nvPr/>
        </p:nvSpPr>
        <p:spPr>
          <a:xfrm>
            <a:off x="548640" y="5643880"/>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worden</a:t>
            </a:r>
            <a:endParaRPr lang="en-US" sz="2000" dirty="0"/>
          </a:p>
        </p:txBody>
      </p:sp>
      <p:sp>
        <p:nvSpPr>
          <p:cNvPr id="62" name="Shape 55"/>
          <p:cNvSpPr/>
          <p:nvPr/>
        </p:nvSpPr>
        <p:spPr>
          <a:xfrm>
            <a:off x="2532888" y="6108192"/>
            <a:ext cx="109728" cy="109728"/>
          </a:xfrm>
          <a:prstGeom prst="ellipse">
            <a:avLst/>
          </a:prstGeom>
          <a:solidFill>
            <a:srgbClr val="B8C2CF"/>
          </a:solidFill>
          <a:ln w="12700">
            <a:solidFill>
              <a:srgbClr val="FFFFFF">
                <a:alpha val="0"/>
              </a:srgbClr>
            </a:solidFill>
            <a:prstDash val="solid"/>
          </a:ln>
        </p:spPr>
      </p:sp>
      <p:sp>
        <p:nvSpPr>
          <p:cNvPr id="63" name="Shape 56"/>
          <p:cNvSpPr/>
          <p:nvPr/>
        </p:nvSpPr>
        <p:spPr>
          <a:xfrm>
            <a:off x="2834640" y="6108192"/>
            <a:ext cx="109728" cy="109728"/>
          </a:xfrm>
          <a:prstGeom prst="ellipse">
            <a:avLst/>
          </a:prstGeom>
          <a:solidFill>
            <a:srgbClr val="B8C2CF"/>
          </a:solidFill>
          <a:ln w="12700">
            <a:solidFill>
              <a:srgbClr val="FFFFFF">
                <a:alpha val="0"/>
              </a:srgbClr>
            </a:solidFill>
            <a:prstDash val="solid"/>
          </a:ln>
        </p:spPr>
      </p:sp>
      <p:sp>
        <p:nvSpPr>
          <p:cNvPr id="64" name="Shape 57"/>
          <p:cNvSpPr/>
          <p:nvPr/>
        </p:nvSpPr>
        <p:spPr>
          <a:xfrm>
            <a:off x="2423160" y="5894324"/>
            <a:ext cx="640080" cy="914"/>
          </a:xfrm>
          <a:prstGeom prst="line">
            <a:avLst/>
          </a:prstGeom>
          <a:noFill/>
          <a:ln w="38100">
            <a:solidFill>
              <a:srgbClr val="D9700F"/>
            </a:solidFill>
            <a:prstDash val="solid"/>
            <a:tailEnd type="triangle"/>
          </a:ln>
        </p:spPr>
      </p:sp>
      <p:sp>
        <p:nvSpPr>
          <p:cNvPr id="65" name="Shape 58"/>
          <p:cNvSpPr/>
          <p:nvPr/>
        </p:nvSpPr>
        <p:spPr>
          <a:xfrm>
            <a:off x="3154680" y="5643880"/>
            <a:ext cx="1508760" cy="500888"/>
          </a:xfrm>
          <a:prstGeom prst="roundRect">
            <a:avLst>
              <a:gd name="adj" fmla="val 14604"/>
            </a:avLst>
          </a:prstGeom>
          <a:solidFill>
            <a:srgbClr val="EDF6F0"/>
          </a:solidFill>
          <a:ln w="25400">
            <a:solidFill>
              <a:srgbClr val="2E7D4F"/>
            </a:solidFill>
            <a:prstDash val="solid"/>
          </a:ln>
        </p:spPr>
      </p:sp>
      <p:sp>
        <p:nvSpPr>
          <p:cNvPr id="66" name="Text 59"/>
          <p:cNvSpPr txBox="1"/>
          <p:nvPr/>
        </p:nvSpPr>
        <p:spPr>
          <a:xfrm>
            <a:off x="3154680" y="5643880"/>
            <a:ext cx="1508760" cy="500888"/>
          </a:xfrm>
          <a:prstGeom prst="rect">
            <a:avLst/>
          </a:prstGeom>
          <a:noFill/>
          <a:ln/>
        </p:spPr>
        <p:txBody>
          <a:bodyPr wrap="square" lIns="0" tIns="0" rIns="0" bIns="0" rtlCol="0" anchor="ctr"/>
          <a:lstStyle/>
          <a:p>
            <a:pPr algn="ctr" indent="0" marL="0">
              <a:buNone/>
            </a:pPr>
            <a:r>
              <a:rPr lang="en-US" sz="2200" b="1" dirty="0">
                <a:solidFill>
                  <a:schemeClr val="accent3"/>
                </a:solidFill>
              </a:rPr>
              <a:t>word</a:t>
            </a:r>
            <a:endParaRPr lang="en-US" sz="2200" dirty="0"/>
          </a:p>
        </p:txBody>
      </p:sp>
      <p:sp>
        <p:nvSpPr>
          <p:cNvPr id="67" name="Shape 60"/>
          <p:cNvSpPr/>
          <p:nvPr/>
        </p:nvSpPr>
        <p:spPr>
          <a:xfrm>
            <a:off x="6245352" y="2499360"/>
            <a:ext cx="1783080" cy="500888"/>
          </a:xfrm>
          <a:prstGeom prst="roundRect">
            <a:avLst>
              <a:gd name="adj" fmla="val 14604"/>
            </a:avLst>
          </a:prstGeom>
          <a:solidFill>
            <a:schemeClr val="tx2"/>
          </a:solidFill>
          <a:ln w="12700">
            <a:solidFill>
              <a:srgbClr val="FFFFFF">
                <a:alpha val="0"/>
              </a:srgbClr>
            </a:solidFill>
            <a:prstDash val="solid"/>
          </a:ln>
        </p:spPr>
      </p:sp>
      <p:sp>
        <p:nvSpPr>
          <p:cNvPr id="68" name="Text 61"/>
          <p:cNvSpPr txBox="1"/>
          <p:nvPr/>
        </p:nvSpPr>
        <p:spPr>
          <a:xfrm>
            <a:off x="6245352" y="2499360"/>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rijden</a:t>
            </a:r>
            <a:endParaRPr lang="en-US" sz="2000" dirty="0"/>
          </a:p>
        </p:txBody>
      </p:sp>
      <p:sp>
        <p:nvSpPr>
          <p:cNvPr id="69" name="Shape 62"/>
          <p:cNvSpPr/>
          <p:nvPr/>
        </p:nvSpPr>
        <p:spPr>
          <a:xfrm>
            <a:off x="8229600" y="2963672"/>
            <a:ext cx="109728" cy="109728"/>
          </a:xfrm>
          <a:prstGeom prst="ellipse">
            <a:avLst/>
          </a:prstGeom>
          <a:solidFill>
            <a:srgbClr val="B8C2CF"/>
          </a:solidFill>
          <a:ln w="12700">
            <a:solidFill>
              <a:srgbClr val="FFFFFF">
                <a:alpha val="0"/>
              </a:srgbClr>
            </a:solidFill>
            <a:prstDash val="solid"/>
          </a:ln>
        </p:spPr>
      </p:sp>
      <p:sp>
        <p:nvSpPr>
          <p:cNvPr id="70" name="Shape 63"/>
          <p:cNvSpPr/>
          <p:nvPr/>
        </p:nvSpPr>
        <p:spPr>
          <a:xfrm>
            <a:off x="8531352" y="2963672"/>
            <a:ext cx="109728" cy="109728"/>
          </a:xfrm>
          <a:prstGeom prst="ellipse">
            <a:avLst/>
          </a:prstGeom>
          <a:solidFill>
            <a:srgbClr val="B8C2CF"/>
          </a:solidFill>
          <a:ln w="12700">
            <a:solidFill>
              <a:srgbClr val="FFFFFF">
                <a:alpha val="0"/>
              </a:srgbClr>
            </a:solidFill>
            <a:prstDash val="solid"/>
          </a:ln>
        </p:spPr>
      </p:sp>
      <p:sp>
        <p:nvSpPr>
          <p:cNvPr id="71" name="Shape 64"/>
          <p:cNvSpPr/>
          <p:nvPr/>
        </p:nvSpPr>
        <p:spPr>
          <a:xfrm>
            <a:off x="8119872" y="2749804"/>
            <a:ext cx="640080" cy="914"/>
          </a:xfrm>
          <a:prstGeom prst="line">
            <a:avLst/>
          </a:prstGeom>
          <a:noFill/>
          <a:ln w="38100">
            <a:solidFill>
              <a:srgbClr val="D9700F"/>
            </a:solidFill>
            <a:prstDash val="solid"/>
            <a:tailEnd type="triangle"/>
          </a:ln>
        </p:spPr>
      </p:sp>
      <p:sp>
        <p:nvSpPr>
          <p:cNvPr id="72" name="Shape 65"/>
          <p:cNvSpPr/>
          <p:nvPr/>
        </p:nvSpPr>
        <p:spPr>
          <a:xfrm>
            <a:off x="8851392" y="2499360"/>
            <a:ext cx="1508760" cy="500888"/>
          </a:xfrm>
          <a:prstGeom prst="roundRect">
            <a:avLst>
              <a:gd name="adj" fmla="val 14604"/>
            </a:avLst>
          </a:prstGeom>
          <a:solidFill>
            <a:srgbClr val="EDF6F0"/>
          </a:solidFill>
          <a:ln w="25400">
            <a:solidFill>
              <a:srgbClr val="2E7D4F"/>
            </a:solidFill>
            <a:prstDash val="solid"/>
          </a:ln>
        </p:spPr>
      </p:sp>
      <p:sp>
        <p:nvSpPr>
          <p:cNvPr id="73" name="Text 66"/>
          <p:cNvSpPr txBox="1"/>
          <p:nvPr/>
        </p:nvSpPr>
        <p:spPr>
          <a:xfrm>
            <a:off x="8851392" y="2499360"/>
            <a:ext cx="1508760" cy="500888"/>
          </a:xfrm>
          <a:prstGeom prst="rect">
            <a:avLst/>
          </a:prstGeom>
          <a:noFill/>
          <a:ln/>
        </p:spPr>
        <p:txBody>
          <a:bodyPr wrap="square" lIns="0" tIns="0" rIns="0" bIns="0" rtlCol="0" anchor="ctr"/>
          <a:lstStyle/>
          <a:p>
            <a:pPr algn="ctr" indent="0" marL="0">
              <a:buNone/>
            </a:pPr>
            <a:r>
              <a:rPr lang="en-US" sz="2200" b="1" dirty="0">
                <a:solidFill>
                  <a:schemeClr val="accent3"/>
                </a:solidFill>
              </a:rPr>
              <a:t>rijd</a:t>
            </a:r>
            <a:endParaRPr lang="en-US" sz="2200" dirty="0"/>
          </a:p>
        </p:txBody>
      </p:sp>
      <p:sp>
        <p:nvSpPr>
          <p:cNvPr id="74" name="Shape 67"/>
          <p:cNvSpPr/>
          <p:nvPr/>
        </p:nvSpPr>
        <p:spPr>
          <a:xfrm>
            <a:off x="6245352" y="3128264"/>
            <a:ext cx="1783080" cy="500888"/>
          </a:xfrm>
          <a:prstGeom prst="roundRect">
            <a:avLst>
              <a:gd name="adj" fmla="val 14604"/>
            </a:avLst>
          </a:prstGeom>
          <a:solidFill>
            <a:schemeClr val="tx2"/>
          </a:solidFill>
          <a:ln w="12700">
            <a:solidFill>
              <a:srgbClr val="FFFFFF">
                <a:alpha val="0"/>
              </a:srgbClr>
            </a:solidFill>
            <a:prstDash val="solid"/>
          </a:ln>
        </p:spPr>
      </p:sp>
      <p:sp>
        <p:nvSpPr>
          <p:cNvPr id="75" name="Text 68"/>
          <p:cNvSpPr txBox="1"/>
          <p:nvPr/>
        </p:nvSpPr>
        <p:spPr>
          <a:xfrm>
            <a:off x="6245352" y="3128264"/>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gaan</a:t>
            </a:r>
            <a:endParaRPr lang="en-US" sz="2000" dirty="0"/>
          </a:p>
        </p:txBody>
      </p:sp>
      <p:sp>
        <p:nvSpPr>
          <p:cNvPr id="76" name="Shape 69"/>
          <p:cNvSpPr/>
          <p:nvPr/>
        </p:nvSpPr>
        <p:spPr>
          <a:xfrm>
            <a:off x="8229600" y="3592576"/>
            <a:ext cx="109728" cy="109728"/>
          </a:xfrm>
          <a:prstGeom prst="ellipse">
            <a:avLst/>
          </a:prstGeom>
          <a:solidFill>
            <a:srgbClr val="B8C2CF"/>
          </a:solidFill>
          <a:ln w="12700">
            <a:solidFill>
              <a:srgbClr val="FFFFFF">
                <a:alpha val="0"/>
              </a:srgbClr>
            </a:solidFill>
            <a:prstDash val="solid"/>
          </a:ln>
        </p:spPr>
      </p:sp>
      <p:sp>
        <p:nvSpPr>
          <p:cNvPr id="77" name="Shape 70"/>
          <p:cNvSpPr/>
          <p:nvPr/>
        </p:nvSpPr>
        <p:spPr>
          <a:xfrm>
            <a:off x="8531352" y="3592576"/>
            <a:ext cx="109728" cy="109728"/>
          </a:xfrm>
          <a:prstGeom prst="ellipse">
            <a:avLst/>
          </a:prstGeom>
          <a:solidFill>
            <a:srgbClr val="B8C2CF"/>
          </a:solidFill>
          <a:ln w="12700">
            <a:solidFill>
              <a:srgbClr val="FFFFFF">
                <a:alpha val="0"/>
              </a:srgbClr>
            </a:solidFill>
            <a:prstDash val="solid"/>
          </a:ln>
        </p:spPr>
      </p:sp>
      <p:sp>
        <p:nvSpPr>
          <p:cNvPr id="78" name="Shape 71"/>
          <p:cNvSpPr/>
          <p:nvPr/>
        </p:nvSpPr>
        <p:spPr>
          <a:xfrm>
            <a:off x="8119872" y="3378708"/>
            <a:ext cx="640080" cy="914"/>
          </a:xfrm>
          <a:prstGeom prst="line">
            <a:avLst/>
          </a:prstGeom>
          <a:noFill/>
          <a:ln w="38100">
            <a:solidFill>
              <a:srgbClr val="D9700F"/>
            </a:solidFill>
            <a:prstDash val="solid"/>
            <a:tailEnd type="triangle"/>
          </a:ln>
        </p:spPr>
      </p:sp>
      <p:sp>
        <p:nvSpPr>
          <p:cNvPr id="79" name="Shape 72"/>
          <p:cNvSpPr/>
          <p:nvPr/>
        </p:nvSpPr>
        <p:spPr>
          <a:xfrm>
            <a:off x="8851392" y="3128264"/>
            <a:ext cx="1508760" cy="500888"/>
          </a:xfrm>
          <a:prstGeom prst="roundRect">
            <a:avLst>
              <a:gd name="adj" fmla="val 14604"/>
            </a:avLst>
          </a:prstGeom>
          <a:solidFill>
            <a:srgbClr val="EDF6F0"/>
          </a:solidFill>
          <a:ln w="25400">
            <a:solidFill>
              <a:srgbClr val="2E7D4F"/>
            </a:solidFill>
            <a:prstDash val="solid"/>
          </a:ln>
        </p:spPr>
      </p:sp>
      <p:sp>
        <p:nvSpPr>
          <p:cNvPr id="80" name="Text 73"/>
          <p:cNvSpPr txBox="1"/>
          <p:nvPr/>
        </p:nvSpPr>
        <p:spPr>
          <a:xfrm>
            <a:off x="8851392" y="3128264"/>
            <a:ext cx="1508760" cy="500888"/>
          </a:xfrm>
          <a:prstGeom prst="rect">
            <a:avLst/>
          </a:prstGeom>
          <a:noFill/>
          <a:ln/>
        </p:spPr>
        <p:txBody>
          <a:bodyPr wrap="square" lIns="0" tIns="0" rIns="0" bIns="0" rtlCol="0" anchor="ctr"/>
          <a:lstStyle/>
          <a:p>
            <a:pPr algn="ctr" indent="0" marL="0">
              <a:buNone/>
            </a:pPr>
            <a:r>
              <a:rPr lang="en-US" sz="2200" b="1" dirty="0">
                <a:solidFill>
                  <a:schemeClr val="accent3"/>
                </a:solidFill>
              </a:rPr>
              <a:t>ga</a:t>
            </a:r>
            <a:endParaRPr lang="en-US" sz="2200" dirty="0"/>
          </a:p>
        </p:txBody>
      </p:sp>
      <p:sp>
        <p:nvSpPr>
          <p:cNvPr id="81" name="Text 74"/>
          <p:cNvSpPr/>
          <p:nvPr/>
        </p:nvSpPr>
        <p:spPr>
          <a:xfrm>
            <a:off x="10451592" y="3214116"/>
            <a:ext cx="1188720" cy="329184"/>
          </a:xfrm>
          <a:prstGeom prst="roundRect">
            <a:avLst>
              <a:gd name="adj" fmla="val 13889"/>
            </a:avLst>
          </a:prstGeom>
          <a:solidFill>
            <a:srgbClr val="4A5A70"/>
          </a:solidFill>
          <a:ln/>
        </p:spPr>
        <p:txBody>
          <a:bodyPr wrap="square" lIns="0" tIns="0" rIns="0" bIns="0" rtlCol="0" anchor="ctr"/>
          <a:lstStyle/>
          <a:p>
            <a:pPr algn="ctr" indent="0" marL="0">
              <a:buNone/>
            </a:pPr>
            <a:r>
              <a:rPr lang="en-US" sz="1200" b="1" dirty="0">
                <a:solidFill>
                  <a:srgbClr val="FFFFFF"/>
                </a:solidFill>
              </a:rPr>
              <a:t>court</a:t>
            </a:r>
            <a:endParaRPr lang="en-US" sz="1200" dirty="0"/>
          </a:p>
        </p:txBody>
      </p:sp>
      <p:sp>
        <p:nvSpPr>
          <p:cNvPr id="82" name="Shape 75"/>
          <p:cNvSpPr/>
          <p:nvPr/>
        </p:nvSpPr>
        <p:spPr>
          <a:xfrm>
            <a:off x="6245352" y="3757168"/>
            <a:ext cx="1783080" cy="500888"/>
          </a:xfrm>
          <a:prstGeom prst="roundRect">
            <a:avLst>
              <a:gd name="adj" fmla="val 14604"/>
            </a:avLst>
          </a:prstGeom>
          <a:solidFill>
            <a:schemeClr val="tx2"/>
          </a:solidFill>
          <a:ln w="12700">
            <a:solidFill>
              <a:srgbClr val="FFFFFF">
                <a:alpha val="0"/>
              </a:srgbClr>
            </a:solidFill>
            <a:prstDash val="solid"/>
          </a:ln>
        </p:spPr>
      </p:sp>
      <p:sp>
        <p:nvSpPr>
          <p:cNvPr id="83" name="Text 76"/>
          <p:cNvSpPr txBox="1"/>
          <p:nvPr/>
        </p:nvSpPr>
        <p:spPr>
          <a:xfrm>
            <a:off x="6245352" y="3757168"/>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zien</a:t>
            </a:r>
            <a:endParaRPr lang="en-US" sz="2000" dirty="0"/>
          </a:p>
        </p:txBody>
      </p:sp>
      <p:sp>
        <p:nvSpPr>
          <p:cNvPr id="84" name="Shape 77"/>
          <p:cNvSpPr/>
          <p:nvPr/>
        </p:nvSpPr>
        <p:spPr>
          <a:xfrm>
            <a:off x="8229600" y="4221480"/>
            <a:ext cx="109728" cy="109728"/>
          </a:xfrm>
          <a:prstGeom prst="ellipse">
            <a:avLst/>
          </a:prstGeom>
          <a:solidFill>
            <a:srgbClr val="B8C2CF"/>
          </a:solidFill>
          <a:ln w="12700">
            <a:solidFill>
              <a:srgbClr val="FFFFFF">
                <a:alpha val="0"/>
              </a:srgbClr>
            </a:solidFill>
            <a:prstDash val="solid"/>
          </a:ln>
        </p:spPr>
      </p:sp>
      <p:sp>
        <p:nvSpPr>
          <p:cNvPr id="85" name="Shape 78"/>
          <p:cNvSpPr/>
          <p:nvPr/>
        </p:nvSpPr>
        <p:spPr>
          <a:xfrm>
            <a:off x="8531352" y="4221480"/>
            <a:ext cx="109728" cy="109728"/>
          </a:xfrm>
          <a:prstGeom prst="ellipse">
            <a:avLst/>
          </a:prstGeom>
          <a:solidFill>
            <a:srgbClr val="B8C2CF"/>
          </a:solidFill>
          <a:ln w="12700">
            <a:solidFill>
              <a:srgbClr val="FFFFFF">
                <a:alpha val="0"/>
              </a:srgbClr>
            </a:solidFill>
            <a:prstDash val="solid"/>
          </a:ln>
        </p:spPr>
      </p:sp>
      <p:sp>
        <p:nvSpPr>
          <p:cNvPr id="86" name="Shape 79"/>
          <p:cNvSpPr/>
          <p:nvPr/>
        </p:nvSpPr>
        <p:spPr>
          <a:xfrm>
            <a:off x="8119872" y="4007612"/>
            <a:ext cx="640080" cy="914"/>
          </a:xfrm>
          <a:prstGeom prst="line">
            <a:avLst/>
          </a:prstGeom>
          <a:noFill/>
          <a:ln w="38100">
            <a:solidFill>
              <a:srgbClr val="D9700F"/>
            </a:solidFill>
            <a:prstDash val="solid"/>
            <a:tailEnd type="triangle"/>
          </a:ln>
        </p:spPr>
      </p:sp>
      <p:sp>
        <p:nvSpPr>
          <p:cNvPr id="87" name="Shape 80"/>
          <p:cNvSpPr/>
          <p:nvPr/>
        </p:nvSpPr>
        <p:spPr>
          <a:xfrm>
            <a:off x="8851392" y="3757168"/>
            <a:ext cx="1508760" cy="500888"/>
          </a:xfrm>
          <a:prstGeom prst="roundRect">
            <a:avLst>
              <a:gd name="adj" fmla="val 14604"/>
            </a:avLst>
          </a:prstGeom>
          <a:solidFill>
            <a:srgbClr val="EDF6F0"/>
          </a:solidFill>
          <a:ln w="25400">
            <a:solidFill>
              <a:srgbClr val="2E7D4F"/>
            </a:solidFill>
            <a:prstDash val="solid"/>
          </a:ln>
        </p:spPr>
      </p:sp>
      <p:sp>
        <p:nvSpPr>
          <p:cNvPr id="88" name="Text 81"/>
          <p:cNvSpPr txBox="1"/>
          <p:nvPr/>
        </p:nvSpPr>
        <p:spPr>
          <a:xfrm>
            <a:off x="8851392" y="3757168"/>
            <a:ext cx="1508760" cy="500888"/>
          </a:xfrm>
          <a:prstGeom prst="rect">
            <a:avLst/>
          </a:prstGeom>
          <a:noFill/>
          <a:ln/>
        </p:spPr>
        <p:txBody>
          <a:bodyPr wrap="square" lIns="0" tIns="0" rIns="0" bIns="0" rtlCol="0" anchor="ctr"/>
          <a:lstStyle/>
          <a:p>
            <a:pPr algn="ctr" indent="0" marL="0">
              <a:buNone/>
            </a:pPr>
            <a:r>
              <a:rPr lang="en-US" sz="2200" b="1" dirty="0">
                <a:solidFill>
                  <a:schemeClr val="accent3"/>
                </a:solidFill>
              </a:rPr>
              <a:t>zie</a:t>
            </a:r>
            <a:endParaRPr lang="en-US" sz="2200" dirty="0"/>
          </a:p>
        </p:txBody>
      </p:sp>
      <p:sp>
        <p:nvSpPr>
          <p:cNvPr id="89" name="Text 82"/>
          <p:cNvSpPr/>
          <p:nvPr/>
        </p:nvSpPr>
        <p:spPr>
          <a:xfrm>
            <a:off x="10451592" y="3843020"/>
            <a:ext cx="1188720" cy="329184"/>
          </a:xfrm>
          <a:prstGeom prst="roundRect">
            <a:avLst>
              <a:gd name="adj" fmla="val 13889"/>
            </a:avLst>
          </a:prstGeom>
          <a:solidFill>
            <a:srgbClr val="4A5A70"/>
          </a:solidFill>
          <a:ln/>
        </p:spPr>
        <p:txBody>
          <a:bodyPr wrap="square" lIns="0" tIns="0" rIns="0" bIns="0" rtlCol="0" anchor="ctr"/>
          <a:lstStyle/>
          <a:p>
            <a:pPr algn="ctr" indent="0" marL="0">
              <a:buNone/>
            </a:pPr>
            <a:r>
              <a:rPr lang="en-US" sz="1200" b="1" dirty="0">
                <a:solidFill>
                  <a:srgbClr val="FFFFFF"/>
                </a:solidFill>
              </a:rPr>
              <a:t>court</a:t>
            </a:r>
            <a:endParaRPr lang="en-US" sz="1200" dirty="0"/>
          </a:p>
        </p:txBody>
      </p:sp>
      <p:sp>
        <p:nvSpPr>
          <p:cNvPr id="90" name="Shape 83"/>
          <p:cNvSpPr/>
          <p:nvPr/>
        </p:nvSpPr>
        <p:spPr>
          <a:xfrm>
            <a:off x="6245352" y="4386072"/>
            <a:ext cx="1783080" cy="500888"/>
          </a:xfrm>
          <a:prstGeom prst="roundRect">
            <a:avLst>
              <a:gd name="adj" fmla="val 14604"/>
            </a:avLst>
          </a:prstGeom>
          <a:solidFill>
            <a:schemeClr val="tx2"/>
          </a:solidFill>
          <a:ln w="12700">
            <a:solidFill>
              <a:srgbClr val="FFFFFF">
                <a:alpha val="0"/>
              </a:srgbClr>
            </a:solidFill>
            <a:prstDash val="solid"/>
          </a:ln>
        </p:spPr>
      </p:sp>
      <p:sp>
        <p:nvSpPr>
          <p:cNvPr id="91" name="Text 84"/>
          <p:cNvSpPr txBox="1"/>
          <p:nvPr/>
        </p:nvSpPr>
        <p:spPr>
          <a:xfrm>
            <a:off x="6245352" y="4386072"/>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blijven</a:t>
            </a:r>
            <a:endParaRPr lang="en-US" sz="2000" dirty="0"/>
          </a:p>
        </p:txBody>
      </p:sp>
      <p:sp>
        <p:nvSpPr>
          <p:cNvPr id="92" name="Shape 85"/>
          <p:cNvSpPr/>
          <p:nvPr/>
        </p:nvSpPr>
        <p:spPr>
          <a:xfrm>
            <a:off x="8229600" y="4850384"/>
            <a:ext cx="109728" cy="109728"/>
          </a:xfrm>
          <a:prstGeom prst="ellipse">
            <a:avLst/>
          </a:prstGeom>
          <a:solidFill>
            <a:srgbClr val="B8C2CF"/>
          </a:solidFill>
          <a:ln w="12700">
            <a:solidFill>
              <a:srgbClr val="FFFFFF">
                <a:alpha val="0"/>
              </a:srgbClr>
            </a:solidFill>
            <a:prstDash val="solid"/>
          </a:ln>
        </p:spPr>
      </p:sp>
      <p:sp>
        <p:nvSpPr>
          <p:cNvPr id="93" name="Shape 86"/>
          <p:cNvSpPr/>
          <p:nvPr/>
        </p:nvSpPr>
        <p:spPr>
          <a:xfrm>
            <a:off x="8531352" y="4850384"/>
            <a:ext cx="109728" cy="109728"/>
          </a:xfrm>
          <a:prstGeom prst="ellipse">
            <a:avLst/>
          </a:prstGeom>
          <a:solidFill>
            <a:srgbClr val="B8C2CF"/>
          </a:solidFill>
          <a:ln w="12700">
            <a:solidFill>
              <a:srgbClr val="FFFFFF">
                <a:alpha val="0"/>
              </a:srgbClr>
            </a:solidFill>
            <a:prstDash val="solid"/>
          </a:ln>
        </p:spPr>
      </p:sp>
      <p:sp>
        <p:nvSpPr>
          <p:cNvPr id="94" name="Shape 87"/>
          <p:cNvSpPr/>
          <p:nvPr/>
        </p:nvSpPr>
        <p:spPr>
          <a:xfrm>
            <a:off x="8119872" y="4636516"/>
            <a:ext cx="640080" cy="914"/>
          </a:xfrm>
          <a:prstGeom prst="line">
            <a:avLst/>
          </a:prstGeom>
          <a:noFill/>
          <a:ln w="38100">
            <a:solidFill>
              <a:srgbClr val="D9700F"/>
            </a:solidFill>
            <a:prstDash val="solid"/>
            <a:tailEnd type="triangle"/>
          </a:ln>
        </p:spPr>
      </p:sp>
      <p:sp>
        <p:nvSpPr>
          <p:cNvPr id="95" name="Shape 88"/>
          <p:cNvSpPr/>
          <p:nvPr/>
        </p:nvSpPr>
        <p:spPr>
          <a:xfrm>
            <a:off x="8851392" y="4386072"/>
            <a:ext cx="1508760" cy="500888"/>
          </a:xfrm>
          <a:prstGeom prst="roundRect">
            <a:avLst>
              <a:gd name="adj" fmla="val 14604"/>
            </a:avLst>
          </a:prstGeom>
          <a:solidFill>
            <a:srgbClr val="EDF6F0"/>
          </a:solidFill>
          <a:ln w="25400">
            <a:solidFill>
              <a:srgbClr val="2E7D4F"/>
            </a:solidFill>
            <a:prstDash val="solid"/>
          </a:ln>
        </p:spPr>
      </p:sp>
      <p:sp>
        <p:nvSpPr>
          <p:cNvPr id="96" name="Text 89"/>
          <p:cNvSpPr txBox="1"/>
          <p:nvPr/>
        </p:nvSpPr>
        <p:spPr>
          <a:xfrm>
            <a:off x="8851392" y="4386072"/>
            <a:ext cx="1508760" cy="500888"/>
          </a:xfrm>
          <a:prstGeom prst="rect">
            <a:avLst/>
          </a:prstGeom>
          <a:noFill/>
          <a:ln/>
        </p:spPr>
        <p:txBody>
          <a:bodyPr wrap="square" lIns="0" tIns="0" rIns="0" bIns="0" rtlCol="0" anchor="ctr"/>
          <a:lstStyle/>
          <a:p>
            <a:pPr algn="ctr" indent="0" marL="0">
              <a:buNone/>
            </a:pPr>
            <a:r>
              <a:rPr lang="en-US" sz="2200" b="1" dirty="0">
                <a:solidFill>
                  <a:schemeClr val="accent3"/>
                </a:solidFill>
              </a:rPr>
              <a:t>blijf</a:t>
            </a:r>
            <a:endParaRPr lang="en-US" sz="2200" dirty="0"/>
          </a:p>
        </p:txBody>
      </p:sp>
      <p:sp>
        <p:nvSpPr>
          <p:cNvPr id="97" name="Text 90"/>
          <p:cNvSpPr/>
          <p:nvPr/>
        </p:nvSpPr>
        <p:spPr>
          <a:xfrm>
            <a:off x="10451592" y="4471924"/>
            <a:ext cx="1188720" cy="329184"/>
          </a:xfrm>
          <a:prstGeom prst="roundRect">
            <a:avLst>
              <a:gd name="adj" fmla="val 13889"/>
            </a:avLst>
          </a:prstGeom>
          <a:solidFill>
            <a:srgbClr val="17375E"/>
          </a:solidFill>
          <a:ln/>
        </p:spPr>
        <p:txBody>
          <a:bodyPr wrap="square" lIns="0" tIns="0" rIns="0" bIns="0" rtlCol="0" anchor="ctr"/>
          <a:lstStyle/>
          <a:p>
            <a:pPr algn="ctr" indent="0" marL="0">
              <a:buNone/>
            </a:pPr>
            <a:r>
              <a:rPr lang="en-US" sz="1200" b="1" dirty="0">
                <a:solidFill>
                  <a:srgbClr val="FFFFFF"/>
                </a:solidFill>
              </a:rPr>
              <a:t>②</a:t>
            </a:r>
            <a:endParaRPr lang="en-US" sz="1200" dirty="0"/>
          </a:p>
        </p:txBody>
      </p:sp>
      <p:sp>
        <p:nvSpPr>
          <p:cNvPr id="98" name="Shape 91"/>
          <p:cNvSpPr/>
          <p:nvPr/>
        </p:nvSpPr>
        <p:spPr>
          <a:xfrm>
            <a:off x="6245352" y="5014976"/>
            <a:ext cx="1783080" cy="500888"/>
          </a:xfrm>
          <a:prstGeom prst="roundRect">
            <a:avLst>
              <a:gd name="adj" fmla="val 14604"/>
            </a:avLst>
          </a:prstGeom>
          <a:solidFill>
            <a:schemeClr val="tx2"/>
          </a:solidFill>
          <a:ln w="12700">
            <a:solidFill>
              <a:srgbClr val="FFFFFF">
                <a:alpha val="0"/>
              </a:srgbClr>
            </a:solidFill>
            <a:prstDash val="solid"/>
          </a:ln>
        </p:spPr>
      </p:sp>
      <p:sp>
        <p:nvSpPr>
          <p:cNvPr id="99" name="Text 92"/>
          <p:cNvSpPr txBox="1"/>
          <p:nvPr/>
        </p:nvSpPr>
        <p:spPr>
          <a:xfrm>
            <a:off x="6245352" y="5014976"/>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verhuizen</a:t>
            </a:r>
            <a:endParaRPr lang="en-US" sz="2000" dirty="0"/>
          </a:p>
        </p:txBody>
      </p:sp>
      <p:sp>
        <p:nvSpPr>
          <p:cNvPr id="100" name="Shape 93"/>
          <p:cNvSpPr/>
          <p:nvPr/>
        </p:nvSpPr>
        <p:spPr>
          <a:xfrm>
            <a:off x="8229600" y="5479288"/>
            <a:ext cx="109728" cy="109728"/>
          </a:xfrm>
          <a:prstGeom prst="ellipse">
            <a:avLst/>
          </a:prstGeom>
          <a:solidFill>
            <a:srgbClr val="B8C2CF"/>
          </a:solidFill>
          <a:ln w="12700">
            <a:solidFill>
              <a:srgbClr val="FFFFFF">
                <a:alpha val="0"/>
              </a:srgbClr>
            </a:solidFill>
            <a:prstDash val="solid"/>
          </a:ln>
        </p:spPr>
      </p:sp>
      <p:sp>
        <p:nvSpPr>
          <p:cNvPr id="101" name="Shape 94"/>
          <p:cNvSpPr/>
          <p:nvPr/>
        </p:nvSpPr>
        <p:spPr>
          <a:xfrm>
            <a:off x="8531352" y="5479288"/>
            <a:ext cx="109728" cy="109728"/>
          </a:xfrm>
          <a:prstGeom prst="ellipse">
            <a:avLst/>
          </a:prstGeom>
          <a:solidFill>
            <a:srgbClr val="B8C2CF"/>
          </a:solidFill>
          <a:ln w="12700">
            <a:solidFill>
              <a:srgbClr val="FFFFFF">
                <a:alpha val="0"/>
              </a:srgbClr>
            </a:solidFill>
            <a:prstDash val="solid"/>
          </a:ln>
        </p:spPr>
      </p:sp>
      <p:sp>
        <p:nvSpPr>
          <p:cNvPr id="102" name="Shape 95"/>
          <p:cNvSpPr/>
          <p:nvPr/>
        </p:nvSpPr>
        <p:spPr>
          <a:xfrm>
            <a:off x="8119872" y="5265420"/>
            <a:ext cx="640080" cy="914"/>
          </a:xfrm>
          <a:prstGeom prst="line">
            <a:avLst/>
          </a:prstGeom>
          <a:noFill/>
          <a:ln w="38100">
            <a:solidFill>
              <a:srgbClr val="D9700F"/>
            </a:solidFill>
            <a:prstDash val="solid"/>
            <a:tailEnd type="triangle"/>
          </a:ln>
        </p:spPr>
      </p:sp>
      <p:sp>
        <p:nvSpPr>
          <p:cNvPr id="103" name="Shape 96"/>
          <p:cNvSpPr/>
          <p:nvPr/>
        </p:nvSpPr>
        <p:spPr>
          <a:xfrm>
            <a:off x="8851392" y="5014976"/>
            <a:ext cx="1508760" cy="500888"/>
          </a:xfrm>
          <a:prstGeom prst="roundRect">
            <a:avLst>
              <a:gd name="adj" fmla="val 14604"/>
            </a:avLst>
          </a:prstGeom>
          <a:solidFill>
            <a:srgbClr val="EDF6F0"/>
          </a:solidFill>
          <a:ln w="25400">
            <a:solidFill>
              <a:srgbClr val="2E7D4F"/>
            </a:solidFill>
            <a:prstDash val="solid"/>
          </a:ln>
        </p:spPr>
      </p:sp>
      <p:sp>
        <p:nvSpPr>
          <p:cNvPr id="104" name="Text 97"/>
          <p:cNvSpPr txBox="1"/>
          <p:nvPr/>
        </p:nvSpPr>
        <p:spPr>
          <a:xfrm>
            <a:off x="8851392" y="5014976"/>
            <a:ext cx="1508760" cy="500888"/>
          </a:xfrm>
          <a:prstGeom prst="rect">
            <a:avLst/>
          </a:prstGeom>
          <a:noFill/>
          <a:ln/>
        </p:spPr>
        <p:txBody>
          <a:bodyPr wrap="square" lIns="0" tIns="0" rIns="0" bIns="0" rtlCol="0" anchor="ctr"/>
          <a:lstStyle/>
          <a:p>
            <a:pPr algn="ctr" indent="0" marL="0">
              <a:buNone/>
            </a:pPr>
            <a:r>
              <a:rPr lang="en-US" sz="2200" b="1" dirty="0">
                <a:solidFill>
                  <a:schemeClr val="accent3"/>
                </a:solidFill>
              </a:rPr>
              <a:t>verhuis</a:t>
            </a:r>
            <a:endParaRPr lang="en-US" sz="2200" dirty="0"/>
          </a:p>
        </p:txBody>
      </p:sp>
      <p:sp>
        <p:nvSpPr>
          <p:cNvPr id="105" name="Text 98"/>
          <p:cNvSpPr/>
          <p:nvPr/>
        </p:nvSpPr>
        <p:spPr>
          <a:xfrm>
            <a:off x="10451592" y="5100828"/>
            <a:ext cx="1188720" cy="329184"/>
          </a:xfrm>
          <a:prstGeom prst="roundRect">
            <a:avLst>
              <a:gd name="adj" fmla="val 13889"/>
            </a:avLst>
          </a:prstGeom>
          <a:solidFill>
            <a:srgbClr val="17375E"/>
          </a:solidFill>
          <a:ln/>
        </p:spPr>
        <p:txBody>
          <a:bodyPr wrap="square" lIns="0" tIns="0" rIns="0" bIns="0" rtlCol="0" anchor="ctr"/>
          <a:lstStyle/>
          <a:p>
            <a:pPr algn="ctr" indent="0" marL="0">
              <a:buNone/>
            </a:pPr>
            <a:r>
              <a:rPr lang="en-US" sz="1200" b="1" dirty="0">
                <a:solidFill>
                  <a:srgbClr val="FFFFFF"/>
                </a:solidFill>
              </a:rPr>
              <a:t>①</a:t>
            </a:r>
            <a:endParaRPr lang="en-US" sz="1200" dirty="0"/>
          </a:p>
        </p:txBody>
      </p:sp>
      <p:sp>
        <p:nvSpPr>
          <p:cNvPr id="106" name="Shape 99"/>
          <p:cNvSpPr/>
          <p:nvPr/>
        </p:nvSpPr>
        <p:spPr>
          <a:xfrm>
            <a:off x="6245352" y="5643880"/>
            <a:ext cx="1783080" cy="500888"/>
          </a:xfrm>
          <a:prstGeom prst="roundRect">
            <a:avLst>
              <a:gd name="adj" fmla="val 14604"/>
            </a:avLst>
          </a:prstGeom>
          <a:solidFill>
            <a:schemeClr val="tx2"/>
          </a:solidFill>
          <a:ln w="12700">
            <a:solidFill>
              <a:srgbClr val="FFFFFF">
                <a:alpha val="0"/>
              </a:srgbClr>
            </a:solidFill>
            <a:prstDash val="solid"/>
          </a:ln>
        </p:spPr>
      </p:sp>
      <p:sp>
        <p:nvSpPr>
          <p:cNvPr id="107" name="Text 100"/>
          <p:cNvSpPr txBox="1"/>
          <p:nvPr/>
        </p:nvSpPr>
        <p:spPr>
          <a:xfrm>
            <a:off x="6245352" y="5643880"/>
            <a:ext cx="1783080" cy="500888"/>
          </a:xfrm>
          <a:prstGeom prst="rect">
            <a:avLst/>
          </a:prstGeom>
          <a:noFill/>
          <a:ln/>
        </p:spPr>
        <p:txBody>
          <a:bodyPr wrap="square" lIns="0" tIns="0" rIns="0" bIns="0" rtlCol="0" anchor="ctr"/>
          <a:lstStyle/>
          <a:p>
            <a:pPr algn="ctr" indent="0" marL="0">
              <a:buNone/>
            </a:pPr>
            <a:r>
              <a:rPr lang="en-US" sz="2000" b="1" dirty="0">
                <a:solidFill>
                  <a:schemeClr val="bg1"/>
                </a:solidFill>
              </a:rPr>
              <a:t>eten</a:t>
            </a:r>
            <a:endParaRPr lang="en-US" sz="2000" dirty="0"/>
          </a:p>
        </p:txBody>
      </p:sp>
      <p:sp>
        <p:nvSpPr>
          <p:cNvPr id="108" name="Shape 101"/>
          <p:cNvSpPr/>
          <p:nvPr/>
        </p:nvSpPr>
        <p:spPr>
          <a:xfrm>
            <a:off x="8229600" y="6108192"/>
            <a:ext cx="109728" cy="109728"/>
          </a:xfrm>
          <a:prstGeom prst="ellipse">
            <a:avLst/>
          </a:prstGeom>
          <a:solidFill>
            <a:srgbClr val="B8C2CF"/>
          </a:solidFill>
          <a:ln w="12700">
            <a:solidFill>
              <a:srgbClr val="FFFFFF">
                <a:alpha val="0"/>
              </a:srgbClr>
            </a:solidFill>
            <a:prstDash val="solid"/>
          </a:ln>
        </p:spPr>
      </p:sp>
      <p:sp>
        <p:nvSpPr>
          <p:cNvPr id="109" name="Shape 102"/>
          <p:cNvSpPr/>
          <p:nvPr/>
        </p:nvSpPr>
        <p:spPr>
          <a:xfrm>
            <a:off x="8531352" y="6108192"/>
            <a:ext cx="109728" cy="109728"/>
          </a:xfrm>
          <a:prstGeom prst="ellipse">
            <a:avLst/>
          </a:prstGeom>
          <a:solidFill>
            <a:srgbClr val="B8C2CF"/>
          </a:solidFill>
          <a:ln w="12700">
            <a:solidFill>
              <a:srgbClr val="FFFFFF">
                <a:alpha val="0"/>
              </a:srgbClr>
            </a:solidFill>
            <a:prstDash val="solid"/>
          </a:ln>
        </p:spPr>
      </p:sp>
      <p:sp>
        <p:nvSpPr>
          <p:cNvPr id="110" name="Shape 103"/>
          <p:cNvSpPr/>
          <p:nvPr/>
        </p:nvSpPr>
        <p:spPr>
          <a:xfrm>
            <a:off x="8119872" y="5894324"/>
            <a:ext cx="640080" cy="914"/>
          </a:xfrm>
          <a:prstGeom prst="line">
            <a:avLst/>
          </a:prstGeom>
          <a:noFill/>
          <a:ln w="38100">
            <a:solidFill>
              <a:srgbClr val="D9700F"/>
            </a:solidFill>
            <a:prstDash val="solid"/>
            <a:tailEnd type="triangle"/>
          </a:ln>
        </p:spPr>
      </p:sp>
      <p:sp>
        <p:nvSpPr>
          <p:cNvPr id="111" name="Shape 104"/>
          <p:cNvSpPr/>
          <p:nvPr/>
        </p:nvSpPr>
        <p:spPr>
          <a:xfrm>
            <a:off x="8851392" y="5643880"/>
            <a:ext cx="1508760" cy="500888"/>
          </a:xfrm>
          <a:prstGeom prst="roundRect">
            <a:avLst>
              <a:gd name="adj" fmla="val 14604"/>
            </a:avLst>
          </a:prstGeom>
          <a:solidFill>
            <a:srgbClr val="EDF6F0"/>
          </a:solidFill>
          <a:ln w="25400">
            <a:solidFill>
              <a:srgbClr val="2E7D4F"/>
            </a:solidFill>
            <a:prstDash val="solid"/>
          </a:ln>
        </p:spPr>
      </p:sp>
      <p:sp>
        <p:nvSpPr>
          <p:cNvPr id="112" name="Text 105"/>
          <p:cNvSpPr txBox="1"/>
          <p:nvPr/>
        </p:nvSpPr>
        <p:spPr>
          <a:xfrm>
            <a:off x="8851392" y="5643880"/>
            <a:ext cx="1508760" cy="500888"/>
          </a:xfrm>
          <a:prstGeom prst="rect">
            <a:avLst/>
          </a:prstGeom>
          <a:noFill/>
          <a:ln/>
        </p:spPr>
        <p:txBody>
          <a:bodyPr wrap="square" lIns="0" tIns="0" rIns="0" bIns="0" rtlCol="0" anchor="ctr"/>
          <a:lstStyle/>
          <a:p>
            <a:pPr algn="ctr" indent="0" marL="0">
              <a:buNone/>
            </a:pPr>
            <a:r>
              <a:rPr lang="en-US" sz="2200" b="1" dirty="0">
                <a:solidFill>
                  <a:schemeClr val="accent3"/>
                </a:solidFill>
              </a:rPr>
              <a:t>eet</a:t>
            </a:r>
            <a:endParaRPr lang="en-US" sz="2200" dirty="0"/>
          </a:p>
        </p:txBody>
      </p:sp>
      <p:sp>
        <p:nvSpPr>
          <p:cNvPr id="113" name="Text 106"/>
          <p:cNvSpPr/>
          <p:nvPr/>
        </p:nvSpPr>
        <p:spPr>
          <a:xfrm>
            <a:off x="10451592" y="5729732"/>
            <a:ext cx="1188720" cy="329184"/>
          </a:xfrm>
          <a:prstGeom prst="roundRect">
            <a:avLst>
              <a:gd name="adj" fmla="val 13889"/>
            </a:avLst>
          </a:prstGeom>
          <a:solidFill>
            <a:srgbClr val="2E7D4F"/>
          </a:solidFill>
          <a:ln/>
        </p:spPr>
        <p:txBody>
          <a:bodyPr wrap="square" lIns="0" tIns="0" rIns="0" bIns="0" rtlCol="0" anchor="ctr"/>
          <a:lstStyle/>
          <a:p>
            <a:pPr algn="ctr" indent="0" marL="0">
              <a:buNone/>
            </a:pPr>
            <a:r>
              <a:rPr lang="en-US" sz="1200" b="1" dirty="0">
                <a:solidFill>
                  <a:srgbClr val="FFFFFF"/>
                </a:solidFill>
              </a:rPr>
              <a:t>doubler</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Conjugue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Conjuguez le verbe entre parenthèses. Attention aux réflexes et à l’inversion !</a:t>
            </a:r>
            <a:endParaRPr lang="en-US" sz="1700" dirty="0"/>
          </a:p>
        </p:txBody>
      </p:sp>
      <p:sp>
        <p:nvSpPr>
          <p:cNvPr id="8" name="Shape 4"/>
          <p:cNvSpPr/>
          <p:nvPr/>
        </p:nvSpPr>
        <p:spPr>
          <a:xfrm>
            <a:off x="548640" y="1932432"/>
            <a:ext cx="5440680" cy="613664"/>
          </a:xfrm>
          <a:prstGeom prst="roundRect">
            <a:avLst>
              <a:gd name="adj" fmla="val 11921"/>
            </a:avLst>
          </a:prstGeom>
          <a:solidFill>
            <a:schemeClr val="bg2"/>
          </a:solidFill>
          <a:ln w="12700">
            <a:solidFill>
              <a:srgbClr val="D5DCE6"/>
            </a:solidFill>
            <a:prstDash val="solid"/>
          </a:ln>
        </p:spPr>
      </p:sp>
      <p:sp>
        <p:nvSpPr>
          <p:cNvPr id="9" name="Shape 5"/>
          <p:cNvSpPr/>
          <p:nvPr/>
        </p:nvSpPr>
        <p:spPr>
          <a:xfrm>
            <a:off x="658368" y="2038096"/>
            <a:ext cx="402336" cy="402336"/>
          </a:xfrm>
          <a:prstGeom prst="ellipse">
            <a:avLst/>
          </a:prstGeom>
          <a:solidFill>
            <a:schemeClr val="tx2"/>
          </a:solidFill>
          <a:ln w="12700">
            <a:solidFill>
              <a:srgbClr val="FFFFFF">
                <a:alpha val="0"/>
              </a:srgbClr>
            </a:solidFill>
            <a:prstDash val="solid"/>
          </a:ln>
        </p:spPr>
      </p:sp>
      <p:sp>
        <p:nvSpPr>
          <p:cNvPr id="10" name="Text 6"/>
          <p:cNvSpPr txBox="1"/>
          <p:nvPr/>
        </p:nvSpPr>
        <p:spPr>
          <a:xfrm>
            <a:off x="658368" y="2038096"/>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7"/>
          <p:cNvSpPr txBox="1"/>
          <p:nvPr/>
        </p:nvSpPr>
        <p:spPr>
          <a:xfrm>
            <a:off x="1188720" y="1932432"/>
            <a:ext cx="4663440" cy="613664"/>
          </a:xfrm>
          <a:prstGeom prst="rect">
            <a:avLst/>
          </a:prstGeom>
          <a:noFill/>
          <a:ln/>
        </p:spPr>
        <p:txBody>
          <a:bodyPr wrap="square" lIns="0" tIns="0" rIns="0" bIns="0" rtlCol="0" anchor="ctr"/>
          <a:lstStyle/>
          <a:p>
            <a:pPr algn="l" indent="0" marL="0">
              <a:buNone/>
            </a:pPr>
            <a:r>
              <a:rPr lang="en-US" sz="2000" dirty="0">
                <a:solidFill>
                  <a:schemeClr val="tx1"/>
                </a:solidFill>
              </a:rPr>
              <a:t>Jan en Sofie </a:t>
            </a:r>
            <a:r>
              <a:rPr lang="en-US" sz="2000" dirty="0">
                <a:solidFill>
                  <a:srgbClr val="B8C2CF"/>
                </a:solidFill>
              </a:rPr>
              <a:t>……</a:t>
            </a:r>
            <a:r>
              <a:rPr lang="en-US" sz="2000" dirty="0">
                <a:solidFill>
                  <a:schemeClr val="tx1"/>
                </a:solidFill>
              </a:rPr>
              <a:t> (geven) een cadeau.</a:t>
            </a:r>
            <a:endParaRPr lang="en-US" sz="2000" dirty="0"/>
          </a:p>
        </p:txBody>
      </p:sp>
      <p:sp>
        <p:nvSpPr>
          <p:cNvPr id="12" name="Shape 8"/>
          <p:cNvSpPr/>
          <p:nvPr/>
        </p:nvSpPr>
        <p:spPr>
          <a:xfrm>
            <a:off x="548640" y="2655824"/>
            <a:ext cx="5440680" cy="613664"/>
          </a:xfrm>
          <a:prstGeom prst="roundRect">
            <a:avLst>
              <a:gd name="adj" fmla="val 11921"/>
            </a:avLst>
          </a:prstGeom>
          <a:solidFill>
            <a:schemeClr val="bg2"/>
          </a:solidFill>
          <a:ln w="12700">
            <a:solidFill>
              <a:srgbClr val="D5DCE6"/>
            </a:solidFill>
            <a:prstDash val="solid"/>
          </a:ln>
        </p:spPr>
      </p:sp>
      <p:sp>
        <p:nvSpPr>
          <p:cNvPr id="13" name="Shape 9"/>
          <p:cNvSpPr/>
          <p:nvPr/>
        </p:nvSpPr>
        <p:spPr>
          <a:xfrm>
            <a:off x="658368" y="2761488"/>
            <a:ext cx="402336" cy="402336"/>
          </a:xfrm>
          <a:prstGeom prst="ellipse">
            <a:avLst/>
          </a:prstGeom>
          <a:solidFill>
            <a:schemeClr val="tx2"/>
          </a:solidFill>
          <a:ln w="12700">
            <a:solidFill>
              <a:srgbClr val="FFFFFF">
                <a:alpha val="0"/>
              </a:srgbClr>
            </a:solidFill>
            <a:prstDash val="solid"/>
          </a:ln>
        </p:spPr>
      </p:sp>
      <p:sp>
        <p:nvSpPr>
          <p:cNvPr id="14" name="Text 10"/>
          <p:cNvSpPr txBox="1"/>
          <p:nvPr/>
        </p:nvSpPr>
        <p:spPr>
          <a:xfrm>
            <a:off x="658368" y="2761488"/>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1"/>
          <p:cNvSpPr txBox="1"/>
          <p:nvPr/>
        </p:nvSpPr>
        <p:spPr>
          <a:xfrm>
            <a:off x="1188720" y="2655824"/>
            <a:ext cx="4663440" cy="613664"/>
          </a:xfrm>
          <a:prstGeom prst="rect">
            <a:avLst/>
          </a:prstGeom>
          <a:noFill/>
          <a:ln/>
        </p:spPr>
        <p:txBody>
          <a:bodyPr wrap="square" lIns="0" tIns="0" rIns="0" bIns="0" rtlCol="0" anchor="ctr"/>
          <a:lstStyle/>
          <a:p>
            <a:pPr algn="l" indent="0" marL="0">
              <a:buNone/>
            </a:pPr>
            <a:r>
              <a:rPr lang="en-US" sz="2000" dirty="0">
                <a:solidFill>
                  <a:schemeClr val="tx1"/>
                </a:solidFill>
              </a:rPr>
              <a:t>Ik </a:t>
            </a:r>
            <a:r>
              <a:rPr lang="en-US" sz="2000" dirty="0">
                <a:solidFill>
                  <a:srgbClr val="B8C2CF"/>
                </a:solidFill>
              </a:rPr>
              <a:t>……</a:t>
            </a:r>
            <a:r>
              <a:rPr lang="en-US" sz="2000" dirty="0">
                <a:solidFill>
                  <a:schemeClr val="tx1"/>
                </a:solidFill>
              </a:rPr>
              <a:t> (reizen) elke zomer.</a:t>
            </a:r>
            <a:endParaRPr lang="en-US" sz="2000" dirty="0"/>
          </a:p>
        </p:txBody>
      </p:sp>
      <p:sp>
        <p:nvSpPr>
          <p:cNvPr id="16" name="Shape 12"/>
          <p:cNvSpPr/>
          <p:nvPr/>
        </p:nvSpPr>
        <p:spPr>
          <a:xfrm>
            <a:off x="548640" y="3379216"/>
            <a:ext cx="5440680" cy="613664"/>
          </a:xfrm>
          <a:prstGeom prst="roundRect">
            <a:avLst>
              <a:gd name="adj" fmla="val 11921"/>
            </a:avLst>
          </a:prstGeom>
          <a:solidFill>
            <a:schemeClr val="bg2"/>
          </a:solidFill>
          <a:ln w="12700">
            <a:solidFill>
              <a:srgbClr val="D5DCE6"/>
            </a:solidFill>
            <a:prstDash val="solid"/>
          </a:ln>
        </p:spPr>
      </p:sp>
      <p:sp>
        <p:nvSpPr>
          <p:cNvPr id="17" name="Shape 13"/>
          <p:cNvSpPr/>
          <p:nvPr/>
        </p:nvSpPr>
        <p:spPr>
          <a:xfrm>
            <a:off x="658368" y="3484880"/>
            <a:ext cx="402336" cy="402336"/>
          </a:xfrm>
          <a:prstGeom prst="ellipse">
            <a:avLst/>
          </a:prstGeom>
          <a:solidFill>
            <a:schemeClr val="tx2"/>
          </a:solidFill>
          <a:ln w="12700">
            <a:solidFill>
              <a:srgbClr val="FFFFFF">
                <a:alpha val="0"/>
              </a:srgbClr>
            </a:solidFill>
            <a:prstDash val="solid"/>
          </a:ln>
        </p:spPr>
      </p:sp>
      <p:sp>
        <p:nvSpPr>
          <p:cNvPr id="18" name="Text 14"/>
          <p:cNvSpPr txBox="1"/>
          <p:nvPr/>
        </p:nvSpPr>
        <p:spPr>
          <a:xfrm>
            <a:off x="658368" y="348488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5"/>
          <p:cNvSpPr txBox="1"/>
          <p:nvPr/>
        </p:nvSpPr>
        <p:spPr>
          <a:xfrm>
            <a:off x="1188720" y="3379216"/>
            <a:ext cx="4663440" cy="613664"/>
          </a:xfrm>
          <a:prstGeom prst="rect">
            <a:avLst/>
          </a:prstGeom>
          <a:noFill/>
          <a:ln/>
        </p:spPr>
        <p:txBody>
          <a:bodyPr wrap="square" lIns="0" tIns="0" rIns="0" bIns="0" rtlCol="0" anchor="ctr"/>
          <a:lstStyle/>
          <a:p>
            <a:pPr algn="l" indent="0" marL="0">
              <a:buNone/>
            </a:pPr>
            <a:r>
              <a:rPr lang="en-US" sz="2000" dirty="0">
                <a:solidFill>
                  <a:schemeClr val="tx1"/>
                </a:solidFill>
              </a:rPr>
              <a:t>Jij </a:t>
            </a:r>
            <a:r>
              <a:rPr lang="en-US" sz="2000" dirty="0">
                <a:solidFill>
                  <a:srgbClr val="B8C2CF"/>
                </a:solidFill>
              </a:rPr>
              <a:t>……</a:t>
            </a:r>
            <a:r>
              <a:rPr lang="en-US" sz="2000" dirty="0">
                <a:solidFill>
                  <a:schemeClr val="tx1"/>
                </a:solidFill>
              </a:rPr>
              <a:t> (lezen) veel boeken.</a:t>
            </a:r>
            <a:endParaRPr lang="en-US" sz="2000" dirty="0"/>
          </a:p>
        </p:txBody>
      </p:sp>
      <p:sp>
        <p:nvSpPr>
          <p:cNvPr id="20" name="Shape 16"/>
          <p:cNvSpPr/>
          <p:nvPr/>
        </p:nvSpPr>
        <p:spPr>
          <a:xfrm>
            <a:off x="548640" y="4102608"/>
            <a:ext cx="5440680" cy="613664"/>
          </a:xfrm>
          <a:prstGeom prst="roundRect">
            <a:avLst>
              <a:gd name="adj" fmla="val 11921"/>
            </a:avLst>
          </a:prstGeom>
          <a:solidFill>
            <a:schemeClr val="bg2"/>
          </a:solidFill>
          <a:ln w="12700">
            <a:solidFill>
              <a:srgbClr val="D5DCE6"/>
            </a:solidFill>
            <a:prstDash val="solid"/>
          </a:ln>
        </p:spPr>
      </p:sp>
      <p:sp>
        <p:nvSpPr>
          <p:cNvPr id="21" name="Shape 17"/>
          <p:cNvSpPr/>
          <p:nvPr/>
        </p:nvSpPr>
        <p:spPr>
          <a:xfrm>
            <a:off x="658368" y="4208272"/>
            <a:ext cx="402336" cy="402336"/>
          </a:xfrm>
          <a:prstGeom prst="ellipse">
            <a:avLst/>
          </a:prstGeom>
          <a:solidFill>
            <a:schemeClr val="tx2"/>
          </a:solidFill>
          <a:ln w="12700">
            <a:solidFill>
              <a:srgbClr val="FFFFFF">
                <a:alpha val="0"/>
              </a:srgbClr>
            </a:solidFill>
            <a:prstDash val="solid"/>
          </a:ln>
        </p:spPr>
      </p:sp>
      <p:sp>
        <p:nvSpPr>
          <p:cNvPr id="22" name="Text 18"/>
          <p:cNvSpPr txBox="1"/>
          <p:nvPr/>
        </p:nvSpPr>
        <p:spPr>
          <a:xfrm>
            <a:off x="658368" y="420827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ext 19"/>
          <p:cNvSpPr txBox="1"/>
          <p:nvPr/>
        </p:nvSpPr>
        <p:spPr>
          <a:xfrm>
            <a:off x="1188720" y="4102608"/>
            <a:ext cx="4663440" cy="613664"/>
          </a:xfrm>
          <a:prstGeom prst="rect">
            <a:avLst/>
          </a:prstGeom>
          <a:noFill/>
          <a:ln/>
        </p:spPr>
        <p:txBody>
          <a:bodyPr wrap="square" lIns="0" tIns="0" rIns="0" bIns="0" rtlCol="0" anchor="ctr"/>
          <a:lstStyle/>
          <a:p>
            <a:pPr algn="l" indent="0" marL="0">
              <a:buNone/>
            </a:pPr>
            <a:r>
              <a:rPr lang="en-US" sz="2000" dirty="0">
                <a:solidFill>
                  <a:srgbClr val="B8C2CF"/>
                </a:solidFill>
              </a:rPr>
              <a:t>……</a:t>
            </a:r>
            <a:r>
              <a:rPr lang="en-US" sz="2000" dirty="0">
                <a:solidFill>
                  <a:schemeClr val="tx1"/>
                </a:solidFill>
              </a:rPr>
              <a:t> (Leven) jij gezond?</a:t>
            </a:r>
            <a:endParaRPr lang="en-US" sz="2000" dirty="0"/>
          </a:p>
        </p:txBody>
      </p:sp>
      <p:sp>
        <p:nvSpPr>
          <p:cNvPr id="24" name="Shape 20"/>
          <p:cNvSpPr/>
          <p:nvPr/>
        </p:nvSpPr>
        <p:spPr>
          <a:xfrm>
            <a:off x="548640" y="4826000"/>
            <a:ext cx="5440680" cy="613664"/>
          </a:xfrm>
          <a:prstGeom prst="roundRect">
            <a:avLst>
              <a:gd name="adj" fmla="val 11921"/>
            </a:avLst>
          </a:prstGeom>
          <a:solidFill>
            <a:schemeClr val="bg2"/>
          </a:solidFill>
          <a:ln w="12700">
            <a:solidFill>
              <a:srgbClr val="D5DCE6"/>
            </a:solidFill>
            <a:prstDash val="solid"/>
          </a:ln>
        </p:spPr>
      </p:sp>
      <p:sp>
        <p:nvSpPr>
          <p:cNvPr id="25" name="Shape 21"/>
          <p:cNvSpPr/>
          <p:nvPr/>
        </p:nvSpPr>
        <p:spPr>
          <a:xfrm>
            <a:off x="658368" y="4931664"/>
            <a:ext cx="402336" cy="402336"/>
          </a:xfrm>
          <a:prstGeom prst="ellipse">
            <a:avLst/>
          </a:prstGeom>
          <a:solidFill>
            <a:schemeClr val="tx2"/>
          </a:solidFill>
          <a:ln w="12700">
            <a:solidFill>
              <a:srgbClr val="FFFFFF">
                <a:alpha val="0"/>
              </a:srgbClr>
            </a:solidFill>
            <a:prstDash val="solid"/>
          </a:ln>
        </p:spPr>
      </p:sp>
      <p:sp>
        <p:nvSpPr>
          <p:cNvPr id="26" name="Text 22"/>
          <p:cNvSpPr txBox="1"/>
          <p:nvPr/>
        </p:nvSpPr>
        <p:spPr>
          <a:xfrm>
            <a:off x="658368" y="493166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23"/>
          <p:cNvSpPr txBox="1"/>
          <p:nvPr/>
        </p:nvSpPr>
        <p:spPr>
          <a:xfrm>
            <a:off x="1188720" y="4826000"/>
            <a:ext cx="4663440" cy="613664"/>
          </a:xfrm>
          <a:prstGeom prst="rect">
            <a:avLst/>
          </a:prstGeom>
          <a:noFill/>
          <a:ln/>
        </p:spPr>
        <p:txBody>
          <a:bodyPr wrap="square" lIns="0" tIns="0" rIns="0" bIns="0" rtlCol="0" anchor="ctr"/>
          <a:lstStyle/>
          <a:p>
            <a:pPr algn="l" indent="0" marL="0">
              <a:buNone/>
            </a:pPr>
            <a:r>
              <a:rPr lang="en-US" sz="2000" dirty="0">
                <a:solidFill>
                  <a:schemeClr val="tx1"/>
                </a:solidFill>
              </a:rPr>
              <a:t>U </a:t>
            </a:r>
            <a:r>
              <a:rPr lang="en-US" sz="2000" dirty="0">
                <a:solidFill>
                  <a:srgbClr val="B8C2CF"/>
                </a:solidFill>
              </a:rPr>
              <a:t>……</a:t>
            </a:r>
            <a:r>
              <a:rPr lang="en-US" sz="2000" dirty="0">
                <a:solidFill>
                  <a:schemeClr val="tx1"/>
                </a:solidFill>
              </a:rPr>
              <a:t> (rijden) voorzichtig.</a:t>
            </a:r>
            <a:endParaRPr lang="en-US" sz="2000" dirty="0"/>
          </a:p>
        </p:txBody>
      </p:sp>
      <p:sp>
        <p:nvSpPr>
          <p:cNvPr id="28" name="Shape 24"/>
          <p:cNvSpPr/>
          <p:nvPr/>
        </p:nvSpPr>
        <p:spPr>
          <a:xfrm>
            <a:off x="548640" y="5549392"/>
            <a:ext cx="5440680" cy="613664"/>
          </a:xfrm>
          <a:prstGeom prst="roundRect">
            <a:avLst>
              <a:gd name="adj" fmla="val 11921"/>
            </a:avLst>
          </a:prstGeom>
          <a:solidFill>
            <a:schemeClr val="bg2"/>
          </a:solidFill>
          <a:ln w="12700">
            <a:solidFill>
              <a:srgbClr val="D5DCE6"/>
            </a:solidFill>
            <a:prstDash val="solid"/>
          </a:ln>
        </p:spPr>
      </p:sp>
      <p:sp>
        <p:nvSpPr>
          <p:cNvPr id="29" name="Shape 25"/>
          <p:cNvSpPr/>
          <p:nvPr/>
        </p:nvSpPr>
        <p:spPr>
          <a:xfrm>
            <a:off x="658368" y="5655056"/>
            <a:ext cx="402336" cy="402336"/>
          </a:xfrm>
          <a:prstGeom prst="ellipse">
            <a:avLst/>
          </a:prstGeom>
          <a:solidFill>
            <a:schemeClr val="tx2"/>
          </a:solidFill>
          <a:ln w="12700">
            <a:solidFill>
              <a:srgbClr val="FFFFFF">
                <a:alpha val="0"/>
              </a:srgbClr>
            </a:solidFill>
            <a:prstDash val="solid"/>
          </a:ln>
        </p:spPr>
      </p:sp>
      <p:sp>
        <p:nvSpPr>
          <p:cNvPr id="30" name="Text 26"/>
          <p:cNvSpPr txBox="1"/>
          <p:nvPr/>
        </p:nvSpPr>
        <p:spPr>
          <a:xfrm>
            <a:off x="658368" y="5655056"/>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1" name="Text 27"/>
          <p:cNvSpPr txBox="1"/>
          <p:nvPr/>
        </p:nvSpPr>
        <p:spPr>
          <a:xfrm>
            <a:off x="1188720" y="5549392"/>
            <a:ext cx="4663440" cy="613664"/>
          </a:xfrm>
          <a:prstGeom prst="rect">
            <a:avLst/>
          </a:prstGeom>
          <a:noFill/>
          <a:ln/>
        </p:spPr>
        <p:txBody>
          <a:bodyPr wrap="square" lIns="0" tIns="0" rIns="0" bIns="0" rtlCol="0" anchor="ctr"/>
          <a:lstStyle/>
          <a:p>
            <a:pPr algn="l" indent="0" marL="0">
              <a:buNone/>
            </a:pPr>
            <a:r>
              <a:rPr lang="en-US" sz="2000" dirty="0">
                <a:solidFill>
                  <a:schemeClr val="tx1"/>
                </a:solidFill>
              </a:rPr>
              <a:t>Mijn collega </a:t>
            </a:r>
            <a:r>
              <a:rPr lang="en-US" sz="2000" dirty="0">
                <a:solidFill>
                  <a:srgbClr val="B8C2CF"/>
                </a:solidFill>
              </a:rPr>
              <a:t>……</a:t>
            </a:r>
            <a:r>
              <a:rPr lang="en-US" sz="2000" dirty="0">
                <a:solidFill>
                  <a:schemeClr val="tx1"/>
                </a:solidFill>
              </a:rPr>
              <a:t> (praten) te veel.</a:t>
            </a:r>
            <a:endParaRPr lang="en-US" sz="2000" dirty="0"/>
          </a:p>
        </p:txBody>
      </p:sp>
      <p:sp>
        <p:nvSpPr>
          <p:cNvPr id="32" name="Shape 28"/>
          <p:cNvSpPr/>
          <p:nvPr/>
        </p:nvSpPr>
        <p:spPr>
          <a:xfrm>
            <a:off x="6199632" y="1932432"/>
            <a:ext cx="5440680" cy="613664"/>
          </a:xfrm>
          <a:prstGeom prst="roundRect">
            <a:avLst>
              <a:gd name="adj" fmla="val 11921"/>
            </a:avLst>
          </a:prstGeom>
          <a:solidFill>
            <a:schemeClr val="bg2"/>
          </a:solidFill>
          <a:ln w="12700">
            <a:solidFill>
              <a:srgbClr val="D5DCE6"/>
            </a:solidFill>
            <a:prstDash val="solid"/>
          </a:ln>
        </p:spPr>
      </p:sp>
      <p:sp>
        <p:nvSpPr>
          <p:cNvPr id="33" name="Shape 29"/>
          <p:cNvSpPr/>
          <p:nvPr/>
        </p:nvSpPr>
        <p:spPr>
          <a:xfrm>
            <a:off x="6309360" y="2038096"/>
            <a:ext cx="402336" cy="402336"/>
          </a:xfrm>
          <a:prstGeom prst="ellipse">
            <a:avLst/>
          </a:prstGeom>
          <a:solidFill>
            <a:schemeClr val="tx2"/>
          </a:solidFill>
          <a:ln w="12700">
            <a:solidFill>
              <a:srgbClr val="FFFFFF">
                <a:alpha val="0"/>
              </a:srgbClr>
            </a:solidFill>
            <a:prstDash val="solid"/>
          </a:ln>
        </p:spPr>
      </p:sp>
      <p:sp>
        <p:nvSpPr>
          <p:cNvPr id="34" name="Text 30"/>
          <p:cNvSpPr txBox="1"/>
          <p:nvPr/>
        </p:nvSpPr>
        <p:spPr>
          <a:xfrm>
            <a:off x="6309360" y="2038096"/>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5" name="Text 31"/>
          <p:cNvSpPr txBox="1"/>
          <p:nvPr/>
        </p:nvSpPr>
        <p:spPr>
          <a:xfrm>
            <a:off x="6839712" y="1932432"/>
            <a:ext cx="4663440" cy="613664"/>
          </a:xfrm>
          <a:prstGeom prst="rect">
            <a:avLst/>
          </a:prstGeom>
          <a:noFill/>
          <a:ln/>
        </p:spPr>
        <p:txBody>
          <a:bodyPr wrap="square" lIns="0" tIns="0" rIns="0" bIns="0" rtlCol="0" anchor="ctr"/>
          <a:lstStyle/>
          <a:p>
            <a:pPr algn="l" indent="0" marL="0">
              <a:buNone/>
            </a:pPr>
            <a:r>
              <a:rPr lang="en-US" sz="2000" dirty="0">
                <a:solidFill>
                  <a:schemeClr val="tx1"/>
                </a:solidFill>
              </a:rPr>
              <a:t>Hij </a:t>
            </a:r>
            <a:r>
              <a:rPr lang="en-US" sz="2000" dirty="0">
                <a:solidFill>
                  <a:srgbClr val="B8C2CF"/>
                </a:solidFill>
              </a:rPr>
              <a:t>……</a:t>
            </a:r>
            <a:r>
              <a:rPr lang="en-US" sz="2000" dirty="0">
                <a:solidFill>
                  <a:schemeClr val="tx1"/>
                </a:solidFill>
              </a:rPr>
              <a:t> (worden) volgende maand 40.</a:t>
            </a:r>
            <a:endParaRPr lang="en-US" sz="2000" dirty="0"/>
          </a:p>
        </p:txBody>
      </p:sp>
      <p:sp>
        <p:nvSpPr>
          <p:cNvPr id="36" name="Shape 32"/>
          <p:cNvSpPr/>
          <p:nvPr/>
        </p:nvSpPr>
        <p:spPr>
          <a:xfrm>
            <a:off x="6199632" y="2655824"/>
            <a:ext cx="5440680" cy="613664"/>
          </a:xfrm>
          <a:prstGeom prst="roundRect">
            <a:avLst>
              <a:gd name="adj" fmla="val 11921"/>
            </a:avLst>
          </a:prstGeom>
          <a:solidFill>
            <a:schemeClr val="bg2"/>
          </a:solidFill>
          <a:ln w="12700">
            <a:solidFill>
              <a:srgbClr val="D5DCE6"/>
            </a:solidFill>
            <a:prstDash val="solid"/>
          </a:ln>
        </p:spPr>
      </p:sp>
      <p:sp>
        <p:nvSpPr>
          <p:cNvPr id="37" name="Shape 33"/>
          <p:cNvSpPr/>
          <p:nvPr/>
        </p:nvSpPr>
        <p:spPr>
          <a:xfrm>
            <a:off x="6309360" y="2761488"/>
            <a:ext cx="402336" cy="402336"/>
          </a:xfrm>
          <a:prstGeom prst="ellipse">
            <a:avLst/>
          </a:prstGeom>
          <a:solidFill>
            <a:schemeClr val="tx2"/>
          </a:solidFill>
          <a:ln w="12700">
            <a:solidFill>
              <a:srgbClr val="FFFFFF">
                <a:alpha val="0"/>
              </a:srgbClr>
            </a:solidFill>
            <a:prstDash val="solid"/>
          </a:ln>
        </p:spPr>
      </p:sp>
      <p:sp>
        <p:nvSpPr>
          <p:cNvPr id="38" name="Text 34"/>
          <p:cNvSpPr txBox="1"/>
          <p:nvPr/>
        </p:nvSpPr>
        <p:spPr>
          <a:xfrm>
            <a:off x="6309360" y="2761488"/>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39" name="Text 35"/>
          <p:cNvSpPr txBox="1"/>
          <p:nvPr/>
        </p:nvSpPr>
        <p:spPr>
          <a:xfrm>
            <a:off x="6839712" y="2655824"/>
            <a:ext cx="4663440" cy="613664"/>
          </a:xfrm>
          <a:prstGeom prst="rect">
            <a:avLst/>
          </a:prstGeom>
          <a:noFill/>
          <a:ln/>
        </p:spPr>
        <p:txBody>
          <a:bodyPr wrap="square" lIns="0" tIns="0" rIns="0" bIns="0" rtlCol="0" anchor="ctr"/>
          <a:lstStyle/>
          <a:p>
            <a:pPr algn="l" indent="0" marL="0">
              <a:buNone/>
            </a:pPr>
            <a:r>
              <a:rPr lang="en-US" sz="2000" dirty="0">
                <a:solidFill>
                  <a:srgbClr val="B8C2CF"/>
                </a:solidFill>
              </a:rPr>
              <a:t>……</a:t>
            </a:r>
            <a:r>
              <a:rPr lang="en-US" sz="2000" dirty="0">
                <a:solidFill>
                  <a:schemeClr val="tx1"/>
                </a:solidFill>
              </a:rPr>
              <a:t> (Vinden) je de les leuk?</a:t>
            </a:r>
            <a:endParaRPr lang="en-US" sz="2000" dirty="0"/>
          </a:p>
        </p:txBody>
      </p:sp>
      <p:sp>
        <p:nvSpPr>
          <p:cNvPr id="40" name="Shape 36"/>
          <p:cNvSpPr/>
          <p:nvPr/>
        </p:nvSpPr>
        <p:spPr>
          <a:xfrm>
            <a:off x="6199632" y="3379216"/>
            <a:ext cx="5440680" cy="613664"/>
          </a:xfrm>
          <a:prstGeom prst="roundRect">
            <a:avLst>
              <a:gd name="adj" fmla="val 11921"/>
            </a:avLst>
          </a:prstGeom>
          <a:solidFill>
            <a:schemeClr val="bg2"/>
          </a:solidFill>
          <a:ln w="12700">
            <a:solidFill>
              <a:srgbClr val="D5DCE6"/>
            </a:solidFill>
            <a:prstDash val="solid"/>
          </a:ln>
        </p:spPr>
      </p:sp>
      <p:sp>
        <p:nvSpPr>
          <p:cNvPr id="41" name="Shape 37"/>
          <p:cNvSpPr/>
          <p:nvPr/>
        </p:nvSpPr>
        <p:spPr>
          <a:xfrm>
            <a:off x="6309360" y="3484880"/>
            <a:ext cx="402336" cy="402336"/>
          </a:xfrm>
          <a:prstGeom prst="ellipse">
            <a:avLst/>
          </a:prstGeom>
          <a:solidFill>
            <a:schemeClr val="tx2"/>
          </a:solidFill>
          <a:ln w="12700">
            <a:solidFill>
              <a:srgbClr val="FFFFFF">
                <a:alpha val="0"/>
              </a:srgbClr>
            </a:solidFill>
            <a:prstDash val="solid"/>
          </a:ln>
        </p:spPr>
      </p:sp>
      <p:sp>
        <p:nvSpPr>
          <p:cNvPr id="42" name="Text 38"/>
          <p:cNvSpPr txBox="1"/>
          <p:nvPr/>
        </p:nvSpPr>
        <p:spPr>
          <a:xfrm>
            <a:off x="6309360" y="348488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43" name="Text 39"/>
          <p:cNvSpPr txBox="1"/>
          <p:nvPr/>
        </p:nvSpPr>
        <p:spPr>
          <a:xfrm>
            <a:off x="6839712" y="3379216"/>
            <a:ext cx="4663440" cy="613664"/>
          </a:xfrm>
          <a:prstGeom prst="rect">
            <a:avLst/>
          </a:prstGeom>
          <a:noFill/>
          <a:ln/>
        </p:spPr>
        <p:txBody>
          <a:bodyPr wrap="square" lIns="0" tIns="0" rIns="0" bIns="0" rtlCol="0" anchor="ctr"/>
          <a:lstStyle/>
          <a:p>
            <a:pPr algn="l" indent="0" marL="0">
              <a:buNone/>
            </a:pPr>
            <a:r>
              <a:rPr lang="en-US" sz="2000" dirty="0">
                <a:solidFill>
                  <a:schemeClr val="tx1"/>
                </a:solidFill>
              </a:rPr>
              <a:t>Ik </a:t>
            </a:r>
            <a:r>
              <a:rPr lang="en-US" sz="2000" dirty="0">
                <a:solidFill>
                  <a:srgbClr val="B8C2CF"/>
                </a:solidFill>
              </a:rPr>
              <a:t>……</a:t>
            </a:r>
            <a:r>
              <a:rPr lang="en-US" sz="2000" dirty="0">
                <a:solidFill>
                  <a:schemeClr val="tx1"/>
                </a:solidFill>
              </a:rPr>
              <a:t> (gaan) met de trein naar Luik.</a:t>
            </a:r>
            <a:endParaRPr lang="en-US" sz="2000" dirty="0"/>
          </a:p>
        </p:txBody>
      </p:sp>
      <p:sp>
        <p:nvSpPr>
          <p:cNvPr id="44" name="Shape 40"/>
          <p:cNvSpPr/>
          <p:nvPr/>
        </p:nvSpPr>
        <p:spPr>
          <a:xfrm>
            <a:off x="6199632" y="4102608"/>
            <a:ext cx="5440680" cy="613664"/>
          </a:xfrm>
          <a:prstGeom prst="roundRect">
            <a:avLst>
              <a:gd name="adj" fmla="val 11921"/>
            </a:avLst>
          </a:prstGeom>
          <a:solidFill>
            <a:schemeClr val="bg2"/>
          </a:solidFill>
          <a:ln w="12700">
            <a:solidFill>
              <a:srgbClr val="D5DCE6"/>
            </a:solidFill>
            <a:prstDash val="solid"/>
          </a:ln>
        </p:spPr>
      </p:sp>
      <p:sp>
        <p:nvSpPr>
          <p:cNvPr id="45" name="Shape 41"/>
          <p:cNvSpPr/>
          <p:nvPr/>
        </p:nvSpPr>
        <p:spPr>
          <a:xfrm>
            <a:off x="6309360" y="4208272"/>
            <a:ext cx="402336" cy="402336"/>
          </a:xfrm>
          <a:prstGeom prst="ellipse">
            <a:avLst/>
          </a:prstGeom>
          <a:solidFill>
            <a:schemeClr val="tx2"/>
          </a:solidFill>
          <a:ln w="12700">
            <a:solidFill>
              <a:srgbClr val="FFFFFF">
                <a:alpha val="0"/>
              </a:srgbClr>
            </a:solidFill>
            <a:prstDash val="solid"/>
          </a:ln>
        </p:spPr>
      </p:sp>
      <p:sp>
        <p:nvSpPr>
          <p:cNvPr id="46" name="Text 42"/>
          <p:cNvSpPr txBox="1"/>
          <p:nvPr/>
        </p:nvSpPr>
        <p:spPr>
          <a:xfrm>
            <a:off x="6309360" y="420827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10</a:t>
            </a:r>
            <a:endParaRPr lang="en-US" sz="1400" dirty="0"/>
          </a:p>
        </p:txBody>
      </p:sp>
      <p:sp>
        <p:nvSpPr>
          <p:cNvPr id="47" name="Text 43"/>
          <p:cNvSpPr txBox="1"/>
          <p:nvPr/>
        </p:nvSpPr>
        <p:spPr>
          <a:xfrm>
            <a:off x="6839712" y="4102608"/>
            <a:ext cx="4663440" cy="613664"/>
          </a:xfrm>
          <a:prstGeom prst="rect">
            <a:avLst/>
          </a:prstGeom>
          <a:noFill/>
          <a:ln/>
        </p:spPr>
        <p:txBody>
          <a:bodyPr wrap="square" lIns="0" tIns="0" rIns="0" bIns="0" rtlCol="0" anchor="ctr"/>
          <a:lstStyle/>
          <a:p>
            <a:pPr algn="l" indent="0" marL="0">
              <a:buNone/>
            </a:pPr>
            <a:r>
              <a:rPr lang="en-US" sz="2000" dirty="0">
                <a:solidFill>
                  <a:srgbClr val="B8C2CF"/>
                </a:solidFill>
              </a:rPr>
              <a:t>……</a:t>
            </a:r>
            <a:r>
              <a:rPr lang="en-US" sz="2000" dirty="0">
                <a:solidFill>
                  <a:schemeClr val="tx1"/>
                </a:solidFill>
              </a:rPr>
              <a:t> (Zien) u de bus?</a:t>
            </a:r>
            <a:endParaRPr lang="en-US" sz="2000" dirty="0"/>
          </a:p>
        </p:txBody>
      </p:sp>
      <p:sp>
        <p:nvSpPr>
          <p:cNvPr id="48" name="Shape 44"/>
          <p:cNvSpPr/>
          <p:nvPr/>
        </p:nvSpPr>
        <p:spPr>
          <a:xfrm>
            <a:off x="6199632" y="4826000"/>
            <a:ext cx="5440680" cy="613664"/>
          </a:xfrm>
          <a:prstGeom prst="roundRect">
            <a:avLst>
              <a:gd name="adj" fmla="val 11921"/>
            </a:avLst>
          </a:prstGeom>
          <a:solidFill>
            <a:schemeClr val="bg2"/>
          </a:solidFill>
          <a:ln w="12700">
            <a:solidFill>
              <a:srgbClr val="D5DCE6"/>
            </a:solidFill>
            <a:prstDash val="solid"/>
          </a:ln>
        </p:spPr>
      </p:sp>
      <p:sp>
        <p:nvSpPr>
          <p:cNvPr id="49" name="Shape 45"/>
          <p:cNvSpPr/>
          <p:nvPr/>
        </p:nvSpPr>
        <p:spPr>
          <a:xfrm>
            <a:off x="6309360" y="4931664"/>
            <a:ext cx="402336" cy="402336"/>
          </a:xfrm>
          <a:prstGeom prst="ellipse">
            <a:avLst/>
          </a:prstGeom>
          <a:solidFill>
            <a:schemeClr val="tx2"/>
          </a:solidFill>
          <a:ln w="12700">
            <a:solidFill>
              <a:srgbClr val="FFFFFF">
                <a:alpha val="0"/>
              </a:srgbClr>
            </a:solidFill>
            <a:prstDash val="solid"/>
          </a:ln>
        </p:spPr>
      </p:sp>
      <p:sp>
        <p:nvSpPr>
          <p:cNvPr id="50" name="Text 46"/>
          <p:cNvSpPr txBox="1"/>
          <p:nvPr/>
        </p:nvSpPr>
        <p:spPr>
          <a:xfrm>
            <a:off x="6309360" y="493166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11</a:t>
            </a:r>
            <a:endParaRPr lang="en-US" sz="1400" dirty="0"/>
          </a:p>
        </p:txBody>
      </p:sp>
      <p:sp>
        <p:nvSpPr>
          <p:cNvPr id="51" name="Text 47"/>
          <p:cNvSpPr txBox="1"/>
          <p:nvPr/>
        </p:nvSpPr>
        <p:spPr>
          <a:xfrm>
            <a:off x="6839712" y="4826000"/>
            <a:ext cx="4663440" cy="613664"/>
          </a:xfrm>
          <a:prstGeom prst="rect">
            <a:avLst/>
          </a:prstGeom>
          <a:noFill/>
          <a:ln/>
        </p:spPr>
        <p:txBody>
          <a:bodyPr wrap="square" lIns="0" tIns="0" rIns="0" bIns="0" rtlCol="0" anchor="ctr"/>
          <a:lstStyle/>
          <a:p>
            <a:pPr algn="l" indent="0" marL="0">
              <a:buNone/>
            </a:pPr>
            <a:r>
              <a:rPr lang="en-US" sz="1800" dirty="0">
                <a:solidFill>
                  <a:schemeClr val="tx1"/>
                </a:solidFill>
              </a:rPr>
              <a:t>Sofie </a:t>
            </a:r>
            <a:r>
              <a:rPr lang="en-US" sz="1800" dirty="0">
                <a:solidFill>
                  <a:srgbClr val="B8C2CF"/>
                </a:solidFill>
              </a:rPr>
              <a:t>……</a:t>
            </a:r>
            <a:r>
              <a:rPr lang="en-US" sz="1800" dirty="0">
                <a:solidFill>
                  <a:schemeClr val="tx1"/>
                </a:solidFill>
              </a:rPr>
              <a:t> (schrijven) een mail naar de klant.</a:t>
            </a:r>
            <a:endParaRPr lang="en-US" sz="1800" dirty="0"/>
          </a:p>
        </p:txBody>
      </p:sp>
      <p:sp>
        <p:nvSpPr>
          <p:cNvPr id="52" name="Shape 48"/>
          <p:cNvSpPr/>
          <p:nvPr/>
        </p:nvSpPr>
        <p:spPr>
          <a:xfrm>
            <a:off x="6199632" y="5549392"/>
            <a:ext cx="5440680" cy="613664"/>
          </a:xfrm>
          <a:prstGeom prst="roundRect">
            <a:avLst>
              <a:gd name="adj" fmla="val 11921"/>
            </a:avLst>
          </a:prstGeom>
          <a:solidFill>
            <a:schemeClr val="bg2"/>
          </a:solidFill>
          <a:ln w="12700">
            <a:solidFill>
              <a:srgbClr val="D5DCE6"/>
            </a:solidFill>
            <a:prstDash val="solid"/>
          </a:ln>
        </p:spPr>
      </p:sp>
      <p:sp>
        <p:nvSpPr>
          <p:cNvPr id="53" name="Shape 49"/>
          <p:cNvSpPr/>
          <p:nvPr/>
        </p:nvSpPr>
        <p:spPr>
          <a:xfrm>
            <a:off x="6309360" y="5655056"/>
            <a:ext cx="402336" cy="402336"/>
          </a:xfrm>
          <a:prstGeom prst="ellipse">
            <a:avLst/>
          </a:prstGeom>
          <a:solidFill>
            <a:schemeClr val="tx2"/>
          </a:solidFill>
          <a:ln w="12700">
            <a:solidFill>
              <a:srgbClr val="FFFFFF">
                <a:alpha val="0"/>
              </a:srgbClr>
            </a:solidFill>
            <a:prstDash val="solid"/>
          </a:ln>
        </p:spPr>
      </p:sp>
      <p:sp>
        <p:nvSpPr>
          <p:cNvPr id="54" name="Text 50"/>
          <p:cNvSpPr txBox="1"/>
          <p:nvPr/>
        </p:nvSpPr>
        <p:spPr>
          <a:xfrm>
            <a:off x="6309360" y="5655056"/>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12</a:t>
            </a:r>
            <a:endParaRPr lang="en-US" sz="1400" dirty="0"/>
          </a:p>
        </p:txBody>
      </p:sp>
      <p:sp>
        <p:nvSpPr>
          <p:cNvPr id="55" name="Text 51"/>
          <p:cNvSpPr txBox="1"/>
          <p:nvPr/>
        </p:nvSpPr>
        <p:spPr>
          <a:xfrm>
            <a:off x="6839712" y="5549392"/>
            <a:ext cx="4663440" cy="613664"/>
          </a:xfrm>
          <a:prstGeom prst="rect">
            <a:avLst/>
          </a:prstGeom>
          <a:noFill/>
          <a:ln/>
        </p:spPr>
        <p:txBody>
          <a:bodyPr wrap="square" lIns="0" tIns="0" rIns="0" bIns="0" rtlCol="0" anchor="ctr"/>
          <a:lstStyle/>
          <a:p>
            <a:pPr algn="l" indent="0" marL="0">
              <a:buNone/>
            </a:pPr>
            <a:r>
              <a:rPr lang="en-US" sz="2000" dirty="0">
                <a:solidFill>
                  <a:schemeClr val="tx1"/>
                </a:solidFill>
              </a:rPr>
              <a:t>We </a:t>
            </a:r>
            <a:r>
              <a:rPr lang="en-US" sz="2000" dirty="0">
                <a:solidFill>
                  <a:srgbClr val="B8C2CF"/>
                </a:solidFill>
              </a:rPr>
              <a:t>……</a:t>
            </a:r>
            <a:r>
              <a:rPr lang="en-US" sz="2000" dirty="0">
                <a:solidFill>
                  <a:schemeClr val="tx1"/>
                </a:solidFill>
              </a:rPr>
              <a:t> (blijven) vandaag thuis.</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Conjugue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Conjuguez le verbe entre parenthèses. Attention aux réflexes et à l’inversion !</a:t>
            </a:r>
            <a:endParaRPr lang="en-US" sz="1700" dirty="0"/>
          </a:p>
        </p:txBody>
      </p:sp>
      <p:sp>
        <p:nvSpPr>
          <p:cNvPr id="9" name="Shape 5"/>
          <p:cNvSpPr/>
          <p:nvPr/>
        </p:nvSpPr>
        <p:spPr>
          <a:xfrm>
            <a:off x="548640" y="1932432"/>
            <a:ext cx="5440680" cy="613664"/>
          </a:xfrm>
          <a:prstGeom prst="roundRect">
            <a:avLst>
              <a:gd name="adj" fmla="val 11921"/>
            </a:avLst>
          </a:prstGeom>
          <a:solidFill>
            <a:schemeClr val="bg2"/>
          </a:solidFill>
          <a:ln w="12700">
            <a:solidFill>
              <a:srgbClr val="D5DCE6"/>
            </a:solidFill>
            <a:prstDash val="solid"/>
          </a:ln>
        </p:spPr>
      </p:sp>
      <p:sp>
        <p:nvSpPr>
          <p:cNvPr id="10" name="Shape 6"/>
          <p:cNvSpPr/>
          <p:nvPr/>
        </p:nvSpPr>
        <p:spPr>
          <a:xfrm>
            <a:off x="658368" y="2038096"/>
            <a:ext cx="402336" cy="402336"/>
          </a:xfrm>
          <a:prstGeom prst="ellipse">
            <a:avLst/>
          </a:prstGeom>
          <a:solidFill>
            <a:schemeClr val="tx2"/>
          </a:solidFill>
          <a:ln w="12700">
            <a:solidFill>
              <a:srgbClr val="FFFFFF">
                <a:alpha val="0"/>
              </a:srgbClr>
            </a:solidFill>
            <a:prstDash val="solid"/>
          </a:ln>
        </p:spPr>
      </p:sp>
      <p:sp>
        <p:nvSpPr>
          <p:cNvPr id="11" name="Text 7"/>
          <p:cNvSpPr txBox="1"/>
          <p:nvPr/>
        </p:nvSpPr>
        <p:spPr>
          <a:xfrm>
            <a:off x="658368" y="2038096"/>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 8"/>
          <p:cNvSpPr txBox="1"/>
          <p:nvPr/>
        </p:nvSpPr>
        <p:spPr>
          <a:xfrm>
            <a:off x="1188720" y="1932432"/>
            <a:ext cx="4663440" cy="613664"/>
          </a:xfrm>
          <a:prstGeom prst="rect">
            <a:avLst/>
          </a:prstGeom>
          <a:noFill/>
          <a:ln/>
        </p:spPr>
        <p:txBody>
          <a:bodyPr wrap="square" lIns="0" tIns="0" rIns="0" bIns="0" rtlCol="0" anchor="ctr"/>
          <a:lstStyle/>
          <a:p>
            <a:pPr algn="l" indent="0" marL="0">
              <a:buNone/>
            </a:pPr>
            <a:r>
              <a:rPr lang="en-US" sz="2000" dirty="0">
                <a:solidFill>
                  <a:schemeClr val="tx1"/>
                </a:solidFill>
              </a:rPr>
              <a:t>Jan en Sofie </a:t>
            </a:r>
            <a:r>
              <a:rPr lang="en-US" sz="2000" b="1" dirty="0">
                <a:solidFill>
                  <a:schemeClr val="accent3"/>
                </a:solidFill>
              </a:rPr>
              <a:t>geven</a:t>
            </a:r>
            <a:r>
              <a:rPr lang="en-US" sz="2000" dirty="0">
                <a:solidFill>
                  <a:schemeClr val="tx1"/>
                </a:solidFill>
              </a:rPr>
              <a:t> een cadeau.</a:t>
            </a:r>
            <a:endParaRPr lang="en-US" sz="2000" dirty="0"/>
          </a:p>
        </p:txBody>
      </p:sp>
      <p:sp>
        <p:nvSpPr>
          <p:cNvPr id="13" name="Shape 9"/>
          <p:cNvSpPr/>
          <p:nvPr/>
        </p:nvSpPr>
        <p:spPr>
          <a:xfrm>
            <a:off x="548640" y="2655824"/>
            <a:ext cx="5440680" cy="613664"/>
          </a:xfrm>
          <a:prstGeom prst="roundRect">
            <a:avLst>
              <a:gd name="adj" fmla="val 11921"/>
            </a:avLst>
          </a:prstGeom>
          <a:solidFill>
            <a:schemeClr val="bg2"/>
          </a:solidFill>
          <a:ln w="12700">
            <a:solidFill>
              <a:srgbClr val="D5DCE6"/>
            </a:solidFill>
            <a:prstDash val="solid"/>
          </a:ln>
        </p:spPr>
      </p:sp>
      <p:sp>
        <p:nvSpPr>
          <p:cNvPr id="14" name="Shape 10"/>
          <p:cNvSpPr/>
          <p:nvPr/>
        </p:nvSpPr>
        <p:spPr>
          <a:xfrm>
            <a:off x="658368" y="2761488"/>
            <a:ext cx="402336" cy="402336"/>
          </a:xfrm>
          <a:prstGeom prst="ellipse">
            <a:avLst/>
          </a:prstGeom>
          <a:solidFill>
            <a:schemeClr val="tx2"/>
          </a:solidFill>
          <a:ln w="12700">
            <a:solidFill>
              <a:srgbClr val="FFFFFF">
                <a:alpha val="0"/>
              </a:srgbClr>
            </a:solidFill>
            <a:prstDash val="solid"/>
          </a:ln>
        </p:spPr>
      </p:sp>
      <p:sp>
        <p:nvSpPr>
          <p:cNvPr id="15" name="Text 11"/>
          <p:cNvSpPr txBox="1"/>
          <p:nvPr/>
        </p:nvSpPr>
        <p:spPr>
          <a:xfrm>
            <a:off x="658368" y="2761488"/>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6" name="Text 12"/>
          <p:cNvSpPr txBox="1"/>
          <p:nvPr/>
        </p:nvSpPr>
        <p:spPr>
          <a:xfrm>
            <a:off x="1188720" y="2655824"/>
            <a:ext cx="4663440" cy="613664"/>
          </a:xfrm>
          <a:prstGeom prst="rect">
            <a:avLst/>
          </a:prstGeom>
          <a:noFill/>
          <a:ln/>
        </p:spPr>
        <p:txBody>
          <a:bodyPr wrap="square" lIns="0" tIns="0" rIns="0" bIns="0" rtlCol="0" anchor="ctr"/>
          <a:lstStyle/>
          <a:p>
            <a:pPr algn="l" indent="0" marL="0">
              <a:buNone/>
            </a:pPr>
            <a:r>
              <a:rPr lang="en-US" sz="2000" dirty="0">
                <a:solidFill>
                  <a:schemeClr val="tx1"/>
                </a:solidFill>
              </a:rPr>
              <a:t>Ik </a:t>
            </a:r>
            <a:r>
              <a:rPr lang="en-US" sz="2000" b="1" dirty="0">
                <a:solidFill>
                  <a:schemeClr val="accent3"/>
                </a:solidFill>
              </a:rPr>
              <a:t>rei</a:t>
            </a:r>
            <a:r>
              <a:rPr lang="en-US" sz="2000" b="1" dirty="0">
                <a:solidFill>
                  <a:schemeClr val="accent1"/>
                </a:solidFill>
              </a:rPr>
              <a:t>s</a:t>
            </a:r>
            <a:r>
              <a:rPr lang="en-US" sz="2000" dirty="0">
                <a:solidFill>
                  <a:schemeClr val="tx1"/>
                </a:solidFill>
              </a:rPr>
              <a:t> elke zomer.</a:t>
            </a:r>
            <a:endParaRPr lang="en-US" sz="2000" dirty="0"/>
          </a:p>
        </p:txBody>
      </p:sp>
      <p:sp>
        <p:nvSpPr>
          <p:cNvPr id="17" name="Shape 13"/>
          <p:cNvSpPr/>
          <p:nvPr/>
        </p:nvSpPr>
        <p:spPr>
          <a:xfrm>
            <a:off x="548640" y="3379216"/>
            <a:ext cx="5440680" cy="613664"/>
          </a:xfrm>
          <a:prstGeom prst="roundRect">
            <a:avLst>
              <a:gd name="adj" fmla="val 11921"/>
            </a:avLst>
          </a:prstGeom>
          <a:solidFill>
            <a:schemeClr val="bg2"/>
          </a:solidFill>
          <a:ln w="12700">
            <a:solidFill>
              <a:srgbClr val="D5DCE6"/>
            </a:solidFill>
            <a:prstDash val="solid"/>
          </a:ln>
        </p:spPr>
      </p:sp>
      <p:sp>
        <p:nvSpPr>
          <p:cNvPr id="18" name="Shape 14"/>
          <p:cNvSpPr/>
          <p:nvPr/>
        </p:nvSpPr>
        <p:spPr>
          <a:xfrm>
            <a:off x="658368" y="3484880"/>
            <a:ext cx="402336" cy="402336"/>
          </a:xfrm>
          <a:prstGeom prst="ellipse">
            <a:avLst/>
          </a:prstGeom>
          <a:solidFill>
            <a:schemeClr val="tx2"/>
          </a:solidFill>
          <a:ln w="12700">
            <a:solidFill>
              <a:srgbClr val="FFFFFF">
                <a:alpha val="0"/>
              </a:srgbClr>
            </a:solidFill>
            <a:prstDash val="solid"/>
          </a:ln>
        </p:spPr>
      </p:sp>
      <p:sp>
        <p:nvSpPr>
          <p:cNvPr id="19" name="Text 15"/>
          <p:cNvSpPr txBox="1"/>
          <p:nvPr/>
        </p:nvSpPr>
        <p:spPr>
          <a:xfrm>
            <a:off x="658368" y="348488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0" name="Text 16"/>
          <p:cNvSpPr txBox="1"/>
          <p:nvPr/>
        </p:nvSpPr>
        <p:spPr>
          <a:xfrm>
            <a:off x="1188720" y="3379216"/>
            <a:ext cx="4663440" cy="613664"/>
          </a:xfrm>
          <a:prstGeom prst="rect">
            <a:avLst/>
          </a:prstGeom>
          <a:noFill/>
          <a:ln/>
        </p:spPr>
        <p:txBody>
          <a:bodyPr wrap="square" lIns="0" tIns="0" rIns="0" bIns="0" rtlCol="0" anchor="ctr"/>
          <a:lstStyle/>
          <a:p>
            <a:pPr algn="l" indent="0" marL="0">
              <a:buNone/>
            </a:pPr>
            <a:r>
              <a:rPr lang="en-US" sz="2000" dirty="0">
                <a:solidFill>
                  <a:schemeClr val="tx1"/>
                </a:solidFill>
              </a:rPr>
              <a:t>Jij </a:t>
            </a:r>
            <a:r>
              <a:rPr lang="en-US" sz="2000" b="1" dirty="0">
                <a:solidFill>
                  <a:schemeClr val="accent3"/>
                </a:solidFill>
              </a:rPr>
              <a:t>lee</a:t>
            </a:r>
            <a:r>
              <a:rPr lang="en-US" sz="2000" b="1" dirty="0">
                <a:solidFill>
                  <a:schemeClr val="accent1"/>
                </a:solidFill>
              </a:rPr>
              <a:t>s</a:t>
            </a:r>
            <a:r>
              <a:rPr lang="en-US" sz="2000" b="1" dirty="0">
                <a:solidFill>
                  <a:schemeClr val="accent3"/>
                </a:solidFill>
              </a:rPr>
              <a:t>t</a:t>
            </a:r>
            <a:r>
              <a:rPr lang="en-US" sz="2000" dirty="0">
                <a:solidFill>
                  <a:schemeClr val="tx1"/>
                </a:solidFill>
              </a:rPr>
              <a:t> veel boeken.</a:t>
            </a:r>
            <a:endParaRPr lang="en-US" sz="2000" dirty="0"/>
          </a:p>
        </p:txBody>
      </p:sp>
      <p:sp>
        <p:nvSpPr>
          <p:cNvPr id="21" name="Shape 17"/>
          <p:cNvSpPr/>
          <p:nvPr/>
        </p:nvSpPr>
        <p:spPr>
          <a:xfrm>
            <a:off x="548640" y="4102608"/>
            <a:ext cx="5440680" cy="613664"/>
          </a:xfrm>
          <a:prstGeom prst="roundRect">
            <a:avLst>
              <a:gd name="adj" fmla="val 11921"/>
            </a:avLst>
          </a:prstGeom>
          <a:solidFill>
            <a:schemeClr val="bg2"/>
          </a:solidFill>
          <a:ln w="12700">
            <a:solidFill>
              <a:srgbClr val="D5DCE6"/>
            </a:solidFill>
            <a:prstDash val="solid"/>
          </a:ln>
        </p:spPr>
      </p:sp>
      <p:sp>
        <p:nvSpPr>
          <p:cNvPr id="22" name="Shape 18"/>
          <p:cNvSpPr/>
          <p:nvPr/>
        </p:nvSpPr>
        <p:spPr>
          <a:xfrm>
            <a:off x="658368" y="4208272"/>
            <a:ext cx="402336" cy="402336"/>
          </a:xfrm>
          <a:prstGeom prst="ellipse">
            <a:avLst/>
          </a:prstGeom>
          <a:solidFill>
            <a:schemeClr val="tx2"/>
          </a:solidFill>
          <a:ln w="12700">
            <a:solidFill>
              <a:srgbClr val="FFFFFF">
                <a:alpha val="0"/>
              </a:srgbClr>
            </a:solidFill>
            <a:prstDash val="solid"/>
          </a:ln>
        </p:spPr>
      </p:sp>
      <p:sp>
        <p:nvSpPr>
          <p:cNvPr id="23" name="Text 19"/>
          <p:cNvSpPr txBox="1"/>
          <p:nvPr/>
        </p:nvSpPr>
        <p:spPr>
          <a:xfrm>
            <a:off x="658368" y="420827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0"/>
          <p:cNvSpPr txBox="1"/>
          <p:nvPr/>
        </p:nvSpPr>
        <p:spPr>
          <a:xfrm>
            <a:off x="1188720" y="4102608"/>
            <a:ext cx="4663440" cy="613664"/>
          </a:xfrm>
          <a:prstGeom prst="rect">
            <a:avLst/>
          </a:prstGeom>
          <a:noFill/>
          <a:ln/>
        </p:spPr>
        <p:txBody>
          <a:bodyPr wrap="square" lIns="0" tIns="0" rIns="0" bIns="0" rtlCol="0" anchor="ctr"/>
          <a:lstStyle/>
          <a:p>
            <a:pPr algn="l" indent="0" marL="0">
              <a:buNone/>
            </a:pPr>
            <a:r>
              <a:rPr lang="en-US" sz="2000" b="1" dirty="0">
                <a:solidFill>
                  <a:schemeClr val="accent3"/>
                </a:solidFill>
              </a:rPr>
              <a:t>Lee</a:t>
            </a:r>
            <a:r>
              <a:rPr lang="en-US" sz="2000" b="1" dirty="0">
                <a:solidFill>
                  <a:schemeClr val="accent1"/>
                </a:solidFill>
              </a:rPr>
              <a:t>f</a:t>
            </a:r>
            <a:r>
              <a:rPr lang="en-US" sz="2000" dirty="0">
                <a:solidFill>
                  <a:schemeClr val="tx1"/>
                </a:solidFill>
              </a:rPr>
              <a:t> jij gezond?</a:t>
            </a:r>
            <a:endParaRPr lang="en-US" sz="2000" dirty="0"/>
          </a:p>
        </p:txBody>
      </p:sp>
      <p:sp>
        <p:nvSpPr>
          <p:cNvPr id="25" name="Shape 21"/>
          <p:cNvSpPr/>
          <p:nvPr/>
        </p:nvSpPr>
        <p:spPr>
          <a:xfrm>
            <a:off x="548640" y="4826000"/>
            <a:ext cx="5440680" cy="613664"/>
          </a:xfrm>
          <a:prstGeom prst="roundRect">
            <a:avLst>
              <a:gd name="adj" fmla="val 11921"/>
            </a:avLst>
          </a:prstGeom>
          <a:solidFill>
            <a:schemeClr val="bg2"/>
          </a:solidFill>
          <a:ln w="12700">
            <a:solidFill>
              <a:srgbClr val="D5DCE6"/>
            </a:solidFill>
            <a:prstDash val="solid"/>
          </a:ln>
        </p:spPr>
      </p:sp>
      <p:sp>
        <p:nvSpPr>
          <p:cNvPr id="26" name="Shape 22"/>
          <p:cNvSpPr/>
          <p:nvPr/>
        </p:nvSpPr>
        <p:spPr>
          <a:xfrm>
            <a:off x="658368" y="4931664"/>
            <a:ext cx="402336" cy="402336"/>
          </a:xfrm>
          <a:prstGeom prst="ellipse">
            <a:avLst/>
          </a:prstGeom>
          <a:solidFill>
            <a:schemeClr val="tx2"/>
          </a:solidFill>
          <a:ln w="12700">
            <a:solidFill>
              <a:srgbClr val="FFFFFF">
                <a:alpha val="0"/>
              </a:srgbClr>
            </a:solidFill>
            <a:prstDash val="solid"/>
          </a:ln>
        </p:spPr>
      </p:sp>
      <p:sp>
        <p:nvSpPr>
          <p:cNvPr id="27" name="Text 23"/>
          <p:cNvSpPr txBox="1"/>
          <p:nvPr/>
        </p:nvSpPr>
        <p:spPr>
          <a:xfrm>
            <a:off x="658368" y="493166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ext 24"/>
          <p:cNvSpPr txBox="1"/>
          <p:nvPr/>
        </p:nvSpPr>
        <p:spPr>
          <a:xfrm>
            <a:off x="1188720" y="4826000"/>
            <a:ext cx="4663440" cy="613664"/>
          </a:xfrm>
          <a:prstGeom prst="rect">
            <a:avLst/>
          </a:prstGeom>
          <a:noFill/>
          <a:ln/>
        </p:spPr>
        <p:txBody>
          <a:bodyPr wrap="square" lIns="0" tIns="0" rIns="0" bIns="0" rtlCol="0" anchor="ctr"/>
          <a:lstStyle/>
          <a:p>
            <a:pPr algn="l" indent="0" marL="0">
              <a:buNone/>
            </a:pPr>
            <a:r>
              <a:rPr lang="en-US" sz="2000" dirty="0">
                <a:solidFill>
                  <a:schemeClr val="tx1"/>
                </a:solidFill>
              </a:rPr>
              <a:t>U </a:t>
            </a:r>
            <a:r>
              <a:rPr lang="en-US" sz="2000" b="1" dirty="0">
                <a:solidFill>
                  <a:schemeClr val="accent3"/>
                </a:solidFill>
              </a:rPr>
              <a:t>rij</a:t>
            </a:r>
            <a:r>
              <a:rPr lang="en-US" sz="2000" b="1" dirty="0">
                <a:solidFill>
                  <a:schemeClr val="accent1"/>
                </a:solidFill>
              </a:rPr>
              <a:t>dt</a:t>
            </a:r>
            <a:r>
              <a:rPr lang="en-US" sz="2000" dirty="0">
                <a:solidFill>
                  <a:schemeClr val="tx1"/>
                </a:solidFill>
              </a:rPr>
              <a:t> voorzichtig.</a:t>
            </a:r>
            <a:endParaRPr lang="en-US" sz="2000" dirty="0"/>
          </a:p>
        </p:txBody>
      </p:sp>
      <p:sp>
        <p:nvSpPr>
          <p:cNvPr id="29" name="Shape 25"/>
          <p:cNvSpPr/>
          <p:nvPr/>
        </p:nvSpPr>
        <p:spPr>
          <a:xfrm>
            <a:off x="548640" y="5549392"/>
            <a:ext cx="5440680" cy="613664"/>
          </a:xfrm>
          <a:prstGeom prst="roundRect">
            <a:avLst>
              <a:gd name="adj" fmla="val 11921"/>
            </a:avLst>
          </a:prstGeom>
          <a:solidFill>
            <a:schemeClr val="bg2"/>
          </a:solidFill>
          <a:ln w="12700">
            <a:solidFill>
              <a:srgbClr val="D5DCE6"/>
            </a:solidFill>
            <a:prstDash val="solid"/>
          </a:ln>
        </p:spPr>
      </p:sp>
      <p:sp>
        <p:nvSpPr>
          <p:cNvPr id="30" name="Shape 26"/>
          <p:cNvSpPr/>
          <p:nvPr/>
        </p:nvSpPr>
        <p:spPr>
          <a:xfrm>
            <a:off x="658368" y="5655056"/>
            <a:ext cx="402336" cy="402336"/>
          </a:xfrm>
          <a:prstGeom prst="ellipse">
            <a:avLst/>
          </a:prstGeom>
          <a:solidFill>
            <a:schemeClr val="tx2"/>
          </a:solidFill>
          <a:ln w="12700">
            <a:solidFill>
              <a:srgbClr val="FFFFFF">
                <a:alpha val="0"/>
              </a:srgbClr>
            </a:solidFill>
            <a:prstDash val="solid"/>
          </a:ln>
        </p:spPr>
      </p:sp>
      <p:sp>
        <p:nvSpPr>
          <p:cNvPr id="31" name="Text 27"/>
          <p:cNvSpPr txBox="1"/>
          <p:nvPr/>
        </p:nvSpPr>
        <p:spPr>
          <a:xfrm>
            <a:off x="658368" y="5655056"/>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2" name="Text 28"/>
          <p:cNvSpPr txBox="1"/>
          <p:nvPr/>
        </p:nvSpPr>
        <p:spPr>
          <a:xfrm>
            <a:off x="1188720" y="5549392"/>
            <a:ext cx="4663440" cy="613664"/>
          </a:xfrm>
          <a:prstGeom prst="rect">
            <a:avLst/>
          </a:prstGeom>
          <a:noFill/>
          <a:ln/>
        </p:spPr>
        <p:txBody>
          <a:bodyPr wrap="square" lIns="0" tIns="0" rIns="0" bIns="0" rtlCol="0" anchor="ctr"/>
          <a:lstStyle/>
          <a:p>
            <a:pPr algn="l" indent="0" marL="0">
              <a:buNone/>
            </a:pPr>
            <a:r>
              <a:rPr lang="en-US" sz="2000" dirty="0">
                <a:solidFill>
                  <a:schemeClr val="tx1"/>
                </a:solidFill>
              </a:rPr>
              <a:t>Mijn collega </a:t>
            </a:r>
            <a:r>
              <a:rPr lang="en-US" sz="2000" b="1" dirty="0">
                <a:solidFill>
                  <a:schemeClr val="accent3"/>
                </a:solidFill>
              </a:rPr>
              <a:t>praat</a:t>
            </a:r>
            <a:r>
              <a:rPr lang="en-US" sz="2000" dirty="0">
                <a:solidFill>
                  <a:schemeClr val="tx1"/>
                </a:solidFill>
              </a:rPr>
              <a:t> te veel.</a:t>
            </a:r>
            <a:endParaRPr lang="en-US" sz="2000" dirty="0"/>
          </a:p>
        </p:txBody>
      </p:sp>
      <p:sp>
        <p:nvSpPr>
          <p:cNvPr id="33" name="Shape 29"/>
          <p:cNvSpPr/>
          <p:nvPr/>
        </p:nvSpPr>
        <p:spPr>
          <a:xfrm>
            <a:off x="6199632" y="1932432"/>
            <a:ext cx="5440680" cy="613664"/>
          </a:xfrm>
          <a:prstGeom prst="roundRect">
            <a:avLst>
              <a:gd name="adj" fmla="val 11921"/>
            </a:avLst>
          </a:prstGeom>
          <a:solidFill>
            <a:schemeClr val="bg2"/>
          </a:solidFill>
          <a:ln w="12700">
            <a:solidFill>
              <a:srgbClr val="D5DCE6"/>
            </a:solidFill>
            <a:prstDash val="solid"/>
          </a:ln>
        </p:spPr>
      </p:sp>
      <p:sp>
        <p:nvSpPr>
          <p:cNvPr id="34" name="Shape 30"/>
          <p:cNvSpPr/>
          <p:nvPr/>
        </p:nvSpPr>
        <p:spPr>
          <a:xfrm>
            <a:off x="6309360" y="2038096"/>
            <a:ext cx="402336" cy="402336"/>
          </a:xfrm>
          <a:prstGeom prst="ellipse">
            <a:avLst/>
          </a:prstGeom>
          <a:solidFill>
            <a:schemeClr val="tx2"/>
          </a:solidFill>
          <a:ln w="12700">
            <a:solidFill>
              <a:srgbClr val="FFFFFF">
                <a:alpha val="0"/>
              </a:srgbClr>
            </a:solidFill>
            <a:prstDash val="solid"/>
          </a:ln>
        </p:spPr>
      </p:sp>
      <p:sp>
        <p:nvSpPr>
          <p:cNvPr id="35" name="Text 31"/>
          <p:cNvSpPr txBox="1"/>
          <p:nvPr/>
        </p:nvSpPr>
        <p:spPr>
          <a:xfrm>
            <a:off x="6309360" y="2038096"/>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6" name="Text 32"/>
          <p:cNvSpPr txBox="1"/>
          <p:nvPr/>
        </p:nvSpPr>
        <p:spPr>
          <a:xfrm>
            <a:off x="6839712" y="1932432"/>
            <a:ext cx="4663440" cy="613664"/>
          </a:xfrm>
          <a:prstGeom prst="rect">
            <a:avLst/>
          </a:prstGeom>
          <a:noFill/>
          <a:ln/>
        </p:spPr>
        <p:txBody>
          <a:bodyPr wrap="square" lIns="0" tIns="0" rIns="0" bIns="0" rtlCol="0" anchor="ctr"/>
          <a:lstStyle/>
          <a:p>
            <a:pPr algn="l" indent="0" marL="0">
              <a:buNone/>
            </a:pPr>
            <a:r>
              <a:rPr lang="en-US" sz="2000" dirty="0">
                <a:solidFill>
                  <a:schemeClr val="tx1"/>
                </a:solidFill>
              </a:rPr>
              <a:t>Hij </a:t>
            </a:r>
            <a:r>
              <a:rPr lang="en-US" sz="2000" b="1" dirty="0">
                <a:solidFill>
                  <a:schemeClr val="accent3"/>
                </a:solidFill>
              </a:rPr>
              <a:t>wor</a:t>
            </a:r>
            <a:r>
              <a:rPr lang="en-US" sz="2000" b="1" dirty="0">
                <a:solidFill>
                  <a:schemeClr val="accent1"/>
                </a:solidFill>
              </a:rPr>
              <a:t>dt</a:t>
            </a:r>
            <a:r>
              <a:rPr lang="en-US" sz="2000" dirty="0">
                <a:solidFill>
                  <a:schemeClr val="tx1"/>
                </a:solidFill>
              </a:rPr>
              <a:t> volgende maand 40.</a:t>
            </a:r>
            <a:endParaRPr lang="en-US" sz="2000" dirty="0"/>
          </a:p>
        </p:txBody>
      </p:sp>
      <p:sp>
        <p:nvSpPr>
          <p:cNvPr id="37" name="Shape 33"/>
          <p:cNvSpPr/>
          <p:nvPr/>
        </p:nvSpPr>
        <p:spPr>
          <a:xfrm>
            <a:off x="6199632" y="2655824"/>
            <a:ext cx="5440680" cy="613664"/>
          </a:xfrm>
          <a:prstGeom prst="roundRect">
            <a:avLst>
              <a:gd name="adj" fmla="val 11921"/>
            </a:avLst>
          </a:prstGeom>
          <a:solidFill>
            <a:schemeClr val="bg2"/>
          </a:solidFill>
          <a:ln w="12700">
            <a:solidFill>
              <a:srgbClr val="D5DCE6"/>
            </a:solidFill>
            <a:prstDash val="solid"/>
          </a:ln>
        </p:spPr>
      </p:sp>
      <p:sp>
        <p:nvSpPr>
          <p:cNvPr id="38" name="Shape 34"/>
          <p:cNvSpPr/>
          <p:nvPr/>
        </p:nvSpPr>
        <p:spPr>
          <a:xfrm>
            <a:off x="6309360" y="2761488"/>
            <a:ext cx="402336" cy="402336"/>
          </a:xfrm>
          <a:prstGeom prst="ellipse">
            <a:avLst/>
          </a:prstGeom>
          <a:solidFill>
            <a:schemeClr val="tx2"/>
          </a:solidFill>
          <a:ln w="12700">
            <a:solidFill>
              <a:srgbClr val="FFFFFF">
                <a:alpha val="0"/>
              </a:srgbClr>
            </a:solidFill>
            <a:prstDash val="solid"/>
          </a:ln>
        </p:spPr>
      </p:sp>
      <p:sp>
        <p:nvSpPr>
          <p:cNvPr id="39" name="Text 35"/>
          <p:cNvSpPr txBox="1"/>
          <p:nvPr/>
        </p:nvSpPr>
        <p:spPr>
          <a:xfrm>
            <a:off x="6309360" y="2761488"/>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40" name="Text 36"/>
          <p:cNvSpPr txBox="1"/>
          <p:nvPr/>
        </p:nvSpPr>
        <p:spPr>
          <a:xfrm>
            <a:off x="6839712" y="2655824"/>
            <a:ext cx="4663440" cy="613664"/>
          </a:xfrm>
          <a:prstGeom prst="rect">
            <a:avLst/>
          </a:prstGeom>
          <a:noFill/>
          <a:ln/>
        </p:spPr>
        <p:txBody>
          <a:bodyPr wrap="square" lIns="0" tIns="0" rIns="0" bIns="0" rtlCol="0" anchor="ctr"/>
          <a:lstStyle/>
          <a:p>
            <a:pPr algn="l" indent="0" marL="0">
              <a:buNone/>
            </a:pPr>
            <a:r>
              <a:rPr lang="en-US" sz="2000" b="1" dirty="0">
                <a:solidFill>
                  <a:schemeClr val="accent3"/>
                </a:solidFill>
              </a:rPr>
              <a:t>Vind</a:t>
            </a:r>
            <a:r>
              <a:rPr lang="en-US" sz="2000" dirty="0">
                <a:solidFill>
                  <a:schemeClr val="tx1"/>
                </a:solidFill>
              </a:rPr>
              <a:t> je de les leuk?</a:t>
            </a:r>
            <a:endParaRPr lang="en-US" sz="2000" dirty="0"/>
          </a:p>
        </p:txBody>
      </p:sp>
      <p:sp>
        <p:nvSpPr>
          <p:cNvPr id="41" name="Shape 37"/>
          <p:cNvSpPr/>
          <p:nvPr/>
        </p:nvSpPr>
        <p:spPr>
          <a:xfrm>
            <a:off x="6199632" y="3379216"/>
            <a:ext cx="5440680" cy="613664"/>
          </a:xfrm>
          <a:prstGeom prst="roundRect">
            <a:avLst>
              <a:gd name="adj" fmla="val 11921"/>
            </a:avLst>
          </a:prstGeom>
          <a:solidFill>
            <a:schemeClr val="bg2"/>
          </a:solidFill>
          <a:ln w="12700">
            <a:solidFill>
              <a:srgbClr val="D5DCE6"/>
            </a:solidFill>
            <a:prstDash val="solid"/>
          </a:ln>
        </p:spPr>
      </p:sp>
      <p:sp>
        <p:nvSpPr>
          <p:cNvPr id="42" name="Shape 38"/>
          <p:cNvSpPr/>
          <p:nvPr/>
        </p:nvSpPr>
        <p:spPr>
          <a:xfrm>
            <a:off x="6309360" y="3484880"/>
            <a:ext cx="402336" cy="402336"/>
          </a:xfrm>
          <a:prstGeom prst="ellipse">
            <a:avLst/>
          </a:prstGeom>
          <a:solidFill>
            <a:schemeClr val="tx2"/>
          </a:solidFill>
          <a:ln w="12700">
            <a:solidFill>
              <a:srgbClr val="FFFFFF">
                <a:alpha val="0"/>
              </a:srgbClr>
            </a:solidFill>
            <a:prstDash val="solid"/>
          </a:ln>
        </p:spPr>
      </p:sp>
      <p:sp>
        <p:nvSpPr>
          <p:cNvPr id="43" name="Text 39"/>
          <p:cNvSpPr txBox="1"/>
          <p:nvPr/>
        </p:nvSpPr>
        <p:spPr>
          <a:xfrm>
            <a:off x="6309360" y="348488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44" name="Text 40"/>
          <p:cNvSpPr txBox="1"/>
          <p:nvPr/>
        </p:nvSpPr>
        <p:spPr>
          <a:xfrm>
            <a:off x="6839712" y="3379216"/>
            <a:ext cx="4663440" cy="613664"/>
          </a:xfrm>
          <a:prstGeom prst="rect">
            <a:avLst/>
          </a:prstGeom>
          <a:noFill/>
          <a:ln/>
        </p:spPr>
        <p:txBody>
          <a:bodyPr wrap="square" lIns="0" tIns="0" rIns="0" bIns="0" rtlCol="0" anchor="ctr"/>
          <a:lstStyle/>
          <a:p>
            <a:pPr algn="l" indent="0" marL="0">
              <a:buNone/>
            </a:pPr>
            <a:r>
              <a:rPr lang="en-US" sz="2000" dirty="0">
                <a:solidFill>
                  <a:schemeClr val="tx1"/>
                </a:solidFill>
              </a:rPr>
              <a:t>Ik </a:t>
            </a:r>
            <a:r>
              <a:rPr lang="en-US" sz="2000" b="1" dirty="0">
                <a:solidFill>
                  <a:schemeClr val="accent3"/>
                </a:solidFill>
              </a:rPr>
              <a:t>ga</a:t>
            </a:r>
            <a:r>
              <a:rPr lang="en-US" sz="2000" dirty="0">
                <a:solidFill>
                  <a:schemeClr val="tx1"/>
                </a:solidFill>
              </a:rPr>
              <a:t> met de trein naar Luik.</a:t>
            </a:r>
            <a:endParaRPr lang="en-US" sz="2000" dirty="0"/>
          </a:p>
        </p:txBody>
      </p:sp>
      <p:sp>
        <p:nvSpPr>
          <p:cNvPr id="45" name="Shape 41"/>
          <p:cNvSpPr/>
          <p:nvPr/>
        </p:nvSpPr>
        <p:spPr>
          <a:xfrm>
            <a:off x="6199632" y="4102608"/>
            <a:ext cx="5440680" cy="613664"/>
          </a:xfrm>
          <a:prstGeom prst="roundRect">
            <a:avLst>
              <a:gd name="adj" fmla="val 11921"/>
            </a:avLst>
          </a:prstGeom>
          <a:solidFill>
            <a:schemeClr val="bg2"/>
          </a:solidFill>
          <a:ln w="12700">
            <a:solidFill>
              <a:srgbClr val="D5DCE6"/>
            </a:solidFill>
            <a:prstDash val="solid"/>
          </a:ln>
        </p:spPr>
      </p:sp>
      <p:sp>
        <p:nvSpPr>
          <p:cNvPr id="46" name="Shape 42"/>
          <p:cNvSpPr/>
          <p:nvPr/>
        </p:nvSpPr>
        <p:spPr>
          <a:xfrm>
            <a:off x="6309360" y="4208272"/>
            <a:ext cx="402336" cy="402336"/>
          </a:xfrm>
          <a:prstGeom prst="ellipse">
            <a:avLst/>
          </a:prstGeom>
          <a:solidFill>
            <a:schemeClr val="tx2"/>
          </a:solidFill>
          <a:ln w="12700">
            <a:solidFill>
              <a:srgbClr val="FFFFFF">
                <a:alpha val="0"/>
              </a:srgbClr>
            </a:solidFill>
            <a:prstDash val="solid"/>
          </a:ln>
        </p:spPr>
      </p:sp>
      <p:sp>
        <p:nvSpPr>
          <p:cNvPr id="47" name="Text 43"/>
          <p:cNvSpPr txBox="1"/>
          <p:nvPr/>
        </p:nvSpPr>
        <p:spPr>
          <a:xfrm>
            <a:off x="6309360" y="420827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10</a:t>
            </a:r>
            <a:endParaRPr lang="en-US" sz="1400" dirty="0"/>
          </a:p>
        </p:txBody>
      </p:sp>
      <p:sp>
        <p:nvSpPr>
          <p:cNvPr id="48" name="Text 44"/>
          <p:cNvSpPr txBox="1"/>
          <p:nvPr/>
        </p:nvSpPr>
        <p:spPr>
          <a:xfrm>
            <a:off x="6839712" y="4102608"/>
            <a:ext cx="4663440" cy="613664"/>
          </a:xfrm>
          <a:prstGeom prst="rect">
            <a:avLst/>
          </a:prstGeom>
          <a:noFill/>
          <a:ln/>
        </p:spPr>
        <p:txBody>
          <a:bodyPr wrap="square" lIns="0" tIns="0" rIns="0" bIns="0" rtlCol="0" anchor="ctr"/>
          <a:lstStyle/>
          <a:p>
            <a:pPr algn="l" indent="0" marL="0">
              <a:buNone/>
            </a:pPr>
            <a:r>
              <a:rPr lang="en-US" sz="2000" b="1" dirty="0">
                <a:solidFill>
                  <a:schemeClr val="accent3"/>
                </a:solidFill>
              </a:rPr>
              <a:t>Zie</a:t>
            </a:r>
            <a:r>
              <a:rPr lang="en-US" sz="2000" b="1" dirty="0">
                <a:solidFill>
                  <a:schemeClr val="accent1"/>
                </a:solidFill>
              </a:rPr>
              <a:t>t</a:t>
            </a:r>
            <a:r>
              <a:rPr lang="en-US" sz="2000" dirty="0">
                <a:solidFill>
                  <a:schemeClr val="tx1"/>
                </a:solidFill>
              </a:rPr>
              <a:t> u de bus?</a:t>
            </a:r>
            <a:endParaRPr lang="en-US" sz="2000" dirty="0"/>
          </a:p>
        </p:txBody>
      </p:sp>
      <p:sp>
        <p:nvSpPr>
          <p:cNvPr id="49" name="Shape 45"/>
          <p:cNvSpPr/>
          <p:nvPr/>
        </p:nvSpPr>
        <p:spPr>
          <a:xfrm>
            <a:off x="6199632" y="4826000"/>
            <a:ext cx="5440680" cy="613664"/>
          </a:xfrm>
          <a:prstGeom prst="roundRect">
            <a:avLst>
              <a:gd name="adj" fmla="val 11921"/>
            </a:avLst>
          </a:prstGeom>
          <a:solidFill>
            <a:schemeClr val="bg2"/>
          </a:solidFill>
          <a:ln w="12700">
            <a:solidFill>
              <a:srgbClr val="D5DCE6"/>
            </a:solidFill>
            <a:prstDash val="solid"/>
          </a:ln>
        </p:spPr>
      </p:sp>
      <p:sp>
        <p:nvSpPr>
          <p:cNvPr id="50" name="Shape 46"/>
          <p:cNvSpPr/>
          <p:nvPr/>
        </p:nvSpPr>
        <p:spPr>
          <a:xfrm>
            <a:off x="6309360" y="4931664"/>
            <a:ext cx="402336" cy="402336"/>
          </a:xfrm>
          <a:prstGeom prst="ellipse">
            <a:avLst/>
          </a:prstGeom>
          <a:solidFill>
            <a:schemeClr val="tx2"/>
          </a:solidFill>
          <a:ln w="12700">
            <a:solidFill>
              <a:srgbClr val="FFFFFF">
                <a:alpha val="0"/>
              </a:srgbClr>
            </a:solidFill>
            <a:prstDash val="solid"/>
          </a:ln>
        </p:spPr>
      </p:sp>
      <p:sp>
        <p:nvSpPr>
          <p:cNvPr id="51" name="Text 47"/>
          <p:cNvSpPr txBox="1"/>
          <p:nvPr/>
        </p:nvSpPr>
        <p:spPr>
          <a:xfrm>
            <a:off x="6309360" y="493166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11</a:t>
            </a:r>
            <a:endParaRPr lang="en-US" sz="1400" dirty="0"/>
          </a:p>
        </p:txBody>
      </p:sp>
      <p:sp>
        <p:nvSpPr>
          <p:cNvPr id="52" name="Text 48"/>
          <p:cNvSpPr txBox="1"/>
          <p:nvPr/>
        </p:nvSpPr>
        <p:spPr>
          <a:xfrm>
            <a:off x="6839712" y="4826000"/>
            <a:ext cx="4663440" cy="613664"/>
          </a:xfrm>
          <a:prstGeom prst="rect">
            <a:avLst/>
          </a:prstGeom>
          <a:noFill/>
          <a:ln/>
        </p:spPr>
        <p:txBody>
          <a:bodyPr wrap="square" lIns="0" tIns="0" rIns="0" bIns="0" rtlCol="0" anchor="ctr"/>
          <a:lstStyle/>
          <a:p>
            <a:pPr algn="l" indent="0" marL="0">
              <a:buNone/>
            </a:pPr>
            <a:r>
              <a:rPr lang="en-US" sz="2000" dirty="0">
                <a:solidFill>
                  <a:schemeClr val="tx1"/>
                </a:solidFill>
              </a:rPr>
              <a:t>Sofie </a:t>
            </a:r>
            <a:r>
              <a:rPr lang="en-US" sz="2000" b="1" dirty="0">
                <a:solidFill>
                  <a:schemeClr val="accent3"/>
                </a:solidFill>
              </a:rPr>
              <a:t>schrij</a:t>
            </a:r>
            <a:r>
              <a:rPr lang="en-US" sz="2000" b="1" dirty="0">
                <a:solidFill>
                  <a:schemeClr val="accent1"/>
                </a:solidFill>
              </a:rPr>
              <a:t>f</a:t>
            </a:r>
            <a:r>
              <a:rPr lang="en-US" sz="2000" b="1" dirty="0">
                <a:solidFill>
                  <a:schemeClr val="accent3"/>
                </a:solidFill>
              </a:rPr>
              <a:t>t</a:t>
            </a:r>
            <a:r>
              <a:rPr lang="en-US" sz="2000" dirty="0">
                <a:solidFill>
                  <a:schemeClr val="tx1"/>
                </a:solidFill>
              </a:rPr>
              <a:t> een mail naar de klant.</a:t>
            </a:r>
            <a:endParaRPr lang="en-US" sz="2000" dirty="0"/>
          </a:p>
        </p:txBody>
      </p:sp>
      <p:sp>
        <p:nvSpPr>
          <p:cNvPr id="53" name="Shape 49"/>
          <p:cNvSpPr/>
          <p:nvPr/>
        </p:nvSpPr>
        <p:spPr>
          <a:xfrm>
            <a:off x="6199632" y="5549392"/>
            <a:ext cx="5440680" cy="613664"/>
          </a:xfrm>
          <a:prstGeom prst="roundRect">
            <a:avLst>
              <a:gd name="adj" fmla="val 11921"/>
            </a:avLst>
          </a:prstGeom>
          <a:solidFill>
            <a:schemeClr val="bg2"/>
          </a:solidFill>
          <a:ln w="12700">
            <a:solidFill>
              <a:srgbClr val="D5DCE6"/>
            </a:solidFill>
            <a:prstDash val="solid"/>
          </a:ln>
        </p:spPr>
      </p:sp>
      <p:sp>
        <p:nvSpPr>
          <p:cNvPr id="54" name="Shape 50"/>
          <p:cNvSpPr/>
          <p:nvPr/>
        </p:nvSpPr>
        <p:spPr>
          <a:xfrm>
            <a:off x="6309360" y="5655056"/>
            <a:ext cx="402336" cy="402336"/>
          </a:xfrm>
          <a:prstGeom prst="ellipse">
            <a:avLst/>
          </a:prstGeom>
          <a:solidFill>
            <a:schemeClr val="tx2"/>
          </a:solidFill>
          <a:ln w="12700">
            <a:solidFill>
              <a:srgbClr val="FFFFFF">
                <a:alpha val="0"/>
              </a:srgbClr>
            </a:solidFill>
            <a:prstDash val="solid"/>
          </a:ln>
        </p:spPr>
      </p:sp>
      <p:sp>
        <p:nvSpPr>
          <p:cNvPr id="55" name="Text 51"/>
          <p:cNvSpPr txBox="1"/>
          <p:nvPr/>
        </p:nvSpPr>
        <p:spPr>
          <a:xfrm>
            <a:off x="6309360" y="5655056"/>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12</a:t>
            </a:r>
            <a:endParaRPr lang="en-US" sz="1400" dirty="0"/>
          </a:p>
        </p:txBody>
      </p:sp>
      <p:sp>
        <p:nvSpPr>
          <p:cNvPr id="56" name="Text 52"/>
          <p:cNvSpPr txBox="1"/>
          <p:nvPr/>
        </p:nvSpPr>
        <p:spPr>
          <a:xfrm>
            <a:off x="6839712" y="5549392"/>
            <a:ext cx="4663440" cy="613664"/>
          </a:xfrm>
          <a:prstGeom prst="rect">
            <a:avLst/>
          </a:prstGeom>
          <a:noFill/>
          <a:ln/>
        </p:spPr>
        <p:txBody>
          <a:bodyPr wrap="square" lIns="0" tIns="0" rIns="0" bIns="0" rtlCol="0" anchor="ctr"/>
          <a:lstStyle/>
          <a:p>
            <a:pPr algn="l" indent="0" marL="0">
              <a:buNone/>
            </a:pPr>
            <a:r>
              <a:rPr lang="en-US" sz="2000" dirty="0">
                <a:solidFill>
                  <a:schemeClr val="tx1"/>
                </a:solidFill>
              </a:rPr>
              <a:t>We </a:t>
            </a:r>
            <a:r>
              <a:rPr lang="en-US" sz="2000" b="1" dirty="0">
                <a:solidFill>
                  <a:schemeClr val="accent3"/>
                </a:solidFill>
              </a:rPr>
              <a:t>blijven</a:t>
            </a:r>
            <a:r>
              <a:rPr lang="en-US" sz="2000" dirty="0">
                <a:solidFill>
                  <a:schemeClr val="tx1"/>
                </a:solidFill>
              </a:rPr>
              <a:t> vandaag thuis.</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d, t ou dt ? (buzzer)</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Deux équipes, trois buzzers : d, t ou dt ? Justifiez avec </a:t>
            </a:r>
            <a:r>
              <a:rPr lang="en-US" sz="1700" i="1" dirty="0">
                <a:solidFill>
                  <a:schemeClr val="accent5"/>
                </a:solidFill>
              </a:rPr>
              <a:t>werken</a:t>
            </a:r>
            <a:r>
              <a:rPr lang="en-US" sz="1700" i="1" dirty="0">
                <a:solidFill>
                  <a:schemeClr val="accent5"/>
                </a:solidFill>
              </a:rPr>
              <a:t>.</a:t>
            </a:r>
            <a:endParaRPr lang="en-US" sz="1700" dirty="0"/>
          </a:p>
        </p:txBody>
      </p:sp>
      <p:sp>
        <p:nvSpPr>
          <p:cNvPr id="8" name="Shape 4"/>
          <p:cNvSpPr/>
          <p:nvPr/>
        </p:nvSpPr>
        <p:spPr>
          <a:xfrm>
            <a:off x="749808" y="1950720"/>
            <a:ext cx="1289304" cy="1289304"/>
          </a:xfrm>
          <a:prstGeom prst="ellipse">
            <a:avLst/>
          </a:prstGeom>
          <a:solidFill>
            <a:schemeClr val="accent2">
              <a:alpha val="35000"/>
            </a:schemeClr>
          </a:solidFill>
          <a:ln w="12700">
            <a:solidFill>
              <a:srgbClr val="FFFFFF">
                <a:alpha val="0"/>
              </a:srgbClr>
            </a:solidFill>
            <a:prstDash val="solid"/>
          </a:ln>
        </p:spPr>
      </p:sp>
      <p:sp>
        <p:nvSpPr>
          <p:cNvPr id="9" name="Shape 5"/>
          <p:cNvSpPr/>
          <p:nvPr/>
        </p:nvSpPr>
        <p:spPr>
          <a:xfrm>
            <a:off x="868680" y="2069592"/>
            <a:ext cx="1051560" cy="1051560"/>
          </a:xfrm>
          <a:prstGeom prst="ellipse">
            <a:avLst/>
          </a:prstGeom>
          <a:solidFill>
            <a:schemeClr val="accent2"/>
          </a:solidFill>
          <a:ln w="12700">
            <a:solidFill>
              <a:srgbClr val="FFFFFF">
                <a:alpha val="0"/>
              </a:srgbClr>
            </a:solidFill>
            <a:prstDash val="solid"/>
          </a:ln>
        </p:spPr>
      </p:sp>
      <p:sp>
        <p:nvSpPr>
          <p:cNvPr id="10" name="Text 6"/>
          <p:cNvSpPr txBox="1"/>
          <p:nvPr/>
        </p:nvSpPr>
        <p:spPr>
          <a:xfrm>
            <a:off x="868680" y="2069592"/>
            <a:ext cx="1051560" cy="1051560"/>
          </a:xfrm>
          <a:prstGeom prst="rect">
            <a:avLst/>
          </a:prstGeom>
          <a:noFill/>
          <a:ln/>
        </p:spPr>
        <p:txBody>
          <a:bodyPr wrap="square" lIns="0" tIns="0" rIns="0" bIns="0" rtlCol="0" anchor="ctr"/>
          <a:lstStyle/>
          <a:p>
            <a:pPr algn="ctr" indent="0" marL="0">
              <a:buNone/>
            </a:pPr>
            <a:r>
              <a:rPr lang="en-US" sz="3600" b="1" dirty="0">
                <a:solidFill>
                  <a:schemeClr val="bg1"/>
                </a:solidFill>
                <a:latin typeface="+mj-lt" pitchFamily="34" charset="0"/>
                <a:ea typeface="+mj-lt" pitchFamily="34" charset="-122"/>
                <a:cs typeface="+mj-lt" pitchFamily="34" charset="-120"/>
              </a:rPr>
              <a:t>d</a:t>
            </a:r>
            <a:endParaRPr lang="en-US" sz="3600" dirty="0"/>
          </a:p>
        </p:txBody>
      </p:sp>
      <p:sp>
        <p:nvSpPr>
          <p:cNvPr id="11" name="Shape 7"/>
          <p:cNvSpPr/>
          <p:nvPr/>
        </p:nvSpPr>
        <p:spPr>
          <a:xfrm>
            <a:off x="2441448" y="1950720"/>
            <a:ext cx="1289304" cy="1289304"/>
          </a:xfrm>
          <a:prstGeom prst="ellipse">
            <a:avLst/>
          </a:prstGeom>
          <a:solidFill>
            <a:schemeClr val="accent5">
              <a:alpha val="35000"/>
            </a:schemeClr>
          </a:solidFill>
          <a:ln w="12700">
            <a:solidFill>
              <a:srgbClr val="FFFFFF">
                <a:alpha val="0"/>
              </a:srgbClr>
            </a:solidFill>
            <a:prstDash val="solid"/>
          </a:ln>
        </p:spPr>
      </p:sp>
      <p:sp>
        <p:nvSpPr>
          <p:cNvPr id="12" name="Shape 8"/>
          <p:cNvSpPr/>
          <p:nvPr/>
        </p:nvSpPr>
        <p:spPr>
          <a:xfrm>
            <a:off x="2560320" y="2069592"/>
            <a:ext cx="1051560" cy="1051560"/>
          </a:xfrm>
          <a:prstGeom prst="ellipse">
            <a:avLst/>
          </a:prstGeom>
          <a:solidFill>
            <a:schemeClr val="accent5"/>
          </a:solidFill>
          <a:ln w="12700">
            <a:solidFill>
              <a:srgbClr val="FFFFFF">
                <a:alpha val="0"/>
              </a:srgbClr>
            </a:solidFill>
            <a:prstDash val="solid"/>
          </a:ln>
        </p:spPr>
      </p:sp>
      <p:sp>
        <p:nvSpPr>
          <p:cNvPr id="13" name="Text 9"/>
          <p:cNvSpPr txBox="1"/>
          <p:nvPr/>
        </p:nvSpPr>
        <p:spPr>
          <a:xfrm>
            <a:off x="2560320" y="2069592"/>
            <a:ext cx="1051560" cy="1051560"/>
          </a:xfrm>
          <a:prstGeom prst="rect">
            <a:avLst/>
          </a:prstGeom>
          <a:noFill/>
          <a:ln/>
        </p:spPr>
        <p:txBody>
          <a:bodyPr wrap="square" lIns="0" tIns="0" rIns="0" bIns="0" rtlCol="0" anchor="ctr"/>
          <a:lstStyle/>
          <a:p>
            <a:pPr algn="ctr" indent="0" marL="0">
              <a:buNone/>
            </a:pPr>
            <a:r>
              <a:rPr lang="en-US" sz="3600" b="1" dirty="0">
                <a:solidFill>
                  <a:schemeClr val="bg1"/>
                </a:solidFill>
                <a:latin typeface="+mj-lt" pitchFamily="34" charset="0"/>
                <a:ea typeface="+mj-lt" pitchFamily="34" charset="-122"/>
                <a:cs typeface="+mj-lt" pitchFamily="34" charset="-120"/>
              </a:rPr>
              <a:t>t</a:t>
            </a:r>
            <a:endParaRPr lang="en-US" sz="3600" dirty="0"/>
          </a:p>
        </p:txBody>
      </p:sp>
      <p:sp>
        <p:nvSpPr>
          <p:cNvPr id="14" name="Shape 10"/>
          <p:cNvSpPr/>
          <p:nvPr/>
        </p:nvSpPr>
        <p:spPr>
          <a:xfrm>
            <a:off x="4133088" y="1950720"/>
            <a:ext cx="1289304" cy="1289304"/>
          </a:xfrm>
          <a:prstGeom prst="ellipse">
            <a:avLst/>
          </a:prstGeom>
          <a:solidFill>
            <a:schemeClr val="accent1">
              <a:alpha val="35000"/>
            </a:schemeClr>
          </a:solidFill>
          <a:ln w="12700">
            <a:solidFill>
              <a:srgbClr val="FFFFFF">
                <a:alpha val="0"/>
              </a:srgbClr>
            </a:solidFill>
            <a:prstDash val="solid"/>
          </a:ln>
        </p:spPr>
      </p:sp>
      <p:sp>
        <p:nvSpPr>
          <p:cNvPr id="15" name="Shape 11"/>
          <p:cNvSpPr/>
          <p:nvPr/>
        </p:nvSpPr>
        <p:spPr>
          <a:xfrm>
            <a:off x="4251960" y="2069592"/>
            <a:ext cx="1051560" cy="1051560"/>
          </a:xfrm>
          <a:prstGeom prst="ellipse">
            <a:avLst/>
          </a:prstGeom>
          <a:solidFill>
            <a:schemeClr val="accent1"/>
          </a:solidFill>
          <a:ln w="12700">
            <a:solidFill>
              <a:srgbClr val="FFFFFF">
                <a:alpha val="0"/>
              </a:srgbClr>
            </a:solidFill>
            <a:prstDash val="solid"/>
          </a:ln>
        </p:spPr>
      </p:sp>
      <p:sp>
        <p:nvSpPr>
          <p:cNvPr id="16" name="Text 12"/>
          <p:cNvSpPr txBox="1"/>
          <p:nvPr/>
        </p:nvSpPr>
        <p:spPr>
          <a:xfrm>
            <a:off x="4251960" y="2069592"/>
            <a:ext cx="1051560" cy="1051560"/>
          </a:xfrm>
          <a:prstGeom prst="rect">
            <a:avLst/>
          </a:prstGeom>
          <a:noFill/>
          <a:ln/>
        </p:spPr>
        <p:txBody>
          <a:bodyPr wrap="square" lIns="0" tIns="0" rIns="0" bIns="0" rtlCol="0" anchor="ctr"/>
          <a:lstStyle/>
          <a:p>
            <a:pPr algn="ctr" indent="0" marL="0">
              <a:buNone/>
            </a:pPr>
            <a:r>
              <a:rPr lang="en-US" sz="3600" b="1" dirty="0">
                <a:solidFill>
                  <a:schemeClr val="bg1"/>
                </a:solidFill>
                <a:latin typeface="+mj-lt" pitchFamily="34" charset="0"/>
                <a:ea typeface="+mj-lt" pitchFamily="34" charset="-122"/>
                <a:cs typeface="+mj-lt" pitchFamily="34" charset="-120"/>
              </a:rPr>
              <a:t>dt</a:t>
            </a:r>
            <a:endParaRPr lang="en-US" sz="3600" dirty="0"/>
          </a:p>
        </p:txBody>
      </p:sp>
      <p:pic>
        <p:nvPicPr>
          <p:cNvPr id="17" name="Image 1" descr="stopwatch">    </p:cNvPr>
          <p:cNvPicPr>
            <a:picLocks noChangeAspect="1"/>
          </p:cNvPicPr>
          <p:nvPr/>
        </p:nvPicPr>
        <p:blipFill>
          <a:blip r:embed="rId2"/>
          <a:stretch>
            <a:fillRect/>
          </a:stretch>
        </p:blipFill>
        <p:spPr>
          <a:xfrm>
            <a:off x="5989320" y="1978152"/>
            <a:ext cx="1234440" cy="1234440"/>
          </a:xfrm>
          <a:prstGeom prst="rect">
            <a:avLst/>
          </a:prstGeom>
        </p:spPr>
      </p:pic>
      <p:sp>
        <p:nvSpPr>
          <p:cNvPr id="18" name="Shape 13"/>
          <p:cNvSpPr/>
          <p:nvPr/>
        </p:nvSpPr>
        <p:spPr>
          <a:xfrm>
            <a:off x="7863840" y="1932432"/>
            <a:ext cx="3776472" cy="1325880"/>
          </a:xfrm>
          <a:prstGeom prst="roundRect">
            <a:avLst>
              <a:gd name="adj" fmla="val 5517"/>
            </a:avLst>
          </a:prstGeom>
          <a:solidFill>
            <a:schemeClr val="bg2"/>
          </a:solidFill>
          <a:ln w="12700">
            <a:solidFill>
              <a:srgbClr val="D5DCE6"/>
            </a:solidFill>
            <a:prstDash val="solid"/>
          </a:ln>
        </p:spPr>
      </p:sp>
      <p:sp>
        <p:nvSpPr>
          <p:cNvPr id="19" name="Text 14"/>
          <p:cNvSpPr txBox="1"/>
          <p:nvPr/>
        </p:nvSpPr>
        <p:spPr>
          <a:xfrm>
            <a:off x="8046720" y="1978152"/>
            <a:ext cx="1828800" cy="320040"/>
          </a:xfrm>
          <a:prstGeom prst="rect">
            <a:avLst/>
          </a:prstGeom>
          <a:noFill/>
          <a:ln/>
        </p:spPr>
        <p:txBody>
          <a:bodyPr wrap="square" lIns="0" tIns="0" rIns="0" bIns="0" rtlCol="0" anchor="t"/>
          <a:lstStyle/>
          <a:p>
            <a:pPr algn="l" indent="0" marL="0">
              <a:buNone/>
            </a:pPr>
            <a:r>
              <a:rPr lang="en-US" sz="1300" b="1" spc="200" kern="0" dirty="0">
                <a:solidFill>
                  <a:schemeClr val="accent5"/>
                </a:solidFill>
              </a:rPr>
              <a:t>POINTS</a:t>
            </a:r>
            <a:endParaRPr lang="en-US" sz="1300" dirty="0"/>
          </a:p>
        </p:txBody>
      </p:sp>
      <p:pic>
        <p:nvPicPr>
          <p:cNvPr id="20" name="Image 2" descr="Trophy">    </p:cNvPr>
          <p:cNvPicPr>
            <a:picLocks noChangeAspect="1"/>
          </p:cNvPicPr>
          <p:nvPr/>
        </p:nvPicPr>
        <p:blipFill>
          <a:blip r:embed="rId3"/>
          <a:stretch>
            <a:fillRect/>
          </a:stretch>
        </p:blipFill>
        <p:spPr>
          <a:xfrm>
            <a:off x="11201400" y="2005584"/>
            <a:ext cx="292608" cy="292608"/>
          </a:xfrm>
          <a:prstGeom prst="rect">
            <a:avLst/>
          </a:prstGeom>
        </p:spPr>
      </p:pic>
      <p:sp>
        <p:nvSpPr>
          <p:cNvPr id="21" name="Shape 15"/>
          <p:cNvSpPr/>
          <p:nvPr/>
        </p:nvSpPr>
        <p:spPr>
          <a:xfrm>
            <a:off x="8046720" y="2481072"/>
            <a:ext cx="502920" cy="502920"/>
          </a:xfrm>
          <a:prstGeom prst="ellipse">
            <a:avLst/>
          </a:prstGeom>
          <a:solidFill>
            <a:schemeClr val="accent2"/>
          </a:solidFill>
          <a:ln w="12700">
            <a:solidFill>
              <a:srgbClr val="FFFFFF">
                <a:alpha val="0"/>
              </a:srgbClr>
            </a:solidFill>
            <a:prstDash val="solid"/>
          </a:ln>
        </p:spPr>
      </p:sp>
      <p:sp>
        <p:nvSpPr>
          <p:cNvPr id="22" name="Text 16"/>
          <p:cNvSpPr txBox="1"/>
          <p:nvPr/>
        </p:nvSpPr>
        <p:spPr>
          <a:xfrm>
            <a:off x="8046720" y="248107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23" name="Shape 17"/>
          <p:cNvSpPr/>
          <p:nvPr/>
        </p:nvSpPr>
        <p:spPr>
          <a:xfrm>
            <a:off x="8686800" y="2435352"/>
            <a:ext cx="914400" cy="594360"/>
          </a:xfrm>
          <a:prstGeom prst="roundRect">
            <a:avLst>
              <a:gd name="adj" fmla="val 12308"/>
            </a:avLst>
          </a:prstGeom>
          <a:solidFill>
            <a:srgbClr val="FFFFFF"/>
          </a:solidFill>
          <a:ln w="19050">
            <a:solidFill>
              <a:srgbClr val="2A6FB0"/>
            </a:solidFill>
            <a:prstDash val="solid"/>
          </a:ln>
        </p:spPr>
      </p:sp>
      <p:sp>
        <p:nvSpPr>
          <p:cNvPr id="24" name="Shape 18"/>
          <p:cNvSpPr/>
          <p:nvPr/>
        </p:nvSpPr>
        <p:spPr>
          <a:xfrm>
            <a:off x="9829800" y="2481072"/>
            <a:ext cx="502920" cy="502920"/>
          </a:xfrm>
          <a:prstGeom prst="ellipse">
            <a:avLst/>
          </a:prstGeom>
          <a:solidFill>
            <a:srgbClr val="6E4A9E"/>
          </a:solidFill>
          <a:ln w="12700">
            <a:solidFill>
              <a:srgbClr val="FFFFFF">
                <a:alpha val="0"/>
              </a:srgbClr>
            </a:solidFill>
            <a:prstDash val="solid"/>
          </a:ln>
        </p:spPr>
      </p:sp>
      <p:sp>
        <p:nvSpPr>
          <p:cNvPr id="25" name="Text 19"/>
          <p:cNvSpPr txBox="1"/>
          <p:nvPr/>
        </p:nvSpPr>
        <p:spPr>
          <a:xfrm>
            <a:off x="9829800" y="248107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26" name="Shape 20"/>
          <p:cNvSpPr/>
          <p:nvPr/>
        </p:nvSpPr>
        <p:spPr>
          <a:xfrm>
            <a:off x="10469880" y="2435352"/>
            <a:ext cx="914400" cy="594360"/>
          </a:xfrm>
          <a:prstGeom prst="roundRect">
            <a:avLst>
              <a:gd name="adj" fmla="val 12308"/>
            </a:avLst>
          </a:prstGeom>
          <a:solidFill>
            <a:srgbClr val="FFFFFF"/>
          </a:solidFill>
          <a:ln w="19050">
            <a:solidFill>
              <a:srgbClr val="6E4A9E"/>
            </a:solidFill>
            <a:prstDash val="solid"/>
          </a:ln>
        </p:spPr>
      </p:sp>
      <p:sp>
        <p:nvSpPr>
          <p:cNvPr id="27" name="Shape 21"/>
          <p:cNvSpPr/>
          <p:nvPr/>
        </p:nvSpPr>
        <p:spPr>
          <a:xfrm>
            <a:off x="548640" y="3441192"/>
            <a:ext cx="11091672" cy="960120"/>
          </a:xfrm>
          <a:prstGeom prst="roundRect">
            <a:avLst>
              <a:gd name="adj" fmla="val 7619"/>
            </a:avLst>
          </a:prstGeom>
          <a:solidFill>
            <a:srgbClr val="FFFFFF"/>
          </a:solidFill>
          <a:ln w="31750">
            <a:solidFill>
              <a:srgbClr val="D9700F"/>
            </a:solidFill>
            <a:prstDash val="solid"/>
          </a:ln>
          <a:effectLst>
            <a:outerShdw sx="100000" sy="100000" kx="0" ky="0" algn="bl" rotWithShape="0" blurRad="101600" dist="25400" dir="3600000">
              <a:srgbClr val="000000">
                <a:alpha val="16000"/>
              </a:srgbClr>
            </a:outerShdw>
          </a:effectLst>
        </p:spPr>
      </p:sp>
      <p:sp>
        <p:nvSpPr>
          <p:cNvPr id="28" name="Shape 22"/>
          <p:cNvSpPr/>
          <p:nvPr/>
        </p:nvSpPr>
        <p:spPr>
          <a:xfrm>
            <a:off x="777240" y="3669792"/>
            <a:ext cx="502920" cy="502920"/>
          </a:xfrm>
          <a:prstGeom prst="ellipse">
            <a:avLst/>
          </a:prstGeom>
          <a:solidFill>
            <a:schemeClr val="accent1"/>
          </a:solidFill>
          <a:ln w="12700">
            <a:solidFill>
              <a:srgbClr val="FFFFFF">
                <a:alpha val="0"/>
              </a:srgbClr>
            </a:solidFill>
            <a:prstDash val="solid"/>
          </a:ln>
        </p:spPr>
      </p:sp>
      <p:sp>
        <p:nvSpPr>
          <p:cNvPr id="29" name="Text 23"/>
          <p:cNvSpPr txBox="1"/>
          <p:nvPr/>
        </p:nvSpPr>
        <p:spPr>
          <a:xfrm>
            <a:off x="777240" y="366979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30" name="Text 24"/>
          <p:cNvSpPr txBox="1"/>
          <p:nvPr/>
        </p:nvSpPr>
        <p:spPr>
          <a:xfrm>
            <a:off x="1554480" y="3441192"/>
            <a:ext cx="9875520" cy="960120"/>
          </a:xfrm>
          <a:prstGeom prst="rect">
            <a:avLst/>
          </a:prstGeom>
          <a:noFill/>
          <a:ln/>
        </p:spPr>
        <p:txBody>
          <a:bodyPr wrap="square" lIns="0" tIns="0" rIns="0" bIns="0" rtlCol="0" anchor="ctr"/>
          <a:lstStyle/>
          <a:p>
            <a:pPr algn="ctr" indent="0" marL="0">
              <a:buNone/>
            </a:pPr>
            <a:r>
              <a:rPr lang="en-US" sz="3800" dirty="0">
                <a:solidFill>
                  <a:schemeClr val="tx1"/>
                </a:solidFill>
                <a:latin typeface="+mj-lt" pitchFamily="34" charset="0"/>
                <a:ea typeface="+mj-lt" pitchFamily="34" charset="-122"/>
                <a:cs typeface="+mj-lt" pitchFamily="34" charset="-120"/>
              </a:rPr>
              <a:t>Hij wor</a:t>
            </a:r>
            <a:r>
              <a:rPr lang="en-US" sz="3800" b="1" dirty="0">
                <a:solidFill>
                  <a:schemeClr val="accent1"/>
                </a:solidFill>
                <a:highlight>
                  <a:srgbClr val="FBE1C6"/>
                </a:highlight>
                <a:latin typeface="+mj-lt" pitchFamily="34" charset="0"/>
                <a:ea typeface="+mj-lt" pitchFamily="34" charset="-122"/>
                <a:cs typeface="+mj-lt" pitchFamily="34" charset="-120"/>
              </a:rPr>
              <a:t> ? </a:t>
            </a:r>
            <a:r>
              <a:rPr lang="en-US" sz="3800" dirty="0">
                <a:solidFill>
                  <a:schemeClr val="tx1"/>
                </a:solidFill>
                <a:latin typeface="+mj-lt" pitchFamily="34" charset="0"/>
                <a:ea typeface="+mj-lt" pitchFamily="34" charset="-122"/>
                <a:cs typeface="+mj-lt" pitchFamily="34" charset="-120"/>
              </a:rPr>
              <a:t> moe.</a:t>
            </a:r>
            <a:endParaRPr lang="en-US" sz="3800" dirty="0"/>
          </a:p>
        </p:txBody>
      </p:sp>
      <p:sp>
        <p:nvSpPr>
          <p:cNvPr id="31" name="Shape 25"/>
          <p:cNvSpPr/>
          <p:nvPr/>
        </p:nvSpPr>
        <p:spPr>
          <a:xfrm>
            <a:off x="548640" y="4584192"/>
            <a:ext cx="2601468" cy="775716"/>
          </a:xfrm>
          <a:prstGeom prst="roundRect">
            <a:avLst>
              <a:gd name="adj" fmla="val 9430"/>
            </a:avLst>
          </a:prstGeom>
          <a:solidFill>
            <a:srgbClr val="FDF3EA"/>
          </a:solidFill>
          <a:ln w="19050">
            <a:solidFill>
              <a:srgbClr val="D9700F"/>
            </a:solidFill>
            <a:prstDash val="solid"/>
          </a:ln>
        </p:spPr>
      </p:sp>
      <p:sp>
        <p:nvSpPr>
          <p:cNvPr id="32" name="Shape 26"/>
          <p:cNvSpPr/>
          <p:nvPr/>
        </p:nvSpPr>
        <p:spPr>
          <a:xfrm>
            <a:off x="640080" y="4789170"/>
            <a:ext cx="365760" cy="365760"/>
          </a:xfrm>
          <a:prstGeom prst="ellipse">
            <a:avLst/>
          </a:prstGeom>
          <a:solidFill>
            <a:schemeClr val="tx2"/>
          </a:solidFill>
          <a:ln w="12700">
            <a:solidFill>
              <a:srgbClr val="FFFFFF">
                <a:alpha val="0"/>
              </a:srgbClr>
            </a:solidFill>
            <a:prstDash val="solid"/>
          </a:ln>
        </p:spPr>
      </p:sp>
      <p:sp>
        <p:nvSpPr>
          <p:cNvPr id="33" name="Text 27"/>
          <p:cNvSpPr txBox="1"/>
          <p:nvPr/>
        </p:nvSpPr>
        <p:spPr>
          <a:xfrm>
            <a:off x="640080" y="478917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34" name="Text 28"/>
          <p:cNvSpPr txBox="1"/>
          <p:nvPr/>
        </p:nvSpPr>
        <p:spPr>
          <a:xfrm>
            <a:off x="1097280" y="4584192"/>
            <a:ext cx="1961388" cy="775716"/>
          </a:xfrm>
          <a:prstGeom prst="rect">
            <a:avLst/>
          </a:prstGeom>
          <a:noFill/>
          <a:ln/>
        </p:spPr>
        <p:txBody>
          <a:bodyPr wrap="square" lIns="0" tIns="0" rIns="0" bIns="0" rtlCol="0" anchor="ctr"/>
          <a:lstStyle/>
          <a:p>
            <a:pPr algn="l" indent="0" marL="0">
              <a:buNone/>
            </a:pPr>
            <a:r>
              <a:rPr lang="en-US" sz="1600" dirty="0">
                <a:solidFill>
                  <a:schemeClr val="tx1"/>
                </a:solidFill>
              </a:rPr>
              <a:t>Hij wor</a:t>
            </a:r>
            <a:r>
              <a:rPr lang="en-US" sz="1600" b="1" dirty="0">
                <a:solidFill>
                  <a:schemeClr val="accent1"/>
                </a:solidFill>
                <a:highlight>
                  <a:srgbClr val="FBE1C6"/>
                </a:highlight>
              </a:rPr>
              <a:t> ? </a:t>
            </a:r>
            <a:r>
              <a:rPr lang="en-US" sz="1600" dirty="0">
                <a:solidFill>
                  <a:schemeClr val="tx1"/>
                </a:solidFill>
              </a:rPr>
              <a:t> moe.</a:t>
            </a:r>
            <a:endParaRPr lang="en-US" sz="1600" dirty="0"/>
          </a:p>
        </p:txBody>
      </p:sp>
      <p:sp>
        <p:nvSpPr>
          <p:cNvPr id="35" name="Shape 29"/>
          <p:cNvSpPr/>
          <p:nvPr/>
        </p:nvSpPr>
        <p:spPr>
          <a:xfrm>
            <a:off x="3378708" y="4584192"/>
            <a:ext cx="2601468" cy="775716"/>
          </a:xfrm>
          <a:prstGeom prst="roundRect">
            <a:avLst>
              <a:gd name="adj" fmla="val 9430"/>
            </a:avLst>
          </a:prstGeom>
          <a:solidFill>
            <a:schemeClr val="bg2"/>
          </a:solidFill>
          <a:ln w="12700">
            <a:solidFill>
              <a:srgbClr val="D5DCE6"/>
            </a:solidFill>
            <a:prstDash val="solid"/>
          </a:ln>
        </p:spPr>
      </p:sp>
      <p:sp>
        <p:nvSpPr>
          <p:cNvPr id="36" name="Shape 30"/>
          <p:cNvSpPr/>
          <p:nvPr/>
        </p:nvSpPr>
        <p:spPr>
          <a:xfrm>
            <a:off x="3470148" y="4789170"/>
            <a:ext cx="365760" cy="365760"/>
          </a:xfrm>
          <a:prstGeom prst="ellipse">
            <a:avLst/>
          </a:prstGeom>
          <a:solidFill>
            <a:schemeClr val="tx2"/>
          </a:solidFill>
          <a:ln w="12700">
            <a:solidFill>
              <a:srgbClr val="FFFFFF">
                <a:alpha val="0"/>
              </a:srgbClr>
            </a:solidFill>
            <a:prstDash val="solid"/>
          </a:ln>
        </p:spPr>
      </p:sp>
      <p:sp>
        <p:nvSpPr>
          <p:cNvPr id="37" name="Text 31"/>
          <p:cNvSpPr txBox="1"/>
          <p:nvPr/>
        </p:nvSpPr>
        <p:spPr>
          <a:xfrm>
            <a:off x="3470148" y="478917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8" name="Text 32"/>
          <p:cNvSpPr txBox="1"/>
          <p:nvPr/>
        </p:nvSpPr>
        <p:spPr>
          <a:xfrm>
            <a:off x="3927348" y="4584192"/>
            <a:ext cx="1961388" cy="775716"/>
          </a:xfrm>
          <a:prstGeom prst="rect">
            <a:avLst/>
          </a:prstGeom>
          <a:noFill/>
          <a:ln/>
        </p:spPr>
        <p:txBody>
          <a:bodyPr wrap="square" lIns="0" tIns="0" rIns="0" bIns="0" rtlCol="0" anchor="ctr"/>
          <a:lstStyle/>
          <a:p>
            <a:pPr algn="l" indent="0" marL="0">
              <a:buNone/>
            </a:pPr>
            <a:r>
              <a:rPr lang="en-US" sz="1600" dirty="0">
                <a:solidFill>
                  <a:schemeClr val="tx1"/>
                </a:solidFill>
              </a:rPr>
              <a:t>Wor</a:t>
            </a:r>
            <a:r>
              <a:rPr lang="en-US" sz="1600" b="1" dirty="0">
                <a:solidFill>
                  <a:schemeClr val="accent1"/>
                </a:solidFill>
                <a:highlight>
                  <a:srgbClr val="FBE1C6"/>
                </a:highlight>
              </a:rPr>
              <a:t> ? </a:t>
            </a:r>
            <a:r>
              <a:rPr lang="en-US" sz="1600" dirty="0">
                <a:solidFill>
                  <a:schemeClr val="tx1"/>
                </a:solidFill>
              </a:rPr>
              <a:t> je moe?</a:t>
            </a:r>
            <a:endParaRPr lang="en-US" sz="1600" dirty="0"/>
          </a:p>
        </p:txBody>
      </p:sp>
      <p:sp>
        <p:nvSpPr>
          <p:cNvPr id="39" name="Shape 33"/>
          <p:cNvSpPr/>
          <p:nvPr/>
        </p:nvSpPr>
        <p:spPr>
          <a:xfrm>
            <a:off x="6208776" y="4584192"/>
            <a:ext cx="2601468" cy="775716"/>
          </a:xfrm>
          <a:prstGeom prst="roundRect">
            <a:avLst>
              <a:gd name="adj" fmla="val 9430"/>
            </a:avLst>
          </a:prstGeom>
          <a:solidFill>
            <a:schemeClr val="bg2"/>
          </a:solidFill>
          <a:ln w="12700">
            <a:solidFill>
              <a:srgbClr val="D5DCE6"/>
            </a:solidFill>
            <a:prstDash val="solid"/>
          </a:ln>
        </p:spPr>
      </p:sp>
      <p:sp>
        <p:nvSpPr>
          <p:cNvPr id="40" name="Shape 34"/>
          <p:cNvSpPr/>
          <p:nvPr/>
        </p:nvSpPr>
        <p:spPr>
          <a:xfrm>
            <a:off x="6300216" y="4789170"/>
            <a:ext cx="365760" cy="365760"/>
          </a:xfrm>
          <a:prstGeom prst="ellipse">
            <a:avLst/>
          </a:prstGeom>
          <a:solidFill>
            <a:schemeClr val="tx2"/>
          </a:solidFill>
          <a:ln w="12700">
            <a:solidFill>
              <a:srgbClr val="FFFFFF">
                <a:alpha val="0"/>
              </a:srgbClr>
            </a:solidFill>
            <a:prstDash val="solid"/>
          </a:ln>
        </p:spPr>
      </p:sp>
      <p:sp>
        <p:nvSpPr>
          <p:cNvPr id="41" name="Text 35"/>
          <p:cNvSpPr txBox="1"/>
          <p:nvPr/>
        </p:nvSpPr>
        <p:spPr>
          <a:xfrm>
            <a:off x="6300216" y="478917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42" name="Text 36"/>
          <p:cNvSpPr txBox="1"/>
          <p:nvPr/>
        </p:nvSpPr>
        <p:spPr>
          <a:xfrm>
            <a:off x="6757416" y="4584192"/>
            <a:ext cx="1961388" cy="775716"/>
          </a:xfrm>
          <a:prstGeom prst="rect">
            <a:avLst/>
          </a:prstGeom>
          <a:noFill/>
          <a:ln/>
        </p:spPr>
        <p:txBody>
          <a:bodyPr wrap="square" lIns="0" tIns="0" rIns="0" bIns="0" rtlCol="0" anchor="ctr"/>
          <a:lstStyle/>
          <a:p>
            <a:pPr algn="l" indent="0" marL="0">
              <a:buNone/>
            </a:pPr>
            <a:r>
              <a:rPr lang="en-US" sz="1600" dirty="0">
                <a:solidFill>
                  <a:schemeClr val="tx1"/>
                </a:solidFill>
              </a:rPr>
              <a:t>Ik wor</a:t>
            </a:r>
            <a:r>
              <a:rPr lang="en-US" sz="1600" b="1" dirty="0">
                <a:solidFill>
                  <a:schemeClr val="accent1"/>
                </a:solidFill>
                <a:highlight>
                  <a:srgbClr val="FBE1C6"/>
                </a:highlight>
              </a:rPr>
              <a:t> ? </a:t>
            </a:r>
            <a:r>
              <a:rPr lang="en-US" sz="1600" dirty="0">
                <a:solidFill>
                  <a:schemeClr val="tx1"/>
                </a:solidFill>
              </a:rPr>
              <a:t> moe.</a:t>
            </a:r>
            <a:endParaRPr lang="en-US" sz="1600" dirty="0"/>
          </a:p>
        </p:txBody>
      </p:sp>
      <p:sp>
        <p:nvSpPr>
          <p:cNvPr id="43" name="Shape 37"/>
          <p:cNvSpPr/>
          <p:nvPr/>
        </p:nvSpPr>
        <p:spPr>
          <a:xfrm>
            <a:off x="9038844" y="4584192"/>
            <a:ext cx="2601468" cy="775716"/>
          </a:xfrm>
          <a:prstGeom prst="roundRect">
            <a:avLst>
              <a:gd name="adj" fmla="val 9430"/>
            </a:avLst>
          </a:prstGeom>
          <a:solidFill>
            <a:schemeClr val="bg2"/>
          </a:solidFill>
          <a:ln w="12700">
            <a:solidFill>
              <a:srgbClr val="D5DCE6"/>
            </a:solidFill>
            <a:prstDash val="solid"/>
          </a:ln>
        </p:spPr>
      </p:sp>
      <p:sp>
        <p:nvSpPr>
          <p:cNvPr id="44" name="Shape 38"/>
          <p:cNvSpPr/>
          <p:nvPr/>
        </p:nvSpPr>
        <p:spPr>
          <a:xfrm>
            <a:off x="9130284" y="4789170"/>
            <a:ext cx="365760" cy="365760"/>
          </a:xfrm>
          <a:prstGeom prst="ellipse">
            <a:avLst/>
          </a:prstGeom>
          <a:solidFill>
            <a:schemeClr val="tx2"/>
          </a:solidFill>
          <a:ln w="12700">
            <a:solidFill>
              <a:srgbClr val="FFFFFF">
                <a:alpha val="0"/>
              </a:srgbClr>
            </a:solidFill>
            <a:prstDash val="solid"/>
          </a:ln>
        </p:spPr>
      </p:sp>
      <p:sp>
        <p:nvSpPr>
          <p:cNvPr id="45" name="Text 39"/>
          <p:cNvSpPr txBox="1"/>
          <p:nvPr/>
        </p:nvSpPr>
        <p:spPr>
          <a:xfrm>
            <a:off x="9130284" y="478917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46" name="Text 40"/>
          <p:cNvSpPr txBox="1"/>
          <p:nvPr/>
        </p:nvSpPr>
        <p:spPr>
          <a:xfrm>
            <a:off x="9587484" y="4584192"/>
            <a:ext cx="1961388" cy="775716"/>
          </a:xfrm>
          <a:prstGeom prst="rect">
            <a:avLst/>
          </a:prstGeom>
          <a:noFill/>
          <a:ln/>
        </p:spPr>
        <p:txBody>
          <a:bodyPr wrap="square" lIns="0" tIns="0" rIns="0" bIns="0" rtlCol="0" anchor="ctr"/>
          <a:lstStyle/>
          <a:p>
            <a:pPr algn="l" indent="0" marL="0">
              <a:buNone/>
            </a:pPr>
            <a:r>
              <a:rPr lang="en-US" sz="1600" dirty="0">
                <a:solidFill>
                  <a:schemeClr val="tx1"/>
                </a:solidFill>
              </a:rPr>
              <a:t>Wor</a:t>
            </a:r>
            <a:r>
              <a:rPr lang="en-US" sz="1600" b="1" dirty="0">
                <a:solidFill>
                  <a:schemeClr val="accent1"/>
                </a:solidFill>
                <a:highlight>
                  <a:srgbClr val="FBE1C6"/>
                </a:highlight>
              </a:rPr>
              <a:t> ? </a:t>
            </a:r>
            <a:r>
              <a:rPr lang="en-US" sz="1600" dirty="0">
                <a:solidFill>
                  <a:schemeClr val="tx1"/>
                </a:solidFill>
              </a:rPr>
              <a:t> u ook moe?</a:t>
            </a:r>
            <a:endParaRPr lang="en-US" sz="1600" dirty="0"/>
          </a:p>
        </p:txBody>
      </p:sp>
      <p:sp>
        <p:nvSpPr>
          <p:cNvPr id="47" name="Shape 41"/>
          <p:cNvSpPr/>
          <p:nvPr/>
        </p:nvSpPr>
        <p:spPr>
          <a:xfrm>
            <a:off x="548640" y="5497068"/>
            <a:ext cx="2601468" cy="775716"/>
          </a:xfrm>
          <a:prstGeom prst="roundRect">
            <a:avLst>
              <a:gd name="adj" fmla="val 9430"/>
            </a:avLst>
          </a:prstGeom>
          <a:solidFill>
            <a:schemeClr val="bg2"/>
          </a:solidFill>
          <a:ln w="12700">
            <a:solidFill>
              <a:srgbClr val="D5DCE6"/>
            </a:solidFill>
            <a:prstDash val="solid"/>
          </a:ln>
        </p:spPr>
      </p:sp>
      <p:sp>
        <p:nvSpPr>
          <p:cNvPr id="48" name="Shape 42"/>
          <p:cNvSpPr/>
          <p:nvPr/>
        </p:nvSpPr>
        <p:spPr>
          <a:xfrm>
            <a:off x="640080" y="5702046"/>
            <a:ext cx="365760" cy="365760"/>
          </a:xfrm>
          <a:prstGeom prst="ellipse">
            <a:avLst/>
          </a:prstGeom>
          <a:solidFill>
            <a:schemeClr val="tx2"/>
          </a:solidFill>
          <a:ln w="12700">
            <a:solidFill>
              <a:srgbClr val="FFFFFF">
                <a:alpha val="0"/>
              </a:srgbClr>
            </a:solidFill>
            <a:prstDash val="solid"/>
          </a:ln>
        </p:spPr>
      </p:sp>
      <p:sp>
        <p:nvSpPr>
          <p:cNvPr id="49" name="Text 43"/>
          <p:cNvSpPr txBox="1"/>
          <p:nvPr/>
        </p:nvSpPr>
        <p:spPr>
          <a:xfrm>
            <a:off x="640080" y="570204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50" name="Text 44"/>
          <p:cNvSpPr txBox="1"/>
          <p:nvPr/>
        </p:nvSpPr>
        <p:spPr>
          <a:xfrm>
            <a:off x="1097280" y="5497068"/>
            <a:ext cx="1961388" cy="775716"/>
          </a:xfrm>
          <a:prstGeom prst="rect">
            <a:avLst/>
          </a:prstGeom>
          <a:noFill/>
          <a:ln/>
        </p:spPr>
        <p:txBody>
          <a:bodyPr wrap="square" lIns="0" tIns="0" rIns="0" bIns="0" rtlCol="0" anchor="ctr"/>
          <a:lstStyle/>
          <a:p>
            <a:pPr algn="l" indent="0" marL="0">
              <a:buNone/>
            </a:pPr>
            <a:r>
              <a:rPr lang="en-US" sz="1600" dirty="0">
                <a:solidFill>
                  <a:schemeClr val="tx1"/>
                </a:solidFill>
              </a:rPr>
              <a:t>Mijn baas rij</a:t>
            </a:r>
            <a:r>
              <a:rPr lang="en-US" sz="1600" b="1" dirty="0">
                <a:solidFill>
                  <a:schemeClr val="accent1"/>
                </a:solidFill>
                <a:highlight>
                  <a:srgbClr val="FBE1C6"/>
                </a:highlight>
              </a:rPr>
              <a:t> ? </a:t>
            </a:r>
            <a:r>
              <a:rPr lang="en-US" sz="1600" dirty="0">
                <a:solidFill>
                  <a:schemeClr val="tx1"/>
                </a:solidFill>
              </a:rPr>
              <a:t> met de auto.</a:t>
            </a:r>
            <a:endParaRPr lang="en-US" sz="1600" dirty="0"/>
          </a:p>
        </p:txBody>
      </p:sp>
      <p:sp>
        <p:nvSpPr>
          <p:cNvPr id="51" name="Shape 45"/>
          <p:cNvSpPr/>
          <p:nvPr/>
        </p:nvSpPr>
        <p:spPr>
          <a:xfrm>
            <a:off x="3378708" y="5497068"/>
            <a:ext cx="2601468" cy="775716"/>
          </a:xfrm>
          <a:prstGeom prst="roundRect">
            <a:avLst>
              <a:gd name="adj" fmla="val 9430"/>
            </a:avLst>
          </a:prstGeom>
          <a:solidFill>
            <a:schemeClr val="bg2"/>
          </a:solidFill>
          <a:ln w="12700">
            <a:solidFill>
              <a:srgbClr val="D5DCE6"/>
            </a:solidFill>
            <a:prstDash val="solid"/>
          </a:ln>
        </p:spPr>
      </p:sp>
      <p:sp>
        <p:nvSpPr>
          <p:cNvPr id="52" name="Shape 46"/>
          <p:cNvSpPr/>
          <p:nvPr/>
        </p:nvSpPr>
        <p:spPr>
          <a:xfrm>
            <a:off x="3470148" y="5702046"/>
            <a:ext cx="365760" cy="365760"/>
          </a:xfrm>
          <a:prstGeom prst="ellipse">
            <a:avLst/>
          </a:prstGeom>
          <a:solidFill>
            <a:schemeClr val="tx2"/>
          </a:solidFill>
          <a:ln w="12700">
            <a:solidFill>
              <a:srgbClr val="FFFFFF">
                <a:alpha val="0"/>
              </a:srgbClr>
            </a:solidFill>
            <a:prstDash val="solid"/>
          </a:ln>
        </p:spPr>
      </p:sp>
      <p:sp>
        <p:nvSpPr>
          <p:cNvPr id="53" name="Text 47"/>
          <p:cNvSpPr txBox="1"/>
          <p:nvPr/>
        </p:nvSpPr>
        <p:spPr>
          <a:xfrm>
            <a:off x="3470148" y="570204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54" name="Text 48"/>
          <p:cNvSpPr txBox="1"/>
          <p:nvPr/>
        </p:nvSpPr>
        <p:spPr>
          <a:xfrm>
            <a:off x="3927348" y="5497068"/>
            <a:ext cx="1961388" cy="775716"/>
          </a:xfrm>
          <a:prstGeom prst="rect">
            <a:avLst/>
          </a:prstGeom>
          <a:noFill/>
          <a:ln/>
        </p:spPr>
        <p:txBody>
          <a:bodyPr wrap="square" lIns="0" tIns="0" rIns="0" bIns="0" rtlCol="0" anchor="ctr"/>
          <a:lstStyle/>
          <a:p>
            <a:pPr algn="l" indent="0" marL="0">
              <a:buNone/>
            </a:pPr>
            <a:r>
              <a:rPr lang="en-US" sz="1600" dirty="0">
                <a:solidFill>
                  <a:schemeClr val="tx1"/>
                </a:solidFill>
              </a:rPr>
              <a:t>Rij</a:t>
            </a:r>
            <a:r>
              <a:rPr lang="en-US" sz="1600" b="1" dirty="0">
                <a:solidFill>
                  <a:schemeClr val="accent1"/>
                </a:solidFill>
                <a:highlight>
                  <a:srgbClr val="FBE1C6"/>
                </a:highlight>
              </a:rPr>
              <a:t> ? </a:t>
            </a:r>
            <a:r>
              <a:rPr lang="en-US" sz="1600" dirty="0">
                <a:solidFill>
                  <a:schemeClr val="tx1"/>
                </a:solidFill>
              </a:rPr>
              <a:t> jij met de fiets?</a:t>
            </a:r>
            <a:endParaRPr lang="en-US" sz="1600" dirty="0"/>
          </a:p>
        </p:txBody>
      </p:sp>
      <p:sp>
        <p:nvSpPr>
          <p:cNvPr id="55" name="Shape 49"/>
          <p:cNvSpPr/>
          <p:nvPr/>
        </p:nvSpPr>
        <p:spPr>
          <a:xfrm>
            <a:off x="6208776" y="5497068"/>
            <a:ext cx="2601468" cy="775716"/>
          </a:xfrm>
          <a:prstGeom prst="roundRect">
            <a:avLst>
              <a:gd name="adj" fmla="val 9430"/>
            </a:avLst>
          </a:prstGeom>
          <a:solidFill>
            <a:schemeClr val="bg2"/>
          </a:solidFill>
          <a:ln w="12700">
            <a:solidFill>
              <a:srgbClr val="D5DCE6"/>
            </a:solidFill>
            <a:prstDash val="solid"/>
          </a:ln>
        </p:spPr>
      </p:sp>
      <p:sp>
        <p:nvSpPr>
          <p:cNvPr id="56" name="Shape 50"/>
          <p:cNvSpPr/>
          <p:nvPr/>
        </p:nvSpPr>
        <p:spPr>
          <a:xfrm>
            <a:off x="6300216" y="5702046"/>
            <a:ext cx="365760" cy="365760"/>
          </a:xfrm>
          <a:prstGeom prst="ellipse">
            <a:avLst/>
          </a:prstGeom>
          <a:solidFill>
            <a:schemeClr val="tx2"/>
          </a:solidFill>
          <a:ln w="12700">
            <a:solidFill>
              <a:srgbClr val="FFFFFF">
                <a:alpha val="0"/>
              </a:srgbClr>
            </a:solidFill>
            <a:prstDash val="solid"/>
          </a:ln>
        </p:spPr>
      </p:sp>
      <p:sp>
        <p:nvSpPr>
          <p:cNvPr id="57" name="Text 51"/>
          <p:cNvSpPr txBox="1"/>
          <p:nvPr/>
        </p:nvSpPr>
        <p:spPr>
          <a:xfrm>
            <a:off x="6300216" y="570204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58" name="Text 52"/>
          <p:cNvSpPr txBox="1"/>
          <p:nvPr/>
        </p:nvSpPr>
        <p:spPr>
          <a:xfrm>
            <a:off x="6757416" y="5497068"/>
            <a:ext cx="1961388" cy="775716"/>
          </a:xfrm>
          <a:prstGeom prst="rect">
            <a:avLst/>
          </a:prstGeom>
          <a:noFill/>
          <a:ln/>
        </p:spPr>
        <p:txBody>
          <a:bodyPr wrap="square" lIns="0" tIns="0" rIns="0" bIns="0" rtlCol="0" anchor="ctr"/>
          <a:lstStyle/>
          <a:p>
            <a:pPr algn="l" indent="0" marL="0">
              <a:buNone/>
            </a:pPr>
            <a:r>
              <a:rPr lang="en-US" sz="1600" dirty="0">
                <a:solidFill>
                  <a:schemeClr val="tx1"/>
                </a:solidFill>
              </a:rPr>
              <a:t>Wat vin</a:t>
            </a:r>
            <a:r>
              <a:rPr lang="en-US" sz="1600" b="1" dirty="0">
                <a:solidFill>
                  <a:schemeClr val="accent1"/>
                </a:solidFill>
                <a:highlight>
                  <a:srgbClr val="FBE1C6"/>
                </a:highlight>
              </a:rPr>
              <a:t> ? </a:t>
            </a:r>
            <a:r>
              <a:rPr lang="en-US" sz="1600" dirty="0">
                <a:solidFill>
                  <a:schemeClr val="tx1"/>
                </a:solidFill>
              </a:rPr>
              <a:t> je van de les?</a:t>
            </a:r>
            <a:endParaRPr lang="en-US" sz="1600" dirty="0"/>
          </a:p>
        </p:txBody>
      </p:sp>
      <p:sp>
        <p:nvSpPr>
          <p:cNvPr id="59" name="Shape 53"/>
          <p:cNvSpPr/>
          <p:nvPr/>
        </p:nvSpPr>
        <p:spPr>
          <a:xfrm>
            <a:off x="9038844" y="5497068"/>
            <a:ext cx="2601468" cy="775716"/>
          </a:xfrm>
          <a:prstGeom prst="roundRect">
            <a:avLst>
              <a:gd name="adj" fmla="val 9430"/>
            </a:avLst>
          </a:prstGeom>
          <a:solidFill>
            <a:schemeClr val="bg2"/>
          </a:solidFill>
          <a:ln w="12700">
            <a:solidFill>
              <a:srgbClr val="D5DCE6"/>
            </a:solidFill>
            <a:prstDash val="solid"/>
          </a:ln>
        </p:spPr>
      </p:sp>
      <p:sp>
        <p:nvSpPr>
          <p:cNvPr id="60" name="Shape 54"/>
          <p:cNvSpPr/>
          <p:nvPr/>
        </p:nvSpPr>
        <p:spPr>
          <a:xfrm>
            <a:off x="9130284" y="5702046"/>
            <a:ext cx="365760" cy="365760"/>
          </a:xfrm>
          <a:prstGeom prst="ellipse">
            <a:avLst/>
          </a:prstGeom>
          <a:solidFill>
            <a:schemeClr val="tx2"/>
          </a:solidFill>
          <a:ln w="12700">
            <a:solidFill>
              <a:srgbClr val="FFFFFF">
                <a:alpha val="0"/>
              </a:srgbClr>
            </a:solidFill>
            <a:prstDash val="solid"/>
          </a:ln>
        </p:spPr>
      </p:sp>
      <p:sp>
        <p:nvSpPr>
          <p:cNvPr id="61" name="Text 55"/>
          <p:cNvSpPr txBox="1"/>
          <p:nvPr/>
        </p:nvSpPr>
        <p:spPr>
          <a:xfrm>
            <a:off x="9130284" y="570204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62" name="Text 56"/>
          <p:cNvSpPr txBox="1"/>
          <p:nvPr/>
        </p:nvSpPr>
        <p:spPr>
          <a:xfrm>
            <a:off x="9587484" y="5497068"/>
            <a:ext cx="1961388" cy="775716"/>
          </a:xfrm>
          <a:prstGeom prst="rect">
            <a:avLst/>
          </a:prstGeom>
          <a:noFill/>
          <a:ln/>
        </p:spPr>
        <p:txBody>
          <a:bodyPr wrap="square" lIns="0" tIns="0" rIns="0" bIns="0" rtlCol="0" anchor="ctr"/>
          <a:lstStyle/>
          <a:p>
            <a:pPr algn="l" indent="0" marL="0">
              <a:buNone/>
            </a:pPr>
            <a:r>
              <a:rPr lang="en-US" sz="1600" dirty="0">
                <a:solidFill>
                  <a:schemeClr val="tx1"/>
                </a:solidFill>
              </a:rPr>
              <a:t>Ze vin</a:t>
            </a:r>
            <a:r>
              <a:rPr lang="en-US" sz="1600" b="1" dirty="0">
                <a:solidFill>
                  <a:schemeClr val="accent1"/>
                </a:solidFill>
                <a:highlight>
                  <a:srgbClr val="FBE1C6"/>
                </a:highlight>
              </a:rPr>
              <a:t> ? </a:t>
            </a:r>
            <a:r>
              <a:rPr lang="en-US" sz="1600" dirty="0">
                <a:solidFill>
                  <a:schemeClr val="tx1"/>
                </a:solidFill>
              </a:rPr>
              <a:t> de les leuk.</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d, t ou dt ? (buzzer)</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Deux équipes, trois buzzers : d, t ou dt ? Justifiez avec </a:t>
            </a:r>
            <a:r>
              <a:rPr lang="en-US" sz="1700" i="1" dirty="0">
                <a:solidFill>
                  <a:schemeClr val="accent5"/>
                </a:solidFill>
              </a:rPr>
              <a:t>werken</a:t>
            </a:r>
            <a:r>
              <a:rPr lang="en-US" sz="1700" i="1" dirty="0">
                <a:solidFill>
                  <a:schemeClr val="accent5"/>
                </a:solidFill>
              </a:rPr>
              <a:t>.</a:t>
            </a:r>
            <a:endParaRPr lang="en-US" sz="1700" dirty="0"/>
          </a:p>
        </p:txBody>
      </p:sp>
      <p:sp>
        <p:nvSpPr>
          <p:cNvPr id="9" name="Shape 5"/>
          <p:cNvSpPr/>
          <p:nvPr/>
        </p:nvSpPr>
        <p:spPr>
          <a:xfrm>
            <a:off x="749808" y="1950720"/>
            <a:ext cx="1289304" cy="1289304"/>
          </a:xfrm>
          <a:prstGeom prst="ellipse">
            <a:avLst/>
          </a:prstGeom>
          <a:solidFill>
            <a:schemeClr val="accent2">
              <a:alpha val="35000"/>
            </a:schemeClr>
          </a:solidFill>
          <a:ln w="12700">
            <a:solidFill>
              <a:srgbClr val="FFFFFF">
                <a:alpha val="0"/>
              </a:srgbClr>
            </a:solidFill>
            <a:prstDash val="solid"/>
          </a:ln>
        </p:spPr>
      </p:sp>
      <p:sp>
        <p:nvSpPr>
          <p:cNvPr id="10" name="Shape 6"/>
          <p:cNvSpPr/>
          <p:nvPr/>
        </p:nvSpPr>
        <p:spPr>
          <a:xfrm>
            <a:off x="868680" y="2069592"/>
            <a:ext cx="1051560" cy="1051560"/>
          </a:xfrm>
          <a:prstGeom prst="ellipse">
            <a:avLst/>
          </a:prstGeom>
          <a:solidFill>
            <a:schemeClr val="accent2"/>
          </a:solidFill>
          <a:ln w="12700">
            <a:solidFill>
              <a:srgbClr val="FFFFFF">
                <a:alpha val="0"/>
              </a:srgbClr>
            </a:solidFill>
            <a:prstDash val="solid"/>
          </a:ln>
        </p:spPr>
      </p:sp>
      <p:sp>
        <p:nvSpPr>
          <p:cNvPr id="11" name="Text 7"/>
          <p:cNvSpPr txBox="1"/>
          <p:nvPr/>
        </p:nvSpPr>
        <p:spPr>
          <a:xfrm>
            <a:off x="868680" y="2069592"/>
            <a:ext cx="1051560" cy="1051560"/>
          </a:xfrm>
          <a:prstGeom prst="rect">
            <a:avLst/>
          </a:prstGeom>
          <a:noFill/>
          <a:ln/>
        </p:spPr>
        <p:txBody>
          <a:bodyPr wrap="square" lIns="0" tIns="0" rIns="0" bIns="0" rtlCol="0" anchor="ctr"/>
          <a:lstStyle/>
          <a:p>
            <a:pPr algn="ctr" indent="0" marL="0">
              <a:buNone/>
            </a:pPr>
            <a:r>
              <a:rPr lang="en-US" sz="3600" b="1" dirty="0">
                <a:solidFill>
                  <a:schemeClr val="bg1"/>
                </a:solidFill>
                <a:latin typeface="+mj-lt" pitchFamily="34" charset="0"/>
                <a:ea typeface="+mj-lt" pitchFamily="34" charset="-122"/>
                <a:cs typeface="+mj-lt" pitchFamily="34" charset="-120"/>
              </a:rPr>
              <a:t>d</a:t>
            </a:r>
            <a:endParaRPr lang="en-US" sz="3600" dirty="0"/>
          </a:p>
        </p:txBody>
      </p:sp>
      <p:sp>
        <p:nvSpPr>
          <p:cNvPr id="12" name="Shape 8"/>
          <p:cNvSpPr/>
          <p:nvPr/>
        </p:nvSpPr>
        <p:spPr>
          <a:xfrm>
            <a:off x="2441448" y="1950720"/>
            <a:ext cx="1289304" cy="1289304"/>
          </a:xfrm>
          <a:prstGeom prst="ellipse">
            <a:avLst/>
          </a:prstGeom>
          <a:solidFill>
            <a:schemeClr val="accent5">
              <a:alpha val="35000"/>
            </a:schemeClr>
          </a:solidFill>
          <a:ln w="12700">
            <a:solidFill>
              <a:srgbClr val="FFFFFF">
                <a:alpha val="0"/>
              </a:srgbClr>
            </a:solidFill>
            <a:prstDash val="solid"/>
          </a:ln>
        </p:spPr>
      </p:sp>
      <p:sp>
        <p:nvSpPr>
          <p:cNvPr id="13" name="Shape 9"/>
          <p:cNvSpPr/>
          <p:nvPr/>
        </p:nvSpPr>
        <p:spPr>
          <a:xfrm>
            <a:off x="2560320" y="2069592"/>
            <a:ext cx="1051560" cy="1051560"/>
          </a:xfrm>
          <a:prstGeom prst="ellipse">
            <a:avLst/>
          </a:prstGeom>
          <a:solidFill>
            <a:schemeClr val="accent5"/>
          </a:solidFill>
          <a:ln w="12700">
            <a:solidFill>
              <a:srgbClr val="FFFFFF">
                <a:alpha val="0"/>
              </a:srgbClr>
            </a:solidFill>
            <a:prstDash val="solid"/>
          </a:ln>
        </p:spPr>
      </p:sp>
      <p:sp>
        <p:nvSpPr>
          <p:cNvPr id="14" name="Text 10"/>
          <p:cNvSpPr txBox="1"/>
          <p:nvPr/>
        </p:nvSpPr>
        <p:spPr>
          <a:xfrm>
            <a:off x="2560320" y="2069592"/>
            <a:ext cx="1051560" cy="1051560"/>
          </a:xfrm>
          <a:prstGeom prst="rect">
            <a:avLst/>
          </a:prstGeom>
          <a:noFill/>
          <a:ln/>
        </p:spPr>
        <p:txBody>
          <a:bodyPr wrap="square" lIns="0" tIns="0" rIns="0" bIns="0" rtlCol="0" anchor="ctr"/>
          <a:lstStyle/>
          <a:p>
            <a:pPr algn="ctr" indent="0" marL="0">
              <a:buNone/>
            </a:pPr>
            <a:r>
              <a:rPr lang="en-US" sz="3600" b="1" dirty="0">
                <a:solidFill>
                  <a:schemeClr val="bg1"/>
                </a:solidFill>
                <a:latin typeface="+mj-lt" pitchFamily="34" charset="0"/>
                <a:ea typeface="+mj-lt" pitchFamily="34" charset="-122"/>
                <a:cs typeface="+mj-lt" pitchFamily="34" charset="-120"/>
              </a:rPr>
              <a:t>t</a:t>
            </a:r>
            <a:endParaRPr lang="en-US" sz="3600" dirty="0"/>
          </a:p>
        </p:txBody>
      </p:sp>
      <p:sp>
        <p:nvSpPr>
          <p:cNvPr id="15" name="Shape 11"/>
          <p:cNvSpPr/>
          <p:nvPr/>
        </p:nvSpPr>
        <p:spPr>
          <a:xfrm>
            <a:off x="4133088" y="1950720"/>
            <a:ext cx="1289304" cy="1289304"/>
          </a:xfrm>
          <a:prstGeom prst="ellipse">
            <a:avLst/>
          </a:prstGeom>
          <a:solidFill>
            <a:schemeClr val="accent1">
              <a:alpha val="35000"/>
            </a:schemeClr>
          </a:solidFill>
          <a:ln w="12700">
            <a:solidFill>
              <a:srgbClr val="FFFFFF">
                <a:alpha val="0"/>
              </a:srgbClr>
            </a:solidFill>
            <a:prstDash val="solid"/>
          </a:ln>
        </p:spPr>
      </p:sp>
      <p:sp>
        <p:nvSpPr>
          <p:cNvPr id="16" name="Shape 12"/>
          <p:cNvSpPr/>
          <p:nvPr/>
        </p:nvSpPr>
        <p:spPr>
          <a:xfrm>
            <a:off x="4251960" y="2069592"/>
            <a:ext cx="1051560" cy="1051560"/>
          </a:xfrm>
          <a:prstGeom prst="ellipse">
            <a:avLst/>
          </a:prstGeom>
          <a:solidFill>
            <a:schemeClr val="accent1"/>
          </a:solidFill>
          <a:ln w="12700">
            <a:solidFill>
              <a:srgbClr val="FFFFFF">
                <a:alpha val="0"/>
              </a:srgbClr>
            </a:solidFill>
            <a:prstDash val="solid"/>
          </a:ln>
        </p:spPr>
      </p:sp>
      <p:sp>
        <p:nvSpPr>
          <p:cNvPr id="17" name="Text 13"/>
          <p:cNvSpPr txBox="1"/>
          <p:nvPr/>
        </p:nvSpPr>
        <p:spPr>
          <a:xfrm>
            <a:off x="4251960" y="2069592"/>
            <a:ext cx="1051560" cy="1051560"/>
          </a:xfrm>
          <a:prstGeom prst="rect">
            <a:avLst/>
          </a:prstGeom>
          <a:noFill/>
          <a:ln/>
        </p:spPr>
        <p:txBody>
          <a:bodyPr wrap="square" lIns="0" tIns="0" rIns="0" bIns="0" rtlCol="0" anchor="ctr"/>
          <a:lstStyle/>
          <a:p>
            <a:pPr algn="ctr" indent="0" marL="0">
              <a:buNone/>
            </a:pPr>
            <a:r>
              <a:rPr lang="en-US" sz="3600" b="1" dirty="0">
                <a:solidFill>
                  <a:schemeClr val="bg1"/>
                </a:solidFill>
                <a:latin typeface="+mj-lt" pitchFamily="34" charset="0"/>
                <a:ea typeface="+mj-lt" pitchFamily="34" charset="-122"/>
                <a:cs typeface="+mj-lt" pitchFamily="34" charset="-120"/>
              </a:rPr>
              <a:t>dt</a:t>
            </a:r>
            <a:endParaRPr lang="en-US" sz="3600" dirty="0"/>
          </a:p>
        </p:txBody>
      </p:sp>
      <p:pic>
        <p:nvPicPr>
          <p:cNvPr id="18" name="Image 1" descr="stopwatch">    </p:cNvPr>
          <p:cNvPicPr>
            <a:picLocks noChangeAspect="1"/>
          </p:cNvPicPr>
          <p:nvPr/>
        </p:nvPicPr>
        <p:blipFill>
          <a:blip r:embed="rId2"/>
          <a:stretch>
            <a:fillRect/>
          </a:stretch>
        </p:blipFill>
        <p:spPr>
          <a:xfrm>
            <a:off x="5989320" y="1978152"/>
            <a:ext cx="1234440" cy="1234440"/>
          </a:xfrm>
          <a:prstGeom prst="rect">
            <a:avLst/>
          </a:prstGeom>
        </p:spPr>
      </p:pic>
      <p:sp>
        <p:nvSpPr>
          <p:cNvPr id="19" name="Shape 14"/>
          <p:cNvSpPr/>
          <p:nvPr/>
        </p:nvSpPr>
        <p:spPr>
          <a:xfrm>
            <a:off x="7863840" y="1932432"/>
            <a:ext cx="3776472" cy="1325880"/>
          </a:xfrm>
          <a:prstGeom prst="roundRect">
            <a:avLst>
              <a:gd name="adj" fmla="val 5517"/>
            </a:avLst>
          </a:prstGeom>
          <a:solidFill>
            <a:schemeClr val="bg2"/>
          </a:solidFill>
          <a:ln w="12700">
            <a:solidFill>
              <a:srgbClr val="D5DCE6"/>
            </a:solidFill>
            <a:prstDash val="solid"/>
          </a:ln>
        </p:spPr>
      </p:sp>
      <p:sp>
        <p:nvSpPr>
          <p:cNvPr id="20" name="Text 15"/>
          <p:cNvSpPr txBox="1"/>
          <p:nvPr/>
        </p:nvSpPr>
        <p:spPr>
          <a:xfrm>
            <a:off x="8046720" y="1978152"/>
            <a:ext cx="1828800" cy="320040"/>
          </a:xfrm>
          <a:prstGeom prst="rect">
            <a:avLst/>
          </a:prstGeom>
          <a:noFill/>
          <a:ln/>
        </p:spPr>
        <p:txBody>
          <a:bodyPr wrap="square" lIns="0" tIns="0" rIns="0" bIns="0" rtlCol="0" anchor="t"/>
          <a:lstStyle/>
          <a:p>
            <a:pPr algn="l" indent="0" marL="0">
              <a:buNone/>
            </a:pPr>
            <a:r>
              <a:rPr lang="en-US" sz="1300" b="1" spc="200" kern="0" dirty="0">
                <a:solidFill>
                  <a:schemeClr val="accent5"/>
                </a:solidFill>
              </a:rPr>
              <a:t>POINTS</a:t>
            </a:r>
            <a:endParaRPr lang="en-US" sz="1300" dirty="0"/>
          </a:p>
        </p:txBody>
      </p:sp>
      <p:pic>
        <p:nvPicPr>
          <p:cNvPr id="21" name="Image 2" descr="Trophy">    </p:cNvPr>
          <p:cNvPicPr>
            <a:picLocks noChangeAspect="1"/>
          </p:cNvPicPr>
          <p:nvPr/>
        </p:nvPicPr>
        <p:blipFill>
          <a:blip r:embed="rId3"/>
          <a:stretch>
            <a:fillRect/>
          </a:stretch>
        </p:blipFill>
        <p:spPr>
          <a:xfrm>
            <a:off x="11201400" y="2005584"/>
            <a:ext cx="292608" cy="292608"/>
          </a:xfrm>
          <a:prstGeom prst="rect">
            <a:avLst/>
          </a:prstGeom>
        </p:spPr>
      </p:pic>
      <p:sp>
        <p:nvSpPr>
          <p:cNvPr id="22" name="Shape 16"/>
          <p:cNvSpPr/>
          <p:nvPr/>
        </p:nvSpPr>
        <p:spPr>
          <a:xfrm>
            <a:off x="8046720" y="2481072"/>
            <a:ext cx="502920" cy="502920"/>
          </a:xfrm>
          <a:prstGeom prst="ellipse">
            <a:avLst/>
          </a:prstGeom>
          <a:solidFill>
            <a:schemeClr val="accent2"/>
          </a:solidFill>
          <a:ln w="12700">
            <a:solidFill>
              <a:srgbClr val="FFFFFF">
                <a:alpha val="0"/>
              </a:srgbClr>
            </a:solidFill>
            <a:prstDash val="solid"/>
          </a:ln>
        </p:spPr>
      </p:sp>
      <p:sp>
        <p:nvSpPr>
          <p:cNvPr id="23" name="Text 17"/>
          <p:cNvSpPr txBox="1"/>
          <p:nvPr/>
        </p:nvSpPr>
        <p:spPr>
          <a:xfrm>
            <a:off x="8046720" y="248107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24" name="Shape 18"/>
          <p:cNvSpPr/>
          <p:nvPr/>
        </p:nvSpPr>
        <p:spPr>
          <a:xfrm>
            <a:off x="8686800" y="2435352"/>
            <a:ext cx="914400" cy="594360"/>
          </a:xfrm>
          <a:prstGeom prst="roundRect">
            <a:avLst>
              <a:gd name="adj" fmla="val 12308"/>
            </a:avLst>
          </a:prstGeom>
          <a:solidFill>
            <a:srgbClr val="FFFFFF"/>
          </a:solidFill>
          <a:ln w="19050">
            <a:solidFill>
              <a:srgbClr val="2A6FB0"/>
            </a:solidFill>
            <a:prstDash val="solid"/>
          </a:ln>
        </p:spPr>
      </p:sp>
      <p:sp>
        <p:nvSpPr>
          <p:cNvPr id="25" name="Shape 19"/>
          <p:cNvSpPr/>
          <p:nvPr/>
        </p:nvSpPr>
        <p:spPr>
          <a:xfrm>
            <a:off x="9829800" y="2481072"/>
            <a:ext cx="502920" cy="502920"/>
          </a:xfrm>
          <a:prstGeom prst="ellipse">
            <a:avLst/>
          </a:prstGeom>
          <a:solidFill>
            <a:srgbClr val="6E4A9E"/>
          </a:solidFill>
          <a:ln w="12700">
            <a:solidFill>
              <a:srgbClr val="FFFFFF">
                <a:alpha val="0"/>
              </a:srgbClr>
            </a:solidFill>
            <a:prstDash val="solid"/>
          </a:ln>
        </p:spPr>
      </p:sp>
      <p:sp>
        <p:nvSpPr>
          <p:cNvPr id="26" name="Text 20"/>
          <p:cNvSpPr txBox="1"/>
          <p:nvPr/>
        </p:nvSpPr>
        <p:spPr>
          <a:xfrm>
            <a:off x="9829800" y="248107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27" name="Shape 21"/>
          <p:cNvSpPr/>
          <p:nvPr/>
        </p:nvSpPr>
        <p:spPr>
          <a:xfrm>
            <a:off x="10469880" y="2435352"/>
            <a:ext cx="914400" cy="594360"/>
          </a:xfrm>
          <a:prstGeom prst="roundRect">
            <a:avLst>
              <a:gd name="adj" fmla="val 12308"/>
            </a:avLst>
          </a:prstGeom>
          <a:solidFill>
            <a:srgbClr val="FFFFFF"/>
          </a:solidFill>
          <a:ln w="19050">
            <a:solidFill>
              <a:srgbClr val="6E4A9E"/>
            </a:solidFill>
            <a:prstDash val="solid"/>
          </a:ln>
        </p:spPr>
      </p:sp>
      <p:sp>
        <p:nvSpPr>
          <p:cNvPr id="28" name="Shape 22"/>
          <p:cNvSpPr/>
          <p:nvPr/>
        </p:nvSpPr>
        <p:spPr>
          <a:xfrm>
            <a:off x="548640" y="3441192"/>
            <a:ext cx="11091672" cy="960120"/>
          </a:xfrm>
          <a:prstGeom prst="roundRect">
            <a:avLst>
              <a:gd name="adj" fmla="val 7619"/>
            </a:avLst>
          </a:prstGeom>
          <a:solidFill>
            <a:srgbClr val="FFFFFF"/>
          </a:solidFill>
          <a:ln w="31750">
            <a:solidFill>
              <a:srgbClr val="D9700F"/>
            </a:solidFill>
            <a:prstDash val="solid"/>
          </a:ln>
          <a:effectLst>
            <a:outerShdw sx="100000" sy="100000" kx="0" ky="0" algn="bl" rotWithShape="0" blurRad="101600" dist="25400" dir="3600000">
              <a:srgbClr val="000000">
                <a:alpha val="16000"/>
              </a:srgbClr>
            </a:outerShdw>
          </a:effectLst>
        </p:spPr>
      </p:sp>
      <p:sp>
        <p:nvSpPr>
          <p:cNvPr id="29" name="Shape 23"/>
          <p:cNvSpPr/>
          <p:nvPr/>
        </p:nvSpPr>
        <p:spPr>
          <a:xfrm>
            <a:off x="777240" y="3669792"/>
            <a:ext cx="502920" cy="502920"/>
          </a:xfrm>
          <a:prstGeom prst="ellipse">
            <a:avLst/>
          </a:prstGeom>
          <a:solidFill>
            <a:schemeClr val="accent1"/>
          </a:solidFill>
          <a:ln w="12700">
            <a:solidFill>
              <a:srgbClr val="FFFFFF">
                <a:alpha val="0"/>
              </a:srgbClr>
            </a:solidFill>
            <a:prstDash val="solid"/>
          </a:ln>
        </p:spPr>
      </p:sp>
      <p:sp>
        <p:nvSpPr>
          <p:cNvPr id="30" name="Text 24"/>
          <p:cNvSpPr txBox="1"/>
          <p:nvPr/>
        </p:nvSpPr>
        <p:spPr>
          <a:xfrm>
            <a:off x="777240" y="366979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31" name="Text 25"/>
          <p:cNvSpPr txBox="1"/>
          <p:nvPr/>
        </p:nvSpPr>
        <p:spPr>
          <a:xfrm>
            <a:off x="1554480" y="3441192"/>
            <a:ext cx="9875520" cy="960120"/>
          </a:xfrm>
          <a:prstGeom prst="rect">
            <a:avLst/>
          </a:prstGeom>
          <a:noFill/>
          <a:ln/>
        </p:spPr>
        <p:txBody>
          <a:bodyPr wrap="square" lIns="0" tIns="0" rIns="0" bIns="0" rtlCol="0" anchor="ctr"/>
          <a:lstStyle/>
          <a:p>
            <a:pPr algn="ctr" indent="0" marL="0">
              <a:buNone/>
            </a:pPr>
            <a:r>
              <a:rPr lang="en-US" sz="3800" dirty="0">
                <a:solidFill>
                  <a:schemeClr val="tx1"/>
                </a:solidFill>
                <a:latin typeface="+mj-lt" pitchFamily="34" charset="0"/>
                <a:ea typeface="+mj-lt" pitchFamily="34" charset="-122"/>
                <a:cs typeface="+mj-lt" pitchFamily="34" charset="-120"/>
              </a:rPr>
              <a:t>Hij wor</a:t>
            </a:r>
            <a:r>
              <a:rPr lang="en-US" sz="3800" b="1" dirty="0">
                <a:solidFill>
                  <a:schemeClr val="accent3"/>
                </a:solidFill>
                <a:highlight>
                  <a:srgbClr val="DCEFE2"/>
                </a:highlight>
                <a:latin typeface="+mj-lt" pitchFamily="34" charset="0"/>
                <a:ea typeface="+mj-lt" pitchFamily="34" charset="-122"/>
                <a:cs typeface="+mj-lt" pitchFamily="34" charset="-120"/>
              </a:rPr>
              <a:t>dt</a:t>
            </a:r>
            <a:r>
              <a:rPr lang="en-US" sz="3800" dirty="0">
                <a:solidFill>
                  <a:schemeClr val="tx1"/>
                </a:solidFill>
                <a:latin typeface="+mj-lt" pitchFamily="34" charset="0"/>
                <a:ea typeface="+mj-lt" pitchFamily="34" charset="-122"/>
                <a:cs typeface="+mj-lt" pitchFamily="34" charset="-120"/>
              </a:rPr>
              <a:t> moe.</a:t>
            </a:r>
            <a:endParaRPr lang="en-US" sz="3800" dirty="0"/>
          </a:p>
        </p:txBody>
      </p:sp>
      <p:sp>
        <p:nvSpPr>
          <p:cNvPr id="32" name="Shape 26"/>
          <p:cNvSpPr/>
          <p:nvPr/>
        </p:nvSpPr>
        <p:spPr>
          <a:xfrm>
            <a:off x="548640" y="4584192"/>
            <a:ext cx="2601468" cy="775716"/>
          </a:xfrm>
          <a:prstGeom prst="roundRect">
            <a:avLst>
              <a:gd name="adj" fmla="val 9430"/>
            </a:avLst>
          </a:prstGeom>
          <a:solidFill>
            <a:srgbClr val="FDF3EA"/>
          </a:solidFill>
          <a:ln w="19050">
            <a:solidFill>
              <a:srgbClr val="D9700F"/>
            </a:solidFill>
            <a:prstDash val="solid"/>
          </a:ln>
        </p:spPr>
      </p:sp>
      <p:sp>
        <p:nvSpPr>
          <p:cNvPr id="33" name="Shape 27"/>
          <p:cNvSpPr/>
          <p:nvPr/>
        </p:nvSpPr>
        <p:spPr>
          <a:xfrm>
            <a:off x="640080" y="4789170"/>
            <a:ext cx="365760" cy="365760"/>
          </a:xfrm>
          <a:prstGeom prst="ellipse">
            <a:avLst/>
          </a:prstGeom>
          <a:solidFill>
            <a:schemeClr val="tx2"/>
          </a:solidFill>
          <a:ln w="12700">
            <a:solidFill>
              <a:srgbClr val="FFFFFF">
                <a:alpha val="0"/>
              </a:srgbClr>
            </a:solidFill>
            <a:prstDash val="solid"/>
          </a:ln>
        </p:spPr>
      </p:sp>
      <p:sp>
        <p:nvSpPr>
          <p:cNvPr id="34" name="Text 28"/>
          <p:cNvSpPr txBox="1"/>
          <p:nvPr/>
        </p:nvSpPr>
        <p:spPr>
          <a:xfrm>
            <a:off x="640080" y="478917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35" name="Text 29"/>
          <p:cNvSpPr txBox="1"/>
          <p:nvPr/>
        </p:nvSpPr>
        <p:spPr>
          <a:xfrm>
            <a:off x="1097280" y="4584192"/>
            <a:ext cx="1549908" cy="775716"/>
          </a:xfrm>
          <a:prstGeom prst="rect">
            <a:avLst/>
          </a:prstGeom>
          <a:noFill/>
          <a:ln/>
        </p:spPr>
        <p:txBody>
          <a:bodyPr wrap="square" lIns="0" tIns="0" rIns="0" bIns="0" rtlCol="0" anchor="ctr"/>
          <a:lstStyle/>
          <a:p>
            <a:pPr algn="l" indent="0" marL="0">
              <a:buNone/>
            </a:pPr>
            <a:r>
              <a:rPr lang="en-US" sz="1600" dirty="0">
                <a:solidFill>
                  <a:schemeClr val="tx1"/>
                </a:solidFill>
              </a:rPr>
              <a:t>Hij wor</a:t>
            </a:r>
            <a:r>
              <a:rPr lang="en-US" sz="1600" b="1" dirty="0">
                <a:solidFill>
                  <a:schemeClr val="accent3"/>
                </a:solidFill>
                <a:highlight>
                  <a:srgbClr val="DCEFE2"/>
                </a:highlight>
              </a:rPr>
              <a:t>dt</a:t>
            </a:r>
            <a:r>
              <a:rPr lang="en-US" sz="1600" dirty="0">
                <a:solidFill>
                  <a:schemeClr val="tx1"/>
                </a:solidFill>
              </a:rPr>
              <a:t> moe.</a:t>
            </a:r>
            <a:endParaRPr lang="en-US" sz="1600" dirty="0"/>
          </a:p>
        </p:txBody>
      </p:sp>
      <p:sp>
        <p:nvSpPr>
          <p:cNvPr id="36" name="Shape 30"/>
          <p:cNvSpPr/>
          <p:nvPr/>
        </p:nvSpPr>
        <p:spPr>
          <a:xfrm>
            <a:off x="2674620" y="4780026"/>
            <a:ext cx="384048" cy="384048"/>
          </a:xfrm>
          <a:prstGeom prst="ellipse">
            <a:avLst/>
          </a:prstGeom>
          <a:solidFill>
            <a:schemeClr val="accent1"/>
          </a:solidFill>
          <a:ln w="12700">
            <a:solidFill>
              <a:srgbClr val="FFFFFF">
                <a:alpha val="0"/>
              </a:srgbClr>
            </a:solidFill>
            <a:prstDash val="solid"/>
          </a:ln>
        </p:spPr>
      </p:sp>
      <p:sp>
        <p:nvSpPr>
          <p:cNvPr id="37" name="Text 31"/>
          <p:cNvSpPr txBox="1"/>
          <p:nvPr/>
        </p:nvSpPr>
        <p:spPr>
          <a:xfrm>
            <a:off x="2674620" y="4780026"/>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dt</a:t>
            </a:r>
            <a:endParaRPr lang="en-US" sz="1200" dirty="0"/>
          </a:p>
        </p:txBody>
      </p:sp>
      <p:sp>
        <p:nvSpPr>
          <p:cNvPr id="38" name="Shape 32"/>
          <p:cNvSpPr/>
          <p:nvPr/>
        </p:nvSpPr>
        <p:spPr>
          <a:xfrm>
            <a:off x="3378708" y="4584192"/>
            <a:ext cx="2601468" cy="775716"/>
          </a:xfrm>
          <a:prstGeom prst="roundRect">
            <a:avLst>
              <a:gd name="adj" fmla="val 9430"/>
            </a:avLst>
          </a:prstGeom>
          <a:solidFill>
            <a:schemeClr val="bg2"/>
          </a:solidFill>
          <a:ln w="12700">
            <a:solidFill>
              <a:srgbClr val="D5DCE6"/>
            </a:solidFill>
            <a:prstDash val="solid"/>
          </a:ln>
        </p:spPr>
      </p:sp>
      <p:sp>
        <p:nvSpPr>
          <p:cNvPr id="39" name="Shape 33"/>
          <p:cNvSpPr/>
          <p:nvPr/>
        </p:nvSpPr>
        <p:spPr>
          <a:xfrm>
            <a:off x="3470148" y="4789170"/>
            <a:ext cx="365760" cy="365760"/>
          </a:xfrm>
          <a:prstGeom prst="ellipse">
            <a:avLst/>
          </a:prstGeom>
          <a:solidFill>
            <a:schemeClr val="tx2"/>
          </a:solidFill>
          <a:ln w="12700">
            <a:solidFill>
              <a:srgbClr val="FFFFFF">
                <a:alpha val="0"/>
              </a:srgbClr>
            </a:solidFill>
            <a:prstDash val="solid"/>
          </a:ln>
        </p:spPr>
      </p:sp>
      <p:sp>
        <p:nvSpPr>
          <p:cNvPr id="40" name="Text 34"/>
          <p:cNvSpPr txBox="1"/>
          <p:nvPr/>
        </p:nvSpPr>
        <p:spPr>
          <a:xfrm>
            <a:off x="3470148" y="478917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41" name="Text 35"/>
          <p:cNvSpPr txBox="1"/>
          <p:nvPr/>
        </p:nvSpPr>
        <p:spPr>
          <a:xfrm>
            <a:off x="3927348" y="4584192"/>
            <a:ext cx="1549908" cy="775716"/>
          </a:xfrm>
          <a:prstGeom prst="rect">
            <a:avLst/>
          </a:prstGeom>
          <a:noFill/>
          <a:ln/>
        </p:spPr>
        <p:txBody>
          <a:bodyPr wrap="square" lIns="0" tIns="0" rIns="0" bIns="0" rtlCol="0" anchor="ctr"/>
          <a:lstStyle/>
          <a:p>
            <a:pPr algn="l" indent="0" marL="0">
              <a:buNone/>
            </a:pPr>
            <a:r>
              <a:rPr lang="en-US" sz="1600" dirty="0">
                <a:solidFill>
                  <a:schemeClr val="tx1"/>
                </a:solidFill>
              </a:rPr>
              <a:t>Wor</a:t>
            </a:r>
            <a:r>
              <a:rPr lang="en-US" sz="1600" b="1" dirty="0">
                <a:solidFill>
                  <a:schemeClr val="accent3"/>
                </a:solidFill>
                <a:highlight>
                  <a:srgbClr val="DCEFE2"/>
                </a:highlight>
              </a:rPr>
              <a:t>d</a:t>
            </a:r>
            <a:r>
              <a:rPr lang="en-US" sz="1600" dirty="0">
                <a:solidFill>
                  <a:schemeClr val="tx1"/>
                </a:solidFill>
              </a:rPr>
              <a:t> je moe?</a:t>
            </a:r>
            <a:endParaRPr lang="en-US" sz="1600" dirty="0"/>
          </a:p>
        </p:txBody>
      </p:sp>
      <p:sp>
        <p:nvSpPr>
          <p:cNvPr id="42" name="Shape 36"/>
          <p:cNvSpPr/>
          <p:nvPr/>
        </p:nvSpPr>
        <p:spPr>
          <a:xfrm>
            <a:off x="5504688" y="4780026"/>
            <a:ext cx="384048" cy="384048"/>
          </a:xfrm>
          <a:prstGeom prst="ellipse">
            <a:avLst/>
          </a:prstGeom>
          <a:solidFill>
            <a:schemeClr val="accent2"/>
          </a:solidFill>
          <a:ln w="12700">
            <a:solidFill>
              <a:srgbClr val="FFFFFF">
                <a:alpha val="0"/>
              </a:srgbClr>
            </a:solidFill>
            <a:prstDash val="solid"/>
          </a:ln>
        </p:spPr>
      </p:sp>
      <p:sp>
        <p:nvSpPr>
          <p:cNvPr id="43" name="Text 37"/>
          <p:cNvSpPr txBox="1"/>
          <p:nvPr/>
        </p:nvSpPr>
        <p:spPr>
          <a:xfrm>
            <a:off x="5504688" y="4780026"/>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d</a:t>
            </a:r>
            <a:endParaRPr lang="en-US" sz="1200" dirty="0"/>
          </a:p>
        </p:txBody>
      </p:sp>
      <p:sp>
        <p:nvSpPr>
          <p:cNvPr id="44" name="Shape 38"/>
          <p:cNvSpPr/>
          <p:nvPr/>
        </p:nvSpPr>
        <p:spPr>
          <a:xfrm>
            <a:off x="6208776" y="4584192"/>
            <a:ext cx="2601468" cy="775716"/>
          </a:xfrm>
          <a:prstGeom prst="roundRect">
            <a:avLst>
              <a:gd name="adj" fmla="val 9430"/>
            </a:avLst>
          </a:prstGeom>
          <a:solidFill>
            <a:schemeClr val="bg2"/>
          </a:solidFill>
          <a:ln w="12700">
            <a:solidFill>
              <a:srgbClr val="D5DCE6"/>
            </a:solidFill>
            <a:prstDash val="solid"/>
          </a:ln>
        </p:spPr>
      </p:sp>
      <p:sp>
        <p:nvSpPr>
          <p:cNvPr id="45" name="Shape 39"/>
          <p:cNvSpPr/>
          <p:nvPr/>
        </p:nvSpPr>
        <p:spPr>
          <a:xfrm>
            <a:off x="6300216" y="4789170"/>
            <a:ext cx="365760" cy="365760"/>
          </a:xfrm>
          <a:prstGeom prst="ellipse">
            <a:avLst/>
          </a:prstGeom>
          <a:solidFill>
            <a:schemeClr val="tx2"/>
          </a:solidFill>
          <a:ln w="12700">
            <a:solidFill>
              <a:srgbClr val="FFFFFF">
                <a:alpha val="0"/>
              </a:srgbClr>
            </a:solidFill>
            <a:prstDash val="solid"/>
          </a:ln>
        </p:spPr>
      </p:sp>
      <p:sp>
        <p:nvSpPr>
          <p:cNvPr id="46" name="Text 40"/>
          <p:cNvSpPr txBox="1"/>
          <p:nvPr/>
        </p:nvSpPr>
        <p:spPr>
          <a:xfrm>
            <a:off x="6300216" y="478917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47" name="Text 41"/>
          <p:cNvSpPr txBox="1"/>
          <p:nvPr/>
        </p:nvSpPr>
        <p:spPr>
          <a:xfrm>
            <a:off x="6757416" y="4584192"/>
            <a:ext cx="1549908" cy="775716"/>
          </a:xfrm>
          <a:prstGeom prst="rect">
            <a:avLst/>
          </a:prstGeom>
          <a:noFill/>
          <a:ln/>
        </p:spPr>
        <p:txBody>
          <a:bodyPr wrap="square" lIns="0" tIns="0" rIns="0" bIns="0" rtlCol="0" anchor="ctr"/>
          <a:lstStyle/>
          <a:p>
            <a:pPr algn="l" indent="0" marL="0">
              <a:buNone/>
            </a:pPr>
            <a:r>
              <a:rPr lang="en-US" sz="1600" dirty="0">
                <a:solidFill>
                  <a:schemeClr val="tx1"/>
                </a:solidFill>
              </a:rPr>
              <a:t>Ik wor</a:t>
            </a:r>
            <a:r>
              <a:rPr lang="en-US" sz="1600" b="1" dirty="0">
                <a:solidFill>
                  <a:schemeClr val="accent3"/>
                </a:solidFill>
                <a:highlight>
                  <a:srgbClr val="DCEFE2"/>
                </a:highlight>
              </a:rPr>
              <a:t>d</a:t>
            </a:r>
            <a:r>
              <a:rPr lang="en-US" sz="1600" dirty="0">
                <a:solidFill>
                  <a:schemeClr val="tx1"/>
                </a:solidFill>
              </a:rPr>
              <a:t> moe.</a:t>
            </a:r>
            <a:endParaRPr lang="en-US" sz="1600" dirty="0"/>
          </a:p>
        </p:txBody>
      </p:sp>
      <p:sp>
        <p:nvSpPr>
          <p:cNvPr id="48" name="Shape 42"/>
          <p:cNvSpPr/>
          <p:nvPr/>
        </p:nvSpPr>
        <p:spPr>
          <a:xfrm>
            <a:off x="8334756" y="4780026"/>
            <a:ext cx="384048" cy="384048"/>
          </a:xfrm>
          <a:prstGeom prst="ellipse">
            <a:avLst/>
          </a:prstGeom>
          <a:solidFill>
            <a:schemeClr val="accent2"/>
          </a:solidFill>
          <a:ln w="12700">
            <a:solidFill>
              <a:srgbClr val="FFFFFF">
                <a:alpha val="0"/>
              </a:srgbClr>
            </a:solidFill>
            <a:prstDash val="solid"/>
          </a:ln>
        </p:spPr>
      </p:sp>
      <p:sp>
        <p:nvSpPr>
          <p:cNvPr id="49" name="Text 43"/>
          <p:cNvSpPr txBox="1"/>
          <p:nvPr/>
        </p:nvSpPr>
        <p:spPr>
          <a:xfrm>
            <a:off x="8334756" y="4780026"/>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d</a:t>
            </a:r>
            <a:endParaRPr lang="en-US" sz="1200" dirty="0"/>
          </a:p>
        </p:txBody>
      </p:sp>
      <p:sp>
        <p:nvSpPr>
          <p:cNvPr id="50" name="Shape 44"/>
          <p:cNvSpPr/>
          <p:nvPr/>
        </p:nvSpPr>
        <p:spPr>
          <a:xfrm>
            <a:off x="9038844" y="4584192"/>
            <a:ext cx="2601468" cy="775716"/>
          </a:xfrm>
          <a:prstGeom prst="roundRect">
            <a:avLst>
              <a:gd name="adj" fmla="val 9430"/>
            </a:avLst>
          </a:prstGeom>
          <a:solidFill>
            <a:schemeClr val="bg2"/>
          </a:solidFill>
          <a:ln w="12700">
            <a:solidFill>
              <a:srgbClr val="D5DCE6"/>
            </a:solidFill>
            <a:prstDash val="solid"/>
          </a:ln>
        </p:spPr>
      </p:sp>
      <p:sp>
        <p:nvSpPr>
          <p:cNvPr id="51" name="Shape 45"/>
          <p:cNvSpPr/>
          <p:nvPr/>
        </p:nvSpPr>
        <p:spPr>
          <a:xfrm>
            <a:off x="9130284" y="4789170"/>
            <a:ext cx="365760" cy="365760"/>
          </a:xfrm>
          <a:prstGeom prst="ellipse">
            <a:avLst/>
          </a:prstGeom>
          <a:solidFill>
            <a:schemeClr val="tx2"/>
          </a:solidFill>
          <a:ln w="12700">
            <a:solidFill>
              <a:srgbClr val="FFFFFF">
                <a:alpha val="0"/>
              </a:srgbClr>
            </a:solidFill>
            <a:prstDash val="solid"/>
          </a:ln>
        </p:spPr>
      </p:sp>
      <p:sp>
        <p:nvSpPr>
          <p:cNvPr id="52" name="Text 46"/>
          <p:cNvSpPr txBox="1"/>
          <p:nvPr/>
        </p:nvSpPr>
        <p:spPr>
          <a:xfrm>
            <a:off x="9130284" y="478917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53" name="Text 47"/>
          <p:cNvSpPr txBox="1"/>
          <p:nvPr/>
        </p:nvSpPr>
        <p:spPr>
          <a:xfrm>
            <a:off x="9587484" y="4584192"/>
            <a:ext cx="1549908" cy="775716"/>
          </a:xfrm>
          <a:prstGeom prst="rect">
            <a:avLst/>
          </a:prstGeom>
          <a:noFill/>
          <a:ln/>
        </p:spPr>
        <p:txBody>
          <a:bodyPr wrap="square" lIns="0" tIns="0" rIns="0" bIns="0" rtlCol="0" anchor="ctr"/>
          <a:lstStyle/>
          <a:p>
            <a:pPr algn="l" indent="0" marL="0">
              <a:buNone/>
            </a:pPr>
            <a:r>
              <a:rPr lang="en-US" sz="1600" dirty="0">
                <a:solidFill>
                  <a:schemeClr val="tx1"/>
                </a:solidFill>
              </a:rPr>
              <a:t>Wor</a:t>
            </a:r>
            <a:r>
              <a:rPr lang="en-US" sz="1600" b="1" dirty="0">
                <a:solidFill>
                  <a:schemeClr val="accent3"/>
                </a:solidFill>
                <a:highlight>
                  <a:srgbClr val="DCEFE2"/>
                </a:highlight>
              </a:rPr>
              <a:t>dt</a:t>
            </a:r>
            <a:r>
              <a:rPr lang="en-US" sz="1600" dirty="0">
                <a:solidFill>
                  <a:schemeClr val="tx1"/>
                </a:solidFill>
              </a:rPr>
              <a:t> u ook moe?</a:t>
            </a:r>
            <a:endParaRPr lang="en-US" sz="1600" dirty="0"/>
          </a:p>
        </p:txBody>
      </p:sp>
      <p:sp>
        <p:nvSpPr>
          <p:cNvPr id="54" name="Shape 48"/>
          <p:cNvSpPr/>
          <p:nvPr/>
        </p:nvSpPr>
        <p:spPr>
          <a:xfrm>
            <a:off x="11164824" y="4780026"/>
            <a:ext cx="384048" cy="384048"/>
          </a:xfrm>
          <a:prstGeom prst="ellipse">
            <a:avLst/>
          </a:prstGeom>
          <a:solidFill>
            <a:schemeClr val="accent1"/>
          </a:solidFill>
          <a:ln w="12700">
            <a:solidFill>
              <a:srgbClr val="FFFFFF">
                <a:alpha val="0"/>
              </a:srgbClr>
            </a:solidFill>
            <a:prstDash val="solid"/>
          </a:ln>
        </p:spPr>
      </p:sp>
      <p:sp>
        <p:nvSpPr>
          <p:cNvPr id="55" name="Text 49"/>
          <p:cNvSpPr txBox="1"/>
          <p:nvPr/>
        </p:nvSpPr>
        <p:spPr>
          <a:xfrm>
            <a:off x="11164824" y="4780026"/>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dt</a:t>
            </a:r>
            <a:endParaRPr lang="en-US" sz="1200" dirty="0"/>
          </a:p>
        </p:txBody>
      </p:sp>
      <p:sp>
        <p:nvSpPr>
          <p:cNvPr id="56" name="Shape 50"/>
          <p:cNvSpPr/>
          <p:nvPr/>
        </p:nvSpPr>
        <p:spPr>
          <a:xfrm>
            <a:off x="548640" y="5497068"/>
            <a:ext cx="2601468" cy="775716"/>
          </a:xfrm>
          <a:prstGeom prst="roundRect">
            <a:avLst>
              <a:gd name="adj" fmla="val 9430"/>
            </a:avLst>
          </a:prstGeom>
          <a:solidFill>
            <a:schemeClr val="bg2"/>
          </a:solidFill>
          <a:ln w="12700">
            <a:solidFill>
              <a:srgbClr val="D5DCE6"/>
            </a:solidFill>
            <a:prstDash val="solid"/>
          </a:ln>
        </p:spPr>
      </p:sp>
      <p:sp>
        <p:nvSpPr>
          <p:cNvPr id="57" name="Shape 51"/>
          <p:cNvSpPr/>
          <p:nvPr/>
        </p:nvSpPr>
        <p:spPr>
          <a:xfrm>
            <a:off x="640080" y="5702046"/>
            <a:ext cx="365760" cy="365760"/>
          </a:xfrm>
          <a:prstGeom prst="ellipse">
            <a:avLst/>
          </a:prstGeom>
          <a:solidFill>
            <a:schemeClr val="tx2"/>
          </a:solidFill>
          <a:ln w="12700">
            <a:solidFill>
              <a:srgbClr val="FFFFFF">
                <a:alpha val="0"/>
              </a:srgbClr>
            </a:solidFill>
            <a:prstDash val="solid"/>
          </a:ln>
        </p:spPr>
      </p:sp>
      <p:sp>
        <p:nvSpPr>
          <p:cNvPr id="58" name="Text 52"/>
          <p:cNvSpPr txBox="1"/>
          <p:nvPr/>
        </p:nvSpPr>
        <p:spPr>
          <a:xfrm>
            <a:off x="640080" y="570204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59" name="Text 53"/>
          <p:cNvSpPr txBox="1"/>
          <p:nvPr/>
        </p:nvSpPr>
        <p:spPr>
          <a:xfrm>
            <a:off x="1097280" y="5497068"/>
            <a:ext cx="1549908" cy="775716"/>
          </a:xfrm>
          <a:prstGeom prst="rect">
            <a:avLst/>
          </a:prstGeom>
          <a:noFill/>
          <a:ln/>
        </p:spPr>
        <p:txBody>
          <a:bodyPr wrap="square" lIns="0" tIns="0" rIns="0" bIns="0" rtlCol="0" anchor="ctr"/>
          <a:lstStyle/>
          <a:p>
            <a:pPr algn="l" indent="0" marL="0">
              <a:buNone/>
            </a:pPr>
            <a:r>
              <a:rPr lang="en-US" sz="1600" dirty="0">
                <a:solidFill>
                  <a:schemeClr val="tx1"/>
                </a:solidFill>
              </a:rPr>
              <a:t>Mijn baas rij</a:t>
            </a:r>
            <a:r>
              <a:rPr lang="en-US" sz="1600" b="1" dirty="0">
                <a:solidFill>
                  <a:schemeClr val="accent3"/>
                </a:solidFill>
                <a:highlight>
                  <a:srgbClr val="DCEFE2"/>
                </a:highlight>
              </a:rPr>
              <a:t>dt</a:t>
            </a:r>
            <a:r>
              <a:rPr lang="en-US" sz="1600" dirty="0">
                <a:solidFill>
                  <a:schemeClr val="tx1"/>
                </a:solidFill>
              </a:rPr>
              <a:t> met de auto.</a:t>
            </a:r>
            <a:endParaRPr lang="en-US" sz="1600" dirty="0"/>
          </a:p>
        </p:txBody>
      </p:sp>
      <p:sp>
        <p:nvSpPr>
          <p:cNvPr id="60" name="Shape 54"/>
          <p:cNvSpPr/>
          <p:nvPr/>
        </p:nvSpPr>
        <p:spPr>
          <a:xfrm>
            <a:off x="2674620" y="5692902"/>
            <a:ext cx="384048" cy="384048"/>
          </a:xfrm>
          <a:prstGeom prst="ellipse">
            <a:avLst/>
          </a:prstGeom>
          <a:solidFill>
            <a:schemeClr val="accent1"/>
          </a:solidFill>
          <a:ln w="12700">
            <a:solidFill>
              <a:srgbClr val="FFFFFF">
                <a:alpha val="0"/>
              </a:srgbClr>
            </a:solidFill>
            <a:prstDash val="solid"/>
          </a:ln>
        </p:spPr>
      </p:sp>
      <p:sp>
        <p:nvSpPr>
          <p:cNvPr id="61" name="Text 55"/>
          <p:cNvSpPr txBox="1"/>
          <p:nvPr/>
        </p:nvSpPr>
        <p:spPr>
          <a:xfrm>
            <a:off x="2674620" y="569290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dt</a:t>
            </a:r>
            <a:endParaRPr lang="en-US" sz="1200" dirty="0"/>
          </a:p>
        </p:txBody>
      </p:sp>
      <p:sp>
        <p:nvSpPr>
          <p:cNvPr id="62" name="Shape 56"/>
          <p:cNvSpPr/>
          <p:nvPr/>
        </p:nvSpPr>
        <p:spPr>
          <a:xfrm>
            <a:off x="3378708" y="5497068"/>
            <a:ext cx="2601468" cy="775716"/>
          </a:xfrm>
          <a:prstGeom prst="roundRect">
            <a:avLst>
              <a:gd name="adj" fmla="val 9430"/>
            </a:avLst>
          </a:prstGeom>
          <a:solidFill>
            <a:schemeClr val="bg2"/>
          </a:solidFill>
          <a:ln w="12700">
            <a:solidFill>
              <a:srgbClr val="D5DCE6"/>
            </a:solidFill>
            <a:prstDash val="solid"/>
          </a:ln>
        </p:spPr>
      </p:sp>
      <p:sp>
        <p:nvSpPr>
          <p:cNvPr id="63" name="Shape 57"/>
          <p:cNvSpPr/>
          <p:nvPr/>
        </p:nvSpPr>
        <p:spPr>
          <a:xfrm>
            <a:off x="3470148" y="5702046"/>
            <a:ext cx="365760" cy="365760"/>
          </a:xfrm>
          <a:prstGeom prst="ellipse">
            <a:avLst/>
          </a:prstGeom>
          <a:solidFill>
            <a:schemeClr val="tx2"/>
          </a:solidFill>
          <a:ln w="12700">
            <a:solidFill>
              <a:srgbClr val="FFFFFF">
                <a:alpha val="0"/>
              </a:srgbClr>
            </a:solidFill>
            <a:prstDash val="solid"/>
          </a:ln>
        </p:spPr>
      </p:sp>
      <p:sp>
        <p:nvSpPr>
          <p:cNvPr id="64" name="Text 58"/>
          <p:cNvSpPr txBox="1"/>
          <p:nvPr/>
        </p:nvSpPr>
        <p:spPr>
          <a:xfrm>
            <a:off x="3470148" y="570204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65" name="Text 59"/>
          <p:cNvSpPr txBox="1"/>
          <p:nvPr/>
        </p:nvSpPr>
        <p:spPr>
          <a:xfrm>
            <a:off x="3927348" y="5497068"/>
            <a:ext cx="1549908" cy="775716"/>
          </a:xfrm>
          <a:prstGeom prst="rect">
            <a:avLst/>
          </a:prstGeom>
          <a:noFill/>
          <a:ln/>
        </p:spPr>
        <p:txBody>
          <a:bodyPr wrap="square" lIns="0" tIns="0" rIns="0" bIns="0" rtlCol="0" anchor="ctr"/>
          <a:lstStyle/>
          <a:p>
            <a:pPr algn="l" indent="0" marL="0">
              <a:buNone/>
            </a:pPr>
            <a:r>
              <a:rPr lang="en-US" sz="1600" dirty="0">
                <a:solidFill>
                  <a:schemeClr val="tx1"/>
                </a:solidFill>
              </a:rPr>
              <a:t>Rij</a:t>
            </a:r>
            <a:r>
              <a:rPr lang="en-US" sz="1600" b="1" dirty="0">
                <a:solidFill>
                  <a:schemeClr val="accent3"/>
                </a:solidFill>
                <a:highlight>
                  <a:srgbClr val="DCEFE2"/>
                </a:highlight>
              </a:rPr>
              <a:t>d</a:t>
            </a:r>
            <a:r>
              <a:rPr lang="en-US" sz="1600" dirty="0">
                <a:solidFill>
                  <a:schemeClr val="tx1"/>
                </a:solidFill>
              </a:rPr>
              <a:t> jij met de fiets?</a:t>
            </a:r>
            <a:endParaRPr lang="en-US" sz="1600" dirty="0"/>
          </a:p>
        </p:txBody>
      </p:sp>
      <p:sp>
        <p:nvSpPr>
          <p:cNvPr id="66" name="Shape 60"/>
          <p:cNvSpPr/>
          <p:nvPr/>
        </p:nvSpPr>
        <p:spPr>
          <a:xfrm>
            <a:off x="5504688" y="5692902"/>
            <a:ext cx="384048" cy="384048"/>
          </a:xfrm>
          <a:prstGeom prst="ellipse">
            <a:avLst/>
          </a:prstGeom>
          <a:solidFill>
            <a:schemeClr val="accent2"/>
          </a:solidFill>
          <a:ln w="12700">
            <a:solidFill>
              <a:srgbClr val="FFFFFF">
                <a:alpha val="0"/>
              </a:srgbClr>
            </a:solidFill>
            <a:prstDash val="solid"/>
          </a:ln>
        </p:spPr>
      </p:sp>
      <p:sp>
        <p:nvSpPr>
          <p:cNvPr id="67" name="Text 61"/>
          <p:cNvSpPr txBox="1"/>
          <p:nvPr/>
        </p:nvSpPr>
        <p:spPr>
          <a:xfrm>
            <a:off x="5504688" y="569290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d</a:t>
            </a:r>
            <a:endParaRPr lang="en-US" sz="1200" dirty="0"/>
          </a:p>
        </p:txBody>
      </p:sp>
      <p:sp>
        <p:nvSpPr>
          <p:cNvPr id="68" name="Shape 62"/>
          <p:cNvSpPr/>
          <p:nvPr/>
        </p:nvSpPr>
        <p:spPr>
          <a:xfrm>
            <a:off x="6208776" y="5497068"/>
            <a:ext cx="2601468" cy="775716"/>
          </a:xfrm>
          <a:prstGeom prst="roundRect">
            <a:avLst>
              <a:gd name="adj" fmla="val 9430"/>
            </a:avLst>
          </a:prstGeom>
          <a:solidFill>
            <a:schemeClr val="bg2"/>
          </a:solidFill>
          <a:ln w="12700">
            <a:solidFill>
              <a:srgbClr val="D5DCE6"/>
            </a:solidFill>
            <a:prstDash val="solid"/>
          </a:ln>
        </p:spPr>
      </p:sp>
      <p:sp>
        <p:nvSpPr>
          <p:cNvPr id="69" name="Shape 63"/>
          <p:cNvSpPr/>
          <p:nvPr/>
        </p:nvSpPr>
        <p:spPr>
          <a:xfrm>
            <a:off x="6300216" y="5702046"/>
            <a:ext cx="365760" cy="365760"/>
          </a:xfrm>
          <a:prstGeom prst="ellipse">
            <a:avLst/>
          </a:prstGeom>
          <a:solidFill>
            <a:schemeClr val="tx2"/>
          </a:solidFill>
          <a:ln w="12700">
            <a:solidFill>
              <a:srgbClr val="FFFFFF">
                <a:alpha val="0"/>
              </a:srgbClr>
            </a:solidFill>
            <a:prstDash val="solid"/>
          </a:ln>
        </p:spPr>
      </p:sp>
      <p:sp>
        <p:nvSpPr>
          <p:cNvPr id="70" name="Text 64"/>
          <p:cNvSpPr txBox="1"/>
          <p:nvPr/>
        </p:nvSpPr>
        <p:spPr>
          <a:xfrm>
            <a:off x="6300216" y="570204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71" name="Text 65"/>
          <p:cNvSpPr txBox="1"/>
          <p:nvPr/>
        </p:nvSpPr>
        <p:spPr>
          <a:xfrm>
            <a:off x="6757416" y="5497068"/>
            <a:ext cx="1549908" cy="775716"/>
          </a:xfrm>
          <a:prstGeom prst="rect">
            <a:avLst/>
          </a:prstGeom>
          <a:noFill/>
          <a:ln/>
        </p:spPr>
        <p:txBody>
          <a:bodyPr wrap="square" lIns="0" tIns="0" rIns="0" bIns="0" rtlCol="0" anchor="ctr"/>
          <a:lstStyle/>
          <a:p>
            <a:pPr algn="l" indent="0" marL="0">
              <a:buNone/>
            </a:pPr>
            <a:r>
              <a:rPr lang="en-US" sz="1600" dirty="0">
                <a:solidFill>
                  <a:schemeClr val="tx1"/>
                </a:solidFill>
              </a:rPr>
              <a:t>Wat vin</a:t>
            </a:r>
            <a:r>
              <a:rPr lang="en-US" sz="1600" b="1" dirty="0">
                <a:solidFill>
                  <a:schemeClr val="accent3"/>
                </a:solidFill>
                <a:highlight>
                  <a:srgbClr val="DCEFE2"/>
                </a:highlight>
              </a:rPr>
              <a:t>d</a:t>
            </a:r>
            <a:r>
              <a:rPr lang="en-US" sz="1600" dirty="0">
                <a:solidFill>
                  <a:schemeClr val="tx1"/>
                </a:solidFill>
              </a:rPr>
              <a:t> je van de les?</a:t>
            </a:r>
            <a:endParaRPr lang="en-US" sz="1600" dirty="0"/>
          </a:p>
        </p:txBody>
      </p:sp>
      <p:sp>
        <p:nvSpPr>
          <p:cNvPr id="72" name="Shape 66"/>
          <p:cNvSpPr/>
          <p:nvPr/>
        </p:nvSpPr>
        <p:spPr>
          <a:xfrm>
            <a:off x="8334756" y="5692902"/>
            <a:ext cx="384048" cy="384048"/>
          </a:xfrm>
          <a:prstGeom prst="ellipse">
            <a:avLst/>
          </a:prstGeom>
          <a:solidFill>
            <a:schemeClr val="accent2"/>
          </a:solidFill>
          <a:ln w="12700">
            <a:solidFill>
              <a:srgbClr val="FFFFFF">
                <a:alpha val="0"/>
              </a:srgbClr>
            </a:solidFill>
            <a:prstDash val="solid"/>
          </a:ln>
        </p:spPr>
      </p:sp>
      <p:sp>
        <p:nvSpPr>
          <p:cNvPr id="73" name="Text 67"/>
          <p:cNvSpPr txBox="1"/>
          <p:nvPr/>
        </p:nvSpPr>
        <p:spPr>
          <a:xfrm>
            <a:off x="8334756" y="569290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d</a:t>
            </a:r>
            <a:endParaRPr lang="en-US" sz="1200" dirty="0"/>
          </a:p>
        </p:txBody>
      </p:sp>
      <p:sp>
        <p:nvSpPr>
          <p:cNvPr id="74" name="Shape 68"/>
          <p:cNvSpPr/>
          <p:nvPr/>
        </p:nvSpPr>
        <p:spPr>
          <a:xfrm>
            <a:off x="9038844" y="5497068"/>
            <a:ext cx="2601468" cy="775716"/>
          </a:xfrm>
          <a:prstGeom prst="roundRect">
            <a:avLst>
              <a:gd name="adj" fmla="val 9430"/>
            </a:avLst>
          </a:prstGeom>
          <a:solidFill>
            <a:schemeClr val="bg2"/>
          </a:solidFill>
          <a:ln w="12700">
            <a:solidFill>
              <a:srgbClr val="D5DCE6"/>
            </a:solidFill>
            <a:prstDash val="solid"/>
          </a:ln>
        </p:spPr>
      </p:sp>
      <p:sp>
        <p:nvSpPr>
          <p:cNvPr id="75" name="Shape 69"/>
          <p:cNvSpPr/>
          <p:nvPr/>
        </p:nvSpPr>
        <p:spPr>
          <a:xfrm>
            <a:off x="9130284" y="5702046"/>
            <a:ext cx="365760" cy="365760"/>
          </a:xfrm>
          <a:prstGeom prst="ellipse">
            <a:avLst/>
          </a:prstGeom>
          <a:solidFill>
            <a:schemeClr val="tx2"/>
          </a:solidFill>
          <a:ln w="12700">
            <a:solidFill>
              <a:srgbClr val="FFFFFF">
                <a:alpha val="0"/>
              </a:srgbClr>
            </a:solidFill>
            <a:prstDash val="solid"/>
          </a:ln>
        </p:spPr>
      </p:sp>
      <p:sp>
        <p:nvSpPr>
          <p:cNvPr id="76" name="Text 70"/>
          <p:cNvSpPr txBox="1"/>
          <p:nvPr/>
        </p:nvSpPr>
        <p:spPr>
          <a:xfrm>
            <a:off x="9130284" y="570204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77" name="Text 71"/>
          <p:cNvSpPr txBox="1"/>
          <p:nvPr/>
        </p:nvSpPr>
        <p:spPr>
          <a:xfrm>
            <a:off x="9587484" y="5497068"/>
            <a:ext cx="1549908" cy="775716"/>
          </a:xfrm>
          <a:prstGeom prst="rect">
            <a:avLst/>
          </a:prstGeom>
          <a:noFill/>
          <a:ln/>
        </p:spPr>
        <p:txBody>
          <a:bodyPr wrap="square" lIns="0" tIns="0" rIns="0" bIns="0" rtlCol="0" anchor="ctr"/>
          <a:lstStyle/>
          <a:p>
            <a:pPr algn="l" indent="0" marL="0">
              <a:buNone/>
            </a:pPr>
            <a:r>
              <a:rPr lang="en-US" sz="1600" dirty="0">
                <a:solidFill>
                  <a:schemeClr val="tx1"/>
                </a:solidFill>
              </a:rPr>
              <a:t>Ze vin</a:t>
            </a:r>
            <a:r>
              <a:rPr lang="en-US" sz="1600" b="1" dirty="0">
                <a:solidFill>
                  <a:schemeClr val="accent3"/>
                </a:solidFill>
                <a:highlight>
                  <a:srgbClr val="DCEFE2"/>
                </a:highlight>
              </a:rPr>
              <a:t>dt</a:t>
            </a:r>
            <a:r>
              <a:rPr lang="en-US" sz="1600" dirty="0">
                <a:solidFill>
                  <a:schemeClr val="tx1"/>
                </a:solidFill>
              </a:rPr>
              <a:t> de les leuk.</a:t>
            </a:r>
            <a:endParaRPr lang="en-US" sz="1600" dirty="0"/>
          </a:p>
        </p:txBody>
      </p:sp>
      <p:sp>
        <p:nvSpPr>
          <p:cNvPr id="78" name="Shape 72"/>
          <p:cNvSpPr/>
          <p:nvPr/>
        </p:nvSpPr>
        <p:spPr>
          <a:xfrm>
            <a:off x="11164824" y="5692902"/>
            <a:ext cx="384048" cy="384048"/>
          </a:xfrm>
          <a:prstGeom prst="ellipse">
            <a:avLst/>
          </a:prstGeom>
          <a:solidFill>
            <a:schemeClr val="accent1"/>
          </a:solidFill>
          <a:ln w="12700">
            <a:solidFill>
              <a:srgbClr val="FFFFFF">
                <a:alpha val="0"/>
              </a:srgbClr>
            </a:solidFill>
            <a:prstDash val="solid"/>
          </a:ln>
        </p:spPr>
      </p:sp>
      <p:sp>
        <p:nvSpPr>
          <p:cNvPr id="79" name="Text 73"/>
          <p:cNvSpPr txBox="1"/>
          <p:nvPr/>
        </p:nvSpPr>
        <p:spPr>
          <a:xfrm>
            <a:off x="11164824" y="569290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dt</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Le correcteur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Sofie a écrit trop vite. Trouvez et corrigez les 5 fautes.</a:t>
            </a:r>
            <a:endParaRPr lang="en-US" sz="1700" dirty="0"/>
          </a:p>
        </p:txBody>
      </p:sp>
      <p:sp>
        <p:nvSpPr>
          <p:cNvPr id="8" name="Shape 4"/>
          <p:cNvSpPr/>
          <p:nvPr/>
        </p:nvSpPr>
        <p:spPr>
          <a:xfrm>
            <a:off x="548640" y="1932432"/>
            <a:ext cx="7406640" cy="4340352"/>
          </a:xfrm>
          <a:prstGeom prst="roundRect">
            <a:avLst>
              <a:gd name="adj" fmla="val 843"/>
            </a:avLst>
          </a:prstGeom>
          <a:solidFill>
            <a:srgbClr val="FFFFFF"/>
          </a:solidFill>
          <a:ln w="12700">
            <a:solidFill>
              <a:srgbClr val="4A5A70"/>
            </a:solidFill>
            <a:prstDash val="solid"/>
          </a:ln>
          <a:effectLst>
            <a:outerShdw sx="100000" sy="100000" kx="0" ky="0" algn="bl" rotWithShape="0" blurRad="101600" dist="25400" dir="3600000">
              <a:srgbClr val="000000">
                <a:alpha val="16000"/>
              </a:srgbClr>
            </a:outerShdw>
          </a:effectLst>
        </p:spPr>
      </p:sp>
      <p:sp>
        <p:nvSpPr>
          <p:cNvPr id="9" name="Shape 5"/>
          <p:cNvSpPr/>
          <p:nvPr/>
        </p:nvSpPr>
        <p:spPr>
          <a:xfrm>
            <a:off x="548640" y="1932432"/>
            <a:ext cx="7406640" cy="411480"/>
          </a:xfrm>
          <a:prstGeom prst="roundRect">
            <a:avLst>
              <a:gd name="adj" fmla="val 8889"/>
            </a:avLst>
          </a:prstGeom>
          <a:solidFill>
            <a:schemeClr val="tx2"/>
          </a:solidFill>
          <a:ln w="12700">
            <a:solidFill>
              <a:srgbClr val="FFFFFF">
                <a:alpha val="0"/>
              </a:srgbClr>
            </a:solidFill>
            <a:prstDash val="solid"/>
          </a:ln>
        </p:spPr>
      </p:sp>
      <p:sp>
        <p:nvSpPr>
          <p:cNvPr id="10" name="Shape 6"/>
          <p:cNvSpPr/>
          <p:nvPr/>
        </p:nvSpPr>
        <p:spPr>
          <a:xfrm>
            <a:off x="713232" y="2069592"/>
            <a:ext cx="137160" cy="137160"/>
          </a:xfrm>
          <a:prstGeom prst="ellipse">
            <a:avLst/>
          </a:prstGeom>
          <a:solidFill>
            <a:schemeClr val="accent6"/>
          </a:solidFill>
          <a:ln w="12700">
            <a:solidFill>
              <a:srgbClr val="FFFFFF">
                <a:alpha val="0"/>
              </a:srgbClr>
            </a:solidFill>
            <a:prstDash val="solid"/>
          </a:ln>
        </p:spPr>
      </p:sp>
      <p:sp>
        <p:nvSpPr>
          <p:cNvPr id="11" name="Shape 7"/>
          <p:cNvSpPr/>
          <p:nvPr/>
        </p:nvSpPr>
        <p:spPr>
          <a:xfrm>
            <a:off x="960120" y="2069592"/>
            <a:ext cx="137160" cy="137160"/>
          </a:xfrm>
          <a:prstGeom prst="ellipse">
            <a:avLst/>
          </a:prstGeom>
          <a:solidFill>
            <a:schemeClr val="accent1"/>
          </a:solidFill>
          <a:ln w="12700">
            <a:solidFill>
              <a:srgbClr val="FFFFFF">
                <a:alpha val="0"/>
              </a:srgbClr>
            </a:solidFill>
            <a:prstDash val="solid"/>
          </a:ln>
        </p:spPr>
      </p:sp>
      <p:sp>
        <p:nvSpPr>
          <p:cNvPr id="12" name="Shape 8"/>
          <p:cNvSpPr/>
          <p:nvPr/>
        </p:nvSpPr>
        <p:spPr>
          <a:xfrm>
            <a:off x="1207008" y="2069592"/>
            <a:ext cx="137160" cy="137160"/>
          </a:xfrm>
          <a:prstGeom prst="ellipse">
            <a:avLst/>
          </a:prstGeom>
          <a:solidFill>
            <a:schemeClr val="accent3"/>
          </a:solidFill>
          <a:ln w="12700">
            <a:solidFill>
              <a:srgbClr val="FFFFFF">
                <a:alpha val="0"/>
              </a:srgbClr>
            </a:solidFill>
            <a:prstDash val="solid"/>
          </a:ln>
        </p:spPr>
      </p:sp>
      <p:pic>
        <p:nvPicPr>
          <p:cNvPr id="13" name="Image 1" descr="Envelope">    </p:cNvPr>
          <p:cNvPicPr>
            <a:picLocks noChangeAspect="1"/>
          </p:cNvPicPr>
          <p:nvPr/>
        </p:nvPicPr>
        <p:blipFill>
          <a:blip r:embed="rId2"/>
          <a:stretch>
            <a:fillRect/>
          </a:stretch>
        </p:blipFill>
        <p:spPr>
          <a:xfrm>
            <a:off x="1554480" y="2014728"/>
            <a:ext cx="246888" cy="246888"/>
          </a:xfrm>
          <a:prstGeom prst="rect">
            <a:avLst/>
          </a:prstGeom>
        </p:spPr>
      </p:pic>
      <p:sp>
        <p:nvSpPr>
          <p:cNvPr id="14" name="Text 9"/>
          <p:cNvSpPr txBox="1"/>
          <p:nvPr/>
        </p:nvSpPr>
        <p:spPr>
          <a:xfrm>
            <a:off x="1920240" y="1932432"/>
            <a:ext cx="3657600" cy="411480"/>
          </a:xfrm>
          <a:prstGeom prst="rect">
            <a:avLst/>
          </a:prstGeom>
          <a:noFill/>
          <a:ln/>
        </p:spPr>
        <p:txBody>
          <a:bodyPr wrap="square" lIns="0" tIns="0" rIns="0" bIns="0" rtlCol="0" anchor="ctr"/>
          <a:lstStyle/>
          <a:p>
            <a:pPr algn="l" indent="0" marL="0">
              <a:buNone/>
            </a:pPr>
            <a:r>
              <a:rPr lang="en-US" sz="1400" b="1" dirty="0">
                <a:solidFill>
                  <a:schemeClr val="bg1"/>
                </a:solidFill>
              </a:rPr>
              <a:t>Feestje!</a:t>
            </a:r>
            <a:endParaRPr lang="en-US" sz="1400" dirty="0"/>
          </a:p>
        </p:txBody>
      </p:sp>
      <p:sp>
        <p:nvSpPr>
          <p:cNvPr id="15" name="Text 10"/>
          <p:cNvSpPr txBox="1"/>
          <p:nvPr/>
        </p:nvSpPr>
        <p:spPr>
          <a:xfrm>
            <a:off x="777240" y="2435352"/>
            <a:ext cx="1280160" cy="310896"/>
          </a:xfrm>
          <a:prstGeom prst="rect">
            <a:avLst/>
          </a:prstGeom>
          <a:noFill/>
          <a:ln/>
        </p:spPr>
        <p:txBody>
          <a:bodyPr wrap="square" lIns="0" tIns="0" rIns="0" bIns="0" rtlCol="0" anchor="ctr"/>
          <a:lstStyle/>
          <a:p>
            <a:pPr algn="l" indent="0" marL="0">
              <a:buNone/>
            </a:pPr>
            <a:r>
              <a:rPr lang="en-US" sz="1500" dirty="0">
                <a:solidFill>
                  <a:schemeClr val="accent5"/>
                </a:solidFill>
              </a:rPr>
              <a:t>Van :</a:t>
            </a:r>
            <a:endParaRPr lang="en-US" sz="1500" dirty="0"/>
          </a:p>
        </p:txBody>
      </p:sp>
      <p:sp>
        <p:nvSpPr>
          <p:cNvPr id="16" name="Text 11"/>
          <p:cNvSpPr txBox="1"/>
          <p:nvPr/>
        </p:nvSpPr>
        <p:spPr>
          <a:xfrm>
            <a:off x="2057400" y="2435352"/>
            <a:ext cx="4572000" cy="310896"/>
          </a:xfrm>
          <a:prstGeom prst="rect">
            <a:avLst/>
          </a:prstGeom>
          <a:noFill/>
          <a:ln/>
        </p:spPr>
        <p:txBody>
          <a:bodyPr wrap="square" lIns="0" tIns="0" rIns="0" bIns="0" rtlCol="0" anchor="ctr"/>
          <a:lstStyle/>
          <a:p>
            <a:pPr algn="l" indent="0" marL="0">
              <a:buNone/>
            </a:pPr>
            <a:r>
              <a:rPr lang="en-US" sz="1500" b="1" dirty="0">
                <a:solidFill>
                  <a:schemeClr val="tx1"/>
                </a:solidFill>
              </a:rPr>
              <a:t>Sofie Peeters</a:t>
            </a:r>
            <a:endParaRPr lang="en-US" sz="1500" dirty="0"/>
          </a:p>
        </p:txBody>
      </p:sp>
      <p:sp>
        <p:nvSpPr>
          <p:cNvPr id="17" name="Text 12"/>
          <p:cNvSpPr txBox="1"/>
          <p:nvPr/>
        </p:nvSpPr>
        <p:spPr>
          <a:xfrm>
            <a:off x="777240" y="2764536"/>
            <a:ext cx="1280160" cy="310896"/>
          </a:xfrm>
          <a:prstGeom prst="rect">
            <a:avLst/>
          </a:prstGeom>
          <a:noFill/>
          <a:ln/>
        </p:spPr>
        <p:txBody>
          <a:bodyPr wrap="square" lIns="0" tIns="0" rIns="0" bIns="0" rtlCol="0" anchor="ctr"/>
          <a:lstStyle/>
          <a:p>
            <a:pPr algn="l" indent="0" marL="0">
              <a:buNone/>
            </a:pPr>
            <a:r>
              <a:rPr lang="en-US" sz="1500" dirty="0">
                <a:solidFill>
                  <a:schemeClr val="accent5"/>
                </a:solidFill>
              </a:rPr>
              <a:t>Aan :</a:t>
            </a:r>
            <a:endParaRPr lang="en-US" sz="1500" dirty="0"/>
          </a:p>
        </p:txBody>
      </p:sp>
      <p:sp>
        <p:nvSpPr>
          <p:cNvPr id="18" name="Text 13"/>
          <p:cNvSpPr txBox="1"/>
          <p:nvPr/>
        </p:nvSpPr>
        <p:spPr>
          <a:xfrm>
            <a:off x="2057400" y="2764536"/>
            <a:ext cx="4572000" cy="310896"/>
          </a:xfrm>
          <a:prstGeom prst="rect">
            <a:avLst/>
          </a:prstGeom>
          <a:noFill/>
          <a:ln/>
        </p:spPr>
        <p:txBody>
          <a:bodyPr wrap="square" lIns="0" tIns="0" rIns="0" bIns="0" rtlCol="0" anchor="ctr"/>
          <a:lstStyle/>
          <a:p>
            <a:pPr algn="l" indent="0" marL="0">
              <a:buNone/>
            </a:pPr>
            <a:r>
              <a:rPr lang="en-US" sz="1500" b="1" dirty="0">
                <a:solidFill>
                  <a:schemeClr val="tx1"/>
                </a:solidFill>
              </a:rPr>
              <a:t>Tom</a:t>
            </a:r>
            <a:endParaRPr lang="en-US" sz="1500" dirty="0"/>
          </a:p>
        </p:txBody>
      </p:sp>
      <p:sp>
        <p:nvSpPr>
          <p:cNvPr id="19" name="Text 14"/>
          <p:cNvSpPr txBox="1"/>
          <p:nvPr/>
        </p:nvSpPr>
        <p:spPr>
          <a:xfrm>
            <a:off x="777240" y="3093720"/>
            <a:ext cx="1280160" cy="310896"/>
          </a:xfrm>
          <a:prstGeom prst="rect">
            <a:avLst/>
          </a:prstGeom>
          <a:noFill/>
          <a:ln/>
        </p:spPr>
        <p:txBody>
          <a:bodyPr wrap="square" lIns="0" tIns="0" rIns="0" bIns="0" rtlCol="0" anchor="ctr"/>
          <a:lstStyle/>
          <a:p>
            <a:pPr algn="l" indent="0" marL="0">
              <a:buNone/>
            </a:pPr>
            <a:r>
              <a:rPr lang="en-US" sz="1500" dirty="0">
                <a:solidFill>
                  <a:schemeClr val="accent5"/>
                </a:solidFill>
              </a:rPr>
              <a:t>Onderwerp :</a:t>
            </a:r>
            <a:endParaRPr lang="en-US" sz="1500" dirty="0"/>
          </a:p>
        </p:txBody>
      </p:sp>
      <p:sp>
        <p:nvSpPr>
          <p:cNvPr id="20" name="Text 15"/>
          <p:cNvSpPr txBox="1"/>
          <p:nvPr/>
        </p:nvSpPr>
        <p:spPr>
          <a:xfrm>
            <a:off x="2057400" y="3093720"/>
            <a:ext cx="4572000" cy="310896"/>
          </a:xfrm>
          <a:prstGeom prst="rect">
            <a:avLst/>
          </a:prstGeom>
          <a:noFill/>
          <a:ln/>
        </p:spPr>
        <p:txBody>
          <a:bodyPr wrap="square" lIns="0" tIns="0" rIns="0" bIns="0" rtlCol="0" anchor="ctr"/>
          <a:lstStyle/>
          <a:p>
            <a:pPr algn="l" indent="0" marL="0">
              <a:buNone/>
            </a:pPr>
            <a:r>
              <a:rPr lang="en-US" sz="1500" b="1" dirty="0">
                <a:solidFill>
                  <a:schemeClr val="tx1"/>
                </a:solidFill>
              </a:rPr>
              <a:t>Feestje!</a:t>
            </a:r>
            <a:endParaRPr lang="en-US" sz="1500" dirty="0"/>
          </a:p>
        </p:txBody>
      </p:sp>
      <p:sp>
        <p:nvSpPr>
          <p:cNvPr id="21" name="Shape 16"/>
          <p:cNvSpPr/>
          <p:nvPr/>
        </p:nvSpPr>
        <p:spPr>
          <a:xfrm>
            <a:off x="731520" y="3486912"/>
            <a:ext cx="7040880" cy="914"/>
          </a:xfrm>
          <a:prstGeom prst="line">
            <a:avLst/>
          </a:prstGeom>
          <a:noFill/>
          <a:ln w="12700">
            <a:solidFill>
              <a:srgbClr val="D5DCE6"/>
            </a:solidFill>
            <a:prstDash val="solid"/>
          </a:ln>
        </p:spPr>
      </p:sp>
      <p:sp>
        <p:nvSpPr>
          <p:cNvPr id="22" name="Text 17"/>
          <p:cNvSpPr txBox="1"/>
          <p:nvPr/>
        </p:nvSpPr>
        <p:spPr>
          <a:xfrm>
            <a:off x="822960" y="3624072"/>
            <a:ext cx="6858000" cy="2511552"/>
          </a:xfrm>
          <a:prstGeom prst="rect">
            <a:avLst/>
          </a:prstGeom>
          <a:noFill/>
          <a:ln/>
        </p:spPr>
        <p:txBody>
          <a:bodyPr wrap="square" lIns="0" tIns="0" rIns="0" bIns="0" rtlCol="0" anchor="t"/>
          <a:lstStyle/>
          <a:p>
            <a:pPr algn="l" indent="0" marL="0">
              <a:spcAft>
                <a:spcPts val="1000"/>
              </a:spcAft>
              <a:buNone/>
            </a:pPr>
            <a:r>
              <a:rPr lang="en-US" sz="2000" i="1" dirty="0">
                <a:solidFill>
                  <a:schemeClr val="tx1"/>
                </a:solidFill>
              </a:rPr>
              <a:t>Hallo Tom,</a:t>
            </a:r>
            <a:endParaRPr lang="en-US" sz="2000" dirty="0"/>
          </a:p>
          <a:p>
            <a:pPr algn="l" indent="0" marL="0">
              <a:spcAft>
                <a:spcPts val="1000"/>
              </a:spcAft>
              <a:buNone/>
            </a:pPr>
            <a:r>
              <a:rPr lang="en-US" sz="2000" i="1" dirty="0">
                <a:solidFill>
                  <a:schemeClr val="tx1"/>
                </a:solidFill>
              </a:rPr>
              <a:t>Ik </a:t>
            </a:r>
            <a:r>
              <a:rPr lang="en-US" sz="2000" i="1" dirty="0">
                <a:solidFill>
                  <a:schemeClr val="tx1"/>
                </a:solidFill>
              </a:rPr>
              <a:t>lez</a:t>
            </a:r>
            <a:r>
              <a:rPr lang="en-US" sz="2000" i="1" dirty="0">
                <a:solidFill>
                  <a:schemeClr val="tx1"/>
                </a:solidFill>
              </a:rPr>
              <a:t> je mail nu. Onze collega Karim </a:t>
            </a:r>
            <a:r>
              <a:rPr lang="en-US" sz="2000" i="1" dirty="0">
                <a:solidFill>
                  <a:schemeClr val="tx1"/>
                </a:solidFill>
              </a:rPr>
              <a:t>wort</a:t>
            </a:r>
            <a:r>
              <a:rPr lang="en-US" sz="2000" i="1" dirty="0">
                <a:solidFill>
                  <a:schemeClr val="tx1"/>
                </a:solidFill>
              </a:rPr>
              <a:t> morgen 33 jaar. We </a:t>
            </a:r>
            <a:r>
              <a:rPr lang="en-US" sz="2000" i="1" dirty="0">
                <a:solidFill>
                  <a:schemeClr val="tx1"/>
                </a:solidFill>
              </a:rPr>
              <a:t>geefen</a:t>
            </a:r>
            <a:r>
              <a:rPr lang="en-US" sz="2000" i="1" dirty="0">
                <a:solidFill>
                  <a:schemeClr val="tx1"/>
                </a:solidFill>
              </a:rPr>
              <a:t> een klein feest op kantoor. Hij </a:t>
            </a:r>
            <a:r>
              <a:rPr lang="en-US" sz="2000" i="1" dirty="0">
                <a:solidFill>
                  <a:schemeClr val="tx1"/>
                </a:solidFill>
              </a:rPr>
              <a:t>reizt</a:t>
            </a:r>
            <a:r>
              <a:rPr lang="en-US" sz="2000" i="1" dirty="0">
                <a:solidFill>
                  <a:schemeClr val="tx1"/>
                </a:solidFill>
              </a:rPr>
              <a:t> veel en hij </a:t>
            </a:r>
            <a:r>
              <a:rPr lang="en-US" sz="2000" i="1" dirty="0">
                <a:solidFill>
                  <a:schemeClr val="tx1"/>
                </a:solidFill>
              </a:rPr>
              <a:t>praatt</a:t>
            </a:r>
            <a:r>
              <a:rPr lang="en-US" sz="2000" i="1" dirty="0">
                <a:solidFill>
                  <a:schemeClr val="tx1"/>
                </a:solidFill>
              </a:rPr>
              <a:t> graag over zijn reizen. Kom jij ook? Kan je een taart meebrengen?</a:t>
            </a:r>
            <a:endParaRPr lang="en-US" sz="2000" dirty="0"/>
          </a:p>
          <a:p>
            <a:pPr algn="l" indent="0" marL="0">
              <a:spcAft>
                <a:spcPts val="1000"/>
              </a:spcAft>
              <a:buNone/>
            </a:pPr>
            <a:r>
              <a:rPr lang="en-US" sz="2000" i="1" dirty="0">
                <a:solidFill>
                  <a:schemeClr val="tx1"/>
                </a:solidFill>
              </a:rPr>
              <a:t>Groetjes, Sofie</a:t>
            </a:r>
            <a:endParaRPr lang="en-US" sz="2000" dirty="0"/>
          </a:p>
        </p:txBody>
      </p:sp>
      <p:sp>
        <p:nvSpPr>
          <p:cNvPr id="23" name="Shape 18"/>
          <p:cNvSpPr/>
          <p:nvPr/>
        </p:nvSpPr>
        <p:spPr>
          <a:xfrm>
            <a:off x="8183880" y="1932432"/>
            <a:ext cx="3456432" cy="4340352"/>
          </a:xfrm>
          <a:prstGeom prst="roundRect">
            <a:avLst>
              <a:gd name="adj" fmla="val 2116"/>
            </a:avLst>
          </a:prstGeom>
          <a:solidFill>
            <a:schemeClr val="bg2"/>
          </a:solidFill>
          <a:ln w="12700">
            <a:solidFill>
              <a:srgbClr val="D5DCE6"/>
            </a:solidFill>
            <a:prstDash val="solid"/>
          </a:ln>
        </p:spPr>
      </p:sp>
      <p:sp>
        <p:nvSpPr>
          <p:cNvPr id="24" name="Shape 19"/>
          <p:cNvSpPr/>
          <p:nvPr/>
        </p:nvSpPr>
        <p:spPr>
          <a:xfrm>
            <a:off x="9134856" y="2343912"/>
            <a:ext cx="1554480" cy="1554480"/>
          </a:xfrm>
          <a:prstGeom prst="ellipse">
            <a:avLst/>
          </a:prstGeom>
          <a:solidFill>
            <a:schemeClr val="tx2"/>
          </a:solidFill>
          <a:ln w="12700">
            <a:solidFill>
              <a:srgbClr val="FFFFFF">
                <a:alpha val="0"/>
              </a:srgbClr>
            </a:solidFill>
            <a:prstDash val="solid"/>
          </a:ln>
        </p:spPr>
      </p:sp>
      <p:pic>
        <p:nvPicPr>
          <p:cNvPr id="25" name="Image 2" descr="Search">    </p:cNvPr>
          <p:cNvPicPr>
            <a:picLocks noChangeAspect="1"/>
          </p:cNvPicPr>
          <p:nvPr/>
        </p:nvPicPr>
        <p:blipFill>
          <a:blip r:embed="rId3"/>
          <a:stretch>
            <a:fillRect/>
          </a:stretch>
        </p:blipFill>
        <p:spPr>
          <a:xfrm>
            <a:off x="9507931" y="2716987"/>
            <a:ext cx="808330" cy="808330"/>
          </a:xfrm>
          <a:prstGeom prst="rect">
            <a:avLst/>
          </a:prstGeom>
        </p:spPr>
      </p:pic>
      <p:sp>
        <p:nvSpPr>
          <p:cNvPr id="26" name="Text 20"/>
          <p:cNvSpPr txBox="1"/>
          <p:nvPr/>
        </p:nvSpPr>
        <p:spPr>
          <a:xfrm>
            <a:off x="8183880" y="4126992"/>
            <a:ext cx="3456432" cy="731520"/>
          </a:xfrm>
          <a:prstGeom prst="rect">
            <a:avLst/>
          </a:prstGeom>
          <a:noFill/>
          <a:ln/>
        </p:spPr>
        <p:txBody>
          <a:bodyPr wrap="square" lIns="0" tIns="0" rIns="0" bIns="0" rtlCol="0" anchor="ctr"/>
          <a:lstStyle/>
          <a:p>
            <a:pPr algn="ctr" indent="0" marL="0">
              <a:buNone/>
            </a:pPr>
            <a:r>
              <a:rPr lang="en-US" sz="4000" b="1" dirty="0">
                <a:solidFill>
                  <a:schemeClr val="accent1"/>
                </a:solidFill>
                <a:latin typeface="+mj-lt" pitchFamily="34" charset="0"/>
                <a:ea typeface="+mj-lt" pitchFamily="34" charset="-122"/>
                <a:cs typeface="+mj-lt" pitchFamily="34" charset="-120"/>
              </a:rPr>
              <a:t>5 fautes</a:t>
            </a:r>
            <a:endParaRPr lang="en-US" sz="4000" dirty="0"/>
          </a:p>
        </p:txBody>
      </p:sp>
      <p:sp>
        <p:nvSpPr>
          <p:cNvPr id="27" name="Text 21"/>
          <p:cNvSpPr txBox="1"/>
          <p:nvPr/>
        </p:nvSpPr>
        <p:spPr>
          <a:xfrm>
            <a:off x="8183880" y="4812792"/>
            <a:ext cx="3456432" cy="365760"/>
          </a:xfrm>
          <a:prstGeom prst="rect">
            <a:avLst/>
          </a:prstGeom>
          <a:noFill/>
          <a:ln/>
        </p:spPr>
        <p:txBody>
          <a:bodyPr wrap="square" lIns="0" tIns="0" rIns="0" bIns="0" rtlCol="0" anchor="t"/>
          <a:lstStyle/>
          <a:p>
            <a:pPr algn="ctr" indent="0" marL="0">
              <a:buNone/>
            </a:pPr>
            <a:r>
              <a:rPr lang="en-US" sz="1700" i="1" dirty="0">
                <a:solidFill>
                  <a:schemeClr val="accent5"/>
                </a:solidFill>
              </a:rPr>
              <a:t>cachées dans l’e-mail</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Le correcteur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Sofie a écrit trop vite. Trouvez et corrigez les 5 fautes.</a:t>
            </a:r>
            <a:endParaRPr lang="en-US" sz="1700" dirty="0"/>
          </a:p>
        </p:txBody>
      </p:sp>
      <p:sp>
        <p:nvSpPr>
          <p:cNvPr id="9" name="Shape 5"/>
          <p:cNvSpPr/>
          <p:nvPr/>
        </p:nvSpPr>
        <p:spPr>
          <a:xfrm>
            <a:off x="548640" y="1932432"/>
            <a:ext cx="7406640" cy="4340352"/>
          </a:xfrm>
          <a:prstGeom prst="roundRect">
            <a:avLst>
              <a:gd name="adj" fmla="val 843"/>
            </a:avLst>
          </a:prstGeom>
          <a:solidFill>
            <a:srgbClr val="FFFFFF"/>
          </a:solidFill>
          <a:ln w="12700">
            <a:solidFill>
              <a:srgbClr val="4A5A70"/>
            </a:solidFill>
            <a:prstDash val="solid"/>
          </a:ln>
          <a:effectLst>
            <a:outerShdw sx="100000" sy="100000" kx="0" ky="0" algn="bl" rotWithShape="0" blurRad="101600" dist="25400" dir="3600000">
              <a:srgbClr val="000000">
                <a:alpha val="16000"/>
              </a:srgbClr>
            </a:outerShdw>
          </a:effectLst>
        </p:spPr>
      </p:sp>
      <p:sp>
        <p:nvSpPr>
          <p:cNvPr id="10" name="Shape 6"/>
          <p:cNvSpPr/>
          <p:nvPr/>
        </p:nvSpPr>
        <p:spPr>
          <a:xfrm>
            <a:off x="548640" y="1932432"/>
            <a:ext cx="7406640" cy="411480"/>
          </a:xfrm>
          <a:prstGeom prst="roundRect">
            <a:avLst>
              <a:gd name="adj" fmla="val 8889"/>
            </a:avLst>
          </a:prstGeom>
          <a:solidFill>
            <a:schemeClr val="tx2"/>
          </a:solidFill>
          <a:ln w="12700">
            <a:solidFill>
              <a:srgbClr val="FFFFFF">
                <a:alpha val="0"/>
              </a:srgbClr>
            </a:solidFill>
            <a:prstDash val="solid"/>
          </a:ln>
        </p:spPr>
      </p:sp>
      <p:sp>
        <p:nvSpPr>
          <p:cNvPr id="11" name="Shape 7"/>
          <p:cNvSpPr/>
          <p:nvPr/>
        </p:nvSpPr>
        <p:spPr>
          <a:xfrm>
            <a:off x="713232" y="2069592"/>
            <a:ext cx="137160" cy="137160"/>
          </a:xfrm>
          <a:prstGeom prst="ellipse">
            <a:avLst/>
          </a:prstGeom>
          <a:solidFill>
            <a:schemeClr val="accent6"/>
          </a:solidFill>
          <a:ln w="12700">
            <a:solidFill>
              <a:srgbClr val="FFFFFF">
                <a:alpha val="0"/>
              </a:srgbClr>
            </a:solidFill>
            <a:prstDash val="solid"/>
          </a:ln>
        </p:spPr>
      </p:sp>
      <p:sp>
        <p:nvSpPr>
          <p:cNvPr id="12" name="Shape 8"/>
          <p:cNvSpPr/>
          <p:nvPr/>
        </p:nvSpPr>
        <p:spPr>
          <a:xfrm>
            <a:off x="960120" y="2069592"/>
            <a:ext cx="137160" cy="137160"/>
          </a:xfrm>
          <a:prstGeom prst="ellipse">
            <a:avLst/>
          </a:prstGeom>
          <a:solidFill>
            <a:schemeClr val="accent1"/>
          </a:solidFill>
          <a:ln w="12700">
            <a:solidFill>
              <a:srgbClr val="FFFFFF">
                <a:alpha val="0"/>
              </a:srgbClr>
            </a:solidFill>
            <a:prstDash val="solid"/>
          </a:ln>
        </p:spPr>
      </p:sp>
      <p:sp>
        <p:nvSpPr>
          <p:cNvPr id="13" name="Shape 9"/>
          <p:cNvSpPr/>
          <p:nvPr/>
        </p:nvSpPr>
        <p:spPr>
          <a:xfrm>
            <a:off x="1207008" y="2069592"/>
            <a:ext cx="137160" cy="137160"/>
          </a:xfrm>
          <a:prstGeom prst="ellipse">
            <a:avLst/>
          </a:prstGeom>
          <a:solidFill>
            <a:schemeClr val="accent3"/>
          </a:solidFill>
          <a:ln w="12700">
            <a:solidFill>
              <a:srgbClr val="FFFFFF">
                <a:alpha val="0"/>
              </a:srgbClr>
            </a:solidFill>
            <a:prstDash val="solid"/>
          </a:ln>
        </p:spPr>
      </p:sp>
      <p:pic>
        <p:nvPicPr>
          <p:cNvPr id="14" name="Image 1" descr="Envelope">    </p:cNvPr>
          <p:cNvPicPr>
            <a:picLocks noChangeAspect="1"/>
          </p:cNvPicPr>
          <p:nvPr/>
        </p:nvPicPr>
        <p:blipFill>
          <a:blip r:embed="rId2"/>
          <a:stretch>
            <a:fillRect/>
          </a:stretch>
        </p:blipFill>
        <p:spPr>
          <a:xfrm>
            <a:off x="1554480" y="2014728"/>
            <a:ext cx="246888" cy="246888"/>
          </a:xfrm>
          <a:prstGeom prst="rect">
            <a:avLst/>
          </a:prstGeom>
        </p:spPr>
      </p:pic>
      <p:sp>
        <p:nvSpPr>
          <p:cNvPr id="15" name="Text 10"/>
          <p:cNvSpPr txBox="1"/>
          <p:nvPr/>
        </p:nvSpPr>
        <p:spPr>
          <a:xfrm>
            <a:off x="1920240" y="1932432"/>
            <a:ext cx="3657600" cy="411480"/>
          </a:xfrm>
          <a:prstGeom prst="rect">
            <a:avLst/>
          </a:prstGeom>
          <a:noFill/>
          <a:ln/>
        </p:spPr>
        <p:txBody>
          <a:bodyPr wrap="square" lIns="0" tIns="0" rIns="0" bIns="0" rtlCol="0" anchor="ctr"/>
          <a:lstStyle/>
          <a:p>
            <a:pPr algn="l" indent="0" marL="0">
              <a:buNone/>
            </a:pPr>
            <a:r>
              <a:rPr lang="en-US" sz="1400" b="1" dirty="0">
                <a:solidFill>
                  <a:schemeClr val="bg1"/>
                </a:solidFill>
              </a:rPr>
              <a:t>Feestje!</a:t>
            </a:r>
            <a:endParaRPr lang="en-US" sz="1400" dirty="0"/>
          </a:p>
        </p:txBody>
      </p:sp>
      <p:sp>
        <p:nvSpPr>
          <p:cNvPr id="16" name="Text 11"/>
          <p:cNvSpPr txBox="1"/>
          <p:nvPr/>
        </p:nvSpPr>
        <p:spPr>
          <a:xfrm>
            <a:off x="777240" y="2435352"/>
            <a:ext cx="1280160" cy="310896"/>
          </a:xfrm>
          <a:prstGeom prst="rect">
            <a:avLst/>
          </a:prstGeom>
          <a:noFill/>
          <a:ln/>
        </p:spPr>
        <p:txBody>
          <a:bodyPr wrap="square" lIns="0" tIns="0" rIns="0" bIns="0" rtlCol="0" anchor="ctr"/>
          <a:lstStyle/>
          <a:p>
            <a:pPr algn="l" indent="0" marL="0">
              <a:buNone/>
            </a:pPr>
            <a:r>
              <a:rPr lang="en-US" sz="1500" dirty="0">
                <a:solidFill>
                  <a:schemeClr val="accent5"/>
                </a:solidFill>
              </a:rPr>
              <a:t>Van :</a:t>
            </a:r>
            <a:endParaRPr lang="en-US" sz="1500" dirty="0"/>
          </a:p>
        </p:txBody>
      </p:sp>
      <p:sp>
        <p:nvSpPr>
          <p:cNvPr id="17" name="Text 12"/>
          <p:cNvSpPr txBox="1"/>
          <p:nvPr/>
        </p:nvSpPr>
        <p:spPr>
          <a:xfrm>
            <a:off x="2057400" y="2435352"/>
            <a:ext cx="4572000" cy="310896"/>
          </a:xfrm>
          <a:prstGeom prst="rect">
            <a:avLst/>
          </a:prstGeom>
          <a:noFill/>
          <a:ln/>
        </p:spPr>
        <p:txBody>
          <a:bodyPr wrap="square" lIns="0" tIns="0" rIns="0" bIns="0" rtlCol="0" anchor="ctr"/>
          <a:lstStyle/>
          <a:p>
            <a:pPr algn="l" indent="0" marL="0">
              <a:buNone/>
            </a:pPr>
            <a:r>
              <a:rPr lang="en-US" sz="1500" b="1" dirty="0">
                <a:solidFill>
                  <a:schemeClr val="tx1"/>
                </a:solidFill>
              </a:rPr>
              <a:t>Sofie Peeters</a:t>
            </a:r>
            <a:endParaRPr lang="en-US" sz="1500" dirty="0"/>
          </a:p>
        </p:txBody>
      </p:sp>
      <p:sp>
        <p:nvSpPr>
          <p:cNvPr id="18" name="Text 13"/>
          <p:cNvSpPr txBox="1"/>
          <p:nvPr/>
        </p:nvSpPr>
        <p:spPr>
          <a:xfrm>
            <a:off x="777240" y="2764536"/>
            <a:ext cx="1280160" cy="310896"/>
          </a:xfrm>
          <a:prstGeom prst="rect">
            <a:avLst/>
          </a:prstGeom>
          <a:noFill/>
          <a:ln/>
        </p:spPr>
        <p:txBody>
          <a:bodyPr wrap="square" lIns="0" tIns="0" rIns="0" bIns="0" rtlCol="0" anchor="ctr"/>
          <a:lstStyle/>
          <a:p>
            <a:pPr algn="l" indent="0" marL="0">
              <a:buNone/>
            </a:pPr>
            <a:r>
              <a:rPr lang="en-US" sz="1500" dirty="0">
                <a:solidFill>
                  <a:schemeClr val="accent5"/>
                </a:solidFill>
              </a:rPr>
              <a:t>Aan :</a:t>
            </a:r>
            <a:endParaRPr lang="en-US" sz="1500" dirty="0"/>
          </a:p>
        </p:txBody>
      </p:sp>
      <p:sp>
        <p:nvSpPr>
          <p:cNvPr id="19" name="Text 14"/>
          <p:cNvSpPr txBox="1"/>
          <p:nvPr/>
        </p:nvSpPr>
        <p:spPr>
          <a:xfrm>
            <a:off x="2057400" y="2764536"/>
            <a:ext cx="4572000" cy="310896"/>
          </a:xfrm>
          <a:prstGeom prst="rect">
            <a:avLst/>
          </a:prstGeom>
          <a:noFill/>
          <a:ln/>
        </p:spPr>
        <p:txBody>
          <a:bodyPr wrap="square" lIns="0" tIns="0" rIns="0" bIns="0" rtlCol="0" anchor="ctr"/>
          <a:lstStyle/>
          <a:p>
            <a:pPr algn="l" indent="0" marL="0">
              <a:buNone/>
            </a:pPr>
            <a:r>
              <a:rPr lang="en-US" sz="1500" b="1" dirty="0">
                <a:solidFill>
                  <a:schemeClr val="tx1"/>
                </a:solidFill>
              </a:rPr>
              <a:t>Tom</a:t>
            </a:r>
            <a:endParaRPr lang="en-US" sz="1500" dirty="0"/>
          </a:p>
        </p:txBody>
      </p:sp>
      <p:sp>
        <p:nvSpPr>
          <p:cNvPr id="20" name="Text 15"/>
          <p:cNvSpPr txBox="1"/>
          <p:nvPr/>
        </p:nvSpPr>
        <p:spPr>
          <a:xfrm>
            <a:off x="777240" y="3093720"/>
            <a:ext cx="1280160" cy="310896"/>
          </a:xfrm>
          <a:prstGeom prst="rect">
            <a:avLst/>
          </a:prstGeom>
          <a:noFill/>
          <a:ln/>
        </p:spPr>
        <p:txBody>
          <a:bodyPr wrap="square" lIns="0" tIns="0" rIns="0" bIns="0" rtlCol="0" anchor="ctr"/>
          <a:lstStyle/>
          <a:p>
            <a:pPr algn="l" indent="0" marL="0">
              <a:buNone/>
            </a:pPr>
            <a:r>
              <a:rPr lang="en-US" sz="1500" dirty="0">
                <a:solidFill>
                  <a:schemeClr val="accent5"/>
                </a:solidFill>
              </a:rPr>
              <a:t>Onderwerp :</a:t>
            </a:r>
            <a:endParaRPr lang="en-US" sz="1500" dirty="0"/>
          </a:p>
        </p:txBody>
      </p:sp>
      <p:sp>
        <p:nvSpPr>
          <p:cNvPr id="21" name="Text 16"/>
          <p:cNvSpPr txBox="1"/>
          <p:nvPr/>
        </p:nvSpPr>
        <p:spPr>
          <a:xfrm>
            <a:off x="2057400" y="3093720"/>
            <a:ext cx="4572000" cy="310896"/>
          </a:xfrm>
          <a:prstGeom prst="rect">
            <a:avLst/>
          </a:prstGeom>
          <a:noFill/>
          <a:ln/>
        </p:spPr>
        <p:txBody>
          <a:bodyPr wrap="square" lIns="0" tIns="0" rIns="0" bIns="0" rtlCol="0" anchor="ctr"/>
          <a:lstStyle/>
          <a:p>
            <a:pPr algn="l" indent="0" marL="0">
              <a:buNone/>
            </a:pPr>
            <a:r>
              <a:rPr lang="en-US" sz="1500" b="1" dirty="0">
                <a:solidFill>
                  <a:schemeClr val="tx1"/>
                </a:solidFill>
              </a:rPr>
              <a:t>Feestje!</a:t>
            </a:r>
            <a:endParaRPr lang="en-US" sz="1500" dirty="0"/>
          </a:p>
        </p:txBody>
      </p:sp>
      <p:sp>
        <p:nvSpPr>
          <p:cNvPr id="22" name="Shape 17"/>
          <p:cNvSpPr/>
          <p:nvPr/>
        </p:nvSpPr>
        <p:spPr>
          <a:xfrm>
            <a:off x="731520" y="3486912"/>
            <a:ext cx="7040880" cy="914"/>
          </a:xfrm>
          <a:prstGeom prst="line">
            <a:avLst/>
          </a:prstGeom>
          <a:noFill/>
          <a:ln w="12700">
            <a:solidFill>
              <a:srgbClr val="D5DCE6"/>
            </a:solidFill>
            <a:prstDash val="solid"/>
          </a:ln>
        </p:spPr>
      </p:sp>
      <p:sp>
        <p:nvSpPr>
          <p:cNvPr id="23" name="Text 18"/>
          <p:cNvSpPr txBox="1"/>
          <p:nvPr/>
        </p:nvSpPr>
        <p:spPr>
          <a:xfrm>
            <a:off x="822960" y="3624072"/>
            <a:ext cx="6858000" cy="2511552"/>
          </a:xfrm>
          <a:prstGeom prst="rect">
            <a:avLst/>
          </a:prstGeom>
          <a:noFill/>
          <a:ln/>
        </p:spPr>
        <p:txBody>
          <a:bodyPr wrap="square" lIns="0" tIns="0" rIns="0" bIns="0" rtlCol="0" anchor="t"/>
          <a:lstStyle/>
          <a:p>
            <a:pPr algn="l" indent="0" marL="0">
              <a:spcAft>
                <a:spcPts val="1000"/>
              </a:spcAft>
              <a:buNone/>
            </a:pPr>
            <a:r>
              <a:rPr lang="en-US" sz="2000" i="1" dirty="0">
                <a:solidFill>
                  <a:schemeClr val="tx1"/>
                </a:solidFill>
              </a:rPr>
              <a:t>Hallo Tom,</a:t>
            </a:r>
            <a:endParaRPr lang="en-US" sz="2000" dirty="0"/>
          </a:p>
          <a:p>
            <a:pPr algn="l" indent="0" marL="0">
              <a:spcAft>
                <a:spcPts val="1000"/>
              </a:spcAft>
              <a:buNone/>
            </a:pPr>
            <a:r>
              <a:rPr lang="en-US" sz="2000" i="1" dirty="0">
                <a:solidFill>
                  <a:schemeClr val="tx1"/>
                </a:solidFill>
              </a:rPr>
              <a:t>Ik </a:t>
            </a:r>
            <a:r>
              <a:rPr lang="en-US" sz="2000" i="1" strike="sngStrike" dirty="0">
                <a:solidFill>
                  <a:schemeClr val="accent6"/>
                </a:solidFill>
              </a:rPr>
              <a:t>lez</a:t>
            </a:r>
            <a:r>
              <a:rPr lang="en-US" sz="2000" b="1" i="1" dirty="0">
                <a:solidFill>
                  <a:schemeClr val="accent3"/>
                </a:solidFill>
              </a:rPr>
              <a:t> lees</a:t>
            </a:r>
            <a:r>
              <a:rPr lang="en-US" sz="2000" i="1" dirty="0">
                <a:solidFill>
                  <a:schemeClr val="tx1"/>
                </a:solidFill>
              </a:rPr>
              <a:t> je mail nu. Onze collega Karim </a:t>
            </a:r>
            <a:r>
              <a:rPr lang="en-US" sz="2000" i="1" strike="sngStrike" dirty="0">
                <a:solidFill>
                  <a:schemeClr val="accent6"/>
                </a:solidFill>
              </a:rPr>
              <a:t>wort</a:t>
            </a:r>
            <a:r>
              <a:rPr lang="en-US" sz="2000" b="1" i="1" dirty="0">
                <a:solidFill>
                  <a:schemeClr val="accent3"/>
                </a:solidFill>
              </a:rPr>
              <a:t> wordt</a:t>
            </a:r>
            <a:r>
              <a:rPr lang="en-US" sz="2000" i="1" dirty="0">
                <a:solidFill>
                  <a:schemeClr val="tx1"/>
                </a:solidFill>
              </a:rPr>
              <a:t> morgen 33 jaar. We </a:t>
            </a:r>
            <a:r>
              <a:rPr lang="en-US" sz="2000" i="1" strike="sngStrike" dirty="0">
                <a:solidFill>
                  <a:schemeClr val="accent6"/>
                </a:solidFill>
              </a:rPr>
              <a:t>geefen</a:t>
            </a:r>
            <a:r>
              <a:rPr lang="en-US" sz="2000" b="1" i="1" dirty="0">
                <a:solidFill>
                  <a:schemeClr val="accent3"/>
                </a:solidFill>
              </a:rPr>
              <a:t> geven</a:t>
            </a:r>
            <a:r>
              <a:rPr lang="en-US" sz="2000" i="1" dirty="0">
                <a:solidFill>
                  <a:schemeClr val="tx1"/>
                </a:solidFill>
              </a:rPr>
              <a:t> een klein feest op kantoor. Hij </a:t>
            </a:r>
            <a:r>
              <a:rPr lang="en-US" sz="2000" i="1" strike="sngStrike" dirty="0">
                <a:solidFill>
                  <a:schemeClr val="accent6"/>
                </a:solidFill>
              </a:rPr>
              <a:t>reizt</a:t>
            </a:r>
            <a:r>
              <a:rPr lang="en-US" sz="2000" b="1" i="1" dirty="0">
                <a:solidFill>
                  <a:schemeClr val="accent3"/>
                </a:solidFill>
              </a:rPr>
              <a:t> reist</a:t>
            </a:r>
            <a:r>
              <a:rPr lang="en-US" sz="2000" i="1" dirty="0">
                <a:solidFill>
                  <a:schemeClr val="tx1"/>
                </a:solidFill>
              </a:rPr>
              <a:t> veel en hij </a:t>
            </a:r>
            <a:r>
              <a:rPr lang="en-US" sz="2000" i="1" strike="sngStrike" dirty="0">
                <a:solidFill>
                  <a:schemeClr val="accent6"/>
                </a:solidFill>
              </a:rPr>
              <a:t>praatt</a:t>
            </a:r>
            <a:r>
              <a:rPr lang="en-US" sz="2000" b="1" i="1" dirty="0">
                <a:solidFill>
                  <a:schemeClr val="accent3"/>
                </a:solidFill>
              </a:rPr>
              <a:t> praat</a:t>
            </a:r>
            <a:r>
              <a:rPr lang="en-US" sz="2000" i="1" dirty="0">
                <a:solidFill>
                  <a:schemeClr val="tx1"/>
                </a:solidFill>
              </a:rPr>
              <a:t> graag over zijn reizen. Kom jij ook? Kan je een taart meebrengen?</a:t>
            </a:r>
            <a:endParaRPr lang="en-US" sz="2000" dirty="0"/>
          </a:p>
          <a:p>
            <a:pPr algn="l" indent="0" marL="0">
              <a:spcAft>
                <a:spcPts val="1000"/>
              </a:spcAft>
              <a:buNone/>
            </a:pPr>
            <a:r>
              <a:rPr lang="en-US" sz="2000" i="1" dirty="0">
                <a:solidFill>
                  <a:schemeClr val="tx1"/>
                </a:solidFill>
              </a:rPr>
              <a:t>Groetjes, Sofie</a:t>
            </a:r>
            <a:endParaRPr lang="en-US" sz="2000" dirty="0"/>
          </a:p>
        </p:txBody>
      </p:sp>
      <p:sp>
        <p:nvSpPr>
          <p:cNvPr id="24" name="Text 19"/>
          <p:cNvSpPr txBox="1"/>
          <p:nvPr/>
        </p:nvSpPr>
        <p:spPr>
          <a:xfrm>
            <a:off x="8183880" y="1932432"/>
            <a:ext cx="3456432" cy="320040"/>
          </a:xfrm>
          <a:prstGeom prst="rect">
            <a:avLst/>
          </a:prstGeom>
          <a:noFill/>
          <a:ln/>
        </p:spPr>
        <p:txBody>
          <a:bodyPr wrap="square" lIns="0" tIns="0" rIns="0" bIns="0" rtlCol="0" anchor="t"/>
          <a:lstStyle/>
          <a:p>
            <a:pPr algn="l" indent="0" marL="0">
              <a:buNone/>
            </a:pPr>
            <a:r>
              <a:rPr lang="en-US" sz="1300" b="1" spc="200" kern="0" dirty="0">
                <a:solidFill>
                  <a:schemeClr val="accent5"/>
                </a:solidFill>
              </a:rPr>
              <a:t>LES 5 CORRECTIONS</a:t>
            </a:r>
            <a:endParaRPr lang="en-US" sz="1300" dirty="0"/>
          </a:p>
        </p:txBody>
      </p:sp>
      <p:sp>
        <p:nvSpPr>
          <p:cNvPr id="25" name="Shape 20"/>
          <p:cNvSpPr/>
          <p:nvPr/>
        </p:nvSpPr>
        <p:spPr>
          <a:xfrm>
            <a:off x="8183880" y="2316480"/>
            <a:ext cx="3456432" cy="475488"/>
          </a:xfrm>
          <a:prstGeom prst="roundRect">
            <a:avLst>
              <a:gd name="adj" fmla="val 15385"/>
            </a:avLst>
          </a:prstGeom>
          <a:solidFill>
            <a:schemeClr val="bg2"/>
          </a:solidFill>
          <a:ln w="6350">
            <a:solidFill>
              <a:srgbClr val="D5DCE6"/>
            </a:solidFill>
            <a:prstDash val="solid"/>
          </a:ln>
        </p:spPr>
      </p:sp>
      <p:sp>
        <p:nvSpPr>
          <p:cNvPr id="26" name="Text 21"/>
          <p:cNvSpPr/>
          <p:nvPr/>
        </p:nvSpPr>
        <p:spPr>
          <a:xfrm>
            <a:off x="8275320" y="2398776"/>
            <a:ext cx="731520" cy="310896"/>
          </a:xfrm>
          <a:prstGeom prst="roundRect">
            <a:avLst>
              <a:gd name="adj" fmla="val 14706"/>
            </a:avLst>
          </a:prstGeom>
          <a:solidFill>
            <a:srgbClr val="17375E"/>
          </a:solidFill>
          <a:ln/>
        </p:spPr>
        <p:txBody>
          <a:bodyPr wrap="square" lIns="0" tIns="0" rIns="0" bIns="0" rtlCol="0" anchor="ctr"/>
          <a:lstStyle/>
          <a:p>
            <a:pPr algn="ctr" indent="0" marL="0">
              <a:buNone/>
            </a:pPr>
            <a:r>
              <a:rPr lang="en-US" sz="1700" b="1" dirty="0">
                <a:solidFill>
                  <a:srgbClr val="FFFFFF"/>
                </a:solidFill>
              </a:rPr>
              <a:t>①</a:t>
            </a:r>
            <a:endParaRPr lang="en-US" sz="1700" dirty="0"/>
          </a:p>
        </p:txBody>
      </p:sp>
      <p:sp>
        <p:nvSpPr>
          <p:cNvPr id="27" name="Text 22"/>
          <p:cNvSpPr txBox="1"/>
          <p:nvPr/>
        </p:nvSpPr>
        <p:spPr>
          <a:xfrm>
            <a:off x="9144000" y="2316480"/>
            <a:ext cx="2404872" cy="475488"/>
          </a:xfrm>
          <a:prstGeom prst="rect">
            <a:avLst/>
          </a:prstGeom>
          <a:noFill/>
          <a:ln/>
        </p:spPr>
        <p:txBody>
          <a:bodyPr wrap="square" lIns="0" tIns="0" rIns="0" bIns="0" rtlCol="0" anchor="ctr"/>
          <a:lstStyle/>
          <a:p>
            <a:pPr algn="l" indent="0" marL="0">
              <a:buNone/>
            </a:pPr>
            <a:r>
              <a:rPr lang="en-US" sz="1700" strike="sngStrike" dirty="0">
                <a:solidFill>
                  <a:schemeClr val="accent6"/>
                </a:solidFill>
              </a:rPr>
              <a:t>lez</a:t>
            </a:r>
            <a:r>
              <a:rPr lang="en-US" sz="1700" dirty="0">
                <a:solidFill>
                  <a:schemeClr val="tx1"/>
                </a:solidFill>
              </a:rPr>
              <a:t> → </a:t>
            </a:r>
            <a:r>
              <a:rPr lang="en-US" sz="1700" b="1" dirty="0">
                <a:solidFill>
                  <a:schemeClr val="accent3"/>
                </a:solidFill>
              </a:rPr>
              <a:t>lees</a:t>
            </a:r>
            <a:endParaRPr lang="en-US" sz="1700" dirty="0"/>
          </a:p>
        </p:txBody>
      </p:sp>
      <p:sp>
        <p:nvSpPr>
          <p:cNvPr id="28" name="Shape 23"/>
          <p:cNvSpPr/>
          <p:nvPr/>
        </p:nvSpPr>
        <p:spPr>
          <a:xfrm>
            <a:off x="8183880" y="2865120"/>
            <a:ext cx="3456432" cy="475488"/>
          </a:xfrm>
          <a:prstGeom prst="roundRect">
            <a:avLst>
              <a:gd name="adj" fmla="val 15385"/>
            </a:avLst>
          </a:prstGeom>
          <a:solidFill>
            <a:srgbClr val="FFFFFF"/>
          </a:solidFill>
          <a:ln w="6350">
            <a:solidFill>
              <a:srgbClr val="D5DCE6"/>
            </a:solidFill>
            <a:prstDash val="solid"/>
          </a:ln>
        </p:spPr>
      </p:sp>
      <p:sp>
        <p:nvSpPr>
          <p:cNvPr id="29" name="Text 24"/>
          <p:cNvSpPr/>
          <p:nvPr/>
        </p:nvSpPr>
        <p:spPr>
          <a:xfrm>
            <a:off x="8275320" y="2947416"/>
            <a:ext cx="731520" cy="310896"/>
          </a:xfrm>
          <a:prstGeom prst="roundRect">
            <a:avLst>
              <a:gd name="adj" fmla="val 14706"/>
            </a:avLst>
          </a:prstGeom>
          <a:solidFill>
            <a:srgbClr val="17375E"/>
          </a:solidFill>
          <a:ln/>
        </p:spPr>
        <p:txBody>
          <a:bodyPr wrap="square" lIns="0" tIns="0" rIns="0" bIns="0" rtlCol="0" anchor="ctr"/>
          <a:lstStyle/>
          <a:p>
            <a:pPr algn="ctr" indent="0" marL="0">
              <a:buNone/>
            </a:pPr>
            <a:r>
              <a:rPr lang="en-US" sz="1700" b="1" dirty="0">
                <a:solidFill>
                  <a:srgbClr val="FFFFFF"/>
                </a:solidFill>
              </a:rPr>
              <a:t>④</a:t>
            </a:r>
            <a:endParaRPr lang="en-US" sz="1700" dirty="0"/>
          </a:p>
        </p:txBody>
      </p:sp>
      <p:sp>
        <p:nvSpPr>
          <p:cNvPr id="30" name="Text 25"/>
          <p:cNvSpPr txBox="1"/>
          <p:nvPr/>
        </p:nvSpPr>
        <p:spPr>
          <a:xfrm>
            <a:off x="9144000" y="2865120"/>
            <a:ext cx="2404872" cy="475488"/>
          </a:xfrm>
          <a:prstGeom prst="rect">
            <a:avLst/>
          </a:prstGeom>
          <a:noFill/>
          <a:ln/>
        </p:spPr>
        <p:txBody>
          <a:bodyPr wrap="square" lIns="0" tIns="0" rIns="0" bIns="0" rtlCol="0" anchor="ctr"/>
          <a:lstStyle/>
          <a:p>
            <a:pPr algn="l" indent="0" marL="0">
              <a:buNone/>
            </a:pPr>
            <a:r>
              <a:rPr lang="en-US" sz="1700" strike="sngStrike" dirty="0">
                <a:solidFill>
                  <a:schemeClr val="accent6"/>
                </a:solidFill>
              </a:rPr>
              <a:t>wort</a:t>
            </a:r>
            <a:r>
              <a:rPr lang="en-US" sz="1700" dirty="0">
                <a:solidFill>
                  <a:schemeClr val="tx1"/>
                </a:solidFill>
              </a:rPr>
              <a:t> → </a:t>
            </a:r>
            <a:r>
              <a:rPr lang="en-US" sz="1700" b="1" dirty="0">
                <a:solidFill>
                  <a:schemeClr val="accent3"/>
                </a:solidFill>
              </a:rPr>
              <a:t>wordt</a:t>
            </a:r>
            <a:endParaRPr lang="en-US" sz="1700" dirty="0"/>
          </a:p>
        </p:txBody>
      </p:sp>
      <p:sp>
        <p:nvSpPr>
          <p:cNvPr id="31" name="Shape 26"/>
          <p:cNvSpPr/>
          <p:nvPr/>
        </p:nvSpPr>
        <p:spPr>
          <a:xfrm>
            <a:off x="8183880" y="3413760"/>
            <a:ext cx="3456432" cy="475488"/>
          </a:xfrm>
          <a:prstGeom prst="roundRect">
            <a:avLst>
              <a:gd name="adj" fmla="val 15385"/>
            </a:avLst>
          </a:prstGeom>
          <a:solidFill>
            <a:schemeClr val="bg2"/>
          </a:solidFill>
          <a:ln w="6350">
            <a:solidFill>
              <a:srgbClr val="D5DCE6"/>
            </a:solidFill>
            <a:prstDash val="solid"/>
          </a:ln>
        </p:spPr>
      </p:sp>
      <p:sp>
        <p:nvSpPr>
          <p:cNvPr id="32" name="Text 27"/>
          <p:cNvSpPr/>
          <p:nvPr/>
        </p:nvSpPr>
        <p:spPr>
          <a:xfrm>
            <a:off x="8275320" y="3496056"/>
            <a:ext cx="731520" cy="310896"/>
          </a:xfrm>
          <a:prstGeom prst="roundRect">
            <a:avLst>
              <a:gd name="adj" fmla="val 14706"/>
            </a:avLst>
          </a:prstGeom>
          <a:solidFill>
            <a:srgbClr val="4A5A70"/>
          </a:solidFill>
          <a:ln/>
        </p:spPr>
        <p:txBody>
          <a:bodyPr wrap="square" lIns="0" tIns="0" rIns="0" bIns="0" rtlCol="0" anchor="ctr"/>
          <a:lstStyle/>
          <a:p>
            <a:pPr algn="ctr" indent="0" marL="0">
              <a:buNone/>
            </a:pPr>
            <a:r>
              <a:rPr lang="en-US" sz="1200" b="1" dirty="0">
                <a:solidFill>
                  <a:srgbClr val="FFFFFF"/>
                </a:solidFill>
              </a:rPr>
              <a:t>pluriel</a:t>
            </a:r>
            <a:endParaRPr lang="en-US" sz="1200" dirty="0"/>
          </a:p>
        </p:txBody>
      </p:sp>
      <p:sp>
        <p:nvSpPr>
          <p:cNvPr id="33" name="Text 28"/>
          <p:cNvSpPr txBox="1"/>
          <p:nvPr/>
        </p:nvSpPr>
        <p:spPr>
          <a:xfrm>
            <a:off x="9144000" y="3413760"/>
            <a:ext cx="2404872" cy="475488"/>
          </a:xfrm>
          <a:prstGeom prst="rect">
            <a:avLst/>
          </a:prstGeom>
          <a:noFill/>
          <a:ln/>
        </p:spPr>
        <p:txBody>
          <a:bodyPr wrap="square" lIns="0" tIns="0" rIns="0" bIns="0" rtlCol="0" anchor="ctr"/>
          <a:lstStyle/>
          <a:p>
            <a:pPr algn="l" indent="0" marL="0">
              <a:buNone/>
            </a:pPr>
            <a:r>
              <a:rPr lang="en-US" sz="1700" strike="sngStrike" dirty="0">
                <a:solidFill>
                  <a:schemeClr val="accent6"/>
                </a:solidFill>
              </a:rPr>
              <a:t>geefen</a:t>
            </a:r>
            <a:r>
              <a:rPr lang="en-US" sz="1700" dirty="0">
                <a:solidFill>
                  <a:schemeClr val="tx1"/>
                </a:solidFill>
              </a:rPr>
              <a:t> → </a:t>
            </a:r>
            <a:r>
              <a:rPr lang="en-US" sz="1700" b="1" dirty="0">
                <a:solidFill>
                  <a:schemeClr val="accent3"/>
                </a:solidFill>
              </a:rPr>
              <a:t>geven</a:t>
            </a:r>
            <a:endParaRPr lang="en-US" sz="1700" dirty="0"/>
          </a:p>
        </p:txBody>
      </p:sp>
      <p:sp>
        <p:nvSpPr>
          <p:cNvPr id="34" name="Shape 29"/>
          <p:cNvSpPr/>
          <p:nvPr/>
        </p:nvSpPr>
        <p:spPr>
          <a:xfrm>
            <a:off x="8183880" y="3962400"/>
            <a:ext cx="3456432" cy="475488"/>
          </a:xfrm>
          <a:prstGeom prst="roundRect">
            <a:avLst>
              <a:gd name="adj" fmla="val 15385"/>
            </a:avLst>
          </a:prstGeom>
          <a:solidFill>
            <a:srgbClr val="FFFFFF"/>
          </a:solidFill>
          <a:ln w="6350">
            <a:solidFill>
              <a:srgbClr val="D5DCE6"/>
            </a:solidFill>
            <a:prstDash val="solid"/>
          </a:ln>
        </p:spPr>
      </p:sp>
      <p:sp>
        <p:nvSpPr>
          <p:cNvPr id="35" name="Text 30"/>
          <p:cNvSpPr/>
          <p:nvPr/>
        </p:nvSpPr>
        <p:spPr>
          <a:xfrm>
            <a:off x="8275320" y="4044696"/>
            <a:ext cx="731520" cy="310896"/>
          </a:xfrm>
          <a:prstGeom prst="roundRect">
            <a:avLst>
              <a:gd name="adj" fmla="val 14706"/>
            </a:avLst>
          </a:prstGeom>
          <a:solidFill>
            <a:srgbClr val="17375E"/>
          </a:solidFill>
          <a:ln/>
        </p:spPr>
        <p:txBody>
          <a:bodyPr wrap="square" lIns="0" tIns="0" rIns="0" bIns="0" rtlCol="0" anchor="ctr"/>
          <a:lstStyle/>
          <a:p>
            <a:pPr algn="ctr" indent="0" marL="0">
              <a:buNone/>
            </a:pPr>
            <a:r>
              <a:rPr lang="en-US" sz="1700" b="1" dirty="0">
                <a:solidFill>
                  <a:srgbClr val="FFFFFF"/>
                </a:solidFill>
              </a:rPr>
              <a:t>①</a:t>
            </a:r>
            <a:endParaRPr lang="en-US" sz="1700" dirty="0"/>
          </a:p>
        </p:txBody>
      </p:sp>
      <p:sp>
        <p:nvSpPr>
          <p:cNvPr id="36" name="Text 31"/>
          <p:cNvSpPr txBox="1"/>
          <p:nvPr/>
        </p:nvSpPr>
        <p:spPr>
          <a:xfrm>
            <a:off x="9144000" y="3962400"/>
            <a:ext cx="2404872" cy="475488"/>
          </a:xfrm>
          <a:prstGeom prst="rect">
            <a:avLst/>
          </a:prstGeom>
          <a:noFill/>
          <a:ln/>
        </p:spPr>
        <p:txBody>
          <a:bodyPr wrap="square" lIns="0" tIns="0" rIns="0" bIns="0" rtlCol="0" anchor="ctr"/>
          <a:lstStyle/>
          <a:p>
            <a:pPr algn="l" indent="0" marL="0">
              <a:buNone/>
            </a:pPr>
            <a:r>
              <a:rPr lang="en-US" sz="1700" strike="sngStrike" dirty="0">
                <a:solidFill>
                  <a:schemeClr val="accent6"/>
                </a:solidFill>
              </a:rPr>
              <a:t>reizt</a:t>
            </a:r>
            <a:r>
              <a:rPr lang="en-US" sz="1700" dirty="0">
                <a:solidFill>
                  <a:schemeClr val="tx1"/>
                </a:solidFill>
              </a:rPr>
              <a:t> → </a:t>
            </a:r>
            <a:r>
              <a:rPr lang="en-US" sz="1700" b="1" dirty="0">
                <a:solidFill>
                  <a:schemeClr val="accent3"/>
                </a:solidFill>
              </a:rPr>
              <a:t>reist</a:t>
            </a:r>
            <a:endParaRPr lang="en-US" sz="1700" dirty="0"/>
          </a:p>
        </p:txBody>
      </p:sp>
      <p:sp>
        <p:nvSpPr>
          <p:cNvPr id="37" name="Shape 32"/>
          <p:cNvSpPr/>
          <p:nvPr/>
        </p:nvSpPr>
        <p:spPr>
          <a:xfrm>
            <a:off x="8183880" y="4511040"/>
            <a:ext cx="3456432" cy="475488"/>
          </a:xfrm>
          <a:prstGeom prst="roundRect">
            <a:avLst>
              <a:gd name="adj" fmla="val 15385"/>
            </a:avLst>
          </a:prstGeom>
          <a:solidFill>
            <a:schemeClr val="bg2"/>
          </a:solidFill>
          <a:ln w="6350">
            <a:solidFill>
              <a:srgbClr val="D5DCE6"/>
            </a:solidFill>
            <a:prstDash val="solid"/>
          </a:ln>
        </p:spPr>
      </p:sp>
      <p:sp>
        <p:nvSpPr>
          <p:cNvPr id="38" name="Text 33"/>
          <p:cNvSpPr/>
          <p:nvPr/>
        </p:nvSpPr>
        <p:spPr>
          <a:xfrm>
            <a:off x="8275320" y="4593336"/>
            <a:ext cx="731520" cy="310896"/>
          </a:xfrm>
          <a:prstGeom prst="roundRect">
            <a:avLst>
              <a:gd name="adj" fmla="val 14706"/>
            </a:avLst>
          </a:prstGeom>
          <a:solidFill>
            <a:srgbClr val="17375E"/>
          </a:solidFill>
          <a:ln/>
        </p:spPr>
        <p:txBody>
          <a:bodyPr wrap="square" lIns="0" tIns="0" rIns="0" bIns="0" rtlCol="0" anchor="ctr"/>
          <a:lstStyle/>
          <a:p>
            <a:pPr algn="ctr" indent="0" marL="0">
              <a:buNone/>
            </a:pPr>
            <a:r>
              <a:rPr lang="en-US" sz="1700" b="1" dirty="0">
                <a:solidFill>
                  <a:srgbClr val="FFFFFF"/>
                </a:solidFill>
              </a:rPr>
              <a:t>③</a:t>
            </a:r>
            <a:endParaRPr lang="en-US" sz="1700" dirty="0"/>
          </a:p>
        </p:txBody>
      </p:sp>
      <p:sp>
        <p:nvSpPr>
          <p:cNvPr id="39" name="Text 34"/>
          <p:cNvSpPr txBox="1"/>
          <p:nvPr/>
        </p:nvSpPr>
        <p:spPr>
          <a:xfrm>
            <a:off x="9144000" y="4511040"/>
            <a:ext cx="2404872" cy="475488"/>
          </a:xfrm>
          <a:prstGeom prst="rect">
            <a:avLst/>
          </a:prstGeom>
          <a:noFill/>
          <a:ln/>
        </p:spPr>
        <p:txBody>
          <a:bodyPr wrap="square" lIns="0" tIns="0" rIns="0" bIns="0" rtlCol="0" anchor="ctr"/>
          <a:lstStyle/>
          <a:p>
            <a:pPr algn="l" indent="0" marL="0">
              <a:buNone/>
            </a:pPr>
            <a:r>
              <a:rPr lang="en-US" sz="1700" strike="sngStrike" dirty="0">
                <a:solidFill>
                  <a:schemeClr val="accent6"/>
                </a:solidFill>
              </a:rPr>
              <a:t>praatt</a:t>
            </a:r>
            <a:r>
              <a:rPr lang="en-US" sz="1700" dirty="0">
                <a:solidFill>
                  <a:schemeClr val="tx1"/>
                </a:solidFill>
              </a:rPr>
              <a:t> → </a:t>
            </a:r>
            <a:r>
              <a:rPr lang="en-US" sz="1700" b="1" dirty="0">
                <a:solidFill>
                  <a:schemeClr val="accent3"/>
                </a:solidFill>
              </a:rPr>
              <a:t>praat</a:t>
            </a:r>
            <a:endParaRPr lang="en-US" sz="1700" dirty="0"/>
          </a:p>
        </p:txBody>
      </p:sp>
      <p:sp>
        <p:nvSpPr>
          <p:cNvPr id="40" name="Shape 35"/>
          <p:cNvSpPr/>
          <p:nvPr/>
        </p:nvSpPr>
        <p:spPr>
          <a:xfrm>
            <a:off x="8183880" y="5151120"/>
            <a:ext cx="3456432" cy="1121664"/>
          </a:xfrm>
          <a:prstGeom prst="roundRect">
            <a:avLst>
              <a:gd name="adj" fmla="val 6522"/>
            </a:avLst>
          </a:prstGeom>
          <a:solidFill>
            <a:srgbClr val="EDF6F0"/>
          </a:solidFill>
          <a:ln w="15875">
            <a:solidFill>
              <a:srgbClr val="2E7D4F"/>
            </a:solidFill>
            <a:prstDash val="solid"/>
          </a:ln>
        </p:spPr>
      </p:sp>
      <p:pic>
        <p:nvPicPr>
          <p:cNvPr id="41" name="Image 2" descr="Check">    </p:cNvPr>
          <p:cNvPicPr>
            <a:picLocks noChangeAspect="1"/>
          </p:cNvPicPr>
          <p:nvPr/>
        </p:nvPicPr>
        <p:blipFill>
          <a:blip r:embed="rId3"/>
          <a:stretch>
            <a:fillRect/>
          </a:stretch>
        </p:blipFill>
        <p:spPr>
          <a:xfrm>
            <a:off x="8321040" y="5288280"/>
            <a:ext cx="274320" cy="274320"/>
          </a:xfrm>
          <a:prstGeom prst="rect">
            <a:avLst/>
          </a:prstGeom>
        </p:spPr>
      </p:pic>
      <p:sp>
        <p:nvSpPr>
          <p:cNvPr id="42" name="Text 36"/>
          <p:cNvSpPr txBox="1"/>
          <p:nvPr/>
        </p:nvSpPr>
        <p:spPr>
          <a:xfrm>
            <a:off x="8686800" y="5196840"/>
            <a:ext cx="2862072" cy="1030224"/>
          </a:xfrm>
          <a:prstGeom prst="rect">
            <a:avLst/>
          </a:prstGeom>
          <a:noFill/>
          <a:ln/>
        </p:spPr>
        <p:txBody>
          <a:bodyPr wrap="square" lIns="0" tIns="0" rIns="0" bIns="0" rtlCol="0" anchor="ctr"/>
          <a:lstStyle/>
          <a:p>
            <a:pPr algn="l" indent="0" marL="0">
              <a:spcAft>
                <a:spcPts val="200"/>
              </a:spcAft>
              <a:buNone/>
            </a:pPr>
            <a:r>
              <a:rPr lang="en-US" sz="1500" b="1" dirty="0">
                <a:solidFill>
                  <a:schemeClr val="tx1"/>
                </a:solidFill>
              </a:rPr>
              <a:t>Leurres</a:t>
            </a:r>
            <a:r>
              <a:rPr lang="en-US" sz="1500" dirty="0">
                <a:solidFill>
                  <a:schemeClr val="tx1"/>
                </a:solidFill>
              </a:rPr>
              <a:t> (corrects) :</a:t>
            </a:r>
            <a:endParaRPr lang="en-US" sz="1500" dirty="0"/>
          </a:p>
          <a:p>
            <a:pPr algn="l" indent="0" marL="0">
              <a:spcAft>
                <a:spcPts val="200"/>
              </a:spcAft>
              <a:buNone/>
            </a:pPr>
            <a:r>
              <a:rPr lang="en-US" sz="1500" i="1" dirty="0">
                <a:solidFill>
                  <a:schemeClr val="tx1"/>
                </a:solidFill>
              </a:rPr>
              <a:t>Kom jij ook?</a:t>
            </a:r>
            <a:r>
              <a:rPr lang="en-US" sz="1500" dirty="0">
                <a:solidFill>
                  <a:schemeClr val="tx1"/>
                </a:solidFill>
              </a:rPr>
              <a:t> · </a:t>
            </a:r>
            <a:r>
              <a:rPr lang="en-US" sz="1500" i="1" dirty="0">
                <a:solidFill>
                  <a:schemeClr val="tx1"/>
                </a:solidFill>
              </a:rPr>
              <a:t>Kan je… meebrengen?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Avec un verbe de modalité</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Ajoutez le verbe de modalité : l’infinitif part au bout de la phrase.</a:t>
            </a:r>
            <a:endParaRPr lang="en-US" sz="1700" dirty="0"/>
          </a:p>
        </p:txBody>
      </p:sp>
      <p:sp>
        <p:nvSpPr>
          <p:cNvPr id="8" name="Shape 4"/>
          <p:cNvSpPr/>
          <p:nvPr/>
        </p:nvSpPr>
        <p:spPr>
          <a:xfrm>
            <a:off x="548640" y="1932432"/>
            <a:ext cx="3749040" cy="604520"/>
          </a:xfrm>
          <a:prstGeom prst="roundRect">
            <a:avLst>
              <a:gd name="adj" fmla="val 12101"/>
            </a:avLst>
          </a:prstGeom>
          <a:solidFill>
            <a:schemeClr val="bg2"/>
          </a:solidFill>
          <a:ln w="12700">
            <a:solidFill>
              <a:srgbClr val="D5DCE6"/>
            </a:solidFill>
            <a:prstDash val="solid"/>
          </a:ln>
        </p:spPr>
      </p:sp>
      <p:sp>
        <p:nvSpPr>
          <p:cNvPr id="9" name="Shape 5"/>
          <p:cNvSpPr/>
          <p:nvPr/>
        </p:nvSpPr>
        <p:spPr>
          <a:xfrm>
            <a:off x="640080" y="2042668"/>
            <a:ext cx="384048" cy="384048"/>
          </a:xfrm>
          <a:prstGeom prst="ellipse">
            <a:avLst/>
          </a:prstGeom>
          <a:solidFill>
            <a:schemeClr val="tx2"/>
          </a:solidFill>
          <a:ln w="12700">
            <a:solidFill>
              <a:srgbClr val="FFFFFF">
                <a:alpha val="0"/>
              </a:srgbClr>
            </a:solidFill>
            <a:prstDash val="solid"/>
          </a:ln>
        </p:spPr>
      </p:sp>
      <p:sp>
        <p:nvSpPr>
          <p:cNvPr id="10" name="Text 6"/>
          <p:cNvSpPr txBox="1"/>
          <p:nvPr/>
        </p:nvSpPr>
        <p:spPr>
          <a:xfrm>
            <a:off x="640080" y="204266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1" name="Text 7"/>
          <p:cNvSpPr txBox="1"/>
          <p:nvPr/>
        </p:nvSpPr>
        <p:spPr>
          <a:xfrm>
            <a:off x="1143000" y="1932432"/>
            <a:ext cx="3108960" cy="604520"/>
          </a:xfrm>
          <a:prstGeom prst="rect">
            <a:avLst/>
          </a:prstGeom>
          <a:noFill/>
          <a:ln/>
        </p:spPr>
        <p:txBody>
          <a:bodyPr wrap="square" lIns="0" tIns="0" rIns="0" bIns="0" rtlCol="0" anchor="ctr"/>
          <a:lstStyle/>
          <a:p>
            <a:pPr algn="l" indent="0" marL="0">
              <a:buNone/>
            </a:pPr>
            <a:r>
              <a:rPr lang="en-US" sz="1700" dirty="0">
                <a:solidFill>
                  <a:schemeClr val="tx1"/>
                </a:solidFill>
              </a:rPr>
              <a:t>Ik werk thuis.</a:t>
            </a:r>
            <a:endParaRPr lang="en-US" sz="1700" dirty="0"/>
          </a:p>
        </p:txBody>
      </p:sp>
      <p:sp>
        <p:nvSpPr>
          <p:cNvPr id="12" name="Shape 8"/>
          <p:cNvSpPr/>
          <p:nvPr/>
        </p:nvSpPr>
        <p:spPr>
          <a:xfrm>
            <a:off x="4434840" y="1987296"/>
            <a:ext cx="1874520" cy="494792"/>
          </a:xfrm>
          <a:prstGeom prst="homePlate">
            <a:avLst/>
          </a:prstGeom>
          <a:solidFill>
            <a:srgbClr val="D9700F"/>
          </a:solidFill>
          <a:ln w="6350">
            <a:solidFill>
              <a:srgbClr val="D9700F"/>
            </a:solidFill>
            <a:prstDash val="solid"/>
          </a:ln>
        </p:spPr>
      </p:sp>
      <p:sp>
        <p:nvSpPr>
          <p:cNvPr id="13" name="Shape 9"/>
          <p:cNvSpPr/>
          <p:nvPr/>
        </p:nvSpPr>
        <p:spPr>
          <a:xfrm>
            <a:off x="4526280" y="2051812"/>
            <a:ext cx="365760" cy="365760"/>
          </a:xfrm>
          <a:prstGeom prst="ellipse">
            <a:avLst/>
          </a:prstGeom>
          <a:solidFill>
            <a:srgbClr val="FFFFFF"/>
          </a:solidFill>
          <a:ln w="12700">
            <a:solidFill>
              <a:srgbClr val="FFFFFF">
                <a:alpha val="0"/>
              </a:srgbClr>
            </a:solidFill>
            <a:prstDash val="solid"/>
          </a:ln>
        </p:spPr>
      </p:sp>
      <p:pic>
        <p:nvPicPr>
          <p:cNvPr id="14" name="Image 1" descr="Heart">    </p:cNvPr>
          <p:cNvPicPr>
            <a:picLocks noChangeAspect="1"/>
          </p:cNvPicPr>
          <p:nvPr/>
        </p:nvPicPr>
        <p:blipFill>
          <a:blip r:embed="rId2"/>
          <a:stretch>
            <a:fillRect/>
          </a:stretch>
        </p:blipFill>
        <p:spPr>
          <a:xfrm>
            <a:off x="4590288" y="2115820"/>
            <a:ext cx="237744" cy="237744"/>
          </a:xfrm>
          <a:prstGeom prst="rect">
            <a:avLst/>
          </a:prstGeom>
        </p:spPr>
      </p:pic>
      <p:sp>
        <p:nvSpPr>
          <p:cNvPr id="15" name="Text 10"/>
          <p:cNvSpPr txBox="1"/>
          <p:nvPr/>
        </p:nvSpPr>
        <p:spPr>
          <a:xfrm>
            <a:off x="4956048" y="1932432"/>
            <a:ext cx="1188720" cy="604520"/>
          </a:xfrm>
          <a:prstGeom prst="rect">
            <a:avLst/>
          </a:prstGeom>
          <a:noFill/>
          <a:ln/>
        </p:spPr>
        <p:txBody>
          <a:bodyPr wrap="square" lIns="0" tIns="0" rIns="0" bIns="0" rtlCol="0" anchor="ctr"/>
          <a:lstStyle/>
          <a:p>
            <a:pPr algn="l" indent="0" marL="0">
              <a:buNone/>
            </a:pPr>
            <a:r>
              <a:rPr lang="en-US" sz="1500" b="1" dirty="0">
                <a:solidFill>
                  <a:schemeClr val="bg1"/>
                </a:solidFill>
              </a:rPr>
              <a:t>willen</a:t>
            </a:r>
            <a:endParaRPr lang="en-US" sz="1500" dirty="0"/>
          </a:p>
        </p:txBody>
      </p:sp>
      <p:sp>
        <p:nvSpPr>
          <p:cNvPr id="16" name="Shape 11"/>
          <p:cNvSpPr/>
          <p:nvPr/>
        </p:nvSpPr>
        <p:spPr>
          <a:xfrm>
            <a:off x="6446520" y="1932432"/>
            <a:ext cx="5193792" cy="604520"/>
          </a:xfrm>
          <a:prstGeom prst="roundRect">
            <a:avLst>
              <a:gd name="adj" fmla="val 12101"/>
            </a:avLst>
          </a:prstGeom>
          <a:solidFill>
            <a:srgbClr val="FFFFFF"/>
          </a:solidFill>
          <a:ln w="15875">
            <a:solidFill>
              <a:srgbClr val="4A5A70"/>
            </a:solidFill>
            <a:prstDash val="dash"/>
          </a:ln>
        </p:spPr>
      </p:sp>
      <p:sp>
        <p:nvSpPr>
          <p:cNvPr id="17" name="Shape 12"/>
          <p:cNvSpPr/>
          <p:nvPr/>
        </p:nvSpPr>
        <p:spPr>
          <a:xfrm>
            <a:off x="548640" y="2655824"/>
            <a:ext cx="3749040" cy="604520"/>
          </a:xfrm>
          <a:prstGeom prst="roundRect">
            <a:avLst>
              <a:gd name="adj" fmla="val 12101"/>
            </a:avLst>
          </a:prstGeom>
          <a:solidFill>
            <a:schemeClr val="bg2"/>
          </a:solidFill>
          <a:ln w="12700">
            <a:solidFill>
              <a:srgbClr val="D5DCE6"/>
            </a:solidFill>
            <a:prstDash val="solid"/>
          </a:ln>
        </p:spPr>
      </p:sp>
      <p:sp>
        <p:nvSpPr>
          <p:cNvPr id="18" name="Shape 13"/>
          <p:cNvSpPr/>
          <p:nvPr/>
        </p:nvSpPr>
        <p:spPr>
          <a:xfrm>
            <a:off x="640080" y="2766060"/>
            <a:ext cx="384048" cy="384048"/>
          </a:xfrm>
          <a:prstGeom prst="ellipse">
            <a:avLst/>
          </a:prstGeom>
          <a:solidFill>
            <a:schemeClr val="tx2"/>
          </a:solidFill>
          <a:ln w="12700">
            <a:solidFill>
              <a:srgbClr val="FFFFFF">
                <a:alpha val="0"/>
              </a:srgbClr>
            </a:solidFill>
            <a:prstDash val="solid"/>
          </a:ln>
        </p:spPr>
      </p:sp>
      <p:sp>
        <p:nvSpPr>
          <p:cNvPr id="19" name="Text 14"/>
          <p:cNvSpPr txBox="1"/>
          <p:nvPr/>
        </p:nvSpPr>
        <p:spPr>
          <a:xfrm>
            <a:off x="640080" y="27660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0" name="Text 15"/>
          <p:cNvSpPr txBox="1"/>
          <p:nvPr/>
        </p:nvSpPr>
        <p:spPr>
          <a:xfrm>
            <a:off x="1143000" y="2655824"/>
            <a:ext cx="3108960" cy="604520"/>
          </a:xfrm>
          <a:prstGeom prst="rect">
            <a:avLst/>
          </a:prstGeom>
          <a:noFill/>
          <a:ln/>
        </p:spPr>
        <p:txBody>
          <a:bodyPr wrap="square" lIns="0" tIns="0" rIns="0" bIns="0" rtlCol="0" anchor="ctr"/>
          <a:lstStyle/>
          <a:p>
            <a:pPr algn="l" indent="0" marL="0">
              <a:buNone/>
            </a:pPr>
            <a:r>
              <a:rPr lang="en-US" sz="1700" dirty="0">
                <a:solidFill>
                  <a:schemeClr val="tx1"/>
                </a:solidFill>
              </a:rPr>
              <a:t>Hij spreekt Nederlands.</a:t>
            </a:r>
            <a:endParaRPr lang="en-US" sz="1700" dirty="0"/>
          </a:p>
        </p:txBody>
      </p:sp>
      <p:sp>
        <p:nvSpPr>
          <p:cNvPr id="21" name="Shape 16"/>
          <p:cNvSpPr/>
          <p:nvPr/>
        </p:nvSpPr>
        <p:spPr>
          <a:xfrm>
            <a:off x="4434840" y="2710688"/>
            <a:ext cx="1874520" cy="494792"/>
          </a:xfrm>
          <a:prstGeom prst="homePlate">
            <a:avLst/>
          </a:prstGeom>
          <a:solidFill>
            <a:srgbClr val="D9700F"/>
          </a:solidFill>
          <a:ln w="6350">
            <a:solidFill>
              <a:srgbClr val="D9700F"/>
            </a:solidFill>
            <a:prstDash val="solid"/>
          </a:ln>
        </p:spPr>
      </p:sp>
      <p:sp>
        <p:nvSpPr>
          <p:cNvPr id="22" name="Shape 17"/>
          <p:cNvSpPr/>
          <p:nvPr/>
        </p:nvSpPr>
        <p:spPr>
          <a:xfrm>
            <a:off x="4526280" y="2775204"/>
            <a:ext cx="365760" cy="365760"/>
          </a:xfrm>
          <a:prstGeom prst="ellipse">
            <a:avLst/>
          </a:prstGeom>
          <a:solidFill>
            <a:srgbClr val="FFFFFF"/>
          </a:solidFill>
          <a:ln w="12700">
            <a:solidFill>
              <a:srgbClr val="FFFFFF">
                <a:alpha val="0"/>
              </a:srgbClr>
            </a:solidFill>
            <a:prstDash val="solid"/>
          </a:ln>
        </p:spPr>
      </p:sp>
      <p:pic>
        <p:nvPicPr>
          <p:cNvPr id="23" name="Image 2" descr="MuscleUp">    </p:cNvPr>
          <p:cNvPicPr>
            <a:picLocks noChangeAspect="1"/>
          </p:cNvPicPr>
          <p:nvPr/>
        </p:nvPicPr>
        <p:blipFill>
          <a:blip r:embed="rId3"/>
          <a:stretch>
            <a:fillRect/>
          </a:stretch>
        </p:blipFill>
        <p:spPr>
          <a:xfrm>
            <a:off x="4590288" y="2839212"/>
            <a:ext cx="237744" cy="237744"/>
          </a:xfrm>
          <a:prstGeom prst="rect">
            <a:avLst/>
          </a:prstGeom>
        </p:spPr>
      </p:pic>
      <p:sp>
        <p:nvSpPr>
          <p:cNvPr id="24" name="Text 18"/>
          <p:cNvSpPr txBox="1"/>
          <p:nvPr/>
        </p:nvSpPr>
        <p:spPr>
          <a:xfrm>
            <a:off x="4956048" y="2655824"/>
            <a:ext cx="1188720" cy="604520"/>
          </a:xfrm>
          <a:prstGeom prst="rect">
            <a:avLst/>
          </a:prstGeom>
          <a:noFill/>
          <a:ln/>
        </p:spPr>
        <p:txBody>
          <a:bodyPr wrap="square" lIns="0" tIns="0" rIns="0" bIns="0" rtlCol="0" anchor="ctr"/>
          <a:lstStyle/>
          <a:p>
            <a:pPr algn="l" indent="0" marL="0">
              <a:buNone/>
            </a:pPr>
            <a:r>
              <a:rPr lang="en-US" sz="1500" b="1" dirty="0">
                <a:solidFill>
                  <a:schemeClr val="bg1"/>
                </a:solidFill>
              </a:rPr>
              <a:t>kunnen</a:t>
            </a:r>
            <a:endParaRPr lang="en-US" sz="1500" dirty="0"/>
          </a:p>
        </p:txBody>
      </p:sp>
      <p:sp>
        <p:nvSpPr>
          <p:cNvPr id="25" name="Shape 19"/>
          <p:cNvSpPr/>
          <p:nvPr/>
        </p:nvSpPr>
        <p:spPr>
          <a:xfrm>
            <a:off x="6446520" y="2655824"/>
            <a:ext cx="5193792" cy="604520"/>
          </a:xfrm>
          <a:prstGeom prst="roundRect">
            <a:avLst>
              <a:gd name="adj" fmla="val 12101"/>
            </a:avLst>
          </a:prstGeom>
          <a:solidFill>
            <a:srgbClr val="FFFFFF"/>
          </a:solidFill>
          <a:ln w="15875">
            <a:solidFill>
              <a:srgbClr val="4A5A70"/>
            </a:solidFill>
            <a:prstDash val="dash"/>
          </a:ln>
        </p:spPr>
      </p:sp>
      <p:sp>
        <p:nvSpPr>
          <p:cNvPr id="26" name="Shape 20"/>
          <p:cNvSpPr/>
          <p:nvPr/>
        </p:nvSpPr>
        <p:spPr>
          <a:xfrm>
            <a:off x="548640" y="3379216"/>
            <a:ext cx="3749040" cy="604520"/>
          </a:xfrm>
          <a:prstGeom prst="roundRect">
            <a:avLst>
              <a:gd name="adj" fmla="val 12101"/>
            </a:avLst>
          </a:prstGeom>
          <a:solidFill>
            <a:schemeClr val="bg2"/>
          </a:solidFill>
          <a:ln w="12700">
            <a:solidFill>
              <a:srgbClr val="D5DCE6"/>
            </a:solidFill>
            <a:prstDash val="solid"/>
          </a:ln>
        </p:spPr>
      </p:sp>
      <p:sp>
        <p:nvSpPr>
          <p:cNvPr id="27" name="Shape 21"/>
          <p:cNvSpPr/>
          <p:nvPr/>
        </p:nvSpPr>
        <p:spPr>
          <a:xfrm>
            <a:off x="640080" y="3489452"/>
            <a:ext cx="384048" cy="384048"/>
          </a:xfrm>
          <a:prstGeom prst="ellipse">
            <a:avLst/>
          </a:prstGeom>
          <a:solidFill>
            <a:schemeClr val="tx2"/>
          </a:solidFill>
          <a:ln w="12700">
            <a:solidFill>
              <a:srgbClr val="FFFFFF">
                <a:alpha val="0"/>
              </a:srgbClr>
            </a:solidFill>
            <a:prstDash val="solid"/>
          </a:ln>
        </p:spPr>
      </p:sp>
      <p:sp>
        <p:nvSpPr>
          <p:cNvPr id="28" name="Text 22"/>
          <p:cNvSpPr txBox="1"/>
          <p:nvPr/>
        </p:nvSpPr>
        <p:spPr>
          <a:xfrm>
            <a:off x="640080" y="34894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9" name="Text 23"/>
          <p:cNvSpPr txBox="1"/>
          <p:nvPr/>
        </p:nvSpPr>
        <p:spPr>
          <a:xfrm>
            <a:off x="1143000" y="3379216"/>
            <a:ext cx="3108960" cy="604520"/>
          </a:xfrm>
          <a:prstGeom prst="rect">
            <a:avLst/>
          </a:prstGeom>
          <a:noFill/>
          <a:ln/>
        </p:spPr>
        <p:txBody>
          <a:bodyPr wrap="square" lIns="0" tIns="0" rIns="0" bIns="0" rtlCol="0" anchor="ctr"/>
          <a:lstStyle/>
          <a:p>
            <a:pPr algn="l" indent="0" marL="0">
              <a:buNone/>
            </a:pPr>
            <a:r>
              <a:rPr lang="en-US" sz="1700" dirty="0">
                <a:solidFill>
                  <a:schemeClr val="tx1"/>
                </a:solidFill>
              </a:rPr>
              <a:t>We betalen met de bankkaart.</a:t>
            </a:r>
            <a:endParaRPr lang="en-US" sz="1700" dirty="0"/>
          </a:p>
        </p:txBody>
      </p:sp>
      <p:sp>
        <p:nvSpPr>
          <p:cNvPr id="30" name="Shape 24"/>
          <p:cNvSpPr/>
          <p:nvPr/>
        </p:nvSpPr>
        <p:spPr>
          <a:xfrm>
            <a:off x="4434840" y="3434080"/>
            <a:ext cx="1874520" cy="494792"/>
          </a:xfrm>
          <a:prstGeom prst="homePlate">
            <a:avLst/>
          </a:prstGeom>
          <a:solidFill>
            <a:srgbClr val="D9700F"/>
          </a:solidFill>
          <a:ln w="6350">
            <a:solidFill>
              <a:srgbClr val="D9700F"/>
            </a:solidFill>
            <a:prstDash val="solid"/>
          </a:ln>
        </p:spPr>
      </p:sp>
      <p:sp>
        <p:nvSpPr>
          <p:cNvPr id="31" name="Shape 25"/>
          <p:cNvSpPr/>
          <p:nvPr/>
        </p:nvSpPr>
        <p:spPr>
          <a:xfrm>
            <a:off x="4526280" y="3498596"/>
            <a:ext cx="365760" cy="365760"/>
          </a:xfrm>
          <a:prstGeom prst="ellipse">
            <a:avLst/>
          </a:prstGeom>
          <a:solidFill>
            <a:srgbClr val="FFFFFF"/>
          </a:solidFill>
          <a:ln w="12700">
            <a:solidFill>
              <a:srgbClr val="FFFFFF">
                <a:alpha val="0"/>
              </a:srgbClr>
            </a:solidFill>
            <a:prstDash val="solid"/>
          </a:ln>
        </p:spPr>
      </p:sp>
      <p:pic>
        <p:nvPicPr>
          <p:cNvPr id="32" name="Image 3" descr="CheckCircle">    </p:cNvPr>
          <p:cNvPicPr>
            <a:picLocks noChangeAspect="1"/>
          </p:cNvPicPr>
          <p:nvPr/>
        </p:nvPicPr>
        <p:blipFill>
          <a:blip r:embed="rId4"/>
          <a:stretch>
            <a:fillRect/>
          </a:stretch>
        </p:blipFill>
        <p:spPr>
          <a:xfrm>
            <a:off x="4590288" y="3562604"/>
            <a:ext cx="237744" cy="237744"/>
          </a:xfrm>
          <a:prstGeom prst="rect">
            <a:avLst/>
          </a:prstGeom>
        </p:spPr>
      </p:pic>
      <p:sp>
        <p:nvSpPr>
          <p:cNvPr id="33" name="Text 26"/>
          <p:cNvSpPr txBox="1"/>
          <p:nvPr/>
        </p:nvSpPr>
        <p:spPr>
          <a:xfrm>
            <a:off x="4956048" y="3379216"/>
            <a:ext cx="1188720" cy="604520"/>
          </a:xfrm>
          <a:prstGeom prst="rect">
            <a:avLst/>
          </a:prstGeom>
          <a:noFill/>
          <a:ln/>
        </p:spPr>
        <p:txBody>
          <a:bodyPr wrap="square" lIns="0" tIns="0" rIns="0" bIns="0" rtlCol="0" anchor="ctr"/>
          <a:lstStyle/>
          <a:p>
            <a:pPr algn="l" indent="0" marL="0">
              <a:buNone/>
            </a:pPr>
            <a:r>
              <a:rPr lang="en-US" sz="1500" b="1" dirty="0">
                <a:solidFill>
                  <a:schemeClr val="bg1"/>
                </a:solidFill>
              </a:rPr>
              <a:t>mogen</a:t>
            </a:r>
            <a:endParaRPr lang="en-US" sz="1500" dirty="0"/>
          </a:p>
        </p:txBody>
      </p:sp>
      <p:sp>
        <p:nvSpPr>
          <p:cNvPr id="34" name="Shape 27"/>
          <p:cNvSpPr/>
          <p:nvPr/>
        </p:nvSpPr>
        <p:spPr>
          <a:xfrm>
            <a:off x="6446520" y="3379216"/>
            <a:ext cx="5193792" cy="604520"/>
          </a:xfrm>
          <a:prstGeom prst="roundRect">
            <a:avLst>
              <a:gd name="adj" fmla="val 12101"/>
            </a:avLst>
          </a:prstGeom>
          <a:solidFill>
            <a:srgbClr val="FFFFFF"/>
          </a:solidFill>
          <a:ln w="15875">
            <a:solidFill>
              <a:srgbClr val="4A5A70"/>
            </a:solidFill>
            <a:prstDash val="dash"/>
          </a:ln>
        </p:spPr>
      </p:sp>
      <p:sp>
        <p:nvSpPr>
          <p:cNvPr id="35" name="Shape 28"/>
          <p:cNvSpPr/>
          <p:nvPr/>
        </p:nvSpPr>
        <p:spPr>
          <a:xfrm>
            <a:off x="548640" y="4102608"/>
            <a:ext cx="3749040" cy="604520"/>
          </a:xfrm>
          <a:prstGeom prst="roundRect">
            <a:avLst>
              <a:gd name="adj" fmla="val 12101"/>
            </a:avLst>
          </a:prstGeom>
          <a:solidFill>
            <a:schemeClr val="bg2"/>
          </a:solidFill>
          <a:ln w="12700">
            <a:solidFill>
              <a:srgbClr val="D5DCE6"/>
            </a:solidFill>
            <a:prstDash val="solid"/>
          </a:ln>
        </p:spPr>
      </p:sp>
      <p:sp>
        <p:nvSpPr>
          <p:cNvPr id="36" name="Shape 29"/>
          <p:cNvSpPr/>
          <p:nvPr/>
        </p:nvSpPr>
        <p:spPr>
          <a:xfrm>
            <a:off x="640080" y="4212844"/>
            <a:ext cx="384048" cy="384048"/>
          </a:xfrm>
          <a:prstGeom prst="ellipse">
            <a:avLst/>
          </a:prstGeom>
          <a:solidFill>
            <a:schemeClr val="tx2"/>
          </a:solidFill>
          <a:ln w="12700">
            <a:solidFill>
              <a:srgbClr val="FFFFFF">
                <a:alpha val="0"/>
              </a:srgbClr>
            </a:solidFill>
            <a:prstDash val="solid"/>
          </a:ln>
        </p:spPr>
      </p:sp>
      <p:sp>
        <p:nvSpPr>
          <p:cNvPr id="37" name="Text 30"/>
          <p:cNvSpPr txBox="1"/>
          <p:nvPr/>
        </p:nvSpPr>
        <p:spPr>
          <a:xfrm>
            <a:off x="640080" y="421284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8" name="Text 31"/>
          <p:cNvSpPr txBox="1"/>
          <p:nvPr/>
        </p:nvSpPr>
        <p:spPr>
          <a:xfrm>
            <a:off x="1143000" y="4102608"/>
            <a:ext cx="3108960" cy="604520"/>
          </a:xfrm>
          <a:prstGeom prst="rect">
            <a:avLst/>
          </a:prstGeom>
          <a:noFill/>
          <a:ln/>
        </p:spPr>
        <p:txBody>
          <a:bodyPr wrap="square" lIns="0" tIns="0" rIns="0" bIns="0" rtlCol="0" anchor="ctr"/>
          <a:lstStyle/>
          <a:p>
            <a:pPr algn="l" indent="0" marL="0">
              <a:buNone/>
            </a:pPr>
            <a:r>
              <a:rPr lang="en-US" sz="1700" dirty="0">
                <a:solidFill>
                  <a:schemeClr val="tx1"/>
                </a:solidFill>
              </a:rPr>
              <a:t>Jullie vullen het formulier in.</a:t>
            </a:r>
            <a:endParaRPr lang="en-US" sz="1700" dirty="0"/>
          </a:p>
        </p:txBody>
      </p:sp>
      <p:sp>
        <p:nvSpPr>
          <p:cNvPr id="39" name="Shape 32"/>
          <p:cNvSpPr/>
          <p:nvPr/>
        </p:nvSpPr>
        <p:spPr>
          <a:xfrm>
            <a:off x="4434840" y="4157472"/>
            <a:ext cx="1874520" cy="494792"/>
          </a:xfrm>
          <a:prstGeom prst="homePlate">
            <a:avLst/>
          </a:prstGeom>
          <a:solidFill>
            <a:srgbClr val="D9700F"/>
          </a:solidFill>
          <a:ln w="6350">
            <a:solidFill>
              <a:srgbClr val="D9700F"/>
            </a:solidFill>
            <a:prstDash val="solid"/>
          </a:ln>
        </p:spPr>
      </p:sp>
      <p:sp>
        <p:nvSpPr>
          <p:cNvPr id="40" name="Shape 33"/>
          <p:cNvSpPr/>
          <p:nvPr/>
        </p:nvSpPr>
        <p:spPr>
          <a:xfrm>
            <a:off x="4526280" y="4221988"/>
            <a:ext cx="365760" cy="365760"/>
          </a:xfrm>
          <a:prstGeom prst="ellipse">
            <a:avLst/>
          </a:prstGeom>
          <a:solidFill>
            <a:srgbClr val="FFFFFF"/>
          </a:solidFill>
          <a:ln w="12700">
            <a:solidFill>
              <a:srgbClr val="FFFFFF">
                <a:alpha val="0"/>
              </a:srgbClr>
            </a:solidFill>
            <a:prstDash val="solid"/>
          </a:ln>
        </p:spPr>
      </p:sp>
      <p:pic>
        <p:nvPicPr>
          <p:cNvPr id="41" name="Image 4" descr="ExclamationTriangle">    </p:cNvPr>
          <p:cNvPicPr>
            <a:picLocks noChangeAspect="1"/>
          </p:cNvPicPr>
          <p:nvPr/>
        </p:nvPicPr>
        <p:blipFill>
          <a:blip r:embed="rId5"/>
          <a:stretch>
            <a:fillRect/>
          </a:stretch>
        </p:blipFill>
        <p:spPr>
          <a:xfrm>
            <a:off x="4590288" y="4285996"/>
            <a:ext cx="237744" cy="237744"/>
          </a:xfrm>
          <a:prstGeom prst="rect">
            <a:avLst/>
          </a:prstGeom>
        </p:spPr>
      </p:pic>
      <p:sp>
        <p:nvSpPr>
          <p:cNvPr id="42" name="Text 34"/>
          <p:cNvSpPr txBox="1"/>
          <p:nvPr/>
        </p:nvSpPr>
        <p:spPr>
          <a:xfrm>
            <a:off x="4956048" y="4102608"/>
            <a:ext cx="1188720" cy="604520"/>
          </a:xfrm>
          <a:prstGeom prst="rect">
            <a:avLst/>
          </a:prstGeom>
          <a:noFill/>
          <a:ln/>
        </p:spPr>
        <p:txBody>
          <a:bodyPr wrap="square" lIns="0" tIns="0" rIns="0" bIns="0" rtlCol="0" anchor="ctr"/>
          <a:lstStyle/>
          <a:p>
            <a:pPr algn="l" indent="0" marL="0">
              <a:buNone/>
            </a:pPr>
            <a:r>
              <a:rPr lang="en-US" sz="1500" b="1" dirty="0">
                <a:solidFill>
                  <a:schemeClr val="bg1"/>
                </a:solidFill>
              </a:rPr>
              <a:t>moeten</a:t>
            </a:r>
            <a:endParaRPr lang="en-US" sz="1500" dirty="0"/>
          </a:p>
        </p:txBody>
      </p:sp>
      <p:sp>
        <p:nvSpPr>
          <p:cNvPr id="43" name="Shape 35"/>
          <p:cNvSpPr/>
          <p:nvPr/>
        </p:nvSpPr>
        <p:spPr>
          <a:xfrm>
            <a:off x="6446520" y="4102608"/>
            <a:ext cx="5193792" cy="604520"/>
          </a:xfrm>
          <a:prstGeom prst="roundRect">
            <a:avLst>
              <a:gd name="adj" fmla="val 12101"/>
            </a:avLst>
          </a:prstGeom>
          <a:solidFill>
            <a:srgbClr val="FFFFFF"/>
          </a:solidFill>
          <a:ln w="15875">
            <a:solidFill>
              <a:srgbClr val="4A5A70"/>
            </a:solidFill>
            <a:prstDash val="dash"/>
          </a:ln>
        </p:spPr>
      </p:sp>
      <p:sp>
        <p:nvSpPr>
          <p:cNvPr id="44" name="Shape 36"/>
          <p:cNvSpPr/>
          <p:nvPr/>
        </p:nvSpPr>
        <p:spPr>
          <a:xfrm>
            <a:off x="548640" y="4826000"/>
            <a:ext cx="3749040" cy="604520"/>
          </a:xfrm>
          <a:prstGeom prst="roundRect">
            <a:avLst>
              <a:gd name="adj" fmla="val 12101"/>
            </a:avLst>
          </a:prstGeom>
          <a:solidFill>
            <a:schemeClr val="bg2"/>
          </a:solidFill>
          <a:ln w="12700">
            <a:solidFill>
              <a:srgbClr val="D5DCE6"/>
            </a:solidFill>
            <a:prstDash val="solid"/>
          </a:ln>
        </p:spPr>
      </p:sp>
      <p:sp>
        <p:nvSpPr>
          <p:cNvPr id="45" name="Shape 37"/>
          <p:cNvSpPr/>
          <p:nvPr/>
        </p:nvSpPr>
        <p:spPr>
          <a:xfrm>
            <a:off x="640080" y="4936236"/>
            <a:ext cx="384048" cy="384048"/>
          </a:xfrm>
          <a:prstGeom prst="ellipse">
            <a:avLst/>
          </a:prstGeom>
          <a:solidFill>
            <a:schemeClr val="tx2"/>
          </a:solidFill>
          <a:ln w="12700">
            <a:solidFill>
              <a:srgbClr val="FFFFFF">
                <a:alpha val="0"/>
              </a:srgbClr>
            </a:solidFill>
            <a:prstDash val="solid"/>
          </a:ln>
        </p:spPr>
      </p:sp>
      <p:sp>
        <p:nvSpPr>
          <p:cNvPr id="46" name="Text 38"/>
          <p:cNvSpPr txBox="1"/>
          <p:nvPr/>
        </p:nvSpPr>
        <p:spPr>
          <a:xfrm>
            <a:off x="640080" y="49362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7" name="Text 39"/>
          <p:cNvSpPr txBox="1"/>
          <p:nvPr/>
        </p:nvSpPr>
        <p:spPr>
          <a:xfrm>
            <a:off x="1143000" y="4826000"/>
            <a:ext cx="3108960" cy="604520"/>
          </a:xfrm>
          <a:prstGeom prst="rect">
            <a:avLst/>
          </a:prstGeom>
          <a:noFill/>
          <a:ln/>
        </p:spPr>
        <p:txBody>
          <a:bodyPr wrap="square" lIns="0" tIns="0" rIns="0" bIns="0" rtlCol="0" anchor="ctr"/>
          <a:lstStyle/>
          <a:p>
            <a:pPr algn="l" indent="0" marL="0">
              <a:buNone/>
            </a:pPr>
            <a:r>
              <a:rPr lang="en-US" sz="1700" dirty="0">
                <a:solidFill>
                  <a:schemeClr val="tx1"/>
                </a:solidFill>
              </a:rPr>
              <a:t>Rijd jij morgen?</a:t>
            </a:r>
            <a:endParaRPr lang="en-US" sz="1700" dirty="0"/>
          </a:p>
        </p:txBody>
      </p:sp>
      <p:sp>
        <p:nvSpPr>
          <p:cNvPr id="48" name="Shape 40"/>
          <p:cNvSpPr/>
          <p:nvPr/>
        </p:nvSpPr>
        <p:spPr>
          <a:xfrm>
            <a:off x="4434840" y="4880864"/>
            <a:ext cx="1874520" cy="494792"/>
          </a:xfrm>
          <a:prstGeom prst="homePlate">
            <a:avLst/>
          </a:prstGeom>
          <a:solidFill>
            <a:srgbClr val="D9700F"/>
          </a:solidFill>
          <a:ln w="6350">
            <a:solidFill>
              <a:srgbClr val="D9700F"/>
            </a:solidFill>
            <a:prstDash val="solid"/>
          </a:ln>
        </p:spPr>
      </p:sp>
      <p:sp>
        <p:nvSpPr>
          <p:cNvPr id="49" name="Shape 41"/>
          <p:cNvSpPr/>
          <p:nvPr/>
        </p:nvSpPr>
        <p:spPr>
          <a:xfrm>
            <a:off x="4526280" y="4945380"/>
            <a:ext cx="365760" cy="365760"/>
          </a:xfrm>
          <a:prstGeom prst="ellipse">
            <a:avLst/>
          </a:prstGeom>
          <a:solidFill>
            <a:srgbClr val="FFFFFF"/>
          </a:solidFill>
          <a:ln w="12700">
            <a:solidFill>
              <a:srgbClr val="FFFFFF">
                <a:alpha val="0"/>
              </a:srgbClr>
            </a:solidFill>
            <a:prstDash val="solid"/>
          </a:ln>
        </p:spPr>
      </p:sp>
      <p:pic>
        <p:nvPicPr>
          <p:cNvPr id="50" name="Image 5" descr="MuscleUp">    </p:cNvPr>
          <p:cNvPicPr>
            <a:picLocks noChangeAspect="1"/>
          </p:cNvPicPr>
          <p:nvPr/>
        </p:nvPicPr>
        <p:blipFill>
          <a:blip r:embed="rId6"/>
          <a:stretch>
            <a:fillRect/>
          </a:stretch>
        </p:blipFill>
        <p:spPr>
          <a:xfrm>
            <a:off x="4590288" y="5009388"/>
            <a:ext cx="237744" cy="237744"/>
          </a:xfrm>
          <a:prstGeom prst="rect">
            <a:avLst/>
          </a:prstGeom>
        </p:spPr>
      </p:pic>
      <p:sp>
        <p:nvSpPr>
          <p:cNvPr id="51" name="Text 42"/>
          <p:cNvSpPr txBox="1"/>
          <p:nvPr/>
        </p:nvSpPr>
        <p:spPr>
          <a:xfrm>
            <a:off x="4956048" y="4826000"/>
            <a:ext cx="1188720" cy="604520"/>
          </a:xfrm>
          <a:prstGeom prst="rect">
            <a:avLst/>
          </a:prstGeom>
          <a:noFill/>
          <a:ln/>
        </p:spPr>
        <p:txBody>
          <a:bodyPr wrap="square" lIns="0" tIns="0" rIns="0" bIns="0" rtlCol="0" anchor="ctr"/>
          <a:lstStyle/>
          <a:p>
            <a:pPr algn="l" indent="0" marL="0">
              <a:buNone/>
            </a:pPr>
            <a:r>
              <a:rPr lang="en-US" sz="1500" b="1" dirty="0">
                <a:solidFill>
                  <a:schemeClr val="bg1"/>
                </a:solidFill>
              </a:rPr>
              <a:t>kunnen</a:t>
            </a:r>
            <a:endParaRPr lang="en-US" sz="1500" dirty="0"/>
          </a:p>
        </p:txBody>
      </p:sp>
      <p:sp>
        <p:nvSpPr>
          <p:cNvPr id="52" name="Shape 43"/>
          <p:cNvSpPr/>
          <p:nvPr/>
        </p:nvSpPr>
        <p:spPr>
          <a:xfrm>
            <a:off x="6446520" y="4826000"/>
            <a:ext cx="5193792" cy="604520"/>
          </a:xfrm>
          <a:prstGeom prst="roundRect">
            <a:avLst>
              <a:gd name="adj" fmla="val 12101"/>
            </a:avLst>
          </a:prstGeom>
          <a:solidFill>
            <a:srgbClr val="FFFFFF"/>
          </a:solidFill>
          <a:ln w="15875">
            <a:solidFill>
              <a:srgbClr val="4A5A70"/>
            </a:solidFill>
            <a:prstDash val="dash"/>
          </a:ln>
        </p:spPr>
      </p:sp>
      <p:sp>
        <p:nvSpPr>
          <p:cNvPr id="53" name="Shape 44"/>
          <p:cNvSpPr/>
          <p:nvPr/>
        </p:nvSpPr>
        <p:spPr>
          <a:xfrm>
            <a:off x="548640" y="5549392"/>
            <a:ext cx="3749040" cy="604520"/>
          </a:xfrm>
          <a:prstGeom prst="roundRect">
            <a:avLst>
              <a:gd name="adj" fmla="val 12101"/>
            </a:avLst>
          </a:prstGeom>
          <a:solidFill>
            <a:schemeClr val="bg2"/>
          </a:solidFill>
          <a:ln w="12700">
            <a:solidFill>
              <a:srgbClr val="D5DCE6"/>
            </a:solidFill>
            <a:prstDash val="solid"/>
          </a:ln>
        </p:spPr>
      </p:sp>
      <p:sp>
        <p:nvSpPr>
          <p:cNvPr id="54" name="Shape 45"/>
          <p:cNvSpPr/>
          <p:nvPr/>
        </p:nvSpPr>
        <p:spPr>
          <a:xfrm>
            <a:off x="640080" y="5659628"/>
            <a:ext cx="384048" cy="384048"/>
          </a:xfrm>
          <a:prstGeom prst="ellipse">
            <a:avLst/>
          </a:prstGeom>
          <a:solidFill>
            <a:schemeClr val="tx2"/>
          </a:solidFill>
          <a:ln w="12700">
            <a:solidFill>
              <a:srgbClr val="FFFFFF">
                <a:alpha val="0"/>
              </a:srgbClr>
            </a:solidFill>
            <a:prstDash val="solid"/>
          </a:ln>
        </p:spPr>
      </p:sp>
      <p:sp>
        <p:nvSpPr>
          <p:cNvPr id="55" name="Text 46"/>
          <p:cNvSpPr txBox="1"/>
          <p:nvPr/>
        </p:nvSpPr>
        <p:spPr>
          <a:xfrm>
            <a:off x="640080" y="565962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56" name="Text 47"/>
          <p:cNvSpPr txBox="1"/>
          <p:nvPr/>
        </p:nvSpPr>
        <p:spPr>
          <a:xfrm>
            <a:off x="1143000" y="5549392"/>
            <a:ext cx="3108960" cy="604520"/>
          </a:xfrm>
          <a:prstGeom prst="rect">
            <a:avLst/>
          </a:prstGeom>
          <a:noFill/>
          <a:ln/>
        </p:spPr>
        <p:txBody>
          <a:bodyPr wrap="square" lIns="0" tIns="0" rIns="0" bIns="0" rtlCol="0" anchor="ctr"/>
          <a:lstStyle/>
          <a:p>
            <a:pPr algn="l" indent="0" marL="0">
              <a:buNone/>
            </a:pPr>
            <a:r>
              <a:rPr lang="en-US" sz="1700" dirty="0">
                <a:solidFill>
                  <a:schemeClr val="tx1"/>
                </a:solidFill>
              </a:rPr>
              <a:t>Ze gaat naar de vergadering.</a:t>
            </a:r>
            <a:endParaRPr lang="en-US" sz="1700" dirty="0"/>
          </a:p>
        </p:txBody>
      </p:sp>
      <p:sp>
        <p:nvSpPr>
          <p:cNvPr id="57" name="Shape 48"/>
          <p:cNvSpPr/>
          <p:nvPr/>
        </p:nvSpPr>
        <p:spPr>
          <a:xfrm>
            <a:off x="4434840" y="5604256"/>
            <a:ext cx="1874520" cy="494792"/>
          </a:xfrm>
          <a:prstGeom prst="homePlate">
            <a:avLst/>
          </a:prstGeom>
          <a:solidFill>
            <a:srgbClr val="D9700F"/>
          </a:solidFill>
          <a:ln w="6350">
            <a:solidFill>
              <a:srgbClr val="D9700F"/>
            </a:solidFill>
            <a:prstDash val="solid"/>
          </a:ln>
        </p:spPr>
      </p:sp>
      <p:sp>
        <p:nvSpPr>
          <p:cNvPr id="58" name="Shape 49"/>
          <p:cNvSpPr/>
          <p:nvPr/>
        </p:nvSpPr>
        <p:spPr>
          <a:xfrm>
            <a:off x="4526280" y="5668772"/>
            <a:ext cx="365760" cy="365760"/>
          </a:xfrm>
          <a:prstGeom prst="ellipse">
            <a:avLst/>
          </a:prstGeom>
          <a:solidFill>
            <a:srgbClr val="FFFFFF"/>
          </a:solidFill>
          <a:ln w="12700">
            <a:solidFill>
              <a:srgbClr val="FFFFFF">
                <a:alpha val="0"/>
              </a:srgbClr>
            </a:solidFill>
            <a:prstDash val="solid"/>
          </a:ln>
        </p:spPr>
      </p:sp>
      <p:pic>
        <p:nvPicPr>
          <p:cNvPr id="59" name="Image 6" descr="Heart">    </p:cNvPr>
          <p:cNvPicPr>
            <a:picLocks noChangeAspect="1"/>
          </p:cNvPicPr>
          <p:nvPr/>
        </p:nvPicPr>
        <p:blipFill>
          <a:blip r:embed="rId7"/>
          <a:stretch>
            <a:fillRect/>
          </a:stretch>
        </p:blipFill>
        <p:spPr>
          <a:xfrm>
            <a:off x="4590288" y="5732780"/>
            <a:ext cx="237744" cy="237744"/>
          </a:xfrm>
          <a:prstGeom prst="rect">
            <a:avLst/>
          </a:prstGeom>
        </p:spPr>
      </p:pic>
      <p:sp>
        <p:nvSpPr>
          <p:cNvPr id="60" name="Text 50"/>
          <p:cNvSpPr txBox="1"/>
          <p:nvPr/>
        </p:nvSpPr>
        <p:spPr>
          <a:xfrm>
            <a:off x="4956048" y="5549392"/>
            <a:ext cx="1188720" cy="604520"/>
          </a:xfrm>
          <a:prstGeom prst="rect">
            <a:avLst/>
          </a:prstGeom>
          <a:noFill/>
          <a:ln/>
        </p:spPr>
        <p:txBody>
          <a:bodyPr wrap="square" lIns="0" tIns="0" rIns="0" bIns="0" rtlCol="0" anchor="ctr"/>
          <a:lstStyle/>
          <a:p>
            <a:pPr algn="l" indent="0" marL="0">
              <a:buNone/>
            </a:pPr>
            <a:r>
              <a:rPr lang="en-US" sz="1500" b="1" dirty="0">
                <a:solidFill>
                  <a:schemeClr val="bg1"/>
                </a:solidFill>
              </a:rPr>
              <a:t>willen</a:t>
            </a:r>
            <a:endParaRPr lang="en-US" sz="1500" dirty="0"/>
          </a:p>
        </p:txBody>
      </p:sp>
      <p:sp>
        <p:nvSpPr>
          <p:cNvPr id="61" name="Shape 51"/>
          <p:cNvSpPr/>
          <p:nvPr/>
        </p:nvSpPr>
        <p:spPr>
          <a:xfrm>
            <a:off x="6446520" y="5549392"/>
            <a:ext cx="5193792" cy="604520"/>
          </a:xfrm>
          <a:prstGeom prst="roundRect">
            <a:avLst>
              <a:gd name="adj" fmla="val 12101"/>
            </a:avLst>
          </a:prstGeom>
          <a:solidFill>
            <a:srgbClr val="FFFFFF"/>
          </a:solidFill>
          <a:ln w="15875">
            <a:solidFill>
              <a:srgbClr val="4A5A70"/>
            </a:solidFill>
            <a:prstDash val="dash"/>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Avec un verbe de modalité</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Ajoutez le verbe de modalité : l’infinitif part au bout de la phrase.</a:t>
            </a:r>
            <a:endParaRPr lang="en-US" sz="1700" dirty="0"/>
          </a:p>
        </p:txBody>
      </p:sp>
      <p:sp>
        <p:nvSpPr>
          <p:cNvPr id="9" name="Shape 5"/>
          <p:cNvSpPr/>
          <p:nvPr/>
        </p:nvSpPr>
        <p:spPr>
          <a:xfrm>
            <a:off x="548640" y="1932432"/>
            <a:ext cx="3749040" cy="604520"/>
          </a:xfrm>
          <a:prstGeom prst="roundRect">
            <a:avLst>
              <a:gd name="adj" fmla="val 12101"/>
            </a:avLst>
          </a:prstGeom>
          <a:solidFill>
            <a:schemeClr val="bg2"/>
          </a:solidFill>
          <a:ln w="12700">
            <a:solidFill>
              <a:srgbClr val="D5DCE6"/>
            </a:solidFill>
            <a:prstDash val="solid"/>
          </a:ln>
        </p:spPr>
      </p:sp>
      <p:sp>
        <p:nvSpPr>
          <p:cNvPr id="10" name="Shape 6"/>
          <p:cNvSpPr/>
          <p:nvPr/>
        </p:nvSpPr>
        <p:spPr>
          <a:xfrm>
            <a:off x="640080" y="2042668"/>
            <a:ext cx="384048" cy="384048"/>
          </a:xfrm>
          <a:prstGeom prst="ellipse">
            <a:avLst/>
          </a:prstGeom>
          <a:solidFill>
            <a:schemeClr val="tx2"/>
          </a:solidFill>
          <a:ln w="12700">
            <a:solidFill>
              <a:srgbClr val="FFFFFF">
                <a:alpha val="0"/>
              </a:srgbClr>
            </a:solidFill>
            <a:prstDash val="solid"/>
          </a:ln>
        </p:spPr>
      </p:sp>
      <p:sp>
        <p:nvSpPr>
          <p:cNvPr id="11" name="Text 7"/>
          <p:cNvSpPr txBox="1"/>
          <p:nvPr/>
        </p:nvSpPr>
        <p:spPr>
          <a:xfrm>
            <a:off x="640080" y="204266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2" name="Text 8"/>
          <p:cNvSpPr txBox="1"/>
          <p:nvPr/>
        </p:nvSpPr>
        <p:spPr>
          <a:xfrm>
            <a:off x="1143000" y="1932432"/>
            <a:ext cx="3108960" cy="604520"/>
          </a:xfrm>
          <a:prstGeom prst="rect">
            <a:avLst/>
          </a:prstGeom>
          <a:noFill/>
          <a:ln/>
        </p:spPr>
        <p:txBody>
          <a:bodyPr wrap="square" lIns="0" tIns="0" rIns="0" bIns="0" rtlCol="0" anchor="ctr"/>
          <a:lstStyle/>
          <a:p>
            <a:pPr algn="l" indent="0" marL="0">
              <a:buNone/>
            </a:pPr>
            <a:r>
              <a:rPr lang="en-US" sz="1700" dirty="0">
                <a:solidFill>
                  <a:schemeClr val="tx1"/>
                </a:solidFill>
              </a:rPr>
              <a:t>Ik werk thuis.</a:t>
            </a:r>
            <a:endParaRPr lang="en-US" sz="1700" dirty="0"/>
          </a:p>
        </p:txBody>
      </p:sp>
      <p:sp>
        <p:nvSpPr>
          <p:cNvPr id="13" name="Shape 9"/>
          <p:cNvSpPr/>
          <p:nvPr/>
        </p:nvSpPr>
        <p:spPr>
          <a:xfrm>
            <a:off x="4434840" y="1987296"/>
            <a:ext cx="1874520" cy="494792"/>
          </a:xfrm>
          <a:prstGeom prst="homePlate">
            <a:avLst/>
          </a:prstGeom>
          <a:solidFill>
            <a:srgbClr val="D9700F"/>
          </a:solidFill>
          <a:ln w="6350">
            <a:solidFill>
              <a:srgbClr val="D9700F"/>
            </a:solidFill>
            <a:prstDash val="solid"/>
          </a:ln>
        </p:spPr>
      </p:sp>
      <p:sp>
        <p:nvSpPr>
          <p:cNvPr id="14" name="Shape 10"/>
          <p:cNvSpPr/>
          <p:nvPr/>
        </p:nvSpPr>
        <p:spPr>
          <a:xfrm>
            <a:off x="4526280" y="2051812"/>
            <a:ext cx="365760" cy="365760"/>
          </a:xfrm>
          <a:prstGeom prst="ellipse">
            <a:avLst/>
          </a:prstGeom>
          <a:solidFill>
            <a:srgbClr val="FFFFFF"/>
          </a:solidFill>
          <a:ln w="12700">
            <a:solidFill>
              <a:srgbClr val="FFFFFF">
                <a:alpha val="0"/>
              </a:srgbClr>
            </a:solidFill>
            <a:prstDash val="solid"/>
          </a:ln>
        </p:spPr>
      </p:sp>
      <p:pic>
        <p:nvPicPr>
          <p:cNvPr id="15" name="Image 1" descr="Heart">    </p:cNvPr>
          <p:cNvPicPr>
            <a:picLocks noChangeAspect="1"/>
          </p:cNvPicPr>
          <p:nvPr/>
        </p:nvPicPr>
        <p:blipFill>
          <a:blip r:embed="rId2"/>
          <a:stretch>
            <a:fillRect/>
          </a:stretch>
        </p:blipFill>
        <p:spPr>
          <a:xfrm>
            <a:off x="4590288" y="2115820"/>
            <a:ext cx="237744" cy="237744"/>
          </a:xfrm>
          <a:prstGeom prst="rect">
            <a:avLst/>
          </a:prstGeom>
        </p:spPr>
      </p:pic>
      <p:sp>
        <p:nvSpPr>
          <p:cNvPr id="16" name="Text 11"/>
          <p:cNvSpPr txBox="1"/>
          <p:nvPr/>
        </p:nvSpPr>
        <p:spPr>
          <a:xfrm>
            <a:off x="4956048" y="1932432"/>
            <a:ext cx="1188720" cy="604520"/>
          </a:xfrm>
          <a:prstGeom prst="rect">
            <a:avLst/>
          </a:prstGeom>
          <a:noFill/>
          <a:ln/>
        </p:spPr>
        <p:txBody>
          <a:bodyPr wrap="square" lIns="0" tIns="0" rIns="0" bIns="0" rtlCol="0" anchor="ctr"/>
          <a:lstStyle/>
          <a:p>
            <a:pPr algn="l" indent="0" marL="0">
              <a:buNone/>
            </a:pPr>
            <a:r>
              <a:rPr lang="en-US" sz="1500" b="1" dirty="0">
                <a:solidFill>
                  <a:schemeClr val="bg1"/>
                </a:solidFill>
              </a:rPr>
              <a:t>willen</a:t>
            </a:r>
            <a:endParaRPr lang="en-US" sz="1500" dirty="0"/>
          </a:p>
        </p:txBody>
      </p:sp>
      <p:sp>
        <p:nvSpPr>
          <p:cNvPr id="17" name="Shape 12"/>
          <p:cNvSpPr/>
          <p:nvPr/>
        </p:nvSpPr>
        <p:spPr>
          <a:xfrm>
            <a:off x="6446520" y="1932432"/>
            <a:ext cx="5193792" cy="604520"/>
          </a:xfrm>
          <a:prstGeom prst="roundRect">
            <a:avLst>
              <a:gd name="adj" fmla="val 12101"/>
            </a:avLst>
          </a:prstGeom>
          <a:solidFill>
            <a:srgbClr val="FFFFFF"/>
          </a:solidFill>
          <a:ln w="22225">
            <a:solidFill>
              <a:srgbClr val="2E7D4F"/>
            </a:solidFill>
            <a:prstDash val="solid"/>
          </a:ln>
        </p:spPr>
      </p:sp>
      <p:sp>
        <p:nvSpPr>
          <p:cNvPr id="18" name="Shape 13"/>
          <p:cNvSpPr/>
          <p:nvPr/>
        </p:nvSpPr>
        <p:spPr>
          <a:xfrm>
            <a:off x="7426106" y="2014728"/>
            <a:ext cx="723770" cy="330200"/>
          </a:xfrm>
          <a:prstGeom prst="roundRect">
            <a:avLst>
              <a:gd name="adj" fmla="val 11077"/>
            </a:avLst>
          </a:prstGeom>
          <a:solidFill>
            <a:srgbClr val="D8DEE6"/>
          </a:solidFill>
          <a:ln w="12700">
            <a:solidFill>
              <a:srgbClr val="FFFFFF">
                <a:alpha val="0"/>
              </a:srgbClr>
            </a:solidFill>
            <a:prstDash val="solid"/>
          </a:ln>
        </p:spPr>
      </p:sp>
      <p:sp>
        <p:nvSpPr>
          <p:cNvPr id="19" name="Shape 14"/>
          <p:cNvSpPr/>
          <p:nvPr/>
        </p:nvSpPr>
        <p:spPr>
          <a:xfrm>
            <a:off x="6945449" y="1987296"/>
            <a:ext cx="453225" cy="385064"/>
          </a:xfrm>
          <a:prstGeom prst="roundRect">
            <a:avLst>
              <a:gd name="adj" fmla="val 18997"/>
            </a:avLst>
          </a:prstGeom>
          <a:solidFill>
            <a:srgbClr val="FFFFFF"/>
          </a:solidFill>
          <a:ln w="22225">
            <a:solidFill>
              <a:srgbClr val="B83227"/>
            </a:solidFill>
            <a:prstDash val="solid"/>
          </a:ln>
        </p:spPr>
      </p:sp>
      <p:sp>
        <p:nvSpPr>
          <p:cNvPr id="20" name="Shape 15"/>
          <p:cNvSpPr/>
          <p:nvPr/>
        </p:nvSpPr>
        <p:spPr>
          <a:xfrm>
            <a:off x="8177308" y="1987296"/>
            <a:ext cx="999951" cy="385064"/>
          </a:xfrm>
          <a:prstGeom prst="roundRect">
            <a:avLst>
              <a:gd name="adj" fmla="val 18997"/>
            </a:avLst>
          </a:prstGeom>
          <a:solidFill>
            <a:srgbClr val="FFFFFF"/>
          </a:solidFill>
          <a:ln w="22225">
            <a:solidFill>
              <a:srgbClr val="B83227"/>
            </a:solidFill>
            <a:prstDash val="dash"/>
          </a:ln>
        </p:spPr>
      </p:sp>
      <p:sp>
        <p:nvSpPr>
          <p:cNvPr id="21" name="Shape 16"/>
          <p:cNvSpPr/>
          <p:nvPr/>
        </p:nvSpPr>
        <p:spPr>
          <a:xfrm>
            <a:off x="7172061" y="2372360"/>
            <a:ext cx="914" cy="82296"/>
          </a:xfrm>
          <a:prstGeom prst="line">
            <a:avLst/>
          </a:prstGeom>
          <a:noFill/>
          <a:ln w="22225">
            <a:solidFill>
              <a:srgbClr val="B83227"/>
            </a:solidFill>
            <a:prstDash val="solid"/>
          </a:ln>
        </p:spPr>
      </p:sp>
      <p:sp>
        <p:nvSpPr>
          <p:cNvPr id="22" name="Shape 17"/>
          <p:cNvSpPr/>
          <p:nvPr/>
        </p:nvSpPr>
        <p:spPr>
          <a:xfrm>
            <a:off x="7172061" y="2454656"/>
            <a:ext cx="1505223" cy="914"/>
          </a:xfrm>
          <a:prstGeom prst="line">
            <a:avLst/>
          </a:prstGeom>
          <a:noFill/>
          <a:ln w="22225">
            <a:solidFill>
              <a:srgbClr val="B83227"/>
            </a:solidFill>
            <a:prstDash val="solid"/>
          </a:ln>
        </p:spPr>
      </p:sp>
      <p:sp>
        <p:nvSpPr>
          <p:cNvPr id="23" name="Shape 18"/>
          <p:cNvSpPr/>
          <p:nvPr/>
        </p:nvSpPr>
        <p:spPr>
          <a:xfrm flipV="1">
            <a:off x="8677284" y="2372360"/>
            <a:ext cx="914" cy="82296"/>
          </a:xfrm>
          <a:prstGeom prst="line">
            <a:avLst/>
          </a:prstGeom>
          <a:noFill/>
          <a:ln w="22225">
            <a:solidFill>
              <a:srgbClr val="B83227"/>
            </a:solidFill>
            <a:prstDash val="solid"/>
          </a:ln>
        </p:spPr>
      </p:sp>
      <p:sp>
        <p:nvSpPr>
          <p:cNvPr id="24" name="Text 19"/>
          <p:cNvSpPr txBox="1"/>
          <p:nvPr/>
        </p:nvSpPr>
        <p:spPr>
          <a:xfrm>
            <a:off x="6583680" y="1987296"/>
            <a:ext cx="306905" cy="385064"/>
          </a:xfrm>
          <a:prstGeom prst="rect">
            <a:avLst/>
          </a:prstGeom>
          <a:noFill/>
          <a:ln/>
        </p:spPr>
        <p:txBody>
          <a:bodyPr wrap="square" lIns="0" tIns="0" rIns="0" bIns="0" rtlCol="0" anchor="ctr"/>
          <a:lstStyle/>
          <a:p>
            <a:pPr algn="ctr" indent="0" marL="0">
              <a:buNone/>
            </a:pPr>
            <a:r>
              <a:rPr lang="en-US" sz="1800" dirty="0">
                <a:solidFill>
                  <a:schemeClr val="tx1"/>
                </a:solidFill>
              </a:rPr>
              <a:t>Ik</a:t>
            </a:r>
            <a:endParaRPr lang="en-US" sz="1800" dirty="0"/>
          </a:p>
        </p:txBody>
      </p:sp>
      <p:sp>
        <p:nvSpPr>
          <p:cNvPr id="25" name="Text 20"/>
          <p:cNvSpPr txBox="1"/>
          <p:nvPr/>
        </p:nvSpPr>
        <p:spPr>
          <a:xfrm>
            <a:off x="6945449" y="1987296"/>
            <a:ext cx="453225" cy="385064"/>
          </a:xfrm>
          <a:prstGeom prst="rect">
            <a:avLst/>
          </a:prstGeom>
          <a:noFill/>
          <a:ln/>
        </p:spPr>
        <p:txBody>
          <a:bodyPr wrap="square" lIns="0" tIns="0" rIns="0" bIns="0" rtlCol="0" anchor="ctr"/>
          <a:lstStyle/>
          <a:p>
            <a:pPr algn="ctr" indent="0" marL="0">
              <a:buNone/>
            </a:pPr>
            <a:r>
              <a:rPr lang="en-US" sz="1800" b="1" dirty="0">
                <a:solidFill>
                  <a:schemeClr val="accent6"/>
                </a:solidFill>
              </a:rPr>
              <a:t>wil</a:t>
            </a:r>
            <a:endParaRPr lang="en-US" sz="1800" dirty="0"/>
          </a:p>
        </p:txBody>
      </p:sp>
      <p:sp>
        <p:nvSpPr>
          <p:cNvPr id="26" name="Text 21"/>
          <p:cNvSpPr txBox="1"/>
          <p:nvPr/>
        </p:nvSpPr>
        <p:spPr>
          <a:xfrm>
            <a:off x="7453538" y="1987296"/>
            <a:ext cx="668906" cy="385064"/>
          </a:xfrm>
          <a:prstGeom prst="rect">
            <a:avLst/>
          </a:prstGeom>
          <a:noFill/>
          <a:ln/>
        </p:spPr>
        <p:txBody>
          <a:bodyPr wrap="square" lIns="0" tIns="0" rIns="0" bIns="0" rtlCol="0" anchor="ctr"/>
          <a:lstStyle/>
          <a:p>
            <a:pPr algn="ctr" indent="0" marL="0">
              <a:buNone/>
            </a:pPr>
            <a:r>
              <a:rPr lang="en-US" sz="1800" dirty="0">
                <a:solidFill>
                  <a:schemeClr val="tx1"/>
                </a:solidFill>
              </a:rPr>
              <a:t>thuis</a:t>
            </a:r>
            <a:endParaRPr lang="en-US" sz="1800" dirty="0"/>
          </a:p>
        </p:txBody>
      </p:sp>
      <p:sp>
        <p:nvSpPr>
          <p:cNvPr id="27" name="Text 22"/>
          <p:cNvSpPr txBox="1"/>
          <p:nvPr/>
        </p:nvSpPr>
        <p:spPr>
          <a:xfrm>
            <a:off x="8177308" y="1987296"/>
            <a:ext cx="999951" cy="385064"/>
          </a:xfrm>
          <a:prstGeom prst="rect">
            <a:avLst/>
          </a:prstGeom>
          <a:noFill/>
          <a:ln/>
        </p:spPr>
        <p:txBody>
          <a:bodyPr wrap="square" lIns="0" tIns="0" rIns="0" bIns="0" rtlCol="0" anchor="ctr"/>
          <a:lstStyle/>
          <a:p>
            <a:pPr algn="ctr" indent="0" marL="0">
              <a:buNone/>
            </a:pPr>
            <a:r>
              <a:rPr lang="en-US" sz="1800" b="1" dirty="0">
                <a:solidFill>
                  <a:schemeClr val="accent6"/>
                </a:solidFill>
              </a:rPr>
              <a:t>werken</a:t>
            </a:r>
            <a:endParaRPr lang="en-US" sz="1800" dirty="0"/>
          </a:p>
        </p:txBody>
      </p:sp>
      <p:sp>
        <p:nvSpPr>
          <p:cNvPr id="28" name="Text 23"/>
          <p:cNvSpPr txBox="1"/>
          <p:nvPr/>
        </p:nvSpPr>
        <p:spPr>
          <a:xfrm>
            <a:off x="9195548" y="1987296"/>
            <a:ext cx="106857" cy="385064"/>
          </a:xfrm>
          <a:prstGeom prst="rect">
            <a:avLst/>
          </a:prstGeom>
          <a:noFill/>
          <a:ln/>
        </p:spPr>
        <p:txBody>
          <a:bodyPr wrap="square" lIns="0" tIns="0" rIns="0" bIns="0" rtlCol="0" anchor="ctr"/>
          <a:lstStyle/>
          <a:p>
            <a:pPr algn="l" indent="0" marL="0">
              <a:buNone/>
            </a:pPr>
            <a:r>
              <a:rPr lang="en-US" sz="1800" dirty="0">
                <a:solidFill>
                  <a:schemeClr val="tx1"/>
                </a:solidFill>
              </a:rPr>
              <a:t>.</a:t>
            </a:r>
            <a:endParaRPr lang="en-US" sz="1800" dirty="0"/>
          </a:p>
        </p:txBody>
      </p:sp>
      <p:sp>
        <p:nvSpPr>
          <p:cNvPr id="29" name="Shape 24"/>
          <p:cNvSpPr/>
          <p:nvPr/>
        </p:nvSpPr>
        <p:spPr>
          <a:xfrm>
            <a:off x="548640" y="2655824"/>
            <a:ext cx="3749040" cy="604520"/>
          </a:xfrm>
          <a:prstGeom prst="roundRect">
            <a:avLst>
              <a:gd name="adj" fmla="val 12101"/>
            </a:avLst>
          </a:prstGeom>
          <a:solidFill>
            <a:schemeClr val="bg2"/>
          </a:solidFill>
          <a:ln w="12700">
            <a:solidFill>
              <a:srgbClr val="D5DCE6"/>
            </a:solidFill>
            <a:prstDash val="solid"/>
          </a:ln>
        </p:spPr>
      </p:sp>
      <p:sp>
        <p:nvSpPr>
          <p:cNvPr id="30" name="Shape 25"/>
          <p:cNvSpPr/>
          <p:nvPr/>
        </p:nvSpPr>
        <p:spPr>
          <a:xfrm>
            <a:off x="640080" y="2766060"/>
            <a:ext cx="384048" cy="384048"/>
          </a:xfrm>
          <a:prstGeom prst="ellipse">
            <a:avLst/>
          </a:prstGeom>
          <a:solidFill>
            <a:schemeClr val="tx2"/>
          </a:solidFill>
          <a:ln w="12700">
            <a:solidFill>
              <a:srgbClr val="FFFFFF">
                <a:alpha val="0"/>
              </a:srgbClr>
            </a:solidFill>
            <a:prstDash val="solid"/>
          </a:ln>
        </p:spPr>
      </p:sp>
      <p:sp>
        <p:nvSpPr>
          <p:cNvPr id="31" name="Text 26"/>
          <p:cNvSpPr txBox="1"/>
          <p:nvPr/>
        </p:nvSpPr>
        <p:spPr>
          <a:xfrm>
            <a:off x="640080" y="27660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2" name="Text 27"/>
          <p:cNvSpPr txBox="1"/>
          <p:nvPr/>
        </p:nvSpPr>
        <p:spPr>
          <a:xfrm>
            <a:off x="1143000" y="2655824"/>
            <a:ext cx="3108960" cy="604520"/>
          </a:xfrm>
          <a:prstGeom prst="rect">
            <a:avLst/>
          </a:prstGeom>
          <a:noFill/>
          <a:ln/>
        </p:spPr>
        <p:txBody>
          <a:bodyPr wrap="square" lIns="0" tIns="0" rIns="0" bIns="0" rtlCol="0" anchor="ctr"/>
          <a:lstStyle/>
          <a:p>
            <a:pPr algn="l" indent="0" marL="0">
              <a:buNone/>
            </a:pPr>
            <a:r>
              <a:rPr lang="en-US" sz="1700" dirty="0">
                <a:solidFill>
                  <a:schemeClr val="tx1"/>
                </a:solidFill>
              </a:rPr>
              <a:t>Hij spreekt Nederlands.</a:t>
            </a:r>
            <a:endParaRPr lang="en-US" sz="1700" dirty="0"/>
          </a:p>
        </p:txBody>
      </p:sp>
      <p:sp>
        <p:nvSpPr>
          <p:cNvPr id="33" name="Shape 28"/>
          <p:cNvSpPr/>
          <p:nvPr/>
        </p:nvSpPr>
        <p:spPr>
          <a:xfrm>
            <a:off x="4434840" y="2710688"/>
            <a:ext cx="1874520" cy="494792"/>
          </a:xfrm>
          <a:prstGeom prst="homePlate">
            <a:avLst/>
          </a:prstGeom>
          <a:solidFill>
            <a:srgbClr val="D9700F"/>
          </a:solidFill>
          <a:ln w="6350">
            <a:solidFill>
              <a:srgbClr val="D9700F"/>
            </a:solidFill>
            <a:prstDash val="solid"/>
          </a:ln>
        </p:spPr>
      </p:sp>
      <p:sp>
        <p:nvSpPr>
          <p:cNvPr id="34" name="Shape 29"/>
          <p:cNvSpPr/>
          <p:nvPr/>
        </p:nvSpPr>
        <p:spPr>
          <a:xfrm>
            <a:off x="4526280" y="2775204"/>
            <a:ext cx="365760" cy="365760"/>
          </a:xfrm>
          <a:prstGeom prst="ellipse">
            <a:avLst/>
          </a:prstGeom>
          <a:solidFill>
            <a:srgbClr val="FFFFFF"/>
          </a:solidFill>
          <a:ln w="12700">
            <a:solidFill>
              <a:srgbClr val="FFFFFF">
                <a:alpha val="0"/>
              </a:srgbClr>
            </a:solidFill>
            <a:prstDash val="solid"/>
          </a:ln>
        </p:spPr>
      </p:sp>
      <p:pic>
        <p:nvPicPr>
          <p:cNvPr id="35" name="Image 2" descr="MuscleUp">    </p:cNvPr>
          <p:cNvPicPr>
            <a:picLocks noChangeAspect="1"/>
          </p:cNvPicPr>
          <p:nvPr/>
        </p:nvPicPr>
        <p:blipFill>
          <a:blip r:embed="rId3"/>
          <a:stretch>
            <a:fillRect/>
          </a:stretch>
        </p:blipFill>
        <p:spPr>
          <a:xfrm>
            <a:off x="4590288" y="2839212"/>
            <a:ext cx="237744" cy="237744"/>
          </a:xfrm>
          <a:prstGeom prst="rect">
            <a:avLst/>
          </a:prstGeom>
        </p:spPr>
      </p:pic>
      <p:sp>
        <p:nvSpPr>
          <p:cNvPr id="36" name="Text 30"/>
          <p:cNvSpPr txBox="1"/>
          <p:nvPr/>
        </p:nvSpPr>
        <p:spPr>
          <a:xfrm>
            <a:off x="4956048" y="2655824"/>
            <a:ext cx="1188720" cy="604520"/>
          </a:xfrm>
          <a:prstGeom prst="rect">
            <a:avLst/>
          </a:prstGeom>
          <a:noFill/>
          <a:ln/>
        </p:spPr>
        <p:txBody>
          <a:bodyPr wrap="square" lIns="0" tIns="0" rIns="0" bIns="0" rtlCol="0" anchor="ctr"/>
          <a:lstStyle/>
          <a:p>
            <a:pPr algn="l" indent="0" marL="0">
              <a:buNone/>
            </a:pPr>
            <a:r>
              <a:rPr lang="en-US" sz="1500" b="1" dirty="0">
                <a:solidFill>
                  <a:schemeClr val="bg1"/>
                </a:solidFill>
              </a:rPr>
              <a:t>kunnen</a:t>
            </a:r>
            <a:endParaRPr lang="en-US" sz="1500" dirty="0"/>
          </a:p>
        </p:txBody>
      </p:sp>
      <p:sp>
        <p:nvSpPr>
          <p:cNvPr id="37" name="Shape 31"/>
          <p:cNvSpPr/>
          <p:nvPr/>
        </p:nvSpPr>
        <p:spPr>
          <a:xfrm>
            <a:off x="6446520" y="2655824"/>
            <a:ext cx="5193792" cy="604520"/>
          </a:xfrm>
          <a:prstGeom prst="roundRect">
            <a:avLst>
              <a:gd name="adj" fmla="val 12101"/>
            </a:avLst>
          </a:prstGeom>
          <a:solidFill>
            <a:srgbClr val="FFFFFF"/>
          </a:solidFill>
          <a:ln w="22225">
            <a:solidFill>
              <a:srgbClr val="2E7D4F"/>
            </a:solidFill>
            <a:prstDash val="solid"/>
          </a:ln>
        </p:spPr>
      </p:sp>
      <p:sp>
        <p:nvSpPr>
          <p:cNvPr id="38" name="Shape 32"/>
          <p:cNvSpPr/>
          <p:nvPr/>
        </p:nvSpPr>
        <p:spPr>
          <a:xfrm>
            <a:off x="7616952" y="2738120"/>
            <a:ext cx="1465623" cy="330200"/>
          </a:xfrm>
          <a:prstGeom prst="roundRect">
            <a:avLst>
              <a:gd name="adj" fmla="val 11077"/>
            </a:avLst>
          </a:prstGeom>
          <a:solidFill>
            <a:srgbClr val="D8DEE6"/>
          </a:solidFill>
          <a:ln w="12700">
            <a:solidFill>
              <a:srgbClr val="FFFFFF">
                <a:alpha val="0"/>
              </a:srgbClr>
            </a:solidFill>
            <a:prstDash val="solid"/>
          </a:ln>
        </p:spPr>
      </p:sp>
      <p:sp>
        <p:nvSpPr>
          <p:cNvPr id="39" name="Shape 33"/>
          <p:cNvSpPr/>
          <p:nvPr/>
        </p:nvSpPr>
        <p:spPr>
          <a:xfrm>
            <a:off x="7052543" y="2710688"/>
            <a:ext cx="536977" cy="385064"/>
          </a:xfrm>
          <a:prstGeom prst="roundRect">
            <a:avLst>
              <a:gd name="adj" fmla="val 18997"/>
            </a:avLst>
          </a:prstGeom>
          <a:solidFill>
            <a:srgbClr val="FFFFFF"/>
          </a:solidFill>
          <a:ln w="22225">
            <a:solidFill>
              <a:srgbClr val="B83227"/>
            </a:solidFill>
            <a:prstDash val="solid"/>
          </a:ln>
        </p:spPr>
      </p:sp>
      <p:sp>
        <p:nvSpPr>
          <p:cNvPr id="40" name="Shape 34"/>
          <p:cNvSpPr/>
          <p:nvPr/>
        </p:nvSpPr>
        <p:spPr>
          <a:xfrm>
            <a:off x="9110007" y="2710688"/>
            <a:ext cx="1058811" cy="385064"/>
          </a:xfrm>
          <a:prstGeom prst="roundRect">
            <a:avLst>
              <a:gd name="adj" fmla="val 18997"/>
            </a:avLst>
          </a:prstGeom>
          <a:solidFill>
            <a:srgbClr val="FFFFFF"/>
          </a:solidFill>
          <a:ln w="22225">
            <a:solidFill>
              <a:srgbClr val="B83227"/>
            </a:solidFill>
            <a:prstDash val="dash"/>
          </a:ln>
        </p:spPr>
      </p:sp>
      <p:sp>
        <p:nvSpPr>
          <p:cNvPr id="41" name="Shape 35"/>
          <p:cNvSpPr/>
          <p:nvPr/>
        </p:nvSpPr>
        <p:spPr>
          <a:xfrm>
            <a:off x="7321031" y="3095752"/>
            <a:ext cx="914" cy="82296"/>
          </a:xfrm>
          <a:prstGeom prst="line">
            <a:avLst/>
          </a:prstGeom>
          <a:noFill/>
          <a:ln w="22225">
            <a:solidFill>
              <a:srgbClr val="B83227"/>
            </a:solidFill>
            <a:prstDash val="solid"/>
          </a:ln>
        </p:spPr>
      </p:sp>
      <p:sp>
        <p:nvSpPr>
          <p:cNvPr id="42" name="Shape 36"/>
          <p:cNvSpPr/>
          <p:nvPr/>
        </p:nvSpPr>
        <p:spPr>
          <a:xfrm>
            <a:off x="7321031" y="3178048"/>
            <a:ext cx="2318381" cy="914"/>
          </a:xfrm>
          <a:prstGeom prst="line">
            <a:avLst/>
          </a:prstGeom>
          <a:noFill/>
          <a:ln w="22225">
            <a:solidFill>
              <a:srgbClr val="B83227"/>
            </a:solidFill>
            <a:prstDash val="solid"/>
          </a:ln>
        </p:spPr>
      </p:sp>
      <p:sp>
        <p:nvSpPr>
          <p:cNvPr id="43" name="Shape 37"/>
          <p:cNvSpPr/>
          <p:nvPr/>
        </p:nvSpPr>
        <p:spPr>
          <a:xfrm flipV="1">
            <a:off x="9639413" y="3095752"/>
            <a:ext cx="914" cy="82296"/>
          </a:xfrm>
          <a:prstGeom prst="line">
            <a:avLst/>
          </a:prstGeom>
          <a:noFill/>
          <a:ln w="22225">
            <a:solidFill>
              <a:srgbClr val="B83227"/>
            </a:solidFill>
            <a:prstDash val="solid"/>
          </a:ln>
        </p:spPr>
      </p:sp>
      <p:sp>
        <p:nvSpPr>
          <p:cNvPr id="44" name="Text 38"/>
          <p:cNvSpPr txBox="1"/>
          <p:nvPr/>
        </p:nvSpPr>
        <p:spPr>
          <a:xfrm>
            <a:off x="6583680" y="2710688"/>
            <a:ext cx="413999" cy="385064"/>
          </a:xfrm>
          <a:prstGeom prst="rect">
            <a:avLst/>
          </a:prstGeom>
          <a:noFill/>
          <a:ln/>
        </p:spPr>
        <p:txBody>
          <a:bodyPr wrap="square" lIns="0" tIns="0" rIns="0" bIns="0" rtlCol="0" anchor="ctr"/>
          <a:lstStyle/>
          <a:p>
            <a:pPr algn="ctr" indent="0" marL="0">
              <a:buNone/>
            </a:pPr>
            <a:r>
              <a:rPr lang="en-US" sz="1800" dirty="0">
                <a:solidFill>
                  <a:schemeClr val="tx1"/>
                </a:solidFill>
              </a:rPr>
              <a:t>Hij</a:t>
            </a:r>
            <a:endParaRPr lang="en-US" sz="1800" dirty="0"/>
          </a:p>
        </p:txBody>
      </p:sp>
      <p:sp>
        <p:nvSpPr>
          <p:cNvPr id="45" name="Text 39"/>
          <p:cNvSpPr txBox="1"/>
          <p:nvPr/>
        </p:nvSpPr>
        <p:spPr>
          <a:xfrm>
            <a:off x="7052543" y="2710688"/>
            <a:ext cx="536977" cy="385064"/>
          </a:xfrm>
          <a:prstGeom prst="rect">
            <a:avLst/>
          </a:prstGeom>
          <a:noFill/>
          <a:ln/>
        </p:spPr>
        <p:txBody>
          <a:bodyPr wrap="square" lIns="0" tIns="0" rIns="0" bIns="0" rtlCol="0" anchor="ctr"/>
          <a:lstStyle/>
          <a:p>
            <a:pPr algn="ctr" indent="0" marL="0">
              <a:buNone/>
            </a:pPr>
            <a:r>
              <a:rPr lang="en-US" sz="1800" b="1" dirty="0">
                <a:solidFill>
                  <a:schemeClr val="accent6"/>
                </a:solidFill>
              </a:rPr>
              <a:t>kan</a:t>
            </a:r>
            <a:endParaRPr lang="en-US" sz="1800" dirty="0"/>
          </a:p>
        </p:txBody>
      </p:sp>
      <p:sp>
        <p:nvSpPr>
          <p:cNvPr id="46" name="Text 40"/>
          <p:cNvSpPr txBox="1"/>
          <p:nvPr/>
        </p:nvSpPr>
        <p:spPr>
          <a:xfrm>
            <a:off x="7644384" y="2710688"/>
            <a:ext cx="1410759" cy="385064"/>
          </a:xfrm>
          <a:prstGeom prst="rect">
            <a:avLst/>
          </a:prstGeom>
          <a:noFill/>
          <a:ln/>
        </p:spPr>
        <p:txBody>
          <a:bodyPr wrap="square" lIns="0" tIns="0" rIns="0" bIns="0" rtlCol="0" anchor="ctr"/>
          <a:lstStyle/>
          <a:p>
            <a:pPr algn="ctr" indent="0" marL="0">
              <a:buNone/>
            </a:pPr>
            <a:r>
              <a:rPr lang="en-US" sz="1800" dirty="0">
                <a:solidFill>
                  <a:schemeClr val="tx1"/>
                </a:solidFill>
              </a:rPr>
              <a:t>Nederlands</a:t>
            </a:r>
            <a:endParaRPr lang="en-US" sz="1800" dirty="0"/>
          </a:p>
        </p:txBody>
      </p:sp>
      <p:sp>
        <p:nvSpPr>
          <p:cNvPr id="47" name="Text 41"/>
          <p:cNvSpPr txBox="1"/>
          <p:nvPr/>
        </p:nvSpPr>
        <p:spPr>
          <a:xfrm>
            <a:off x="9110007" y="2710688"/>
            <a:ext cx="1058811" cy="385064"/>
          </a:xfrm>
          <a:prstGeom prst="rect">
            <a:avLst/>
          </a:prstGeom>
          <a:noFill/>
          <a:ln/>
        </p:spPr>
        <p:txBody>
          <a:bodyPr wrap="square" lIns="0" tIns="0" rIns="0" bIns="0" rtlCol="0" anchor="ctr"/>
          <a:lstStyle/>
          <a:p>
            <a:pPr algn="ctr" indent="0" marL="0">
              <a:buNone/>
            </a:pPr>
            <a:r>
              <a:rPr lang="en-US" sz="1800" b="1" dirty="0">
                <a:solidFill>
                  <a:schemeClr val="accent6"/>
                </a:solidFill>
              </a:rPr>
              <a:t>spreken</a:t>
            </a:r>
            <a:endParaRPr lang="en-US" sz="1800" dirty="0"/>
          </a:p>
        </p:txBody>
      </p:sp>
      <p:sp>
        <p:nvSpPr>
          <p:cNvPr id="48" name="Text 42"/>
          <p:cNvSpPr txBox="1"/>
          <p:nvPr/>
        </p:nvSpPr>
        <p:spPr>
          <a:xfrm>
            <a:off x="10187106" y="2710688"/>
            <a:ext cx="106857" cy="385064"/>
          </a:xfrm>
          <a:prstGeom prst="rect">
            <a:avLst/>
          </a:prstGeom>
          <a:noFill/>
          <a:ln/>
        </p:spPr>
        <p:txBody>
          <a:bodyPr wrap="square" lIns="0" tIns="0" rIns="0" bIns="0" rtlCol="0" anchor="ctr"/>
          <a:lstStyle/>
          <a:p>
            <a:pPr algn="l" indent="0" marL="0">
              <a:buNone/>
            </a:pPr>
            <a:r>
              <a:rPr lang="en-US" sz="1800" dirty="0">
                <a:solidFill>
                  <a:schemeClr val="tx1"/>
                </a:solidFill>
              </a:rPr>
              <a:t>.</a:t>
            </a:r>
            <a:endParaRPr lang="en-US" sz="1800" dirty="0"/>
          </a:p>
        </p:txBody>
      </p:sp>
      <p:sp>
        <p:nvSpPr>
          <p:cNvPr id="49" name="Shape 43"/>
          <p:cNvSpPr/>
          <p:nvPr/>
        </p:nvSpPr>
        <p:spPr>
          <a:xfrm>
            <a:off x="548640" y="3379216"/>
            <a:ext cx="3749040" cy="604520"/>
          </a:xfrm>
          <a:prstGeom prst="roundRect">
            <a:avLst>
              <a:gd name="adj" fmla="val 12101"/>
            </a:avLst>
          </a:prstGeom>
          <a:solidFill>
            <a:schemeClr val="bg2"/>
          </a:solidFill>
          <a:ln w="12700">
            <a:solidFill>
              <a:srgbClr val="D5DCE6"/>
            </a:solidFill>
            <a:prstDash val="solid"/>
          </a:ln>
        </p:spPr>
      </p:sp>
      <p:sp>
        <p:nvSpPr>
          <p:cNvPr id="50" name="Shape 44"/>
          <p:cNvSpPr/>
          <p:nvPr/>
        </p:nvSpPr>
        <p:spPr>
          <a:xfrm>
            <a:off x="640080" y="3489452"/>
            <a:ext cx="384048" cy="384048"/>
          </a:xfrm>
          <a:prstGeom prst="ellipse">
            <a:avLst/>
          </a:prstGeom>
          <a:solidFill>
            <a:schemeClr val="tx2"/>
          </a:solidFill>
          <a:ln w="12700">
            <a:solidFill>
              <a:srgbClr val="FFFFFF">
                <a:alpha val="0"/>
              </a:srgbClr>
            </a:solidFill>
            <a:prstDash val="solid"/>
          </a:ln>
        </p:spPr>
      </p:sp>
      <p:sp>
        <p:nvSpPr>
          <p:cNvPr id="51" name="Text 45"/>
          <p:cNvSpPr txBox="1"/>
          <p:nvPr/>
        </p:nvSpPr>
        <p:spPr>
          <a:xfrm>
            <a:off x="640080" y="34894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52" name="Text 46"/>
          <p:cNvSpPr txBox="1"/>
          <p:nvPr/>
        </p:nvSpPr>
        <p:spPr>
          <a:xfrm>
            <a:off x="1143000" y="3379216"/>
            <a:ext cx="3108960" cy="604520"/>
          </a:xfrm>
          <a:prstGeom prst="rect">
            <a:avLst/>
          </a:prstGeom>
          <a:noFill/>
          <a:ln/>
        </p:spPr>
        <p:txBody>
          <a:bodyPr wrap="square" lIns="0" tIns="0" rIns="0" bIns="0" rtlCol="0" anchor="ctr"/>
          <a:lstStyle/>
          <a:p>
            <a:pPr algn="l" indent="0" marL="0">
              <a:buNone/>
            </a:pPr>
            <a:r>
              <a:rPr lang="en-US" sz="1700" dirty="0">
                <a:solidFill>
                  <a:schemeClr val="tx1"/>
                </a:solidFill>
              </a:rPr>
              <a:t>We betalen met de bankkaart.</a:t>
            </a:r>
            <a:endParaRPr lang="en-US" sz="1700" dirty="0"/>
          </a:p>
        </p:txBody>
      </p:sp>
      <p:sp>
        <p:nvSpPr>
          <p:cNvPr id="53" name="Shape 47"/>
          <p:cNvSpPr/>
          <p:nvPr/>
        </p:nvSpPr>
        <p:spPr>
          <a:xfrm>
            <a:off x="4434840" y="3434080"/>
            <a:ext cx="1874520" cy="494792"/>
          </a:xfrm>
          <a:prstGeom prst="homePlate">
            <a:avLst/>
          </a:prstGeom>
          <a:solidFill>
            <a:srgbClr val="D9700F"/>
          </a:solidFill>
          <a:ln w="6350">
            <a:solidFill>
              <a:srgbClr val="D9700F"/>
            </a:solidFill>
            <a:prstDash val="solid"/>
          </a:ln>
        </p:spPr>
      </p:sp>
      <p:sp>
        <p:nvSpPr>
          <p:cNvPr id="54" name="Shape 48"/>
          <p:cNvSpPr/>
          <p:nvPr/>
        </p:nvSpPr>
        <p:spPr>
          <a:xfrm>
            <a:off x="4526280" y="3498596"/>
            <a:ext cx="365760" cy="365760"/>
          </a:xfrm>
          <a:prstGeom prst="ellipse">
            <a:avLst/>
          </a:prstGeom>
          <a:solidFill>
            <a:srgbClr val="FFFFFF"/>
          </a:solidFill>
          <a:ln w="12700">
            <a:solidFill>
              <a:srgbClr val="FFFFFF">
                <a:alpha val="0"/>
              </a:srgbClr>
            </a:solidFill>
            <a:prstDash val="solid"/>
          </a:ln>
        </p:spPr>
      </p:sp>
      <p:pic>
        <p:nvPicPr>
          <p:cNvPr id="55" name="Image 3" descr="CheckCircle">    </p:cNvPr>
          <p:cNvPicPr>
            <a:picLocks noChangeAspect="1"/>
          </p:cNvPicPr>
          <p:nvPr/>
        </p:nvPicPr>
        <p:blipFill>
          <a:blip r:embed="rId4"/>
          <a:stretch>
            <a:fillRect/>
          </a:stretch>
        </p:blipFill>
        <p:spPr>
          <a:xfrm>
            <a:off x="4590288" y="3562604"/>
            <a:ext cx="237744" cy="237744"/>
          </a:xfrm>
          <a:prstGeom prst="rect">
            <a:avLst/>
          </a:prstGeom>
        </p:spPr>
      </p:pic>
      <p:sp>
        <p:nvSpPr>
          <p:cNvPr id="56" name="Text 49"/>
          <p:cNvSpPr txBox="1"/>
          <p:nvPr/>
        </p:nvSpPr>
        <p:spPr>
          <a:xfrm>
            <a:off x="4956048" y="3379216"/>
            <a:ext cx="1188720" cy="604520"/>
          </a:xfrm>
          <a:prstGeom prst="rect">
            <a:avLst/>
          </a:prstGeom>
          <a:noFill/>
          <a:ln/>
        </p:spPr>
        <p:txBody>
          <a:bodyPr wrap="square" lIns="0" tIns="0" rIns="0" bIns="0" rtlCol="0" anchor="ctr"/>
          <a:lstStyle/>
          <a:p>
            <a:pPr algn="l" indent="0" marL="0">
              <a:buNone/>
            </a:pPr>
            <a:r>
              <a:rPr lang="en-US" sz="1500" b="1" dirty="0">
                <a:solidFill>
                  <a:schemeClr val="bg1"/>
                </a:solidFill>
              </a:rPr>
              <a:t>mogen</a:t>
            </a:r>
            <a:endParaRPr lang="en-US" sz="1500" dirty="0"/>
          </a:p>
        </p:txBody>
      </p:sp>
      <p:sp>
        <p:nvSpPr>
          <p:cNvPr id="57" name="Shape 50"/>
          <p:cNvSpPr/>
          <p:nvPr/>
        </p:nvSpPr>
        <p:spPr>
          <a:xfrm>
            <a:off x="6446520" y="3379216"/>
            <a:ext cx="5193792" cy="604520"/>
          </a:xfrm>
          <a:prstGeom prst="roundRect">
            <a:avLst>
              <a:gd name="adj" fmla="val 12101"/>
            </a:avLst>
          </a:prstGeom>
          <a:solidFill>
            <a:srgbClr val="FFFFFF"/>
          </a:solidFill>
          <a:ln w="22225">
            <a:solidFill>
              <a:srgbClr val="2E7D4F"/>
            </a:solidFill>
            <a:prstDash val="solid"/>
          </a:ln>
        </p:spPr>
      </p:sp>
      <p:sp>
        <p:nvSpPr>
          <p:cNvPr id="58" name="Shape 51"/>
          <p:cNvSpPr/>
          <p:nvPr/>
        </p:nvSpPr>
        <p:spPr>
          <a:xfrm>
            <a:off x="8098333" y="3461512"/>
            <a:ext cx="2169268" cy="330200"/>
          </a:xfrm>
          <a:prstGeom prst="roundRect">
            <a:avLst>
              <a:gd name="adj" fmla="val 11077"/>
            </a:avLst>
          </a:prstGeom>
          <a:solidFill>
            <a:srgbClr val="D8DEE6"/>
          </a:solidFill>
          <a:ln w="12700">
            <a:solidFill>
              <a:srgbClr val="FFFFFF">
                <a:alpha val="0"/>
              </a:srgbClr>
            </a:solidFill>
            <a:prstDash val="solid"/>
          </a:ln>
        </p:spPr>
      </p:sp>
      <p:sp>
        <p:nvSpPr>
          <p:cNvPr id="59" name="Shape 52"/>
          <p:cNvSpPr/>
          <p:nvPr/>
        </p:nvSpPr>
        <p:spPr>
          <a:xfrm>
            <a:off x="7135374" y="3434080"/>
            <a:ext cx="935527" cy="385064"/>
          </a:xfrm>
          <a:prstGeom prst="roundRect">
            <a:avLst>
              <a:gd name="adj" fmla="val 18997"/>
            </a:avLst>
          </a:prstGeom>
          <a:solidFill>
            <a:srgbClr val="FFFFFF"/>
          </a:solidFill>
          <a:ln w="22225">
            <a:solidFill>
              <a:srgbClr val="B83227"/>
            </a:solidFill>
            <a:prstDash val="solid"/>
          </a:ln>
        </p:spPr>
      </p:sp>
      <p:sp>
        <p:nvSpPr>
          <p:cNvPr id="60" name="Shape 53"/>
          <p:cNvSpPr/>
          <p:nvPr/>
        </p:nvSpPr>
        <p:spPr>
          <a:xfrm>
            <a:off x="10295033" y="3434080"/>
            <a:ext cx="1014300" cy="385064"/>
          </a:xfrm>
          <a:prstGeom prst="roundRect">
            <a:avLst>
              <a:gd name="adj" fmla="val 18997"/>
            </a:avLst>
          </a:prstGeom>
          <a:solidFill>
            <a:srgbClr val="FFFFFF"/>
          </a:solidFill>
          <a:ln w="22225">
            <a:solidFill>
              <a:srgbClr val="B83227"/>
            </a:solidFill>
            <a:prstDash val="dash"/>
          </a:ln>
        </p:spPr>
      </p:sp>
      <p:sp>
        <p:nvSpPr>
          <p:cNvPr id="61" name="Shape 54"/>
          <p:cNvSpPr/>
          <p:nvPr/>
        </p:nvSpPr>
        <p:spPr>
          <a:xfrm>
            <a:off x="7603138" y="3819144"/>
            <a:ext cx="914" cy="82296"/>
          </a:xfrm>
          <a:prstGeom prst="line">
            <a:avLst/>
          </a:prstGeom>
          <a:noFill/>
          <a:ln w="22225">
            <a:solidFill>
              <a:srgbClr val="B83227"/>
            </a:solidFill>
            <a:prstDash val="solid"/>
          </a:ln>
        </p:spPr>
      </p:sp>
      <p:sp>
        <p:nvSpPr>
          <p:cNvPr id="62" name="Shape 55"/>
          <p:cNvSpPr/>
          <p:nvPr/>
        </p:nvSpPr>
        <p:spPr>
          <a:xfrm>
            <a:off x="7603138" y="3901440"/>
            <a:ext cx="3199045" cy="914"/>
          </a:xfrm>
          <a:prstGeom prst="line">
            <a:avLst/>
          </a:prstGeom>
          <a:noFill/>
          <a:ln w="22225">
            <a:solidFill>
              <a:srgbClr val="B83227"/>
            </a:solidFill>
            <a:prstDash val="solid"/>
          </a:ln>
        </p:spPr>
      </p:sp>
      <p:sp>
        <p:nvSpPr>
          <p:cNvPr id="63" name="Shape 56"/>
          <p:cNvSpPr/>
          <p:nvPr/>
        </p:nvSpPr>
        <p:spPr>
          <a:xfrm flipV="1">
            <a:off x="10802183" y="3819144"/>
            <a:ext cx="914" cy="82296"/>
          </a:xfrm>
          <a:prstGeom prst="line">
            <a:avLst/>
          </a:prstGeom>
          <a:noFill/>
          <a:ln w="22225">
            <a:solidFill>
              <a:srgbClr val="B83227"/>
            </a:solidFill>
            <a:prstDash val="solid"/>
          </a:ln>
        </p:spPr>
      </p:sp>
      <p:sp>
        <p:nvSpPr>
          <p:cNvPr id="64" name="Text 57"/>
          <p:cNvSpPr txBox="1"/>
          <p:nvPr/>
        </p:nvSpPr>
        <p:spPr>
          <a:xfrm>
            <a:off x="6583680" y="3434080"/>
            <a:ext cx="496830" cy="385064"/>
          </a:xfrm>
          <a:prstGeom prst="rect">
            <a:avLst/>
          </a:prstGeom>
          <a:noFill/>
          <a:ln/>
        </p:spPr>
        <p:txBody>
          <a:bodyPr wrap="square" lIns="0" tIns="0" rIns="0" bIns="0" rtlCol="0" anchor="ctr"/>
          <a:lstStyle/>
          <a:p>
            <a:pPr algn="ctr" indent="0" marL="0">
              <a:buNone/>
            </a:pPr>
            <a:r>
              <a:rPr lang="en-US" sz="1800" dirty="0">
                <a:solidFill>
                  <a:schemeClr val="tx1"/>
                </a:solidFill>
              </a:rPr>
              <a:t>We</a:t>
            </a:r>
            <a:endParaRPr lang="en-US" sz="1800" dirty="0"/>
          </a:p>
        </p:txBody>
      </p:sp>
      <p:sp>
        <p:nvSpPr>
          <p:cNvPr id="65" name="Text 58"/>
          <p:cNvSpPr txBox="1"/>
          <p:nvPr/>
        </p:nvSpPr>
        <p:spPr>
          <a:xfrm>
            <a:off x="7135374" y="3434080"/>
            <a:ext cx="935527" cy="385064"/>
          </a:xfrm>
          <a:prstGeom prst="rect">
            <a:avLst/>
          </a:prstGeom>
          <a:noFill/>
          <a:ln/>
        </p:spPr>
        <p:txBody>
          <a:bodyPr wrap="square" lIns="0" tIns="0" rIns="0" bIns="0" rtlCol="0" anchor="ctr"/>
          <a:lstStyle/>
          <a:p>
            <a:pPr algn="ctr" indent="0" marL="0">
              <a:buNone/>
            </a:pPr>
            <a:r>
              <a:rPr lang="en-US" sz="1800" b="1" dirty="0">
                <a:solidFill>
                  <a:schemeClr val="accent6"/>
                </a:solidFill>
              </a:rPr>
              <a:t>mogen</a:t>
            </a:r>
            <a:endParaRPr lang="en-US" sz="1800" dirty="0"/>
          </a:p>
        </p:txBody>
      </p:sp>
      <p:sp>
        <p:nvSpPr>
          <p:cNvPr id="66" name="Text 59"/>
          <p:cNvSpPr txBox="1"/>
          <p:nvPr/>
        </p:nvSpPr>
        <p:spPr>
          <a:xfrm>
            <a:off x="8125765" y="3434080"/>
            <a:ext cx="2114404" cy="385064"/>
          </a:xfrm>
          <a:prstGeom prst="rect">
            <a:avLst/>
          </a:prstGeom>
          <a:noFill/>
          <a:ln/>
        </p:spPr>
        <p:txBody>
          <a:bodyPr wrap="square" lIns="0" tIns="0" rIns="0" bIns="0" rtlCol="0" anchor="ctr"/>
          <a:lstStyle/>
          <a:p>
            <a:pPr algn="ctr" indent="0" marL="0">
              <a:buNone/>
            </a:pPr>
            <a:r>
              <a:rPr lang="en-US" sz="1800" dirty="0">
                <a:solidFill>
                  <a:schemeClr val="tx1"/>
                </a:solidFill>
              </a:rPr>
              <a:t>met de bankkaart</a:t>
            </a:r>
            <a:endParaRPr lang="en-US" sz="1800" dirty="0"/>
          </a:p>
        </p:txBody>
      </p:sp>
      <p:sp>
        <p:nvSpPr>
          <p:cNvPr id="67" name="Text 60"/>
          <p:cNvSpPr txBox="1"/>
          <p:nvPr/>
        </p:nvSpPr>
        <p:spPr>
          <a:xfrm>
            <a:off x="10295033" y="3434080"/>
            <a:ext cx="1014300" cy="385064"/>
          </a:xfrm>
          <a:prstGeom prst="rect">
            <a:avLst/>
          </a:prstGeom>
          <a:noFill/>
          <a:ln/>
        </p:spPr>
        <p:txBody>
          <a:bodyPr wrap="square" lIns="0" tIns="0" rIns="0" bIns="0" rtlCol="0" anchor="ctr"/>
          <a:lstStyle/>
          <a:p>
            <a:pPr algn="ctr" indent="0" marL="0">
              <a:buNone/>
            </a:pPr>
            <a:r>
              <a:rPr lang="en-US" sz="1800" b="1" dirty="0">
                <a:solidFill>
                  <a:schemeClr val="accent6"/>
                </a:solidFill>
              </a:rPr>
              <a:t>betalen</a:t>
            </a:r>
            <a:endParaRPr lang="en-US" sz="1800" dirty="0"/>
          </a:p>
        </p:txBody>
      </p:sp>
      <p:sp>
        <p:nvSpPr>
          <p:cNvPr id="68" name="Text 61"/>
          <p:cNvSpPr txBox="1"/>
          <p:nvPr/>
        </p:nvSpPr>
        <p:spPr>
          <a:xfrm>
            <a:off x="11327621" y="3434080"/>
            <a:ext cx="106857" cy="385064"/>
          </a:xfrm>
          <a:prstGeom prst="rect">
            <a:avLst/>
          </a:prstGeom>
          <a:noFill/>
          <a:ln/>
        </p:spPr>
        <p:txBody>
          <a:bodyPr wrap="square" lIns="0" tIns="0" rIns="0" bIns="0" rtlCol="0" anchor="ctr"/>
          <a:lstStyle/>
          <a:p>
            <a:pPr algn="l" indent="0" marL="0">
              <a:buNone/>
            </a:pPr>
            <a:r>
              <a:rPr lang="en-US" sz="1800" dirty="0">
                <a:solidFill>
                  <a:schemeClr val="tx1"/>
                </a:solidFill>
              </a:rPr>
              <a:t>.</a:t>
            </a:r>
            <a:endParaRPr lang="en-US" sz="1800" dirty="0"/>
          </a:p>
        </p:txBody>
      </p:sp>
      <p:sp>
        <p:nvSpPr>
          <p:cNvPr id="69" name="Shape 62"/>
          <p:cNvSpPr/>
          <p:nvPr/>
        </p:nvSpPr>
        <p:spPr>
          <a:xfrm>
            <a:off x="548640" y="4102608"/>
            <a:ext cx="3749040" cy="604520"/>
          </a:xfrm>
          <a:prstGeom prst="roundRect">
            <a:avLst>
              <a:gd name="adj" fmla="val 12101"/>
            </a:avLst>
          </a:prstGeom>
          <a:solidFill>
            <a:schemeClr val="bg2"/>
          </a:solidFill>
          <a:ln w="12700">
            <a:solidFill>
              <a:srgbClr val="D5DCE6"/>
            </a:solidFill>
            <a:prstDash val="solid"/>
          </a:ln>
        </p:spPr>
      </p:sp>
      <p:sp>
        <p:nvSpPr>
          <p:cNvPr id="70" name="Shape 63"/>
          <p:cNvSpPr/>
          <p:nvPr/>
        </p:nvSpPr>
        <p:spPr>
          <a:xfrm>
            <a:off x="640080" y="4212844"/>
            <a:ext cx="384048" cy="384048"/>
          </a:xfrm>
          <a:prstGeom prst="ellipse">
            <a:avLst/>
          </a:prstGeom>
          <a:solidFill>
            <a:schemeClr val="tx2"/>
          </a:solidFill>
          <a:ln w="12700">
            <a:solidFill>
              <a:srgbClr val="FFFFFF">
                <a:alpha val="0"/>
              </a:srgbClr>
            </a:solidFill>
            <a:prstDash val="solid"/>
          </a:ln>
        </p:spPr>
      </p:sp>
      <p:sp>
        <p:nvSpPr>
          <p:cNvPr id="71" name="Text 64"/>
          <p:cNvSpPr txBox="1"/>
          <p:nvPr/>
        </p:nvSpPr>
        <p:spPr>
          <a:xfrm>
            <a:off x="640080" y="421284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72" name="Text 65"/>
          <p:cNvSpPr txBox="1"/>
          <p:nvPr/>
        </p:nvSpPr>
        <p:spPr>
          <a:xfrm>
            <a:off x="1143000" y="4102608"/>
            <a:ext cx="3108960" cy="604520"/>
          </a:xfrm>
          <a:prstGeom prst="rect">
            <a:avLst/>
          </a:prstGeom>
          <a:noFill/>
          <a:ln/>
        </p:spPr>
        <p:txBody>
          <a:bodyPr wrap="square" lIns="0" tIns="0" rIns="0" bIns="0" rtlCol="0" anchor="ctr"/>
          <a:lstStyle/>
          <a:p>
            <a:pPr algn="l" indent="0" marL="0">
              <a:buNone/>
            </a:pPr>
            <a:r>
              <a:rPr lang="en-US" sz="1700" dirty="0">
                <a:solidFill>
                  <a:schemeClr val="tx1"/>
                </a:solidFill>
              </a:rPr>
              <a:t>Jullie vullen het formulier in.</a:t>
            </a:r>
            <a:endParaRPr lang="en-US" sz="1700" dirty="0"/>
          </a:p>
        </p:txBody>
      </p:sp>
      <p:sp>
        <p:nvSpPr>
          <p:cNvPr id="73" name="Shape 66"/>
          <p:cNvSpPr/>
          <p:nvPr/>
        </p:nvSpPr>
        <p:spPr>
          <a:xfrm>
            <a:off x="4434840" y="4157472"/>
            <a:ext cx="1874520" cy="494792"/>
          </a:xfrm>
          <a:prstGeom prst="homePlate">
            <a:avLst/>
          </a:prstGeom>
          <a:solidFill>
            <a:srgbClr val="D9700F"/>
          </a:solidFill>
          <a:ln w="6350">
            <a:solidFill>
              <a:srgbClr val="D9700F"/>
            </a:solidFill>
            <a:prstDash val="solid"/>
          </a:ln>
        </p:spPr>
      </p:sp>
      <p:sp>
        <p:nvSpPr>
          <p:cNvPr id="74" name="Shape 67"/>
          <p:cNvSpPr/>
          <p:nvPr/>
        </p:nvSpPr>
        <p:spPr>
          <a:xfrm>
            <a:off x="4526280" y="4221988"/>
            <a:ext cx="365760" cy="365760"/>
          </a:xfrm>
          <a:prstGeom prst="ellipse">
            <a:avLst/>
          </a:prstGeom>
          <a:solidFill>
            <a:srgbClr val="FFFFFF"/>
          </a:solidFill>
          <a:ln w="12700">
            <a:solidFill>
              <a:srgbClr val="FFFFFF">
                <a:alpha val="0"/>
              </a:srgbClr>
            </a:solidFill>
            <a:prstDash val="solid"/>
          </a:ln>
        </p:spPr>
      </p:sp>
      <p:pic>
        <p:nvPicPr>
          <p:cNvPr id="75" name="Image 4" descr="ExclamationTriangle">    </p:cNvPr>
          <p:cNvPicPr>
            <a:picLocks noChangeAspect="1"/>
          </p:cNvPicPr>
          <p:nvPr/>
        </p:nvPicPr>
        <p:blipFill>
          <a:blip r:embed="rId5"/>
          <a:stretch>
            <a:fillRect/>
          </a:stretch>
        </p:blipFill>
        <p:spPr>
          <a:xfrm>
            <a:off x="4590288" y="4285996"/>
            <a:ext cx="237744" cy="237744"/>
          </a:xfrm>
          <a:prstGeom prst="rect">
            <a:avLst/>
          </a:prstGeom>
        </p:spPr>
      </p:pic>
      <p:sp>
        <p:nvSpPr>
          <p:cNvPr id="76" name="Text 68"/>
          <p:cNvSpPr txBox="1"/>
          <p:nvPr/>
        </p:nvSpPr>
        <p:spPr>
          <a:xfrm>
            <a:off x="4956048" y="4102608"/>
            <a:ext cx="1188720" cy="604520"/>
          </a:xfrm>
          <a:prstGeom prst="rect">
            <a:avLst/>
          </a:prstGeom>
          <a:noFill/>
          <a:ln/>
        </p:spPr>
        <p:txBody>
          <a:bodyPr wrap="square" lIns="0" tIns="0" rIns="0" bIns="0" rtlCol="0" anchor="ctr"/>
          <a:lstStyle/>
          <a:p>
            <a:pPr algn="l" indent="0" marL="0">
              <a:buNone/>
            </a:pPr>
            <a:r>
              <a:rPr lang="en-US" sz="1500" b="1" dirty="0">
                <a:solidFill>
                  <a:schemeClr val="bg1"/>
                </a:solidFill>
              </a:rPr>
              <a:t>moeten</a:t>
            </a:r>
            <a:endParaRPr lang="en-US" sz="1500" dirty="0"/>
          </a:p>
        </p:txBody>
      </p:sp>
      <p:sp>
        <p:nvSpPr>
          <p:cNvPr id="77" name="Shape 69"/>
          <p:cNvSpPr/>
          <p:nvPr/>
        </p:nvSpPr>
        <p:spPr>
          <a:xfrm>
            <a:off x="6446520" y="4102608"/>
            <a:ext cx="5193792" cy="604520"/>
          </a:xfrm>
          <a:prstGeom prst="roundRect">
            <a:avLst>
              <a:gd name="adj" fmla="val 12101"/>
            </a:avLst>
          </a:prstGeom>
          <a:solidFill>
            <a:srgbClr val="FFFFFF"/>
          </a:solidFill>
          <a:ln w="22225">
            <a:solidFill>
              <a:srgbClr val="2E7D4F"/>
            </a:solidFill>
            <a:prstDash val="solid"/>
          </a:ln>
        </p:spPr>
      </p:sp>
      <p:sp>
        <p:nvSpPr>
          <p:cNvPr id="78" name="Shape 70"/>
          <p:cNvSpPr/>
          <p:nvPr/>
        </p:nvSpPr>
        <p:spPr>
          <a:xfrm>
            <a:off x="8383110" y="4184904"/>
            <a:ext cx="1668935" cy="330200"/>
          </a:xfrm>
          <a:prstGeom prst="roundRect">
            <a:avLst>
              <a:gd name="adj" fmla="val 11077"/>
            </a:avLst>
          </a:prstGeom>
          <a:solidFill>
            <a:srgbClr val="D8DEE6"/>
          </a:solidFill>
          <a:ln w="12700">
            <a:solidFill>
              <a:srgbClr val="FFFFFF">
                <a:alpha val="0"/>
              </a:srgbClr>
            </a:solidFill>
            <a:prstDash val="solid"/>
          </a:ln>
        </p:spPr>
      </p:sp>
      <p:sp>
        <p:nvSpPr>
          <p:cNvPr id="79" name="Shape 71"/>
          <p:cNvSpPr/>
          <p:nvPr/>
        </p:nvSpPr>
        <p:spPr>
          <a:xfrm>
            <a:off x="7314144" y="4157472"/>
            <a:ext cx="1041534" cy="385064"/>
          </a:xfrm>
          <a:prstGeom prst="roundRect">
            <a:avLst>
              <a:gd name="adj" fmla="val 18997"/>
            </a:avLst>
          </a:prstGeom>
          <a:solidFill>
            <a:srgbClr val="FFFFFF"/>
          </a:solidFill>
          <a:ln w="22225">
            <a:solidFill>
              <a:srgbClr val="B83227"/>
            </a:solidFill>
            <a:prstDash val="solid"/>
          </a:ln>
        </p:spPr>
      </p:sp>
      <p:sp>
        <p:nvSpPr>
          <p:cNvPr id="80" name="Shape 72"/>
          <p:cNvSpPr/>
          <p:nvPr/>
        </p:nvSpPr>
        <p:spPr>
          <a:xfrm>
            <a:off x="10079477" y="4157472"/>
            <a:ext cx="1050319" cy="385064"/>
          </a:xfrm>
          <a:prstGeom prst="roundRect">
            <a:avLst>
              <a:gd name="adj" fmla="val 18997"/>
            </a:avLst>
          </a:prstGeom>
          <a:solidFill>
            <a:srgbClr val="FFFFFF"/>
          </a:solidFill>
          <a:ln w="22225">
            <a:solidFill>
              <a:srgbClr val="B83227"/>
            </a:solidFill>
            <a:prstDash val="dash"/>
          </a:ln>
        </p:spPr>
      </p:sp>
      <p:sp>
        <p:nvSpPr>
          <p:cNvPr id="81" name="Shape 73"/>
          <p:cNvSpPr/>
          <p:nvPr/>
        </p:nvSpPr>
        <p:spPr>
          <a:xfrm>
            <a:off x="7834911" y="4542536"/>
            <a:ext cx="914" cy="82296"/>
          </a:xfrm>
          <a:prstGeom prst="line">
            <a:avLst/>
          </a:prstGeom>
          <a:noFill/>
          <a:ln w="22225">
            <a:solidFill>
              <a:srgbClr val="B83227"/>
            </a:solidFill>
            <a:prstDash val="solid"/>
          </a:ln>
        </p:spPr>
      </p:sp>
      <p:sp>
        <p:nvSpPr>
          <p:cNvPr id="82" name="Shape 74"/>
          <p:cNvSpPr/>
          <p:nvPr/>
        </p:nvSpPr>
        <p:spPr>
          <a:xfrm>
            <a:off x="7834911" y="4624832"/>
            <a:ext cx="2769726" cy="914"/>
          </a:xfrm>
          <a:prstGeom prst="line">
            <a:avLst/>
          </a:prstGeom>
          <a:noFill/>
          <a:ln w="22225">
            <a:solidFill>
              <a:srgbClr val="B83227"/>
            </a:solidFill>
            <a:prstDash val="solid"/>
          </a:ln>
        </p:spPr>
      </p:sp>
      <p:sp>
        <p:nvSpPr>
          <p:cNvPr id="83" name="Shape 75"/>
          <p:cNvSpPr/>
          <p:nvPr/>
        </p:nvSpPr>
        <p:spPr>
          <a:xfrm flipV="1">
            <a:off x="10604637" y="4542536"/>
            <a:ext cx="914" cy="82296"/>
          </a:xfrm>
          <a:prstGeom prst="line">
            <a:avLst/>
          </a:prstGeom>
          <a:noFill/>
          <a:ln w="22225">
            <a:solidFill>
              <a:srgbClr val="B83227"/>
            </a:solidFill>
            <a:prstDash val="solid"/>
          </a:ln>
        </p:spPr>
      </p:sp>
      <p:sp>
        <p:nvSpPr>
          <p:cNvPr id="84" name="Text 76"/>
          <p:cNvSpPr txBox="1"/>
          <p:nvPr/>
        </p:nvSpPr>
        <p:spPr>
          <a:xfrm>
            <a:off x="6583680" y="4157472"/>
            <a:ext cx="675600" cy="385064"/>
          </a:xfrm>
          <a:prstGeom prst="rect">
            <a:avLst/>
          </a:prstGeom>
          <a:noFill/>
          <a:ln/>
        </p:spPr>
        <p:txBody>
          <a:bodyPr wrap="square" lIns="0" tIns="0" rIns="0" bIns="0" rtlCol="0" anchor="ctr"/>
          <a:lstStyle/>
          <a:p>
            <a:pPr algn="ctr" indent="0" marL="0">
              <a:buNone/>
            </a:pPr>
            <a:r>
              <a:rPr lang="en-US" sz="1800" dirty="0">
                <a:solidFill>
                  <a:schemeClr val="tx1"/>
                </a:solidFill>
              </a:rPr>
              <a:t>Jullie</a:t>
            </a:r>
            <a:endParaRPr lang="en-US" sz="1800" dirty="0"/>
          </a:p>
        </p:txBody>
      </p:sp>
      <p:sp>
        <p:nvSpPr>
          <p:cNvPr id="85" name="Text 77"/>
          <p:cNvSpPr txBox="1"/>
          <p:nvPr/>
        </p:nvSpPr>
        <p:spPr>
          <a:xfrm>
            <a:off x="7314144" y="4157472"/>
            <a:ext cx="1041534" cy="385064"/>
          </a:xfrm>
          <a:prstGeom prst="rect">
            <a:avLst/>
          </a:prstGeom>
          <a:noFill/>
          <a:ln/>
        </p:spPr>
        <p:txBody>
          <a:bodyPr wrap="square" lIns="0" tIns="0" rIns="0" bIns="0" rtlCol="0" anchor="ctr"/>
          <a:lstStyle/>
          <a:p>
            <a:pPr algn="ctr" indent="0" marL="0">
              <a:buNone/>
            </a:pPr>
            <a:r>
              <a:rPr lang="en-US" sz="1800" b="1" dirty="0">
                <a:solidFill>
                  <a:schemeClr val="accent6"/>
                </a:solidFill>
              </a:rPr>
              <a:t>moeten</a:t>
            </a:r>
            <a:endParaRPr lang="en-US" sz="1800" dirty="0"/>
          </a:p>
        </p:txBody>
      </p:sp>
      <p:sp>
        <p:nvSpPr>
          <p:cNvPr id="86" name="Text 78"/>
          <p:cNvSpPr txBox="1"/>
          <p:nvPr/>
        </p:nvSpPr>
        <p:spPr>
          <a:xfrm>
            <a:off x="8410542" y="4157472"/>
            <a:ext cx="1614071" cy="385064"/>
          </a:xfrm>
          <a:prstGeom prst="rect">
            <a:avLst/>
          </a:prstGeom>
          <a:noFill/>
          <a:ln/>
        </p:spPr>
        <p:txBody>
          <a:bodyPr wrap="square" lIns="0" tIns="0" rIns="0" bIns="0" rtlCol="0" anchor="ctr"/>
          <a:lstStyle/>
          <a:p>
            <a:pPr algn="ctr" indent="0" marL="0">
              <a:buNone/>
            </a:pPr>
            <a:r>
              <a:rPr lang="en-US" sz="1800" dirty="0">
                <a:solidFill>
                  <a:schemeClr val="tx1"/>
                </a:solidFill>
              </a:rPr>
              <a:t>het formulier</a:t>
            </a:r>
            <a:endParaRPr lang="en-US" sz="1800" dirty="0"/>
          </a:p>
        </p:txBody>
      </p:sp>
      <p:sp>
        <p:nvSpPr>
          <p:cNvPr id="87" name="Text 79"/>
          <p:cNvSpPr txBox="1"/>
          <p:nvPr/>
        </p:nvSpPr>
        <p:spPr>
          <a:xfrm>
            <a:off x="10079477" y="4157472"/>
            <a:ext cx="1050319" cy="385064"/>
          </a:xfrm>
          <a:prstGeom prst="rect">
            <a:avLst/>
          </a:prstGeom>
          <a:noFill/>
          <a:ln/>
        </p:spPr>
        <p:txBody>
          <a:bodyPr wrap="square" lIns="0" tIns="0" rIns="0" bIns="0" rtlCol="0" anchor="ctr"/>
          <a:lstStyle/>
          <a:p>
            <a:pPr algn="ctr" indent="0" marL="0">
              <a:buNone/>
            </a:pPr>
            <a:r>
              <a:rPr lang="en-US" sz="1800" b="1" dirty="0">
                <a:solidFill>
                  <a:schemeClr val="accent6"/>
                </a:solidFill>
              </a:rPr>
              <a:t>invullen</a:t>
            </a:r>
            <a:endParaRPr lang="en-US" sz="1800" dirty="0"/>
          </a:p>
        </p:txBody>
      </p:sp>
      <p:sp>
        <p:nvSpPr>
          <p:cNvPr id="88" name="Text 80"/>
          <p:cNvSpPr txBox="1"/>
          <p:nvPr/>
        </p:nvSpPr>
        <p:spPr>
          <a:xfrm>
            <a:off x="11148085" y="4157472"/>
            <a:ext cx="106857" cy="385064"/>
          </a:xfrm>
          <a:prstGeom prst="rect">
            <a:avLst/>
          </a:prstGeom>
          <a:noFill/>
          <a:ln/>
        </p:spPr>
        <p:txBody>
          <a:bodyPr wrap="square" lIns="0" tIns="0" rIns="0" bIns="0" rtlCol="0" anchor="ctr"/>
          <a:lstStyle/>
          <a:p>
            <a:pPr algn="l" indent="0" marL="0">
              <a:buNone/>
            </a:pPr>
            <a:r>
              <a:rPr lang="en-US" sz="1800" dirty="0">
                <a:solidFill>
                  <a:schemeClr val="tx1"/>
                </a:solidFill>
              </a:rPr>
              <a:t>.</a:t>
            </a:r>
            <a:endParaRPr lang="en-US" sz="1800" dirty="0"/>
          </a:p>
        </p:txBody>
      </p:sp>
      <p:sp>
        <p:nvSpPr>
          <p:cNvPr id="89" name="Shape 81"/>
          <p:cNvSpPr/>
          <p:nvPr/>
        </p:nvSpPr>
        <p:spPr>
          <a:xfrm>
            <a:off x="548640" y="4826000"/>
            <a:ext cx="3749040" cy="604520"/>
          </a:xfrm>
          <a:prstGeom prst="roundRect">
            <a:avLst>
              <a:gd name="adj" fmla="val 12101"/>
            </a:avLst>
          </a:prstGeom>
          <a:solidFill>
            <a:schemeClr val="bg2"/>
          </a:solidFill>
          <a:ln w="12700">
            <a:solidFill>
              <a:srgbClr val="D5DCE6"/>
            </a:solidFill>
            <a:prstDash val="solid"/>
          </a:ln>
        </p:spPr>
      </p:sp>
      <p:sp>
        <p:nvSpPr>
          <p:cNvPr id="90" name="Shape 82"/>
          <p:cNvSpPr/>
          <p:nvPr/>
        </p:nvSpPr>
        <p:spPr>
          <a:xfrm>
            <a:off x="640080" y="4936236"/>
            <a:ext cx="384048" cy="384048"/>
          </a:xfrm>
          <a:prstGeom prst="ellipse">
            <a:avLst/>
          </a:prstGeom>
          <a:solidFill>
            <a:schemeClr val="tx2"/>
          </a:solidFill>
          <a:ln w="12700">
            <a:solidFill>
              <a:srgbClr val="FFFFFF">
                <a:alpha val="0"/>
              </a:srgbClr>
            </a:solidFill>
            <a:prstDash val="solid"/>
          </a:ln>
        </p:spPr>
      </p:sp>
      <p:sp>
        <p:nvSpPr>
          <p:cNvPr id="91" name="Text 83"/>
          <p:cNvSpPr txBox="1"/>
          <p:nvPr/>
        </p:nvSpPr>
        <p:spPr>
          <a:xfrm>
            <a:off x="640080" y="49362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92" name="Text 84"/>
          <p:cNvSpPr txBox="1"/>
          <p:nvPr/>
        </p:nvSpPr>
        <p:spPr>
          <a:xfrm>
            <a:off x="1143000" y="4826000"/>
            <a:ext cx="3108960" cy="604520"/>
          </a:xfrm>
          <a:prstGeom prst="rect">
            <a:avLst/>
          </a:prstGeom>
          <a:noFill/>
          <a:ln/>
        </p:spPr>
        <p:txBody>
          <a:bodyPr wrap="square" lIns="0" tIns="0" rIns="0" bIns="0" rtlCol="0" anchor="ctr"/>
          <a:lstStyle/>
          <a:p>
            <a:pPr algn="l" indent="0" marL="0">
              <a:buNone/>
            </a:pPr>
            <a:r>
              <a:rPr lang="en-US" sz="1700" dirty="0">
                <a:solidFill>
                  <a:schemeClr val="tx1"/>
                </a:solidFill>
              </a:rPr>
              <a:t>Rijd jij morgen?</a:t>
            </a:r>
            <a:endParaRPr lang="en-US" sz="1700" dirty="0"/>
          </a:p>
        </p:txBody>
      </p:sp>
      <p:sp>
        <p:nvSpPr>
          <p:cNvPr id="93" name="Shape 85"/>
          <p:cNvSpPr/>
          <p:nvPr/>
        </p:nvSpPr>
        <p:spPr>
          <a:xfrm>
            <a:off x="4434840" y="4880864"/>
            <a:ext cx="1874520" cy="494792"/>
          </a:xfrm>
          <a:prstGeom prst="homePlate">
            <a:avLst/>
          </a:prstGeom>
          <a:solidFill>
            <a:srgbClr val="D9700F"/>
          </a:solidFill>
          <a:ln w="6350">
            <a:solidFill>
              <a:srgbClr val="D9700F"/>
            </a:solidFill>
            <a:prstDash val="solid"/>
          </a:ln>
        </p:spPr>
      </p:sp>
      <p:sp>
        <p:nvSpPr>
          <p:cNvPr id="94" name="Shape 86"/>
          <p:cNvSpPr/>
          <p:nvPr/>
        </p:nvSpPr>
        <p:spPr>
          <a:xfrm>
            <a:off x="4526280" y="4945380"/>
            <a:ext cx="365760" cy="365760"/>
          </a:xfrm>
          <a:prstGeom prst="ellipse">
            <a:avLst/>
          </a:prstGeom>
          <a:solidFill>
            <a:srgbClr val="FFFFFF"/>
          </a:solidFill>
          <a:ln w="12700">
            <a:solidFill>
              <a:srgbClr val="FFFFFF">
                <a:alpha val="0"/>
              </a:srgbClr>
            </a:solidFill>
            <a:prstDash val="solid"/>
          </a:ln>
        </p:spPr>
      </p:sp>
      <p:pic>
        <p:nvPicPr>
          <p:cNvPr id="95" name="Image 5" descr="MuscleUp">    </p:cNvPr>
          <p:cNvPicPr>
            <a:picLocks noChangeAspect="1"/>
          </p:cNvPicPr>
          <p:nvPr/>
        </p:nvPicPr>
        <p:blipFill>
          <a:blip r:embed="rId6"/>
          <a:stretch>
            <a:fillRect/>
          </a:stretch>
        </p:blipFill>
        <p:spPr>
          <a:xfrm>
            <a:off x="4590288" y="5009388"/>
            <a:ext cx="237744" cy="237744"/>
          </a:xfrm>
          <a:prstGeom prst="rect">
            <a:avLst/>
          </a:prstGeom>
        </p:spPr>
      </p:pic>
      <p:sp>
        <p:nvSpPr>
          <p:cNvPr id="96" name="Text 87"/>
          <p:cNvSpPr txBox="1"/>
          <p:nvPr/>
        </p:nvSpPr>
        <p:spPr>
          <a:xfrm>
            <a:off x="4956048" y="4826000"/>
            <a:ext cx="1188720" cy="604520"/>
          </a:xfrm>
          <a:prstGeom prst="rect">
            <a:avLst/>
          </a:prstGeom>
          <a:noFill/>
          <a:ln/>
        </p:spPr>
        <p:txBody>
          <a:bodyPr wrap="square" lIns="0" tIns="0" rIns="0" bIns="0" rtlCol="0" anchor="ctr"/>
          <a:lstStyle/>
          <a:p>
            <a:pPr algn="l" indent="0" marL="0">
              <a:buNone/>
            </a:pPr>
            <a:r>
              <a:rPr lang="en-US" sz="1500" b="1" dirty="0">
                <a:solidFill>
                  <a:schemeClr val="bg1"/>
                </a:solidFill>
              </a:rPr>
              <a:t>kunnen</a:t>
            </a:r>
            <a:endParaRPr lang="en-US" sz="1500" dirty="0"/>
          </a:p>
        </p:txBody>
      </p:sp>
      <p:sp>
        <p:nvSpPr>
          <p:cNvPr id="97" name="Shape 88"/>
          <p:cNvSpPr/>
          <p:nvPr/>
        </p:nvSpPr>
        <p:spPr>
          <a:xfrm>
            <a:off x="6446520" y="4826000"/>
            <a:ext cx="5193792" cy="604520"/>
          </a:xfrm>
          <a:prstGeom prst="roundRect">
            <a:avLst>
              <a:gd name="adj" fmla="val 12101"/>
            </a:avLst>
          </a:prstGeom>
          <a:solidFill>
            <a:srgbClr val="FFFFFF"/>
          </a:solidFill>
          <a:ln w="22225">
            <a:solidFill>
              <a:srgbClr val="2E7D4F"/>
            </a:solidFill>
            <a:prstDash val="solid"/>
          </a:ln>
        </p:spPr>
      </p:sp>
      <p:sp>
        <p:nvSpPr>
          <p:cNvPr id="98" name="Shape 89"/>
          <p:cNvSpPr/>
          <p:nvPr/>
        </p:nvSpPr>
        <p:spPr>
          <a:xfrm>
            <a:off x="7872274" y="4908296"/>
            <a:ext cx="1308607" cy="330200"/>
          </a:xfrm>
          <a:prstGeom prst="roundRect">
            <a:avLst>
              <a:gd name="adj" fmla="val 11077"/>
            </a:avLst>
          </a:prstGeom>
          <a:solidFill>
            <a:srgbClr val="D8DEE6"/>
          </a:solidFill>
          <a:ln w="12700">
            <a:solidFill>
              <a:srgbClr val="FFFFFF">
                <a:alpha val="0"/>
              </a:srgbClr>
            </a:solidFill>
            <a:prstDash val="solid"/>
          </a:ln>
        </p:spPr>
      </p:sp>
      <p:sp>
        <p:nvSpPr>
          <p:cNvPr id="99" name="Shape 90"/>
          <p:cNvSpPr/>
          <p:nvPr/>
        </p:nvSpPr>
        <p:spPr>
          <a:xfrm>
            <a:off x="6583680" y="4880864"/>
            <a:ext cx="1261162" cy="385064"/>
          </a:xfrm>
          <a:prstGeom prst="roundRect">
            <a:avLst>
              <a:gd name="adj" fmla="val 18997"/>
            </a:avLst>
          </a:prstGeom>
          <a:solidFill>
            <a:srgbClr val="FFFFFF"/>
          </a:solidFill>
          <a:ln w="22225">
            <a:solidFill>
              <a:srgbClr val="B83227"/>
            </a:solidFill>
            <a:prstDash val="solid"/>
          </a:ln>
        </p:spPr>
      </p:sp>
      <p:sp>
        <p:nvSpPr>
          <p:cNvPr id="100" name="Shape 91"/>
          <p:cNvSpPr/>
          <p:nvPr/>
        </p:nvSpPr>
        <p:spPr>
          <a:xfrm>
            <a:off x="9208312" y="4880864"/>
            <a:ext cx="802287" cy="385064"/>
          </a:xfrm>
          <a:prstGeom prst="roundRect">
            <a:avLst>
              <a:gd name="adj" fmla="val 18997"/>
            </a:avLst>
          </a:prstGeom>
          <a:solidFill>
            <a:srgbClr val="FFFFFF"/>
          </a:solidFill>
          <a:ln w="22225">
            <a:solidFill>
              <a:srgbClr val="B83227"/>
            </a:solidFill>
            <a:prstDash val="dash"/>
          </a:ln>
        </p:spPr>
      </p:sp>
      <p:sp>
        <p:nvSpPr>
          <p:cNvPr id="101" name="Shape 92"/>
          <p:cNvSpPr/>
          <p:nvPr/>
        </p:nvSpPr>
        <p:spPr>
          <a:xfrm>
            <a:off x="7214261" y="5265928"/>
            <a:ext cx="914" cy="82296"/>
          </a:xfrm>
          <a:prstGeom prst="line">
            <a:avLst/>
          </a:prstGeom>
          <a:noFill/>
          <a:ln w="22225">
            <a:solidFill>
              <a:srgbClr val="B83227"/>
            </a:solidFill>
            <a:prstDash val="solid"/>
          </a:ln>
        </p:spPr>
      </p:sp>
      <p:sp>
        <p:nvSpPr>
          <p:cNvPr id="102" name="Shape 93"/>
          <p:cNvSpPr/>
          <p:nvPr/>
        </p:nvSpPr>
        <p:spPr>
          <a:xfrm>
            <a:off x="7214261" y="5348224"/>
            <a:ext cx="2395195" cy="914"/>
          </a:xfrm>
          <a:prstGeom prst="line">
            <a:avLst/>
          </a:prstGeom>
          <a:noFill/>
          <a:ln w="22225">
            <a:solidFill>
              <a:srgbClr val="B83227"/>
            </a:solidFill>
            <a:prstDash val="solid"/>
          </a:ln>
        </p:spPr>
      </p:sp>
      <p:sp>
        <p:nvSpPr>
          <p:cNvPr id="103" name="Shape 94"/>
          <p:cNvSpPr/>
          <p:nvPr/>
        </p:nvSpPr>
        <p:spPr>
          <a:xfrm flipV="1">
            <a:off x="9609456" y="5265928"/>
            <a:ext cx="914" cy="82296"/>
          </a:xfrm>
          <a:prstGeom prst="line">
            <a:avLst/>
          </a:prstGeom>
          <a:noFill/>
          <a:ln w="22225">
            <a:solidFill>
              <a:srgbClr val="B83227"/>
            </a:solidFill>
            <a:prstDash val="solid"/>
          </a:ln>
        </p:spPr>
      </p:sp>
      <p:sp>
        <p:nvSpPr>
          <p:cNvPr id="104" name="Text 95"/>
          <p:cNvSpPr txBox="1"/>
          <p:nvPr/>
        </p:nvSpPr>
        <p:spPr>
          <a:xfrm>
            <a:off x="6583680" y="4880864"/>
            <a:ext cx="1261162" cy="385064"/>
          </a:xfrm>
          <a:prstGeom prst="rect">
            <a:avLst/>
          </a:prstGeom>
          <a:noFill/>
          <a:ln/>
        </p:spPr>
        <p:txBody>
          <a:bodyPr wrap="square" lIns="0" tIns="0" rIns="0" bIns="0" rtlCol="0" anchor="ctr"/>
          <a:lstStyle/>
          <a:p>
            <a:pPr algn="ctr" indent="0" marL="0">
              <a:buNone/>
            </a:pPr>
            <a:r>
              <a:rPr lang="en-US" sz="1800" b="1" dirty="0">
                <a:solidFill>
                  <a:schemeClr val="accent6"/>
                </a:solidFill>
              </a:rPr>
              <a:t>Kun / Kan</a:t>
            </a:r>
            <a:endParaRPr lang="en-US" sz="1800" dirty="0"/>
          </a:p>
        </p:txBody>
      </p:sp>
      <p:sp>
        <p:nvSpPr>
          <p:cNvPr id="105" name="Text 96"/>
          <p:cNvSpPr txBox="1"/>
          <p:nvPr/>
        </p:nvSpPr>
        <p:spPr>
          <a:xfrm>
            <a:off x="7899706" y="4880864"/>
            <a:ext cx="1253743" cy="385064"/>
          </a:xfrm>
          <a:prstGeom prst="rect">
            <a:avLst/>
          </a:prstGeom>
          <a:noFill/>
          <a:ln/>
        </p:spPr>
        <p:txBody>
          <a:bodyPr wrap="square" lIns="0" tIns="0" rIns="0" bIns="0" rtlCol="0" anchor="ctr"/>
          <a:lstStyle/>
          <a:p>
            <a:pPr algn="ctr" indent="0" marL="0">
              <a:buNone/>
            </a:pPr>
            <a:r>
              <a:rPr lang="en-US" sz="1800" dirty="0">
                <a:solidFill>
                  <a:schemeClr val="tx1"/>
                </a:solidFill>
              </a:rPr>
              <a:t>jij morgen</a:t>
            </a:r>
            <a:endParaRPr lang="en-US" sz="1800" dirty="0"/>
          </a:p>
        </p:txBody>
      </p:sp>
      <p:sp>
        <p:nvSpPr>
          <p:cNvPr id="106" name="Text 97"/>
          <p:cNvSpPr txBox="1"/>
          <p:nvPr/>
        </p:nvSpPr>
        <p:spPr>
          <a:xfrm>
            <a:off x="9208312" y="4880864"/>
            <a:ext cx="802287" cy="385064"/>
          </a:xfrm>
          <a:prstGeom prst="rect">
            <a:avLst/>
          </a:prstGeom>
          <a:noFill/>
          <a:ln/>
        </p:spPr>
        <p:txBody>
          <a:bodyPr wrap="square" lIns="0" tIns="0" rIns="0" bIns="0" rtlCol="0" anchor="ctr"/>
          <a:lstStyle/>
          <a:p>
            <a:pPr algn="ctr" indent="0" marL="0">
              <a:buNone/>
            </a:pPr>
            <a:r>
              <a:rPr lang="en-US" sz="1800" b="1" dirty="0">
                <a:solidFill>
                  <a:schemeClr val="accent6"/>
                </a:solidFill>
              </a:rPr>
              <a:t>rijden</a:t>
            </a:r>
            <a:endParaRPr lang="en-US" sz="1800" dirty="0"/>
          </a:p>
        </p:txBody>
      </p:sp>
      <p:sp>
        <p:nvSpPr>
          <p:cNvPr id="107" name="Text 98"/>
          <p:cNvSpPr txBox="1"/>
          <p:nvPr/>
        </p:nvSpPr>
        <p:spPr>
          <a:xfrm>
            <a:off x="10028887" y="4880864"/>
            <a:ext cx="165703" cy="385064"/>
          </a:xfrm>
          <a:prstGeom prst="rect">
            <a:avLst/>
          </a:prstGeom>
          <a:noFill/>
          <a:ln/>
        </p:spPr>
        <p:txBody>
          <a:bodyPr wrap="square" lIns="0" tIns="0" rIns="0" bIns="0" rtlCol="0" anchor="ctr"/>
          <a:lstStyle/>
          <a:p>
            <a:pPr algn="l" indent="0" marL="0">
              <a:buNone/>
            </a:pPr>
            <a:r>
              <a:rPr lang="en-US" sz="1800" dirty="0">
                <a:solidFill>
                  <a:schemeClr val="tx1"/>
                </a:solidFill>
              </a:rPr>
              <a:t>?</a:t>
            </a:r>
            <a:endParaRPr lang="en-US" sz="1800" dirty="0"/>
          </a:p>
        </p:txBody>
      </p:sp>
      <p:sp>
        <p:nvSpPr>
          <p:cNvPr id="108" name="Shape 99"/>
          <p:cNvSpPr/>
          <p:nvPr/>
        </p:nvSpPr>
        <p:spPr>
          <a:xfrm>
            <a:off x="548640" y="5549392"/>
            <a:ext cx="3749040" cy="604520"/>
          </a:xfrm>
          <a:prstGeom prst="roundRect">
            <a:avLst>
              <a:gd name="adj" fmla="val 12101"/>
            </a:avLst>
          </a:prstGeom>
          <a:solidFill>
            <a:schemeClr val="bg2"/>
          </a:solidFill>
          <a:ln w="12700">
            <a:solidFill>
              <a:srgbClr val="D5DCE6"/>
            </a:solidFill>
            <a:prstDash val="solid"/>
          </a:ln>
        </p:spPr>
      </p:sp>
      <p:sp>
        <p:nvSpPr>
          <p:cNvPr id="109" name="Shape 100"/>
          <p:cNvSpPr/>
          <p:nvPr/>
        </p:nvSpPr>
        <p:spPr>
          <a:xfrm>
            <a:off x="640080" y="5659628"/>
            <a:ext cx="384048" cy="384048"/>
          </a:xfrm>
          <a:prstGeom prst="ellipse">
            <a:avLst/>
          </a:prstGeom>
          <a:solidFill>
            <a:schemeClr val="tx2"/>
          </a:solidFill>
          <a:ln w="12700">
            <a:solidFill>
              <a:srgbClr val="FFFFFF">
                <a:alpha val="0"/>
              </a:srgbClr>
            </a:solidFill>
            <a:prstDash val="solid"/>
          </a:ln>
        </p:spPr>
      </p:sp>
      <p:sp>
        <p:nvSpPr>
          <p:cNvPr id="110" name="Text 101"/>
          <p:cNvSpPr txBox="1"/>
          <p:nvPr/>
        </p:nvSpPr>
        <p:spPr>
          <a:xfrm>
            <a:off x="640080" y="565962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111" name="Text 102"/>
          <p:cNvSpPr txBox="1"/>
          <p:nvPr/>
        </p:nvSpPr>
        <p:spPr>
          <a:xfrm>
            <a:off x="1143000" y="5549392"/>
            <a:ext cx="3108960" cy="604520"/>
          </a:xfrm>
          <a:prstGeom prst="rect">
            <a:avLst/>
          </a:prstGeom>
          <a:noFill/>
          <a:ln/>
        </p:spPr>
        <p:txBody>
          <a:bodyPr wrap="square" lIns="0" tIns="0" rIns="0" bIns="0" rtlCol="0" anchor="ctr"/>
          <a:lstStyle/>
          <a:p>
            <a:pPr algn="l" indent="0" marL="0">
              <a:buNone/>
            </a:pPr>
            <a:r>
              <a:rPr lang="en-US" sz="1700" dirty="0">
                <a:solidFill>
                  <a:schemeClr val="tx1"/>
                </a:solidFill>
              </a:rPr>
              <a:t>Ze gaat naar de vergadering.</a:t>
            </a:r>
            <a:endParaRPr lang="en-US" sz="1700" dirty="0"/>
          </a:p>
        </p:txBody>
      </p:sp>
      <p:sp>
        <p:nvSpPr>
          <p:cNvPr id="112" name="Shape 103"/>
          <p:cNvSpPr/>
          <p:nvPr/>
        </p:nvSpPr>
        <p:spPr>
          <a:xfrm>
            <a:off x="4434840" y="5604256"/>
            <a:ext cx="1874520" cy="494792"/>
          </a:xfrm>
          <a:prstGeom prst="homePlate">
            <a:avLst/>
          </a:prstGeom>
          <a:solidFill>
            <a:srgbClr val="D9700F"/>
          </a:solidFill>
          <a:ln w="6350">
            <a:solidFill>
              <a:srgbClr val="D9700F"/>
            </a:solidFill>
            <a:prstDash val="solid"/>
          </a:ln>
        </p:spPr>
      </p:sp>
      <p:sp>
        <p:nvSpPr>
          <p:cNvPr id="113" name="Shape 104"/>
          <p:cNvSpPr/>
          <p:nvPr/>
        </p:nvSpPr>
        <p:spPr>
          <a:xfrm>
            <a:off x="4526280" y="5668772"/>
            <a:ext cx="365760" cy="365760"/>
          </a:xfrm>
          <a:prstGeom prst="ellipse">
            <a:avLst/>
          </a:prstGeom>
          <a:solidFill>
            <a:srgbClr val="FFFFFF"/>
          </a:solidFill>
          <a:ln w="12700">
            <a:solidFill>
              <a:srgbClr val="FFFFFF">
                <a:alpha val="0"/>
              </a:srgbClr>
            </a:solidFill>
            <a:prstDash val="solid"/>
          </a:ln>
        </p:spPr>
      </p:sp>
      <p:pic>
        <p:nvPicPr>
          <p:cNvPr id="114" name="Image 6" descr="Heart">    </p:cNvPr>
          <p:cNvPicPr>
            <a:picLocks noChangeAspect="1"/>
          </p:cNvPicPr>
          <p:nvPr/>
        </p:nvPicPr>
        <p:blipFill>
          <a:blip r:embed="rId7"/>
          <a:stretch>
            <a:fillRect/>
          </a:stretch>
        </p:blipFill>
        <p:spPr>
          <a:xfrm>
            <a:off x="4590288" y="5732780"/>
            <a:ext cx="237744" cy="237744"/>
          </a:xfrm>
          <a:prstGeom prst="rect">
            <a:avLst/>
          </a:prstGeom>
        </p:spPr>
      </p:pic>
      <p:sp>
        <p:nvSpPr>
          <p:cNvPr id="115" name="Text 105"/>
          <p:cNvSpPr txBox="1"/>
          <p:nvPr/>
        </p:nvSpPr>
        <p:spPr>
          <a:xfrm>
            <a:off x="4956048" y="5549392"/>
            <a:ext cx="1188720" cy="604520"/>
          </a:xfrm>
          <a:prstGeom prst="rect">
            <a:avLst/>
          </a:prstGeom>
          <a:noFill/>
          <a:ln/>
        </p:spPr>
        <p:txBody>
          <a:bodyPr wrap="square" lIns="0" tIns="0" rIns="0" bIns="0" rtlCol="0" anchor="ctr"/>
          <a:lstStyle/>
          <a:p>
            <a:pPr algn="l" indent="0" marL="0">
              <a:buNone/>
            </a:pPr>
            <a:r>
              <a:rPr lang="en-US" sz="1500" b="1" dirty="0">
                <a:solidFill>
                  <a:schemeClr val="bg1"/>
                </a:solidFill>
              </a:rPr>
              <a:t>willen</a:t>
            </a:r>
            <a:endParaRPr lang="en-US" sz="1500" dirty="0"/>
          </a:p>
        </p:txBody>
      </p:sp>
      <p:sp>
        <p:nvSpPr>
          <p:cNvPr id="116" name="Shape 106"/>
          <p:cNvSpPr/>
          <p:nvPr/>
        </p:nvSpPr>
        <p:spPr>
          <a:xfrm>
            <a:off x="6446520" y="5549392"/>
            <a:ext cx="5193792" cy="604520"/>
          </a:xfrm>
          <a:prstGeom prst="roundRect">
            <a:avLst>
              <a:gd name="adj" fmla="val 12101"/>
            </a:avLst>
          </a:prstGeom>
          <a:solidFill>
            <a:srgbClr val="FFFFFF"/>
          </a:solidFill>
          <a:ln w="22225">
            <a:solidFill>
              <a:srgbClr val="2E7D4F"/>
            </a:solidFill>
            <a:prstDash val="solid"/>
          </a:ln>
        </p:spPr>
      </p:sp>
      <p:sp>
        <p:nvSpPr>
          <p:cNvPr id="117" name="Shape 107"/>
          <p:cNvSpPr/>
          <p:nvPr/>
        </p:nvSpPr>
        <p:spPr>
          <a:xfrm>
            <a:off x="7498339" y="5631688"/>
            <a:ext cx="2438398" cy="330200"/>
          </a:xfrm>
          <a:prstGeom prst="roundRect">
            <a:avLst>
              <a:gd name="adj" fmla="val 11077"/>
            </a:avLst>
          </a:prstGeom>
          <a:solidFill>
            <a:srgbClr val="D8DEE6"/>
          </a:solidFill>
          <a:ln w="12700">
            <a:solidFill>
              <a:srgbClr val="FFFFFF">
                <a:alpha val="0"/>
              </a:srgbClr>
            </a:solidFill>
            <a:prstDash val="solid"/>
          </a:ln>
        </p:spPr>
      </p:sp>
      <p:sp>
        <p:nvSpPr>
          <p:cNvPr id="118" name="Shape 108"/>
          <p:cNvSpPr/>
          <p:nvPr/>
        </p:nvSpPr>
        <p:spPr>
          <a:xfrm>
            <a:off x="7017682" y="5604256"/>
            <a:ext cx="453225" cy="385064"/>
          </a:xfrm>
          <a:prstGeom prst="roundRect">
            <a:avLst>
              <a:gd name="adj" fmla="val 18997"/>
            </a:avLst>
          </a:prstGeom>
          <a:solidFill>
            <a:srgbClr val="FFFFFF"/>
          </a:solidFill>
          <a:ln w="22225">
            <a:solidFill>
              <a:srgbClr val="B83227"/>
            </a:solidFill>
            <a:prstDash val="solid"/>
          </a:ln>
        </p:spPr>
      </p:sp>
      <p:sp>
        <p:nvSpPr>
          <p:cNvPr id="119" name="Shape 109"/>
          <p:cNvSpPr/>
          <p:nvPr/>
        </p:nvSpPr>
        <p:spPr>
          <a:xfrm>
            <a:off x="9964169" y="5604256"/>
            <a:ext cx="681931" cy="385064"/>
          </a:xfrm>
          <a:prstGeom prst="roundRect">
            <a:avLst>
              <a:gd name="adj" fmla="val 18997"/>
            </a:avLst>
          </a:prstGeom>
          <a:solidFill>
            <a:srgbClr val="FFFFFF"/>
          </a:solidFill>
          <a:ln w="22225">
            <a:solidFill>
              <a:srgbClr val="B83227"/>
            </a:solidFill>
            <a:prstDash val="dash"/>
          </a:ln>
        </p:spPr>
      </p:sp>
      <p:sp>
        <p:nvSpPr>
          <p:cNvPr id="120" name="Shape 110"/>
          <p:cNvSpPr/>
          <p:nvPr/>
        </p:nvSpPr>
        <p:spPr>
          <a:xfrm>
            <a:off x="7244294" y="5989320"/>
            <a:ext cx="914" cy="82296"/>
          </a:xfrm>
          <a:prstGeom prst="line">
            <a:avLst/>
          </a:prstGeom>
          <a:noFill/>
          <a:ln w="22225">
            <a:solidFill>
              <a:srgbClr val="B83227"/>
            </a:solidFill>
            <a:prstDash val="solid"/>
          </a:ln>
        </p:spPr>
      </p:sp>
      <p:sp>
        <p:nvSpPr>
          <p:cNvPr id="121" name="Shape 111"/>
          <p:cNvSpPr/>
          <p:nvPr/>
        </p:nvSpPr>
        <p:spPr>
          <a:xfrm>
            <a:off x="7244294" y="6071616"/>
            <a:ext cx="3060841" cy="914"/>
          </a:xfrm>
          <a:prstGeom prst="line">
            <a:avLst/>
          </a:prstGeom>
          <a:noFill/>
          <a:ln w="22225">
            <a:solidFill>
              <a:srgbClr val="B83227"/>
            </a:solidFill>
            <a:prstDash val="solid"/>
          </a:ln>
        </p:spPr>
      </p:sp>
      <p:sp>
        <p:nvSpPr>
          <p:cNvPr id="122" name="Shape 112"/>
          <p:cNvSpPr/>
          <p:nvPr/>
        </p:nvSpPr>
        <p:spPr>
          <a:xfrm flipV="1">
            <a:off x="10305135" y="5989320"/>
            <a:ext cx="914" cy="82296"/>
          </a:xfrm>
          <a:prstGeom prst="line">
            <a:avLst/>
          </a:prstGeom>
          <a:noFill/>
          <a:ln w="22225">
            <a:solidFill>
              <a:srgbClr val="B83227"/>
            </a:solidFill>
            <a:prstDash val="solid"/>
          </a:ln>
        </p:spPr>
      </p:sp>
      <p:sp>
        <p:nvSpPr>
          <p:cNvPr id="123" name="Text 113"/>
          <p:cNvSpPr txBox="1"/>
          <p:nvPr/>
        </p:nvSpPr>
        <p:spPr>
          <a:xfrm>
            <a:off x="6583680" y="5604256"/>
            <a:ext cx="379138" cy="385064"/>
          </a:xfrm>
          <a:prstGeom prst="rect">
            <a:avLst/>
          </a:prstGeom>
          <a:noFill/>
          <a:ln/>
        </p:spPr>
        <p:txBody>
          <a:bodyPr wrap="square" lIns="0" tIns="0" rIns="0" bIns="0" rtlCol="0" anchor="ctr"/>
          <a:lstStyle/>
          <a:p>
            <a:pPr algn="ctr" indent="0" marL="0">
              <a:buNone/>
            </a:pPr>
            <a:r>
              <a:rPr lang="en-US" sz="1800" dirty="0">
                <a:solidFill>
                  <a:schemeClr val="tx1"/>
                </a:solidFill>
              </a:rPr>
              <a:t>Ze</a:t>
            </a:r>
            <a:endParaRPr lang="en-US" sz="1800" dirty="0"/>
          </a:p>
        </p:txBody>
      </p:sp>
      <p:sp>
        <p:nvSpPr>
          <p:cNvPr id="124" name="Text 114"/>
          <p:cNvSpPr txBox="1"/>
          <p:nvPr/>
        </p:nvSpPr>
        <p:spPr>
          <a:xfrm>
            <a:off x="7017682" y="5604256"/>
            <a:ext cx="453225" cy="385064"/>
          </a:xfrm>
          <a:prstGeom prst="rect">
            <a:avLst/>
          </a:prstGeom>
          <a:noFill/>
          <a:ln/>
        </p:spPr>
        <p:txBody>
          <a:bodyPr wrap="square" lIns="0" tIns="0" rIns="0" bIns="0" rtlCol="0" anchor="ctr"/>
          <a:lstStyle/>
          <a:p>
            <a:pPr algn="ctr" indent="0" marL="0">
              <a:buNone/>
            </a:pPr>
            <a:r>
              <a:rPr lang="en-US" sz="1800" b="1" dirty="0">
                <a:solidFill>
                  <a:schemeClr val="accent6"/>
                </a:solidFill>
              </a:rPr>
              <a:t>wil</a:t>
            </a:r>
            <a:endParaRPr lang="en-US" sz="1800" dirty="0"/>
          </a:p>
        </p:txBody>
      </p:sp>
      <p:sp>
        <p:nvSpPr>
          <p:cNvPr id="125" name="Text 115"/>
          <p:cNvSpPr txBox="1"/>
          <p:nvPr/>
        </p:nvSpPr>
        <p:spPr>
          <a:xfrm>
            <a:off x="7525771" y="5604256"/>
            <a:ext cx="2383534" cy="385064"/>
          </a:xfrm>
          <a:prstGeom prst="rect">
            <a:avLst/>
          </a:prstGeom>
          <a:noFill/>
          <a:ln/>
        </p:spPr>
        <p:txBody>
          <a:bodyPr wrap="square" lIns="0" tIns="0" rIns="0" bIns="0" rtlCol="0" anchor="ctr"/>
          <a:lstStyle/>
          <a:p>
            <a:pPr algn="ctr" indent="0" marL="0">
              <a:buNone/>
            </a:pPr>
            <a:r>
              <a:rPr lang="en-US" sz="1800" dirty="0">
                <a:solidFill>
                  <a:schemeClr val="tx1"/>
                </a:solidFill>
              </a:rPr>
              <a:t>naar de vergadering</a:t>
            </a:r>
            <a:endParaRPr lang="en-US" sz="1800" dirty="0"/>
          </a:p>
        </p:txBody>
      </p:sp>
      <p:sp>
        <p:nvSpPr>
          <p:cNvPr id="126" name="Text 116"/>
          <p:cNvSpPr txBox="1"/>
          <p:nvPr/>
        </p:nvSpPr>
        <p:spPr>
          <a:xfrm>
            <a:off x="9964169" y="5604256"/>
            <a:ext cx="681931" cy="385064"/>
          </a:xfrm>
          <a:prstGeom prst="rect">
            <a:avLst/>
          </a:prstGeom>
          <a:noFill/>
          <a:ln/>
        </p:spPr>
        <p:txBody>
          <a:bodyPr wrap="square" lIns="0" tIns="0" rIns="0" bIns="0" rtlCol="0" anchor="ctr"/>
          <a:lstStyle/>
          <a:p>
            <a:pPr algn="ctr" indent="0" marL="0">
              <a:buNone/>
            </a:pPr>
            <a:r>
              <a:rPr lang="en-US" sz="1800" b="1" dirty="0">
                <a:solidFill>
                  <a:schemeClr val="accent6"/>
                </a:solidFill>
              </a:rPr>
              <a:t>gaan</a:t>
            </a:r>
            <a:endParaRPr lang="en-US" sz="1800" dirty="0"/>
          </a:p>
        </p:txBody>
      </p:sp>
      <p:sp>
        <p:nvSpPr>
          <p:cNvPr id="127" name="Text 117"/>
          <p:cNvSpPr txBox="1"/>
          <p:nvPr/>
        </p:nvSpPr>
        <p:spPr>
          <a:xfrm>
            <a:off x="10664388" y="5604256"/>
            <a:ext cx="106857" cy="385064"/>
          </a:xfrm>
          <a:prstGeom prst="rect">
            <a:avLst/>
          </a:prstGeom>
          <a:noFill/>
          <a:ln/>
        </p:spPr>
        <p:txBody>
          <a:bodyPr wrap="square" lIns="0" tIns="0" rIns="0" bIns="0" rtlCol="0" anchor="ctr"/>
          <a:lstStyle/>
          <a:p>
            <a:pPr algn="l" indent="0" marL="0">
              <a:buNone/>
            </a:pP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Mime et conjugue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554480"/>
            <a:ext cx="2601468" cy="1188720"/>
          </a:xfrm>
          <a:prstGeom prst="roundRect">
            <a:avLst>
              <a:gd name="adj" fmla="val 9231"/>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7" name="Shape 4"/>
          <p:cNvSpPr/>
          <p:nvPr/>
        </p:nvSpPr>
        <p:spPr>
          <a:xfrm>
            <a:off x="640080" y="1645920"/>
            <a:ext cx="2418588" cy="1005840"/>
          </a:xfrm>
          <a:prstGeom prst="roundRect">
            <a:avLst>
              <a:gd name="adj" fmla="val 9091"/>
            </a:avLst>
          </a:prstGeom>
          <a:noFill/>
          <a:ln w="9525">
            <a:solidFill>
              <a:srgbClr val="FFFFFF">
                <a:alpha val="40000"/>
              </a:srgbClr>
            </a:solidFill>
            <a:prstDash val="solid"/>
          </a:ln>
        </p:spPr>
      </p:sp>
      <p:sp>
        <p:nvSpPr>
          <p:cNvPr id="8" name="Shape 5"/>
          <p:cNvSpPr/>
          <p:nvPr/>
        </p:nvSpPr>
        <p:spPr>
          <a:xfrm>
            <a:off x="731520" y="1737360"/>
            <a:ext cx="384048" cy="384048"/>
          </a:xfrm>
          <a:prstGeom prst="ellipse">
            <a:avLst/>
          </a:prstGeom>
          <a:solidFill>
            <a:schemeClr val="accent1"/>
          </a:solidFill>
          <a:ln w="12700">
            <a:solidFill>
              <a:srgbClr val="FFFFFF">
                <a:alpha val="0"/>
              </a:srgbClr>
            </a:solidFill>
            <a:prstDash val="solid"/>
          </a:ln>
        </p:spPr>
      </p:sp>
      <p:sp>
        <p:nvSpPr>
          <p:cNvPr id="9" name="Text 6"/>
          <p:cNvSpPr txBox="1"/>
          <p:nvPr/>
        </p:nvSpPr>
        <p:spPr>
          <a:xfrm>
            <a:off x="731520" y="17373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Text 7"/>
          <p:cNvSpPr txBox="1"/>
          <p:nvPr/>
        </p:nvSpPr>
        <p:spPr>
          <a:xfrm>
            <a:off x="548640" y="1554480"/>
            <a:ext cx="2601468" cy="1188720"/>
          </a:xfrm>
          <a:prstGeom prst="rect">
            <a:avLst/>
          </a:prstGeom>
          <a:noFill/>
          <a:ln/>
        </p:spPr>
        <p:txBody>
          <a:bodyPr wrap="square" lIns="0" tIns="0" rIns="0" bIns="0" rtlCol="0" anchor="ctr"/>
          <a:lstStyle/>
          <a:p>
            <a:pPr algn="ctr" indent="0" marL="0">
              <a:buNone/>
            </a:pPr>
            <a:r>
              <a:rPr lang="en-US" sz="4800" b="1" dirty="0">
                <a:solidFill>
                  <a:schemeClr val="bg1"/>
                </a:solidFill>
                <a:latin typeface="+mj-lt" pitchFamily="34" charset="0"/>
                <a:ea typeface="+mj-lt" pitchFamily="34" charset="-122"/>
                <a:cs typeface="+mj-lt" pitchFamily="34" charset="-120"/>
              </a:rPr>
              <a:t>?</a:t>
            </a:r>
            <a:endParaRPr lang="en-US" sz="4800" dirty="0"/>
          </a:p>
        </p:txBody>
      </p:sp>
      <p:sp>
        <p:nvSpPr>
          <p:cNvPr id="11" name="Shape 8"/>
          <p:cNvSpPr/>
          <p:nvPr/>
        </p:nvSpPr>
        <p:spPr>
          <a:xfrm>
            <a:off x="3378708" y="1554480"/>
            <a:ext cx="2601468" cy="1188720"/>
          </a:xfrm>
          <a:prstGeom prst="roundRect">
            <a:avLst>
              <a:gd name="adj" fmla="val 9231"/>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12" name="Shape 9"/>
          <p:cNvSpPr/>
          <p:nvPr/>
        </p:nvSpPr>
        <p:spPr>
          <a:xfrm>
            <a:off x="3470148" y="1645920"/>
            <a:ext cx="2418588" cy="1005840"/>
          </a:xfrm>
          <a:prstGeom prst="roundRect">
            <a:avLst>
              <a:gd name="adj" fmla="val 9091"/>
            </a:avLst>
          </a:prstGeom>
          <a:noFill/>
          <a:ln w="9525">
            <a:solidFill>
              <a:srgbClr val="FFFFFF">
                <a:alpha val="40000"/>
              </a:srgbClr>
            </a:solidFill>
            <a:prstDash val="solid"/>
          </a:ln>
        </p:spPr>
      </p:sp>
      <p:sp>
        <p:nvSpPr>
          <p:cNvPr id="13" name="Shape 10"/>
          <p:cNvSpPr/>
          <p:nvPr/>
        </p:nvSpPr>
        <p:spPr>
          <a:xfrm>
            <a:off x="3561588" y="1737360"/>
            <a:ext cx="384048" cy="384048"/>
          </a:xfrm>
          <a:prstGeom prst="ellipse">
            <a:avLst/>
          </a:prstGeom>
          <a:solidFill>
            <a:schemeClr val="accent1"/>
          </a:solidFill>
          <a:ln w="12700">
            <a:solidFill>
              <a:srgbClr val="FFFFFF">
                <a:alpha val="0"/>
              </a:srgbClr>
            </a:solidFill>
            <a:prstDash val="solid"/>
          </a:ln>
        </p:spPr>
      </p:sp>
      <p:sp>
        <p:nvSpPr>
          <p:cNvPr id="14" name="Text 11"/>
          <p:cNvSpPr txBox="1"/>
          <p:nvPr/>
        </p:nvSpPr>
        <p:spPr>
          <a:xfrm>
            <a:off x="3561588" y="17373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Text 12"/>
          <p:cNvSpPr txBox="1"/>
          <p:nvPr/>
        </p:nvSpPr>
        <p:spPr>
          <a:xfrm>
            <a:off x="3378708" y="1554480"/>
            <a:ext cx="2601468" cy="1188720"/>
          </a:xfrm>
          <a:prstGeom prst="rect">
            <a:avLst/>
          </a:prstGeom>
          <a:noFill/>
          <a:ln/>
        </p:spPr>
        <p:txBody>
          <a:bodyPr wrap="square" lIns="0" tIns="0" rIns="0" bIns="0" rtlCol="0" anchor="ctr"/>
          <a:lstStyle/>
          <a:p>
            <a:pPr algn="ctr" indent="0" marL="0">
              <a:buNone/>
            </a:pPr>
            <a:r>
              <a:rPr lang="en-US" sz="4800" b="1" dirty="0">
                <a:solidFill>
                  <a:schemeClr val="bg1"/>
                </a:solidFill>
                <a:latin typeface="+mj-lt" pitchFamily="34" charset="0"/>
                <a:ea typeface="+mj-lt" pitchFamily="34" charset="-122"/>
                <a:cs typeface="+mj-lt" pitchFamily="34" charset="-120"/>
              </a:rPr>
              <a:t>?</a:t>
            </a:r>
            <a:endParaRPr lang="en-US" sz="4800" dirty="0"/>
          </a:p>
        </p:txBody>
      </p:sp>
      <p:sp>
        <p:nvSpPr>
          <p:cNvPr id="16" name="Shape 13"/>
          <p:cNvSpPr/>
          <p:nvPr/>
        </p:nvSpPr>
        <p:spPr>
          <a:xfrm>
            <a:off x="6208776" y="1554480"/>
            <a:ext cx="2601468" cy="1188720"/>
          </a:xfrm>
          <a:prstGeom prst="roundRect">
            <a:avLst>
              <a:gd name="adj" fmla="val 9231"/>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17" name="Shape 14"/>
          <p:cNvSpPr/>
          <p:nvPr/>
        </p:nvSpPr>
        <p:spPr>
          <a:xfrm>
            <a:off x="6300216" y="1645920"/>
            <a:ext cx="2418588" cy="1005840"/>
          </a:xfrm>
          <a:prstGeom prst="roundRect">
            <a:avLst>
              <a:gd name="adj" fmla="val 9091"/>
            </a:avLst>
          </a:prstGeom>
          <a:noFill/>
          <a:ln w="9525">
            <a:solidFill>
              <a:srgbClr val="FFFFFF">
                <a:alpha val="40000"/>
              </a:srgbClr>
            </a:solidFill>
            <a:prstDash val="solid"/>
          </a:ln>
        </p:spPr>
      </p:sp>
      <p:sp>
        <p:nvSpPr>
          <p:cNvPr id="18" name="Shape 15"/>
          <p:cNvSpPr/>
          <p:nvPr/>
        </p:nvSpPr>
        <p:spPr>
          <a:xfrm>
            <a:off x="6391656" y="1737360"/>
            <a:ext cx="384048" cy="384048"/>
          </a:xfrm>
          <a:prstGeom prst="ellipse">
            <a:avLst/>
          </a:prstGeom>
          <a:solidFill>
            <a:schemeClr val="accent1"/>
          </a:solidFill>
          <a:ln w="12700">
            <a:solidFill>
              <a:srgbClr val="FFFFFF">
                <a:alpha val="0"/>
              </a:srgbClr>
            </a:solidFill>
            <a:prstDash val="solid"/>
          </a:ln>
        </p:spPr>
      </p:sp>
      <p:sp>
        <p:nvSpPr>
          <p:cNvPr id="19" name="Text 16"/>
          <p:cNvSpPr txBox="1"/>
          <p:nvPr/>
        </p:nvSpPr>
        <p:spPr>
          <a:xfrm>
            <a:off x="6391656" y="17373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0" name="Text 17"/>
          <p:cNvSpPr txBox="1"/>
          <p:nvPr/>
        </p:nvSpPr>
        <p:spPr>
          <a:xfrm>
            <a:off x="6208776" y="1554480"/>
            <a:ext cx="2601468" cy="1188720"/>
          </a:xfrm>
          <a:prstGeom prst="rect">
            <a:avLst/>
          </a:prstGeom>
          <a:noFill/>
          <a:ln/>
        </p:spPr>
        <p:txBody>
          <a:bodyPr wrap="square" lIns="0" tIns="0" rIns="0" bIns="0" rtlCol="0" anchor="ctr"/>
          <a:lstStyle/>
          <a:p>
            <a:pPr algn="ctr" indent="0" marL="0">
              <a:buNone/>
            </a:pPr>
            <a:r>
              <a:rPr lang="en-US" sz="4800" b="1" dirty="0">
                <a:solidFill>
                  <a:schemeClr val="bg1"/>
                </a:solidFill>
                <a:latin typeface="+mj-lt" pitchFamily="34" charset="0"/>
                <a:ea typeface="+mj-lt" pitchFamily="34" charset="-122"/>
                <a:cs typeface="+mj-lt" pitchFamily="34" charset="-120"/>
              </a:rPr>
              <a:t>?</a:t>
            </a:r>
            <a:endParaRPr lang="en-US" sz="4800" dirty="0"/>
          </a:p>
        </p:txBody>
      </p:sp>
      <p:sp>
        <p:nvSpPr>
          <p:cNvPr id="21" name="Shape 18"/>
          <p:cNvSpPr/>
          <p:nvPr/>
        </p:nvSpPr>
        <p:spPr>
          <a:xfrm>
            <a:off x="9038844" y="1554480"/>
            <a:ext cx="2601468" cy="1188720"/>
          </a:xfrm>
          <a:prstGeom prst="roundRect">
            <a:avLst>
              <a:gd name="adj" fmla="val 9231"/>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22" name="Shape 19"/>
          <p:cNvSpPr/>
          <p:nvPr/>
        </p:nvSpPr>
        <p:spPr>
          <a:xfrm>
            <a:off x="9130284" y="1645920"/>
            <a:ext cx="2418588" cy="1005840"/>
          </a:xfrm>
          <a:prstGeom prst="roundRect">
            <a:avLst>
              <a:gd name="adj" fmla="val 9091"/>
            </a:avLst>
          </a:prstGeom>
          <a:noFill/>
          <a:ln w="9525">
            <a:solidFill>
              <a:srgbClr val="FFFFFF">
                <a:alpha val="40000"/>
              </a:srgbClr>
            </a:solidFill>
            <a:prstDash val="solid"/>
          </a:ln>
        </p:spPr>
      </p:sp>
      <p:sp>
        <p:nvSpPr>
          <p:cNvPr id="23" name="Shape 20"/>
          <p:cNvSpPr/>
          <p:nvPr/>
        </p:nvSpPr>
        <p:spPr>
          <a:xfrm>
            <a:off x="9221724" y="1737360"/>
            <a:ext cx="384048" cy="384048"/>
          </a:xfrm>
          <a:prstGeom prst="ellipse">
            <a:avLst/>
          </a:prstGeom>
          <a:solidFill>
            <a:schemeClr val="accent1"/>
          </a:solidFill>
          <a:ln w="12700">
            <a:solidFill>
              <a:srgbClr val="FFFFFF">
                <a:alpha val="0"/>
              </a:srgbClr>
            </a:solidFill>
            <a:prstDash val="solid"/>
          </a:ln>
        </p:spPr>
      </p:sp>
      <p:sp>
        <p:nvSpPr>
          <p:cNvPr id="24" name="Text 21"/>
          <p:cNvSpPr txBox="1"/>
          <p:nvPr/>
        </p:nvSpPr>
        <p:spPr>
          <a:xfrm>
            <a:off x="9221724" y="17373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5" name="Text 22"/>
          <p:cNvSpPr txBox="1"/>
          <p:nvPr/>
        </p:nvSpPr>
        <p:spPr>
          <a:xfrm>
            <a:off x="9038844" y="1554480"/>
            <a:ext cx="2601468" cy="1188720"/>
          </a:xfrm>
          <a:prstGeom prst="rect">
            <a:avLst/>
          </a:prstGeom>
          <a:noFill/>
          <a:ln/>
        </p:spPr>
        <p:txBody>
          <a:bodyPr wrap="square" lIns="0" tIns="0" rIns="0" bIns="0" rtlCol="0" anchor="ctr"/>
          <a:lstStyle/>
          <a:p>
            <a:pPr algn="ctr" indent="0" marL="0">
              <a:buNone/>
            </a:pPr>
            <a:r>
              <a:rPr lang="en-US" sz="4800" b="1" dirty="0">
                <a:solidFill>
                  <a:schemeClr val="bg1"/>
                </a:solidFill>
                <a:latin typeface="+mj-lt" pitchFamily="34" charset="0"/>
                <a:ea typeface="+mj-lt" pitchFamily="34" charset="-122"/>
                <a:cs typeface="+mj-lt" pitchFamily="34" charset="-120"/>
              </a:rPr>
              <a:t>?</a:t>
            </a:r>
            <a:endParaRPr lang="en-US" sz="4800" dirty="0"/>
          </a:p>
        </p:txBody>
      </p:sp>
      <p:sp>
        <p:nvSpPr>
          <p:cNvPr id="26" name="Shape 23"/>
          <p:cNvSpPr/>
          <p:nvPr/>
        </p:nvSpPr>
        <p:spPr>
          <a:xfrm>
            <a:off x="548640" y="2898648"/>
            <a:ext cx="2601468" cy="1188720"/>
          </a:xfrm>
          <a:prstGeom prst="roundRect">
            <a:avLst>
              <a:gd name="adj" fmla="val 9231"/>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27" name="Shape 24"/>
          <p:cNvSpPr/>
          <p:nvPr/>
        </p:nvSpPr>
        <p:spPr>
          <a:xfrm>
            <a:off x="640080" y="2990088"/>
            <a:ext cx="2418588" cy="1005840"/>
          </a:xfrm>
          <a:prstGeom prst="roundRect">
            <a:avLst>
              <a:gd name="adj" fmla="val 9091"/>
            </a:avLst>
          </a:prstGeom>
          <a:noFill/>
          <a:ln w="9525">
            <a:solidFill>
              <a:srgbClr val="FFFFFF">
                <a:alpha val="40000"/>
              </a:srgbClr>
            </a:solidFill>
            <a:prstDash val="solid"/>
          </a:ln>
        </p:spPr>
      </p:sp>
      <p:sp>
        <p:nvSpPr>
          <p:cNvPr id="28" name="Shape 25"/>
          <p:cNvSpPr/>
          <p:nvPr/>
        </p:nvSpPr>
        <p:spPr>
          <a:xfrm>
            <a:off x="731520" y="3081528"/>
            <a:ext cx="384048" cy="384048"/>
          </a:xfrm>
          <a:prstGeom prst="ellipse">
            <a:avLst/>
          </a:prstGeom>
          <a:solidFill>
            <a:schemeClr val="accent1"/>
          </a:solidFill>
          <a:ln w="12700">
            <a:solidFill>
              <a:srgbClr val="FFFFFF">
                <a:alpha val="0"/>
              </a:srgbClr>
            </a:solidFill>
            <a:prstDash val="solid"/>
          </a:ln>
        </p:spPr>
      </p:sp>
      <p:sp>
        <p:nvSpPr>
          <p:cNvPr id="29" name="Text 26"/>
          <p:cNvSpPr txBox="1"/>
          <p:nvPr/>
        </p:nvSpPr>
        <p:spPr>
          <a:xfrm>
            <a:off x="731520" y="308152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0" name="Text 27"/>
          <p:cNvSpPr txBox="1"/>
          <p:nvPr/>
        </p:nvSpPr>
        <p:spPr>
          <a:xfrm>
            <a:off x="548640" y="2898648"/>
            <a:ext cx="2601468" cy="1188720"/>
          </a:xfrm>
          <a:prstGeom prst="rect">
            <a:avLst/>
          </a:prstGeom>
          <a:noFill/>
          <a:ln/>
        </p:spPr>
        <p:txBody>
          <a:bodyPr wrap="square" lIns="0" tIns="0" rIns="0" bIns="0" rtlCol="0" anchor="ctr"/>
          <a:lstStyle/>
          <a:p>
            <a:pPr algn="ctr" indent="0" marL="0">
              <a:buNone/>
            </a:pPr>
            <a:r>
              <a:rPr lang="en-US" sz="4800" b="1" dirty="0">
                <a:solidFill>
                  <a:schemeClr val="bg1"/>
                </a:solidFill>
                <a:latin typeface="+mj-lt" pitchFamily="34" charset="0"/>
                <a:ea typeface="+mj-lt" pitchFamily="34" charset="-122"/>
                <a:cs typeface="+mj-lt" pitchFamily="34" charset="-120"/>
              </a:rPr>
              <a:t>?</a:t>
            </a:r>
            <a:endParaRPr lang="en-US" sz="4800" dirty="0"/>
          </a:p>
        </p:txBody>
      </p:sp>
      <p:sp>
        <p:nvSpPr>
          <p:cNvPr id="31" name="Shape 28"/>
          <p:cNvSpPr/>
          <p:nvPr/>
        </p:nvSpPr>
        <p:spPr>
          <a:xfrm>
            <a:off x="3378708" y="2898648"/>
            <a:ext cx="2601468" cy="1188720"/>
          </a:xfrm>
          <a:prstGeom prst="roundRect">
            <a:avLst>
              <a:gd name="adj" fmla="val 9231"/>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32" name="Shape 29"/>
          <p:cNvSpPr/>
          <p:nvPr/>
        </p:nvSpPr>
        <p:spPr>
          <a:xfrm>
            <a:off x="3470148" y="2990088"/>
            <a:ext cx="2418588" cy="1005840"/>
          </a:xfrm>
          <a:prstGeom prst="roundRect">
            <a:avLst>
              <a:gd name="adj" fmla="val 9091"/>
            </a:avLst>
          </a:prstGeom>
          <a:noFill/>
          <a:ln w="9525">
            <a:solidFill>
              <a:srgbClr val="FFFFFF">
                <a:alpha val="40000"/>
              </a:srgbClr>
            </a:solidFill>
            <a:prstDash val="solid"/>
          </a:ln>
        </p:spPr>
      </p:sp>
      <p:sp>
        <p:nvSpPr>
          <p:cNvPr id="33" name="Shape 30"/>
          <p:cNvSpPr/>
          <p:nvPr/>
        </p:nvSpPr>
        <p:spPr>
          <a:xfrm>
            <a:off x="3561588" y="3081528"/>
            <a:ext cx="384048" cy="384048"/>
          </a:xfrm>
          <a:prstGeom prst="ellipse">
            <a:avLst/>
          </a:prstGeom>
          <a:solidFill>
            <a:schemeClr val="accent1"/>
          </a:solidFill>
          <a:ln w="12700">
            <a:solidFill>
              <a:srgbClr val="FFFFFF">
                <a:alpha val="0"/>
              </a:srgbClr>
            </a:solidFill>
            <a:prstDash val="solid"/>
          </a:ln>
        </p:spPr>
      </p:sp>
      <p:sp>
        <p:nvSpPr>
          <p:cNvPr id="34" name="Text 31"/>
          <p:cNvSpPr txBox="1"/>
          <p:nvPr/>
        </p:nvSpPr>
        <p:spPr>
          <a:xfrm>
            <a:off x="3561588" y="308152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5" name="Text 32"/>
          <p:cNvSpPr txBox="1"/>
          <p:nvPr/>
        </p:nvSpPr>
        <p:spPr>
          <a:xfrm>
            <a:off x="3378708" y="2898648"/>
            <a:ext cx="2601468" cy="1188720"/>
          </a:xfrm>
          <a:prstGeom prst="rect">
            <a:avLst/>
          </a:prstGeom>
          <a:noFill/>
          <a:ln/>
        </p:spPr>
        <p:txBody>
          <a:bodyPr wrap="square" lIns="0" tIns="0" rIns="0" bIns="0" rtlCol="0" anchor="ctr"/>
          <a:lstStyle/>
          <a:p>
            <a:pPr algn="ctr" indent="0" marL="0">
              <a:buNone/>
            </a:pPr>
            <a:r>
              <a:rPr lang="en-US" sz="4800" b="1" dirty="0">
                <a:solidFill>
                  <a:schemeClr val="bg1"/>
                </a:solidFill>
                <a:latin typeface="+mj-lt" pitchFamily="34" charset="0"/>
                <a:ea typeface="+mj-lt" pitchFamily="34" charset="-122"/>
                <a:cs typeface="+mj-lt" pitchFamily="34" charset="-120"/>
              </a:rPr>
              <a:t>?</a:t>
            </a:r>
            <a:endParaRPr lang="en-US" sz="4800" dirty="0"/>
          </a:p>
        </p:txBody>
      </p:sp>
      <p:sp>
        <p:nvSpPr>
          <p:cNvPr id="36" name="Shape 33"/>
          <p:cNvSpPr/>
          <p:nvPr/>
        </p:nvSpPr>
        <p:spPr>
          <a:xfrm>
            <a:off x="6208776" y="2898648"/>
            <a:ext cx="2601468" cy="1188720"/>
          </a:xfrm>
          <a:prstGeom prst="roundRect">
            <a:avLst>
              <a:gd name="adj" fmla="val 9231"/>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37" name="Shape 34"/>
          <p:cNvSpPr/>
          <p:nvPr/>
        </p:nvSpPr>
        <p:spPr>
          <a:xfrm>
            <a:off x="6300216" y="2990088"/>
            <a:ext cx="2418588" cy="1005840"/>
          </a:xfrm>
          <a:prstGeom prst="roundRect">
            <a:avLst>
              <a:gd name="adj" fmla="val 9091"/>
            </a:avLst>
          </a:prstGeom>
          <a:noFill/>
          <a:ln w="9525">
            <a:solidFill>
              <a:srgbClr val="FFFFFF">
                <a:alpha val="40000"/>
              </a:srgbClr>
            </a:solidFill>
            <a:prstDash val="solid"/>
          </a:ln>
        </p:spPr>
      </p:sp>
      <p:sp>
        <p:nvSpPr>
          <p:cNvPr id="38" name="Shape 35"/>
          <p:cNvSpPr/>
          <p:nvPr/>
        </p:nvSpPr>
        <p:spPr>
          <a:xfrm>
            <a:off x="6391656" y="3081528"/>
            <a:ext cx="384048" cy="384048"/>
          </a:xfrm>
          <a:prstGeom prst="ellipse">
            <a:avLst/>
          </a:prstGeom>
          <a:solidFill>
            <a:schemeClr val="accent1"/>
          </a:solidFill>
          <a:ln w="12700">
            <a:solidFill>
              <a:srgbClr val="FFFFFF">
                <a:alpha val="0"/>
              </a:srgbClr>
            </a:solidFill>
            <a:prstDash val="solid"/>
          </a:ln>
        </p:spPr>
      </p:sp>
      <p:sp>
        <p:nvSpPr>
          <p:cNvPr id="39" name="Text 36"/>
          <p:cNvSpPr txBox="1"/>
          <p:nvPr/>
        </p:nvSpPr>
        <p:spPr>
          <a:xfrm>
            <a:off x="6391656" y="308152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0" name="Text 37"/>
          <p:cNvSpPr txBox="1"/>
          <p:nvPr/>
        </p:nvSpPr>
        <p:spPr>
          <a:xfrm>
            <a:off x="6208776" y="2898648"/>
            <a:ext cx="2601468" cy="1188720"/>
          </a:xfrm>
          <a:prstGeom prst="rect">
            <a:avLst/>
          </a:prstGeom>
          <a:noFill/>
          <a:ln/>
        </p:spPr>
        <p:txBody>
          <a:bodyPr wrap="square" lIns="0" tIns="0" rIns="0" bIns="0" rtlCol="0" anchor="ctr"/>
          <a:lstStyle/>
          <a:p>
            <a:pPr algn="ctr" indent="0" marL="0">
              <a:buNone/>
            </a:pPr>
            <a:r>
              <a:rPr lang="en-US" sz="4800" b="1" dirty="0">
                <a:solidFill>
                  <a:schemeClr val="bg1"/>
                </a:solidFill>
                <a:latin typeface="+mj-lt" pitchFamily="34" charset="0"/>
                <a:ea typeface="+mj-lt" pitchFamily="34" charset="-122"/>
                <a:cs typeface="+mj-lt" pitchFamily="34" charset="-120"/>
              </a:rPr>
              <a:t>?</a:t>
            </a:r>
            <a:endParaRPr lang="en-US" sz="4800" dirty="0"/>
          </a:p>
        </p:txBody>
      </p:sp>
      <p:sp>
        <p:nvSpPr>
          <p:cNvPr id="41" name="Shape 38"/>
          <p:cNvSpPr/>
          <p:nvPr/>
        </p:nvSpPr>
        <p:spPr>
          <a:xfrm>
            <a:off x="9038844" y="2898648"/>
            <a:ext cx="2601468" cy="1188720"/>
          </a:xfrm>
          <a:prstGeom prst="roundRect">
            <a:avLst>
              <a:gd name="adj" fmla="val 9231"/>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42" name="Shape 39"/>
          <p:cNvSpPr/>
          <p:nvPr/>
        </p:nvSpPr>
        <p:spPr>
          <a:xfrm>
            <a:off x="9130284" y="2990088"/>
            <a:ext cx="2418588" cy="1005840"/>
          </a:xfrm>
          <a:prstGeom prst="roundRect">
            <a:avLst>
              <a:gd name="adj" fmla="val 9091"/>
            </a:avLst>
          </a:prstGeom>
          <a:noFill/>
          <a:ln w="9525">
            <a:solidFill>
              <a:srgbClr val="FFFFFF">
                <a:alpha val="40000"/>
              </a:srgbClr>
            </a:solidFill>
            <a:prstDash val="solid"/>
          </a:ln>
        </p:spPr>
      </p:sp>
      <p:sp>
        <p:nvSpPr>
          <p:cNvPr id="43" name="Shape 40"/>
          <p:cNvSpPr/>
          <p:nvPr/>
        </p:nvSpPr>
        <p:spPr>
          <a:xfrm>
            <a:off x="9221724" y="3081528"/>
            <a:ext cx="384048" cy="384048"/>
          </a:xfrm>
          <a:prstGeom prst="ellipse">
            <a:avLst/>
          </a:prstGeom>
          <a:solidFill>
            <a:schemeClr val="accent1"/>
          </a:solidFill>
          <a:ln w="12700">
            <a:solidFill>
              <a:srgbClr val="FFFFFF">
                <a:alpha val="0"/>
              </a:srgbClr>
            </a:solidFill>
            <a:prstDash val="solid"/>
          </a:ln>
        </p:spPr>
      </p:sp>
      <p:sp>
        <p:nvSpPr>
          <p:cNvPr id="44" name="Text 41"/>
          <p:cNvSpPr txBox="1"/>
          <p:nvPr/>
        </p:nvSpPr>
        <p:spPr>
          <a:xfrm>
            <a:off x="9221724" y="308152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45" name="Text 42"/>
          <p:cNvSpPr txBox="1"/>
          <p:nvPr/>
        </p:nvSpPr>
        <p:spPr>
          <a:xfrm>
            <a:off x="9038844" y="2898648"/>
            <a:ext cx="2601468" cy="1188720"/>
          </a:xfrm>
          <a:prstGeom prst="rect">
            <a:avLst/>
          </a:prstGeom>
          <a:noFill/>
          <a:ln/>
        </p:spPr>
        <p:txBody>
          <a:bodyPr wrap="square" lIns="0" tIns="0" rIns="0" bIns="0" rtlCol="0" anchor="ctr"/>
          <a:lstStyle/>
          <a:p>
            <a:pPr algn="ctr" indent="0" marL="0">
              <a:buNone/>
            </a:pPr>
            <a:r>
              <a:rPr lang="en-US" sz="4800" b="1" dirty="0">
                <a:solidFill>
                  <a:schemeClr val="bg1"/>
                </a:solidFill>
                <a:latin typeface="+mj-lt" pitchFamily="34" charset="0"/>
                <a:ea typeface="+mj-lt" pitchFamily="34" charset="-122"/>
                <a:cs typeface="+mj-lt" pitchFamily="34" charset="-120"/>
              </a:rPr>
              <a:t>?</a:t>
            </a:r>
            <a:endParaRPr lang="en-US" sz="4800" dirty="0"/>
          </a:p>
        </p:txBody>
      </p:sp>
      <p:sp>
        <p:nvSpPr>
          <p:cNvPr id="46" name="Shape 43"/>
          <p:cNvSpPr/>
          <p:nvPr/>
        </p:nvSpPr>
        <p:spPr>
          <a:xfrm>
            <a:off x="548640" y="4242816"/>
            <a:ext cx="2601468" cy="1188720"/>
          </a:xfrm>
          <a:prstGeom prst="roundRect">
            <a:avLst>
              <a:gd name="adj" fmla="val 9231"/>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47" name="Shape 44"/>
          <p:cNvSpPr/>
          <p:nvPr/>
        </p:nvSpPr>
        <p:spPr>
          <a:xfrm>
            <a:off x="640080" y="4334256"/>
            <a:ext cx="2418588" cy="1005840"/>
          </a:xfrm>
          <a:prstGeom prst="roundRect">
            <a:avLst>
              <a:gd name="adj" fmla="val 9091"/>
            </a:avLst>
          </a:prstGeom>
          <a:noFill/>
          <a:ln w="9525">
            <a:solidFill>
              <a:srgbClr val="FFFFFF">
                <a:alpha val="40000"/>
              </a:srgbClr>
            </a:solidFill>
            <a:prstDash val="solid"/>
          </a:ln>
        </p:spPr>
      </p:sp>
      <p:sp>
        <p:nvSpPr>
          <p:cNvPr id="48" name="Shape 45"/>
          <p:cNvSpPr/>
          <p:nvPr/>
        </p:nvSpPr>
        <p:spPr>
          <a:xfrm>
            <a:off x="731520" y="4425696"/>
            <a:ext cx="384048" cy="384048"/>
          </a:xfrm>
          <a:prstGeom prst="ellipse">
            <a:avLst/>
          </a:prstGeom>
          <a:solidFill>
            <a:schemeClr val="accent1"/>
          </a:solidFill>
          <a:ln w="12700">
            <a:solidFill>
              <a:srgbClr val="FFFFFF">
                <a:alpha val="0"/>
              </a:srgbClr>
            </a:solidFill>
            <a:prstDash val="solid"/>
          </a:ln>
        </p:spPr>
      </p:sp>
      <p:sp>
        <p:nvSpPr>
          <p:cNvPr id="49" name="Text 46"/>
          <p:cNvSpPr txBox="1"/>
          <p:nvPr/>
        </p:nvSpPr>
        <p:spPr>
          <a:xfrm>
            <a:off x="731520" y="44256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9</a:t>
            </a:r>
            <a:endParaRPr lang="en-US" sz="1300" dirty="0"/>
          </a:p>
        </p:txBody>
      </p:sp>
      <p:sp>
        <p:nvSpPr>
          <p:cNvPr id="50" name="Text 47"/>
          <p:cNvSpPr txBox="1"/>
          <p:nvPr/>
        </p:nvSpPr>
        <p:spPr>
          <a:xfrm>
            <a:off x="548640" y="4242816"/>
            <a:ext cx="2601468" cy="1188720"/>
          </a:xfrm>
          <a:prstGeom prst="rect">
            <a:avLst/>
          </a:prstGeom>
          <a:noFill/>
          <a:ln/>
        </p:spPr>
        <p:txBody>
          <a:bodyPr wrap="square" lIns="0" tIns="0" rIns="0" bIns="0" rtlCol="0" anchor="ctr"/>
          <a:lstStyle/>
          <a:p>
            <a:pPr algn="ctr" indent="0" marL="0">
              <a:buNone/>
            </a:pPr>
            <a:r>
              <a:rPr lang="en-US" sz="4800" b="1" dirty="0">
                <a:solidFill>
                  <a:schemeClr val="bg1"/>
                </a:solidFill>
                <a:latin typeface="+mj-lt" pitchFamily="34" charset="0"/>
                <a:ea typeface="+mj-lt" pitchFamily="34" charset="-122"/>
                <a:cs typeface="+mj-lt" pitchFamily="34" charset="-120"/>
              </a:rPr>
              <a:t>?</a:t>
            </a:r>
            <a:endParaRPr lang="en-US" sz="4800" dirty="0"/>
          </a:p>
        </p:txBody>
      </p:sp>
      <p:sp>
        <p:nvSpPr>
          <p:cNvPr id="51" name="Shape 48"/>
          <p:cNvSpPr/>
          <p:nvPr/>
        </p:nvSpPr>
        <p:spPr>
          <a:xfrm>
            <a:off x="3378708" y="4242816"/>
            <a:ext cx="2601468" cy="1188720"/>
          </a:xfrm>
          <a:prstGeom prst="roundRect">
            <a:avLst>
              <a:gd name="adj" fmla="val 9231"/>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52" name="Shape 49"/>
          <p:cNvSpPr/>
          <p:nvPr/>
        </p:nvSpPr>
        <p:spPr>
          <a:xfrm>
            <a:off x="3470148" y="4334256"/>
            <a:ext cx="2418588" cy="1005840"/>
          </a:xfrm>
          <a:prstGeom prst="roundRect">
            <a:avLst>
              <a:gd name="adj" fmla="val 9091"/>
            </a:avLst>
          </a:prstGeom>
          <a:noFill/>
          <a:ln w="9525">
            <a:solidFill>
              <a:srgbClr val="FFFFFF">
                <a:alpha val="40000"/>
              </a:srgbClr>
            </a:solidFill>
            <a:prstDash val="solid"/>
          </a:ln>
        </p:spPr>
      </p:sp>
      <p:sp>
        <p:nvSpPr>
          <p:cNvPr id="53" name="Shape 50"/>
          <p:cNvSpPr/>
          <p:nvPr/>
        </p:nvSpPr>
        <p:spPr>
          <a:xfrm>
            <a:off x="3561588" y="4425696"/>
            <a:ext cx="384048" cy="384048"/>
          </a:xfrm>
          <a:prstGeom prst="ellipse">
            <a:avLst/>
          </a:prstGeom>
          <a:solidFill>
            <a:schemeClr val="accent1"/>
          </a:solidFill>
          <a:ln w="12700">
            <a:solidFill>
              <a:srgbClr val="FFFFFF">
                <a:alpha val="0"/>
              </a:srgbClr>
            </a:solidFill>
            <a:prstDash val="solid"/>
          </a:ln>
        </p:spPr>
      </p:sp>
      <p:sp>
        <p:nvSpPr>
          <p:cNvPr id="54" name="Text 51"/>
          <p:cNvSpPr txBox="1"/>
          <p:nvPr/>
        </p:nvSpPr>
        <p:spPr>
          <a:xfrm>
            <a:off x="3561588" y="44256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10</a:t>
            </a:r>
            <a:endParaRPr lang="en-US" sz="1300" dirty="0"/>
          </a:p>
        </p:txBody>
      </p:sp>
      <p:sp>
        <p:nvSpPr>
          <p:cNvPr id="55" name="Text 52"/>
          <p:cNvSpPr txBox="1"/>
          <p:nvPr/>
        </p:nvSpPr>
        <p:spPr>
          <a:xfrm>
            <a:off x="3378708" y="4242816"/>
            <a:ext cx="2601468" cy="1188720"/>
          </a:xfrm>
          <a:prstGeom prst="rect">
            <a:avLst/>
          </a:prstGeom>
          <a:noFill/>
          <a:ln/>
        </p:spPr>
        <p:txBody>
          <a:bodyPr wrap="square" lIns="0" tIns="0" rIns="0" bIns="0" rtlCol="0" anchor="ctr"/>
          <a:lstStyle/>
          <a:p>
            <a:pPr algn="ctr" indent="0" marL="0">
              <a:buNone/>
            </a:pPr>
            <a:r>
              <a:rPr lang="en-US" sz="4800" b="1" dirty="0">
                <a:solidFill>
                  <a:schemeClr val="bg1"/>
                </a:solidFill>
                <a:latin typeface="+mj-lt" pitchFamily="34" charset="0"/>
                <a:ea typeface="+mj-lt" pitchFamily="34" charset="-122"/>
                <a:cs typeface="+mj-lt" pitchFamily="34" charset="-120"/>
              </a:rPr>
              <a:t>?</a:t>
            </a:r>
            <a:endParaRPr lang="en-US" sz="4800" dirty="0"/>
          </a:p>
        </p:txBody>
      </p:sp>
      <p:sp>
        <p:nvSpPr>
          <p:cNvPr id="56" name="Shape 53"/>
          <p:cNvSpPr/>
          <p:nvPr/>
        </p:nvSpPr>
        <p:spPr>
          <a:xfrm>
            <a:off x="6208776" y="4242816"/>
            <a:ext cx="2601468" cy="1188720"/>
          </a:xfrm>
          <a:prstGeom prst="roundRect">
            <a:avLst>
              <a:gd name="adj" fmla="val 9231"/>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57" name="Shape 54"/>
          <p:cNvSpPr/>
          <p:nvPr/>
        </p:nvSpPr>
        <p:spPr>
          <a:xfrm>
            <a:off x="6300216" y="4334256"/>
            <a:ext cx="2418588" cy="1005840"/>
          </a:xfrm>
          <a:prstGeom prst="roundRect">
            <a:avLst>
              <a:gd name="adj" fmla="val 9091"/>
            </a:avLst>
          </a:prstGeom>
          <a:noFill/>
          <a:ln w="9525">
            <a:solidFill>
              <a:srgbClr val="FFFFFF">
                <a:alpha val="40000"/>
              </a:srgbClr>
            </a:solidFill>
            <a:prstDash val="solid"/>
          </a:ln>
        </p:spPr>
      </p:sp>
      <p:sp>
        <p:nvSpPr>
          <p:cNvPr id="58" name="Shape 55"/>
          <p:cNvSpPr/>
          <p:nvPr/>
        </p:nvSpPr>
        <p:spPr>
          <a:xfrm>
            <a:off x="6391656" y="4425696"/>
            <a:ext cx="384048" cy="384048"/>
          </a:xfrm>
          <a:prstGeom prst="ellipse">
            <a:avLst/>
          </a:prstGeom>
          <a:solidFill>
            <a:schemeClr val="accent1"/>
          </a:solidFill>
          <a:ln w="12700">
            <a:solidFill>
              <a:srgbClr val="FFFFFF">
                <a:alpha val="0"/>
              </a:srgbClr>
            </a:solidFill>
            <a:prstDash val="solid"/>
          </a:ln>
        </p:spPr>
      </p:sp>
      <p:sp>
        <p:nvSpPr>
          <p:cNvPr id="59" name="Text 56"/>
          <p:cNvSpPr txBox="1"/>
          <p:nvPr/>
        </p:nvSpPr>
        <p:spPr>
          <a:xfrm>
            <a:off x="6391656" y="44256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11</a:t>
            </a:r>
            <a:endParaRPr lang="en-US" sz="1300" dirty="0"/>
          </a:p>
        </p:txBody>
      </p:sp>
      <p:sp>
        <p:nvSpPr>
          <p:cNvPr id="60" name="Text 57"/>
          <p:cNvSpPr txBox="1"/>
          <p:nvPr/>
        </p:nvSpPr>
        <p:spPr>
          <a:xfrm>
            <a:off x="6208776" y="4242816"/>
            <a:ext cx="2601468" cy="1188720"/>
          </a:xfrm>
          <a:prstGeom prst="rect">
            <a:avLst/>
          </a:prstGeom>
          <a:noFill/>
          <a:ln/>
        </p:spPr>
        <p:txBody>
          <a:bodyPr wrap="square" lIns="0" tIns="0" rIns="0" bIns="0" rtlCol="0" anchor="ctr"/>
          <a:lstStyle/>
          <a:p>
            <a:pPr algn="ctr" indent="0" marL="0">
              <a:buNone/>
            </a:pPr>
            <a:r>
              <a:rPr lang="en-US" sz="4800" b="1" dirty="0">
                <a:solidFill>
                  <a:schemeClr val="bg1"/>
                </a:solidFill>
                <a:latin typeface="+mj-lt" pitchFamily="34" charset="0"/>
                <a:ea typeface="+mj-lt" pitchFamily="34" charset="-122"/>
                <a:cs typeface="+mj-lt" pitchFamily="34" charset="-120"/>
              </a:rPr>
              <a:t>?</a:t>
            </a:r>
            <a:endParaRPr lang="en-US" sz="4800" dirty="0"/>
          </a:p>
        </p:txBody>
      </p:sp>
      <p:sp>
        <p:nvSpPr>
          <p:cNvPr id="61" name="Shape 58"/>
          <p:cNvSpPr/>
          <p:nvPr/>
        </p:nvSpPr>
        <p:spPr>
          <a:xfrm>
            <a:off x="9038844" y="4242816"/>
            <a:ext cx="2601468" cy="1188720"/>
          </a:xfrm>
          <a:prstGeom prst="roundRect">
            <a:avLst>
              <a:gd name="adj" fmla="val 9231"/>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62" name="Shape 59"/>
          <p:cNvSpPr/>
          <p:nvPr/>
        </p:nvSpPr>
        <p:spPr>
          <a:xfrm>
            <a:off x="9130284" y="4334256"/>
            <a:ext cx="2418588" cy="1005840"/>
          </a:xfrm>
          <a:prstGeom prst="roundRect">
            <a:avLst>
              <a:gd name="adj" fmla="val 9091"/>
            </a:avLst>
          </a:prstGeom>
          <a:noFill/>
          <a:ln w="9525">
            <a:solidFill>
              <a:srgbClr val="FFFFFF">
                <a:alpha val="40000"/>
              </a:srgbClr>
            </a:solidFill>
            <a:prstDash val="solid"/>
          </a:ln>
        </p:spPr>
      </p:sp>
      <p:sp>
        <p:nvSpPr>
          <p:cNvPr id="63" name="Shape 60"/>
          <p:cNvSpPr/>
          <p:nvPr/>
        </p:nvSpPr>
        <p:spPr>
          <a:xfrm>
            <a:off x="9221724" y="4425696"/>
            <a:ext cx="384048" cy="384048"/>
          </a:xfrm>
          <a:prstGeom prst="ellipse">
            <a:avLst/>
          </a:prstGeom>
          <a:solidFill>
            <a:schemeClr val="accent1"/>
          </a:solidFill>
          <a:ln w="12700">
            <a:solidFill>
              <a:srgbClr val="FFFFFF">
                <a:alpha val="0"/>
              </a:srgbClr>
            </a:solidFill>
            <a:prstDash val="solid"/>
          </a:ln>
        </p:spPr>
      </p:sp>
      <p:sp>
        <p:nvSpPr>
          <p:cNvPr id="64" name="Text 61"/>
          <p:cNvSpPr txBox="1"/>
          <p:nvPr/>
        </p:nvSpPr>
        <p:spPr>
          <a:xfrm>
            <a:off x="9221724" y="44256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12</a:t>
            </a:r>
            <a:endParaRPr lang="en-US" sz="1300" dirty="0"/>
          </a:p>
        </p:txBody>
      </p:sp>
      <p:sp>
        <p:nvSpPr>
          <p:cNvPr id="65" name="Text 62"/>
          <p:cNvSpPr txBox="1"/>
          <p:nvPr/>
        </p:nvSpPr>
        <p:spPr>
          <a:xfrm>
            <a:off x="9038844" y="4242816"/>
            <a:ext cx="2601468" cy="1188720"/>
          </a:xfrm>
          <a:prstGeom prst="rect">
            <a:avLst/>
          </a:prstGeom>
          <a:noFill/>
          <a:ln/>
        </p:spPr>
        <p:txBody>
          <a:bodyPr wrap="square" lIns="0" tIns="0" rIns="0" bIns="0" rtlCol="0" anchor="ctr"/>
          <a:lstStyle/>
          <a:p>
            <a:pPr algn="ctr" indent="0" marL="0">
              <a:buNone/>
            </a:pPr>
            <a:r>
              <a:rPr lang="en-US" sz="4800" b="1" dirty="0">
                <a:solidFill>
                  <a:schemeClr val="bg1"/>
                </a:solidFill>
                <a:latin typeface="+mj-lt" pitchFamily="34" charset="0"/>
                <a:ea typeface="+mj-lt" pitchFamily="34" charset="-122"/>
                <a:cs typeface="+mj-lt" pitchFamily="34" charset="-120"/>
              </a:rPr>
              <a:t>?</a:t>
            </a:r>
            <a:endParaRPr lang="en-US" sz="4800" dirty="0"/>
          </a:p>
        </p:txBody>
      </p:sp>
      <p:sp>
        <p:nvSpPr>
          <p:cNvPr id="66" name="Shape 63"/>
          <p:cNvSpPr/>
          <p:nvPr/>
        </p:nvSpPr>
        <p:spPr>
          <a:xfrm>
            <a:off x="548640" y="5559552"/>
            <a:ext cx="11091672" cy="704088"/>
          </a:xfrm>
          <a:prstGeom prst="roundRect">
            <a:avLst>
              <a:gd name="adj" fmla="val 10390"/>
            </a:avLst>
          </a:prstGeom>
          <a:solidFill>
            <a:schemeClr val="bg2"/>
          </a:solidFill>
          <a:ln w="12700">
            <a:solidFill>
              <a:srgbClr val="D5DCE6"/>
            </a:solidFill>
            <a:prstDash val="solid"/>
          </a:ln>
        </p:spPr>
      </p:sp>
      <p:pic>
        <p:nvPicPr>
          <p:cNvPr id="67" name="Image 0" descr="TheaterMasks">    </p:cNvPr>
          <p:cNvPicPr>
            <a:picLocks noChangeAspect="1"/>
          </p:cNvPicPr>
          <p:nvPr/>
        </p:nvPicPr>
        <p:blipFill>
          <a:blip r:embed="rId1"/>
          <a:stretch>
            <a:fillRect/>
          </a:stretch>
        </p:blipFill>
        <p:spPr>
          <a:xfrm>
            <a:off x="731520" y="5733288"/>
            <a:ext cx="365760" cy="365760"/>
          </a:xfrm>
          <a:prstGeom prst="rect">
            <a:avLst/>
          </a:prstGeom>
        </p:spPr>
      </p:pic>
      <p:sp>
        <p:nvSpPr>
          <p:cNvPr id="68" name="Text 64"/>
          <p:cNvSpPr txBox="1"/>
          <p:nvPr/>
        </p:nvSpPr>
        <p:spPr>
          <a:xfrm>
            <a:off x="1280160" y="5559552"/>
            <a:ext cx="10241280" cy="704088"/>
          </a:xfrm>
          <a:prstGeom prst="rect">
            <a:avLst/>
          </a:prstGeom>
          <a:noFill/>
          <a:ln/>
        </p:spPr>
        <p:txBody>
          <a:bodyPr wrap="square" lIns="0" tIns="0" rIns="0" bIns="0" rtlCol="0" anchor="ctr"/>
          <a:lstStyle/>
          <a:p>
            <a:pPr algn="l" indent="0" marL="0">
              <a:buNone/>
            </a:pPr>
            <a:r>
              <a:rPr lang="en-US" sz="1600" dirty="0">
                <a:solidFill>
                  <a:schemeClr val="tx1"/>
                </a:solidFill>
              </a:rPr>
              <a:t>Un joueur </a:t>
            </a:r>
            <a:r>
              <a:rPr lang="en-US" sz="1600" b="1" dirty="0">
                <a:solidFill>
                  <a:schemeClr val="tx1"/>
                </a:solidFill>
              </a:rPr>
              <a:t>mime</a:t>
            </a:r>
            <a:r>
              <a:rPr lang="en-US" sz="1600" dirty="0">
                <a:solidFill>
                  <a:schemeClr val="tx1"/>
                </a:solidFill>
              </a:rPr>
              <a:t> le verbe · l’équipe répond avec une phrase complète :</a:t>
            </a:r>
            <a:endParaRPr lang="en-US" sz="1600" dirty="0"/>
          </a:p>
          <a:p>
            <a:pPr algn="l" indent="0" marL="0">
              <a:buNone/>
            </a:pPr>
            <a:r>
              <a:rPr lang="en-US" sz="1600" dirty="0">
                <a:solidFill>
                  <a:schemeClr val="tx1"/>
                </a:solidFill>
              </a:rPr>
              <a:t>« </a:t>
            </a:r>
            <a:r>
              <a:rPr lang="en-US" sz="1600" b="1" i="1" dirty="0">
                <a:solidFill>
                  <a:schemeClr val="tx1"/>
                </a:solidFill>
              </a:rPr>
              <a:t>Hij leest!</a:t>
            </a:r>
            <a:r>
              <a:rPr lang="en-US" sz="1600" dirty="0">
                <a:solidFill>
                  <a:schemeClr val="tx1"/>
                </a:solidFill>
              </a:rPr>
              <a:t> »  /  « </a:t>
            </a:r>
            <a:r>
              <a:rPr lang="en-US" sz="1600" b="1" i="1" dirty="0">
                <a:solidFill>
                  <a:schemeClr val="tx1"/>
                </a:solidFill>
              </a:rPr>
              <a:t>Ze rijdt!</a:t>
            </a:r>
            <a:r>
              <a:rPr lang="en-US" sz="1600" dirty="0">
                <a:solidFill>
                  <a:schemeClr val="tx1"/>
                </a:solidFill>
              </a:rPr>
              <a:t> »</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Mime et conjugue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7" name="Shape 4"/>
          <p:cNvSpPr/>
          <p:nvPr/>
        </p:nvSpPr>
        <p:spPr>
          <a:xfrm>
            <a:off x="548640" y="1554480"/>
            <a:ext cx="2601468" cy="1188720"/>
          </a:xfrm>
          <a:prstGeom prst="roundRect">
            <a:avLst>
              <a:gd name="adj" fmla="val 9231"/>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8" name="Shape 5"/>
          <p:cNvSpPr/>
          <p:nvPr/>
        </p:nvSpPr>
        <p:spPr>
          <a:xfrm>
            <a:off x="685800" y="1691640"/>
            <a:ext cx="914400" cy="914400"/>
          </a:xfrm>
          <a:prstGeom prst="roundRect">
            <a:avLst>
              <a:gd name="adj" fmla="val 10000"/>
            </a:avLst>
          </a:prstGeom>
          <a:solidFill>
            <a:srgbClr val="EDF6F0"/>
          </a:solidFill>
          <a:ln w="12700">
            <a:solidFill>
              <a:srgbClr val="FFFFFF">
                <a:alpha val="0"/>
              </a:srgbClr>
            </a:solidFill>
            <a:prstDash val="solid"/>
          </a:ln>
        </p:spPr>
      </p:sp>
      <p:pic>
        <p:nvPicPr>
          <p:cNvPr id="9" name="Image 0" descr="bed">    </p:cNvPr>
          <p:cNvPicPr>
            <a:picLocks noChangeAspect="1"/>
          </p:cNvPicPr>
          <p:nvPr/>
        </p:nvPicPr>
        <p:blipFill>
          <a:blip r:embed="rId1"/>
          <a:stretch>
            <a:fillRect/>
          </a:stretch>
        </p:blipFill>
        <p:spPr>
          <a:xfrm>
            <a:off x="822960" y="1828800"/>
            <a:ext cx="640080" cy="640080"/>
          </a:xfrm>
          <a:prstGeom prst="rect">
            <a:avLst/>
          </a:prstGeom>
        </p:spPr>
      </p:pic>
      <p:sp>
        <p:nvSpPr>
          <p:cNvPr id="10" name="Text 6"/>
          <p:cNvSpPr txBox="1"/>
          <p:nvPr/>
        </p:nvSpPr>
        <p:spPr>
          <a:xfrm>
            <a:off x="1737360" y="1664208"/>
            <a:ext cx="1321308" cy="365760"/>
          </a:xfrm>
          <a:prstGeom prst="rect">
            <a:avLst/>
          </a:prstGeom>
          <a:noFill/>
          <a:ln/>
        </p:spPr>
        <p:txBody>
          <a:bodyPr wrap="square" lIns="0" tIns="0" rIns="0" bIns="0" rtlCol="0" anchor="ctr"/>
          <a:lstStyle/>
          <a:p>
            <a:pPr algn="l" indent="0" marL="0">
              <a:buNone/>
            </a:pPr>
            <a:r>
              <a:rPr lang="en-US" sz="1500" i="1" dirty="0">
                <a:solidFill>
                  <a:schemeClr val="accent5"/>
                </a:solidFill>
              </a:rPr>
              <a:t>slapen</a:t>
            </a:r>
            <a:endParaRPr lang="en-US" sz="1500" dirty="0"/>
          </a:p>
        </p:txBody>
      </p:sp>
      <p:sp>
        <p:nvSpPr>
          <p:cNvPr id="11" name="Text 7"/>
          <p:cNvSpPr txBox="1"/>
          <p:nvPr/>
        </p:nvSpPr>
        <p:spPr>
          <a:xfrm>
            <a:off x="1737360" y="2011680"/>
            <a:ext cx="1321308" cy="594360"/>
          </a:xfrm>
          <a:prstGeom prst="rect">
            <a:avLst/>
          </a:prstGeom>
          <a:noFill/>
          <a:ln/>
        </p:spPr>
        <p:txBody>
          <a:bodyPr wrap="square" lIns="0" tIns="0" rIns="0" bIns="0" rtlCol="0" anchor="ctr"/>
          <a:lstStyle/>
          <a:p>
            <a:pPr algn="l" indent="0" marL="0">
              <a:buNone/>
            </a:pPr>
            <a:r>
              <a:rPr lang="en-US" sz="2500" b="1" dirty="0">
                <a:solidFill>
                  <a:schemeClr val="accent3"/>
                </a:solidFill>
                <a:latin typeface="+mj-lt" pitchFamily="34" charset="0"/>
                <a:ea typeface="+mj-lt" pitchFamily="34" charset="-122"/>
                <a:cs typeface="+mj-lt" pitchFamily="34" charset="-120"/>
              </a:rPr>
              <a:t>slaap</a:t>
            </a:r>
            <a:r>
              <a:rPr lang="en-US" sz="2500" b="1" dirty="0">
                <a:solidFill>
                  <a:schemeClr val="accent1"/>
                </a:solidFill>
                <a:latin typeface="+mj-lt" pitchFamily="34" charset="0"/>
                <a:ea typeface="+mj-lt" pitchFamily="34" charset="-122"/>
                <a:cs typeface="+mj-lt" pitchFamily="34" charset="-120"/>
              </a:rPr>
              <a:t>t</a:t>
            </a:r>
            <a:endParaRPr lang="en-US" sz="2500" dirty="0"/>
          </a:p>
        </p:txBody>
      </p:sp>
      <p:sp>
        <p:nvSpPr>
          <p:cNvPr id="12" name="Shape 8"/>
          <p:cNvSpPr/>
          <p:nvPr/>
        </p:nvSpPr>
        <p:spPr>
          <a:xfrm>
            <a:off x="3378708" y="1554480"/>
            <a:ext cx="2601468" cy="1188720"/>
          </a:xfrm>
          <a:prstGeom prst="roundRect">
            <a:avLst>
              <a:gd name="adj" fmla="val 9231"/>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13" name="Shape 9"/>
          <p:cNvSpPr/>
          <p:nvPr/>
        </p:nvSpPr>
        <p:spPr>
          <a:xfrm>
            <a:off x="3515868" y="1691640"/>
            <a:ext cx="914400" cy="914400"/>
          </a:xfrm>
          <a:prstGeom prst="roundRect">
            <a:avLst>
              <a:gd name="adj" fmla="val 10000"/>
            </a:avLst>
          </a:prstGeom>
          <a:solidFill>
            <a:srgbClr val="EDF6F0"/>
          </a:solidFill>
          <a:ln w="12700">
            <a:solidFill>
              <a:srgbClr val="FFFFFF">
                <a:alpha val="0"/>
              </a:srgbClr>
            </a:solidFill>
            <a:prstDash val="solid"/>
          </a:ln>
        </p:spPr>
      </p:sp>
      <p:pic>
        <p:nvPicPr>
          <p:cNvPr id="14" name="Image 1" descr="open book">    </p:cNvPr>
          <p:cNvPicPr>
            <a:picLocks noChangeAspect="1"/>
          </p:cNvPicPr>
          <p:nvPr/>
        </p:nvPicPr>
        <p:blipFill>
          <a:blip r:embed="rId2"/>
          <a:stretch>
            <a:fillRect/>
          </a:stretch>
        </p:blipFill>
        <p:spPr>
          <a:xfrm>
            <a:off x="3561588" y="1737360"/>
            <a:ext cx="822960" cy="822960"/>
          </a:xfrm>
          <a:prstGeom prst="rect">
            <a:avLst/>
          </a:prstGeom>
        </p:spPr>
      </p:pic>
      <p:sp>
        <p:nvSpPr>
          <p:cNvPr id="15" name="Text 10"/>
          <p:cNvSpPr txBox="1"/>
          <p:nvPr/>
        </p:nvSpPr>
        <p:spPr>
          <a:xfrm>
            <a:off x="4567428" y="1664208"/>
            <a:ext cx="1321308" cy="365760"/>
          </a:xfrm>
          <a:prstGeom prst="rect">
            <a:avLst/>
          </a:prstGeom>
          <a:noFill/>
          <a:ln/>
        </p:spPr>
        <p:txBody>
          <a:bodyPr wrap="square" lIns="0" tIns="0" rIns="0" bIns="0" rtlCol="0" anchor="ctr"/>
          <a:lstStyle/>
          <a:p>
            <a:pPr algn="l" indent="0" marL="0">
              <a:buNone/>
            </a:pPr>
            <a:r>
              <a:rPr lang="en-US" sz="1500" i="1" dirty="0">
                <a:solidFill>
                  <a:schemeClr val="accent5"/>
                </a:solidFill>
              </a:rPr>
              <a:t>lezen</a:t>
            </a:r>
            <a:endParaRPr lang="en-US" sz="1500" dirty="0"/>
          </a:p>
        </p:txBody>
      </p:sp>
      <p:sp>
        <p:nvSpPr>
          <p:cNvPr id="16" name="Text 11"/>
          <p:cNvSpPr txBox="1"/>
          <p:nvPr/>
        </p:nvSpPr>
        <p:spPr>
          <a:xfrm>
            <a:off x="4567428" y="2011680"/>
            <a:ext cx="1321308" cy="594360"/>
          </a:xfrm>
          <a:prstGeom prst="rect">
            <a:avLst/>
          </a:prstGeom>
          <a:noFill/>
          <a:ln/>
        </p:spPr>
        <p:txBody>
          <a:bodyPr wrap="square" lIns="0" tIns="0" rIns="0" bIns="0" rtlCol="0" anchor="ctr"/>
          <a:lstStyle/>
          <a:p>
            <a:pPr algn="l" indent="0" marL="0">
              <a:buNone/>
            </a:pPr>
            <a:r>
              <a:rPr lang="en-US" sz="2500" b="1" dirty="0">
                <a:solidFill>
                  <a:schemeClr val="accent3"/>
                </a:solidFill>
                <a:latin typeface="+mj-lt" pitchFamily="34" charset="0"/>
                <a:ea typeface="+mj-lt" pitchFamily="34" charset="-122"/>
                <a:cs typeface="+mj-lt" pitchFamily="34" charset="-120"/>
              </a:rPr>
              <a:t>lees</a:t>
            </a:r>
            <a:r>
              <a:rPr lang="en-US" sz="2500" b="1" dirty="0">
                <a:solidFill>
                  <a:schemeClr val="accent1"/>
                </a:solidFill>
                <a:latin typeface="+mj-lt" pitchFamily="34" charset="0"/>
                <a:ea typeface="+mj-lt" pitchFamily="34" charset="-122"/>
                <a:cs typeface="+mj-lt" pitchFamily="34" charset="-120"/>
              </a:rPr>
              <a:t>t</a:t>
            </a:r>
            <a:endParaRPr lang="en-US" sz="2500" dirty="0"/>
          </a:p>
        </p:txBody>
      </p:sp>
      <p:sp>
        <p:nvSpPr>
          <p:cNvPr id="17" name="Shape 12"/>
          <p:cNvSpPr/>
          <p:nvPr/>
        </p:nvSpPr>
        <p:spPr>
          <a:xfrm>
            <a:off x="6208776" y="1554480"/>
            <a:ext cx="2601468" cy="1188720"/>
          </a:xfrm>
          <a:prstGeom prst="roundRect">
            <a:avLst>
              <a:gd name="adj" fmla="val 9231"/>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18" name="Shape 13"/>
          <p:cNvSpPr/>
          <p:nvPr/>
        </p:nvSpPr>
        <p:spPr>
          <a:xfrm>
            <a:off x="6345936" y="1691640"/>
            <a:ext cx="914400" cy="914400"/>
          </a:xfrm>
          <a:prstGeom prst="roundRect">
            <a:avLst>
              <a:gd name="adj" fmla="val 10000"/>
            </a:avLst>
          </a:prstGeom>
          <a:solidFill>
            <a:srgbClr val="EDF6F0"/>
          </a:solidFill>
          <a:ln w="12700">
            <a:solidFill>
              <a:srgbClr val="FFFFFF">
                <a:alpha val="0"/>
              </a:srgbClr>
            </a:solidFill>
            <a:prstDash val="solid"/>
          </a:ln>
        </p:spPr>
      </p:sp>
      <p:pic>
        <p:nvPicPr>
          <p:cNvPr id="19" name="Image 2" descr="writing hand">    </p:cNvPr>
          <p:cNvPicPr>
            <a:picLocks noChangeAspect="1"/>
          </p:cNvPicPr>
          <p:nvPr/>
        </p:nvPicPr>
        <p:blipFill>
          <a:blip r:embed="rId3"/>
          <a:stretch>
            <a:fillRect/>
          </a:stretch>
        </p:blipFill>
        <p:spPr>
          <a:xfrm>
            <a:off x="6483096" y="1828800"/>
            <a:ext cx="640080" cy="640080"/>
          </a:xfrm>
          <a:prstGeom prst="rect">
            <a:avLst/>
          </a:prstGeom>
        </p:spPr>
      </p:pic>
      <p:sp>
        <p:nvSpPr>
          <p:cNvPr id="20" name="Text 14"/>
          <p:cNvSpPr txBox="1"/>
          <p:nvPr/>
        </p:nvSpPr>
        <p:spPr>
          <a:xfrm>
            <a:off x="7397496" y="1664208"/>
            <a:ext cx="1321308" cy="365760"/>
          </a:xfrm>
          <a:prstGeom prst="rect">
            <a:avLst/>
          </a:prstGeom>
          <a:noFill/>
          <a:ln/>
        </p:spPr>
        <p:txBody>
          <a:bodyPr wrap="square" lIns="0" tIns="0" rIns="0" bIns="0" rtlCol="0" anchor="ctr"/>
          <a:lstStyle/>
          <a:p>
            <a:pPr algn="l" indent="0" marL="0">
              <a:buNone/>
            </a:pPr>
            <a:r>
              <a:rPr lang="en-US" sz="1500" i="1" dirty="0">
                <a:solidFill>
                  <a:schemeClr val="accent5"/>
                </a:solidFill>
              </a:rPr>
              <a:t>schrijven</a:t>
            </a:r>
            <a:endParaRPr lang="en-US" sz="1500" dirty="0"/>
          </a:p>
        </p:txBody>
      </p:sp>
      <p:sp>
        <p:nvSpPr>
          <p:cNvPr id="21" name="Text 15"/>
          <p:cNvSpPr txBox="1"/>
          <p:nvPr/>
        </p:nvSpPr>
        <p:spPr>
          <a:xfrm>
            <a:off x="7397496" y="2011680"/>
            <a:ext cx="1321308" cy="594360"/>
          </a:xfrm>
          <a:prstGeom prst="rect">
            <a:avLst/>
          </a:prstGeom>
          <a:noFill/>
          <a:ln/>
        </p:spPr>
        <p:txBody>
          <a:bodyPr wrap="square" lIns="0" tIns="0" rIns="0" bIns="0" rtlCol="0" anchor="ctr"/>
          <a:lstStyle/>
          <a:p>
            <a:pPr algn="l" indent="0" marL="0">
              <a:buNone/>
            </a:pPr>
            <a:r>
              <a:rPr lang="en-US" sz="2100" b="1" dirty="0">
                <a:solidFill>
                  <a:schemeClr val="accent3"/>
                </a:solidFill>
                <a:latin typeface="+mj-lt" pitchFamily="34" charset="0"/>
                <a:ea typeface="+mj-lt" pitchFamily="34" charset="-122"/>
                <a:cs typeface="+mj-lt" pitchFamily="34" charset="-120"/>
              </a:rPr>
              <a:t>schrijf</a:t>
            </a:r>
            <a:r>
              <a:rPr lang="en-US" sz="2100" b="1" dirty="0">
                <a:solidFill>
                  <a:schemeClr val="accent1"/>
                </a:solidFill>
                <a:latin typeface="+mj-lt" pitchFamily="34" charset="0"/>
                <a:ea typeface="+mj-lt" pitchFamily="34" charset="-122"/>
                <a:cs typeface="+mj-lt" pitchFamily="34" charset="-120"/>
              </a:rPr>
              <a:t>t</a:t>
            </a:r>
            <a:endParaRPr lang="en-US" sz="2100" dirty="0"/>
          </a:p>
        </p:txBody>
      </p:sp>
      <p:sp>
        <p:nvSpPr>
          <p:cNvPr id="22" name="Shape 16"/>
          <p:cNvSpPr/>
          <p:nvPr/>
        </p:nvSpPr>
        <p:spPr>
          <a:xfrm>
            <a:off x="9038844" y="1554480"/>
            <a:ext cx="2601468" cy="1188720"/>
          </a:xfrm>
          <a:prstGeom prst="roundRect">
            <a:avLst>
              <a:gd name="adj" fmla="val 9231"/>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23" name="Shape 17"/>
          <p:cNvSpPr/>
          <p:nvPr/>
        </p:nvSpPr>
        <p:spPr>
          <a:xfrm>
            <a:off x="9176004" y="1691640"/>
            <a:ext cx="914400" cy="914400"/>
          </a:xfrm>
          <a:prstGeom prst="roundRect">
            <a:avLst>
              <a:gd name="adj" fmla="val 10000"/>
            </a:avLst>
          </a:prstGeom>
          <a:solidFill>
            <a:srgbClr val="EDF6F0"/>
          </a:solidFill>
          <a:ln w="12700">
            <a:solidFill>
              <a:srgbClr val="FFFFFF">
                <a:alpha val="0"/>
              </a:srgbClr>
            </a:solidFill>
            <a:prstDash val="solid"/>
          </a:ln>
        </p:spPr>
      </p:sp>
      <p:pic>
        <p:nvPicPr>
          <p:cNvPr id="24" name="Image 3" descr="automobile">    </p:cNvPr>
          <p:cNvPicPr>
            <a:picLocks noChangeAspect="1"/>
          </p:cNvPicPr>
          <p:nvPr/>
        </p:nvPicPr>
        <p:blipFill>
          <a:blip r:embed="rId4"/>
          <a:stretch>
            <a:fillRect/>
          </a:stretch>
        </p:blipFill>
        <p:spPr>
          <a:xfrm>
            <a:off x="9313164" y="1828800"/>
            <a:ext cx="640080" cy="640080"/>
          </a:xfrm>
          <a:prstGeom prst="rect">
            <a:avLst/>
          </a:prstGeom>
        </p:spPr>
      </p:pic>
      <p:sp>
        <p:nvSpPr>
          <p:cNvPr id="25" name="Text 18"/>
          <p:cNvSpPr txBox="1"/>
          <p:nvPr/>
        </p:nvSpPr>
        <p:spPr>
          <a:xfrm>
            <a:off x="10227564" y="1664208"/>
            <a:ext cx="1321308" cy="365760"/>
          </a:xfrm>
          <a:prstGeom prst="rect">
            <a:avLst/>
          </a:prstGeom>
          <a:noFill/>
          <a:ln/>
        </p:spPr>
        <p:txBody>
          <a:bodyPr wrap="square" lIns="0" tIns="0" rIns="0" bIns="0" rtlCol="0" anchor="ctr"/>
          <a:lstStyle/>
          <a:p>
            <a:pPr algn="l" indent="0" marL="0">
              <a:buNone/>
            </a:pPr>
            <a:r>
              <a:rPr lang="en-US" sz="1500" i="1" dirty="0">
                <a:solidFill>
                  <a:schemeClr val="accent5"/>
                </a:solidFill>
              </a:rPr>
              <a:t>rijden</a:t>
            </a:r>
            <a:endParaRPr lang="en-US" sz="1500" dirty="0"/>
          </a:p>
        </p:txBody>
      </p:sp>
      <p:sp>
        <p:nvSpPr>
          <p:cNvPr id="26" name="Text 19"/>
          <p:cNvSpPr txBox="1"/>
          <p:nvPr/>
        </p:nvSpPr>
        <p:spPr>
          <a:xfrm>
            <a:off x="10227564" y="2011680"/>
            <a:ext cx="1321308" cy="594360"/>
          </a:xfrm>
          <a:prstGeom prst="rect">
            <a:avLst/>
          </a:prstGeom>
          <a:noFill/>
          <a:ln/>
        </p:spPr>
        <p:txBody>
          <a:bodyPr wrap="square" lIns="0" tIns="0" rIns="0" bIns="0" rtlCol="0" anchor="ctr"/>
          <a:lstStyle/>
          <a:p>
            <a:pPr algn="l" indent="0" marL="0">
              <a:buNone/>
            </a:pPr>
            <a:r>
              <a:rPr lang="en-US" sz="2500" b="1" dirty="0">
                <a:solidFill>
                  <a:schemeClr val="accent3"/>
                </a:solidFill>
                <a:latin typeface="+mj-lt" pitchFamily="34" charset="0"/>
                <a:ea typeface="+mj-lt" pitchFamily="34" charset="-122"/>
                <a:cs typeface="+mj-lt" pitchFamily="34" charset="-120"/>
              </a:rPr>
              <a:t>rijd</a:t>
            </a:r>
            <a:r>
              <a:rPr lang="en-US" sz="2500" b="1" dirty="0">
                <a:solidFill>
                  <a:schemeClr val="accent1"/>
                </a:solidFill>
                <a:latin typeface="+mj-lt" pitchFamily="34" charset="0"/>
                <a:ea typeface="+mj-lt" pitchFamily="34" charset="-122"/>
                <a:cs typeface="+mj-lt" pitchFamily="34" charset="-120"/>
              </a:rPr>
              <a:t>t</a:t>
            </a:r>
            <a:endParaRPr lang="en-US" sz="2500" dirty="0"/>
          </a:p>
        </p:txBody>
      </p:sp>
      <p:sp>
        <p:nvSpPr>
          <p:cNvPr id="27" name="Shape 20"/>
          <p:cNvSpPr/>
          <p:nvPr/>
        </p:nvSpPr>
        <p:spPr>
          <a:xfrm>
            <a:off x="548640" y="2898648"/>
            <a:ext cx="2601468" cy="1188720"/>
          </a:xfrm>
          <a:prstGeom prst="roundRect">
            <a:avLst>
              <a:gd name="adj" fmla="val 9231"/>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28" name="Shape 21"/>
          <p:cNvSpPr/>
          <p:nvPr/>
        </p:nvSpPr>
        <p:spPr>
          <a:xfrm>
            <a:off x="685800" y="3035808"/>
            <a:ext cx="914400" cy="914400"/>
          </a:xfrm>
          <a:prstGeom prst="roundRect">
            <a:avLst>
              <a:gd name="adj" fmla="val 10000"/>
            </a:avLst>
          </a:prstGeom>
          <a:solidFill>
            <a:srgbClr val="EDF6F0"/>
          </a:solidFill>
          <a:ln w="12700">
            <a:solidFill>
              <a:srgbClr val="FFFFFF">
                <a:alpha val="0"/>
              </a:srgbClr>
            </a:solidFill>
            <a:prstDash val="solid"/>
          </a:ln>
        </p:spPr>
      </p:sp>
      <p:pic>
        <p:nvPicPr>
          <p:cNvPr id="29" name="Image 4" descr="fork and knife">    </p:cNvPr>
          <p:cNvPicPr>
            <a:picLocks noChangeAspect="1"/>
          </p:cNvPicPr>
          <p:nvPr/>
        </p:nvPicPr>
        <p:blipFill>
          <a:blip r:embed="rId5"/>
          <a:stretch>
            <a:fillRect/>
          </a:stretch>
        </p:blipFill>
        <p:spPr>
          <a:xfrm>
            <a:off x="822960" y="3172968"/>
            <a:ext cx="640080" cy="640080"/>
          </a:xfrm>
          <a:prstGeom prst="rect">
            <a:avLst/>
          </a:prstGeom>
        </p:spPr>
      </p:pic>
      <p:sp>
        <p:nvSpPr>
          <p:cNvPr id="30" name="Text 22"/>
          <p:cNvSpPr txBox="1"/>
          <p:nvPr/>
        </p:nvSpPr>
        <p:spPr>
          <a:xfrm>
            <a:off x="1737360" y="3008376"/>
            <a:ext cx="1321308" cy="365760"/>
          </a:xfrm>
          <a:prstGeom prst="rect">
            <a:avLst/>
          </a:prstGeom>
          <a:noFill/>
          <a:ln/>
        </p:spPr>
        <p:txBody>
          <a:bodyPr wrap="square" lIns="0" tIns="0" rIns="0" bIns="0" rtlCol="0" anchor="ctr"/>
          <a:lstStyle/>
          <a:p>
            <a:pPr algn="l" indent="0" marL="0">
              <a:buNone/>
            </a:pPr>
            <a:r>
              <a:rPr lang="en-US" sz="1500" i="1" dirty="0">
                <a:solidFill>
                  <a:schemeClr val="accent5"/>
                </a:solidFill>
              </a:rPr>
              <a:t>eten</a:t>
            </a:r>
            <a:endParaRPr lang="en-US" sz="1500" dirty="0"/>
          </a:p>
        </p:txBody>
      </p:sp>
      <p:sp>
        <p:nvSpPr>
          <p:cNvPr id="31" name="Text 23"/>
          <p:cNvSpPr txBox="1"/>
          <p:nvPr/>
        </p:nvSpPr>
        <p:spPr>
          <a:xfrm>
            <a:off x="1737360" y="3355848"/>
            <a:ext cx="1321308" cy="594360"/>
          </a:xfrm>
          <a:prstGeom prst="rect">
            <a:avLst/>
          </a:prstGeom>
          <a:noFill/>
          <a:ln/>
        </p:spPr>
        <p:txBody>
          <a:bodyPr wrap="square" lIns="0" tIns="0" rIns="0" bIns="0" rtlCol="0" anchor="ctr"/>
          <a:lstStyle/>
          <a:p>
            <a:pPr algn="l" indent="0" marL="0">
              <a:buNone/>
            </a:pPr>
            <a:r>
              <a:rPr lang="en-US" sz="2500" b="1" dirty="0">
                <a:solidFill>
                  <a:schemeClr val="accent3"/>
                </a:solidFill>
                <a:latin typeface="+mj-lt" pitchFamily="34" charset="0"/>
                <a:ea typeface="+mj-lt" pitchFamily="34" charset="-122"/>
                <a:cs typeface="+mj-lt" pitchFamily="34" charset="-120"/>
              </a:rPr>
              <a:t>eet</a:t>
            </a:r>
            <a:endParaRPr lang="en-US" sz="2500" dirty="0"/>
          </a:p>
        </p:txBody>
      </p:sp>
      <p:sp>
        <p:nvSpPr>
          <p:cNvPr id="32" name="Shape 24"/>
          <p:cNvSpPr/>
          <p:nvPr/>
        </p:nvSpPr>
        <p:spPr>
          <a:xfrm>
            <a:off x="3378708" y="2898648"/>
            <a:ext cx="2601468" cy="1188720"/>
          </a:xfrm>
          <a:prstGeom prst="roundRect">
            <a:avLst>
              <a:gd name="adj" fmla="val 9231"/>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33" name="Shape 25"/>
          <p:cNvSpPr/>
          <p:nvPr/>
        </p:nvSpPr>
        <p:spPr>
          <a:xfrm>
            <a:off x="3515868" y="3035808"/>
            <a:ext cx="914400" cy="914400"/>
          </a:xfrm>
          <a:prstGeom prst="roundRect">
            <a:avLst>
              <a:gd name="adj" fmla="val 10000"/>
            </a:avLst>
          </a:prstGeom>
          <a:solidFill>
            <a:srgbClr val="EDF6F0"/>
          </a:solidFill>
          <a:ln w="12700">
            <a:solidFill>
              <a:srgbClr val="FFFFFF">
                <a:alpha val="0"/>
              </a:srgbClr>
            </a:solidFill>
            <a:prstDash val="solid"/>
          </a:ln>
        </p:spPr>
      </p:sp>
      <p:pic>
        <p:nvPicPr>
          <p:cNvPr id="34" name="Image 5" descr="hot beverage">    </p:cNvPr>
          <p:cNvPicPr>
            <a:picLocks noChangeAspect="1"/>
          </p:cNvPicPr>
          <p:nvPr/>
        </p:nvPicPr>
        <p:blipFill>
          <a:blip r:embed="rId6"/>
          <a:stretch>
            <a:fillRect/>
          </a:stretch>
        </p:blipFill>
        <p:spPr>
          <a:xfrm>
            <a:off x="3653028" y="3172968"/>
            <a:ext cx="640080" cy="640080"/>
          </a:xfrm>
          <a:prstGeom prst="rect">
            <a:avLst/>
          </a:prstGeom>
        </p:spPr>
      </p:pic>
      <p:sp>
        <p:nvSpPr>
          <p:cNvPr id="35" name="Text 26"/>
          <p:cNvSpPr txBox="1"/>
          <p:nvPr/>
        </p:nvSpPr>
        <p:spPr>
          <a:xfrm>
            <a:off x="4567428" y="3008376"/>
            <a:ext cx="1321308" cy="365760"/>
          </a:xfrm>
          <a:prstGeom prst="rect">
            <a:avLst/>
          </a:prstGeom>
          <a:noFill/>
          <a:ln/>
        </p:spPr>
        <p:txBody>
          <a:bodyPr wrap="square" lIns="0" tIns="0" rIns="0" bIns="0" rtlCol="0" anchor="ctr"/>
          <a:lstStyle/>
          <a:p>
            <a:pPr algn="l" indent="0" marL="0">
              <a:buNone/>
            </a:pPr>
            <a:r>
              <a:rPr lang="en-US" sz="1500" i="1" dirty="0">
                <a:solidFill>
                  <a:schemeClr val="accent5"/>
                </a:solidFill>
              </a:rPr>
              <a:t>drinken</a:t>
            </a:r>
            <a:endParaRPr lang="en-US" sz="1500" dirty="0"/>
          </a:p>
        </p:txBody>
      </p:sp>
      <p:sp>
        <p:nvSpPr>
          <p:cNvPr id="36" name="Text 27"/>
          <p:cNvSpPr txBox="1"/>
          <p:nvPr/>
        </p:nvSpPr>
        <p:spPr>
          <a:xfrm>
            <a:off x="4567428" y="3355848"/>
            <a:ext cx="1321308" cy="594360"/>
          </a:xfrm>
          <a:prstGeom prst="rect">
            <a:avLst/>
          </a:prstGeom>
          <a:noFill/>
          <a:ln/>
        </p:spPr>
        <p:txBody>
          <a:bodyPr wrap="square" lIns="0" tIns="0" rIns="0" bIns="0" rtlCol="0" anchor="ctr"/>
          <a:lstStyle/>
          <a:p>
            <a:pPr algn="l" indent="0" marL="0">
              <a:buNone/>
            </a:pPr>
            <a:r>
              <a:rPr lang="en-US" sz="2500" b="1" dirty="0">
                <a:solidFill>
                  <a:schemeClr val="accent3"/>
                </a:solidFill>
                <a:latin typeface="+mj-lt" pitchFamily="34" charset="0"/>
                <a:ea typeface="+mj-lt" pitchFamily="34" charset="-122"/>
                <a:cs typeface="+mj-lt" pitchFamily="34" charset="-120"/>
              </a:rPr>
              <a:t>drink</a:t>
            </a:r>
            <a:r>
              <a:rPr lang="en-US" sz="2500" b="1" dirty="0">
                <a:solidFill>
                  <a:schemeClr val="accent1"/>
                </a:solidFill>
                <a:latin typeface="+mj-lt" pitchFamily="34" charset="0"/>
                <a:ea typeface="+mj-lt" pitchFamily="34" charset="-122"/>
                <a:cs typeface="+mj-lt" pitchFamily="34" charset="-120"/>
              </a:rPr>
              <a:t>t</a:t>
            </a:r>
            <a:endParaRPr lang="en-US" sz="2500" dirty="0"/>
          </a:p>
        </p:txBody>
      </p:sp>
      <p:sp>
        <p:nvSpPr>
          <p:cNvPr id="37" name="Shape 28"/>
          <p:cNvSpPr/>
          <p:nvPr/>
        </p:nvSpPr>
        <p:spPr>
          <a:xfrm>
            <a:off x="6208776" y="2898648"/>
            <a:ext cx="2601468" cy="1188720"/>
          </a:xfrm>
          <a:prstGeom prst="roundRect">
            <a:avLst>
              <a:gd name="adj" fmla="val 9231"/>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38" name="Shape 29"/>
          <p:cNvSpPr/>
          <p:nvPr/>
        </p:nvSpPr>
        <p:spPr>
          <a:xfrm>
            <a:off x="6345936" y="3035808"/>
            <a:ext cx="914400" cy="914400"/>
          </a:xfrm>
          <a:prstGeom prst="roundRect">
            <a:avLst>
              <a:gd name="adj" fmla="val 10000"/>
            </a:avLst>
          </a:prstGeom>
          <a:solidFill>
            <a:srgbClr val="EDF6F0"/>
          </a:solidFill>
          <a:ln w="12700">
            <a:solidFill>
              <a:srgbClr val="FFFFFF">
                <a:alpha val="0"/>
              </a:srgbClr>
            </a:solidFill>
            <a:prstDash val="solid"/>
          </a:ln>
        </p:spPr>
      </p:sp>
      <p:pic>
        <p:nvPicPr>
          <p:cNvPr id="39" name="Image 6" descr="speaking head">    </p:cNvPr>
          <p:cNvPicPr>
            <a:picLocks noChangeAspect="1"/>
          </p:cNvPicPr>
          <p:nvPr/>
        </p:nvPicPr>
        <p:blipFill>
          <a:blip r:embed="rId7"/>
          <a:stretch>
            <a:fillRect/>
          </a:stretch>
        </p:blipFill>
        <p:spPr>
          <a:xfrm>
            <a:off x="6391656" y="3081528"/>
            <a:ext cx="822960" cy="822960"/>
          </a:xfrm>
          <a:prstGeom prst="rect">
            <a:avLst/>
          </a:prstGeom>
        </p:spPr>
      </p:pic>
      <p:sp>
        <p:nvSpPr>
          <p:cNvPr id="40" name="Text 30"/>
          <p:cNvSpPr txBox="1"/>
          <p:nvPr/>
        </p:nvSpPr>
        <p:spPr>
          <a:xfrm>
            <a:off x="7397496" y="3008376"/>
            <a:ext cx="1321308" cy="365760"/>
          </a:xfrm>
          <a:prstGeom prst="rect">
            <a:avLst/>
          </a:prstGeom>
          <a:noFill/>
          <a:ln/>
        </p:spPr>
        <p:txBody>
          <a:bodyPr wrap="square" lIns="0" tIns="0" rIns="0" bIns="0" rtlCol="0" anchor="ctr"/>
          <a:lstStyle/>
          <a:p>
            <a:pPr algn="l" indent="0" marL="0">
              <a:buNone/>
            </a:pPr>
            <a:r>
              <a:rPr lang="en-US" sz="1500" i="1" dirty="0">
                <a:solidFill>
                  <a:schemeClr val="accent5"/>
                </a:solidFill>
              </a:rPr>
              <a:t>praten</a:t>
            </a:r>
            <a:endParaRPr lang="en-US" sz="1500" dirty="0"/>
          </a:p>
        </p:txBody>
      </p:sp>
      <p:sp>
        <p:nvSpPr>
          <p:cNvPr id="41" name="Text 31"/>
          <p:cNvSpPr txBox="1"/>
          <p:nvPr/>
        </p:nvSpPr>
        <p:spPr>
          <a:xfrm>
            <a:off x="7397496" y="3355848"/>
            <a:ext cx="1321308" cy="594360"/>
          </a:xfrm>
          <a:prstGeom prst="rect">
            <a:avLst/>
          </a:prstGeom>
          <a:noFill/>
          <a:ln/>
        </p:spPr>
        <p:txBody>
          <a:bodyPr wrap="square" lIns="0" tIns="0" rIns="0" bIns="0" rtlCol="0" anchor="ctr"/>
          <a:lstStyle/>
          <a:p>
            <a:pPr algn="l" indent="0" marL="0">
              <a:buNone/>
            </a:pPr>
            <a:r>
              <a:rPr lang="en-US" sz="2500" b="1" dirty="0">
                <a:solidFill>
                  <a:schemeClr val="accent3"/>
                </a:solidFill>
                <a:latin typeface="+mj-lt" pitchFamily="34" charset="0"/>
                <a:ea typeface="+mj-lt" pitchFamily="34" charset="-122"/>
                <a:cs typeface="+mj-lt" pitchFamily="34" charset="-120"/>
              </a:rPr>
              <a:t>praat</a:t>
            </a:r>
            <a:endParaRPr lang="en-US" sz="2500" dirty="0"/>
          </a:p>
        </p:txBody>
      </p:sp>
      <p:sp>
        <p:nvSpPr>
          <p:cNvPr id="42" name="Shape 32"/>
          <p:cNvSpPr/>
          <p:nvPr/>
        </p:nvSpPr>
        <p:spPr>
          <a:xfrm>
            <a:off x="9038844" y="2898648"/>
            <a:ext cx="2601468" cy="1188720"/>
          </a:xfrm>
          <a:prstGeom prst="roundRect">
            <a:avLst>
              <a:gd name="adj" fmla="val 9231"/>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43" name="Shape 33"/>
          <p:cNvSpPr/>
          <p:nvPr/>
        </p:nvSpPr>
        <p:spPr>
          <a:xfrm>
            <a:off x="9176004" y="3035808"/>
            <a:ext cx="914400" cy="914400"/>
          </a:xfrm>
          <a:prstGeom prst="roundRect">
            <a:avLst>
              <a:gd name="adj" fmla="val 10000"/>
            </a:avLst>
          </a:prstGeom>
          <a:solidFill>
            <a:srgbClr val="EDF6F0"/>
          </a:solidFill>
          <a:ln w="12700">
            <a:solidFill>
              <a:srgbClr val="FFFFFF">
                <a:alpha val="0"/>
              </a:srgbClr>
            </a:solidFill>
            <a:prstDash val="solid"/>
          </a:ln>
        </p:spPr>
      </p:sp>
      <p:pic>
        <p:nvPicPr>
          <p:cNvPr id="44" name="Image 7" descr="person walking">    </p:cNvPr>
          <p:cNvPicPr>
            <a:picLocks noChangeAspect="1"/>
          </p:cNvPicPr>
          <p:nvPr/>
        </p:nvPicPr>
        <p:blipFill>
          <a:blip r:embed="rId8"/>
          <a:stretch>
            <a:fillRect/>
          </a:stretch>
        </p:blipFill>
        <p:spPr>
          <a:xfrm>
            <a:off x="9221724" y="3081528"/>
            <a:ext cx="822960" cy="822960"/>
          </a:xfrm>
          <a:prstGeom prst="rect">
            <a:avLst/>
          </a:prstGeom>
        </p:spPr>
      </p:pic>
      <p:sp>
        <p:nvSpPr>
          <p:cNvPr id="45" name="Text 34"/>
          <p:cNvSpPr txBox="1"/>
          <p:nvPr/>
        </p:nvSpPr>
        <p:spPr>
          <a:xfrm>
            <a:off x="10227564" y="3008376"/>
            <a:ext cx="1321308" cy="365760"/>
          </a:xfrm>
          <a:prstGeom prst="rect">
            <a:avLst/>
          </a:prstGeom>
          <a:noFill/>
          <a:ln/>
        </p:spPr>
        <p:txBody>
          <a:bodyPr wrap="square" lIns="0" tIns="0" rIns="0" bIns="0" rtlCol="0" anchor="ctr"/>
          <a:lstStyle/>
          <a:p>
            <a:pPr algn="l" indent="0" marL="0">
              <a:buNone/>
            </a:pPr>
            <a:r>
              <a:rPr lang="en-US" sz="1500" i="1" dirty="0">
                <a:solidFill>
                  <a:schemeClr val="accent5"/>
                </a:solidFill>
              </a:rPr>
              <a:t>lopen</a:t>
            </a:r>
            <a:endParaRPr lang="en-US" sz="1500" dirty="0"/>
          </a:p>
        </p:txBody>
      </p:sp>
      <p:sp>
        <p:nvSpPr>
          <p:cNvPr id="46" name="Text 35"/>
          <p:cNvSpPr txBox="1"/>
          <p:nvPr/>
        </p:nvSpPr>
        <p:spPr>
          <a:xfrm>
            <a:off x="10227564" y="3355848"/>
            <a:ext cx="1321308" cy="594360"/>
          </a:xfrm>
          <a:prstGeom prst="rect">
            <a:avLst/>
          </a:prstGeom>
          <a:noFill/>
          <a:ln/>
        </p:spPr>
        <p:txBody>
          <a:bodyPr wrap="square" lIns="0" tIns="0" rIns="0" bIns="0" rtlCol="0" anchor="ctr"/>
          <a:lstStyle/>
          <a:p>
            <a:pPr algn="l" indent="0" marL="0">
              <a:buNone/>
            </a:pPr>
            <a:r>
              <a:rPr lang="en-US" sz="2500" b="1" dirty="0">
                <a:solidFill>
                  <a:schemeClr val="accent3"/>
                </a:solidFill>
                <a:latin typeface="+mj-lt" pitchFamily="34" charset="0"/>
                <a:ea typeface="+mj-lt" pitchFamily="34" charset="-122"/>
                <a:cs typeface="+mj-lt" pitchFamily="34" charset="-120"/>
              </a:rPr>
              <a:t>loop</a:t>
            </a:r>
            <a:r>
              <a:rPr lang="en-US" sz="2500" b="1" dirty="0">
                <a:solidFill>
                  <a:schemeClr val="accent1"/>
                </a:solidFill>
                <a:latin typeface="+mj-lt" pitchFamily="34" charset="0"/>
                <a:ea typeface="+mj-lt" pitchFamily="34" charset="-122"/>
                <a:cs typeface="+mj-lt" pitchFamily="34" charset="-120"/>
              </a:rPr>
              <a:t>t</a:t>
            </a:r>
            <a:endParaRPr lang="en-US" sz="2500" dirty="0"/>
          </a:p>
        </p:txBody>
      </p:sp>
      <p:sp>
        <p:nvSpPr>
          <p:cNvPr id="47" name="Shape 36"/>
          <p:cNvSpPr/>
          <p:nvPr/>
        </p:nvSpPr>
        <p:spPr>
          <a:xfrm>
            <a:off x="548640" y="4242816"/>
            <a:ext cx="2601468" cy="1188720"/>
          </a:xfrm>
          <a:prstGeom prst="roundRect">
            <a:avLst>
              <a:gd name="adj" fmla="val 9231"/>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48" name="Shape 37"/>
          <p:cNvSpPr/>
          <p:nvPr/>
        </p:nvSpPr>
        <p:spPr>
          <a:xfrm>
            <a:off x="685800" y="4379976"/>
            <a:ext cx="914400" cy="914400"/>
          </a:xfrm>
          <a:prstGeom prst="roundRect">
            <a:avLst>
              <a:gd name="adj" fmla="val 10000"/>
            </a:avLst>
          </a:prstGeom>
          <a:solidFill>
            <a:srgbClr val="EDF6F0"/>
          </a:solidFill>
          <a:ln w="12700">
            <a:solidFill>
              <a:srgbClr val="FFFFFF">
                <a:alpha val="0"/>
              </a:srgbClr>
            </a:solidFill>
            <a:prstDash val="solid"/>
          </a:ln>
        </p:spPr>
      </p:sp>
      <p:pic>
        <p:nvPicPr>
          <p:cNvPr id="49" name="Image 8" descr="musical notes">    </p:cNvPr>
          <p:cNvPicPr>
            <a:picLocks noChangeAspect="1"/>
          </p:cNvPicPr>
          <p:nvPr/>
        </p:nvPicPr>
        <p:blipFill>
          <a:blip r:embed="rId9"/>
          <a:stretch>
            <a:fillRect/>
          </a:stretch>
        </p:blipFill>
        <p:spPr>
          <a:xfrm>
            <a:off x="822960" y="4517136"/>
            <a:ext cx="640080" cy="640080"/>
          </a:xfrm>
          <a:prstGeom prst="rect">
            <a:avLst/>
          </a:prstGeom>
        </p:spPr>
      </p:pic>
      <p:sp>
        <p:nvSpPr>
          <p:cNvPr id="50" name="Text 38"/>
          <p:cNvSpPr txBox="1"/>
          <p:nvPr/>
        </p:nvSpPr>
        <p:spPr>
          <a:xfrm>
            <a:off x="1737360" y="4352544"/>
            <a:ext cx="1321308" cy="365760"/>
          </a:xfrm>
          <a:prstGeom prst="rect">
            <a:avLst/>
          </a:prstGeom>
          <a:noFill/>
          <a:ln/>
        </p:spPr>
        <p:txBody>
          <a:bodyPr wrap="square" lIns="0" tIns="0" rIns="0" bIns="0" rtlCol="0" anchor="ctr"/>
          <a:lstStyle/>
          <a:p>
            <a:pPr algn="l" indent="0" marL="0">
              <a:buNone/>
            </a:pPr>
            <a:r>
              <a:rPr lang="en-US" sz="1500" i="1" dirty="0">
                <a:solidFill>
                  <a:schemeClr val="accent5"/>
                </a:solidFill>
              </a:rPr>
              <a:t>zingen</a:t>
            </a:r>
            <a:endParaRPr lang="en-US" sz="1500" dirty="0"/>
          </a:p>
        </p:txBody>
      </p:sp>
      <p:sp>
        <p:nvSpPr>
          <p:cNvPr id="51" name="Text 39"/>
          <p:cNvSpPr txBox="1"/>
          <p:nvPr/>
        </p:nvSpPr>
        <p:spPr>
          <a:xfrm>
            <a:off x="1737360" y="4700016"/>
            <a:ext cx="1321308" cy="594360"/>
          </a:xfrm>
          <a:prstGeom prst="rect">
            <a:avLst/>
          </a:prstGeom>
          <a:noFill/>
          <a:ln/>
        </p:spPr>
        <p:txBody>
          <a:bodyPr wrap="square" lIns="0" tIns="0" rIns="0" bIns="0" rtlCol="0" anchor="ctr"/>
          <a:lstStyle/>
          <a:p>
            <a:pPr algn="l" indent="0" marL="0">
              <a:buNone/>
            </a:pPr>
            <a:r>
              <a:rPr lang="en-US" sz="2500" b="1" dirty="0">
                <a:solidFill>
                  <a:schemeClr val="accent3"/>
                </a:solidFill>
                <a:latin typeface="+mj-lt" pitchFamily="34" charset="0"/>
                <a:ea typeface="+mj-lt" pitchFamily="34" charset="-122"/>
                <a:cs typeface="+mj-lt" pitchFamily="34" charset="-120"/>
              </a:rPr>
              <a:t>zing</a:t>
            </a:r>
            <a:r>
              <a:rPr lang="en-US" sz="2500" b="1" dirty="0">
                <a:solidFill>
                  <a:schemeClr val="accent1"/>
                </a:solidFill>
                <a:latin typeface="+mj-lt" pitchFamily="34" charset="0"/>
                <a:ea typeface="+mj-lt" pitchFamily="34" charset="-122"/>
                <a:cs typeface="+mj-lt" pitchFamily="34" charset="-120"/>
              </a:rPr>
              <a:t>t</a:t>
            </a:r>
            <a:endParaRPr lang="en-US" sz="2500" dirty="0"/>
          </a:p>
        </p:txBody>
      </p:sp>
      <p:sp>
        <p:nvSpPr>
          <p:cNvPr id="52" name="Shape 40"/>
          <p:cNvSpPr/>
          <p:nvPr/>
        </p:nvSpPr>
        <p:spPr>
          <a:xfrm>
            <a:off x="3378708" y="4242816"/>
            <a:ext cx="2601468" cy="1188720"/>
          </a:xfrm>
          <a:prstGeom prst="roundRect">
            <a:avLst>
              <a:gd name="adj" fmla="val 9231"/>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53" name="Shape 41"/>
          <p:cNvSpPr/>
          <p:nvPr/>
        </p:nvSpPr>
        <p:spPr>
          <a:xfrm>
            <a:off x="3515868" y="4379976"/>
            <a:ext cx="914400" cy="914400"/>
          </a:xfrm>
          <a:prstGeom prst="roundRect">
            <a:avLst>
              <a:gd name="adj" fmla="val 10000"/>
            </a:avLst>
          </a:prstGeom>
          <a:solidFill>
            <a:srgbClr val="EDF6F0"/>
          </a:solidFill>
          <a:ln w="12700">
            <a:solidFill>
              <a:srgbClr val="FFFFFF">
                <a:alpha val="0"/>
              </a:srgbClr>
            </a:solidFill>
            <a:prstDash val="solid"/>
          </a:ln>
        </p:spPr>
      </p:sp>
      <p:pic>
        <p:nvPicPr>
          <p:cNvPr id="54" name="Image 9" descr="telephone receiver">    </p:cNvPr>
          <p:cNvPicPr>
            <a:picLocks noChangeAspect="1"/>
          </p:cNvPicPr>
          <p:nvPr/>
        </p:nvPicPr>
        <p:blipFill>
          <a:blip r:embed="rId10"/>
          <a:stretch>
            <a:fillRect/>
          </a:stretch>
        </p:blipFill>
        <p:spPr>
          <a:xfrm>
            <a:off x="3653028" y="4517136"/>
            <a:ext cx="640080" cy="640080"/>
          </a:xfrm>
          <a:prstGeom prst="rect">
            <a:avLst/>
          </a:prstGeom>
        </p:spPr>
      </p:pic>
      <p:sp>
        <p:nvSpPr>
          <p:cNvPr id="55" name="Text 42"/>
          <p:cNvSpPr txBox="1"/>
          <p:nvPr/>
        </p:nvSpPr>
        <p:spPr>
          <a:xfrm>
            <a:off x="4567428" y="4352544"/>
            <a:ext cx="1321308" cy="365760"/>
          </a:xfrm>
          <a:prstGeom prst="rect">
            <a:avLst/>
          </a:prstGeom>
          <a:noFill/>
          <a:ln/>
        </p:spPr>
        <p:txBody>
          <a:bodyPr wrap="square" lIns="0" tIns="0" rIns="0" bIns="0" rtlCol="0" anchor="ctr"/>
          <a:lstStyle/>
          <a:p>
            <a:pPr algn="l" indent="0" marL="0">
              <a:buNone/>
            </a:pPr>
            <a:r>
              <a:rPr lang="en-US" sz="1500" i="1" dirty="0">
                <a:solidFill>
                  <a:schemeClr val="accent5"/>
                </a:solidFill>
              </a:rPr>
              <a:t>bellen</a:t>
            </a:r>
            <a:endParaRPr lang="en-US" sz="1500" dirty="0"/>
          </a:p>
        </p:txBody>
      </p:sp>
      <p:sp>
        <p:nvSpPr>
          <p:cNvPr id="56" name="Text 43"/>
          <p:cNvSpPr txBox="1"/>
          <p:nvPr/>
        </p:nvSpPr>
        <p:spPr>
          <a:xfrm>
            <a:off x="4567428" y="4700016"/>
            <a:ext cx="1321308" cy="594360"/>
          </a:xfrm>
          <a:prstGeom prst="rect">
            <a:avLst/>
          </a:prstGeom>
          <a:noFill/>
          <a:ln/>
        </p:spPr>
        <p:txBody>
          <a:bodyPr wrap="square" lIns="0" tIns="0" rIns="0" bIns="0" rtlCol="0" anchor="ctr"/>
          <a:lstStyle/>
          <a:p>
            <a:pPr algn="l" indent="0" marL="0">
              <a:buNone/>
            </a:pPr>
            <a:r>
              <a:rPr lang="en-US" sz="2500" b="1" dirty="0">
                <a:solidFill>
                  <a:schemeClr val="accent3"/>
                </a:solidFill>
                <a:latin typeface="+mj-lt" pitchFamily="34" charset="0"/>
                <a:ea typeface="+mj-lt" pitchFamily="34" charset="-122"/>
                <a:cs typeface="+mj-lt" pitchFamily="34" charset="-120"/>
              </a:rPr>
              <a:t>bel</a:t>
            </a:r>
            <a:r>
              <a:rPr lang="en-US" sz="2500" b="1" dirty="0">
                <a:solidFill>
                  <a:schemeClr val="accent1"/>
                </a:solidFill>
                <a:latin typeface="+mj-lt" pitchFamily="34" charset="0"/>
                <a:ea typeface="+mj-lt" pitchFamily="34" charset="-122"/>
                <a:cs typeface="+mj-lt" pitchFamily="34" charset="-120"/>
              </a:rPr>
              <a:t>t</a:t>
            </a:r>
            <a:endParaRPr lang="en-US" sz="2500" dirty="0"/>
          </a:p>
        </p:txBody>
      </p:sp>
      <p:sp>
        <p:nvSpPr>
          <p:cNvPr id="57" name="Shape 44"/>
          <p:cNvSpPr/>
          <p:nvPr/>
        </p:nvSpPr>
        <p:spPr>
          <a:xfrm>
            <a:off x="6208776" y="4242816"/>
            <a:ext cx="2601468" cy="1188720"/>
          </a:xfrm>
          <a:prstGeom prst="roundRect">
            <a:avLst>
              <a:gd name="adj" fmla="val 9231"/>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58" name="Shape 45"/>
          <p:cNvSpPr/>
          <p:nvPr/>
        </p:nvSpPr>
        <p:spPr>
          <a:xfrm>
            <a:off x="6345936" y="4379976"/>
            <a:ext cx="914400" cy="914400"/>
          </a:xfrm>
          <a:prstGeom prst="roundRect">
            <a:avLst>
              <a:gd name="adj" fmla="val 10000"/>
            </a:avLst>
          </a:prstGeom>
          <a:solidFill>
            <a:srgbClr val="EDF6F0"/>
          </a:solidFill>
          <a:ln w="12700">
            <a:solidFill>
              <a:srgbClr val="FFFFFF">
                <a:alpha val="0"/>
              </a:srgbClr>
            </a:solidFill>
            <a:prstDash val="solid"/>
          </a:ln>
        </p:spPr>
      </p:sp>
      <p:pic>
        <p:nvPicPr>
          <p:cNvPr id="59" name="Image 10" descr="hourglass not done">    </p:cNvPr>
          <p:cNvPicPr>
            <a:picLocks noChangeAspect="1"/>
          </p:cNvPicPr>
          <p:nvPr/>
        </p:nvPicPr>
        <p:blipFill>
          <a:blip r:embed="rId11"/>
          <a:stretch>
            <a:fillRect/>
          </a:stretch>
        </p:blipFill>
        <p:spPr>
          <a:xfrm>
            <a:off x="6483096" y="4517136"/>
            <a:ext cx="640080" cy="640080"/>
          </a:xfrm>
          <a:prstGeom prst="rect">
            <a:avLst/>
          </a:prstGeom>
        </p:spPr>
      </p:pic>
      <p:sp>
        <p:nvSpPr>
          <p:cNvPr id="60" name="Text 46"/>
          <p:cNvSpPr txBox="1"/>
          <p:nvPr/>
        </p:nvSpPr>
        <p:spPr>
          <a:xfrm>
            <a:off x="7397496" y="4352544"/>
            <a:ext cx="1321308" cy="365760"/>
          </a:xfrm>
          <a:prstGeom prst="rect">
            <a:avLst/>
          </a:prstGeom>
          <a:noFill/>
          <a:ln/>
        </p:spPr>
        <p:txBody>
          <a:bodyPr wrap="square" lIns="0" tIns="0" rIns="0" bIns="0" rtlCol="0" anchor="ctr"/>
          <a:lstStyle/>
          <a:p>
            <a:pPr algn="l" indent="0" marL="0">
              <a:buNone/>
            </a:pPr>
            <a:r>
              <a:rPr lang="en-US" sz="1500" i="1" dirty="0">
                <a:solidFill>
                  <a:schemeClr val="accent5"/>
                </a:solidFill>
              </a:rPr>
              <a:t>wachten</a:t>
            </a:r>
            <a:endParaRPr lang="en-US" sz="1500" dirty="0"/>
          </a:p>
        </p:txBody>
      </p:sp>
      <p:sp>
        <p:nvSpPr>
          <p:cNvPr id="61" name="Text 47"/>
          <p:cNvSpPr txBox="1"/>
          <p:nvPr/>
        </p:nvSpPr>
        <p:spPr>
          <a:xfrm>
            <a:off x="7397496" y="4700016"/>
            <a:ext cx="1321308" cy="594360"/>
          </a:xfrm>
          <a:prstGeom prst="rect">
            <a:avLst/>
          </a:prstGeom>
          <a:noFill/>
          <a:ln/>
        </p:spPr>
        <p:txBody>
          <a:bodyPr wrap="square" lIns="0" tIns="0" rIns="0" bIns="0" rtlCol="0" anchor="ctr"/>
          <a:lstStyle/>
          <a:p>
            <a:pPr algn="l" indent="0" marL="0">
              <a:buNone/>
            </a:pPr>
            <a:r>
              <a:rPr lang="en-US" sz="2500" b="1" dirty="0">
                <a:solidFill>
                  <a:schemeClr val="accent3"/>
                </a:solidFill>
                <a:latin typeface="+mj-lt" pitchFamily="34" charset="0"/>
                <a:ea typeface="+mj-lt" pitchFamily="34" charset="-122"/>
                <a:cs typeface="+mj-lt" pitchFamily="34" charset="-120"/>
              </a:rPr>
              <a:t>wacht</a:t>
            </a:r>
            <a:endParaRPr lang="en-US" sz="2500" dirty="0"/>
          </a:p>
        </p:txBody>
      </p:sp>
      <p:sp>
        <p:nvSpPr>
          <p:cNvPr id="62" name="Shape 48"/>
          <p:cNvSpPr/>
          <p:nvPr/>
        </p:nvSpPr>
        <p:spPr>
          <a:xfrm>
            <a:off x="9038844" y="4242816"/>
            <a:ext cx="2601468" cy="1188720"/>
          </a:xfrm>
          <a:prstGeom prst="roundRect">
            <a:avLst>
              <a:gd name="adj" fmla="val 9231"/>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63" name="Shape 49"/>
          <p:cNvSpPr/>
          <p:nvPr/>
        </p:nvSpPr>
        <p:spPr>
          <a:xfrm>
            <a:off x="9176004" y="4379976"/>
            <a:ext cx="914400" cy="914400"/>
          </a:xfrm>
          <a:prstGeom prst="roundRect">
            <a:avLst>
              <a:gd name="adj" fmla="val 10000"/>
            </a:avLst>
          </a:prstGeom>
          <a:solidFill>
            <a:srgbClr val="EDF6F0"/>
          </a:solidFill>
          <a:ln w="12700">
            <a:solidFill>
              <a:srgbClr val="FFFFFF">
                <a:alpha val="0"/>
              </a:srgbClr>
            </a:solidFill>
            <a:prstDash val="solid"/>
          </a:ln>
        </p:spPr>
      </p:sp>
      <p:pic>
        <p:nvPicPr>
          <p:cNvPr id="64" name="Image 11" descr="chair">    </p:cNvPr>
          <p:cNvPicPr>
            <a:picLocks noChangeAspect="1"/>
          </p:cNvPicPr>
          <p:nvPr/>
        </p:nvPicPr>
        <p:blipFill>
          <a:blip r:embed="rId12"/>
          <a:stretch>
            <a:fillRect/>
          </a:stretch>
        </p:blipFill>
        <p:spPr>
          <a:xfrm>
            <a:off x="9313164" y="4517136"/>
            <a:ext cx="640080" cy="640080"/>
          </a:xfrm>
          <a:prstGeom prst="rect">
            <a:avLst/>
          </a:prstGeom>
        </p:spPr>
      </p:pic>
      <p:sp>
        <p:nvSpPr>
          <p:cNvPr id="65" name="Text 50"/>
          <p:cNvSpPr txBox="1"/>
          <p:nvPr/>
        </p:nvSpPr>
        <p:spPr>
          <a:xfrm>
            <a:off x="10227564" y="4352544"/>
            <a:ext cx="1321308" cy="365760"/>
          </a:xfrm>
          <a:prstGeom prst="rect">
            <a:avLst/>
          </a:prstGeom>
          <a:noFill/>
          <a:ln/>
        </p:spPr>
        <p:txBody>
          <a:bodyPr wrap="square" lIns="0" tIns="0" rIns="0" bIns="0" rtlCol="0" anchor="ctr"/>
          <a:lstStyle/>
          <a:p>
            <a:pPr algn="l" indent="0" marL="0">
              <a:buNone/>
            </a:pPr>
            <a:r>
              <a:rPr lang="en-US" sz="1500" i="1" dirty="0">
                <a:solidFill>
                  <a:schemeClr val="accent5"/>
                </a:solidFill>
              </a:rPr>
              <a:t>zitten</a:t>
            </a:r>
            <a:endParaRPr lang="en-US" sz="1500" dirty="0"/>
          </a:p>
        </p:txBody>
      </p:sp>
      <p:sp>
        <p:nvSpPr>
          <p:cNvPr id="66" name="Text 51"/>
          <p:cNvSpPr txBox="1"/>
          <p:nvPr/>
        </p:nvSpPr>
        <p:spPr>
          <a:xfrm>
            <a:off x="10227564" y="4700016"/>
            <a:ext cx="1321308" cy="594360"/>
          </a:xfrm>
          <a:prstGeom prst="rect">
            <a:avLst/>
          </a:prstGeom>
          <a:noFill/>
          <a:ln/>
        </p:spPr>
        <p:txBody>
          <a:bodyPr wrap="square" lIns="0" tIns="0" rIns="0" bIns="0" rtlCol="0" anchor="ctr"/>
          <a:lstStyle/>
          <a:p>
            <a:pPr algn="l" indent="0" marL="0">
              <a:buNone/>
            </a:pPr>
            <a:r>
              <a:rPr lang="en-US" sz="2500" b="1" dirty="0">
                <a:solidFill>
                  <a:schemeClr val="accent3"/>
                </a:solidFill>
                <a:latin typeface="+mj-lt" pitchFamily="34" charset="0"/>
                <a:ea typeface="+mj-lt" pitchFamily="34" charset="-122"/>
                <a:cs typeface="+mj-lt" pitchFamily="34" charset="-120"/>
              </a:rPr>
              <a:t>zit</a:t>
            </a:r>
            <a:endParaRPr lang="en-US" sz="2500" dirty="0"/>
          </a:p>
        </p:txBody>
      </p:sp>
      <p:sp>
        <p:nvSpPr>
          <p:cNvPr id="67" name="Shape 52"/>
          <p:cNvSpPr/>
          <p:nvPr/>
        </p:nvSpPr>
        <p:spPr>
          <a:xfrm>
            <a:off x="548640" y="5559552"/>
            <a:ext cx="11091672" cy="704088"/>
          </a:xfrm>
          <a:prstGeom prst="roundRect">
            <a:avLst>
              <a:gd name="adj" fmla="val 10390"/>
            </a:avLst>
          </a:prstGeom>
          <a:solidFill>
            <a:schemeClr val="bg2"/>
          </a:solidFill>
          <a:ln w="12700">
            <a:solidFill>
              <a:srgbClr val="D5DCE6"/>
            </a:solidFill>
            <a:prstDash val="solid"/>
          </a:ln>
        </p:spPr>
      </p:sp>
      <p:pic>
        <p:nvPicPr>
          <p:cNvPr id="68" name="Image 12" descr="TheaterMasks">    </p:cNvPr>
          <p:cNvPicPr>
            <a:picLocks noChangeAspect="1"/>
          </p:cNvPicPr>
          <p:nvPr/>
        </p:nvPicPr>
        <p:blipFill>
          <a:blip r:embed="rId13"/>
          <a:stretch>
            <a:fillRect/>
          </a:stretch>
        </p:blipFill>
        <p:spPr>
          <a:xfrm>
            <a:off x="731520" y="5733288"/>
            <a:ext cx="365760" cy="365760"/>
          </a:xfrm>
          <a:prstGeom prst="rect">
            <a:avLst/>
          </a:prstGeom>
        </p:spPr>
      </p:pic>
      <p:sp>
        <p:nvSpPr>
          <p:cNvPr id="69" name="Text 53"/>
          <p:cNvSpPr txBox="1"/>
          <p:nvPr/>
        </p:nvSpPr>
        <p:spPr>
          <a:xfrm>
            <a:off x="1280160" y="5559552"/>
            <a:ext cx="10241280" cy="704088"/>
          </a:xfrm>
          <a:prstGeom prst="rect">
            <a:avLst/>
          </a:prstGeom>
          <a:noFill/>
          <a:ln/>
        </p:spPr>
        <p:txBody>
          <a:bodyPr wrap="square" lIns="0" tIns="0" rIns="0" bIns="0" rtlCol="0" anchor="ctr"/>
          <a:lstStyle/>
          <a:p>
            <a:pPr algn="l" indent="0" marL="0">
              <a:buNone/>
            </a:pPr>
            <a:r>
              <a:rPr lang="en-US" sz="1600" dirty="0">
                <a:solidFill>
                  <a:schemeClr val="tx1"/>
                </a:solidFill>
              </a:rPr>
              <a:t>Un joueur </a:t>
            </a:r>
            <a:r>
              <a:rPr lang="en-US" sz="1600" b="1" dirty="0">
                <a:solidFill>
                  <a:schemeClr val="tx1"/>
                </a:solidFill>
              </a:rPr>
              <a:t>mime</a:t>
            </a:r>
            <a:r>
              <a:rPr lang="en-US" sz="1600" dirty="0">
                <a:solidFill>
                  <a:schemeClr val="tx1"/>
                </a:solidFill>
              </a:rPr>
              <a:t> le verbe · l’équipe répond avec une phrase complète :</a:t>
            </a:r>
            <a:endParaRPr lang="en-US" sz="1600" dirty="0"/>
          </a:p>
          <a:p>
            <a:pPr algn="l" indent="0" marL="0">
              <a:buNone/>
            </a:pPr>
            <a:r>
              <a:rPr lang="en-US" sz="1600" dirty="0">
                <a:solidFill>
                  <a:schemeClr val="tx1"/>
                </a:solidFill>
              </a:rPr>
              <a:t>« </a:t>
            </a:r>
            <a:r>
              <a:rPr lang="en-US" sz="1600" b="1" i="1" dirty="0">
                <a:solidFill>
                  <a:schemeClr val="tx1"/>
                </a:solidFill>
              </a:rPr>
              <a:t>Hij leest!</a:t>
            </a:r>
            <a:r>
              <a:rPr lang="en-US" sz="1600" dirty="0">
                <a:solidFill>
                  <a:schemeClr val="tx1"/>
                </a:solidFill>
              </a:rPr>
              <a:t> »  /  « </a:t>
            </a:r>
            <a:r>
              <a:rPr lang="en-US" sz="1600" b="1" i="1" dirty="0">
                <a:solidFill>
                  <a:schemeClr val="tx1"/>
                </a:solidFill>
              </a:rPr>
              <a:t>Ze rijdt!</a:t>
            </a:r>
            <a:r>
              <a:rPr lang="en-US" sz="1600" dirty="0">
                <a:solidFill>
                  <a:schemeClr val="tx1"/>
                </a:solidFill>
              </a:rPr>
              <a:t> »</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7 — Le planning de l’équipe</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517904"/>
            <a:ext cx="11091672" cy="420624"/>
          </a:xfrm>
          <a:prstGeom prst="roundRect">
            <a:avLst>
              <a:gd name="adj" fmla="val 17391"/>
            </a:avLst>
          </a:prstGeom>
          <a:solidFill>
            <a:srgbClr val="6E4A9E">
              <a:alpha val="10000"/>
            </a:srgbClr>
          </a:solidFill>
          <a:ln w="12700">
            <a:solidFill>
              <a:srgbClr val="6E4A9E"/>
            </a:solidFill>
            <a:prstDash val="solid"/>
          </a:ln>
        </p:spPr>
      </p:sp>
      <p:sp>
        <p:nvSpPr>
          <p:cNvPr id="7" name="Text 4"/>
          <p:cNvSpPr txBox="1"/>
          <p:nvPr/>
        </p:nvSpPr>
        <p:spPr>
          <a:xfrm>
            <a:off x="777240" y="1517904"/>
            <a:ext cx="10698480" cy="420624"/>
          </a:xfrm>
          <a:prstGeom prst="rect">
            <a:avLst/>
          </a:prstGeom>
          <a:noFill/>
          <a:ln/>
        </p:spPr>
        <p:txBody>
          <a:bodyPr wrap="square" lIns="0" tIns="0" rIns="0" bIns="0" rtlCol="0" anchor="ctr"/>
          <a:lstStyle/>
          <a:p>
            <a:pPr algn="l" indent="0" marL="0">
              <a:buNone/>
            </a:pPr>
            <a:r>
              <a:rPr lang="en-US" sz="1700" dirty="0">
                <a:solidFill>
                  <a:schemeClr val="tx1"/>
                </a:solidFill>
              </a:rPr>
              <a:t>En binôme : placez les 4 tâches dans la semaine, </a:t>
            </a:r>
            <a:r>
              <a:rPr lang="en-US" sz="1700" b="1" dirty="0">
                <a:solidFill>
                  <a:schemeClr val="tx1"/>
                </a:solidFill>
              </a:rPr>
              <a:t>sans montrer votre carte</a:t>
            </a:r>
            <a:r>
              <a:rPr lang="en-US" sz="1700" dirty="0">
                <a:solidFill>
                  <a:schemeClr val="tx1"/>
                </a:solidFill>
              </a:rPr>
              <a:t> !</a:t>
            </a:r>
            <a:endParaRPr lang="en-US" sz="1700" dirty="0"/>
          </a:p>
        </p:txBody>
      </p:sp>
      <p:sp>
        <p:nvSpPr>
          <p:cNvPr id="8" name="Shape 5"/>
          <p:cNvSpPr/>
          <p:nvPr/>
        </p:nvSpPr>
        <p:spPr>
          <a:xfrm>
            <a:off x="548640" y="2075688"/>
            <a:ext cx="2194560" cy="2130552"/>
          </a:xfrm>
          <a:prstGeom prst="roundRect">
            <a:avLst>
              <a:gd name="adj" fmla="val 3433"/>
            </a:avLst>
          </a:prstGeom>
          <a:solidFill>
            <a:schemeClr val="bg1"/>
          </a:solidFill>
          <a:ln w="22225">
            <a:solidFill>
              <a:srgbClr val="2A6FB0"/>
            </a:solidFill>
            <a:prstDash val="solid"/>
          </a:ln>
          <a:effectLst>
            <a:outerShdw sx="100000" sy="100000" kx="0" ky="0" algn="bl" rotWithShape="0" blurRad="101600" dist="25400" dir="3600000">
              <a:srgbClr val="000000">
                <a:alpha val="16000"/>
              </a:srgbClr>
            </a:outerShdw>
          </a:effectLst>
        </p:spPr>
      </p:sp>
      <p:sp>
        <p:nvSpPr>
          <p:cNvPr id="9" name="Shape 6"/>
          <p:cNvSpPr/>
          <p:nvPr/>
        </p:nvSpPr>
        <p:spPr>
          <a:xfrm>
            <a:off x="685800" y="2212848"/>
            <a:ext cx="502920" cy="502920"/>
          </a:xfrm>
          <a:prstGeom prst="ellipse">
            <a:avLst/>
          </a:prstGeom>
          <a:solidFill>
            <a:schemeClr val="accent2"/>
          </a:solidFill>
          <a:ln w="12700">
            <a:solidFill>
              <a:srgbClr val="FFFFFF">
                <a:alpha val="0"/>
              </a:srgbClr>
            </a:solidFill>
            <a:prstDash val="solid"/>
          </a:ln>
        </p:spPr>
      </p:sp>
      <p:sp>
        <p:nvSpPr>
          <p:cNvPr id="10" name="Text 7"/>
          <p:cNvSpPr txBox="1"/>
          <p:nvPr/>
        </p:nvSpPr>
        <p:spPr>
          <a:xfrm>
            <a:off x="685800" y="221284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1" name="Text 8"/>
          <p:cNvSpPr txBox="1"/>
          <p:nvPr/>
        </p:nvSpPr>
        <p:spPr>
          <a:xfrm>
            <a:off x="1280160" y="2212848"/>
            <a:ext cx="1005840" cy="502920"/>
          </a:xfrm>
          <a:prstGeom prst="rect">
            <a:avLst/>
          </a:prstGeom>
          <a:noFill/>
          <a:ln/>
        </p:spPr>
        <p:txBody>
          <a:bodyPr wrap="square" lIns="0" tIns="0" rIns="0" bIns="0" rtlCol="0" anchor="ctr"/>
          <a:lstStyle/>
          <a:p>
            <a:pPr algn="l" indent="0" marL="0">
              <a:buNone/>
            </a:pPr>
            <a:r>
              <a:rPr lang="en-US" sz="1900" b="1" dirty="0">
                <a:solidFill>
                  <a:schemeClr val="accent2"/>
                </a:solidFill>
                <a:latin typeface="+mj-lt" pitchFamily="34" charset="0"/>
                <a:ea typeface="+mj-lt" pitchFamily="34" charset="-122"/>
                <a:cs typeface="+mj-lt" pitchFamily="34" charset="-120"/>
              </a:rPr>
              <a:t>Rôle A</a:t>
            </a:r>
            <a:endParaRPr lang="en-US" sz="1900" dirty="0"/>
          </a:p>
        </p:txBody>
      </p:sp>
      <p:pic>
        <p:nvPicPr>
          <p:cNvPr id="12" name="Image 0" descr="UserSecret">    </p:cNvPr>
          <p:cNvPicPr>
            <a:picLocks noChangeAspect="1"/>
          </p:cNvPicPr>
          <p:nvPr/>
        </p:nvPicPr>
        <p:blipFill>
          <a:blip r:embed="rId1"/>
          <a:stretch>
            <a:fillRect/>
          </a:stretch>
        </p:blipFill>
        <p:spPr>
          <a:xfrm>
            <a:off x="2286000" y="2295144"/>
            <a:ext cx="329184" cy="329184"/>
          </a:xfrm>
          <a:prstGeom prst="rect">
            <a:avLst/>
          </a:prstGeom>
        </p:spPr>
      </p:pic>
      <p:sp>
        <p:nvSpPr>
          <p:cNvPr id="13" name="Text 9"/>
          <p:cNvSpPr txBox="1"/>
          <p:nvPr/>
        </p:nvSpPr>
        <p:spPr>
          <a:xfrm>
            <a:off x="685800" y="2825496"/>
            <a:ext cx="1965960" cy="292608"/>
          </a:xfrm>
          <a:prstGeom prst="rect">
            <a:avLst/>
          </a:prstGeom>
          <a:noFill/>
          <a:ln/>
        </p:spPr>
        <p:txBody>
          <a:bodyPr wrap="square" lIns="0" tIns="0" rIns="0" bIns="0" rtlCol="0" anchor="t"/>
          <a:lstStyle/>
          <a:p>
            <a:pPr algn="l" indent="0" marL="0">
              <a:buNone/>
            </a:pPr>
            <a:r>
              <a:rPr lang="en-US" sz="1300" i="1" dirty="0">
                <a:solidFill>
                  <a:schemeClr val="accent5"/>
                </a:solidFill>
              </a:rPr>
              <a:t>Mon agenda (secret) :</a:t>
            </a:r>
            <a:endParaRPr lang="en-US" sz="1300" dirty="0"/>
          </a:p>
        </p:txBody>
      </p:sp>
      <p:sp>
        <p:nvSpPr>
          <p:cNvPr id="14" name="Text 10"/>
          <p:cNvSpPr txBox="1"/>
          <p:nvPr/>
        </p:nvSpPr>
        <p:spPr>
          <a:xfrm>
            <a:off x="658368" y="3154680"/>
            <a:ext cx="2011680" cy="1005840"/>
          </a:xfrm>
          <a:prstGeom prst="rect">
            <a:avLst/>
          </a:prstGeom>
          <a:noFill/>
          <a:ln/>
        </p:spPr>
        <p:txBody>
          <a:bodyPr wrap="square" lIns="0" tIns="0" rIns="0" bIns="0" rtlCol="0" anchor="t"/>
          <a:lstStyle/>
          <a:p>
            <a:pPr algn="l" marL="177800" indent="-177800">
              <a:spcAft>
                <a:spcPts val="600"/>
              </a:spcAft>
              <a:buSzPct val="100000"/>
              <a:buChar char="•"/>
            </a:pPr>
            <a:r>
              <a:rPr lang="en-US" sz="1500" b="1" dirty="0">
                <a:solidFill>
                  <a:schemeClr val="tx1"/>
                </a:solidFill>
              </a:rPr>
              <a:t>lundi</a:t>
            </a:r>
            <a:r>
              <a:rPr lang="en-US" sz="1500" dirty="0">
                <a:solidFill>
                  <a:schemeClr val="tx1"/>
                </a:solidFill>
              </a:rPr>
              <a:t> à Gand</a:t>
            </a:r>
            <a:endParaRPr lang="en-US" sz="1500" dirty="0"/>
          </a:p>
          <a:p>
            <a:pPr algn="l" marL="177800" indent="-177800">
              <a:spcAft>
                <a:spcPts val="600"/>
              </a:spcAft>
              <a:buSzPct val="100000"/>
              <a:buChar char="•"/>
            </a:pPr>
            <a:r>
              <a:rPr lang="en-US" sz="1500" b="1" dirty="0">
                <a:solidFill>
                  <a:schemeClr val="tx1"/>
                </a:solidFill>
              </a:rPr>
              <a:t>mercredi</a:t>
            </a:r>
            <a:r>
              <a:rPr lang="en-US" sz="1500" dirty="0">
                <a:solidFill>
                  <a:schemeClr val="tx1"/>
                </a:solidFill>
              </a:rPr>
              <a:t> : libre</a:t>
            </a:r>
            <a:endParaRPr lang="en-US" sz="1500" dirty="0"/>
          </a:p>
        </p:txBody>
      </p:sp>
      <p:sp>
        <p:nvSpPr>
          <p:cNvPr id="15" name="Shape 11"/>
          <p:cNvSpPr/>
          <p:nvPr/>
        </p:nvSpPr>
        <p:spPr>
          <a:xfrm>
            <a:off x="9445752" y="2075688"/>
            <a:ext cx="2194560" cy="2130552"/>
          </a:xfrm>
          <a:prstGeom prst="roundRect">
            <a:avLst>
              <a:gd name="adj" fmla="val 3433"/>
            </a:avLst>
          </a:prstGeom>
          <a:solidFill>
            <a:schemeClr val="bg1"/>
          </a:solidFill>
          <a:ln w="22225">
            <a:solidFill>
              <a:srgbClr val="6E4A9E"/>
            </a:solidFill>
            <a:prstDash val="solid"/>
          </a:ln>
          <a:effectLst>
            <a:outerShdw sx="100000" sy="100000" kx="0" ky="0" algn="bl" rotWithShape="0" blurRad="101600" dist="25400" dir="3600000">
              <a:srgbClr val="000000">
                <a:alpha val="16000"/>
              </a:srgbClr>
            </a:outerShdw>
          </a:effectLst>
        </p:spPr>
      </p:sp>
      <p:sp>
        <p:nvSpPr>
          <p:cNvPr id="16" name="Shape 12"/>
          <p:cNvSpPr/>
          <p:nvPr/>
        </p:nvSpPr>
        <p:spPr>
          <a:xfrm>
            <a:off x="9582912" y="2212848"/>
            <a:ext cx="502920" cy="502920"/>
          </a:xfrm>
          <a:prstGeom prst="ellipse">
            <a:avLst/>
          </a:prstGeom>
          <a:solidFill>
            <a:srgbClr val="6E4A9E"/>
          </a:solidFill>
          <a:ln w="12700">
            <a:solidFill>
              <a:srgbClr val="FFFFFF">
                <a:alpha val="0"/>
              </a:srgbClr>
            </a:solidFill>
            <a:prstDash val="solid"/>
          </a:ln>
        </p:spPr>
      </p:sp>
      <p:sp>
        <p:nvSpPr>
          <p:cNvPr id="17" name="Text 13"/>
          <p:cNvSpPr txBox="1"/>
          <p:nvPr/>
        </p:nvSpPr>
        <p:spPr>
          <a:xfrm>
            <a:off x="9582912" y="221284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8" name="Text 14"/>
          <p:cNvSpPr txBox="1"/>
          <p:nvPr/>
        </p:nvSpPr>
        <p:spPr>
          <a:xfrm>
            <a:off x="10177272" y="2212848"/>
            <a:ext cx="1005840" cy="502920"/>
          </a:xfrm>
          <a:prstGeom prst="rect">
            <a:avLst/>
          </a:prstGeom>
          <a:noFill/>
          <a:ln/>
        </p:spPr>
        <p:txBody>
          <a:bodyPr wrap="square" lIns="0" tIns="0" rIns="0" bIns="0" rtlCol="0" anchor="ctr"/>
          <a:lstStyle/>
          <a:p>
            <a:pPr algn="l" indent="0" marL="0">
              <a:buNone/>
            </a:pPr>
            <a:r>
              <a:rPr lang="en-US" sz="1900" b="1" dirty="0">
                <a:solidFill>
                  <a:srgbClr val="6E4A9E"/>
                </a:solidFill>
                <a:latin typeface="+mj-lt" pitchFamily="34" charset="0"/>
                <a:ea typeface="+mj-lt" pitchFamily="34" charset="-122"/>
                <a:cs typeface="+mj-lt" pitchFamily="34" charset="-120"/>
              </a:rPr>
              <a:t>Rôle B</a:t>
            </a:r>
            <a:endParaRPr lang="en-US" sz="1900" dirty="0"/>
          </a:p>
        </p:txBody>
      </p:sp>
      <p:pic>
        <p:nvPicPr>
          <p:cNvPr id="19" name="Image 1" descr="UserSecret">    </p:cNvPr>
          <p:cNvPicPr>
            <a:picLocks noChangeAspect="1"/>
          </p:cNvPicPr>
          <p:nvPr/>
        </p:nvPicPr>
        <p:blipFill>
          <a:blip r:embed="rId2"/>
          <a:stretch>
            <a:fillRect/>
          </a:stretch>
        </p:blipFill>
        <p:spPr>
          <a:xfrm>
            <a:off x="11183112" y="2295144"/>
            <a:ext cx="329184" cy="329184"/>
          </a:xfrm>
          <a:prstGeom prst="rect">
            <a:avLst/>
          </a:prstGeom>
        </p:spPr>
      </p:pic>
      <p:sp>
        <p:nvSpPr>
          <p:cNvPr id="20" name="Text 15"/>
          <p:cNvSpPr txBox="1"/>
          <p:nvPr/>
        </p:nvSpPr>
        <p:spPr>
          <a:xfrm>
            <a:off x="9582912" y="2825496"/>
            <a:ext cx="1965960" cy="292608"/>
          </a:xfrm>
          <a:prstGeom prst="rect">
            <a:avLst/>
          </a:prstGeom>
          <a:noFill/>
          <a:ln/>
        </p:spPr>
        <p:txBody>
          <a:bodyPr wrap="square" lIns="0" tIns="0" rIns="0" bIns="0" rtlCol="0" anchor="t"/>
          <a:lstStyle/>
          <a:p>
            <a:pPr algn="l" indent="0" marL="0">
              <a:buNone/>
            </a:pPr>
            <a:r>
              <a:rPr lang="en-US" sz="1300" i="1" dirty="0">
                <a:solidFill>
                  <a:schemeClr val="accent5"/>
                </a:solidFill>
              </a:rPr>
              <a:t>Mon agenda (secret) :</a:t>
            </a:r>
            <a:endParaRPr lang="en-US" sz="1300" dirty="0"/>
          </a:p>
        </p:txBody>
      </p:sp>
      <p:sp>
        <p:nvSpPr>
          <p:cNvPr id="21" name="Text 16"/>
          <p:cNvSpPr txBox="1"/>
          <p:nvPr/>
        </p:nvSpPr>
        <p:spPr>
          <a:xfrm>
            <a:off x="9555480" y="3154680"/>
            <a:ext cx="2011680" cy="1005840"/>
          </a:xfrm>
          <a:prstGeom prst="rect">
            <a:avLst/>
          </a:prstGeom>
          <a:noFill/>
          <a:ln/>
        </p:spPr>
        <p:txBody>
          <a:bodyPr wrap="square" lIns="0" tIns="0" rIns="0" bIns="0" rtlCol="0" anchor="t"/>
          <a:lstStyle/>
          <a:p>
            <a:pPr algn="l" marL="177800" indent="-177800">
              <a:spcAft>
                <a:spcPts val="600"/>
              </a:spcAft>
              <a:buSzPct val="100000"/>
              <a:buChar char="•"/>
            </a:pPr>
            <a:r>
              <a:rPr lang="en-US" sz="1500" b="1" dirty="0">
                <a:solidFill>
                  <a:schemeClr val="tx1"/>
                </a:solidFill>
              </a:rPr>
              <a:t>mardi</a:t>
            </a:r>
            <a:r>
              <a:rPr lang="en-US" sz="1500" dirty="0">
                <a:solidFill>
                  <a:schemeClr val="tx1"/>
                </a:solidFill>
              </a:rPr>
              <a:t> : formation</a:t>
            </a:r>
            <a:endParaRPr lang="en-US" sz="1500" dirty="0"/>
          </a:p>
          <a:p>
            <a:pPr algn="l" marL="177800" indent="-177800">
              <a:spcAft>
                <a:spcPts val="600"/>
              </a:spcAft>
              <a:buSzPct val="100000"/>
              <a:buChar char="•"/>
            </a:pPr>
            <a:r>
              <a:rPr lang="en-US" sz="1500" b="1" dirty="0">
                <a:solidFill>
                  <a:schemeClr val="tx1"/>
                </a:solidFill>
              </a:rPr>
              <a:t>jeudi</a:t>
            </a:r>
            <a:r>
              <a:rPr lang="en-US" sz="1500" dirty="0">
                <a:solidFill>
                  <a:schemeClr val="tx1"/>
                </a:solidFill>
              </a:rPr>
              <a:t> : télétravail</a:t>
            </a:r>
            <a:endParaRPr lang="en-US" sz="1500" dirty="0"/>
          </a:p>
        </p:txBody>
      </p:sp>
      <p:sp>
        <p:nvSpPr>
          <p:cNvPr id="22" name="Shape 17"/>
          <p:cNvSpPr/>
          <p:nvPr/>
        </p:nvSpPr>
        <p:spPr>
          <a:xfrm>
            <a:off x="2971800" y="2075688"/>
            <a:ext cx="6245352" cy="2130552"/>
          </a:xfrm>
          <a:prstGeom prst="roundRect">
            <a:avLst>
              <a:gd name="adj" fmla="val 1717"/>
            </a:avLst>
          </a:prstGeom>
          <a:solidFill>
            <a:srgbClr val="FFFFFF"/>
          </a:solidFill>
          <a:ln w="19050">
            <a:solidFill>
              <a:srgbClr val="17375E"/>
            </a:solidFill>
            <a:prstDash val="solid"/>
          </a:ln>
        </p:spPr>
      </p:sp>
      <p:pic>
        <p:nvPicPr>
          <p:cNvPr id="23" name="Image 2" descr="spiral calendar">    </p:cNvPr>
          <p:cNvPicPr>
            <a:picLocks noChangeAspect="1"/>
          </p:cNvPicPr>
          <p:nvPr/>
        </p:nvPicPr>
        <p:blipFill>
          <a:blip r:embed="rId3"/>
          <a:stretch>
            <a:fillRect/>
          </a:stretch>
        </p:blipFill>
        <p:spPr>
          <a:xfrm>
            <a:off x="5591556" y="2898648"/>
            <a:ext cx="1005840" cy="1005840"/>
          </a:xfrm>
          <a:prstGeom prst="rect">
            <a:avLst/>
          </a:prstGeom>
        </p:spPr>
      </p:pic>
      <p:sp>
        <p:nvSpPr>
          <p:cNvPr id="24" name="Shape 18"/>
          <p:cNvSpPr/>
          <p:nvPr/>
        </p:nvSpPr>
        <p:spPr>
          <a:xfrm>
            <a:off x="3008376" y="2112264"/>
            <a:ext cx="1175918" cy="384048"/>
          </a:xfrm>
          <a:prstGeom prst="roundRect">
            <a:avLst>
              <a:gd name="adj" fmla="val 9524"/>
            </a:avLst>
          </a:prstGeom>
          <a:solidFill>
            <a:schemeClr val="tx2"/>
          </a:solidFill>
          <a:ln w="12700">
            <a:solidFill>
              <a:srgbClr val="FFFFFF">
                <a:alpha val="0"/>
              </a:srgbClr>
            </a:solidFill>
            <a:prstDash val="solid"/>
          </a:ln>
        </p:spPr>
      </p:sp>
      <p:sp>
        <p:nvSpPr>
          <p:cNvPr id="25" name="Text 19"/>
          <p:cNvSpPr txBox="1"/>
          <p:nvPr/>
        </p:nvSpPr>
        <p:spPr>
          <a:xfrm>
            <a:off x="2971800" y="2112264"/>
            <a:ext cx="1249070" cy="384048"/>
          </a:xfrm>
          <a:prstGeom prst="rect">
            <a:avLst/>
          </a:prstGeom>
          <a:noFill/>
          <a:ln/>
        </p:spPr>
        <p:txBody>
          <a:bodyPr wrap="square" lIns="0" tIns="0" rIns="0" bIns="0" rtlCol="0" anchor="ctr"/>
          <a:lstStyle/>
          <a:p>
            <a:pPr algn="ctr" indent="0" marL="0">
              <a:buNone/>
            </a:pPr>
            <a:r>
              <a:rPr lang="en-US" sz="1400" b="1" dirty="0">
                <a:solidFill>
                  <a:schemeClr val="bg1"/>
                </a:solidFill>
              </a:rPr>
              <a:t>lundi</a:t>
            </a:r>
            <a:endParaRPr lang="en-US" sz="1400" dirty="0"/>
          </a:p>
        </p:txBody>
      </p:sp>
      <p:sp>
        <p:nvSpPr>
          <p:cNvPr id="26" name="Shape 20"/>
          <p:cNvSpPr/>
          <p:nvPr/>
        </p:nvSpPr>
        <p:spPr>
          <a:xfrm>
            <a:off x="4257446" y="2112264"/>
            <a:ext cx="1175918" cy="384048"/>
          </a:xfrm>
          <a:prstGeom prst="roundRect">
            <a:avLst>
              <a:gd name="adj" fmla="val 9524"/>
            </a:avLst>
          </a:prstGeom>
          <a:solidFill>
            <a:schemeClr val="tx2"/>
          </a:solidFill>
          <a:ln w="12700">
            <a:solidFill>
              <a:srgbClr val="FFFFFF">
                <a:alpha val="0"/>
              </a:srgbClr>
            </a:solidFill>
            <a:prstDash val="solid"/>
          </a:ln>
        </p:spPr>
      </p:sp>
      <p:sp>
        <p:nvSpPr>
          <p:cNvPr id="27" name="Text 21"/>
          <p:cNvSpPr txBox="1"/>
          <p:nvPr/>
        </p:nvSpPr>
        <p:spPr>
          <a:xfrm>
            <a:off x="4220870" y="2112264"/>
            <a:ext cx="1249070" cy="384048"/>
          </a:xfrm>
          <a:prstGeom prst="rect">
            <a:avLst/>
          </a:prstGeom>
          <a:noFill/>
          <a:ln/>
        </p:spPr>
        <p:txBody>
          <a:bodyPr wrap="square" lIns="0" tIns="0" rIns="0" bIns="0" rtlCol="0" anchor="ctr"/>
          <a:lstStyle/>
          <a:p>
            <a:pPr algn="ctr" indent="0" marL="0">
              <a:buNone/>
            </a:pPr>
            <a:r>
              <a:rPr lang="en-US" sz="1400" b="1" dirty="0">
                <a:solidFill>
                  <a:schemeClr val="bg1"/>
                </a:solidFill>
              </a:rPr>
              <a:t>mardi</a:t>
            </a:r>
            <a:endParaRPr lang="en-US" sz="1400" dirty="0"/>
          </a:p>
        </p:txBody>
      </p:sp>
      <p:sp>
        <p:nvSpPr>
          <p:cNvPr id="28" name="Shape 22"/>
          <p:cNvSpPr/>
          <p:nvPr/>
        </p:nvSpPr>
        <p:spPr>
          <a:xfrm>
            <a:off x="4220870" y="2578608"/>
            <a:ext cx="914" cy="1536192"/>
          </a:xfrm>
          <a:prstGeom prst="line">
            <a:avLst/>
          </a:prstGeom>
          <a:noFill/>
          <a:ln w="12700">
            <a:solidFill>
              <a:srgbClr val="D5DCE6"/>
            </a:solidFill>
            <a:prstDash val="dash"/>
          </a:ln>
        </p:spPr>
      </p:sp>
      <p:sp>
        <p:nvSpPr>
          <p:cNvPr id="29" name="Shape 23"/>
          <p:cNvSpPr/>
          <p:nvPr/>
        </p:nvSpPr>
        <p:spPr>
          <a:xfrm>
            <a:off x="5506517" y="2112264"/>
            <a:ext cx="1175918" cy="384048"/>
          </a:xfrm>
          <a:prstGeom prst="roundRect">
            <a:avLst>
              <a:gd name="adj" fmla="val 9524"/>
            </a:avLst>
          </a:prstGeom>
          <a:solidFill>
            <a:schemeClr val="tx2"/>
          </a:solidFill>
          <a:ln w="12700">
            <a:solidFill>
              <a:srgbClr val="FFFFFF">
                <a:alpha val="0"/>
              </a:srgbClr>
            </a:solidFill>
            <a:prstDash val="solid"/>
          </a:ln>
        </p:spPr>
      </p:sp>
      <p:sp>
        <p:nvSpPr>
          <p:cNvPr id="30" name="Text 24"/>
          <p:cNvSpPr txBox="1"/>
          <p:nvPr/>
        </p:nvSpPr>
        <p:spPr>
          <a:xfrm>
            <a:off x="5469941" y="2112264"/>
            <a:ext cx="1249070" cy="384048"/>
          </a:xfrm>
          <a:prstGeom prst="rect">
            <a:avLst/>
          </a:prstGeom>
          <a:noFill/>
          <a:ln/>
        </p:spPr>
        <p:txBody>
          <a:bodyPr wrap="square" lIns="0" tIns="0" rIns="0" bIns="0" rtlCol="0" anchor="ctr"/>
          <a:lstStyle/>
          <a:p>
            <a:pPr algn="ctr" indent="0" marL="0">
              <a:buNone/>
            </a:pPr>
            <a:r>
              <a:rPr lang="en-US" sz="1400" b="1" dirty="0">
                <a:solidFill>
                  <a:schemeClr val="bg1"/>
                </a:solidFill>
              </a:rPr>
              <a:t>mercredi</a:t>
            </a:r>
            <a:endParaRPr lang="en-US" sz="1400" dirty="0"/>
          </a:p>
        </p:txBody>
      </p:sp>
      <p:sp>
        <p:nvSpPr>
          <p:cNvPr id="31" name="Shape 25"/>
          <p:cNvSpPr/>
          <p:nvPr/>
        </p:nvSpPr>
        <p:spPr>
          <a:xfrm>
            <a:off x="5469941" y="2578608"/>
            <a:ext cx="914" cy="1536192"/>
          </a:xfrm>
          <a:prstGeom prst="line">
            <a:avLst/>
          </a:prstGeom>
          <a:noFill/>
          <a:ln w="12700">
            <a:solidFill>
              <a:srgbClr val="D5DCE6"/>
            </a:solidFill>
            <a:prstDash val="dash"/>
          </a:ln>
        </p:spPr>
      </p:sp>
      <p:sp>
        <p:nvSpPr>
          <p:cNvPr id="32" name="Shape 26"/>
          <p:cNvSpPr/>
          <p:nvPr/>
        </p:nvSpPr>
        <p:spPr>
          <a:xfrm>
            <a:off x="6755587" y="2112264"/>
            <a:ext cx="1175918" cy="384048"/>
          </a:xfrm>
          <a:prstGeom prst="roundRect">
            <a:avLst>
              <a:gd name="adj" fmla="val 9524"/>
            </a:avLst>
          </a:prstGeom>
          <a:solidFill>
            <a:schemeClr val="tx2"/>
          </a:solidFill>
          <a:ln w="12700">
            <a:solidFill>
              <a:srgbClr val="FFFFFF">
                <a:alpha val="0"/>
              </a:srgbClr>
            </a:solidFill>
            <a:prstDash val="solid"/>
          </a:ln>
        </p:spPr>
      </p:sp>
      <p:sp>
        <p:nvSpPr>
          <p:cNvPr id="33" name="Text 27"/>
          <p:cNvSpPr txBox="1"/>
          <p:nvPr/>
        </p:nvSpPr>
        <p:spPr>
          <a:xfrm>
            <a:off x="6719011" y="2112264"/>
            <a:ext cx="1249070" cy="384048"/>
          </a:xfrm>
          <a:prstGeom prst="rect">
            <a:avLst/>
          </a:prstGeom>
          <a:noFill/>
          <a:ln/>
        </p:spPr>
        <p:txBody>
          <a:bodyPr wrap="square" lIns="0" tIns="0" rIns="0" bIns="0" rtlCol="0" anchor="ctr"/>
          <a:lstStyle/>
          <a:p>
            <a:pPr algn="ctr" indent="0" marL="0">
              <a:buNone/>
            </a:pPr>
            <a:r>
              <a:rPr lang="en-US" sz="1400" b="1" dirty="0">
                <a:solidFill>
                  <a:schemeClr val="bg1"/>
                </a:solidFill>
              </a:rPr>
              <a:t>jeudi</a:t>
            </a:r>
            <a:endParaRPr lang="en-US" sz="1400" dirty="0"/>
          </a:p>
        </p:txBody>
      </p:sp>
      <p:sp>
        <p:nvSpPr>
          <p:cNvPr id="34" name="Shape 28"/>
          <p:cNvSpPr/>
          <p:nvPr/>
        </p:nvSpPr>
        <p:spPr>
          <a:xfrm>
            <a:off x="6719011" y="2578608"/>
            <a:ext cx="914" cy="1536192"/>
          </a:xfrm>
          <a:prstGeom prst="line">
            <a:avLst/>
          </a:prstGeom>
          <a:noFill/>
          <a:ln w="12700">
            <a:solidFill>
              <a:srgbClr val="D5DCE6"/>
            </a:solidFill>
            <a:prstDash val="dash"/>
          </a:ln>
        </p:spPr>
      </p:sp>
      <p:sp>
        <p:nvSpPr>
          <p:cNvPr id="35" name="Shape 29"/>
          <p:cNvSpPr/>
          <p:nvPr/>
        </p:nvSpPr>
        <p:spPr>
          <a:xfrm>
            <a:off x="8004658" y="2112264"/>
            <a:ext cx="1175918" cy="384048"/>
          </a:xfrm>
          <a:prstGeom prst="roundRect">
            <a:avLst>
              <a:gd name="adj" fmla="val 9524"/>
            </a:avLst>
          </a:prstGeom>
          <a:solidFill>
            <a:schemeClr val="tx2"/>
          </a:solidFill>
          <a:ln w="12700">
            <a:solidFill>
              <a:srgbClr val="FFFFFF">
                <a:alpha val="0"/>
              </a:srgbClr>
            </a:solidFill>
            <a:prstDash val="solid"/>
          </a:ln>
        </p:spPr>
      </p:sp>
      <p:sp>
        <p:nvSpPr>
          <p:cNvPr id="36" name="Text 30"/>
          <p:cNvSpPr txBox="1"/>
          <p:nvPr/>
        </p:nvSpPr>
        <p:spPr>
          <a:xfrm>
            <a:off x="7968082" y="2112264"/>
            <a:ext cx="1249070" cy="384048"/>
          </a:xfrm>
          <a:prstGeom prst="rect">
            <a:avLst/>
          </a:prstGeom>
          <a:noFill/>
          <a:ln/>
        </p:spPr>
        <p:txBody>
          <a:bodyPr wrap="square" lIns="0" tIns="0" rIns="0" bIns="0" rtlCol="0" anchor="ctr"/>
          <a:lstStyle/>
          <a:p>
            <a:pPr algn="ctr" indent="0" marL="0">
              <a:buNone/>
            </a:pPr>
            <a:r>
              <a:rPr lang="en-US" sz="1400" b="1" dirty="0">
                <a:solidFill>
                  <a:schemeClr val="bg1"/>
                </a:solidFill>
              </a:rPr>
              <a:t>vendredi</a:t>
            </a:r>
            <a:endParaRPr lang="en-US" sz="1400" dirty="0"/>
          </a:p>
        </p:txBody>
      </p:sp>
      <p:sp>
        <p:nvSpPr>
          <p:cNvPr id="37" name="Shape 31"/>
          <p:cNvSpPr/>
          <p:nvPr/>
        </p:nvSpPr>
        <p:spPr>
          <a:xfrm>
            <a:off x="7968082" y="2578608"/>
            <a:ext cx="914" cy="1536192"/>
          </a:xfrm>
          <a:prstGeom prst="line">
            <a:avLst/>
          </a:prstGeom>
          <a:noFill/>
          <a:ln w="12700">
            <a:solidFill>
              <a:srgbClr val="D5DCE6"/>
            </a:solidFill>
            <a:prstDash val="dash"/>
          </a:ln>
        </p:spPr>
      </p:sp>
      <p:sp>
        <p:nvSpPr>
          <p:cNvPr id="38" name="Shape 32"/>
          <p:cNvSpPr/>
          <p:nvPr/>
        </p:nvSpPr>
        <p:spPr>
          <a:xfrm>
            <a:off x="2971800" y="4325112"/>
            <a:ext cx="1389888" cy="548640"/>
          </a:xfrm>
          <a:prstGeom prst="roundRect">
            <a:avLst>
              <a:gd name="adj" fmla="val 5000"/>
            </a:avLst>
          </a:prstGeom>
          <a:solidFill>
            <a:srgbClr val="FFE27A"/>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39" name="Text 33"/>
          <p:cNvSpPr txBox="1"/>
          <p:nvPr/>
        </p:nvSpPr>
        <p:spPr>
          <a:xfrm>
            <a:off x="3017520" y="4325112"/>
            <a:ext cx="1298448" cy="548640"/>
          </a:xfrm>
          <a:prstGeom prst="rect">
            <a:avLst/>
          </a:prstGeom>
          <a:noFill/>
          <a:ln/>
        </p:spPr>
        <p:txBody>
          <a:bodyPr wrap="square" lIns="0" tIns="0" rIns="0" bIns="0" rtlCol="0" anchor="ctr"/>
          <a:lstStyle/>
          <a:p>
            <a:pPr algn="ctr" indent="0" marL="0">
              <a:buNone/>
            </a:pPr>
            <a:r>
              <a:rPr lang="en-US" sz="1300" b="1" i="1" dirty="0">
                <a:solidFill>
                  <a:schemeClr val="tx1"/>
                </a:solidFill>
              </a:rPr>
              <a:t>de klant opbellen</a:t>
            </a:r>
            <a:endParaRPr lang="en-US" sz="1300" dirty="0"/>
          </a:p>
        </p:txBody>
      </p:sp>
      <p:sp>
        <p:nvSpPr>
          <p:cNvPr id="40" name="Shape 34"/>
          <p:cNvSpPr/>
          <p:nvPr/>
        </p:nvSpPr>
        <p:spPr>
          <a:xfrm>
            <a:off x="4590288" y="4325112"/>
            <a:ext cx="1389888" cy="548640"/>
          </a:xfrm>
          <a:prstGeom prst="roundRect">
            <a:avLst>
              <a:gd name="adj" fmla="val 5000"/>
            </a:avLst>
          </a:prstGeom>
          <a:solidFill>
            <a:srgbClr val="CFE3F6"/>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41" name="Text 35"/>
          <p:cNvSpPr txBox="1"/>
          <p:nvPr/>
        </p:nvSpPr>
        <p:spPr>
          <a:xfrm>
            <a:off x="4636008" y="4325112"/>
            <a:ext cx="1298448" cy="548640"/>
          </a:xfrm>
          <a:prstGeom prst="rect">
            <a:avLst/>
          </a:prstGeom>
          <a:noFill/>
          <a:ln/>
        </p:spPr>
        <p:txBody>
          <a:bodyPr wrap="square" lIns="0" tIns="0" rIns="0" bIns="0" rtlCol="0" anchor="ctr"/>
          <a:lstStyle/>
          <a:p>
            <a:pPr algn="ctr" indent="0" marL="0">
              <a:buNone/>
            </a:pPr>
            <a:r>
              <a:rPr lang="en-US" sz="1300" b="1" i="1" dirty="0">
                <a:solidFill>
                  <a:schemeClr val="tx1"/>
                </a:solidFill>
              </a:rPr>
              <a:t>een mail schrijven</a:t>
            </a:r>
            <a:endParaRPr lang="en-US" sz="1300" dirty="0"/>
          </a:p>
        </p:txBody>
      </p:sp>
      <p:sp>
        <p:nvSpPr>
          <p:cNvPr id="42" name="Shape 36"/>
          <p:cNvSpPr/>
          <p:nvPr/>
        </p:nvSpPr>
        <p:spPr>
          <a:xfrm>
            <a:off x="6208776" y="4325112"/>
            <a:ext cx="1389888" cy="548640"/>
          </a:xfrm>
          <a:prstGeom prst="roundRect">
            <a:avLst>
              <a:gd name="adj" fmla="val 5000"/>
            </a:avLst>
          </a:prstGeom>
          <a:solidFill>
            <a:srgbClr val="D4EDDC"/>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43" name="Text 37"/>
          <p:cNvSpPr txBox="1"/>
          <p:nvPr/>
        </p:nvSpPr>
        <p:spPr>
          <a:xfrm>
            <a:off x="6254496" y="4325112"/>
            <a:ext cx="1298448" cy="548640"/>
          </a:xfrm>
          <a:prstGeom prst="rect">
            <a:avLst/>
          </a:prstGeom>
          <a:noFill/>
          <a:ln/>
        </p:spPr>
        <p:txBody>
          <a:bodyPr wrap="square" lIns="0" tIns="0" rIns="0" bIns="0" rtlCol="0" anchor="ctr"/>
          <a:lstStyle/>
          <a:p>
            <a:pPr algn="ctr" indent="0" marL="0">
              <a:buNone/>
            </a:pPr>
            <a:r>
              <a:rPr lang="en-US" sz="1300" b="1" i="1" dirty="0">
                <a:solidFill>
                  <a:schemeClr val="tx1"/>
                </a:solidFill>
              </a:rPr>
              <a:t>de documenten lezen</a:t>
            </a:r>
            <a:endParaRPr lang="en-US" sz="1300" dirty="0"/>
          </a:p>
        </p:txBody>
      </p:sp>
      <p:sp>
        <p:nvSpPr>
          <p:cNvPr id="44" name="Shape 38"/>
          <p:cNvSpPr/>
          <p:nvPr/>
        </p:nvSpPr>
        <p:spPr>
          <a:xfrm>
            <a:off x="7827264" y="4325112"/>
            <a:ext cx="1389888" cy="548640"/>
          </a:xfrm>
          <a:prstGeom prst="roundRect">
            <a:avLst>
              <a:gd name="adj" fmla="val 5000"/>
            </a:avLst>
          </a:prstGeom>
          <a:solidFill>
            <a:srgbClr val="F6D3E3"/>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45" name="Text 39"/>
          <p:cNvSpPr txBox="1"/>
          <p:nvPr/>
        </p:nvSpPr>
        <p:spPr>
          <a:xfrm>
            <a:off x="7872984" y="4325112"/>
            <a:ext cx="1298448" cy="548640"/>
          </a:xfrm>
          <a:prstGeom prst="rect">
            <a:avLst/>
          </a:prstGeom>
          <a:noFill/>
          <a:ln/>
        </p:spPr>
        <p:txBody>
          <a:bodyPr wrap="square" lIns="0" tIns="0" rIns="0" bIns="0" rtlCol="0" anchor="ctr"/>
          <a:lstStyle/>
          <a:p>
            <a:pPr algn="ctr" indent="0" marL="0">
              <a:buNone/>
            </a:pPr>
            <a:r>
              <a:rPr lang="en-US" sz="1300" b="1" i="1" dirty="0">
                <a:solidFill>
                  <a:schemeClr val="tx1"/>
                </a:solidFill>
              </a:rPr>
              <a:t>naar de bank gaan</a:t>
            </a:r>
            <a:endParaRPr lang="en-US" sz="1300" dirty="0"/>
          </a:p>
        </p:txBody>
      </p:sp>
      <p:sp>
        <p:nvSpPr>
          <p:cNvPr id="46" name="Shape 40"/>
          <p:cNvSpPr/>
          <p:nvPr/>
        </p:nvSpPr>
        <p:spPr>
          <a:xfrm>
            <a:off x="548640" y="4325112"/>
            <a:ext cx="2194560" cy="548640"/>
          </a:xfrm>
          <a:prstGeom prst="roundRect">
            <a:avLst>
              <a:gd name="adj" fmla="val 13333"/>
            </a:avLst>
          </a:prstGeom>
          <a:solidFill>
            <a:schemeClr val="bg2"/>
          </a:solidFill>
          <a:ln w="12700">
            <a:solidFill>
              <a:srgbClr val="D5DCE6"/>
            </a:solidFill>
            <a:prstDash val="solid"/>
          </a:ln>
        </p:spPr>
      </p:sp>
      <p:pic>
        <p:nvPicPr>
          <p:cNvPr id="47" name="Image 3" descr="Stopwatch">    </p:cNvPr>
          <p:cNvPicPr>
            <a:picLocks noChangeAspect="1"/>
          </p:cNvPicPr>
          <p:nvPr/>
        </p:nvPicPr>
        <p:blipFill>
          <a:blip r:embed="rId4"/>
          <a:stretch>
            <a:fillRect/>
          </a:stretch>
        </p:blipFill>
        <p:spPr>
          <a:xfrm>
            <a:off x="685800" y="4443984"/>
            <a:ext cx="310896" cy="310896"/>
          </a:xfrm>
          <a:prstGeom prst="rect">
            <a:avLst/>
          </a:prstGeom>
        </p:spPr>
      </p:pic>
      <p:sp>
        <p:nvSpPr>
          <p:cNvPr id="48" name="Text 41"/>
          <p:cNvSpPr txBox="1"/>
          <p:nvPr/>
        </p:nvSpPr>
        <p:spPr>
          <a:xfrm>
            <a:off x="1097280" y="4325112"/>
            <a:ext cx="1554480" cy="548640"/>
          </a:xfrm>
          <a:prstGeom prst="rect">
            <a:avLst/>
          </a:prstGeom>
          <a:noFill/>
          <a:ln/>
        </p:spPr>
        <p:txBody>
          <a:bodyPr wrap="square" lIns="0" tIns="0" rIns="0" bIns="0" rtlCol="0" anchor="ctr"/>
          <a:lstStyle/>
          <a:p>
            <a:pPr algn="l" indent="0" marL="0">
              <a:buNone/>
            </a:pPr>
            <a:r>
              <a:rPr lang="en-US" sz="1700" b="1" dirty="0">
                <a:solidFill>
                  <a:schemeClr val="accent1"/>
                </a:solidFill>
              </a:rPr>
              <a:t>6 minutes</a:t>
            </a:r>
            <a:endParaRPr lang="en-US" sz="1700" dirty="0"/>
          </a:p>
        </p:txBody>
      </p:sp>
      <p:sp>
        <p:nvSpPr>
          <p:cNvPr id="49" name="Shape 42"/>
          <p:cNvSpPr/>
          <p:nvPr/>
        </p:nvSpPr>
        <p:spPr>
          <a:xfrm>
            <a:off x="9445752" y="4325112"/>
            <a:ext cx="2194560" cy="548640"/>
          </a:xfrm>
          <a:prstGeom prst="roundRect">
            <a:avLst>
              <a:gd name="adj" fmla="val 13333"/>
            </a:avLst>
          </a:prstGeom>
          <a:solidFill>
            <a:schemeClr val="bg2"/>
          </a:solidFill>
          <a:ln w="12700">
            <a:solidFill>
              <a:srgbClr val="D5DCE6"/>
            </a:solidFill>
            <a:prstDash val="solid"/>
          </a:ln>
        </p:spPr>
      </p:sp>
      <p:sp>
        <p:nvSpPr>
          <p:cNvPr id="50" name="Text 43"/>
          <p:cNvSpPr txBox="1"/>
          <p:nvPr/>
        </p:nvSpPr>
        <p:spPr>
          <a:xfrm>
            <a:off x="9528048" y="4325112"/>
            <a:ext cx="2057400" cy="548640"/>
          </a:xfrm>
          <a:prstGeom prst="rect">
            <a:avLst/>
          </a:prstGeom>
          <a:noFill/>
          <a:ln/>
        </p:spPr>
        <p:txBody>
          <a:bodyPr wrap="square" lIns="0" tIns="0" rIns="0" bIns="0" rtlCol="0" anchor="ctr"/>
          <a:lstStyle/>
          <a:p>
            <a:pPr algn="l" indent="0" marL="0">
              <a:buNone/>
            </a:pPr>
            <a:r>
              <a:rPr lang="en-US" sz="1300" i="1" dirty="0">
                <a:solidFill>
                  <a:schemeClr val="accent5"/>
                </a:solidFill>
              </a:rPr>
              <a:t>Puis : présentez à la classe (</a:t>
            </a:r>
            <a:r>
              <a:rPr lang="en-US" sz="1300" i="1" dirty="0">
                <a:solidFill>
                  <a:schemeClr val="accent5"/>
                </a:solidFill>
              </a:rPr>
              <a:t>hij / zij</a:t>
            </a:r>
            <a:r>
              <a:rPr lang="en-US" sz="1300" i="1" dirty="0">
                <a:solidFill>
                  <a:schemeClr val="accent5"/>
                </a:solidFill>
              </a:rPr>
              <a:t>)</a:t>
            </a:r>
            <a:endParaRPr lang="en-US" sz="1300" dirty="0"/>
          </a:p>
        </p:txBody>
      </p:sp>
      <p:sp>
        <p:nvSpPr>
          <p:cNvPr id="51" name="Shape 44"/>
          <p:cNvSpPr/>
          <p:nvPr/>
        </p:nvSpPr>
        <p:spPr>
          <a:xfrm>
            <a:off x="548640" y="5029200"/>
            <a:ext cx="11091672" cy="1243584"/>
          </a:xfrm>
          <a:prstGeom prst="roundRect">
            <a:avLst>
              <a:gd name="adj" fmla="val 5882"/>
            </a:avLst>
          </a:prstGeom>
          <a:solidFill>
            <a:schemeClr val="bg2"/>
          </a:solidFill>
          <a:ln w="12700">
            <a:solidFill>
              <a:srgbClr val="D5DCE6"/>
            </a:solidFill>
            <a:prstDash val="solid"/>
          </a:ln>
        </p:spPr>
      </p:sp>
      <p:sp>
        <p:nvSpPr>
          <p:cNvPr id="52" name="Text 45"/>
          <p:cNvSpPr txBox="1"/>
          <p:nvPr/>
        </p:nvSpPr>
        <p:spPr>
          <a:xfrm>
            <a:off x="731520" y="5084064"/>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BANQUE DE PHRASES</a:t>
            </a:r>
            <a:endParaRPr lang="en-US" sz="1200" dirty="0"/>
          </a:p>
        </p:txBody>
      </p:sp>
      <p:sp>
        <p:nvSpPr>
          <p:cNvPr id="53" name="Text 46"/>
          <p:cNvSpPr txBox="1"/>
          <p:nvPr/>
        </p:nvSpPr>
        <p:spPr>
          <a:xfrm>
            <a:off x="731520" y="5394960"/>
            <a:ext cx="5486400" cy="822960"/>
          </a:xfrm>
          <a:prstGeom prst="rect">
            <a:avLst/>
          </a:prstGeom>
          <a:noFill/>
          <a:ln/>
        </p:spPr>
        <p:txBody>
          <a:bodyPr wrap="square" lIns="0" tIns="0" rIns="0" bIns="0" rtlCol="0" anchor="t"/>
          <a:lstStyle/>
          <a:p>
            <a:pPr algn="l" indent="0" marL="0">
              <a:spcAft>
                <a:spcPts val="400"/>
              </a:spcAft>
              <a:buNone/>
            </a:pPr>
            <a:r>
              <a:rPr lang="en-US" sz="1400" dirty="0">
                <a:solidFill>
                  <a:schemeClr val="tx1"/>
                </a:solidFill>
              </a:rPr>
              <a:t>– </a:t>
            </a:r>
            <a:r>
              <a:rPr lang="en-US" sz="1400" b="1" i="1" dirty="0">
                <a:solidFill>
                  <a:schemeClr val="accent6"/>
                </a:solidFill>
              </a:rPr>
              <a:t>Kun</a:t>
            </a:r>
            <a:r>
              <a:rPr lang="en-US" sz="1400" i="1" dirty="0">
                <a:solidFill>
                  <a:schemeClr val="tx1"/>
                </a:solidFill>
              </a:rPr>
              <a:t> </a:t>
            </a:r>
            <a:r>
              <a:rPr lang="en-US" sz="1400" b="1" i="1" dirty="0">
                <a:solidFill>
                  <a:schemeClr val="tx1"/>
                </a:solidFill>
              </a:rPr>
              <a:t>jij</a:t>
            </a:r>
            <a:r>
              <a:rPr lang="en-US" sz="1400" i="1" dirty="0">
                <a:solidFill>
                  <a:schemeClr val="tx1"/>
                </a:solidFill>
              </a:rPr>
              <a:t> op maandag de klant </a:t>
            </a:r>
            <a:r>
              <a:rPr lang="en-US" sz="1400" b="1" i="1" dirty="0">
                <a:solidFill>
                  <a:schemeClr val="accent6"/>
                </a:solidFill>
              </a:rPr>
              <a:t>opbellen</a:t>
            </a:r>
            <a:r>
              <a:rPr lang="en-US" sz="1400" i="1" dirty="0">
                <a:solidFill>
                  <a:schemeClr val="tx1"/>
                </a:solidFill>
              </a:rPr>
              <a:t>?</a:t>
            </a:r>
            <a:endParaRPr lang="en-US" sz="1400" dirty="0"/>
          </a:p>
          <a:p>
            <a:pPr algn="l" indent="0" marL="0">
              <a:spcAft>
                <a:spcPts val="400"/>
              </a:spcAft>
              <a:buNone/>
            </a:pPr>
            <a:r>
              <a:rPr lang="en-US" sz="1400" dirty="0">
                <a:solidFill>
                  <a:schemeClr val="tx1"/>
                </a:solidFill>
              </a:rPr>
              <a:t>– </a:t>
            </a:r>
            <a:r>
              <a:rPr lang="en-US" sz="1400" i="1" dirty="0">
                <a:solidFill>
                  <a:schemeClr val="tx1"/>
                </a:solidFill>
              </a:rPr>
              <a:t>Nee, op maandag </a:t>
            </a:r>
            <a:r>
              <a:rPr lang="en-US" sz="1400" b="1" i="1" dirty="0">
                <a:solidFill>
                  <a:schemeClr val="accent6"/>
                </a:solidFill>
              </a:rPr>
              <a:t>kan</a:t>
            </a:r>
            <a:r>
              <a:rPr lang="en-US" sz="1400" i="1" dirty="0">
                <a:solidFill>
                  <a:schemeClr val="tx1"/>
                </a:solidFill>
              </a:rPr>
              <a:t> ik niet: ik </a:t>
            </a:r>
            <a:r>
              <a:rPr lang="en-US" sz="1400" b="1" i="1" dirty="0">
                <a:solidFill>
                  <a:schemeClr val="accent6"/>
                </a:solidFill>
              </a:rPr>
              <a:t>moet</a:t>
            </a:r>
            <a:r>
              <a:rPr lang="en-US" sz="1400" i="1" dirty="0">
                <a:solidFill>
                  <a:schemeClr val="tx1"/>
                </a:solidFill>
              </a:rPr>
              <a:t> naar Gent </a:t>
            </a:r>
            <a:r>
              <a:rPr lang="en-US" sz="1400" b="1" i="1" dirty="0">
                <a:solidFill>
                  <a:schemeClr val="accent6"/>
                </a:solidFill>
              </a:rPr>
              <a:t>gaan</a:t>
            </a:r>
            <a:r>
              <a:rPr lang="en-US" sz="1400" i="1" dirty="0">
                <a:solidFill>
                  <a:schemeClr val="tx1"/>
                </a:solidFill>
              </a:rPr>
              <a:t>. Maar op woensdag </a:t>
            </a:r>
            <a:r>
              <a:rPr lang="en-US" sz="1400" b="1" i="1" dirty="0">
                <a:solidFill>
                  <a:schemeClr val="accent6"/>
                </a:solidFill>
              </a:rPr>
              <a:t>kan</a:t>
            </a:r>
            <a:r>
              <a:rPr lang="en-US" sz="1400" i="1" dirty="0">
                <a:solidFill>
                  <a:schemeClr val="tx1"/>
                </a:solidFill>
              </a:rPr>
              <a:t> ik wel.</a:t>
            </a:r>
            <a:endParaRPr lang="en-US" sz="1400" dirty="0"/>
          </a:p>
        </p:txBody>
      </p:sp>
      <p:sp>
        <p:nvSpPr>
          <p:cNvPr id="54" name="Text 47"/>
          <p:cNvSpPr txBox="1"/>
          <p:nvPr/>
        </p:nvSpPr>
        <p:spPr>
          <a:xfrm>
            <a:off x="6446520" y="5394960"/>
            <a:ext cx="5074920" cy="822960"/>
          </a:xfrm>
          <a:prstGeom prst="rect">
            <a:avLst/>
          </a:prstGeom>
          <a:noFill/>
          <a:ln/>
        </p:spPr>
        <p:txBody>
          <a:bodyPr wrap="square" lIns="0" tIns="0" rIns="0" bIns="0" rtlCol="0" anchor="t"/>
          <a:lstStyle/>
          <a:p>
            <a:pPr algn="l" indent="0" marL="0">
              <a:spcAft>
                <a:spcPts val="400"/>
              </a:spcAft>
              <a:buNone/>
            </a:pPr>
            <a:r>
              <a:rPr lang="en-US" sz="1500" dirty="0">
                <a:solidFill>
                  <a:schemeClr val="tx1"/>
                </a:solidFill>
              </a:rPr>
              <a:t>– </a:t>
            </a:r>
            <a:r>
              <a:rPr lang="en-US" sz="1500" b="1" i="1" dirty="0">
                <a:solidFill>
                  <a:schemeClr val="accent6"/>
                </a:solidFill>
              </a:rPr>
              <a:t>Wil</a:t>
            </a:r>
            <a:r>
              <a:rPr lang="en-US" sz="1500" i="1" dirty="0">
                <a:solidFill>
                  <a:schemeClr val="tx1"/>
                </a:solidFill>
              </a:rPr>
              <a:t> </a:t>
            </a:r>
            <a:r>
              <a:rPr lang="en-US" sz="1500" b="1" i="1" dirty="0">
                <a:solidFill>
                  <a:schemeClr val="tx1"/>
                </a:solidFill>
              </a:rPr>
              <a:t>jij</a:t>
            </a:r>
            <a:r>
              <a:rPr lang="en-US" sz="1500" i="1" dirty="0">
                <a:solidFill>
                  <a:schemeClr val="tx1"/>
                </a:solidFill>
              </a:rPr>
              <a:t> de documenten </a:t>
            </a:r>
            <a:r>
              <a:rPr lang="en-US" sz="1500" b="1" i="1" dirty="0">
                <a:solidFill>
                  <a:schemeClr val="accent6"/>
                </a:solidFill>
              </a:rPr>
              <a:t>lezen</a:t>
            </a:r>
            <a:r>
              <a:rPr lang="en-US" sz="1500" i="1" dirty="0">
                <a:solidFill>
                  <a:schemeClr val="tx1"/>
                </a:solidFill>
              </a:rPr>
              <a:t>?</a:t>
            </a:r>
            <a:r>
              <a:rPr lang="en-US" sz="1500" dirty="0">
                <a:solidFill>
                  <a:schemeClr val="tx1"/>
                </a:solidFill>
              </a:rPr>
              <a:t> — </a:t>
            </a:r>
            <a:r>
              <a:rPr lang="en-US" sz="1500" i="1" dirty="0">
                <a:solidFill>
                  <a:schemeClr val="tx1"/>
                </a:solidFill>
              </a:rPr>
              <a:t>Ja, dat </a:t>
            </a:r>
            <a:r>
              <a:rPr lang="en-US" sz="1500" b="1" i="1" dirty="0">
                <a:solidFill>
                  <a:schemeClr val="accent6"/>
                </a:solidFill>
              </a:rPr>
              <a:t>wil</a:t>
            </a:r>
            <a:r>
              <a:rPr lang="en-US" sz="1500" i="1" dirty="0">
                <a:solidFill>
                  <a:schemeClr val="tx1"/>
                </a:solidFill>
              </a:rPr>
              <a:t> ik wel.</a:t>
            </a:r>
            <a:endParaRPr lang="en-US" sz="1500" dirty="0"/>
          </a:p>
          <a:p>
            <a:pPr algn="l" indent="0" marL="0">
              <a:spcAft>
                <a:spcPts val="400"/>
              </a:spcAft>
              <a:buNone/>
            </a:pPr>
            <a:r>
              <a:rPr lang="en-US" sz="1500" dirty="0">
                <a:solidFill>
                  <a:schemeClr val="tx1"/>
                </a:solidFill>
              </a:rPr>
              <a:t>– </a:t>
            </a:r>
            <a:r>
              <a:rPr lang="en-US" sz="1500" b="1" i="1" dirty="0">
                <a:solidFill>
                  <a:schemeClr val="tx1"/>
                </a:solidFill>
              </a:rPr>
              <a:t>Wie</a:t>
            </a:r>
            <a:r>
              <a:rPr lang="en-US" sz="1500" i="1" dirty="0">
                <a:solidFill>
                  <a:schemeClr val="tx1"/>
                </a:solidFill>
              </a:rPr>
              <a:t> </a:t>
            </a:r>
            <a:r>
              <a:rPr lang="en-US" sz="1500" b="1" i="1" dirty="0">
                <a:solidFill>
                  <a:schemeClr val="accent6"/>
                </a:solidFill>
              </a:rPr>
              <a:t>kan</a:t>
            </a:r>
            <a:r>
              <a:rPr lang="en-US" sz="1500" i="1" dirty="0">
                <a:solidFill>
                  <a:schemeClr val="tx1"/>
                </a:solidFill>
              </a:rPr>
              <a:t> naar de bank </a:t>
            </a:r>
            <a:r>
              <a:rPr lang="en-US" sz="1500" b="1" i="1" dirty="0">
                <a:solidFill>
                  <a:schemeClr val="accent6"/>
                </a:solidFill>
              </a:rPr>
              <a:t>gaan</a:t>
            </a:r>
            <a:r>
              <a:rPr lang="en-US" sz="1500" i="1" dirty="0">
                <a:solidFill>
                  <a:schemeClr val="tx1"/>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Ticket de sortie</a:t>
            </a:r>
            <a:endParaRPr lang="en-US" sz="3000" dirty="0"/>
          </a:p>
        </p:txBody>
      </p:sp>
      <p:sp>
        <p:nvSpPr>
          <p:cNvPr id="3" name="tag"/>
          <p:cNvSpPr/>
          <p:nvPr/>
        </p:nvSpPr>
        <p:spPr>
          <a:xfrm>
            <a:off x="548640" y="237744"/>
            <a:ext cx="2092147"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TICKET DE SORTIE</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Conjuguez : </a:t>
            </a:r>
            <a:r>
              <a:rPr lang="en-US" sz="2000" i="1" dirty="0">
                <a:solidFill>
                  <a:schemeClr val="tx1"/>
                </a:solidFill>
              </a:rPr>
              <a:t>hij (lezen)</a:t>
            </a:r>
            <a:r>
              <a:rPr lang="en-US" sz="2000" dirty="0">
                <a:solidFill>
                  <a:schemeClr val="tx1"/>
                </a:solidFill>
              </a:rPr>
              <a:t>, </a:t>
            </a:r>
            <a:r>
              <a:rPr lang="en-US" sz="2000" i="1" dirty="0">
                <a:solidFill>
                  <a:schemeClr val="tx1"/>
                </a:solidFill>
              </a:rPr>
              <a:t>hij (worden)</a:t>
            </a:r>
            <a:r>
              <a:rPr lang="en-US" sz="2000" dirty="0">
                <a:solidFill>
                  <a:schemeClr val="tx1"/>
                </a:solidFill>
              </a:rPr>
              <a:t>, </a:t>
            </a:r>
            <a:r>
              <a:rPr lang="en-US" sz="2000" i="1" dirty="0">
                <a:solidFill>
                  <a:schemeClr val="tx1"/>
                </a:solidFill>
              </a:rPr>
              <a:t>jij (praten)</a:t>
            </a:r>
            <a:r>
              <a:rPr lang="en-US" sz="2000" dirty="0">
                <a:solidFill>
                  <a:schemeClr val="tx1"/>
                </a:solidFill>
              </a:rPr>
              <a:t>.</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Question avec </a:t>
            </a:r>
            <a:r>
              <a:rPr lang="en-US" sz="2000" i="1" dirty="0">
                <a:solidFill>
                  <a:schemeClr val="tx1"/>
                </a:solidFill>
              </a:rPr>
              <a:t>je</a:t>
            </a:r>
            <a:r>
              <a:rPr lang="en-US" sz="2000" dirty="0">
                <a:solidFill>
                  <a:schemeClr val="tx1"/>
                </a:solidFill>
              </a:rPr>
              <a:t> : </a:t>
            </a:r>
            <a:r>
              <a:rPr lang="en-US" sz="2000" i="1" dirty="0">
                <a:solidFill>
                  <a:schemeClr val="tx1"/>
                </a:solidFill>
              </a:rPr>
              <a:t>Jij rijdt naar Gent.</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Traduisez : « Je dois écrire un mail. »</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AUTO-ÉVALUATION</a:t>
            </a:r>
            <a:endParaRPr lang="en-US" sz="1400" dirty="0"/>
          </a:p>
        </p:txBody>
      </p:sp>
      <p:sp>
        <p:nvSpPr>
          <p:cNvPr id="18" name="Shape 15"/>
          <p:cNvSpPr/>
          <p:nvPr/>
        </p:nvSpPr>
        <p:spPr>
          <a:xfrm>
            <a:off x="6949440" y="2011680"/>
            <a:ext cx="4690872" cy="758952"/>
          </a:xfrm>
          <a:prstGeom prst="roundRect">
            <a:avLst>
              <a:gd name="adj" fmla="val 9639"/>
            </a:avLst>
          </a:prstGeom>
          <a:solidFill>
            <a:schemeClr val="bg2"/>
          </a:solidFill>
          <a:ln w="6350">
            <a:solidFill>
              <a:srgbClr val="D5DCE6"/>
            </a:solidFill>
            <a:prstDash val="solid"/>
          </a:ln>
        </p:spPr>
      </p:sp>
      <p:sp>
        <p:nvSpPr>
          <p:cNvPr id="19" name="Text 16"/>
          <p:cNvSpPr txBox="1"/>
          <p:nvPr/>
        </p:nvSpPr>
        <p:spPr>
          <a:xfrm>
            <a:off x="7132320" y="201168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Écrire juste</a:t>
            </a:r>
            <a:endParaRPr lang="en-US" sz="1600" dirty="0"/>
          </a:p>
        </p:txBody>
      </p:sp>
      <p:pic>
        <p:nvPicPr>
          <p:cNvPr id="20" name="Image 0" descr="RegFrown">    </p:cNvPr>
          <p:cNvPicPr>
            <a:picLocks noChangeAspect="1"/>
          </p:cNvPicPr>
          <p:nvPr/>
        </p:nvPicPr>
        <p:blipFill>
          <a:blip r:embed="rId1"/>
          <a:stretch>
            <a:fillRect/>
          </a:stretch>
        </p:blipFill>
        <p:spPr>
          <a:xfrm>
            <a:off x="9555480" y="2162556"/>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162556"/>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162556"/>
            <a:ext cx="457200" cy="457200"/>
          </a:xfrm>
          <a:prstGeom prst="rect">
            <a:avLst/>
          </a:prstGeom>
        </p:spPr>
      </p:pic>
      <p:sp>
        <p:nvSpPr>
          <p:cNvPr id="23" name="Shape 17"/>
          <p:cNvSpPr/>
          <p:nvPr/>
        </p:nvSpPr>
        <p:spPr>
          <a:xfrm>
            <a:off x="6949440" y="2880360"/>
            <a:ext cx="4690872" cy="758952"/>
          </a:xfrm>
          <a:prstGeom prst="roundRect">
            <a:avLst>
              <a:gd name="adj" fmla="val 9639"/>
            </a:avLst>
          </a:prstGeom>
          <a:solidFill>
            <a:schemeClr val="bg1"/>
          </a:solidFill>
          <a:ln w="6350">
            <a:solidFill>
              <a:srgbClr val="D5DCE6"/>
            </a:solidFill>
            <a:prstDash val="solid"/>
          </a:ln>
        </p:spPr>
      </p:sp>
      <p:sp>
        <p:nvSpPr>
          <p:cNvPr id="24" name="Text 18"/>
          <p:cNvSpPr txBox="1"/>
          <p:nvPr/>
        </p:nvSpPr>
        <p:spPr>
          <a:xfrm>
            <a:off x="7132320" y="288036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Verbes courts</a:t>
            </a:r>
            <a:endParaRPr lang="en-US" sz="1600" dirty="0"/>
          </a:p>
        </p:txBody>
      </p:sp>
      <p:pic>
        <p:nvPicPr>
          <p:cNvPr id="25" name="Image 3" descr="RegFrown">    </p:cNvPr>
          <p:cNvPicPr>
            <a:picLocks noChangeAspect="1"/>
          </p:cNvPicPr>
          <p:nvPr/>
        </p:nvPicPr>
        <p:blipFill>
          <a:blip r:embed="rId4"/>
          <a:stretch>
            <a:fillRect/>
          </a:stretch>
        </p:blipFill>
        <p:spPr>
          <a:xfrm>
            <a:off x="9555480" y="3031236"/>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3031236"/>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3031236"/>
            <a:ext cx="457200" cy="457200"/>
          </a:xfrm>
          <a:prstGeom prst="rect">
            <a:avLst/>
          </a:prstGeom>
        </p:spPr>
      </p:pic>
      <p:sp>
        <p:nvSpPr>
          <p:cNvPr id="28" name="Shape 19"/>
          <p:cNvSpPr/>
          <p:nvPr/>
        </p:nvSpPr>
        <p:spPr>
          <a:xfrm>
            <a:off x="6949440" y="3749040"/>
            <a:ext cx="4690872" cy="758952"/>
          </a:xfrm>
          <a:prstGeom prst="roundRect">
            <a:avLst>
              <a:gd name="adj" fmla="val 9639"/>
            </a:avLst>
          </a:prstGeom>
          <a:solidFill>
            <a:schemeClr val="bg2"/>
          </a:solidFill>
          <a:ln w="6350">
            <a:solidFill>
              <a:srgbClr val="D5DCE6"/>
            </a:solidFill>
            <a:prstDash val="solid"/>
          </a:ln>
        </p:spPr>
      </p:sp>
      <p:sp>
        <p:nvSpPr>
          <p:cNvPr id="29" name="Text 20"/>
          <p:cNvSpPr txBox="1"/>
          <p:nvPr/>
        </p:nvSpPr>
        <p:spPr>
          <a:xfrm>
            <a:off x="7132320" y="374904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Verbes de modalité</a:t>
            </a:r>
            <a:endParaRPr lang="en-US" sz="1600" dirty="0"/>
          </a:p>
        </p:txBody>
      </p:sp>
      <p:pic>
        <p:nvPicPr>
          <p:cNvPr id="30" name="Image 6" descr="RegFrown">    </p:cNvPr>
          <p:cNvPicPr>
            <a:picLocks noChangeAspect="1"/>
          </p:cNvPicPr>
          <p:nvPr/>
        </p:nvPicPr>
        <p:blipFill>
          <a:blip r:embed="rId7"/>
          <a:stretch>
            <a:fillRect/>
          </a:stretch>
        </p:blipFill>
        <p:spPr>
          <a:xfrm>
            <a:off x="9555480" y="389991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89991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899916"/>
            <a:ext cx="457200" cy="457200"/>
          </a:xfrm>
          <a:prstGeom prst="rect">
            <a:avLst/>
          </a:prstGeom>
        </p:spPr>
      </p:pic>
      <p:sp>
        <p:nvSpPr>
          <p:cNvPr id="33" name="Shape 21"/>
          <p:cNvSpPr/>
          <p:nvPr/>
        </p:nvSpPr>
        <p:spPr>
          <a:xfrm>
            <a:off x="548640" y="5513832"/>
            <a:ext cx="6035040" cy="749808"/>
          </a:xfrm>
          <a:prstGeom prst="roundRect">
            <a:avLst>
              <a:gd name="adj" fmla="val 9756"/>
            </a:avLst>
          </a:prstGeom>
          <a:solidFill>
            <a:srgbClr val="FFFFFF"/>
          </a:solidFill>
          <a:ln w="12700">
            <a:solidFill>
              <a:srgbClr val="4A5A70"/>
            </a:solidFill>
            <a:prstDash val="dash"/>
          </a:ln>
        </p:spPr>
      </p:sp>
      <p:pic>
        <p:nvPicPr>
          <p:cNvPr id="34" name="Image 9" descr="RedoAlt">    </p:cNvPr>
          <p:cNvPicPr>
            <a:picLocks noChangeAspect="1"/>
          </p:cNvPicPr>
          <p:nvPr/>
        </p:nvPicPr>
        <p:blipFill>
          <a:blip r:embed="rId10"/>
          <a:stretch>
            <a:fillRect/>
          </a:stretch>
        </p:blipFill>
        <p:spPr>
          <a:xfrm>
            <a:off x="731520" y="5733288"/>
            <a:ext cx="310896" cy="310896"/>
          </a:xfrm>
          <a:prstGeom prst="rect">
            <a:avLst/>
          </a:prstGeom>
        </p:spPr>
      </p:pic>
      <p:sp>
        <p:nvSpPr>
          <p:cNvPr id="35" name="Text 22"/>
          <p:cNvSpPr txBox="1"/>
          <p:nvPr/>
        </p:nvSpPr>
        <p:spPr>
          <a:xfrm>
            <a:off x="1188720" y="5513832"/>
            <a:ext cx="5303520" cy="749808"/>
          </a:xfrm>
          <a:prstGeom prst="rect">
            <a:avLst/>
          </a:prstGeom>
          <a:noFill/>
          <a:ln/>
        </p:spPr>
        <p:txBody>
          <a:bodyPr wrap="square" lIns="0" tIns="0" rIns="0" bIns="0" rtlCol="0" anchor="ctr"/>
          <a:lstStyle/>
          <a:p>
            <a:pPr algn="l" indent="0" marL="0">
              <a:buNone/>
            </a:pPr>
            <a:r>
              <a:rPr lang="en-US" sz="1500" i="1" dirty="0">
                <a:solidFill>
                  <a:schemeClr val="accent5"/>
                </a:solidFill>
              </a:rPr>
              <a:t>Erreur à la question 1 ? → organigramme (diapo 15) + exercice 1 à la maison.</a:t>
            </a:r>
            <a:endParaRPr lang="en-US" sz="1500" dirty="0"/>
          </a:p>
        </p:txBody>
      </p:sp>
      <p:sp>
        <p:nvSpPr>
          <p:cNvPr id="36" name="Shape 23"/>
          <p:cNvSpPr/>
          <p:nvPr/>
        </p:nvSpPr>
        <p:spPr>
          <a:xfrm>
            <a:off x="6949440" y="4681728"/>
            <a:ext cx="4690872" cy="1581912"/>
          </a:xfrm>
          <a:prstGeom prst="roundRect">
            <a:avLst>
              <a:gd name="adj" fmla="val 4624"/>
            </a:avLst>
          </a:prstGeom>
          <a:solidFill>
            <a:schemeClr val="tx2"/>
          </a:solidFill>
          <a:ln w="12700">
            <a:solidFill>
              <a:srgbClr val="FFFFFF">
                <a:alpha val="0"/>
              </a:srgbClr>
            </a:solidFill>
            <a:prstDash val="solid"/>
          </a:ln>
        </p:spPr>
      </p:sp>
      <p:sp>
        <p:nvSpPr>
          <p:cNvPr id="37" name="Text 24"/>
          <p:cNvSpPr txBox="1"/>
          <p:nvPr/>
        </p:nvSpPr>
        <p:spPr>
          <a:xfrm>
            <a:off x="7132320" y="4754880"/>
            <a:ext cx="2011680" cy="310896"/>
          </a:xfrm>
          <a:prstGeom prst="rect">
            <a:avLst/>
          </a:prstGeom>
          <a:noFill/>
          <a:ln/>
        </p:spPr>
        <p:txBody>
          <a:bodyPr wrap="square" lIns="0" tIns="0" rIns="0" bIns="0" rtlCol="0" anchor="ctr"/>
          <a:lstStyle/>
          <a:p>
            <a:pPr algn="l" indent="0" marL="0">
              <a:buNone/>
            </a:pPr>
            <a:r>
              <a:rPr lang="en-US" sz="1400" b="1" dirty="0">
                <a:solidFill>
                  <a:schemeClr val="bg1"/>
                </a:solidFill>
              </a:rPr>
              <a:t>MODULE 5</a:t>
            </a:r>
            <a:endParaRPr lang="en-US" sz="1400" dirty="0"/>
          </a:p>
        </p:txBody>
      </p:sp>
      <p:sp>
        <p:nvSpPr>
          <p:cNvPr id="38" name="Text 25"/>
          <p:cNvSpPr txBox="1"/>
          <p:nvPr/>
        </p:nvSpPr>
        <p:spPr>
          <a:xfrm>
            <a:off x="7132320" y="5065776"/>
            <a:ext cx="2011680" cy="274320"/>
          </a:xfrm>
          <a:prstGeom prst="rect">
            <a:avLst/>
          </a:prstGeom>
          <a:noFill/>
          <a:ln/>
        </p:spPr>
        <p:txBody>
          <a:bodyPr wrap="square" lIns="0" tIns="0" rIns="0" bIns="0" rtlCol="0" anchor="ctr"/>
          <a:lstStyle/>
          <a:p>
            <a:pPr algn="l" indent="0" marL="0">
              <a:buNone/>
            </a:pPr>
            <a:r>
              <a:rPr lang="en-US" sz="1300" i="1" dirty="0">
                <a:solidFill>
                  <a:schemeClr val="bg2"/>
                </a:solidFill>
              </a:rPr>
              <a:t>De of het?</a:t>
            </a:r>
            <a:endParaRPr lang="en-US" sz="1300" dirty="0"/>
          </a:p>
        </p:txBody>
      </p:sp>
      <p:sp>
        <p:nvSpPr>
          <p:cNvPr id="39" name="Shape 26"/>
          <p:cNvSpPr/>
          <p:nvPr/>
        </p:nvSpPr>
        <p:spPr>
          <a:xfrm>
            <a:off x="9326880" y="4791456"/>
            <a:ext cx="1005840" cy="502920"/>
          </a:xfrm>
          <a:prstGeom prst="roundRect">
            <a:avLst>
              <a:gd name="adj" fmla="val 14545"/>
            </a:avLst>
          </a:prstGeom>
          <a:solidFill>
            <a:schemeClr val="accent2"/>
          </a:solidFill>
          <a:ln w="19050">
            <a:solidFill>
              <a:srgbClr val="FFFFFF"/>
            </a:solidFill>
            <a:prstDash val="solid"/>
          </a:ln>
        </p:spPr>
      </p:sp>
      <p:sp>
        <p:nvSpPr>
          <p:cNvPr id="40" name="Text 27"/>
          <p:cNvSpPr txBox="1"/>
          <p:nvPr/>
        </p:nvSpPr>
        <p:spPr>
          <a:xfrm>
            <a:off x="9326880" y="4791456"/>
            <a:ext cx="100584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DE ?</a:t>
            </a:r>
            <a:endParaRPr lang="en-US" sz="2000" dirty="0"/>
          </a:p>
        </p:txBody>
      </p:sp>
      <p:sp>
        <p:nvSpPr>
          <p:cNvPr id="41" name="Shape 28"/>
          <p:cNvSpPr/>
          <p:nvPr/>
        </p:nvSpPr>
        <p:spPr>
          <a:xfrm>
            <a:off x="10424160" y="4791456"/>
            <a:ext cx="1005840" cy="502920"/>
          </a:xfrm>
          <a:prstGeom prst="roundRect">
            <a:avLst>
              <a:gd name="adj" fmla="val 14545"/>
            </a:avLst>
          </a:prstGeom>
          <a:solidFill>
            <a:schemeClr val="accent1"/>
          </a:solidFill>
          <a:ln w="19050">
            <a:solidFill>
              <a:srgbClr val="FFFFFF"/>
            </a:solidFill>
            <a:prstDash val="solid"/>
          </a:ln>
        </p:spPr>
      </p:sp>
      <p:sp>
        <p:nvSpPr>
          <p:cNvPr id="42" name="Text 29"/>
          <p:cNvSpPr txBox="1"/>
          <p:nvPr/>
        </p:nvSpPr>
        <p:spPr>
          <a:xfrm>
            <a:off x="10424160" y="4791456"/>
            <a:ext cx="100584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HET ?</a:t>
            </a:r>
            <a:endParaRPr lang="en-US" sz="2000" dirty="0"/>
          </a:p>
        </p:txBody>
      </p:sp>
      <p:sp>
        <p:nvSpPr>
          <p:cNvPr id="43" name="Shape 30"/>
          <p:cNvSpPr/>
          <p:nvPr/>
        </p:nvSpPr>
        <p:spPr>
          <a:xfrm>
            <a:off x="9829800" y="5340096"/>
            <a:ext cx="365760" cy="210312"/>
          </a:xfrm>
          <a:prstGeom prst="line">
            <a:avLst/>
          </a:prstGeom>
          <a:noFill/>
          <a:ln w="19050">
            <a:solidFill>
              <a:srgbClr val="FFFFFF"/>
            </a:solidFill>
            <a:prstDash val="solid"/>
            <a:tailEnd type="triangle"/>
          </a:ln>
        </p:spPr>
      </p:sp>
      <p:sp>
        <p:nvSpPr>
          <p:cNvPr id="44" name="Shape 31"/>
          <p:cNvSpPr/>
          <p:nvPr/>
        </p:nvSpPr>
        <p:spPr>
          <a:xfrm flipH="1">
            <a:off x="10561320" y="5340096"/>
            <a:ext cx="365760" cy="210312"/>
          </a:xfrm>
          <a:prstGeom prst="line">
            <a:avLst/>
          </a:prstGeom>
          <a:noFill/>
          <a:ln w="19050">
            <a:solidFill>
              <a:srgbClr val="FFFFFF"/>
            </a:solidFill>
            <a:prstDash val="solid"/>
            <a:tailEnd type="triangle"/>
          </a:ln>
        </p:spPr>
      </p:sp>
      <p:sp>
        <p:nvSpPr>
          <p:cNvPr id="45" name="Shape 32"/>
          <p:cNvSpPr/>
          <p:nvPr/>
        </p:nvSpPr>
        <p:spPr>
          <a:xfrm>
            <a:off x="9326880" y="5596128"/>
            <a:ext cx="2103120" cy="548640"/>
          </a:xfrm>
          <a:prstGeom prst="roundRect">
            <a:avLst>
              <a:gd name="adj" fmla="val 13333"/>
            </a:avLst>
          </a:prstGeom>
          <a:solidFill>
            <a:srgbClr val="FFFFFF"/>
          </a:solidFill>
          <a:ln w="12700">
            <a:solidFill>
              <a:srgbClr val="FFFFFF">
                <a:alpha val="0"/>
              </a:srgbClr>
            </a:solidFill>
            <a:prstDash val="solid"/>
          </a:ln>
        </p:spPr>
      </p:sp>
      <p:pic>
        <p:nvPicPr>
          <p:cNvPr id="46" name="Image 10" descr="house with garden">    </p:cNvPr>
          <p:cNvPicPr>
            <a:picLocks noChangeAspect="1"/>
          </p:cNvPicPr>
          <p:nvPr/>
        </p:nvPicPr>
        <p:blipFill>
          <a:blip r:embed="rId11"/>
          <a:stretch>
            <a:fillRect/>
          </a:stretch>
        </p:blipFill>
        <p:spPr>
          <a:xfrm>
            <a:off x="9464040" y="5641848"/>
            <a:ext cx="457200" cy="457200"/>
          </a:xfrm>
          <a:prstGeom prst="rect">
            <a:avLst/>
          </a:prstGeom>
        </p:spPr>
      </p:pic>
      <p:sp>
        <p:nvSpPr>
          <p:cNvPr id="47" name="Text 33"/>
          <p:cNvSpPr txBox="1"/>
          <p:nvPr/>
        </p:nvSpPr>
        <p:spPr>
          <a:xfrm>
            <a:off x="10012680" y="5596128"/>
            <a:ext cx="1280160" cy="548640"/>
          </a:xfrm>
          <a:prstGeom prst="rect">
            <a:avLst/>
          </a:prstGeom>
          <a:noFill/>
          <a:ln/>
        </p:spPr>
        <p:txBody>
          <a:bodyPr wrap="square" lIns="0" tIns="0" rIns="0" bIns="0" rtlCol="0" anchor="ctr"/>
          <a:lstStyle/>
          <a:p>
            <a:pPr algn="l" indent="0" marL="0">
              <a:buNone/>
            </a:pPr>
            <a:r>
              <a:rPr lang="en-US" sz="2400" b="1" dirty="0">
                <a:solidFill>
                  <a:schemeClr val="tx1"/>
                </a:solidFill>
                <a:latin typeface="+mj-lt" pitchFamily="34" charset="0"/>
                <a:ea typeface="+mj-lt" pitchFamily="34" charset="-122"/>
                <a:cs typeface="+mj-lt" pitchFamily="34" charset="-120"/>
              </a:rPr>
              <a:t>huis</a:t>
            </a:r>
            <a:endParaRPr lang="en-US" sz="2400" dirty="0"/>
          </a:p>
        </p:txBody>
      </p:sp>
      <p:pic>
        <p:nvPicPr>
          <p:cNvPr id="48" name="Image 11" descr="Question">    </p:cNvPr>
          <p:cNvPicPr>
            <a:picLocks noChangeAspect="1"/>
          </p:cNvPicPr>
          <p:nvPr/>
        </p:nvPicPr>
        <p:blipFill>
          <a:blip r:embed="rId12"/>
          <a:stretch>
            <a:fillRect/>
          </a:stretch>
        </p:blipFill>
        <p:spPr>
          <a:xfrm>
            <a:off x="7406640" y="5458968"/>
            <a:ext cx="640080" cy="64008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IRAM — Néerlandais 1 (UE1)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 — Spellingregels — Les verbes qui s’adaptent</dc:title>
  <dc:subject>Néerlandais 1 — Langue en situation, en milieu professionnel</dc:subject>
  <dc:creator>A. Jouniaux</dc:creator>
  <cp:lastModifiedBy>A. Jouniaux</cp:lastModifiedBy>
  <cp:revision>1</cp:revision>
  <dcterms:created xsi:type="dcterms:W3CDTF">2026-10-05T15:46:40Z</dcterms:created>
  <dcterms:modified xsi:type="dcterms:W3CDTF">2026-10-05T15:46:40Z</dcterms:modified>
</cp:coreProperties>
</file>
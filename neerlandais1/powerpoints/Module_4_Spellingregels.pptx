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2a21628-7208-8404-d881-65d0249c2c6c}">
          <p14:sldIdLst>
            <p14:sldId id="256"/>
          </p14:sldIdLst>
        </p14:section>
        <p14:section name="Découvrir" id="{0f4a6956-0fd6-4cf9-3f81-d5ee98f87511}">
          <p14:sldIdLst>
            <p14:sldId id="257"/>
            <p14:sldId id="258"/>
            <p14:sldId id="259"/>
          </p14:sldIdLst>
        </p14:section>
        <p14:section name="Les 4 réflexes" id="{ddc98cee-f35f-5358-1ada-61ce3d13620c}">
          <p14:sldIdLst>
            <p14:sldId id="260"/>
            <p14:sldId id="261"/>
            <p14:sldId id="262"/>
            <p14:sldId id="263"/>
            <p14:sldId id="264"/>
            <p14:sldId id="265"/>
          </p14:sldIdLst>
        </p14:section>
        <p14:section name="Verbes courts et irréguliers" id="{90410476-d690-a4ba-4b24-861315b54454}">
          <p14:sldIdLst>
            <p14:sldId id="266"/>
            <p14:sldId id="267"/>
            <p14:sldId id="268"/>
            <p14:sldId id="269"/>
            <p14:sldId id="270"/>
          </p14:sldIdLst>
        </p14:section>
        <p14:section name="JIJ NU ! — Oefeningen" id="{04fe7f31-20ec-00f4-c2c0-812b2c9d2a62}">
          <p14:sldIdLst>
            <p14:sldId id="271"/>
            <p14:sldId id="272"/>
            <p14:sldId id="273"/>
            <p14:sldId id="274"/>
            <p14:sldId id="275"/>
            <p14:sldId id="276"/>
            <p14:sldId id="277"/>
            <p14:sldId id="278"/>
            <p14:sldId id="279"/>
            <p14:sldId id="280"/>
            <p14:sldId id="281"/>
            <p14:sldId id="282"/>
            <p14:sldId id="283"/>
            <p14:sldId id="284"/>
          </p14:sldIdLst>
        </p14:section>
        <p14:section name="Clôture" id="{d6ed58aa-c8fe-24b8-8a40-a5bff1bf9ad4}">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orthographique du module.
Faites voter la classe. La réponse (ik lees) mobilise deux règles déjà connues : celle du « videur » (M1, diapo 11) et celle de la voyelle longue (M3,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les 3 objectifs et rassurer : ce sont des réflexes, pas des exceptions à apprendre.
Annoncez le changement de vocabulaire. L'ancien titre « semi-réguliers » laissait croire à des irrégularités. En réalité, la formule de M3 ne change pas ; seule l'orthographe du radical s'adapte.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formule de M3 et faire émerger le problème.
Les 3 premières réponses sont rapides. Laissez la classe proposer pour la 4e (lezt ? leest ?) et n'arbitrez pas encore.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carte du module avant le détail (organisateur préalable).
Les réflexes ① et ② concernent le radical. Les réflexes ③ et ④ concernent la terminaison -t. Revenez à cette diapo à la fin de chaque partie pour cocher la tuile traitée.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 pas de z en fin de mot » au radical, combinée au doublement de la voyelle.
Faites verbaliser chaque station : « je coupe, je change, je double ». kiezen et verhuizen : ie et ui sont invariables (M1, diapo 10), donc il n'y a rien à doubler. Lien avec le pluriel des noms : huis → huizen, la même alternance dans l'autre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Même mécanisme pour v → f.
Correction par rapport à l'archive : le pictogramme de drijven montrait l'action de ramer (roeien). Le verbe signifie flotter : Het hout drijft op het water. schrijven et blijven sont bien plus utiles au bureau : Ik schrijf een mail. Ik blijf vandaag thuis.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la surgénéralisation (~~wij lesen~~).
Erreur fréquente : ~~wij lesen~~. Rappelez la formule de M3 (« pluriel = infinitif ») : les réflexes ne s'appliquent qu'au radical, donc au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que le t de terminaison « fusionne » avec un radical en -t.
Rassurez : à l'oral, il n'y a aucune difficulté. heten a été vu en M2 : hij heet sans double t. moeten rejoint ce groupe et prépare la diapo 13. Les formes de ik et de hij sont identiques : seul le pronom fait la différence.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la faute d'orthographe la plus fréquente du néerlandais (hij word / wort / wordt), absente de l'archive.
L'astuce mnémotechnique s'appuie sur un verbe sans d : remplacez par werken (ik werk / hij werkt). Si on entend un t avec werken, on ajoute un t avec worden. C'est la question qu'on se pose à chaque fois. Même les néerlandophones font cette faute : rassurez les apprenants, mais exigez la forme correcte dans les productions écrites.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que la chute du t (devant je / jij) s'applique aussi aux radicaux en -d et -t.
C'est la confirmation de la ligne rouge de l'archive (SLA je? / SLAAT u?). Expression utile au quotidien : Wat vind je ervan? (qu'en penses-tu ?). Présentez-la comme un bloc à mémoriser.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d'une syllabe, très fréquents.
On n'écrit pas ~~ik gaa~~ : en fin de mot, la syllabe est ouverte, donc une seule voyelle suffit (M1). Phrases utiles :
• Ik ga naar het werk. ;
• Ik sta in de file. (je suis dans les embouteillages ; ce sera parlant pour les navetteurs) ;
• Wat doe je? ;
• Ik zie je morgen!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Réviser les 4 cas sur les 5 verbes de l'archive, avec une mise en page lisible.
L'archive répartissait ces formes sur 2 diapos, avec des chevauchements. Elles tiennent ici sur une seule, et chaque verbe est relié à sa règle. Faites retrouver la règle de chaque colonne avant de dévoiler la pastille. Le pictogramme de drijven est corrigé (diapo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Isoler les quelques verbes vraiment irréguliers et introduire les verbes de modalité.
hij kan / hij wil / hij mag : pas de t, comme en anglais (he can). Inversion : Kun je…? / Kan je…? (les deux s'entendent), Wil je…? moeten est en fait régulier (réflexe ③). kunnen = aussi « savoir faire » : Ik kan zwemmen (je sais nager), Ik kan Nederlands (je parle néerlandais, à l'oral). mogen = permission : Mag ik binnenkomen?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verbes de modalité à la « pince » de M3 et anticiper le calque français.
Rappel du geste de la pince (M3). La particule qui se recolle surprend beaucoup : montrez-le avec deux étiquettes physiques op + bellen qui se rejoignent. Lien avec M2 : Ik kan alleen in het weekend werken et Ik wil me inschrijven étaient déjà des pinces.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un algorithme complet et autonome (synthèse de M3 et M4).
Testez l'organigramme en direct sur 3 verbes inconnus proposés par la classe (par exemple bouwen, verkopen, beslissen). Distribuez-le en format A5 plastifié : c'est l'outil de référence pour la suite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6 (mime) sert de pause active entre les exercices 4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Négocier une répartition de tâches avec kunnen, willen, moeten dans une situation professionnelle réaliste.
Les binômes doivent remplir le planning en 6 min sans montrer leur carte. Le résultat est ensuite présenté à la classe à la 3e personne : Karim belt op woensdag de klant op. Sofie leest… Cela réinvestit la formule, les réflexes, l'inversion (op woensdag kan ik) et la pince. wel (« si, bien ») est donné comme élément d'un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M5.
Réponses :
1. leest · wordt · praat.
2. Rijd je naar Gent?
3. Ik moet een mail schrijven.
Les apprenants qui se trompent à la question 1 revoient l'organigramme (diapo 15) avec l'exercice 1 à la maison.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2.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2.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2.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slideLayout" Target="../slideLayouts/slideLayout2.xml"/><Relationship Id="rId14"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4 / 15</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Spellingregels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qui s’adaptent</a:t>
            </a:r>
            <a:endParaRPr lang="en-US" sz="2000" dirty="0"/>
          </a:p>
          <a:p>
            <a:pPr algn="l" indent="0" marL="0">
              <a:buNone/>
            </a:pPr>
            <a:r>
              <a:rPr lang="en-US" sz="2000" b="1" i="1" dirty="0">
                <a:solidFill>
                  <a:srgbClr val="FFFFFF"/>
                </a:solidFill>
              </a:rPr>
              <a:t>lezen → ik lez? ik lees?</a:t>
            </a:r>
            <a:endParaRPr lang="en-US" sz="2000" dirty="0"/>
          </a:p>
        </p:txBody>
      </p:sp>
      <p:sp>
        <p:nvSpPr>
          <p:cNvPr id="5" name="Shape 3"/>
          <p:cNvSpPr/>
          <p:nvPr/>
        </p:nvSpPr>
        <p:spPr>
          <a:xfrm>
            <a:off x="7543800" y="1051560"/>
            <a:ext cx="3383280" cy="1874520"/>
          </a:xfrm>
          <a:prstGeom prst="roundRect">
            <a:avLst>
              <a:gd name="adj" fmla="val 5854"/>
            </a:avLst>
          </a:prstGeom>
          <a:solidFill>
            <a:srgbClr val="FFFFFF"/>
          </a:solidFill>
          <a:ln w="50800">
            <a:solidFill>
              <a:srgbClr val="D9700F"/>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8389620" y="1143000"/>
            <a:ext cx="1691640" cy="1691640"/>
          </a:xfrm>
          <a:prstGeom prst="rect">
            <a:avLst/>
          </a:prstGeom>
        </p:spPr>
      </p:pic>
      <p:sp>
        <p:nvSpPr>
          <p:cNvPr id="7" name="Text 4"/>
          <p:cNvSpPr txBox="1"/>
          <p:nvPr/>
        </p:nvSpPr>
        <p:spPr>
          <a:xfrm>
            <a:off x="7543800" y="1051560"/>
            <a:ext cx="3383280" cy="1874520"/>
          </a:xfrm>
          <a:prstGeom prst="rect">
            <a:avLst/>
          </a:prstGeom>
          <a:noFill/>
          <a:ln/>
        </p:spPr>
        <p:txBody>
          <a:bodyPr wrap="square" lIns="0" tIns="0" rIns="0" bIns="0" rtlCol="0" anchor="ctr"/>
          <a:lstStyle/>
          <a:p>
            <a:pPr algn="ctr" indent="0" marL="0">
              <a:buNone/>
            </a:pPr>
            <a:r>
              <a:rPr lang="en-US" sz="4600" b="1" dirty="0">
                <a:solidFill>
                  <a:schemeClr val="tx2"/>
                </a:solidFill>
                <a:latin typeface="+mj-lt" pitchFamily="34" charset="0"/>
                <a:ea typeface="+mj-lt" pitchFamily="34" charset="-122"/>
                <a:cs typeface="+mj-lt" pitchFamily="34" charset="-120"/>
              </a:rPr>
              <a:t>LEZEN</a:t>
            </a:r>
            <a:endParaRPr lang="en-US" sz="4600" dirty="0"/>
          </a:p>
        </p:txBody>
      </p:sp>
      <p:sp>
        <p:nvSpPr>
          <p:cNvPr id="8" name="Shape 5"/>
          <p:cNvSpPr/>
          <p:nvPr/>
        </p:nvSpPr>
        <p:spPr>
          <a:xfrm flipH="1">
            <a:off x="8001000" y="3017520"/>
            <a:ext cx="731520" cy="777240"/>
          </a:xfrm>
          <a:prstGeom prst="line">
            <a:avLst/>
          </a:prstGeom>
          <a:noFill/>
          <a:ln w="31750">
            <a:solidFill>
              <a:srgbClr val="FFFFFF"/>
            </a:solidFill>
            <a:prstDash val="solid"/>
            <a:tailEnd type="triangle"/>
          </a:ln>
        </p:spPr>
      </p:sp>
      <p:sp>
        <p:nvSpPr>
          <p:cNvPr id="9" name="Shape 6"/>
          <p:cNvSpPr/>
          <p:nvPr/>
        </p:nvSpPr>
        <p:spPr>
          <a:xfrm>
            <a:off x="9738360" y="3017520"/>
            <a:ext cx="731520" cy="777240"/>
          </a:xfrm>
          <a:prstGeom prst="line">
            <a:avLst/>
          </a:prstGeom>
          <a:noFill/>
          <a:ln w="31750">
            <a:solidFill>
              <a:srgbClr val="FFFFFF"/>
            </a:solidFill>
            <a:prstDash val="solid"/>
            <a:tailEnd type="triangle"/>
          </a:ln>
        </p:spPr>
      </p:sp>
      <p:sp>
        <p:nvSpPr>
          <p:cNvPr id="10" name="Shape 7"/>
          <p:cNvSpPr/>
          <p:nvPr/>
        </p:nvSpPr>
        <p:spPr>
          <a:xfrm>
            <a:off x="6766560" y="3931920"/>
            <a:ext cx="2240280" cy="1325880"/>
          </a:xfrm>
          <a:prstGeom prst="roundRect">
            <a:avLst>
              <a:gd name="adj" fmla="val 8276"/>
            </a:avLst>
          </a:prstGeom>
          <a:solidFill>
            <a:srgbClr val="FFFFFF"/>
          </a:solidFill>
          <a:ln w="50800">
            <a:solidFill>
              <a:srgbClr val="B83227"/>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76656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6"/>
                </a:solidFill>
                <a:latin typeface="+mj-lt" pitchFamily="34" charset="0"/>
                <a:ea typeface="+mj-lt" pitchFamily="34" charset="-122"/>
                <a:cs typeface="+mj-lt" pitchFamily="34" charset="-120"/>
              </a:rPr>
              <a:t>lez</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2" name="Shape 9"/>
          <p:cNvSpPr/>
          <p:nvPr/>
        </p:nvSpPr>
        <p:spPr>
          <a:xfrm>
            <a:off x="8641080" y="3657600"/>
            <a:ext cx="548640" cy="548640"/>
          </a:xfrm>
          <a:prstGeom prst="ellipse">
            <a:avLst/>
          </a:prstGeom>
          <a:solidFill>
            <a:schemeClr val="accent6"/>
          </a:solidFill>
          <a:ln w="12700">
            <a:solidFill>
              <a:srgbClr val="FFFFFF">
                <a:alpha val="0"/>
              </a:srgbClr>
            </a:solidFill>
            <a:prstDash val="solid"/>
          </a:ln>
        </p:spPr>
      </p:sp>
      <p:sp>
        <p:nvSpPr>
          <p:cNvPr id="13" name="Text 10"/>
          <p:cNvSpPr txBox="1"/>
          <p:nvPr/>
        </p:nvSpPr>
        <p:spPr>
          <a:xfrm>
            <a:off x="864108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
        <p:nvSpPr>
          <p:cNvPr id="14" name="Shape 11"/>
          <p:cNvSpPr/>
          <p:nvPr/>
        </p:nvSpPr>
        <p:spPr>
          <a:xfrm>
            <a:off x="9464040" y="3931920"/>
            <a:ext cx="2240280" cy="1325880"/>
          </a:xfrm>
          <a:prstGeom prst="roundRect">
            <a:avLst>
              <a:gd name="adj" fmla="val 8276"/>
            </a:avLst>
          </a:prstGeom>
          <a:solidFill>
            <a:srgbClr val="FFFFFF"/>
          </a:solidFill>
          <a:ln w="508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946404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3"/>
                </a:solidFill>
                <a:latin typeface="+mj-lt" pitchFamily="34" charset="0"/>
                <a:ea typeface="+mj-lt" pitchFamily="34" charset="-122"/>
                <a:cs typeface="+mj-lt" pitchFamily="34" charset="-120"/>
              </a:rPr>
              <a:t>lees</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6" name="Shape 13"/>
          <p:cNvSpPr/>
          <p:nvPr/>
        </p:nvSpPr>
        <p:spPr>
          <a:xfrm>
            <a:off x="11338560" y="3657600"/>
            <a:ext cx="548640" cy="548640"/>
          </a:xfrm>
          <a:prstGeom prst="ellipse">
            <a:avLst/>
          </a:prstGeom>
          <a:solidFill>
            <a:schemeClr val="accent3"/>
          </a:solidFill>
          <a:ln w="12700">
            <a:solidFill>
              <a:srgbClr val="FFFFFF">
                <a:alpha val="0"/>
              </a:srgbClr>
            </a:solidFill>
            <a:prstDash val="solid"/>
          </a:ln>
        </p:spPr>
      </p:sp>
      <p:sp>
        <p:nvSpPr>
          <p:cNvPr id="17" name="Text 14"/>
          <p:cNvSpPr txBox="1"/>
          <p:nvPr/>
        </p:nvSpPr>
        <p:spPr>
          <a:xfrm>
            <a:off x="1133856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8778240" cy="1341120"/>
          </a:xfrm>
          <a:prstGeom prst="roundRect">
            <a:avLst>
              <a:gd name="adj" fmla="val 5455"/>
            </a:avLst>
          </a:prstGeom>
          <a:solidFill>
            <a:schemeClr val="bg2"/>
          </a:solidFill>
          <a:ln w="12700">
            <a:solidFill>
              <a:srgbClr val="D5DCE6"/>
            </a:solidFill>
            <a:prstDash val="solid"/>
          </a:ln>
        </p:spPr>
      </p:sp>
      <p:sp>
        <p:nvSpPr>
          <p:cNvPr id="6" name="Shape 3"/>
          <p:cNvSpPr/>
          <p:nvPr/>
        </p:nvSpPr>
        <p:spPr>
          <a:xfrm>
            <a:off x="777240" y="1859280"/>
            <a:ext cx="731520" cy="731520"/>
          </a:xfrm>
          <a:prstGeom prst="ellipse">
            <a:avLst/>
          </a:prstGeom>
          <a:solidFill>
            <a:schemeClr val="accent2"/>
          </a:solidFill>
          <a:ln w="12700">
            <a:solidFill>
              <a:srgbClr val="FFFFFF">
                <a:alpha val="0"/>
              </a:srgbClr>
            </a:solidFill>
            <a:prstDash val="solid"/>
          </a:ln>
        </p:spPr>
      </p:sp>
      <p:pic>
        <p:nvPicPr>
          <p:cNvPr id="7" name="Image 0" descr="PencilAlt">    </p:cNvPr>
          <p:cNvPicPr>
            <a:picLocks noChangeAspect="1"/>
          </p:cNvPicPr>
          <p:nvPr/>
        </p:nvPicPr>
        <p:blipFill>
          <a:blip r:embed="rId1"/>
          <a:stretch>
            <a:fillRect/>
          </a:stretch>
        </p:blipFill>
        <p:spPr>
          <a:xfrm>
            <a:off x="952805" y="2034845"/>
            <a:ext cx="380390" cy="380390"/>
          </a:xfrm>
          <a:prstGeom prst="rect">
            <a:avLst/>
          </a:prstGeom>
        </p:spPr>
      </p:pic>
      <p:sp>
        <p:nvSpPr>
          <p:cNvPr id="8" name="Text 4"/>
          <p:cNvSpPr txBox="1"/>
          <p:nvPr/>
        </p:nvSpPr>
        <p:spPr>
          <a:xfrm>
            <a:off x="1737360" y="1664208"/>
            <a:ext cx="2103120" cy="1121664"/>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Écrire juste</a:t>
            </a:r>
            <a:endParaRPr lang="en-US" sz="2200" dirty="0"/>
          </a:p>
        </p:txBody>
      </p:sp>
      <p:sp>
        <p:nvSpPr>
          <p:cNvPr id="9" name="Text 5"/>
          <p:cNvSpPr txBox="1"/>
          <p:nvPr/>
        </p:nvSpPr>
        <p:spPr>
          <a:xfrm>
            <a:off x="3840480" y="164592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J’écris correctement </a:t>
            </a:r>
            <a:r>
              <a:rPr lang="en-US" sz="2000" i="1" dirty="0">
                <a:solidFill>
                  <a:schemeClr val="tx1"/>
                </a:solidFill>
              </a:rPr>
              <a:t>ik lees, hij praat, hij wordt</a:t>
            </a:r>
            <a:r>
              <a:rPr lang="en-US" sz="2000" dirty="0">
                <a:solidFill>
                  <a:schemeClr val="tx1"/>
                </a:solidFill>
              </a:rPr>
              <a:t>.</a:t>
            </a:r>
            <a:endParaRPr lang="en-US" sz="2000" dirty="0"/>
          </a:p>
        </p:txBody>
      </p:sp>
      <p:sp>
        <p:nvSpPr>
          <p:cNvPr id="10" name="Shape 6"/>
          <p:cNvSpPr/>
          <p:nvPr/>
        </p:nvSpPr>
        <p:spPr>
          <a:xfrm>
            <a:off x="548640" y="3169920"/>
            <a:ext cx="8778240" cy="1341120"/>
          </a:xfrm>
          <a:prstGeom prst="roundRect">
            <a:avLst>
              <a:gd name="adj" fmla="val 5455"/>
            </a:avLst>
          </a:prstGeom>
          <a:solidFill>
            <a:schemeClr val="bg2"/>
          </a:solidFill>
          <a:ln w="12700">
            <a:solidFill>
              <a:srgbClr val="D5DCE6"/>
            </a:solidFill>
            <a:prstDash val="solid"/>
          </a:ln>
        </p:spPr>
      </p:sp>
      <p:sp>
        <p:nvSpPr>
          <p:cNvPr id="11" name="Shape 7"/>
          <p:cNvSpPr/>
          <p:nvPr/>
        </p:nvSpPr>
        <p:spPr>
          <a:xfrm>
            <a:off x="777240" y="3474720"/>
            <a:ext cx="731520" cy="731520"/>
          </a:xfrm>
          <a:prstGeom prst="ellipse">
            <a:avLst/>
          </a:prstGeom>
          <a:solidFill>
            <a:schemeClr val="accent3"/>
          </a:solidFill>
          <a:ln w="12700">
            <a:solidFill>
              <a:srgbClr val="FFFFFF">
                <a:alpha val="0"/>
              </a:srgbClr>
            </a:solidFill>
            <a:prstDash val="solid"/>
          </a:ln>
        </p:spPr>
      </p:sp>
      <p:pic>
        <p:nvPicPr>
          <p:cNvPr id="12" name="Image 1" descr="Walking">    </p:cNvPr>
          <p:cNvPicPr>
            <a:picLocks noChangeAspect="1"/>
          </p:cNvPicPr>
          <p:nvPr/>
        </p:nvPicPr>
        <p:blipFill>
          <a:blip r:embed="rId2"/>
          <a:stretch>
            <a:fillRect/>
          </a:stretch>
        </p:blipFill>
        <p:spPr>
          <a:xfrm>
            <a:off x="952805" y="3650285"/>
            <a:ext cx="380390" cy="380390"/>
          </a:xfrm>
          <a:prstGeom prst="rect">
            <a:avLst/>
          </a:prstGeom>
        </p:spPr>
      </p:pic>
      <p:sp>
        <p:nvSpPr>
          <p:cNvPr id="13" name="Text 8"/>
          <p:cNvSpPr txBox="1"/>
          <p:nvPr/>
        </p:nvSpPr>
        <p:spPr>
          <a:xfrm>
            <a:off x="1737360" y="3279648"/>
            <a:ext cx="2103120" cy="1121664"/>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Les verbes courts</a:t>
            </a:r>
            <a:endParaRPr lang="en-US" sz="2200" dirty="0"/>
          </a:p>
        </p:txBody>
      </p:sp>
      <p:sp>
        <p:nvSpPr>
          <p:cNvPr id="14" name="Text 9"/>
          <p:cNvSpPr txBox="1"/>
          <p:nvPr/>
        </p:nvSpPr>
        <p:spPr>
          <a:xfrm>
            <a:off x="3840480" y="326136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conjugue </a:t>
            </a:r>
            <a:r>
              <a:rPr lang="en-US" sz="2000" i="1" dirty="0">
                <a:solidFill>
                  <a:schemeClr val="tx1"/>
                </a:solidFill>
              </a:rPr>
              <a:t>gaan, staan, zien, doen</a:t>
            </a:r>
            <a:r>
              <a:rPr lang="en-US" sz="2000" dirty="0">
                <a:solidFill>
                  <a:schemeClr val="tx1"/>
                </a:solidFill>
              </a:rPr>
              <a:t>.</a:t>
            </a:r>
            <a:endParaRPr lang="en-US" sz="2000" dirty="0"/>
          </a:p>
        </p:txBody>
      </p:sp>
      <p:sp>
        <p:nvSpPr>
          <p:cNvPr id="15" name="Shape 10"/>
          <p:cNvSpPr/>
          <p:nvPr/>
        </p:nvSpPr>
        <p:spPr>
          <a:xfrm>
            <a:off x="548640" y="4785360"/>
            <a:ext cx="8778240" cy="1341120"/>
          </a:xfrm>
          <a:prstGeom prst="roundRect">
            <a:avLst>
              <a:gd name="adj" fmla="val 5455"/>
            </a:avLst>
          </a:prstGeom>
          <a:solidFill>
            <a:schemeClr val="bg2"/>
          </a:solidFill>
          <a:ln w="12700">
            <a:solidFill>
              <a:srgbClr val="D5DCE6"/>
            </a:solidFill>
            <a:prstDash val="solid"/>
          </a:ln>
        </p:spPr>
      </p:sp>
      <p:sp>
        <p:nvSpPr>
          <p:cNvPr id="16" name="Shape 11"/>
          <p:cNvSpPr/>
          <p:nvPr/>
        </p:nvSpPr>
        <p:spPr>
          <a:xfrm>
            <a:off x="777240" y="5090160"/>
            <a:ext cx="731520" cy="731520"/>
          </a:xfrm>
          <a:prstGeom prst="ellipse">
            <a:avLst/>
          </a:prstGeom>
          <a:solidFill>
            <a:schemeClr val="accent1"/>
          </a:solidFill>
          <a:ln w="12700">
            <a:solidFill>
              <a:srgbClr val="FFFFFF">
                <a:alpha val="0"/>
              </a:srgbClr>
            </a:solidFill>
            <a:prstDash val="solid"/>
          </a:ln>
        </p:spPr>
      </p:sp>
      <p:pic>
        <p:nvPicPr>
          <p:cNvPr id="17" name="Image 2" descr="Key">    </p:cNvPr>
          <p:cNvPicPr>
            <a:picLocks noChangeAspect="1"/>
          </p:cNvPicPr>
          <p:nvPr/>
        </p:nvPicPr>
        <p:blipFill>
          <a:blip r:embed="rId3"/>
          <a:stretch>
            <a:fillRect/>
          </a:stretch>
        </p:blipFill>
        <p:spPr>
          <a:xfrm>
            <a:off x="952805" y="5265725"/>
            <a:ext cx="380390" cy="380390"/>
          </a:xfrm>
          <a:prstGeom prst="rect">
            <a:avLst/>
          </a:prstGeom>
        </p:spPr>
      </p:pic>
      <p:sp>
        <p:nvSpPr>
          <p:cNvPr id="18" name="Text 12"/>
          <p:cNvSpPr txBox="1"/>
          <p:nvPr/>
        </p:nvSpPr>
        <p:spPr>
          <a:xfrm>
            <a:off x="1737360" y="4895088"/>
            <a:ext cx="2103120" cy="1121664"/>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Pouvoir, vouloir, devoir</a:t>
            </a:r>
            <a:endParaRPr lang="en-US" sz="2200" dirty="0"/>
          </a:p>
        </p:txBody>
      </p:sp>
      <p:sp>
        <p:nvSpPr>
          <p:cNvPr id="19" name="Text 13"/>
          <p:cNvSpPr txBox="1"/>
          <p:nvPr/>
        </p:nvSpPr>
        <p:spPr>
          <a:xfrm>
            <a:off x="3840480" y="487680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dis ce que je </a:t>
            </a:r>
            <a:r>
              <a:rPr lang="en-US" sz="2000" b="1" dirty="0">
                <a:solidFill>
                  <a:schemeClr val="tx1"/>
                </a:solidFill>
              </a:rPr>
              <a:t>peux</a:t>
            </a:r>
            <a:r>
              <a:rPr lang="en-US" sz="2000" dirty="0">
                <a:solidFill>
                  <a:schemeClr val="tx1"/>
                </a:solidFill>
              </a:rPr>
              <a:t>, </a:t>
            </a:r>
            <a:r>
              <a:rPr lang="en-US" sz="2000" b="1" dirty="0">
                <a:solidFill>
                  <a:schemeClr val="tx1"/>
                </a:solidFill>
              </a:rPr>
              <a:t>veux</a:t>
            </a:r>
            <a:r>
              <a:rPr lang="en-US" sz="2000" dirty="0">
                <a:solidFill>
                  <a:schemeClr val="tx1"/>
                </a:solidFill>
              </a:rPr>
              <a:t>, </a:t>
            </a:r>
            <a:r>
              <a:rPr lang="en-US" sz="2000" b="1" dirty="0">
                <a:solidFill>
                  <a:schemeClr val="tx1"/>
                </a:solidFill>
              </a:rPr>
              <a:t>dois</a:t>
            </a:r>
            <a:r>
              <a:rPr lang="en-US" sz="2000" dirty="0">
                <a:solidFill>
                  <a:schemeClr val="tx1"/>
                </a:solidFill>
              </a:rPr>
              <a:t> faire : </a:t>
            </a:r>
            <a:r>
              <a:rPr lang="en-US" sz="2000" i="1" dirty="0">
                <a:solidFill>
                  <a:schemeClr val="tx1"/>
                </a:solidFill>
              </a:rPr>
              <a:t>Ik kan…, ik wil…, ik moet…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Text 14"/>
          <p:cNvSpPr/>
          <p:nvPr/>
        </p:nvSpPr>
        <p:spPr>
          <a:xfrm>
            <a:off x="9601200" y="3977640"/>
            <a:ext cx="2039112" cy="1188720"/>
          </a:xfrm>
          <a:prstGeom prst="wedgeRoundRectCallout">
            <a:avLst/>
          </a:prstGeom>
          <a:solidFill>
            <a:srgbClr val="FFFFFF"/>
          </a:solidFill>
          <a:ln w="25400">
            <a:solidFill>
              <a:srgbClr val="D9700F"/>
            </a:solidFill>
          </a:ln>
        </p:spPr>
        <p:txBody>
          <a:bodyPr wrap="square" lIns="63500" tIns="63500" rIns="63500" bIns="63500" rtlCol="0" anchor="ctr"/>
          <a:lstStyle/>
          <a:p>
            <a:pPr algn="ctr" indent="0" marL="0">
              <a:buNone/>
            </a:pPr>
            <a:r>
              <a:rPr lang="en-US" sz="1800" dirty="0">
                <a:solidFill>
                  <a:schemeClr val="tx1"/>
                </a:solidFill>
              </a:rPr>
              <a:t>Pas des exceptions : des </a:t>
            </a:r>
            <a:r>
              <a:rPr lang="en-US" sz="1800" b="1" dirty="0">
                <a:solidFill>
                  <a:schemeClr val="tx1"/>
                </a:solidFill>
              </a:rPr>
              <a:t>réflexes</a:t>
            </a:r>
            <a:r>
              <a:rPr lang="en-US" sz="1800" dirty="0">
                <a:solidFill>
                  <a:schemeClr val="tx1"/>
                </a:solidFill>
              </a:rPr>
              <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La formule en 60 secondes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72768"/>
            <a:ext cx="731520" cy="731520"/>
          </a:xfrm>
          <a:prstGeom prst="ellipse">
            <a:avLst/>
          </a:prstGeom>
          <a:solidFill>
            <a:schemeClr val="accent2"/>
          </a:solidFill>
          <a:ln w="12700">
            <a:solidFill>
              <a:srgbClr val="FFFFFF">
                <a:alpha val="0"/>
              </a:srgbClr>
            </a:solidFill>
            <a:prstDash val="solid"/>
          </a:ln>
        </p:spPr>
      </p:sp>
      <p:pic>
        <p:nvPicPr>
          <p:cNvPr id="6" name="Image 0" descr="Stopwatch">    </p:cNvPr>
          <p:cNvPicPr>
            <a:picLocks noChangeAspect="1"/>
          </p:cNvPicPr>
          <p:nvPr/>
        </p:nvPicPr>
        <p:blipFill>
          <a:blip r:embed="rId1"/>
          <a:stretch>
            <a:fillRect/>
          </a:stretch>
        </p:blipFill>
        <p:spPr>
          <a:xfrm>
            <a:off x="724205" y="1748333"/>
            <a:ext cx="380390" cy="380390"/>
          </a:xfrm>
          <a:prstGeom prst="rect">
            <a:avLst/>
          </a:prstGeom>
        </p:spPr>
      </p:pic>
      <p:sp>
        <p:nvSpPr>
          <p:cNvPr id="7" name="Text 3"/>
          <p:cNvSpPr txBox="1"/>
          <p:nvPr/>
        </p:nvSpPr>
        <p:spPr>
          <a:xfrm>
            <a:off x="1417320" y="1572768"/>
            <a:ext cx="1371600" cy="731520"/>
          </a:xfrm>
          <a:prstGeom prst="rect">
            <a:avLst/>
          </a:prstGeom>
          <a:noFill/>
          <a:ln/>
        </p:spPr>
        <p:txBody>
          <a:bodyPr wrap="square" lIns="0" tIns="0" rIns="0" bIns="0" rtlCol="0" anchor="ctr"/>
          <a:lstStyle/>
          <a:p>
            <a:pPr algn="l" indent="0" marL="0">
              <a:buNone/>
            </a:pPr>
            <a:r>
              <a:rPr lang="en-US" sz="3200" b="1" dirty="0">
                <a:solidFill>
                  <a:schemeClr val="accent2"/>
                </a:solidFill>
                <a:latin typeface="+mj-lt" pitchFamily="34" charset="0"/>
                <a:ea typeface="+mj-lt" pitchFamily="34" charset="-122"/>
                <a:cs typeface="+mj-lt" pitchFamily="34" charset="-120"/>
              </a:rPr>
              <a:t>60 s</a:t>
            </a:r>
            <a:endParaRPr lang="en-US" sz="3200" dirty="0"/>
          </a:p>
        </p:txBody>
      </p:sp>
      <p:sp>
        <p:nvSpPr>
          <p:cNvPr id="8" name="Text 4"/>
          <p:cNvSpPr txBox="1"/>
          <p:nvPr/>
        </p:nvSpPr>
        <p:spPr>
          <a:xfrm>
            <a:off x="2743200" y="1572768"/>
            <a:ext cx="6949440" cy="731520"/>
          </a:xfrm>
          <a:prstGeom prst="rect">
            <a:avLst/>
          </a:prstGeom>
          <a:noFill/>
          <a:ln/>
        </p:spPr>
        <p:txBody>
          <a:bodyPr wrap="square" lIns="0" tIns="0" rIns="0" bIns="0" rtlCol="0" anchor="ctr"/>
          <a:lstStyle/>
          <a:p>
            <a:pPr algn="l" indent="0" marL="0">
              <a:buNone/>
            </a:pPr>
            <a:r>
              <a:rPr lang="en-US" sz="1900" i="1" dirty="0">
                <a:solidFill>
                  <a:schemeClr val="accent5"/>
                </a:solidFill>
              </a:rPr>
              <a:t>Conjuguez au présent — le plus vite possible !</a:t>
            </a:r>
            <a:endParaRPr lang="en-US" sz="1900" dirty="0"/>
          </a:p>
        </p:txBody>
      </p:sp>
      <p:pic>
        <p:nvPicPr>
          <p:cNvPr id="9" name="Image 1" descr="thinking face">    </p:cNvPr>
          <p:cNvPicPr>
            <a:picLocks noChangeAspect="1"/>
          </p:cNvPicPr>
          <p:nvPr/>
        </p:nvPicPr>
        <p:blipFill>
          <a:blip r:embed="rId2"/>
          <a:stretch>
            <a:fillRect/>
          </a:stretch>
        </p:blipFill>
        <p:spPr>
          <a:xfrm>
            <a:off x="10725912" y="1481328"/>
            <a:ext cx="914400" cy="914400"/>
          </a:xfrm>
          <a:prstGeom prst="rect">
            <a:avLst/>
          </a:prstGeom>
        </p:spPr>
      </p:pic>
      <p:sp>
        <p:nvSpPr>
          <p:cNvPr id="10" name="Shape 5"/>
          <p:cNvSpPr/>
          <p:nvPr/>
        </p:nvSpPr>
        <p:spPr>
          <a:xfrm>
            <a:off x="548640"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6"/>
          <p:cNvSpPr/>
          <p:nvPr/>
        </p:nvSpPr>
        <p:spPr>
          <a:xfrm>
            <a:off x="685800" y="2697480"/>
            <a:ext cx="457200" cy="457200"/>
          </a:xfrm>
          <a:prstGeom prst="ellipse">
            <a:avLst/>
          </a:prstGeom>
          <a:solidFill>
            <a:schemeClr val="tx2"/>
          </a:solidFill>
          <a:ln w="12700">
            <a:solidFill>
              <a:srgbClr val="FFFFFF">
                <a:alpha val="0"/>
              </a:srgbClr>
            </a:solidFill>
            <a:prstDash val="solid"/>
          </a:ln>
        </p:spPr>
      </p:sp>
      <p:sp>
        <p:nvSpPr>
          <p:cNvPr id="12" name="Text 7"/>
          <p:cNvSpPr txBox="1"/>
          <p:nvPr/>
        </p:nvSpPr>
        <p:spPr>
          <a:xfrm>
            <a:off x="685800"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3" name="Text 8"/>
          <p:cNvSpPr txBox="1"/>
          <p:nvPr/>
        </p:nvSpPr>
        <p:spPr>
          <a:xfrm>
            <a:off x="640080"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ik</a:t>
            </a:r>
            <a:r>
              <a:rPr lang="en-US" sz="2600" dirty="0">
                <a:solidFill>
                  <a:schemeClr val="tx1"/>
                </a:solidFill>
                <a:latin typeface="+mj-lt" pitchFamily="34" charset="0"/>
                <a:ea typeface="+mj-lt" pitchFamily="34" charset="-122"/>
                <a:cs typeface="+mj-lt" pitchFamily="34" charset="-120"/>
              </a:rPr>
              <a:t> (werken)</a:t>
            </a:r>
            <a:endParaRPr lang="en-US" sz="2600" dirty="0"/>
          </a:p>
        </p:txBody>
      </p:sp>
      <p:sp>
        <p:nvSpPr>
          <p:cNvPr id="14" name="Shape 9"/>
          <p:cNvSpPr/>
          <p:nvPr/>
        </p:nvSpPr>
        <p:spPr>
          <a:xfrm>
            <a:off x="548640" y="4526280"/>
            <a:ext cx="2601468" cy="731520"/>
          </a:xfrm>
          <a:prstGeom prst="roundRect">
            <a:avLst>
              <a:gd name="adj" fmla="val 10000"/>
            </a:avLst>
          </a:prstGeom>
          <a:solidFill>
            <a:srgbClr val="EDF6F0"/>
          </a:solidFill>
          <a:ln w="19050">
            <a:solidFill>
              <a:srgbClr val="2E7D4F"/>
            </a:solidFill>
            <a:prstDash val="solid"/>
          </a:ln>
        </p:spPr>
      </p:sp>
      <p:pic>
        <p:nvPicPr>
          <p:cNvPr id="15" name="Image 2" descr="Check">    </p:cNvPr>
          <p:cNvPicPr>
            <a:picLocks noChangeAspect="1"/>
          </p:cNvPicPr>
          <p:nvPr/>
        </p:nvPicPr>
        <p:blipFill>
          <a:blip r:embed="rId3"/>
          <a:stretch>
            <a:fillRect/>
          </a:stretch>
        </p:blipFill>
        <p:spPr>
          <a:xfrm>
            <a:off x="713232" y="4745736"/>
            <a:ext cx="292608" cy="292608"/>
          </a:xfrm>
          <a:prstGeom prst="rect">
            <a:avLst/>
          </a:prstGeom>
        </p:spPr>
      </p:pic>
      <p:sp>
        <p:nvSpPr>
          <p:cNvPr id="16" name="Text 10"/>
          <p:cNvSpPr txBox="1"/>
          <p:nvPr/>
        </p:nvSpPr>
        <p:spPr>
          <a:xfrm>
            <a:off x="1005840"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7" name="Shape 11"/>
          <p:cNvSpPr/>
          <p:nvPr/>
        </p:nvSpPr>
        <p:spPr>
          <a:xfrm>
            <a:off x="3378708"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3515868" y="2697480"/>
            <a:ext cx="457200" cy="457200"/>
          </a:xfrm>
          <a:prstGeom prst="ellipse">
            <a:avLst/>
          </a:prstGeom>
          <a:solidFill>
            <a:schemeClr val="tx2"/>
          </a:solidFill>
          <a:ln w="12700">
            <a:solidFill>
              <a:srgbClr val="FFFFFF">
                <a:alpha val="0"/>
              </a:srgbClr>
            </a:solidFill>
            <a:prstDash val="solid"/>
          </a:ln>
        </p:spPr>
      </p:sp>
      <p:sp>
        <p:nvSpPr>
          <p:cNvPr id="19" name="Text 13"/>
          <p:cNvSpPr txBox="1"/>
          <p:nvPr/>
        </p:nvSpPr>
        <p:spPr>
          <a:xfrm>
            <a:off x="3515868"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Text 14"/>
          <p:cNvSpPr txBox="1"/>
          <p:nvPr/>
        </p:nvSpPr>
        <p:spPr>
          <a:xfrm>
            <a:off x="3470148"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(spreken)</a:t>
            </a:r>
            <a:endParaRPr lang="en-US" sz="2600" dirty="0"/>
          </a:p>
        </p:txBody>
      </p:sp>
      <p:sp>
        <p:nvSpPr>
          <p:cNvPr id="21" name="Shape 15"/>
          <p:cNvSpPr/>
          <p:nvPr/>
        </p:nvSpPr>
        <p:spPr>
          <a:xfrm>
            <a:off x="3378708" y="4526280"/>
            <a:ext cx="2601468" cy="731520"/>
          </a:xfrm>
          <a:prstGeom prst="roundRect">
            <a:avLst>
              <a:gd name="adj" fmla="val 10000"/>
            </a:avLst>
          </a:prstGeom>
          <a:solidFill>
            <a:srgbClr val="EDF6F0"/>
          </a:solidFill>
          <a:ln w="19050">
            <a:solidFill>
              <a:srgbClr val="2E7D4F"/>
            </a:solidFill>
            <a:prstDash val="solid"/>
          </a:ln>
        </p:spPr>
      </p:sp>
      <p:pic>
        <p:nvPicPr>
          <p:cNvPr id="22" name="Image 3" descr="Check">    </p:cNvPr>
          <p:cNvPicPr>
            <a:picLocks noChangeAspect="1"/>
          </p:cNvPicPr>
          <p:nvPr/>
        </p:nvPicPr>
        <p:blipFill>
          <a:blip r:embed="rId4"/>
          <a:stretch>
            <a:fillRect/>
          </a:stretch>
        </p:blipFill>
        <p:spPr>
          <a:xfrm>
            <a:off x="3543300" y="4745736"/>
            <a:ext cx="292608" cy="292608"/>
          </a:xfrm>
          <a:prstGeom prst="rect">
            <a:avLst/>
          </a:prstGeom>
        </p:spPr>
      </p:pic>
      <p:sp>
        <p:nvSpPr>
          <p:cNvPr id="23" name="Text 16"/>
          <p:cNvSpPr txBox="1"/>
          <p:nvPr/>
        </p:nvSpPr>
        <p:spPr>
          <a:xfrm>
            <a:off x="3835908"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spreek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4" name="Shape 17"/>
          <p:cNvSpPr/>
          <p:nvPr/>
        </p:nvSpPr>
        <p:spPr>
          <a:xfrm>
            <a:off x="6208776"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18"/>
          <p:cNvSpPr/>
          <p:nvPr/>
        </p:nvSpPr>
        <p:spPr>
          <a:xfrm>
            <a:off x="6345936" y="2697480"/>
            <a:ext cx="457200" cy="457200"/>
          </a:xfrm>
          <a:prstGeom prst="ellipse">
            <a:avLst/>
          </a:prstGeom>
          <a:solidFill>
            <a:schemeClr val="tx2"/>
          </a:solidFill>
          <a:ln w="12700">
            <a:solidFill>
              <a:srgbClr val="FFFFFF">
                <a:alpha val="0"/>
              </a:srgbClr>
            </a:solidFill>
            <a:prstDash val="solid"/>
          </a:ln>
        </p:spPr>
      </p:sp>
      <p:sp>
        <p:nvSpPr>
          <p:cNvPr id="26" name="Text 19"/>
          <p:cNvSpPr txBox="1"/>
          <p:nvPr/>
        </p:nvSpPr>
        <p:spPr>
          <a:xfrm>
            <a:off x="6345936"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7" name="Text 20"/>
          <p:cNvSpPr txBox="1"/>
          <p:nvPr/>
        </p:nvSpPr>
        <p:spPr>
          <a:xfrm>
            <a:off x="6300216"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28" name="Shape 21"/>
          <p:cNvSpPr/>
          <p:nvPr/>
        </p:nvSpPr>
        <p:spPr>
          <a:xfrm>
            <a:off x="6208776" y="4526280"/>
            <a:ext cx="2601468" cy="731520"/>
          </a:xfrm>
          <a:prstGeom prst="roundRect">
            <a:avLst>
              <a:gd name="adj" fmla="val 10000"/>
            </a:avLst>
          </a:prstGeom>
          <a:solidFill>
            <a:srgbClr val="EDF6F0"/>
          </a:solidFill>
          <a:ln w="19050">
            <a:solidFill>
              <a:srgbClr val="2E7D4F"/>
            </a:solidFill>
            <a:prstDash val="solid"/>
          </a:ln>
        </p:spPr>
      </p:sp>
      <p:pic>
        <p:nvPicPr>
          <p:cNvPr id="29" name="Image 4" descr="Check">    </p:cNvPr>
          <p:cNvPicPr>
            <a:picLocks noChangeAspect="1"/>
          </p:cNvPicPr>
          <p:nvPr/>
        </p:nvPicPr>
        <p:blipFill>
          <a:blip r:embed="rId5"/>
          <a:stretch>
            <a:fillRect/>
          </a:stretch>
        </p:blipFill>
        <p:spPr>
          <a:xfrm>
            <a:off x="6373368" y="4745736"/>
            <a:ext cx="292608" cy="292608"/>
          </a:xfrm>
          <a:prstGeom prst="rect">
            <a:avLst/>
          </a:prstGeom>
        </p:spPr>
      </p:pic>
      <p:sp>
        <p:nvSpPr>
          <p:cNvPr id="30" name="Text 22"/>
          <p:cNvSpPr txBox="1"/>
          <p:nvPr/>
        </p:nvSpPr>
        <p:spPr>
          <a:xfrm>
            <a:off x="6665976"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31" name="Shape 23"/>
          <p:cNvSpPr/>
          <p:nvPr/>
        </p:nvSpPr>
        <p:spPr>
          <a:xfrm>
            <a:off x="9038844" y="2560320"/>
            <a:ext cx="2601468" cy="1783080"/>
          </a:xfrm>
          <a:prstGeom prst="roundRect">
            <a:avLst>
              <a:gd name="adj" fmla="val 4103"/>
            </a:avLst>
          </a:prstGeom>
          <a:solidFill>
            <a:srgbClr val="FDF3EA"/>
          </a:solidFill>
          <a:ln w="38100">
            <a:solidFill>
              <a:srgbClr val="D9700F"/>
            </a:solidFill>
            <a:prstDash val="solid"/>
          </a:ln>
          <a:effectLst>
            <a:outerShdw sx="100000" sy="100000" kx="0" ky="0" algn="bl" rotWithShape="0" blurRad="101600" dist="25400" dir="3600000">
              <a:srgbClr val="000000">
                <a:alpha val="16000"/>
              </a:srgbClr>
            </a:outerShdw>
          </a:effectLst>
        </p:spPr>
      </p:sp>
      <p:sp>
        <p:nvSpPr>
          <p:cNvPr id="32" name="Shape 24"/>
          <p:cNvSpPr/>
          <p:nvPr/>
        </p:nvSpPr>
        <p:spPr>
          <a:xfrm>
            <a:off x="9176004" y="2697480"/>
            <a:ext cx="457200" cy="457200"/>
          </a:xfrm>
          <a:prstGeom prst="ellipse">
            <a:avLst/>
          </a:prstGeom>
          <a:solidFill>
            <a:schemeClr val="accent1"/>
          </a:solidFill>
          <a:ln w="12700">
            <a:solidFill>
              <a:srgbClr val="FFFFFF">
                <a:alpha val="0"/>
              </a:srgbClr>
            </a:solidFill>
            <a:prstDash val="solid"/>
          </a:ln>
        </p:spPr>
      </p:sp>
      <p:sp>
        <p:nvSpPr>
          <p:cNvPr id="33" name="Text 25"/>
          <p:cNvSpPr txBox="1"/>
          <p:nvPr/>
        </p:nvSpPr>
        <p:spPr>
          <a:xfrm>
            <a:off x="9176004"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34" name="Image 5" descr="Question">    </p:cNvPr>
          <p:cNvPicPr>
            <a:picLocks noChangeAspect="1"/>
          </p:cNvPicPr>
          <p:nvPr/>
        </p:nvPicPr>
        <p:blipFill>
          <a:blip r:embed="rId6"/>
          <a:stretch>
            <a:fillRect/>
          </a:stretch>
        </p:blipFill>
        <p:spPr>
          <a:xfrm>
            <a:off x="11091672" y="2697480"/>
            <a:ext cx="384048" cy="384048"/>
          </a:xfrm>
          <a:prstGeom prst="rect">
            <a:avLst/>
          </a:prstGeom>
        </p:spPr>
      </p:pic>
      <p:sp>
        <p:nvSpPr>
          <p:cNvPr id="35" name="Text 26"/>
          <p:cNvSpPr txBox="1"/>
          <p:nvPr/>
        </p:nvSpPr>
        <p:spPr>
          <a:xfrm>
            <a:off x="9130284"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(lezen)</a:t>
            </a:r>
            <a:endParaRPr lang="en-US" sz="2600" dirty="0"/>
          </a:p>
        </p:txBody>
      </p:sp>
      <p:sp>
        <p:nvSpPr>
          <p:cNvPr id="36" name="Text 27"/>
          <p:cNvSpPr txBox="1"/>
          <p:nvPr/>
        </p:nvSpPr>
        <p:spPr>
          <a:xfrm>
            <a:off x="9130284" y="3886200"/>
            <a:ext cx="2418588" cy="365760"/>
          </a:xfrm>
          <a:prstGeom prst="rect">
            <a:avLst/>
          </a:prstGeom>
          <a:noFill/>
          <a:ln/>
        </p:spPr>
        <p:txBody>
          <a:bodyPr wrap="square" lIns="0" tIns="0" rIns="0" bIns="0" rtlCol="0" anchor="ctr"/>
          <a:lstStyle/>
          <a:p>
            <a:pPr algn="ctr" indent="0" marL="0">
              <a:buNone/>
            </a:pPr>
            <a:r>
              <a:rPr lang="en-US" sz="1800" b="1" dirty="0">
                <a:solidFill>
                  <a:schemeClr val="accent1"/>
                </a:solidFill>
              </a:rPr>
              <a:t>→ ???</a:t>
            </a:r>
            <a:endParaRPr lang="en-US" sz="1800" dirty="0"/>
          </a:p>
        </p:txBody>
      </p:sp>
      <p:sp>
        <p:nvSpPr>
          <p:cNvPr id="37" name="Shape 28"/>
          <p:cNvSpPr/>
          <p:nvPr/>
        </p:nvSpPr>
        <p:spPr>
          <a:xfrm>
            <a:off x="9038844" y="4526280"/>
            <a:ext cx="2601468" cy="731520"/>
          </a:xfrm>
          <a:prstGeom prst="roundRect">
            <a:avLst>
              <a:gd name="adj" fmla="val 10000"/>
            </a:avLst>
          </a:prstGeom>
          <a:solidFill>
            <a:srgbClr val="EDF6F0"/>
          </a:solidFill>
          <a:ln w="19050">
            <a:solidFill>
              <a:srgbClr val="2E7D4F"/>
            </a:solidFill>
            <a:prstDash val="solid"/>
          </a:ln>
        </p:spPr>
      </p:sp>
      <p:pic>
        <p:nvPicPr>
          <p:cNvPr id="38" name="Image 6" descr="Check">    </p:cNvPr>
          <p:cNvPicPr>
            <a:picLocks noChangeAspect="1"/>
          </p:cNvPicPr>
          <p:nvPr/>
        </p:nvPicPr>
        <p:blipFill>
          <a:blip r:embed="rId7"/>
          <a:stretch>
            <a:fillRect/>
          </a:stretch>
        </p:blipFill>
        <p:spPr>
          <a:xfrm>
            <a:off x="9203436" y="4745736"/>
            <a:ext cx="292608" cy="292608"/>
          </a:xfrm>
          <a:prstGeom prst="rect">
            <a:avLst/>
          </a:prstGeom>
        </p:spPr>
      </p:pic>
      <p:sp>
        <p:nvSpPr>
          <p:cNvPr id="39" name="Text 29"/>
          <p:cNvSpPr txBox="1"/>
          <p:nvPr/>
        </p:nvSpPr>
        <p:spPr>
          <a:xfrm>
            <a:off x="9496044"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lees</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40" name="Shape 30"/>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1" name="Image 7" descr="Question">    </p:cNvPr>
          <p:cNvPicPr>
            <a:picLocks noChangeAspect="1"/>
          </p:cNvPicPr>
          <p:nvPr/>
        </p:nvPicPr>
        <p:blipFill>
          <a:blip r:embed="rId8"/>
          <a:stretch>
            <a:fillRect/>
          </a:stretch>
        </p:blipFill>
        <p:spPr>
          <a:xfrm>
            <a:off x="777240" y="5715000"/>
            <a:ext cx="365760" cy="365760"/>
          </a:xfrm>
          <a:prstGeom prst="rect">
            <a:avLst/>
          </a:prstGeom>
        </p:spPr>
      </p:pic>
      <p:sp>
        <p:nvSpPr>
          <p:cNvPr id="42" name="Text 31"/>
          <p:cNvSpPr txBox="1"/>
          <p:nvPr/>
        </p:nvSpPr>
        <p:spPr>
          <a:xfrm>
            <a:off x="1325880" y="5532120"/>
            <a:ext cx="10058400" cy="731520"/>
          </a:xfrm>
          <a:prstGeom prst="rect">
            <a:avLst/>
          </a:prstGeom>
          <a:noFill/>
          <a:ln/>
        </p:spPr>
        <p:txBody>
          <a:bodyPr wrap="square" lIns="0" tIns="0" rIns="0" bIns="0" rtlCol="0" anchor="ctr"/>
          <a:lstStyle/>
          <a:p>
            <a:pPr algn="l" indent="0" marL="0">
              <a:buNone/>
            </a:pPr>
            <a:r>
              <a:rPr lang="en-US" sz="2000" i="1" dirty="0">
                <a:solidFill>
                  <a:schemeClr val="bg1"/>
                </a:solidFill>
              </a:rPr>
              <a:t>hij leest</a:t>
            </a:r>
            <a:r>
              <a:rPr lang="en-US" sz="2000" dirty="0">
                <a:solidFill>
                  <a:schemeClr val="bg1"/>
                </a:solidFill>
              </a:rPr>
              <a:t> — comment le savoir ? → </a:t>
            </a:r>
            <a:r>
              <a:rPr lang="en-US" sz="2000" b="1" dirty="0">
                <a:solidFill>
                  <a:schemeClr val="bg1"/>
                </a:solidFill>
              </a:rPr>
              <a:t>aujourd’hui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Vue d’ensemble — 4 réflexes + 2 familles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00784"/>
            <a:ext cx="502920" cy="502920"/>
          </a:xfrm>
          <a:prstGeom prst="ellipse">
            <a:avLst/>
          </a:prstGeom>
          <a:solidFill>
            <a:schemeClr val="tx2"/>
          </a:solidFill>
          <a:ln w="12700">
            <a:solidFill>
              <a:srgbClr val="FFFFFF">
                <a:alpha val="0"/>
              </a:srgbClr>
            </a:solidFill>
            <a:prstDash val="solid"/>
          </a:ln>
        </p:spPr>
      </p:sp>
      <p:sp>
        <p:nvSpPr>
          <p:cNvPr id="7" name="Text 4"/>
          <p:cNvSpPr txBox="1"/>
          <p:nvPr/>
        </p:nvSpPr>
        <p:spPr>
          <a:xfrm>
            <a:off x="713232"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pic>
        <p:nvPicPr>
          <p:cNvPr id="8" name="Image 0" descr="SyncAlt">    </p:cNvPr>
          <p:cNvPicPr>
            <a:picLocks noChangeAspect="1"/>
          </p:cNvPicPr>
          <p:nvPr/>
        </p:nvPicPr>
        <p:blipFill>
          <a:blip r:embed="rId1"/>
          <a:stretch>
            <a:fillRect/>
          </a:stretch>
        </p:blipFill>
        <p:spPr>
          <a:xfrm>
            <a:off x="2528316" y="1719072"/>
            <a:ext cx="438912" cy="438912"/>
          </a:xfrm>
          <a:prstGeom prst="rect">
            <a:avLst/>
          </a:prstGeom>
        </p:spPr>
      </p:pic>
      <p:sp>
        <p:nvSpPr>
          <p:cNvPr id="9" name="Text 5"/>
          <p:cNvSpPr txBox="1"/>
          <p:nvPr/>
        </p:nvSpPr>
        <p:spPr>
          <a:xfrm>
            <a:off x="640080"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z</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s</a:t>
            </a:r>
            <a:endParaRPr lang="en-US" sz="3200" dirty="0"/>
          </a:p>
        </p:txBody>
      </p:sp>
      <p:sp>
        <p:nvSpPr>
          <p:cNvPr id="10" name="Text 6"/>
          <p:cNvSpPr txBox="1"/>
          <p:nvPr/>
        </p:nvSpPr>
        <p:spPr>
          <a:xfrm>
            <a:off x="640080"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lezen → ik lees</a:t>
            </a:r>
            <a:endParaRPr lang="en-US" sz="1900" dirty="0"/>
          </a:p>
        </p:txBody>
      </p:sp>
      <p:sp>
        <p:nvSpPr>
          <p:cNvPr id="11" name="Shape 7"/>
          <p:cNvSpPr/>
          <p:nvPr/>
        </p:nvSpPr>
        <p:spPr>
          <a:xfrm>
            <a:off x="3378708"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3543300" y="1700784"/>
            <a:ext cx="502920" cy="502920"/>
          </a:xfrm>
          <a:prstGeom prst="ellipse">
            <a:avLst/>
          </a:prstGeom>
          <a:solidFill>
            <a:schemeClr val="tx2"/>
          </a:solidFill>
          <a:ln w="12700">
            <a:solidFill>
              <a:srgbClr val="FFFFFF">
                <a:alpha val="0"/>
              </a:srgbClr>
            </a:solidFill>
            <a:prstDash val="solid"/>
          </a:ln>
        </p:spPr>
      </p:sp>
      <p:sp>
        <p:nvSpPr>
          <p:cNvPr id="13" name="Text 9"/>
          <p:cNvSpPr txBox="1"/>
          <p:nvPr/>
        </p:nvSpPr>
        <p:spPr>
          <a:xfrm>
            <a:off x="3543300"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pic>
        <p:nvPicPr>
          <p:cNvPr id="14" name="Image 1" descr="SyncAlt">    </p:cNvPr>
          <p:cNvPicPr>
            <a:picLocks noChangeAspect="1"/>
          </p:cNvPicPr>
          <p:nvPr/>
        </p:nvPicPr>
        <p:blipFill>
          <a:blip r:embed="rId2"/>
          <a:stretch>
            <a:fillRect/>
          </a:stretch>
        </p:blipFill>
        <p:spPr>
          <a:xfrm>
            <a:off x="5358384" y="1719072"/>
            <a:ext cx="438912" cy="438912"/>
          </a:xfrm>
          <a:prstGeom prst="rect">
            <a:avLst/>
          </a:prstGeom>
        </p:spPr>
      </p:pic>
      <p:sp>
        <p:nvSpPr>
          <p:cNvPr id="15" name="Text 10"/>
          <p:cNvSpPr txBox="1"/>
          <p:nvPr/>
        </p:nvSpPr>
        <p:spPr>
          <a:xfrm>
            <a:off x="3470148"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v</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f</a:t>
            </a:r>
            <a:endParaRPr lang="en-US" sz="3200" dirty="0"/>
          </a:p>
        </p:txBody>
      </p:sp>
      <p:sp>
        <p:nvSpPr>
          <p:cNvPr id="16" name="Text 11"/>
          <p:cNvSpPr txBox="1"/>
          <p:nvPr/>
        </p:nvSpPr>
        <p:spPr>
          <a:xfrm>
            <a:off x="3470148"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leven → ik leef</a:t>
            </a:r>
            <a:endParaRPr lang="en-US" sz="1900" dirty="0"/>
          </a:p>
        </p:txBody>
      </p:sp>
      <p:sp>
        <p:nvSpPr>
          <p:cNvPr id="17" name="Shape 12"/>
          <p:cNvSpPr/>
          <p:nvPr/>
        </p:nvSpPr>
        <p:spPr>
          <a:xfrm>
            <a:off x="6208776"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73368" y="1700784"/>
            <a:ext cx="502920" cy="502920"/>
          </a:xfrm>
          <a:prstGeom prst="ellipse">
            <a:avLst/>
          </a:prstGeom>
          <a:solidFill>
            <a:schemeClr val="tx2"/>
          </a:solidFill>
          <a:ln w="12700">
            <a:solidFill>
              <a:srgbClr val="FFFFFF">
                <a:alpha val="0"/>
              </a:srgbClr>
            </a:solidFill>
            <a:prstDash val="solid"/>
          </a:ln>
        </p:spPr>
      </p:sp>
      <p:sp>
        <p:nvSpPr>
          <p:cNvPr id="19" name="Text 14"/>
          <p:cNvSpPr txBox="1"/>
          <p:nvPr/>
        </p:nvSpPr>
        <p:spPr>
          <a:xfrm>
            <a:off x="6373368"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pic>
        <p:nvPicPr>
          <p:cNvPr id="20" name="Image 2" descr="magnet">    </p:cNvPr>
          <p:cNvPicPr>
            <a:picLocks noChangeAspect="1"/>
          </p:cNvPicPr>
          <p:nvPr/>
        </p:nvPicPr>
        <p:blipFill>
          <a:blip r:embed="rId3"/>
          <a:stretch>
            <a:fillRect/>
          </a:stretch>
        </p:blipFill>
        <p:spPr>
          <a:xfrm>
            <a:off x="8188452" y="1719072"/>
            <a:ext cx="438912" cy="438912"/>
          </a:xfrm>
          <a:prstGeom prst="rect">
            <a:avLst/>
          </a:prstGeom>
        </p:spPr>
      </p:pic>
      <p:sp>
        <p:nvSpPr>
          <p:cNvPr id="21" name="Text 15"/>
          <p:cNvSpPr txBox="1"/>
          <p:nvPr/>
        </p:nvSpPr>
        <p:spPr>
          <a:xfrm>
            <a:off x="6300216"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2" name="Text 16"/>
          <p:cNvSpPr txBox="1"/>
          <p:nvPr/>
        </p:nvSpPr>
        <p:spPr>
          <a:xfrm>
            <a:off x="6300216"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praten → hij praat</a:t>
            </a:r>
            <a:endParaRPr lang="en-US" sz="1900" dirty="0"/>
          </a:p>
        </p:txBody>
      </p:sp>
      <p:sp>
        <p:nvSpPr>
          <p:cNvPr id="23" name="Shape 17"/>
          <p:cNvSpPr/>
          <p:nvPr/>
        </p:nvSpPr>
        <p:spPr>
          <a:xfrm>
            <a:off x="9038844"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9203436" y="1700784"/>
            <a:ext cx="502920" cy="502920"/>
          </a:xfrm>
          <a:prstGeom prst="ellipse">
            <a:avLst/>
          </a:prstGeom>
          <a:solidFill>
            <a:schemeClr val="tx2"/>
          </a:solidFill>
          <a:ln w="12700">
            <a:solidFill>
              <a:srgbClr val="FFFFFF">
                <a:alpha val="0"/>
              </a:srgbClr>
            </a:solidFill>
            <a:prstDash val="solid"/>
          </a:ln>
        </p:spPr>
      </p:sp>
      <p:sp>
        <p:nvSpPr>
          <p:cNvPr id="25" name="Text 19"/>
          <p:cNvSpPr txBox="1"/>
          <p:nvPr/>
        </p:nvSpPr>
        <p:spPr>
          <a:xfrm>
            <a:off x="9203436"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pic>
        <p:nvPicPr>
          <p:cNvPr id="26" name="Image 3" descr="Plus">    </p:cNvPr>
          <p:cNvPicPr>
            <a:picLocks noChangeAspect="1"/>
          </p:cNvPicPr>
          <p:nvPr/>
        </p:nvPicPr>
        <p:blipFill>
          <a:blip r:embed="rId4"/>
          <a:stretch>
            <a:fillRect/>
          </a:stretch>
        </p:blipFill>
        <p:spPr>
          <a:xfrm>
            <a:off x="11018520" y="1719072"/>
            <a:ext cx="438912" cy="438912"/>
          </a:xfrm>
          <a:prstGeom prst="rect">
            <a:avLst/>
          </a:prstGeom>
        </p:spPr>
      </p:pic>
      <p:sp>
        <p:nvSpPr>
          <p:cNvPr id="27" name="Text 20"/>
          <p:cNvSpPr txBox="1"/>
          <p:nvPr/>
        </p:nvSpPr>
        <p:spPr>
          <a:xfrm>
            <a:off x="9130284"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8" name="Text 21"/>
          <p:cNvSpPr txBox="1"/>
          <p:nvPr/>
        </p:nvSpPr>
        <p:spPr>
          <a:xfrm>
            <a:off x="9130284"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worden → hij wordt</a:t>
            </a:r>
            <a:endParaRPr lang="en-US" sz="1900" dirty="0"/>
          </a:p>
        </p:txBody>
      </p:sp>
      <p:sp>
        <p:nvSpPr>
          <p:cNvPr id="29" name="Shape 22"/>
          <p:cNvSpPr/>
          <p:nvPr/>
        </p:nvSpPr>
        <p:spPr>
          <a:xfrm>
            <a:off x="640080" y="3785616"/>
            <a:ext cx="5020056" cy="914"/>
          </a:xfrm>
          <a:prstGeom prst="line">
            <a:avLst/>
          </a:prstGeom>
          <a:noFill/>
          <a:ln w="19050">
            <a:solidFill>
              <a:srgbClr val="4A5A70"/>
            </a:solidFill>
            <a:prstDash val="solid"/>
          </a:ln>
        </p:spPr>
      </p:sp>
      <p:sp>
        <p:nvSpPr>
          <p:cNvPr id="30" name="Shape 23"/>
          <p:cNvSpPr/>
          <p:nvPr/>
        </p:nvSpPr>
        <p:spPr>
          <a:xfrm>
            <a:off x="640080" y="3730752"/>
            <a:ext cx="914" cy="54864"/>
          </a:xfrm>
          <a:prstGeom prst="line">
            <a:avLst/>
          </a:prstGeom>
          <a:noFill/>
          <a:ln w="19050">
            <a:solidFill>
              <a:srgbClr val="4A5A70"/>
            </a:solidFill>
            <a:prstDash val="solid"/>
          </a:ln>
        </p:spPr>
      </p:sp>
      <p:sp>
        <p:nvSpPr>
          <p:cNvPr id="31" name="Shape 24"/>
          <p:cNvSpPr/>
          <p:nvPr/>
        </p:nvSpPr>
        <p:spPr>
          <a:xfrm>
            <a:off x="5660136" y="3730752"/>
            <a:ext cx="914" cy="54864"/>
          </a:xfrm>
          <a:prstGeom prst="line">
            <a:avLst/>
          </a:prstGeom>
          <a:noFill/>
          <a:ln w="19050">
            <a:solidFill>
              <a:srgbClr val="4A5A70"/>
            </a:solidFill>
            <a:prstDash val="solid"/>
          </a:ln>
        </p:spPr>
      </p:sp>
      <p:sp>
        <p:nvSpPr>
          <p:cNvPr id="32" name="Text 25"/>
          <p:cNvSpPr txBox="1"/>
          <p:nvPr/>
        </p:nvSpPr>
        <p:spPr>
          <a:xfrm>
            <a:off x="548640" y="3840480"/>
            <a:ext cx="52029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LE RADICAL</a:t>
            </a:r>
            <a:endParaRPr lang="en-US" sz="1400" dirty="0"/>
          </a:p>
        </p:txBody>
      </p:sp>
      <p:sp>
        <p:nvSpPr>
          <p:cNvPr id="33" name="Shape 26"/>
          <p:cNvSpPr/>
          <p:nvPr/>
        </p:nvSpPr>
        <p:spPr>
          <a:xfrm>
            <a:off x="6300216" y="3785616"/>
            <a:ext cx="5248656" cy="914"/>
          </a:xfrm>
          <a:prstGeom prst="line">
            <a:avLst/>
          </a:prstGeom>
          <a:noFill/>
          <a:ln w="19050">
            <a:solidFill>
              <a:srgbClr val="4A5A70"/>
            </a:solidFill>
            <a:prstDash val="solid"/>
          </a:ln>
        </p:spPr>
      </p:sp>
      <p:sp>
        <p:nvSpPr>
          <p:cNvPr id="34" name="Shape 27"/>
          <p:cNvSpPr/>
          <p:nvPr/>
        </p:nvSpPr>
        <p:spPr>
          <a:xfrm>
            <a:off x="6300216" y="3730752"/>
            <a:ext cx="914" cy="54864"/>
          </a:xfrm>
          <a:prstGeom prst="line">
            <a:avLst/>
          </a:prstGeom>
          <a:noFill/>
          <a:ln w="19050">
            <a:solidFill>
              <a:srgbClr val="4A5A70"/>
            </a:solidFill>
            <a:prstDash val="solid"/>
          </a:ln>
        </p:spPr>
      </p:sp>
      <p:sp>
        <p:nvSpPr>
          <p:cNvPr id="35" name="Shape 28"/>
          <p:cNvSpPr/>
          <p:nvPr/>
        </p:nvSpPr>
        <p:spPr>
          <a:xfrm>
            <a:off x="11548872" y="3730752"/>
            <a:ext cx="914" cy="54864"/>
          </a:xfrm>
          <a:prstGeom prst="line">
            <a:avLst/>
          </a:prstGeom>
          <a:noFill/>
          <a:ln w="19050">
            <a:solidFill>
              <a:srgbClr val="4A5A70"/>
            </a:solidFill>
            <a:prstDash val="solid"/>
          </a:ln>
        </p:spPr>
      </p:sp>
      <p:sp>
        <p:nvSpPr>
          <p:cNvPr id="36" name="Text 29"/>
          <p:cNvSpPr txBox="1"/>
          <p:nvPr/>
        </p:nvSpPr>
        <p:spPr>
          <a:xfrm>
            <a:off x="6208776" y="3840480"/>
            <a:ext cx="54315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LA TERMINAISON -t</a:t>
            </a:r>
            <a:endParaRPr lang="en-US" sz="1400" dirty="0"/>
          </a:p>
        </p:txBody>
      </p:sp>
      <p:sp>
        <p:nvSpPr>
          <p:cNvPr id="37" name="Shape 30"/>
          <p:cNvSpPr/>
          <p:nvPr/>
        </p:nvSpPr>
        <p:spPr>
          <a:xfrm>
            <a:off x="548640" y="4343400"/>
            <a:ext cx="5408676" cy="1920240"/>
          </a:xfrm>
          <a:prstGeom prst="roundRect">
            <a:avLst>
              <a:gd name="adj" fmla="val 381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31"/>
          <p:cNvSpPr/>
          <p:nvPr/>
        </p:nvSpPr>
        <p:spPr>
          <a:xfrm>
            <a:off x="822960" y="4709160"/>
            <a:ext cx="1097280" cy="1097280"/>
          </a:xfrm>
          <a:prstGeom prst="ellipse">
            <a:avLst/>
          </a:prstGeom>
          <a:solidFill>
            <a:schemeClr val="accent3"/>
          </a:solidFill>
          <a:ln w="12700">
            <a:solidFill>
              <a:srgbClr val="FFFFFF">
                <a:alpha val="0"/>
              </a:srgbClr>
            </a:solidFill>
            <a:prstDash val="solid"/>
          </a:ln>
        </p:spPr>
      </p:sp>
      <p:pic>
        <p:nvPicPr>
          <p:cNvPr id="39" name="Image 4" descr="Running">    </p:cNvPr>
          <p:cNvPicPr>
            <a:picLocks noChangeAspect="1"/>
          </p:cNvPicPr>
          <p:nvPr/>
        </p:nvPicPr>
        <p:blipFill>
          <a:blip r:embed="rId5"/>
          <a:stretch>
            <a:fillRect/>
          </a:stretch>
        </p:blipFill>
        <p:spPr>
          <a:xfrm>
            <a:off x="1086307" y="4972507"/>
            <a:ext cx="570586" cy="570586"/>
          </a:xfrm>
          <a:prstGeom prst="rect">
            <a:avLst/>
          </a:prstGeom>
        </p:spPr>
      </p:pic>
      <p:sp>
        <p:nvSpPr>
          <p:cNvPr id="40" name="Text 32"/>
          <p:cNvSpPr txBox="1"/>
          <p:nvPr/>
        </p:nvSpPr>
        <p:spPr>
          <a:xfrm>
            <a:off x="2148840" y="4480560"/>
            <a:ext cx="3671316" cy="548640"/>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Verbes courts</a:t>
            </a:r>
            <a:endParaRPr lang="en-US" sz="2400" dirty="0"/>
          </a:p>
        </p:txBody>
      </p:sp>
      <p:sp>
        <p:nvSpPr>
          <p:cNvPr id="41" name="Text 33"/>
          <p:cNvSpPr txBox="1"/>
          <p:nvPr/>
        </p:nvSpPr>
        <p:spPr>
          <a:xfrm>
            <a:off x="2148840" y="5029200"/>
            <a:ext cx="3671316" cy="685800"/>
          </a:xfrm>
          <a:prstGeom prst="rect">
            <a:avLst/>
          </a:prstGeom>
          <a:noFill/>
          <a:ln/>
        </p:spPr>
        <p:txBody>
          <a:bodyPr wrap="square" lIns="0" tIns="0" rIns="0" bIns="0" rtlCol="0" anchor="ctr"/>
          <a:lstStyle/>
          <a:p>
            <a:pPr algn="l" indent="0" marL="0">
              <a:buNone/>
            </a:pPr>
            <a:r>
              <a:rPr lang="en-US" sz="2200" i="1" dirty="0">
                <a:solidFill>
                  <a:schemeClr val="tx1"/>
                </a:solidFill>
              </a:rPr>
              <a:t>gaan → ik ga</a:t>
            </a:r>
            <a:endParaRPr lang="en-US" sz="2200" dirty="0"/>
          </a:p>
        </p:txBody>
      </p:sp>
      <p:sp>
        <p:nvSpPr>
          <p:cNvPr id="42" name="Shape 34"/>
          <p:cNvSpPr/>
          <p:nvPr/>
        </p:nvSpPr>
        <p:spPr>
          <a:xfrm>
            <a:off x="6231636" y="4343400"/>
            <a:ext cx="5408676" cy="1920240"/>
          </a:xfrm>
          <a:prstGeom prst="roundRect">
            <a:avLst>
              <a:gd name="adj" fmla="val 381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3" name="Shape 35"/>
          <p:cNvSpPr/>
          <p:nvPr/>
        </p:nvSpPr>
        <p:spPr>
          <a:xfrm>
            <a:off x="6505956" y="4709160"/>
            <a:ext cx="1097280" cy="1097280"/>
          </a:xfrm>
          <a:prstGeom prst="ellipse">
            <a:avLst/>
          </a:prstGeom>
          <a:solidFill>
            <a:schemeClr val="accent1"/>
          </a:solidFill>
          <a:ln w="12700">
            <a:solidFill>
              <a:srgbClr val="FFFFFF">
                <a:alpha val="0"/>
              </a:srgbClr>
            </a:solidFill>
            <a:prstDash val="solid"/>
          </a:ln>
        </p:spPr>
      </p:sp>
      <p:pic>
        <p:nvPicPr>
          <p:cNvPr id="44" name="Image 5" descr="Star">    </p:cNvPr>
          <p:cNvPicPr>
            <a:picLocks noChangeAspect="1"/>
          </p:cNvPicPr>
          <p:nvPr/>
        </p:nvPicPr>
        <p:blipFill>
          <a:blip r:embed="rId6"/>
          <a:stretch>
            <a:fillRect/>
          </a:stretch>
        </p:blipFill>
        <p:spPr>
          <a:xfrm>
            <a:off x="6769303" y="4972507"/>
            <a:ext cx="570586" cy="570586"/>
          </a:xfrm>
          <a:prstGeom prst="rect">
            <a:avLst/>
          </a:prstGeom>
        </p:spPr>
      </p:pic>
      <p:sp>
        <p:nvSpPr>
          <p:cNvPr id="45" name="Text 36"/>
          <p:cNvSpPr txBox="1"/>
          <p:nvPr/>
        </p:nvSpPr>
        <p:spPr>
          <a:xfrm>
            <a:off x="7831836" y="4480560"/>
            <a:ext cx="3671316" cy="54864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Les vrais irréguliers</a:t>
            </a:r>
            <a:endParaRPr lang="en-US" sz="2400" dirty="0"/>
          </a:p>
        </p:txBody>
      </p:sp>
      <p:sp>
        <p:nvSpPr>
          <p:cNvPr id="46" name="Text 37"/>
          <p:cNvSpPr txBox="1"/>
          <p:nvPr/>
        </p:nvSpPr>
        <p:spPr>
          <a:xfrm>
            <a:off x="7831836" y="5029200"/>
            <a:ext cx="3671316" cy="685800"/>
          </a:xfrm>
          <a:prstGeom prst="rect">
            <a:avLst/>
          </a:prstGeom>
          <a:noFill/>
          <a:ln/>
        </p:spPr>
        <p:txBody>
          <a:bodyPr wrap="square" lIns="0" tIns="0" rIns="0" bIns="0" rtlCol="0" anchor="ctr"/>
          <a:lstStyle/>
          <a:p>
            <a:pPr algn="l" indent="0" marL="0">
              <a:buNone/>
            </a:pPr>
            <a:r>
              <a:rPr lang="en-US" sz="2000" i="1" dirty="0">
                <a:solidFill>
                  <a:schemeClr val="tx1"/>
                </a:solidFill>
              </a:rPr>
              <a:t>zijn, hebben, kunnen, willen, mogen</a:t>
            </a:r>
            <a:endParaRPr lang="en-US" sz="2000" dirty="0"/>
          </a:p>
        </p:txBody>
      </p:sp>
      <p:sp>
        <p:nvSpPr>
          <p:cNvPr id="47" name="Text 38"/>
          <p:cNvSpPr/>
          <p:nvPr/>
        </p:nvSpPr>
        <p:spPr>
          <a:xfrm>
            <a:off x="7831836" y="5760720"/>
            <a:ext cx="2377440" cy="347472"/>
          </a:xfrm>
          <a:prstGeom prst="roundRect">
            <a:avLst>
              <a:gd name="adj" fmla="val 13158"/>
            </a:avLst>
          </a:prstGeom>
          <a:solidFill>
            <a:srgbClr val="B83227"/>
          </a:solidFill>
          <a:ln/>
        </p:spPr>
        <p:txBody>
          <a:bodyPr wrap="square" lIns="0" tIns="0" rIns="0" bIns="0" rtlCol="0" anchor="ctr"/>
          <a:lstStyle/>
          <a:p>
            <a:pPr algn="ctr" indent="0" marL="0">
              <a:buNone/>
            </a:pPr>
            <a:r>
              <a:rPr lang="en-US" sz="1300" b="1" dirty="0">
                <a:solidFill>
                  <a:srgbClr val="FFFFFF"/>
                </a:solidFill>
              </a:rPr>
              <a:t>à apprendre par cœur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① — z devient 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z à la fin d’un mot → s</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LEZEN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lez</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z → s</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Z</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s</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s</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LEES</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868680"/>
          </a:xfrm>
          <a:prstGeom prst="rect">
            <a:avLst/>
          </a:prstGeom>
          <a:noFill/>
          <a:ln/>
        </p:spPr>
        <p:txBody>
          <a:bodyPr wrap="square" lIns="0" tIns="0" rIns="0" bIns="0" rtlCol="0" anchor="t"/>
          <a:lstStyle/>
          <a:p>
            <a:pPr algn="ctr" indent="0" marL="0">
              <a:buNone/>
            </a:pPr>
            <a:r>
              <a:rPr lang="en-US" sz="1700" b="1" dirty="0">
                <a:solidFill>
                  <a:schemeClr val="tx1"/>
                </a:solidFill>
              </a:rPr>
              <a:t>ik lees</a:t>
            </a:r>
            <a:endParaRPr lang="en-US" sz="1700" dirty="0"/>
          </a:p>
          <a:p>
            <a:pPr algn="ctr" indent="0" marL="0">
              <a:buNone/>
            </a:pPr>
            <a:r>
              <a:rPr lang="en-US" sz="1700" b="1" dirty="0">
                <a:solidFill>
                  <a:schemeClr val="tx1"/>
                </a:solidFill>
              </a:rPr>
              <a:t>hij lees</a:t>
            </a:r>
            <a:r>
              <a:rPr lang="en-US" sz="1700" b="1" dirty="0">
                <a:solidFill>
                  <a:schemeClr val="accent1"/>
                </a:solidFill>
              </a:rPr>
              <a:t>t</a:t>
            </a:r>
            <a:endParaRPr lang="en-US" sz="1700" dirty="0"/>
          </a:p>
          <a:p>
            <a:pPr algn="ctr" indent="0" marL="0">
              <a:buNone/>
            </a:pPr>
            <a:r>
              <a:rPr lang="en-US" sz="1700" b="1" i="1" dirty="0">
                <a:solidFill>
                  <a:schemeClr val="tx1"/>
                </a:solidFill>
              </a:rPr>
              <a:t>(lire)</a:t>
            </a:r>
            <a:endParaRPr lang="en-US" sz="1700" dirty="0"/>
          </a:p>
        </p:txBody>
      </p:sp>
      <p:sp>
        <p:nvSpPr>
          <p:cNvPr id="57" name="Shape 48"/>
          <p:cNvSpPr/>
          <p:nvPr/>
        </p:nvSpPr>
        <p:spPr>
          <a:xfrm>
            <a:off x="548640"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074920"/>
            <a:ext cx="438912" cy="438912"/>
          </a:xfrm>
          <a:prstGeom prst="ellipse">
            <a:avLst/>
          </a:prstGeom>
          <a:solidFill>
            <a:schemeClr val="accent1"/>
          </a:solidFill>
          <a:ln w="12700">
            <a:solidFill>
              <a:srgbClr val="FFFFFF">
                <a:alpha val="0"/>
              </a:srgbClr>
            </a:solidFill>
            <a:prstDash val="solid"/>
          </a:ln>
        </p:spPr>
      </p:sp>
      <p:pic>
        <p:nvPicPr>
          <p:cNvPr id="59" name="Image 6" descr="SyncAlt">    </p:cNvPr>
          <p:cNvPicPr>
            <a:picLocks noChangeAspect="1"/>
          </p:cNvPicPr>
          <p:nvPr/>
        </p:nvPicPr>
        <p:blipFill>
          <a:blip r:embed="rId7"/>
          <a:stretch>
            <a:fillRect/>
          </a:stretch>
        </p:blipFill>
        <p:spPr>
          <a:xfrm>
            <a:off x="791139" y="5180259"/>
            <a:ext cx="228234" cy="228234"/>
          </a:xfrm>
          <a:prstGeom prst="rect">
            <a:avLst/>
          </a:prstGeom>
        </p:spPr>
      </p:pic>
      <p:sp>
        <p:nvSpPr>
          <p:cNvPr id="60" name="Text 50"/>
          <p:cNvSpPr txBox="1"/>
          <p:nvPr/>
        </p:nvSpPr>
        <p:spPr>
          <a:xfrm>
            <a:off x="1234440"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reizen</a:t>
            </a:r>
            <a:r>
              <a:rPr lang="en-US" sz="1800" dirty="0">
                <a:solidFill>
                  <a:schemeClr val="tx1"/>
                </a:solidFill>
              </a:rPr>
              <a:t>  </a:t>
            </a:r>
            <a:r>
              <a:rPr lang="en-US" sz="1800" i="1" dirty="0">
                <a:solidFill>
                  <a:schemeClr val="tx1"/>
                </a:solidFill>
              </a:rPr>
              <a:t>(voyager)</a:t>
            </a:r>
            <a:endParaRPr lang="en-US" sz="1800" dirty="0"/>
          </a:p>
        </p:txBody>
      </p:sp>
      <p:sp>
        <p:nvSpPr>
          <p:cNvPr id="61" name="Text 51"/>
          <p:cNvSpPr txBox="1"/>
          <p:nvPr/>
        </p:nvSpPr>
        <p:spPr>
          <a:xfrm>
            <a:off x="1234440"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reis · hij reis</a:t>
            </a:r>
            <a:r>
              <a:rPr lang="en-US" sz="2000" b="1" dirty="0">
                <a:solidFill>
                  <a:schemeClr val="accent1"/>
                </a:solidFill>
                <a:latin typeface="+mj-lt" pitchFamily="34" charset="0"/>
                <a:ea typeface="+mj-lt" pitchFamily="34" charset="-122"/>
                <a:cs typeface="+mj-lt" pitchFamily="34" charset="-120"/>
              </a:rPr>
              <a:t>t</a:t>
            </a:r>
            <a:endParaRPr lang="en-US" sz="2000" dirty="0"/>
          </a:p>
        </p:txBody>
      </p:sp>
      <p:sp>
        <p:nvSpPr>
          <p:cNvPr id="62" name="Shape 52"/>
          <p:cNvSpPr/>
          <p:nvPr/>
        </p:nvSpPr>
        <p:spPr>
          <a:xfrm>
            <a:off x="4338828"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3" name="Shape 53"/>
          <p:cNvSpPr/>
          <p:nvPr/>
        </p:nvSpPr>
        <p:spPr>
          <a:xfrm>
            <a:off x="4475988" y="5074920"/>
            <a:ext cx="438912" cy="438912"/>
          </a:xfrm>
          <a:prstGeom prst="ellipse">
            <a:avLst/>
          </a:prstGeom>
          <a:solidFill>
            <a:schemeClr val="accent1"/>
          </a:solidFill>
          <a:ln w="12700">
            <a:solidFill>
              <a:srgbClr val="FFFFFF">
                <a:alpha val="0"/>
              </a:srgbClr>
            </a:solidFill>
            <a:prstDash val="solid"/>
          </a:ln>
        </p:spPr>
      </p:sp>
      <p:pic>
        <p:nvPicPr>
          <p:cNvPr id="64" name="Image 7" descr="SyncAlt">    </p:cNvPr>
          <p:cNvPicPr>
            <a:picLocks noChangeAspect="1"/>
          </p:cNvPicPr>
          <p:nvPr/>
        </p:nvPicPr>
        <p:blipFill>
          <a:blip r:embed="rId8"/>
          <a:stretch>
            <a:fillRect/>
          </a:stretch>
        </p:blipFill>
        <p:spPr>
          <a:xfrm>
            <a:off x="4581327" y="5180259"/>
            <a:ext cx="228234" cy="228234"/>
          </a:xfrm>
          <a:prstGeom prst="rect">
            <a:avLst/>
          </a:prstGeom>
        </p:spPr>
      </p:pic>
      <p:sp>
        <p:nvSpPr>
          <p:cNvPr id="65" name="Text 54"/>
          <p:cNvSpPr txBox="1"/>
          <p:nvPr/>
        </p:nvSpPr>
        <p:spPr>
          <a:xfrm>
            <a:off x="5024628"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kiezen</a:t>
            </a:r>
            <a:r>
              <a:rPr lang="en-US" sz="1800" dirty="0">
                <a:solidFill>
                  <a:schemeClr val="tx1"/>
                </a:solidFill>
              </a:rPr>
              <a:t>  </a:t>
            </a:r>
            <a:r>
              <a:rPr lang="en-US" sz="1800" i="1" dirty="0">
                <a:solidFill>
                  <a:schemeClr val="tx1"/>
                </a:solidFill>
              </a:rPr>
              <a:t>(choisir)</a:t>
            </a:r>
            <a:endParaRPr lang="en-US" sz="1800" dirty="0"/>
          </a:p>
        </p:txBody>
      </p:sp>
      <p:sp>
        <p:nvSpPr>
          <p:cNvPr id="66" name="Text 55"/>
          <p:cNvSpPr txBox="1"/>
          <p:nvPr/>
        </p:nvSpPr>
        <p:spPr>
          <a:xfrm>
            <a:off x="5024628"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kies</a:t>
            </a:r>
            <a:endParaRPr lang="en-US" sz="2000" dirty="0"/>
          </a:p>
        </p:txBody>
      </p:sp>
      <p:sp>
        <p:nvSpPr>
          <p:cNvPr id="67" name="Text 56"/>
          <p:cNvSpPr txBox="1"/>
          <p:nvPr/>
        </p:nvSpPr>
        <p:spPr>
          <a:xfrm>
            <a:off x="5024628"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ie</a:t>
            </a:r>
            <a:r>
              <a:rPr lang="en-US" sz="1300" b="1" dirty="0">
                <a:solidFill>
                  <a:schemeClr val="accent3"/>
                </a:solidFill>
              </a:rPr>
              <a:t> invariable : rien à doubler</a:t>
            </a:r>
            <a:endParaRPr lang="en-US" sz="1300" dirty="0"/>
          </a:p>
        </p:txBody>
      </p:sp>
      <p:sp>
        <p:nvSpPr>
          <p:cNvPr id="68" name="Shape 57"/>
          <p:cNvSpPr/>
          <p:nvPr/>
        </p:nvSpPr>
        <p:spPr>
          <a:xfrm>
            <a:off x="8129016"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9" name="Shape 58"/>
          <p:cNvSpPr/>
          <p:nvPr/>
        </p:nvSpPr>
        <p:spPr>
          <a:xfrm>
            <a:off x="8266176" y="5074920"/>
            <a:ext cx="438912" cy="438912"/>
          </a:xfrm>
          <a:prstGeom prst="ellipse">
            <a:avLst/>
          </a:prstGeom>
          <a:solidFill>
            <a:schemeClr val="accent1"/>
          </a:solidFill>
          <a:ln w="12700">
            <a:solidFill>
              <a:srgbClr val="FFFFFF">
                <a:alpha val="0"/>
              </a:srgbClr>
            </a:solidFill>
            <a:prstDash val="solid"/>
          </a:ln>
        </p:spPr>
      </p:sp>
      <p:pic>
        <p:nvPicPr>
          <p:cNvPr id="70" name="Image 8" descr="SyncAlt">    </p:cNvPr>
          <p:cNvPicPr>
            <a:picLocks noChangeAspect="1"/>
          </p:cNvPicPr>
          <p:nvPr/>
        </p:nvPicPr>
        <p:blipFill>
          <a:blip r:embed="rId9"/>
          <a:stretch>
            <a:fillRect/>
          </a:stretch>
        </p:blipFill>
        <p:spPr>
          <a:xfrm>
            <a:off x="8371515" y="5180259"/>
            <a:ext cx="228234" cy="228234"/>
          </a:xfrm>
          <a:prstGeom prst="rect">
            <a:avLst/>
          </a:prstGeom>
        </p:spPr>
      </p:pic>
      <p:sp>
        <p:nvSpPr>
          <p:cNvPr id="71" name="Text 59"/>
          <p:cNvSpPr txBox="1"/>
          <p:nvPr/>
        </p:nvSpPr>
        <p:spPr>
          <a:xfrm>
            <a:off x="8814816"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verhuizen</a:t>
            </a:r>
            <a:r>
              <a:rPr lang="en-US" sz="1800" dirty="0">
                <a:solidFill>
                  <a:schemeClr val="tx1"/>
                </a:solidFill>
              </a:rPr>
              <a:t>  </a:t>
            </a:r>
            <a:r>
              <a:rPr lang="en-US" sz="1800" i="1" dirty="0">
                <a:solidFill>
                  <a:schemeClr val="tx1"/>
                </a:solidFill>
              </a:rPr>
              <a:t>(déménager)</a:t>
            </a:r>
            <a:endParaRPr lang="en-US" sz="1800" dirty="0"/>
          </a:p>
        </p:txBody>
      </p:sp>
      <p:sp>
        <p:nvSpPr>
          <p:cNvPr id="72" name="Text 60"/>
          <p:cNvSpPr txBox="1"/>
          <p:nvPr/>
        </p:nvSpPr>
        <p:spPr>
          <a:xfrm>
            <a:off x="8814816"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verhuis</a:t>
            </a:r>
            <a:endParaRPr lang="en-US" sz="2000" dirty="0"/>
          </a:p>
        </p:txBody>
      </p:sp>
      <p:sp>
        <p:nvSpPr>
          <p:cNvPr id="73" name="Text 61"/>
          <p:cNvSpPr txBox="1"/>
          <p:nvPr/>
        </p:nvSpPr>
        <p:spPr>
          <a:xfrm>
            <a:off x="8814816"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ui</a:t>
            </a:r>
            <a:r>
              <a:rPr lang="en-US" sz="1300" b="1" dirty="0">
                <a:solidFill>
                  <a:schemeClr val="accent3"/>
                </a:solidFill>
              </a:rPr>
              <a:t> invariable : rien à doubler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② — v devient 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v à la fin d’un mot → f</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LEVEN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lev</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v → f</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V</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f</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f</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LEEF</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640080"/>
          </a:xfrm>
          <a:prstGeom prst="rect">
            <a:avLst/>
          </a:prstGeom>
          <a:noFill/>
          <a:ln/>
        </p:spPr>
        <p:txBody>
          <a:bodyPr wrap="square" lIns="0" tIns="0" rIns="0" bIns="0" rtlCol="0" anchor="t"/>
          <a:lstStyle/>
          <a:p>
            <a:pPr algn="ctr" indent="0" marL="0">
              <a:buNone/>
            </a:pPr>
            <a:r>
              <a:rPr lang="en-US" sz="1700" b="1" dirty="0">
                <a:solidFill>
                  <a:schemeClr val="tx1"/>
                </a:solidFill>
              </a:rPr>
              <a:t>ik leef</a:t>
            </a:r>
            <a:endParaRPr lang="en-US" sz="1700" dirty="0"/>
          </a:p>
          <a:p>
            <a:pPr algn="ctr" indent="0" marL="0">
              <a:buNone/>
            </a:pPr>
            <a:r>
              <a:rPr lang="en-US" sz="1700" b="1" i="1" dirty="0">
                <a:solidFill>
                  <a:schemeClr val="tx1"/>
                </a:solidFill>
              </a:rPr>
              <a:t>(vivre)</a:t>
            </a:r>
            <a:endParaRPr lang="en-US" sz="1700" dirty="0"/>
          </a:p>
        </p:txBody>
      </p:sp>
      <p:sp>
        <p:nvSpPr>
          <p:cNvPr id="57" name="Shape 48"/>
          <p:cNvSpPr/>
          <p:nvPr/>
        </p:nvSpPr>
        <p:spPr>
          <a:xfrm>
            <a:off x="548640"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120640"/>
            <a:ext cx="960120" cy="960120"/>
          </a:xfrm>
          <a:prstGeom prst="roundRect">
            <a:avLst>
              <a:gd name="adj" fmla="val 11429"/>
            </a:avLst>
          </a:prstGeom>
          <a:solidFill>
            <a:srgbClr val="FFFFFF"/>
          </a:solidFill>
          <a:ln w="15875">
            <a:solidFill>
              <a:srgbClr val="2E7D4F"/>
            </a:solidFill>
            <a:prstDash val="solid"/>
          </a:ln>
        </p:spPr>
      </p:sp>
      <p:pic>
        <p:nvPicPr>
          <p:cNvPr id="59" name="Image 6" descr="wrapped gift">    </p:cNvPr>
          <p:cNvPicPr>
            <a:picLocks noChangeAspect="1"/>
          </p:cNvPicPr>
          <p:nvPr/>
        </p:nvPicPr>
        <p:blipFill>
          <a:blip r:embed="rId7"/>
          <a:stretch>
            <a:fillRect/>
          </a:stretch>
        </p:blipFill>
        <p:spPr>
          <a:xfrm>
            <a:off x="868680" y="5303520"/>
            <a:ext cx="594360" cy="594360"/>
          </a:xfrm>
          <a:prstGeom prst="rect">
            <a:avLst/>
          </a:prstGeom>
        </p:spPr>
      </p:pic>
      <p:sp>
        <p:nvSpPr>
          <p:cNvPr id="60" name="Text 50"/>
          <p:cNvSpPr txBox="1"/>
          <p:nvPr/>
        </p:nvSpPr>
        <p:spPr>
          <a:xfrm>
            <a:off x="1783080"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geven</a:t>
            </a:r>
            <a:endParaRPr lang="en-US" sz="1900" dirty="0"/>
          </a:p>
        </p:txBody>
      </p:sp>
      <p:sp>
        <p:nvSpPr>
          <p:cNvPr id="61" name="Text 51"/>
          <p:cNvSpPr txBox="1"/>
          <p:nvPr/>
        </p:nvSpPr>
        <p:spPr>
          <a:xfrm>
            <a:off x="1783080"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gee</a:t>
            </a:r>
            <a:r>
              <a:rPr lang="en-US" sz="1900" b="1" dirty="0">
                <a:solidFill>
                  <a:schemeClr val="accent1"/>
                </a:solidFill>
              </a:rPr>
              <a:t>f</a:t>
            </a:r>
            <a:endParaRPr lang="en-US" sz="1900" dirty="0"/>
          </a:p>
        </p:txBody>
      </p:sp>
      <p:sp>
        <p:nvSpPr>
          <p:cNvPr id="62" name="Text 52"/>
          <p:cNvSpPr txBox="1"/>
          <p:nvPr/>
        </p:nvSpPr>
        <p:spPr>
          <a:xfrm>
            <a:off x="1783080"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donner</a:t>
            </a:r>
            <a:endParaRPr lang="en-US" sz="1400" dirty="0"/>
          </a:p>
        </p:txBody>
      </p:sp>
      <p:sp>
        <p:nvSpPr>
          <p:cNvPr id="63" name="Shape 53"/>
          <p:cNvSpPr/>
          <p:nvPr/>
        </p:nvSpPr>
        <p:spPr>
          <a:xfrm>
            <a:off x="3378708"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3515868" y="5120640"/>
            <a:ext cx="960120" cy="960120"/>
          </a:xfrm>
          <a:prstGeom prst="roundRect">
            <a:avLst>
              <a:gd name="adj" fmla="val 11429"/>
            </a:avLst>
          </a:prstGeom>
          <a:solidFill>
            <a:srgbClr val="FFFFFF"/>
          </a:solidFill>
          <a:ln w="15875">
            <a:solidFill>
              <a:srgbClr val="2E7D4F"/>
            </a:solidFill>
            <a:prstDash val="solid"/>
          </a:ln>
        </p:spPr>
      </p:sp>
      <p:pic>
        <p:nvPicPr>
          <p:cNvPr id="65" name="Image 7" descr="writing hand">    </p:cNvPr>
          <p:cNvPicPr>
            <a:picLocks noChangeAspect="1"/>
          </p:cNvPicPr>
          <p:nvPr/>
        </p:nvPicPr>
        <p:blipFill>
          <a:blip r:embed="rId8"/>
          <a:stretch>
            <a:fillRect/>
          </a:stretch>
        </p:blipFill>
        <p:spPr>
          <a:xfrm>
            <a:off x="3698748" y="5303520"/>
            <a:ext cx="594360" cy="594360"/>
          </a:xfrm>
          <a:prstGeom prst="rect">
            <a:avLst/>
          </a:prstGeom>
        </p:spPr>
      </p:pic>
      <p:sp>
        <p:nvSpPr>
          <p:cNvPr id="66" name="Text 55"/>
          <p:cNvSpPr txBox="1"/>
          <p:nvPr/>
        </p:nvSpPr>
        <p:spPr>
          <a:xfrm>
            <a:off x="4613148"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schrijven</a:t>
            </a:r>
            <a:endParaRPr lang="en-US" sz="1900" dirty="0"/>
          </a:p>
        </p:txBody>
      </p:sp>
      <p:sp>
        <p:nvSpPr>
          <p:cNvPr id="67" name="Text 56"/>
          <p:cNvSpPr txBox="1"/>
          <p:nvPr/>
        </p:nvSpPr>
        <p:spPr>
          <a:xfrm>
            <a:off x="4613148"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schrij</a:t>
            </a:r>
            <a:r>
              <a:rPr lang="en-US" sz="1900" b="1" dirty="0">
                <a:solidFill>
                  <a:schemeClr val="accent1"/>
                </a:solidFill>
              </a:rPr>
              <a:t>f</a:t>
            </a:r>
            <a:endParaRPr lang="en-US" sz="1900" dirty="0"/>
          </a:p>
        </p:txBody>
      </p:sp>
      <p:sp>
        <p:nvSpPr>
          <p:cNvPr id="68" name="Text 57"/>
          <p:cNvSpPr txBox="1"/>
          <p:nvPr/>
        </p:nvSpPr>
        <p:spPr>
          <a:xfrm>
            <a:off x="4613148"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écrire</a:t>
            </a:r>
            <a:endParaRPr lang="en-US" sz="1400" dirty="0"/>
          </a:p>
        </p:txBody>
      </p:sp>
      <p:sp>
        <p:nvSpPr>
          <p:cNvPr id="69" name="Shape 58"/>
          <p:cNvSpPr/>
          <p:nvPr/>
        </p:nvSpPr>
        <p:spPr>
          <a:xfrm>
            <a:off x="6208776"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59"/>
          <p:cNvSpPr/>
          <p:nvPr/>
        </p:nvSpPr>
        <p:spPr>
          <a:xfrm>
            <a:off x="6345936" y="5120640"/>
            <a:ext cx="960120" cy="960120"/>
          </a:xfrm>
          <a:prstGeom prst="roundRect">
            <a:avLst>
              <a:gd name="adj" fmla="val 11429"/>
            </a:avLst>
          </a:prstGeom>
          <a:solidFill>
            <a:srgbClr val="FFFFFF"/>
          </a:solidFill>
          <a:ln w="15875">
            <a:solidFill>
              <a:srgbClr val="2E7D4F"/>
            </a:solidFill>
            <a:prstDash val="solid"/>
          </a:ln>
        </p:spPr>
      </p:sp>
      <p:pic>
        <p:nvPicPr>
          <p:cNvPr id="71" name="Image 8" descr="house">    </p:cNvPr>
          <p:cNvPicPr>
            <a:picLocks noChangeAspect="1"/>
          </p:cNvPicPr>
          <p:nvPr/>
        </p:nvPicPr>
        <p:blipFill>
          <a:blip r:embed="rId9"/>
          <a:stretch>
            <a:fillRect/>
          </a:stretch>
        </p:blipFill>
        <p:spPr>
          <a:xfrm>
            <a:off x="6528816" y="5303520"/>
            <a:ext cx="594360" cy="594360"/>
          </a:xfrm>
          <a:prstGeom prst="rect">
            <a:avLst/>
          </a:prstGeom>
        </p:spPr>
      </p:pic>
      <p:sp>
        <p:nvSpPr>
          <p:cNvPr id="72" name="Text 60"/>
          <p:cNvSpPr txBox="1"/>
          <p:nvPr/>
        </p:nvSpPr>
        <p:spPr>
          <a:xfrm>
            <a:off x="7443216"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blijven</a:t>
            </a:r>
            <a:endParaRPr lang="en-US" sz="1900" dirty="0"/>
          </a:p>
        </p:txBody>
      </p:sp>
      <p:sp>
        <p:nvSpPr>
          <p:cNvPr id="73" name="Text 61"/>
          <p:cNvSpPr txBox="1"/>
          <p:nvPr/>
        </p:nvSpPr>
        <p:spPr>
          <a:xfrm>
            <a:off x="7443216"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blij</a:t>
            </a:r>
            <a:r>
              <a:rPr lang="en-US" sz="1900" b="1" dirty="0">
                <a:solidFill>
                  <a:schemeClr val="accent1"/>
                </a:solidFill>
              </a:rPr>
              <a:t>f</a:t>
            </a:r>
            <a:endParaRPr lang="en-US" sz="1900" dirty="0"/>
          </a:p>
        </p:txBody>
      </p:sp>
      <p:sp>
        <p:nvSpPr>
          <p:cNvPr id="74" name="Text 62"/>
          <p:cNvSpPr txBox="1"/>
          <p:nvPr/>
        </p:nvSpPr>
        <p:spPr>
          <a:xfrm>
            <a:off x="7443216"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rester</a:t>
            </a:r>
            <a:endParaRPr lang="en-US" sz="1400" dirty="0"/>
          </a:p>
        </p:txBody>
      </p:sp>
      <p:sp>
        <p:nvSpPr>
          <p:cNvPr id="75" name="Shape 63"/>
          <p:cNvSpPr/>
          <p:nvPr/>
        </p:nvSpPr>
        <p:spPr>
          <a:xfrm>
            <a:off x="9038844"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6" name="Shape 64"/>
          <p:cNvSpPr/>
          <p:nvPr/>
        </p:nvSpPr>
        <p:spPr>
          <a:xfrm>
            <a:off x="9176004" y="5120640"/>
            <a:ext cx="960120" cy="960120"/>
          </a:xfrm>
          <a:prstGeom prst="roundRect">
            <a:avLst>
              <a:gd name="adj" fmla="val 11429"/>
            </a:avLst>
          </a:prstGeom>
          <a:solidFill>
            <a:srgbClr val="FFFFFF"/>
          </a:solidFill>
          <a:ln w="15875">
            <a:solidFill>
              <a:srgbClr val="2E7D4F"/>
            </a:solidFill>
            <a:prstDash val="solid"/>
          </a:ln>
        </p:spPr>
      </p:sp>
      <p:pic>
        <p:nvPicPr>
          <p:cNvPr id="77" name="Image 9" descr="duck">    </p:cNvPr>
          <p:cNvPicPr>
            <a:picLocks noChangeAspect="1"/>
          </p:cNvPicPr>
          <p:nvPr/>
        </p:nvPicPr>
        <p:blipFill>
          <a:blip r:embed="rId10"/>
          <a:stretch>
            <a:fillRect/>
          </a:stretch>
        </p:blipFill>
        <p:spPr>
          <a:xfrm>
            <a:off x="9322308" y="5157216"/>
            <a:ext cx="658368" cy="658368"/>
          </a:xfrm>
          <a:prstGeom prst="rect">
            <a:avLst/>
          </a:prstGeom>
        </p:spPr>
      </p:pic>
      <p:pic>
        <p:nvPicPr>
          <p:cNvPr id="78" name="Image 10" descr="Water">    </p:cNvPr>
          <p:cNvPicPr>
            <a:picLocks noChangeAspect="1"/>
          </p:cNvPicPr>
          <p:nvPr/>
        </p:nvPicPr>
        <p:blipFill>
          <a:blip r:embed="rId11"/>
          <a:stretch>
            <a:fillRect/>
          </a:stretch>
        </p:blipFill>
        <p:spPr>
          <a:xfrm>
            <a:off x="9441180" y="5724144"/>
            <a:ext cx="347472" cy="347472"/>
          </a:xfrm>
          <a:prstGeom prst="rect">
            <a:avLst/>
          </a:prstGeom>
        </p:spPr>
      </p:pic>
      <p:sp>
        <p:nvSpPr>
          <p:cNvPr id="79" name="Text 65"/>
          <p:cNvSpPr txBox="1"/>
          <p:nvPr/>
        </p:nvSpPr>
        <p:spPr>
          <a:xfrm>
            <a:off x="10273284"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drijven</a:t>
            </a:r>
            <a:endParaRPr lang="en-US" sz="1900" dirty="0"/>
          </a:p>
        </p:txBody>
      </p:sp>
      <p:sp>
        <p:nvSpPr>
          <p:cNvPr id="80" name="Text 66"/>
          <p:cNvSpPr txBox="1"/>
          <p:nvPr/>
        </p:nvSpPr>
        <p:spPr>
          <a:xfrm>
            <a:off x="10273284"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drij</a:t>
            </a:r>
            <a:r>
              <a:rPr lang="en-US" sz="1900" b="1" dirty="0">
                <a:solidFill>
                  <a:schemeClr val="accent1"/>
                </a:solidFill>
              </a:rPr>
              <a:t>f</a:t>
            </a:r>
            <a:endParaRPr lang="en-US" sz="1900" dirty="0"/>
          </a:p>
        </p:txBody>
      </p:sp>
      <p:sp>
        <p:nvSpPr>
          <p:cNvPr id="81" name="Text 67"/>
          <p:cNvSpPr txBox="1"/>
          <p:nvPr/>
        </p:nvSpPr>
        <p:spPr>
          <a:xfrm>
            <a:off x="10273284"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flotter</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pluriel, le z et le v reviennent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094476" y="1554480"/>
            <a:ext cx="914" cy="3749040"/>
          </a:xfrm>
          <a:prstGeom prst="line">
            <a:avLst/>
          </a:prstGeom>
          <a:noFill/>
          <a:ln w="19050">
            <a:solidFill>
              <a:srgbClr val="4A5A70"/>
            </a:solidFill>
            <a:prstDash val="dash"/>
          </a:ln>
        </p:spPr>
      </p:sp>
      <p:sp>
        <p:nvSpPr>
          <p:cNvPr id="6" name="Shape 3"/>
          <p:cNvSpPr/>
          <p:nvPr/>
        </p:nvSpPr>
        <p:spPr>
          <a:xfrm>
            <a:off x="548640" y="1554480"/>
            <a:ext cx="4937760" cy="457200"/>
          </a:xfrm>
          <a:prstGeom prst="roundRect">
            <a:avLst>
              <a:gd name="adj" fmla="val 16000"/>
            </a:avLst>
          </a:prstGeom>
          <a:solidFill>
            <a:schemeClr val="accent1"/>
          </a:solidFill>
          <a:ln w="12700">
            <a:solidFill>
              <a:srgbClr val="FFFFFF">
                <a:alpha val="0"/>
              </a:srgbClr>
            </a:solidFill>
            <a:prstDash val="solid"/>
          </a:ln>
        </p:spPr>
      </p:sp>
      <p:sp>
        <p:nvSpPr>
          <p:cNvPr id="7" name="Text 4"/>
          <p:cNvSpPr txBox="1"/>
          <p:nvPr/>
        </p:nvSpPr>
        <p:spPr>
          <a:xfrm>
            <a:off x="548640"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SINGULIER  ·  s / f</a:t>
            </a:r>
            <a:endParaRPr lang="en-US" sz="1700" dirty="0"/>
          </a:p>
        </p:txBody>
      </p:sp>
      <p:sp>
        <p:nvSpPr>
          <p:cNvPr id="8" name="Shape 5"/>
          <p:cNvSpPr/>
          <p:nvPr/>
        </p:nvSpPr>
        <p:spPr>
          <a:xfrm>
            <a:off x="6702552" y="1554480"/>
            <a:ext cx="4937760" cy="457200"/>
          </a:xfrm>
          <a:prstGeom prst="roundRect">
            <a:avLst>
              <a:gd name="adj" fmla="val 16000"/>
            </a:avLst>
          </a:prstGeom>
          <a:solidFill>
            <a:schemeClr val="accent3"/>
          </a:solidFill>
          <a:ln w="12700">
            <a:solidFill>
              <a:srgbClr val="FFFFFF">
                <a:alpha val="0"/>
              </a:srgbClr>
            </a:solidFill>
            <a:prstDash val="solid"/>
          </a:ln>
        </p:spPr>
      </p:sp>
      <p:sp>
        <p:nvSpPr>
          <p:cNvPr id="9" name="Text 6"/>
          <p:cNvSpPr txBox="1"/>
          <p:nvPr/>
        </p:nvSpPr>
        <p:spPr>
          <a:xfrm>
            <a:off x="6702552"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PLURIEL  ·  z / v</a:t>
            </a:r>
            <a:endParaRPr lang="en-US" sz="1700" dirty="0"/>
          </a:p>
        </p:txBody>
      </p:sp>
      <p:sp>
        <p:nvSpPr>
          <p:cNvPr id="10" name="Shape 7"/>
          <p:cNvSpPr/>
          <p:nvPr/>
        </p:nvSpPr>
        <p:spPr>
          <a:xfrm>
            <a:off x="548640" y="2176272"/>
            <a:ext cx="4937760" cy="1463040"/>
          </a:xfrm>
          <a:prstGeom prst="roundRect">
            <a:avLst>
              <a:gd name="adj" fmla="val 5000"/>
            </a:avLst>
          </a:prstGeom>
          <a:solidFill>
            <a:srgbClr val="FDF3EA"/>
          </a:solidFill>
          <a:ln w="19050">
            <a:solidFill>
              <a:srgbClr val="D9700F"/>
            </a:solidFill>
            <a:prstDash val="solid"/>
          </a:ln>
        </p:spPr>
      </p:sp>
      <p:pic>
        <p:nvPicPr>
          <p:cNvPr id="11" name="Image 0" descr="open book">    </p:cNvPr>
          <p:cNvPicPr>
            <a:picLocks noChangeAspect="1"/>
          </p:cNvPicPr>
          <p:nvPr/>
        </p:nvPicPr>
        <p:blipFill>
          <a:blip r:embed="rId1"/>
          <a:stretch>
            <a:fillRect/>
          </a:stretch>
        </p:blipFill>
        <p:spPr>
          <a:xfrm>
            <a:off x="731520" y="2450592"/>
            <a:ext cx="914400" cy="914400"/>
          </a:xfrm>
          <a:prstGeom prst="rect">
            <a:avLst/>
          </a:prstGeom>
        </p:spPr>
      </p:pic>
      <p:sp>
        <p:nvSpPr>
          <p:cNvPr id="12" name="Text 8"/>
          <p:cNvSpPr txBox="1"/>
          <p:nvPr/>
        </p:nvSpPr>
        <p:spPr>
          <a:xfrm>
            <a:off x="1965960"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s</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13" name="Shape 9"/>
          <p:cNvSpPr/>
          <p:nvPr/>
        </p:nvSpPr>
        <p:spPr>
          <a:xfrm>
            <a:off x="6702552" y="2176272"/>
            <a:ext cx="4937760" cy="1463040"/>
          </a:xfrm>
          <a:prstGeom prst="roundRect">
            <a:avLst>
              <a:gd name="adj" fmla="val 5000"/>
            </a:avLst>
          </a:prstGeom>
          <a:solidFill>
            <a:srgbClr val="EDF6F0"/>
          </a:solidFill>
          <a:ln w="19050">
            <a:solidFill>
              <a:srgbClr val="2E7D4F"/>
            </a:solidFill>
            <a:prstDash val="solid"/>
          </a:ln>
        </p:spPr>
      </p:sp>
      <p:pic>
        <p:nvPicPr>
          <p:cNvPr id="14" name="Image 1" descr="open book">    </p:cNvPr>
          <p:cNvPicPr>
            <a:picLocks noChangeAspect="1"/>
          </p:cNvPicPr>
          <p:nvPr/>
        </p:nvPicPr>
        <p:blipFill>
          <a:blip r:embed="rId2"/>
          <a:stretch>
            <a:fillRect/>
          </a:stretch>
        </p:blipFill>
        <p:spPr>
          <a:xfrm>
            <a:off x="6885432" y="2450592"/>
            <a:ext cx="914400" cy="914400"/>
          </a:xfrm>
          <a:prstGeom prst="rect">
            <a:avLst/>
          </a:prstGeom>
        </p:spPr>
      </p:pic>
      <p:sp>
        <p:nvSpPr>
          <p:cNvPr id="15" name="Text 10"/>
          <p:cNvSpPr txBox="1"/>
          <p:nvPr/>
        </p:nvSpPr>
        <p:spPr>
          <a:xfrm>
            <a:off x="8119872"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16" name="Shape 11"/>
          <p:cNvSpPr/>
          <p:nvPr/>
        </p:nvSpPr>
        <p:spPr>
          <a:xfrm>
            <a:off x="5820156" y="2633472"/>
            <a:ext cx="548640" cy="548640"/>
          </a:xfrm>
          <a:prstGeom prst="ellipse">
            <a:avLst/>
          </a:prstGeom>
          <a:solidFill>
            <a:schemeClr val="tx2"/>
          </a:solidFill>
          <a:ln w="12700">
            <a:solidFill>
              <a:srgbClr val="FFFFFF">
                <a:alpha val="0"/>
              </a:srgbClr>
            </a:solidFill>
            <a:prstDash val="solid"/>
          </a:ln>
        </p:spPr>
      </p:sp>
      <p:pic>
        <p:nvPicPr>
          <p:cNvPr id="17" name="Image 2" descr="ArrowsAltH">    </p:cNvPr>
          <p:cNvPicPr>
            <a:picLocks noChangeAspect="1"/>
          </p:cNvPicPr>
          <p:nvPr/>
        </p:nvPicPr>
        <p:blipFill>
          <a:blip r:embed="rId3"/>
          <a:stretch>
            <a:fillRect/>
          </a:stretch>
        </p:blipFill>
        <p:spPr>
          <a:xfrm>
            <a:off x="5920740" y="2734056"/>
            <a:ext cx="347472" cy="347472"/>
          </a:xfrm>
          <a:prstGeom prst="rect">
            <a:avLst/>
          </a:prstGeom>
        </p:spPr>
      </p:pic>
      <p:sp>
        <p:nvSpPr>
          <p:cNvPr id="18" name="Shape 12"/>
          <p:cNvSpPr/>
          <p:nvPr/>
        </p:nvSpPr>
        <p:spPr>
          <a:xfrm>
            <a:off x="548640" y="3822192"/>
            <a:ext cx="4937760" cy="1463040"/>
          </a:xfrm>
          <a:prstGeom prst="roundRect">
            <a:avLst>
              <a:gd name="adj" fmla="val 5000"/>
            </a:avLst>
          </a:prstGeom>
          <a:solidFill>
            <a:srgbClr val="FDF3EA"/>
          </a:solidFill>
          <a:ln w="19050">
            <a:solidFill>
              <a:srgbClr val="D9700F"/>
            </a:solidFill>
            <a:prstDash val="solid"/>
          </a:ln>
        </p:spPr>
      </p:sp>
      <p:pic>
        <p:nvPicPr>
          <p:cNvPr id="19" name="Image 3" descr="beating heart">    </p:cNvPr>
          <p:cNvPicPr>
            <a:picLocks noChangeAspect="1"/>
          </p:cNvPicPr>
          <p:nvPr/>
        </p:nvPicPr>
        <p:blipFill>
          <a:blip r:embed="rId4"/>
          <a:stretch>
            <a:fillRect/>
          </a:stretch>
        </p:blipFill>
        <p:spPr>
          <a:xfrm>
            <a:off x="822960" y="4206240"/>
            <a:ext cx="685800" cy="685800"/>
          </a:xfrm>
          <a:prstGeom prst="rect">
            <a:avLst/>
          </a:prstGeom>
        </p:spPr>
      </p:pic>
      <p:sp>
        <p:nvSpPr>
          <p:cNvPr id="20" name="Text 13"/>
          <p:cNvSpPr txBox="1"/>
          <p:nvPr/>
        </p:nvSpPr>
        <p:spPr>
          <a:xfrm>
            <a:off x="1965960"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f</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21" name="Shape 14"/>
          <p:cNvSpPr/>
          <p:nvPr/>
        </p:nvSpPr>
        <p:spPr>
          <a:xfrm>
            <a:off x="6702552" y="3822192"/>
            <a:ext cx="4937760" cy="1463040"/>
          </a:xfrm>
          <a:prstGeom prst="roundRect">
            <a:avLst>
              <a:gd name="adj" fmla="val 5000"/>
            </a:avLst>
          </a:prstGeom>
          <a:solidFill>
            <a:srgbClr val="EDF6F0"/>
          </a:solidFill>
          <a:ln w="19050">
            <a:solidFill>
              <a:srgbClr val="2E7D4F"/>
            </a:solidFill>
            <a:prstDash val="solid"/>
          </a:ln>
        </p:spPr>
      </p:sp>
      <p:pic>
        <p:nvPicPr>
          <p:cNvPr id="22" name="Image 4" descr="beating heart">    </p:cNvPr>
          <p:cNvPicPr>
            <a:picLocks noChangeAspect="1"/>
          </p:cNvPicPr>
          <p:nvPr/>
        </p:nvPicPr>
        <p:blipFill>
          <a:blip r:embed="rId5"/>
          <a:stretch>
            <a:fillRect/>
          </a:stretch>
        </p:blipFill>
        <p:spPr>
          <a:xfrm>
            <a:off x="6976872" y="4206240"/>
            <a:ext cx="685800" cy="685800"/>
          </a:xfrm>
          <a:prstGeom prst="rect">
            <a:avLst/>
          </a:prstGeom>
        </p:spPr>
      </p:pic>
      <p:sp>
        <p:nvSpPr>
          <p:cNvPr id="23" name="Text 15"/>
          <p:cNvSpPr txBox="1"/>
          <p:nvPr/>
        </p:nvSpPr>
        <p:spPr>
          <a:xfrm>
            <a:off x="8119872"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24" name="Shape 16"/>
          <p:cNvSpPr/>
          <p:nvPr/>
        </p:nvSpPr>
        <p:spPr>
          <a:xfrm>
            <a:off x="5820156" y="4279392"/>
            <a:ext cx="548640" cy="548640"/>
          </a:xfrm>
          <a:prstGeom prst="ellipse">
            <a:avLst/>
          </a:prstGeom>
          <a:solidFill>
            <a:schemeClr val="tx2"/>
          </a:solidFill>
          <a:ln w="12700">
            <a:solidFill>
              <a:srgbClr val="FFFFFF">
                <a:alpha val="0"/>
              </a:srgbClr>
            </a:solidFill>
            <a:prstDash val="solid"/>
          </a:ln>
        </p:spPr>
      </p:sp>
      <p:pic>
        <p:nvPicPr>
          <p:cNvPr id="25" name="Image 5" descr="ArrowsAltH">    </p:cNvPr>
          <p:cNvPicPr>
            <a:picLocks noChangeAspect="1"/>
          </p:cNvPicPr>
          <p:nvPr/>
        </p:nvPicPr>
        <p:blipFill>
          <a:blip r:embed="rId6"/>
          <a:stretch>
            <a:fillRect/>
          </a:stretch>
        </p:blipFill>
        <p:spPr>
          <a:xfrm>
            <a:off x="5920740" y="4379976"/>
            <a:ext cx="347472" cy="347472"/>
          </a:xfrm>
          <a:prstGeom prst="rect">
            <a:avLst/>
          </a:prstGeom>
        </p:spPr>
      </p:pic>
      <p:sp>
        <p:nvSpPr>
          <p:cNvPr id="26" name="Shape 17"/>
          <p:cNvSpPr/>
          <p:nvPr/>
        </p:nvSpPr>
        <p:spPr>
          <a:xfrm>
            <a:off x="548640" y="5486400"/>
            <a:ext cx="8229600" cy="777240"/>
          </a:xfrm>
          <a:prstGeom prst="roundRect">
            <a:avLst>
              <a:gd name="adj" fmla="val 9412"/>
            </a:avLst>
          </a:prstGeom>
          <a:solidFill>
            <a:schemeClr val="tx2"/>
          </a:solidFill>
          <a:ln w="12700">
            <a:solidFill>
              <a:srgbClr val="FFFFFF">
                <a:alpha val="0"/>
              </a:srgbClr>
            </a:solidFill>
            <a:prstDash val="solid"/>
          </a:ln>
        </p:spPr>
      </p:sp>
      <p:sp>
        <p:nvSpPr>
          <p:cNvPr id="27" name="Text 18"/>
          <p:cNvSpPr txBox="1"/>
          <p:nvPr/>
        </p:nvSpPr>
        <p:spPr>
          <a:xfrm>
            <a:off x="777240" y="5486400"/>
            <a:ext cx="7863840" cy="777240"/>
          </a:xfrm>
          <a:prstGeom prst="rect">
            <a:avLst/>
          </a:prstGeom>
          <a:noFill/>
          <a:ln/>
        </p:spPr>
        <p:txBody>
          <a:bodyPr wrap="square" lIns="0" tIns="0" rIns="0" bIns="0" rtlCol="0" anchor="ctr"/>
          <a:lstStyle/>
          <a:p>
            <a:pPr algn="l" indent="0" marL="0">
              <a:buNone/>
            </a:pPr>
            <a:r>
              <a:rPr lang="en-US" sz="1700" b="1" dirty="0">
                <a:solidFill>
                  <a:schemeClr val="bg1"/>
                </a:solidFill>
              </a:rPr>
              <a:t>Le pluriel = l’infinitif, tel quel !</a:t>
            </a:r>
            <a:endParaRPr lang="en-US" sz="1700" dirty="0"/>
          </a:p>
          <a:p>
            <a:pPr algn="l" indent="0" marL="0">
              <a:buNone/>
            </a:pPr>
            <a:r>
              <a:rPr lang="en-US" sz="1700" dirty="0">
                <a:solidFill>
                  <a:schemeClr val="bg1"/>
                </a:solidFill>
              </a:rPr>
              <a:t>Au pluriel, on ne touche à rien : on recopie l’infinitif.</a:t>
            </a:r>
            <a:endParaRPr lang="en-US" sz="1700" dirty="0"/>
          </a:p>
        </p:txBody>
      </p:sp>
      <p:sp>
        <p:nvSpPr>
          <p:cNvPr id="28" name="Shape 19"/>
          <p:cNvSpPr/>
          <p:nvPr/>
        </p:nvSpPr>
        <p:spPr>
          <a:xfrm>
            <a:off x="9006840" y="5486400"/>
            <a:ext cx="2633472" cy="777240"/>
          </a:xfrm>
          <a:prstGeom prst="roundRect">
            <a:avLst>
              <a:gd name="adj" fmla="val 9412"/>
            </a:avLst>
          </a:prstGeom>
          <a:solidFill>
            <a:srgbClr val="FBEDEC"/>
          </a:solidFill>
          <a:ln w="15875">
            <a:solidFill>
              <a:srgbClr val="B83227"/>
            </a:solidFill>
            <a:prstDash val="solid"/>
          </a:ln>
        </p:spPr>
      </p:sp>
      <p:pic>
        <p:nvPicPr>
          <p:cNvPr id="29" name="Image 6" descr="Times">    </p:cNvPr>
          <p:cNvPicPr>
            <a:picLocks noChangeAspect="1"/>
          </p:cNvPicPr>
          <p:nvPr/>
        </p:nvPicPr>
        <p:blipFill>
          <a:blip r:embed="rId7"/>
          <a:stretch>
            <a:fillRect/>
          </a:stretch>
        </p:blipFill>
        <p:spPr>
          <a:xfrm>
            <a:off x="9189720" y="5715000"/>
            <a:ext cx="329184" cy="329184"/>
          </a:xfrm>
          <a:prstGeom prst="rect">
            <a:avLst/>
          </a:prstGeom>
        </p:spPr>
      </p:pic>
      <p:sp>
        <p:nvSpPr>
          <p:cNvPr id="30" name="Text 20"/>
          <p:cNvSpPr txBox="1"/>
          <p:nvPr/>
        </p:nvSpPr>
        <p:spPr>
          <a:xfrm>
            <a:off x="9601200" y="5486400"/>
            <a:ext cx="1965960" cy="777240"/>
          </a:xfrm>
          <a:prstGeom prst="rect">
            <a:avLst/>
          </a:prstGeom>
          <a:noFill/>
          <a:ln/>
        </p:spPr>
        <p:txBody>
          <a:bodyPr wrap="square" lIns="0" tIns="0" rIns="0" bIns="0" rtlCol="0" anchor="ctr"/>
          <a:lstStyle/>
          <a:p>
            <a:pPr algn="l" indent="0" marL="0">
              <a:buNone/>
            </a:pPr>
            <a:r>
              <a:rPr lang="en-US" sz="2200" dirty="0">
                <a:solidFill>
                  <a:schemeClr val="tx1"/>
                </a:solidFill>
                <a:latin typeface="+mj-lt" pitchFamily="34" charset="0"/>
                <a:ea typeface="+mj-lt" pitchFamily="34" charset="-122"/>
                <a:cs typeface="+mj-lt" pitchFamily="34" charset="-120"/>
              </a:rPr>
              <a:t>wij </a:t>
            </a:r>
            <a:r>
              <a:rPr lang="en-US" sz="2200" strike="sngStrike" dirty="0">
                <a:solidFill>
                  <a:schemeClr val="accent6"/>
                </a:solidFill>
                <a:latin typeface="+mj-lt" pitchFamily="34" charset="0"/>
                <a:ea typeface="+mj-lt" pitchFamily="34" charset="-122"/>
                <a:cs typeface="+mj-lt" pitchFamily="34" charset="-120"/>
              </a:rPr>
              <a:t>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③ — radical en -t : pas de 2e 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Magnet">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Radical en </a:t>
            </a:r>
            <a:r>
              <a:rPr lang="en-US" sz="2100" b="1" dirty="0">
                <a:solidFill>
                  <a:schemeClr val="accent1"/>
                </a:solidFill>
              </a:rPr>
              <a:t>t</a:t>
            </a:r>
            <a:r>
              <a:rPr lang="en-US" sz="2100" b="1" dirty="0">
                <a:solidFill>
                  <a:schemeClr val="bg1"/>
                </a:solidFill>
              </a:rPr>
              <a:t> + terminaison </a:t>
            </a:r>
            <a:r>
              <a:rPr lang="en-US" sz="2100" b="1" dirty="0">
                <a:solidFill>
                  <a:schemeClr val="accent1"/>
                </a:solidFill>
              </a:rPr>
              <a:t>t</a:t>
            </a:r>
            <a:r>
              <a:rPr lang="en-US" sz="2100" b="1" dirty="0">
                <a:solidFill>
                  <a:schemeClr val="bg1"/>
                </a:solidFill>
              </a:rPr>
              <a:t> = un seul </a:t>
            </a:r>
            <a:r>
              <a:rPr lang="en-US" sz="2100" b="1" dirty="0">
                <a:solidFill>
                  <a:schemeClr val="accent1"/>
                </a:solidFill>
              </a:rPr>
              <a:t>t</a:t>
            </a:r>
            <a:endParaRPr lang="en-US" sz="2100" dirty="0"/>
          </a:p>
        </p:txBody>
      </p:sp>
      <p:sp>
        <p:nvSpPr>
          <p:cNvPr id="8" name="Shape 4"/>
          <p:cNvSpPr/>
          <p:nvPr/>
        </p:nvSpPr>
        <p:spPr>
          <a:xfrm>
            <a:off x="548640" y="2286000"/>
            <a:ext cx="2286000" cy="1097280"/>
          </a:xfrm>
          <a:prstGeom prst="roundRect">
            <a:avLst>
              <a:gd name="adj" fmla="val 833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2286000"/>
            <a:ext cx="2286000" cy="109728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PRAAT</a:t>
            </a:r>
            <a:endParaRPr lang="en-US" sz="3400" dirty="0"/>
          </a:p>
        </p:txBody>
      </p:sp>
      <p:sp>
        <p:nvSpPr>
          <p:cNvPr id="10" name="Text 6"/>
          <p:cNvSpPr txBox="1"/>
          <p:nvPr/>
        </p:nvSpPr>
        <p:spPr>
          <a:xfrm>
            <a:off x="548640" y="3429000"/>
            <a:ext cx="2926080" cy="292608"/>
          </a:xfrm>
          <a:prstGeom prst="rect">
            <a:avLst/>
          </a:prstGeom>
          <a:noFill/>
          <a:ln/>
        </p:spPr>
        <p:txBody>
          <a:bodyPr wrap="square" lIns="0" tIns="0" rIns="0" bIns="0" rtlCol="0" anchor="t"/>
          <a:lstStyle/>
          <a:p>
            <a:pPr algn="l" indent="0" marL="0">
              <a:buNone/>
            </a:pPr>
            <a:r>
              <a:rPr lang="en-US" sz="1400" i="1" dirty="0">
                <a:solidFill>
                  <a:schemeClr val="accent5"/>
                </a:solidFill>
              </a:rPr>
              <a:t>praten</a:t>
            </a:r>
            <a:r>
              <a:rPr lang="en-US" sz="1400" dirty="0">
                <a:solidFill>
                  <a:schemeClr val="accent5"/>
                </a:solidFill>
              </a:rPr>
              <a:t> (parler, bavarder)</a:t>
            </a:r>
            <a:endParaRPr lang="en-US" sz="1400" dirty="0"/>
          </a:p>
        </p:txBody>
      </p:sp>
      <p:sp>
        <p:nvSpPr>
          <p:cNvPr id="11" name="Shape 7"/>
          <p:cNvSpPr/>
          <p:nvPr/>
        </p:nvSpPr>
        <p:spPr>
          <a:xfrm>
            <a:off x="2926080" y="2834640"/>
            <a:ext cx="320040" cy="914"/>
          </a:xfrm>
          <a:prstGeom prst="line">
            <a:avLst/>
          </a:prstGeom>
          <a:noFill/>
          <a:ln w="31750">
            <a:solidFill>
              <a:srgbClr val="B83227"/>
            </a:solidFill>
            <a:prstDash val="solid"/>
            <a:tailEnd type="triangle"/>
          </a:ln>
        </p:spPr>
      </p:sp>
      <p:pic>
        <p:nvPicPr>
          <p:cNvPr id="12" name="Image 1" descr="magnet">    </p:cNvPr>
          <p:cNvPicPr>
            <a:picLocks noChangeAspect="1"/>
          </p:cNvPicPr>
          <p:nvPr/>
        </p:nvPicPr>
        <p:blipFill>
          <a:blip r:embed="rId2"/>
          <a:stretch>
            <a:fillRect/>
          </a:stretch>
        </p:blipFill>
        <p:spPr>
          <a:xfrm>
            <a:off x="3337560" y="2423160"/>
            <a:ext cx="822960" cy="822960"/>
          </a:xfrm>
          <a:prstGeom prst="rect">
            <a:avLst/>
          </a:prstGeom>
        </p:spPr>
      </p:pic>
      <p:sp>
        <p:nvSpPr>
          <p:cNvPr id="13" name="Shape 8"/>
          <p:cNvSpPr/>
          <p:nvPr/>
        </p:nvSpPr>
        <p:spPr>
          <a:xfrm flipH="1">
            <a:off x="4206240" y="2834640"/>
            <a:ext cx="320040" cy="914"/>
          </a:xfrm>
          <a:prstGeom prst="line">
            <a:avLst/>
          </a:prstGeom>
          <a:noFill/>
          <a:ln w="31750">
            <a:solidFill>
              <a:srgbClr val="B83227"/>
            </a:solidFill>
            <a:prstDash val="solid"/>
            <a:tailEnd type="triangle"/>
          </a:ln>
        </p:spPr>
      </p:sp>
      <p:sp>
        <p:nvSpPr>
          <p:cNvPr id="14" name="Shape 9"/>
          <p:cNvSpPr/>
          <p:nvPr/>
        </p:nvSpPr>
        <p:spPr>
          <a:xfrm>
            <a:off x="4617720" y="2377440"/>
            <a:ext cx="914400" cy="914400"/>
          </a:xfrm>
          <a:prstGeom prst="roundRect">
            <a:avLst>
              <a:gd name="adj" fmla="val 10000"/>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0"/>
          <p:cNvSpPr txBox="1"/>
          <p:nvPr/>
        </p:nvSpPr>
        <p:spPr>
          <a:xfrm>
            <a:off x="4617720" y="2377440"/>
            <a:ext cx="914400" cy="91440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t</a:t>
            </a:r>
            <a:endParaRPr lang="en-US" sz="4000" dirty="0"/>
          </a:p>
        </p:txBody>
      </p:sp>
      <p:sp>
        <p:nvSpPr>
          <p:cNvPr id="16" name="Text 11"/>
          <p:cNvSpPr txBox="1"/>
          <p:nvPr/>
        </p:nvSpPr>
        <p:spPr>
          <a:xfrm>
            <a:off x="5623560" y="2286000"/>
            <a:ext cx="548640" cy="109728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7" name="Shape 12"/>
          <p:cNvSpPr/>
          <p:nvPr/>
        </p:nvSpPr>
        <p:spPr>
          <a:xfrm>
            <a:off x="6263640" y="2286000"/>
            <a:ext cx="2468880" cy="1097280"/>
          </a:xfrm>
          <a:prstGeom prst="roundRect">
            <a:avLst>
              <a:gd name="adj" fmla="val 8333"/>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8" name="Text 13"/>
          <p:cNvSpPr txBox="1"/>
          <p:nvPr/>
        </p:nvSpPr>
        <p:spPr>
          <a:xfrm>
            <a:off x="6263640" y="2286000"/>
            <a:ext cx="2468880" cy="109728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PRAA</a:t>
            </a:r>
            <a:r>
              <a:rPr lang="en-US" sz="3600" b="1" dirty="0">
                <a:solidFill>
                  <a:schemeClr val="accent1"/>
                </a:solidFill>
                <a:latin typeface="+mj-lt" pitchFamily="34" charset="0"/>
                <a:ea typeface="+mj-lt" pitchFamily="34" charset="-122"/>
                <a:cs typeface="+mj-lt" pitchFamily="34" charset="-120"/>
              </a:rPr>
              <a:t>T</a:t>
            </a:r>
            <a:endParaRPr lang="en-US" sz="3600" dirty="0"/>
          </a:p>
        </p:txBody>
      </p:sp>
      <p:pic>
        <p:nvPicPr>
          <p:cNvPr id="19" name="Image 2" descr="CheckCircle">    </p:cNvPr>
          <p:cNvPicPr>
            <a:picLocks noChangeAspect="1"/>
          </p:cNvPicPr>
          <p:nvPr/>
        </p:nvPicPr>
        <p:blipFill>
          <a:blip r:embed="rId3"/>
          <a:stretch>
            <a:fillRect/>
          </a:stretch>
        </p:blipFill>
        <p:spPr>
          <a:xfrm>
            <a:off x="8412480" y="2359152"/>
            <a:ext cx="274320" cy="274320"/>
          </a:xfrm>
          <a:prstGeom prst="rect">
            <a:avLst/>
          </a:prstGeom>
        </p:spPr>
      </p:pic>
      <p:sp>
        <p:nvSpPr>
          <p:cNvPr id="20" name="Shape 14"/>
          <p:cNvSpPr/>
          <p:nvPr/>
        </p:nvSpPr>
        <p:spPr>
          <a:xfrm>
            <a:off x="9098280" y="2286000"/>
            <a:ext cx="2542032" cy="1097280"/>
          </a:xfrm>
          <a:prstGeom prst="roundRect">
            <a:avLst>
              <a:gd name="adj" fmla="val 8333"/>
            </a:avLst>
          </a:prstGeom>
          <a:solidFill>
            <a:srgbClr val="FBEDEC"/>
          </a:solidFill>
          <a:ln w="25400">
            <a:solidFill>
              <a:srgbClr val="B83227"/>
            </a:solidFill>
            <a:prstDash val="solid"/>
          </a:ln>
        </p:spPr>
      </p:sp>
      <p:pic>
        <p:nvPicPr>
          <p:cNvPr id="21" name="Image 3" descr="Times">    </p:cNvPr>
          <p:cNvPicPr>
            <a:picLocks noChangeAspect="1"/>
          </p:cNvPicPr>
          <p:nvPr/>
        </p:nvPicPr>
        <p:blipFill>
          <a:blip r:embed="rId4"/>
          <a:stretch>
            <a:fillRect/>
          </a:stretch>
        </p:blipFill>
        <p:spPr>
          <a:xfrm>
            <a:off x="9235440" y="2651760"/>
            <a:ext cx="365760" cy="365760"/>
          </a:xfrm>
          <a:prstGeom prst="rect">
            <a:avLst/>
          </a:prstGeom>
        </p:spPr>
      </p:pic>
      <p:sp>
        <p:nvSpPr>
          <p:cNvPr id="22" name="Text 15"/>
          <p:cNvSpPr txBox="1"/>
          <p:nvPr/>
        </p:nvSpPr>
        <p:spPr>
          <a:xfrm>
            <a:off x="9646920" y="2286000"/>
            <a:ext cx="1920240" cy="1097280"/>
          </a:xfrm>
          <a:prstGeom prst="rect">
            <a:avLst/>
          </a:prstGeom>
          <a:noFill/>
          <a:ln/>
        </p:spPr>
        <p:txBody>
          <a:bodyPr wrap="square" lIns="0" tIns="0" rIns="0" bIns="0" rtlCol="0" anchor="ctr"/>
          <a:lstStyle/>
          <a:p>
            <a:pPr algn="ctr" indent="0" marL="0">
              <a:buNone/>
            </a:pPr>
            <a:r>
              <a:rPr lang="en-US" sz="3000" b="1" strike="sngStrike" dirty="0">
                <a:solidFill>
                  <a:schemeClr val="accent6"/>
                </a:solidFill>
                <a:latin typeface="+mj-lt" pitchFamily="34" charset="0"/>
                <a:ea typeface="+mj-lt" pitchFamily="34" charset="-122"/>
                <a:cs typeface="+mj-lt" pitchFamily="34" charset="-120"/>
              </a:rPr>
              <a:t>praatt</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praten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zitten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45352"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wachten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heten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moeten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Text 16"/>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500" i="1" dirty="0">
                <a:solidFill>
                  <a:schemeClr val="accent5"/>
                </a:solidFill>
              </a:rPr>
              <a:t>Mêmes formes pour </a:t>
            </a:r>
            <a:r>
              <a:rPr lang="en-US" sz="1500" i="1" dirty="0">
                <a:solidFill>
                  <a:schemeClr val="accent5"/>
                </a:solidFill>
              </a:rPr>
              <a:t>ik</a:t>
            </a:r>
            <a:r>
              <a:rPr lang="en-US" sz="1500" i="1" dirty="0">
                <a:solidFill>
                  <a:schemeClr val="accent5"/>
                </a:solidFill>
              </a:rPr>
              <a:t> et </a:t>
            </a:r>
            <a:r>
              <a:rPr lang="en-US" sz="1500" i="1" dirty="0">
                <a:solidFill>
                  <a:schemeClr val="accent5"/>
                </a:solidFill>
              </a:rPr>
              <a:t>hij</a:t>
            </a:r>
            <a:r>
              <a:rPr lang="en-US" sz="1500" i="1" dirty="0">
                <a:solidFill>
                  <a:schemeClr val="accent5"/>
                </a:solidFill>
              </a:rPr>
              <a:t> : seul le pronom fait la différence.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Réflexe ④ : radical en -d, + t quand même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3017520"/>
          </a:xfrm>
          <a:prstGeom prst="roundRect">
            <a:avLst>
              <a:gd name="adj" fmla="val 2424"/>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2057400" y="1627632"/>
            <a:ext cx="9418320" cy="411480"/>
          </a:xfrm>
          <a:prstGeom prst="rect">
            <a:avLst/>
          </a:prstGeom>
          <a:noFill/>
          <a:ln/>
        </p:spPr>
        <p:txBody>
          <a:bodyPr wrap="square" lIns="0" tIns="0" rIns="0" bIns="0" rtlCol="0" anchor="ctr"/>
          <a:lstStyle/>
          <a:p>
            <a:pPr algn="l" indent="0" marL="0">
              <a:buNone/>
            </a:pPr>
            <a:r>
              <a:rPr lang="en-US" sz="2100" b="1" dirty="0">
                <a:solidFill>
                  <a:schemeClr val="accent2"/>
                </a:solidFill>
              </a:rPr>
              <a:t>d</a:t>
            </a:r>
            <a:r>
              <a:rPr lang="en-US" sz="2100" b="1" dirty="0">
                <a:solidFill>
                  <a:schemeClr val="tx1"/>
                </a:solidFill>
              </a:rPr>
              <a:t> + </a:t>
            </a:r>
            <a:r>
              <a:rPr lang="en-US" sz="2100" b="1" dirty="0">
                <a:solidFill>
                  <a:schemeClr val="accent1"/>
                </a:solidFill>
              </a:rPr>
              <a:t>t</a:t>
            </a:r>
            <a:r>
              <a:rPr lang="en-US" sz="2100" b="1" dirty="0">
                <a:solidFill>
                  <a:schemeClr val="tx1"/>
                </a:solidFill>
              </a:rPr>
              <a:t> = </a:t>
            </a:r>
            <a:r>
              <a:rPr lang="en-US" sz="2100" b="1" dirty="0">
                <a:solidFill>
                  <a:schemeClr val="accent2"/>
                </a:solidFill>
              </a:rPr>
              <a:t>d</a:t>
            </a:r>
            <a:r>
              <a:rPr lang="en-US" sz="2100" b="1" dirty="0">
                <a:solidFill>
                  <a:schemeClr val="accent1"/>
                </a:solidFill>
              </a:rPr>
              <a:t>t</a:t>
            </a:r>
            <a:r>
              <a:rPr lang="en-US" sz="2100" b="1" dirty="0">
                <a:solidFill>
                  <a:schemeClr val="tx1"/>
                </a:solidFill>
              </a:rPr>
              <a:t> — on entend « t », on écrit les deux !</a:t>
            </a:r>
            <a:endParaRPr lang="en-US" sz="2100" dirty="0"/>
          </a:p>
        </p:txBody>
      </p:sp>
      <p:sp>
        <p:nvSpPr>
          <p:cNvPr id="8" name="Shape 5"/>
          <p:cNvSpPr/>
          <p:nvPr/>
        </p:nvSpPr>
        <p:spPr>
          <a:xfrm>
            <a:off x="914400" y="2194560"/>
            <a:ext cx="2468880" cy="960120"/>
          </a:xfrm>
          <a:prstGeom prst="roundRect">
            <a:avLst>
              <a:gd name="adj" fmla="val 9524"/>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914400" y="2194560"/>
            <a:ext cx="246888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endParaRPr lang="en-US" sz="3800" dirty="0"/>
          </a:p>
        </p:txBody>
      </p:sp>
      <p:sp>
        <p:nvSpPr>
          <p:cNvPr id="10" name="Text 7"/>
          <p:cNvSpPr txBox="1"/>
          <p:nvPr/>
        </p:nvSpPr>
        <p:spPr>
          <a:xfrm>
            <a:off x="342900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1" name="Shape 8"/>
          <p:cNvSpPr/>
          <p:nvPr/>
        </p:nvSpPr>
        <p:spPr>
          <a:xfrm>
            <a:off x="3977640" y="2240280"/>
            <a:ext cx="914400" cy="868680"/>
          </a:xfrm>
          <a:prstGeom prst="roundRect">
            <a:avLst>
              <a:gd name="adj" fmla="val 10526"/>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977640" y="2240280"/>
            <a:ext cx="914400" cy="86868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t</a:t>
            </a:r>
            <a:endParaRPr lang="en-US" sz="3800" dirty="0"/>
          </a:p>
        </p:txBody>
      </p:sp>
      <p:sp>
        <p:nvSpPr>
          <p:cNvPr id="13" name="Text 10"/>
          <p:cNvSpPr txBox="1"/>
          <p:nvPr/>
        </p:nvSpPr>
        <p:spPr>
          <a:xfrm>
            <a:off x="493776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4" name="Shape 11"/>
          <p:cNvSpPr/>
          <p:nvPr/>
        </p:nvSpPr>
        <p:spPr>
          <a:xfrm>
            <a:off x="5486400" y="2194560"/>
            <a:ext cx="3017520" cy="960120"/>
          </a:xfrm>
          <a:prstGeom prst="roundRect">
            <a:avLst>
              <a:gd name="adj" fmla="val 9524"/>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5486400" y="2194560"/>
            <a:ext cx="301752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r>
              <a:rPr lang="en-US" sz="3800" b="1" dirty="0">
                <a:solidFill>
                  <a:schemeClr val="accent1"/>
                </a:solidFill>
                <a:latin typeface="+mj-lt" pitchFamily="34" charset="0"/>
                <a:ea typeface="+mj-lt" pitchFamily="34" charset="-122"/>
                <a:cs typeface="+mj-lt" pitchFamily="34" charset="-120"/>
              </a:rPr>
              <a:t>T</a:t>
            </a:r>
            <a:endParaRPr lang="en-US" sz="3800" dirty="0"/>
          </a:p>
        </p:txBody>
      </p:sp>
      <p:sp>
        <p:nvSpPr>
          <p:cNvPr id="16" name="Shape 13"/>
          <p:cNvSpPr/>
          <p:nvPr/>
        </p:nvSpPr>
        <p:spPr>
          <a:xfrm>
            <a:off x="914400" y="3383280"/>
            <a:ext cx="4572000" cy="960120"/>
          </a:xfrm>
          <a:prstGeom prst="roundRect">
            <a:avLst>
              <a:gd name="adj" fmla="val 7619"/>
            </a:avLst>
          </a:prstGeom>
          <a:solidFill>
            <a:srgbClr val="FFFFFF"/>
          </a:solidFill>
          <a:ln w="12700">
            <a:solidFill>
              <a:srgbClr val="D5DCE6"/>
            </a:solidFill>
            <a:prstDash val="solid"/>
          </a:ln>
        </p:spPr>
      </p:sp>
      <p:pic>
        <p:nvPicPr>
          <p:cNvPr id="17" name="Image 0" descr="ear">    </p:cNvPr>
          <p:cNvPicPr>
            <a:picLocks noChangeAspect="1"/>
          </p:cNvPicPr>
          <p:nvPr/>
        </p:nvPicPr>
        <p:blipFill>
          <a:blip r:embed="rId1"/>
          <a:stretch>
            <a:fillRect/>
          </a:stretch>
        </p:blipFill>
        <p:spPr>
          <a:xfrm>
            <a:off x="1051560" y="3520440"/>
            <a:ext cx="685800" cy="685800"/>
          </a:xfrm>
          <a:prstGeom prst="rect">
            <a:avLst/>
          </a:prstGeom>
        </p:spPr>
      </p:pic>
      <p:sp>
        <p:nvSpPr>
          <p:cNvPr id="18" name="Text 14"/>
          <p:cNvSpPr txBox="1"/>
          <p:nvPr/>
        </p:nvSpPr>
        <p:spPr>
          <a:xfrm>
            <a:off x="1874520" y="3383280"/>
            <a:ext cx="3520440" cy="960120"/>
          </a:xfrm>
          <a:prstGeom prst="rect">
            <a:avLst/>
          </a:prstGeom>
          <a:noFill/>
          <a:ln/>
        </p:spPr>
        <p:txBody>
          <a:bodyPr wrap="square" lIns="0" tIns="0" rIns="0" bIns="0" rtlCol="0" anchor="ctr"/>
          <a:lstStyle/>
          <a:p>
            <a:pPr algn="l" indent="0" marL="0">
              <a:buNone/>
            </a:pPr>
            <a:r>
              <a:rPr lang="en-US" sz="2200" dirty="0">
                <a:solidFill>
                  <a:schemeClr val="tx1"/>
                </a:solidFill>
              </a:rPr>
              <a:t>on entend : </a:t>
            </a:r>
            <a:r>
              <a:rPr lang="en-US" sz="2200" b="1" dirty="0">
                <a:solidFill>
                  <a:schemeClr val="tx1"/>
                </a:solidFill>
              </a:rPr>
              <a:t>« wort »</a:t>
            </a:r>
            <a:endParaRPr lang="en-US" sz="2200" dirty="0"/>
          </a:p>
        </p:txBody>
      </p:sp>
      <p:sp>
        <p:nvSpPr>
          <p:cNvPr id="19" name="Text 15"/>
          <p:cNvSpPr txBox="1"/>
          <p:nvPr/>
        </p:nvSpPr>
        <p:spPr>
          <a:xfrm>
            <a:off x="5532120" y="3383280"/>
            <a:ext cx="502920" cy="960120"/>
          </a:xfrm>
          <a:prstGeom prst="rect">
            <a:avLst/>
          </a:prstGeom>
          <a:noFill/>
          <a:ln/>
        </p:spPr>
        <p:txBody>
          <a:bodyPr wrap="square" lIns="0" tIns="0" rIns="0" bIns="0" rtlCol="0" anchor="ctr"/>
          <a:lstStyle/>
          <a:p>
            <a:pPr algn="ctr" indent="0" marL="0">
              <a:buNone/>
            </a:pPr>
            <a:r>
              <a:rPr lang="en-US" sz="3400" b="1" dirty="0">
                <a:solidFill>
                  <a:schemeClr val="accent5"/>
                </a:solidFill>
              </a:rPr>
              <a:t>=</a:t>
            </a:r>
            <a:endParaRPr lang="en-US" sz="3400" dirty="0"/>
          </a:p>
        </p:txBody>
      </p:sp>
      <p:sp>
        <p:nvSpPr>
          <p:cNvPr id="20" name="Shape 16"/>
          <p:cNvSpPr/>
          <p:nvPr/>
        </p:nvSpPr>
        <p:spPr>
          <a:xfrm>
            <a:off x="6080760" y="3383280"/>
            <a:ext cx="5349240" cy="960120"/>
          </a:xfrm>
          <a:prstGeom prst="roundRect">
            <a:avLst>
              <a:gd name="adj" fmla="val 7619"/>
            </a:avLst>
          </a:prstGeom>
          <a:solidFill>
            <a:srgbClr val="EDF6F0"/>
          </a:solidFill>
          <a:ln w="19050">
            <a:solidFill>
              <a:srgbClr val="2E7D4F"/>
            </a:solidFill>
            <a:prstDash val="solid"/>
          </a:ln>
        </p:spPr>
      </p:sp>
      <p:pic>
        <p:nvPicPr>
          <p:cNvPr id="21" name="Image 1" descr="eyes">    </p:cNvPr>
          <p:cNvPicPr>
            <a:picLocks noChangeAspect="1"/>
          </p:cNvPicPr>
          <p:nvPr/>
        </p:nvPicPr>
        <p:blipFill>
          <a:blip r:embed="rId2"/>
          <a:stretch>
            <a:fillRect/>
          </a:stretch>
        </p:blipFill>
        <p:spPr>
          <a:xfrm>
            <a:off x="6217920" y="3547872"/>
            <a:ext cx="640080" cy="640080"/>
          </a:xfrm>
          <a:prstGeom prst="rect">
            <a:avLst/>
          </a:prstGeom>
        </p:spPr>
      </p:pic>
      <p:sp>
        <p:nvSpPr>
          <p:cNvPr id="22" name="Text 17"/>
          <p:cNvSpPr txBox="1"/>
          <p:nvPr/>
        </p:nvSpPr>
        <p:spPr>
          <a:xfrm>
            <a:off x="6995160" y="3383280"/>
            <a:ext cx="4343400" cy="960120"/>
          </a:xfrm>
          <a:prstGeom prst="rect">
            <a:avLst/>
          </a:prstGeom>
          <a:noFill/>
          <a:ln/>
        </p:spPr>
        <p:txBody>
          <a:bodyPr wrap="square" lIns="0" tIns="0" rIns="0" bIns="0" rtlCol="0" anchor="ctr"/>
          <a:lstStyle/>
          <a:p>
            <a:pPr algn="l" indent="0" marL="0">
              <a:buNone/>
            </a:pPr>
            <a:r>
              <a:rPr lang="en-US" sz="2200" dirty="0">
                <a:solidFill>
                  <a:schemeClr val="tx1"/>
                </a:solidFill>
              </a:rPr>
              <a:t>on écrit : </a:t>
            </a:r>
            <a:r>
              <a:rPr lang="en-US" sz="2200" i="1" dirty="0">
                <a:solidFill>
                  <a:schemeClr val="tx1"/>
                </a:solidFill>
              </a:rPr>
              <a:t>ik word / hij wor</a:t>
            </a:r>
            <a:r>
              <a:rPr lang="en-US" sz="2200" b="1" i="1" dirty="0">
                <a:solidFill>
                  <a:schemeClr val="accent2"/>
                </a:solidFill>
              </a:rPr>
              <a:t>d</a:t>
            </a:r>
            <a:r>
              <a:rPr lang="en-US" sz="2200" b="1" i="1" dirty="0">
                <a:solidFill>
                  <a:schemeClr val="accent1"/>
                </a:solidFill>
              </a:rPr>
              <a:t>t</a:t>
            </a:r>
            <a:endParaRPr lang="en-US" sz="2200" dirty="0"/>
          </a:p>
        </p:txBody>
      </p:sp>
      <p:sp>
        <p:nvSpPr>
          <p:cNvPr id="23" name="Shape 18"/>
          <p:cNvSpPr/>
          <p:nvPr/>
        </p:nvSpPr>
        <p:spPr>
          <a:xfrm>
            <a:off x="548640"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Text 19"/>
          <p:cNvSpPr txBox="1"/>
          <p:nvPr/>
        </p:nvSpPr>
        <p:spPr>
          <a:xfrm>
            <a:off x="685800"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worden</a:t>
            </a:r>
            <a:endParaRPr lang="en-US" sz="1800" dirty="0"/>
          </a:p>
        </p:txBody>
      </p:sp>
      <p:sp>
        <p:nvSpPr>
          <p:cNvPr id="25" name="Text 20"/>
          <p:cNvSpPr txBox="1"/>
          <p:nvPr/>
        </p:nvSpPr>
        <p:spPr>
          <a:xfrm>
            <a:off x="2240280"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devenir</a:t>
            </a:r>
            <a:endParaRPr lang="en-US" sz="1300" dirty="0"/>
          </a:p>
        </p:txBody>
      </p:sp>
      <p:sp>
        <p:nvSpPr>
          <p:cNvPr id="26" name="Shape 21"/>
          <p:cNvSpPr/>
          <p:nvPr/>
        </p:nvSpPr>
        <p:spPr>
          <a:xfrm>
            <a:off x="685800" y="5239512"/>
            <a:ext cx="2327148" cy="914"/>
          </a:xfrm>
          <a:prstGeom prst="line">
            <a:avLst/>
          </a:prstGeom>
          <a:noFill/>
          <a:ln w="12700">
            <a:solidFill>
              <a:srgbClr val="D5DCE6"/>
            </a:solidFill>
            <a:prstDash val="solid"/>
          </a:ln>
        </p:spPr>
      </p:sp>
      <p:sp>
        <p:nvSpPr>
          <p:cNvPr id="27" name="Text 22"/>
          <p:cNvSpPr txBox="1"/>
          <p:nvPr/>
        </p:nvSpPr>
        <p:spPr>
          <a:xfrm>
            <a:off x="685800"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word</a:t>
            </a:r>
            <a:endParaRPr lang="en-US" sz="1800" dirty="0"/>
          </a:p>
          <a:p>
            <a:pPr algn="l" indent="0" marL="0">
              <a:buNone/>
            </a:pPr>
            <a:r>
              <a:rPr lang="en-US" sz="1800" dirty="0">
                <a:solidFill>
                  <a:schemeClr val="tx1"/>
                </a:solidFill>
              </a:rPr>
              <a:t>jij wor</a:t>
            </a:r>
            <a:r>
              <a:rPr lang="en-US" sz="1800" b="1" dirty="0">
                <a:solidFill>
                  <a:schemeClr val="accent2"/>
                </a:solidFill>
              </a:rPr>
              <a:t>d</a:t>
            </a:r>
            <a:r>
              <a:rPr lang="en-US" sz="1800" b="1" dirty="0">
                <a:solidFill>
                  <a:schemeClr val="accent1"/>
                </a:solidFill>
              </a:rPr>
              <a:t>t</a:t>
            </a:r>
            <a:endParaRPr lang="en-US" sz="1800" dirty="0"/>
          </a:p>
          <a:p>
            <a:pPr algn="l" indent="0" marL="0">
              <a:buNone/>
            </a:pPr>
            <a:r>
              <a:rPr lang="en-US" sz="1800" dirty="0">
                <a:solidFill>
                  <a:schemeClr val="tx1"/>
                </a:solidFill>
              </a:rPr>
              <a:t>hij wor</a:t>
            </a:r>
            <a:r>
              <a:rPr lang="en-US" sz="1800" b="1" dirty="0">
                <a:solidFill>
                  <a:schemeClr val="accent2"/>
                </a:solidFill>
              </a:rPr>
              <a:t>d</a:t>
            </a:r>
            <a:r>
              <a:rPr lang="en-US" sz="1800" b="1" dirty="0">
                <a:solidFill>
                  <a:schemeClr val="accent1"/>
                </a:solidFill>
              </a:rPr>
              <a:t>t</a:t>
            </a:r>
            <a:endParaRPr lang="en-US" sz="1800" dirty="0"/>
          </a:p>
        </p:txBody>
      </p:sp>
      <p:sp>
        <p:nvSpPr>
          <p:cNvPr id="28" name="Shape 23"/>
          <p:cNvSpPr/>
          <p:nvPr/>
        </p:nvSpPr>
        <p:spPr>
          <a:xfrm>
            <a:off x="3378708"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Text 24"/>
          <p:cNvSpPr txBox="1"/>
          <p:nvPr/>
        </p:nvSpPr>
        <p:spPr>
          <a:xfrm>
            <a:off x="3515868"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rijden</a:t>
            </a:r>
            <a:endParaRPr lang="en-US" sz="1800" dirty="0"/>
          </a:p>
        </p:txBody>
      </p:sp>
      <p:sp>
        <p:nvSpPr>
          <p:cNvPr id="30" name="Text 25"/>
          <p:cNvSpPr txBox="1"/>
          <p:nvPr/>
        </p:nvSpPr>
        <p:spPr>
          <a:xfrm>
            <a:off x="5070348"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rouler</a:t>
            </a:r>
            <a:endParaRPr lang="en-US" sz="1300" dirty="0"/>
          </a:p>
        </p:txBody>
      </p:sp>
      <p:sp>
        <p:nvSpPr>
          <p:cNvPr id="31" name="Shape 26"/>
          <p:cNvSpPr/>
          <p:nvPr/>
        </p:nvSpPr>
        <p:spPr>
          <a:xfrm>
            <a:off x="3515868" y="5239512"/>
            <a:ext cx="2327148" cy="914"/>
          </a:xfrm>
          <a:prstGeom prst="line">
            <a:avLst/>
          </a:prstGeom>
          <a:noFill/>
          <a:ln w="12700">
            <a:solidFill>
              <a:srgbClr val="D5DCE6"/>
            </a:solidFill>
            <a:prstDash val="solid"/>
          </a:ln>
        </p:spPr>
      </p:sp>
      <p:sp>
        <p:nvSpPr>
          <p:cNvPr id="32" name="Text 27"/>
          <p:cNvSpPr txBox="1"/>
          <p:nvPr/>
        </p:nvSpPr>
        <p:spPr>
          <a:xfrm>
            <a:off x="3515868"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rijd</a:t>
            </a:r>
            <a:endParaRPr lang="en-US" sz="1800" dirty="0"/>
          </a:p>
          <a:p>
            <a:pPr algn="l" indent="0" marL="0">
              <a:buNone/>
            </a:pPr>
            <a:r>
              <a:rPr lang="en-US" sz="1800" dirty="0">
                <a:solidFill>
                  <a:schemeClr val="tx1"/>
                </a:solidFill>
              </a:rPr>
              <a:t>hij rij</a:t>
            </a:r>
            <a:r>
              <a:rPr lang="en-US" sz="1800" b="1" dirty="0">
                <a:solidFill>
                  <a:schemeClr val="accent2"/>
                </a:solidFill>
              </a:rPr>
              <a:t>d</a:t>
            </a:r>
            <a:r>
              <a:rPr lang="en-US" sz="1800" b="1" dirty="0">
                <a:solidFill>
                  <a:schemeClr val="accent1"/>
                </a:solidFill>
              </a:rPr>
              <a:t>t</a:t>
            </a:r>
            <a:endParaRPr lang="en-US" sz="1800" dirty="0"/>
          </a:p>
        </p:txBody>
      </p:sp>
      <p:sp>
        <p:nvSpPr>
          <p:cNvPr id="33" name="Shape 28"/>
          <p:cNvSpPr/>
          <p:nvPr/>
        </p:nvSpPr>
        <p:spPr>
          <a:xfrm>
            <a:off x="6208776"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Text 29"/>
          <p:cNvSpPr txBox="1"/>
          <p:nvPr/>
        </p:nvSpPr>
        <p:spPr>
          <a:xfrm>
            <a:off x="6345936"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vinden</a:t>
            </a:r>
            <a:endParaRPr lang="en-US" sz="1800" dirty="0"/>
          </a:p>
        </p:txBody>
      </p:sp>
      <p:sp>
        <p:nvSpPr>
          <p:cNvPr id="35" name="Text 30"/>
          <p:cNvSpPr txBox="1"/>
          <p:nvPr/>
        </p:nvSpPr>
        <p:spPr>
          <a:xfrm>
            <a:off x="7900416"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trouver</a:t>
            </a:r>
            <a:endParaRPr lang="en-US" sz="1300" dirty="0"/>
          </a:p>
        </p:txBody>
      </p:sp>
      <p:sp>
        <p:nvSpPr>
          <p:cNvPr id="36" name="Shape 31"/>
          <p:cNvSpPr/>
          <p:nvPr/>
        </p:nvSpPr>
        <p:spPr>
          <a:xfrm>
            <a:off x="6345936" y="5239512"/>
            <a:ext cx="2327148" cy="914"/>
          </a:xfrm>
          <a:prstGeom prst="line">
            <a:avLst/>
          </a:prstGeom>
          <a:noFill/>
          <a:ln w="12700">
            <a:solidFill>
              <a:srgbClr val="D5DCE6"/>
            </a:solidFill>
            <a:prstDash val="solid"/>
          </a:ln>
        </p:spPr>
      </p:sp>
      <p:sp>
        <p:nvSpPr>
          <p:cNvPr id="37" name="Text 32"/>
          <p:cNvSpPr txBox="1"/>
          <p:nvPr/>
        </p:nvSpPr>
        <p:spPr>
          <a:xfrm>
            <a:off x="6345936"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vind</a:t>
            </a:r>
            <a:endParaRPr lang="en-US" sz="1800" dirty="0"/>
          </a:p>
          <a:p>
            <a:pPr algn="l" indent="0" marL="0">
              <a:buNone/>
            </a:pPr>
            <a:r>
              <a:rPr lang="en-US" sz="1800" dirty="0">
                <a:solidFill>
                  <a:schemeClr val="tx1"/>
                </a:solidFill>
              </a:rPr>
              <a:t>hij vin</a:t>
            </a:r>
            <a:r>
              <a:rPr lang="en-US" sz="1800" b="1" dirty="0">
                <a:solidFill>
                  <a:schemeClr val="accent2"/>
                </a:solidFill>
              </a:rPr>
              <a:t>d</a:t>
            </a:r>
            <a:r>
              <a:rPr lang="en-US" sz="1800" b="1" dirty="0">
                <a:solidFill>
                  <a:schemeClr val="accent1"/>
                </a:solidFill>
              </a:rPr>
              <a:t>t</a:t>
            </a:r>
            <a:endParaRPr lang="en-US" sz="1800" dirty="0"/>
          </a:p>
        </p:txBody>
      </p:sp>
      <p:sp>
        <p:nvSpPr>
          <p:cNvPr id="38" name="Shape 33"/>
          <p:cNvSpPr/>
          <p:nvPr/>
        </p:nvSpPr>
        <p:spPr>
          <a:xfrm>
            <a:off x="9038844"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176004"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antwoorden</a:t>
            </a:r>
            <a:endParaRPr lang="en-US" sz="1800" dirty="0"/>
          </a:p>
        </p:txBody>
      </p:sp>
      <p:sp>
        <p:nvSpPr>
          <p:cNvPr id="40" name="Text 35"/>
          <p:cNvSpPr txBox="1"/>
          <p:nvPr/>
        </p:nvSpPr>
        <p:spPr>
          <a:xfrm>
            <a:off x="10730484"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répondre</a:t>
            </a:r>
            <a:endParaRPr lang="en-US" sz="1300" dirty="0"/>
          </a:p>
        </p:txBody>
      </p:sp>
      <p:sp>
        <p:nvSpPr>
          <p:cNvPr id="41" name="Shape 36"/>
          <p:cNvSpPr/>
          <p:nvPr/>
        </p:nvSpPr>
        <p:spPr>
          <a:xfrm>
            <a:off x="9176004" y="5239512"/>
            <a:ext cx="2327148" cy="914"/>
          </a:xfrm>
          <a:prstGeom prst="line">
            <a:avLst/>
          </a:prstGeom>
          <a:noFill/>
          <a:ln w="12700">
            <a:solidFill>
              <a:srgbClr val="D5DCE6"/>
            </a:solidFill>
            <a:prstDash val="solid"/>
          </a:ln>
        </p:spPr>
      </p:sp>
      <p:sp>
        <p:nvSpPr>
          <p:cNvPr id="42" name="Text 37"/>
          <p:cNvSpPr txBox="1"/>
          <p:nvPr/>
        </p:nvSpPr>
        <p:spPr>
          <a:xfrm>
            <a:off x="9176004"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antwoord</a:t>
            </a:r>
            <a:endParaRPr lang="en-US" sz="1800" dirty="0"/>
          </a:p>
          <a:p>
            <a:pPr algn="l" indent="0" marL="0">
              <a:buNone/>
            </a:pPr>
            <a:r>
              <a:rPr lang="en-US" sz="1800" dirty="0">
                <a:solidFill>
                  <a:schemeClr val="tx1"/>
                </a:solidFill>
              </a:rPr>
              <a:t>hij antwoor</a:t>
            </a:r>
            <a:r>
              <a:rPr lang="en-US" sz="1800" b="1" dirty="0">
                <a:solidFill>
                  <a:schemeClr val="accent2"/>
                </a:solidFill>
              </a:rPr>
              <a:t>d</a:t>
            </a:r>
            <a:r>
              <a:rPr lang="en-US" sz="1800" b="1" dirty="0">
                <a:solidFill>
                  <a:schemeClr val="accent1"/>
                </a:solidFill>
              </a:rPr>
              <a:t>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Avec l’inversion, la règle de M3 s’applique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417320"/>
                <a:gridCol w="2697480"/>
                <a:gridCol w="3474720"/>
                <a:gridCol w="3502152"/>
              </a:tblGrid>
              <a:tr h="54864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affirmation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question avec je / jij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1"/>
                    </a:solidFill>
                  </a:tcPr>
                </a:tc>
                <a:tc>
                  <a:txBody>
                    <a:bodyPr/>
                    <a:lstStyle/>
                    <a:p>
                      <a:pPr algn="l" indent="0" marL="0">
                        <a:buNone/>
                      </a:pPr>
                      <a:r>
                        <a:rPr lang="en-US" sz="1700" b="1" dirty="0">
                          <a:solidFill>
                            <a:srgbClr val="FFFFFF"/>
                          </a:solidFill>
                        </a:rPr>
                        <a:t>question avec u / hij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l" indent="0" marL="0">
                        <a:buNone/>
                      </a:pPr>
                      <a:r>
                        <a:rPr lang="en-US" sz="2100" b="1" dirty="0">
                          <a:solidFill>
                            <a:schemeClr val="tx1"/>
                          </a:solidFill>
                        </a:rPr>
                        <a:t>worden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wor</a:t>
                      </a:r>
                      <a:r>
                        <a:rPr lang="en-US" sz="2100" b="1" dirty="0">
                          <a:solidFill>
                            <a:schemeClr val="accent2"/>
                          </a:solidFill>
                        </a:rPr>
                        <a:t>d</a:t>
                      </a:r>
                      <a:r>
                        <a:rPr lang="en-US" sz="2100" b="1" dirty="0">
                          <a:solidFill>
                            <a:schemeClr val="accent1"/>
                          </a:solidFill>
                        </a:rPr>
                        <a:t>t</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Word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Word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rijden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rij</a:t>
                      </a:r>
                      <a:r>
                        <a:rPr lang="en-US" sz="2100" b="1" dirty="0">
                          <a:solidFill>
                            <a:schemeClr val="accent2"/>
                          </a:solidFill>
                        </a:rPr>
                        <a:t>d</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Rijd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Rijd</a:t>
                      </a:r>
                      <a:r>
                        <a:rPr lang="en-US" sz="2100" b="1" dirty="0">
                          <a:solidFill>
                            <a:schemeClr val="accent1"/>
                          </a:solidFill>
                        </a:rPr>
                        <a:t>t</a:t>
                      </a:r>
                      <a:r>
                        <a:rPr lang="en-US" sz="2100" dirty="0">
                          <a:solidFill>
                            <a:schemeClr val="tx1"/>
                          </a:solidFill>
                        </a:rPr>
                        <a:t> </a:t>
                      </a:r>
                      <a:r>
                        <a:rPr lang="en-US" sz="2100" b="1" dirty="0">
                          <a:solidFill>
                            <a:schemeClr val="tx1"/>
                          </a:solidFill>
                        </a:rPr>
                        <a:t>hij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vinden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vin</a:t>
                      </a:r>
                      <a:r>
                        <a:rPr lang="en-US" sz="2100" b="1" dirty="0">
                          <a:solidFill>
                            <a:schemeClr val="accent2"/>
                          </a:solidFill>
                        </a:rPr>
                        <a:t>d</a:t>
                      </a:r>
                      <a:r>
                        <a:rPr lang="en-US" sz="2100" b="1" dirty="0">
                          <a:solidFill>
                            <a:schemeClr val="accent1"/>
                          </a:solidFill>
                        </a:rPr>
                        <a:t>t</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Vind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Vind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lezen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lees</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Lees</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Lees</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pic>
        <p:nvPicPr>
          <p:cNvPr id="6" name="Image 0" descr="Random">    </p:cNvPr>
          <p:cNvPicPr>
            <a:picLocks noChangeAspect="1"/>
          </p:cNvPicPr>
          <p:nvPr/>
        </p:nvPicPr>
        <p:blipFill>
          <a:blip r:embed="rId1"/>
          <a:stretch>
            <a:fillRect/>
          </a:stretch>
        </p:blipFill>
        <p:spPr>
          <a:xfrm>
            <a:off x="7699248" y="1673352"/>
            <a:ext cx="310896" cy="310896"/>
          </a:xfrm>
          <a:prstGeom prst="rect">
            <a:avLst/>
          </a:prstGeom>
        </p:spPr>
      </p:pic>
      <p:pic>
        <p:nvPicPr>
          <p:cNvPr id="7" name="Image 1" descr="Random">    </p:cNvPr>
          <p:cNvPicPr>
            <a:picLocks noChangeAspect="1"/>
          </p:cNvPicPr>
          <p:nvPr/>
        </p:nvPicPr>
        <p:blipFill>
          <a:blip r:embed="rId2"/>
          <a:stretch>
            <a:fillRect/>
          </a:stretch>
        </p:blipFill>
        <p:spPr>
          <a:xfrm>
            <a:off x="11201400" y="1673352"/>
            <a:ext cx="310896" cy="310896"/>
          </a:xfrm>
          <a:prstGeom prst="rect">
            <a:avLst/>
          </a:prstGeom>
        </p:spPr>
      </p:pic>
      <p:sp>
        <p:nvSpPr>
          <p:cNvPr id="8" name="Shape 2"/>
          <p:cNvSpPr/>
          <p:nvPr/>
        </p:nvSpPr>
        <p:spPr>
          <a:xfrm>
            <a:off x="548640" y="5166360"/>
            <a:ext cx="6400800" cy="1097280"/>
          </a:xfrm>
          <a:prstGeom prst="roundRect">
            <a:avLst>
              <a:gd name="adj" fmla="val 15000"/>
            </a:avLst>
          </a:prstGeom>
          <a:solidFill>
            <a:schemeClr val="accent1">
              <a:alpha val="12000"/>
            </a:schemeClr>
          </a:solidFill>
          <a:ln w="15875">
            <a:solidFill>
              <a:srgbClr val="D9700F"/>
            </a:solidFill>
            <a:prstDash val="solid"/>
          </a:ln>
        </p:spPr>
      </p:sp>
      <p:sp>
        <p:nvSpPr>
          <p:cNvPr id="9" name="Text 3"/>
          <p:cNvSpPr txBox="1"/>
          <p:nvPr/>
        </p:nvSpPr>
        <p:spPr>
          <a:xfrm>
            <a:off x="713232" y="5166360"/>
            <a:ext cx="6071616" cy="1097280"/>
          </a:xfrm>
          <a:prstGeom prst="rect">
            <a:avLst/>
          </a:prstGeom>
          <a:noFill/>
          <a:ln/>
        </p:spPr>
        <p:txBody>
          <a:bodyPr wrap="square" lIns="0" tIns="0" rIns="0" bIns="0" rtlCol="0" anchor="ctr"/>
          <a:lstStyle/>
          <a:p>
            <a:pPr algn="l" indent="0" marL="0">
              <a:buNone/>
            </a:pPr>
            <a:r>
              <a:rPr lang="en-US" sz="1800" i="1" dirty="0">
                <a:solidFill>
                  <a:schemeClr val="tx1"/>
                </a:solidFill>
              </a:rPr>
              <a:t>je / jij</a:t>
            </a:r>
            <a:r>
              <a:rPr lang="en-US" sz="1800" dirty="0">
                <a:solidFill>
                  <a:schemeClr val="tx1"/>
                </a:solidFill>
              </a:rPr>
              <a:t> </a:t>
            </a:r>
            <a:r>
              <a:rPr lang="en-US" sz="1800" b="1" dirty="0">
                <a:solidFill>
                  <a:schemeClr val="tx1"/>
                </a:solidFill>
              </a:rPr>
              <a:t>après</a:t>
            </a:r>
            <a:r>
              <a:rPr lang="en-US" sz="1800" dirty="0">
                <a:solidFill>
                  <a:schemeClr val="tx1"/>
                </a:solidFill>
              </a:rPr>
              <a:t> le verbe → </a:t>
            </a:r>
            <a:r>
              <a:rPr lang="en-US" sz="1800" b="1" dirty="0">
                <a:solidFill>
                  <a:schemeClr val="tx1"/>
                </a:solidFill>
              </a:rPr>
              <a:t>pas de t</a:t>
            </a:r>
            <a:r>
              <a:rPr lang="en-US" sz="1800" dirty="0">
                <a:solidFill>
                  <a:schemeClr val="tx1"/>
                </a:solidFill>
              </a:rPr>
              <a:t> (règle de M3) · </a:t>
            </a:r>
            <a:r>
              <a:rPr lang="en-US" sz="1800" i="1" dirty="0">
                <a:solidFill>
                  <a:schemeClr val="tx1"/>
                </a:solidFill>
              </a:rPr>
              <a:t>u / hij</a:t>
            </a:r>
            <a:r>
              <a:rPr lang="en-US" sz="1800" dirty="0">
                <a:solidFill>
                  <a:schemeClr val="tx1"/>
                </a:solidFill>
              </a:rPr>
              <a:t> → le </a:t>
            </a:r>
            <a:r>
              <a:rPr lang="en-US" sz="1800" b="1" dirty="0">
                <a:solidFill>
                  <a:schemeClr val="tx1"/>
                </a:solidFill>
              </a:rPr>
              <a:t>t</a:t>
            </a:r>
            <a:r>
              <a:rPr lang="en-US" sz="1800" dirty="0">
                <a:solidFill>
                  <a:schemeClr val="tx1"/>
                </a:solidFill>
              </a:rPr>
              <a:t> reste</a:t>
            </a:r>
            <a:endParaRPr lang="en-US" sz="1800" dirty="0"/>
          </a:p>
        </p:txBody>
      </p:sp>
      <p:sp>
        <p:nvSpPr>
          <p:cNvPr id="10" name="Shape 4"/>
          <p:cNvSpPr/>
          <p:nvPr/>
        </p:nvSpPr>
        <p:spPr>
          <a:xfrm>
            <a:off x="7178040" y="5166360"/>
            <a:ext cx="4462272" cy="1097280"/>
          </a:xfrm>
          <a:prstGeom prst="roundRect">
            <a:avLst>
              <a:gd name="adj" fmla="val 6667"/>
            </a:avLst>
          </a:prstGeom>
          <a:solidFill>
            <a:schemeClr val="bg2"/>
          </a:solidFill>
          <a:ln w="15875">
            <a:solidFill>
              <a:srgbClr val="17375E"/>
            </a:solidFill>
            <a:prstDash val="solid"/>
          </a:ln>
        </p:spPr>
      </p:sp>
      <p:sp>
        <p:nvSpPr>
          <p:cNvPr id="11" name="Shape 5"/>
          <p:cNvSpPr/>
          <p:nvPr/>
        </p:nvSpPr>
        <p:spPr>
          <a:xfrm>
            <a:off x="7360920" y="5394960"/>
            <a:ext cx="640080" cy="640080"/>
          </a:xfrm>
          <a:prstGeom prst="ellipse">
            <a:avLst/>
          </a:prstGeom>
          <a:solidFill>
            <a:schemeClr val="tx2"/>
          </a:solidFill>
          <a:ln w="12700">
            <a:solidFill>
              <a:srgbClr val="FFFFFF">
                <a:alpha val="0"/>
              </a:srgbClr>
            </a:solidFill>
            <a:prstDash val="solid"/>
          </a:ln>
        </p:spPr>
      </p:sp>
      <p:pic>
        <p:nvPicPr>
          <p:cNvPr id="12" name="Image 2" descr="Comments">    </p:cNvPr>
          <p:cNvPicPr>
            <a:picLocks noChangeAspect="1"/>
          </p:cNvPicPr>
          <p:nvPr/>
        </p:nvPicPr>
        <p:blipFill>
          <a:blip r:embed="rId3"/>
          <a:stretch>
            <a:fillRect/>
          </a:stretch>
        </p:blipFill>
        <p:spPr>
          <a:xfrm>
            <a:off x="7514539" y="5548579"/>
            <a:ext cx="332842" cy="332842"/>
          </a:xfrm>
          <a:prstGeom prst="rect">
            <a:avLst/>
          </a:prstGeom>
        </p:spPr>
      </p:pic>
      <p:sp>
        <p:nvSpPr>
          <p:cNvPr id="13" name="Text 6"/>
          <p:cNvSpPr txBox="1"/>
          <p:nvPr/>
        </p:nvSpPr>
        <p:spPr>
          <a:xfrm>
            <a:off x="8183880" y="5212080"/>
            <a:ext cx="3383280" cy="1005840"/>
          </a:xfrm>
          <a:prstGeom prst="rect">
            <a:avLst/>
          </a:prstGeom>
          <a:noFill/>
          <a:ln/>
        </p:spPr>
        <p:txBody>
          <a:bodyPr wrap="square" lIns="0" tIns="0" rIns="0" bIns="0" rtlCol="0" anchor="ctr"/>
          <a:lstStyle/>
          <a:p>
            <a:pPr algn="l" indent="0" marL="0">
              <a:buNone/>
            </a:pPr>
            <a:r>
              <a:rPr lang="en-US" sz="1600" dirty="0">
                <a:solidFill>
                  <a:schemeClr val="tx1"/>
                </a:solidFill>
              </a:rPr>
              <a:t>À mémoriser en bloc :</a:t>
            </a:r>
            <a:endParaRPr lang="en-US" sz="1600" dirty="0"/>
          </a:p>
          <a:p>
            <a:pPr algn="l" indent="0" marL="0">
              <a:buNone/>
            </a:pPr>
            <a:r>
              <a:rPr lang="en-US" sz="1600" b="1" i="1" dirty="0">
                <a:solidFill>
                  <a:schemeClr val="tx1"/>
                </a:solidFill>
              </a:rPr>
              <a:t>Wat vind je ervan?</a:t>
            </a:r>
            <a:endParaRPr lang="en-US" sz="1600" dirty="0"/>
          </a:p>
          <a:p>
            <a:pPr algn="l" indent="0" marL="0">
              <a:buNone/>
            </a:pPr>
            <a:r>
              <a:rPr lang="en-US" sz="1600" i="1" dirty="0">
                <a:solidFill>
                  <a:schemeClr val="tx1"/>
                </a:solidFill>
              </a:rPr>
              <a:t>(qu’en penses-tu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courts — gaan, staan, slaan, zien, doen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4617720" cy="914400"/>
          </a:xfrm>
          <a:prstGeom prst="roundRect">
            <a:avLst>
              <a:gd name="adj" fmla="val 8000"/>
            </a:avLst>
          </a:prstGeom>
          <a:solidFill>
            <a:schemeClr val="tx2"/>
          </a:solidFill>
          <a:ln w="12700">
            <a:solidFill>
              <a:srgbClr val="FFFFFF">
                <a:alpha val="0"/>
              </a:srgbClr>
            </a:solidFill>
            <a:prstDash val="solid"/>
          </a:ln>
        </p:spPr>
      </p:sp>
      <p:sp>
        <p:nvSpPr>
          <p:cNvPr id="6" name="Text 3"/>
          <p:cNvSpPr txBox="1"/>
          <p:nvPr/>
        </p:nvSpPr>
        <p:spPr>
          <a:xfrm>
            <a:off x="731520" y="1554480"/>
            <a:ext cx="4297680" cy="914400"/>
          </a:xfrm>
          <a:prstGeom prst="rect">
            <a:avLst/>
          </a:prstGeom>
          <a:noFill/>
          <a:ln/>
        </p:spPr>
        <p:txBody>
          <a:bodyPr wrap="square" lIns="0" tIns="0" rIns="0" bIns="0" rtlCol="0" anchor="ctr"/>
          <a:lstStyle/>
          <a:p>
            <a:pPr algn="l" indent="0" marL="0">
              <a:buNone/>
            </a:pPr>
            <a:r>
              <a:rPr lang="en-US" sz="1900" b="1" dirty="0">
                <a:solidFill>
                  <a:schemeClr val="bg1"/>
                </a:solidFill>
              </a:rPr>
              <a:t>Verbes d’une syllabe :</a:t>
            </a:r>
            <a:endParaRPr lang="en-US" sz="1900" dirty="0"/>
          </a:p>
          <a:p>
            <a:pPr algn="l" indent="0" marL="0">
              <a:buNone/>
            </a:pPr>
            <a:r>
              <a:rPr lang="en-US" sz="1900" b="1" dirty="0">
                <a:solidFill>
                  <a:schemeClr val="bg1"/>
                </a:solidFill>
              </a:rPr>
              <a:t>infinitif − n = radical</a:t>
            </a:r>
            <a:endParaRPr lang="en-US" sz="1900" dirty="0"/>
          </a:p>
        </p:txBody>
      </p:sp>
      <p:sp>
        <p:nvSpPr>
          <p:cNvPr id="7" name="Shape 4"/>
          <p:cNvSpPr/>
          <p:nvPr/>
        </p:nvSpPr>
        <p:spPr>
          <a:xfrm>
            <a:off x="685800" y="4087368"/>
            <a:ext cx="182880" cy="182880"/>
          </a:xfrm>
          <a:prstGeom prst="ellipse">
            <a:avLst/>
          </a:prstGeom>
          <a:solidFill>
            <a:schemeClr val="bg2"/>
          </a:solidFill>
          <a:ln w="12700">
            <a:solidFill>
              <a:srgbClr val="4A5A70"/>
            </a:solidFill>
            <a:prstDash val="solid"/>
          </a:ln>
        </p:spPr>
      </p:sp>
      <p:sp>
        <p:nvSpPr>
          <p:cNvPr id="8" name="Shape 5"/>
          <p:cNvSpPr/>
          <p:nvPr/>
        </p:nvSpPr>
        <p:spPr>
          <a:xfrm>
            <a:off x="1234440" y="4087368"/>
            <a:ext cx="182880" cy="182880"/>
          </a:xfrm>
          <a:prstGeom prst="ellipse">
            <a:avLst/>
          </a:prstGeom>
          <a:solidFill>
            <a:schemeClr val="bg2"/>
          </a:solidFill>
          <a:ln w="12700">
            <a:solidFill>
              <a:srgbClr val="4A5A70"/>
            </a:solidFill>
            <a:prstDash val="solid"/>
          </a:ln>
        </p:spPr>
      </p:sp>
      <p:sp>
        <p:nvSpPr>
          <p:cNvPr id="9" name="Shape 6"/>
          <p:cNvSpPr/>
          <p:nvPr/>
        </p:nvSpPr>
        <p:spPr>
          <a:xfrm>
            <a:off x="1783080" y="4087368"/>
            <a:ext cx="182880" cy="182880"/>
          </a:xfrm>
          <a:prstGeom prst="ellipse">
            <a:avLst/>
          </a:prstGeom>
          <a:solidFill>
            <a:schemeClr val="bg2"/>
          </a:solidFill>
          <a:ln w="12700">
            <a:solidFill>
              <a:srgbClr val="4A5A70"/>
            </a:solidFill>
            <a:prstDash val="solid"/>
          </a:ln>
        </p:spPr>
      </p:sp>
      <p:sp>
        <p:nvSpPr>
          <p:cNvPr id="10" name="Shape 7"/>
          <p:cNvSpPr/>
          <p:nvPr/>
        </p:nvSpPr>
        <p:spPr>
          <a:xfrm>
            <a:off x="2331720" y="4087368"/>
            <a:ext cx="182880" cy="182880"/>
          </a:xfrm>
          <a:prstGeom prst="ellipse">
            <a:avLst/>
          </a:prstGeom>
          <a:solidFill>
            <a:schemeClr val="bg2"/>
          </a:solidFill>
          <a:ln w="12700">
            <a:solidFill>
              <a:srgbClr val="4A5A70"/>
            </a:solidFill>
            <a:prstDash val="solid"/>
          </a:ln>
        </p:spPr>
      </p:sp>
      <p:sp>
        <p:nvSpPr>
          <p:cNvPr id="11" name="Shape 8"/>
          <p:cNvSpPr/>
          <p:nvPr/>
        </p:nvSpPr>
        <p:spPr>
          <a:xfrm>
            <a:off x="2880360" y="4087368"/>
            <a:ext cx="182880" cy="182880"/>
          </a:xfrm>
          <a:prstGeom prst="ellipse">
            <a:avLst/>
          </a:prstGeom>
          <a:solidFill>
            <a:schemeClr val="bg2"/>
          </a:solidFill>
          <a:ln w="12700">
            <a:solidFill>
              <a:srgbClr val="4A5A70"/>
            </a:solidFill>
            <a:prstDash val="solid"/>
          </a:ln>
        </p:spPr>
      </p:sp>
      <p:sp>
        <p:nvSpPr>
          <p:cNvPr id="12" name="Shape 9"/>
          <p:cNvSpPr/>
          <p:nvPr/>
        </p:nvSpPr>
        <p:spPr>
          <a:xfrm>
            <a:off x="3429000" y="4087368"/>
            <a:ext cx="182880" cy="182880"/>
          </a:xfrm>
          <a:prstGeom prst="ellipse">
            <a:avLst/>
          </a:prstGeom>
          <a:solidFill>
            <a:schemeClr val="bg2"/>
          </a:solidFill>
          <a:ln w="12700">
            <a:solidFill>
              <a:srgbClr val="4A5A70"/>
            </a:solidFill>
            <a:prstDash val="solid"/>
          </a:ln>
        </p:spPr>
      </p:sp>
      <p:sp>
        <p:nvSpPr>
          <p:cNvPr id="13" name="Shape 10"/>
          <p:cNvSpPr/>
          <p:nvPr/>
        </p:nvSpPr>
        <p:spPr>
          <a:xfrm>
            <a:off x="3977640" y="4087368"/>
            <a:ext cx="182880" cy="182880"/>
          </a:xfrm>
          <a:prstGeom prst="ellipse">
            <a:avLst/>
          </a:prstGeom>
          <a:solidFill>
            <a:schemeClr val="bg2"/>
          </a:solidFill>
          <a:ln w="12700">
            <a:solidFill>
              <a:srgbClr val="4A5A70"/>
            </a:solidFill>
            <a:prstDash val="solid"/>
          </a:ln>
        </p:spPr>
      </p:sp>
      <p:sp>
        <p:nvSpPr>
          <p:cNvPr id="14" name="Shape 11"/>
          <p:cNvSpPr/>
          <p:nvPr/>
        </p:nvSpPr>
        <p:spPr>
          <a:xfrm>
            <a:off x="4526280" y="4087368"/>
            <a:ext cx="182880" cy="182880"/>
          </a:xfrm>
          <a:prstGeom prst="ellipse">
            <a:avLst/>
          </a:prstGeom>
          <a:solidFill>
            <a:schemeClr val="bg2"/>
          </a:solidFill>
          <a:ln w="12700">
            <a:solidFill>
              <a:srgbClr val="4A5A70"/>
            </a:solidFill>
            <a:prstDash val="solid"/>
          </a:ln>
        </p:spPr>
      </p:sp>
      <p:sp>
        <p:nvSpPr>
          <p:cNvPr id="15" name="Shape 12"/>
          <p:cNvSpPr/>
          <p:nvPr/>
        </p:nvSpPr>
        <p:spPr>
          <a:xfrm>
            <a:off x="548640" y="4041648"/>
            <a:ext cx="4617720" cy="118872"/>
          </a:xfrm>
          <a:prstGeom prst="roundRect">
            <a:avLst>
              <a:gd name="adj" fmla="val 46154"/>
            </a:avLst>
          </a:prstGeom>
          <a:solidFill>
            <a:schemeClr val="accent5"/>
          </a:solidFill>
          <a:ln w="12700">
            <a:solidFill>
              <a:srgbClr val="FFFFFF">
                <a:alpha val="0"/>
              </a:srgbClr>
            </a:solidFill>
            <a:prstDash val="solid"/>
          </a:ln>
        </p:spPr>
      </p:sp>
      <p:sp>
        <p:nvSpPr>
          <p:cNvPr id="16" name="Shape 13"/>
          <p:cNvSpPr/>
          <p:nvPr/>
        </p:nvSpPr>
        <p:spPr>
          <a:xfrm>
            <a:off x="548640" y="3191256"/>
            <a:ext cx="1280160" cy="822960"/>
          </a:xfrm>
          <a:prstGeom prst="roundRect">
            <a:avLst>
              <a:gd name="adj" fmla="val 1111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548640" y="3191256"/>
            <a:ext cx="12801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GAAN</a:t>
            </a:r>
            <a:endParaRPr lang="en-US" sz="2600" dirty="0"/>
          </a:p>
        </p:txBody>
      </p:sp>
      <p:sp>
        <p:nvSpPr>
          <p:cNvPr id="18" name="Shape 15"/>
          <p:cNvSpPr/>
          <p:nvPr/>
        </p:nvSpPr>
        <p:spPr>
          <a:xfrm>
            <a:off x="2103120" y="2651760"/>
            <a:ext cx="1508760" cy="1280160"/>
          </a:xfrm>
          <a:prstGeom prst="roundRect">
            <a:avLst>
              <a:gd name="adj" fmla="val 8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2583180" y="2761488"/>
            <a:ext cx="548640" cy="548640"/>
          </a:xfrm>
          <a:prstGeom prst="ellipse">
            <a:avLst/>
          </a:prstGeom>
          <a:solidFill>
            <a:schemeClr val="accent1"/>
          </a:solidFill>
          <a:ln w="12700">
            <a:solidFill>
              <a:srgbClr val="FFFFFF">
                <a:alpha val="0"/>
              </a:srgbClr>
            </a:solidFill>
            <a:prstDash val="solid"/>
          </a:ln>
        </p:spPr>
      </p:sp>
      <p:pic>
        <p:nvPicPr>
          <p:cNvPr id="20" name="Image 0" descr="Scissors">    </p:cNvPr>
          <p:cNvPicPr>
            <a:picLocks noChangeAspect="1"/>
          </p:cNvPicPr>
          <p:nvPr/>
        </p:nvPicPr>
        <p:blipFill>
          <a:blip r:embed="rId1"/>
          <a:stretch>
            <a:fillRect/>
          </a:stretch>
        </p:blipFill>
        <p:spPr>
          <a:xfrm>
            <a:off x="2714854" y="2893162"/>
            <a:ext cx="285293" cy="285293"/>
          </a:xfrm>
          <a:prstGeom prst="rect">
            <a:avLst/>
          </a:prstGeom>
        </p:spPr>
      </p:pic>
      <p:sp>
        <p:nvSpPr>
          <p:cNvPr id="21" name="Text 17"/>
          <p:cNvSpPr txBox="1"/>
          <p:nvPr/>
        </p:nvSpPr>
        <p:spPr>
          <a:xfrm>
            <a:off x="2176272" y="3346704"/>
            <a:ext cx="1362456" cy="530352"/>
          </a:xfrm>
          <a:prstGeom prst="rect">
            <a:avLst/>
          </a:prstGeom>
          <a:noFill/>
          <a:ln/>
        </p:spPr>
        <p:txBody>
          <a:bodyPr wrap="square" lIns="0" tIns="0" rIns="0" bIns="0" rtlCol="0" anchor="ctr"/>
          <a:lstStyle/>
          <a:p>
            <a:pPr algn="ctr" indent="0" marL="0">
              <a:buNone/>
            </a:pPr>
            <a:r>
              <a:rPr lang="en-US" sz="1500" b="1" dirty="0">
                <a:solidFill>
                  <a:schemeClr val="accent1"/>
                </a:solidFill>
              </a:rPr>
              <a:t>− n</a:t>
            </a:r>
            <a:endParaRPr lang="en-US" sz="1500" dirty="0"/>
          </a:p>
          <a:p>
            <a:pPr algn="ctr" indent="0" marL="0">
              <a:buNone/>
            </a:pPr>
            <a:r>
              <a:rPr lang="en-US" sz="1500" b="1" strike="sngStrike" dirty="0">
                <a:solidFill>
                  <a:schemeClr val="accent6"/>
                </a:solidFill>
              </a:rPr>
              <a:t>− en</a:t>
            </a:r>
            <a:endParaRPr lang="en-US" sz="1500" dirty="0"/>
          </a:p>
        </p:txBody>
      </p:sp>
      <p:sp>
        <p:nvSpPr>
          <p:cNvPr id="22" name="Shape 18"/>
          <p:cNvSpPr/>
          <p:nvPr/>
        </p:nvSpPr>
        <p:spPr>
          <a:xfrm>
            <a:off x="1883664" y="3602736"/>
            <a:ext cx="164592" cy="914"/>
          </a:xfrm>
          <a:prstGeom prst="line">
            <a:avLst/>
          </a:prstGeom>
          <a:noFill/>
          <a:ln w="31750">
            <a:solidFill>
              <a:srgbClr val="D9700F"/>
            </a:solidFill>
            <a:prstDash val="solid"/>
            <a:tailEnd type="triangle"/>
          </a:ln>
        </p:spPr>
      </p:sp>
      <p:sp>
        <p:nvSpPr>
          <p:cNvPr id="23" name="Shape 19"/>
          <p:cNvSpPr/>
          <p:nvPr/>
        </p:nvSpPr>
        <p:spPr>
          <a:xfrm>
            <a:off x="3666744" y="3602736"/>
            <a:ext cx="164592" cy="914"/>
          </a:xfrm>
          <a:prstGeom prst="line">
            <a:avLst/>
          </a:prstGeom>
          <a:noFill/>
          <a:ln w="31750">
            <a:solidFill>
              <a:srgbClr val="D9700F"/>
            </a:solidFill>
            <a:prstDash val="solid"/>
            <a:tailEnd type="triangle"/>
          </a:ln>
        </p:spPr>
      </p:sp>
      <p:sp>
        <p:nvSpPr>
          <p:cNvPr id="24" name="Shape 20"/>
          <p:cNvSpPr/>
          <p:nvPr/>
        </p:nvSpPr>
        <p:spPr>
          <a:xfrm>
            <a:off x="3886200" y="3191256"/>
            <a:ext cx="1280160" cy="822960"/>
          </a:xfrm>
          <a:prstGeom prst="roundRect">
            <a:avLst>
              <a:gd name="adj" fmla="val 11111"/>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886200" y="3191256"/>
            <a:ext cx="12801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GA</a:t>
            </a:r>
            <a:endParaRPr lang="en-US" sz="3000" dirty="0"/>
          </a:p>
        </p:txBody>
      </p:sp>
      <p:sp>
        <p:nvSpPr>
          <p:cNvPr id="26" name="Shape 22"/>
          <p:cNvSpPr/>
          <p:nvPr/>
        </p:nvSpPr>
        <p:spPr>
          <a:xfrm>
            <a:off x="4892040" y="3008376"/>
            <a:ext cx="384048" cy="384048"/>
          </a:xfrm>
          <a:prstGeom prst="ellipse">
            <a:avLst/>
          </a:prstGeom>
          <a:solidFill>
            <a:srgbClr val="FFFFFF"/>
          </a:solidFill>
          <a:ln w="19050">
            <a:solidFill>
              <a:srgbClr val="2E7D4F"/>
            </a:solidFill>
            <a:prstDash val="solid"/>
          </a:ln>
        </p:spPr>
      </p:sp>
      <p:pic>
        <p:nvPicPr>
          <p:cNvPr id="27" name="Image 1" descr="Check">    </p:cNvPr>
          <p:cNvPicPr>
            <a:picLocks noChangeAspect="1"/>
          </p:cNvPicPr>
          <p:nvPr/>
        </p:nvPicPr>
        <p:blipFill>
          <a:blip r:embed="rId2"/>
          <a:stretch>
            <a:fillRect/>
          </a:stretch>
        </p:blipFill>
        <p:spPr>
          <a:xfrm>
            <a:off x="4974336" y="3090672"/>
            <a:ext cx="219456" cy="219456"/>
          </a:xfrm>
          <a:prstGeom prst="rect">
            <a:avLst/>
          </a:prstGeom>
        </p:spPr>
      </p:pic>
      <p:pic>
        <p:nvPicPr>
          <p:cNvPr id="28" name="Image 2" descr="DoorOpen">    </p:cNvPr>
          <p:cNvPicPr>
            <a:picLocks noChangeAspect="1"/>
          </p:cNvPicPr>
          <p:nvPr/>
        </p:nvPicPr>
        <p:blipFill>
          <a:blip r:embed="rId3"/>
          <a:stretch>
            <a:fillRect/>
          </a:stretch>
        </p:blipFill>
        <p:spPr>
          <a:xfrm>
            <a:off x="594360" y="4727448"/>
            <a:ext cx="594360" cy="594360"/>
          </a:xfrm>
          <a:prstGeom prst="rect">
            <a:avLst/>
          </a:prstGeom>
        </p:spPr>
      </p:pic>
      <p:sp>
        <p:nvSpPr>
          <p:cNvPr id="29" name="Shape 23"/>
          <p:cNvSpPr/>
          <p:nvPr/>
        </p:nvSpPr>
        <p:spPr>
          <a:xfrm>
            <a:off x="1417320" y="4544568"/>
            <a:ext cx="1463040" cy="914"/>
          </a:xfrm>
          <a:prstGeom prst="line">
            <a:avLst/>
          </a:prstGeom>
          <a:noFill/>
          <a:ln w="25400">
            <a:solidFill>
              <a:srgbClr val="17375E"/>
            </a:solidFill>
            <a:prstDash val="solid"/>
          </a:ln>
        </p:spPr>
      </p:sp>
      <p:sp>
        <p:nvSpPr>
          <p:cNvPr id="30" name="Shape 24"/>
          <p:cNvSpPr/>
          <p:nvPr/>
        </p:nvSpPr>
        <p:spPr>
          <a:xfrm>
            <a:off x="1417320" y="5458968"/>
            <a:ext cx="1463040" cy="914"/>
          </a:xfrm>
          <a:prstGeom prst="line">
            <a:avLst/>
          </a:prstGeom>
          <a:noFill/>
          <a:ln w="25400">
            <a:solidFill>
              <a:srgbClr val="17375E"/>
            </a:solidFill>
            <a:prstDash val="solid"/>
          </a:ln>
        </p:spPr>
      </p:sp>
      <p:sp>
        <p:nvSpPr>
          <p:cNvPr id="31" name="Shape 25"/>
          <p:cNvSpPr/>
          <p:nvPr/>
        </p:nvSpPr>
        <p:spPr>
          <a:xfrm>
            <a:off x="1417320" y="4544568"/>
            <a:ext cx="914" cy="914400"/>
          </a:xfrm>
          <a:prstGeom prst="line">
            <a:avLst/>
          </a:prstGeom>
          <a:noFill/>
          <a:ln w="25400">
            <a:solidFill>
              <a:srgbClr val="17375E"/>
            </a:solidFill>
            <a:prstDash val="solid"/>
          </a:ln>
        </p:spPr>
      </p:sp>
      <p:sp>
        <p:nvSpPr>
          <p:cNvPr id="32" name="Text 26"/>
          <p:cNvSpPr txBox="1"/>
          <p:nvPr/>
        </p:nvSpPr>
        <p:spPr>
          <a:xfrm>
            <a:off x="1417320" y="4544568"/>
            <a:ext cx="1463040"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mj-lt" pitchFamily="34" charset="0"/>
                <a:ea typeface="+mj-lt" pitchFamily="34" charset="-122"/>
                <a:cs typeface="+mj-lt" pitchFamily="34" charset="-120"/>
              </a:rPr>
              <a:t>G</a:t>
            </a:r>
            <a:r>
              <a:rPr lang="en-US" sz="4000" b="1" dirty="0">
                <a:solidFill>
                  <a:schemeClr val="accent3"/>
                </a:solidFill>
                <a:latin typeface="+mj-lt" pitchFamily="34" charset="0"/>
                <a:ea typeface="+mj-lt" pitchFamily="34" charset="-122"/>
                <a:cs typeface="+mj-lt" pitchFamily="34" charset="-120"/>
              </a:rPr>
              <a:t>A</a:t>
            </a:r>
            <a:endParaRPr lang="en-US" sz="4000" dirty="0"/>
          </a:p>
        </p:txBody>
      </p:sp>
      <p:sp>
        <p:nvSpPr>
          <p:cNvPr id="33" name="Shape 27"/>
          <p:cNvSpPr/>
          <p:nvPr/>
        </p:nvSpPr>
        <p:spPr>
          <a:xfrm>
            <a:off x="2331720" y="5641848"/>
            <a:ext cx="914400" cy="914"/>
          </a:xfrm>
          <a:prstGeom prst="line">
            <a:avLst/>
          </a:prstGeom>
          <a:noFill/>
          <a:ln w="31750">
            <a:solidFill>
              <a:srgbClr val="2E7D4F"/>
            </a:solidFill>
            <a:prstDash val="solid"/>
            <a:tailEnd type="triangle"/>
          </a:ln>
        </p:spPr>
      </p:sp>
      <p:sp>
        <p:nvSpPr>
          <p:cNvPr id="34" name="Text 28"/>
          <p:cNvSpPr txBox="1"/>
          <p:nvPr/>
        </p:nvSpPr>
        <p:spPr>
          <a:xfrm>
            <a:off x="3063240" y="4498848"/>
            <a:ext cx="2103120" cy="1005840"/>
          </a:xfrm>
          <a:prstGeom prst="rect">
            <a:avLst/>
          </a:prstGeom>
          <a:noFill/>
          <a:ln/>
        </p:spPr>
        <p:txBody>
          <a:bodyPr wrap="square" lIns="0" tIns="0" rIns="0" bIns="0" rtlCol="0" anchor="ctr"/>
          <a:lstStyle/>
          <a:p>
            <a:pPr algn="l" indent="0" marL="0">
              <a:spcAft>
                <a:spcPts val="200"/>
              </a:spcAft>
              <a:buNone/>
            </a:pPr>
            <a:r>
              <a:rPr lang="en-US" sz="1600" dirty="0">
                <a:solidFill>
                  <a:schemeClr val="accent3"/>
                </a:solidFill>
              </a:rPr>
              <a:t>porte </a:t>
            </a:r>
            <a:r>
              <a:rPr lang="en-US" sz="1600" b="1" dirty="0">
                <a:solidFill>
                  <a:schemeClr val="accent3"/>
                </a:solidFill>
              </a:rPr>
              <a:t>ouverte</a:t>
            </a:r>
            <a:endParaRPr lang="en-US" sz="1600" dirty="0"/>
          </a:p>
          <a:p>
            <a:pPr algn="l" indent="0" marL="0">
              <a:spcAft>
                <a:spcPts val="200"/>
              </a:spcAft>
              <a:buNone/>
            </a:pPr>
            <a:r>
              <a:rPr lang="en-US" sz="1600" dirty="0">
                <a:solidFill>
                  <a:schemeClr val="accent3"/>
                </a:solidFill>
              </a:rPr>
              <a:t>→ son </a:t>
            </a:r>
            <a:r>
              <a:rPr lang="en-US" sz="1600" b="1" dirty="0">
                <a:solidFill>
                  <a:schemeClr val="accent3"/>
                </a:solidFill>
              </a:rPr>
              <a:t>long</a:t>
            </a:r>
            <a:r>
              <a:rPr lang="en-US" sz="1600" dirty="0">
                <a:solidFill>
                  <a:schemeClr val="accent3"/>
                </a:solidFill>
              </a:rPr>
              <a:t> avec un seul </a:t>
            </a:r>
            <a:r>
              <a:rPr lang="en-US" sz="1600" i="1" dirty="0">
                <a:solidFill>
                  <a:schemeClr val="accent3"/>
                </a:solidFill>
              </a:rPr>
              <a:t>a</a:t>
            </a:r>
            <a:endParaRPr lang="en-US" sz="1600" dirty="0"/>
          </a:p>
        </p:txBody>
      </p:sp>
      <p:sp>
        <p:nvSpPr>
          <p:cNvPr id="35" name="Text 29"/>
          <p:cNvSpPr txBox="1"/>
          <p:nvPr/>
        </p:nvSpPr>
        <p:spPr>
          <a:xfrm>
            <a:off x="548640" y="5779008"/>
            <a:ext cx="4617720" cy="292608"/>
          </a:xfrm>
          <a:prstGeom prst="rect">
            <a:avLst/>
          </a:prstGeom>
          <a:noFill/>
          <a:ln/>
        </p:spPr>
        <p:txBody>
          <a:bodyPr wrap="square" lIns="0" tIns="0" rIns="0" bIns="0" rtlCol="0" anchor="t"/>
          <a:lstStyle/>
          <a:p>
            <a:pPr algn="ctr" indent="0" marL="0">
              <a:buNone/>
            </a:pPr>
            <a:r>
              <a:rPr lang="en-US" sz="1400" i="1" dirty="0">
                <a:solidFill>
                  <a:schemeClr val="accent5"/>
                </a:solidFill>
              </a:rPr>
              <a:t>la voyelle est en fin de mot</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40680" y="1554480"/>
          <a:ext cx="6199632" cy="914400"/>
        </p:xfrm>
        <a:graphic>
          <a:graphicData uri="http://schemas.openxmlformats.org/drawingml/2006/table">
            <a:tbl>
              <a:tblPr/>
              <a:tblGrid>
                <a:gridCol w="2286000"/>
                <a:gridCol w="1051560"/>
                <a:gridCol w="1417320"/>
                <a:gridCol w="1444752"/>
              </a:tblGrid>
              <a:tr h="50292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jij · u · hij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731520">
                <a:tc>
                  <a:txBody>
                    <a:bodyPr/>
                    <a:lstStyle/>
                    <a:p>
                      <a:pPr algn="l" indent="0" marL="0">
                        <a:buNone/>
                      </a:pPr>
                      <a:r>
                        <a:rPr lang="en-US" sz="2000" b="1" dirty="0">
                          <a:solidFill>
                            <a:schemeClr val="tx1"/>
                          </a:solidFill>
                        </a:rPr>
                        <a:t>gaan</a:t>
                      </a:r>
                      <a:r>
                        <a:rPr lang="en-US" sz="2000" dirty="0">
                          <a:solidFill>
                            <a:schemeClr val="tx1"/>
                          </a:solidFill>
                        </a:rPr>
                        <a:t> </a:t>
                      </a:r>
                      <a:r>
                        <a:rPr lang="en-US" sz="2000" i="1" dirty="0">
                          <a:solidFill>
                            <a:schemeClr val="tx1"/>
                          </a:solidFill>
                        </a:rPr>
                        <a:t>(aller)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gaan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staan</a:t>
                      </a:r>
                      <a:r>
                        <a:rPr lang="en-US" sz="2000" dirty="0">
                          <a:solidFill>
                            <a:schemeClr val="tx1"/>
                          </a:solidFill>
                        </a:rPr>
                        <a:t> </a:t>
                      </a:r>
                      <a:r>
                        <a:rPr lang="en-US" sz="2000" i="1" dirty="0">
                          <a:solidFill>
                            <a:schemeClr val="tx1"/>
                          </a:solidFill>
                        </a:rPr>
                        <a:t>(être debout)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staan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slaan</a:t>
                      </a:r>
                      <a:r>
                        <a:rPr lang="en-US" sz="2000" dirty="0">
                          <a:solidFill>
                            <a:schemeClr val="tx1"/>
                          </a:solidFill>
                        </a:rPr>
                        <a:t> </a:t>
                      </a:r>
                      <a:r>
                        <a:rPr lang="en-US" sz="2000" i="1" dirty="0">
                          <a:solidFill>
                            <a:schemeClr val="tx1"/>
                          </a:solidFill>
                        </a:rPr>
                        <a:t>(frapper)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slaan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zien</a:t>
                      </a:r>
                      <a:r>
                        <a:rPr lang="en-US" sz="2000" dirty="0">
                          <a:solidFill>
                            <a:schemeClr val="tx1"/>
                          </a:solidFill>
                        </a:rPr>
                        <a:t> </a:t>
                      </a:r>
                      <a:r>
                        <a:rPr lang="en-US" sz="2000" i="1" dirty="0">
                          <a:solidFill>
                            <a:schemeClr val="tx1"/>
                          </a:solidFill>
                        </a:rPr>
                        <a:t>(voir)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zien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doen</a:t>
                      </a:r>
                      <a:r>
                        <a:rPr lang="en-US" sz="2000" dirty="0">
                          <a:solidFill>
                            <a:schemeClr val="tx1"/>
                          </a:solidFill>
                        </a:rPr>
                        <a:t> </a:t>
                      </a:r>
                      <a:r>
                        <a:rPr lang="en-US" sz="2000" i="1" dirty="0">
                          <a:solidFill>
                            <a:schemeClr val="tx1"/>
                          </a:solidFill>
                        </a:rPr>
                        <a:t>(faire)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doen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bl>
          </a:graphicData>
        </a:graphic>
      </p:graphicFrame>
      <p:sp>
        <p:nvSpPr>
          <p:cNvPr id="37" name="Text 30"/>
          <p:cNvSpPr txBox="1"/>
          <p:nvPr/>
        </p:nvSpPr>
        <p:spPr>
          <a:xfrm>
            <a:off x="5440680" y="5806440"/>
            <a:ext cx="6199632" cy="457200"/>
          </a:xfrm>
          <a:prstGeom prst="rect">
            <a:avLst/>
          </a:prstGeom>
          <a:noFill/>
          <a:ln/>
        </p:spPr>
        <p:txBody>
          <a:bodyPr wrap="square" lIns="0" tIns="0" rIns="0" bIns="0" rtlCol="0" anchor="ctr"/>
          <a:lstStyle/>
          <a:p>
            <a:pPr algn="l" indent="0" marL="0">
              <a:buNone/>
            </a:pPr>
            <a:r>
              <a:rPr lang="en-US" sz="1400" i="1" dirty="0">
                <a:solidFill>
                  <a:schemeClr val="accent5"/>
                </a:solidFill>
              </a:rPr>
              <a:t>Les 3 bandes de la carte : </a:t>
            </a:r>
            <a:r>
              <a:rPr lang="en-US" sz="1400" i="1" dirty="0">
                <a:solidFill>
                  <a:schemeClr val="accent5"/>
                </a:solidFill>
              </a:rPr>
              <a:t>ik</a:t>
            </a:r>
            <a:r>
              <a:rPr lang="en-US" sz="1400" i="1" dirty="0">
                <a:solidFill>
                  <a:schemeClr val="accent5"/>
                </a:solidFill>
              </a:rPr>
              <a:t> = radical · </a:t>
            </a:r>
            <a:r>
              <a:rPr lang="en-US" sz="1400" i="1" dirty="0">
                <a:solidFill>
                  <a:schemeClr val="accent5"/>
                </a:solidFill>
              </a:rPr>
              <a:t>jij, u, hij</a:t>
            </a:r>
            <a:r>
              <a:rPr lang="en-US" sz="1400" i="1" dirty="0">
                <a:solidFill>
                  <a:schemeClr val="accent5"/>
                </a:solidFill>
              </a:rPr>
              <a:t> = radical + </a:t>
            </a:r>
            <a:r>
              <a:rPr lang="en-US" sz="1400" b="1" i="1" dirty="0">
                <a:solidFill>
                  <a:schemeClr val="accent1"/>
                </a:solidFill>
              </a:rPr>
              <a:t>t</a:t>
            </a:r>
            <a:r>
              <a:rPr lang="en-US" sz="1400" i="1" dirty="0">
                <a:solidFill>
                  <a:schemeClr val="accent5"/>
                </a:solidFill>
              </a:rPr>
              <a:t> · pluriel = infinitif</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galerie des 5 verbes (archive corrigée)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2072030" cy="4480560"/>
          </a:xfrm>
          <a:prstGeom prst="roundRect">
            <a:avLst>
              <a:gd name="adj" fmla="val 3530"/>
            </a:avLst>
          </a:prstGeom>
          <a:solidFill>
            <a:srgbClr val="FFFFFF"/>
          </a:solidFill>
          <a:ln w="12700">
            <a:solidFill>
              <a:srgbClr val="D5DCE6"/>
            </a:solidFill>
            <a:prstDash val="solid"/>
          </a:ln>
        </p:spPr>
      </p:sp>
      <p:sp>
        <p:nvSpPr>
          <p:cNvPr id="6" name="Shape 3"/>
          <p:cNvSpPr/>
          <p:nvPr/>
        </p:nvSpPr>
        <p:spPr>
          <a:xfrm>
            <a:off x="77724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7724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slaan</a:t>
            </a:r>
            <a:endParaRPr lang="en-US" sz="2100" dirty="0"/>
          </a:p>
        </p:txBody>
      </p:sp>
      <p:pic>
        <p:nvPicPr>
          <p:cNvPr id="8" name="Image 0" descr="oncoming fist">    </p:cNvPr>
          <p:cNvPicPr>
            <a:picLocks noChangeAspect="1"/>
          </p:cNvPicPr>
          <p:nvPr/>
        </p:nvPicPr>
        <p:blipFill>
          <a:blip r:embed="rId1"/>
          <a:stretch>
            <a:fillRect/>
          </a:stretch>
        </p:blipFill>
        <p:spPr>
          <a:xfrm>
            <a:off x="1118311" y="2066544"/>
            <a:ext cx="932688" cy="932688"/>
          </a:xfrm>
          <a:prstGeom prst="rect">
            <a:avLst/>
          </a:prstGeom>
        </p:spPr>
      </p:pic>
      <p:sp>
        <p:nvSpPr>
          <p:cNvPr id="9" name="Text 5"/>
          <p:cNvSpPr/>
          <p:nvPr/>
        </p:nvSpPr>
        <p:spPr>
          <a:xfrm>
            <a:off x="944575"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10" name="Text 6"/>
          <p:cNvSpPr txBox="1"/>
          <p:nvPr/>
        </p:nvSpPr>
        <p:spPr>
          <a:xfrm>
            <a:off x="59436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sla</a:t>
            </a:r>
            <a:endParaRPr lang="en-US" sz="1900" dirty="0"/>
          </a:p>
        </p:txBody>
      </p:sp>
      <p:sp>
        <p:nvSpPr>
          <p:cNvPr id="11" name="Shape 7"/>
          <p:cNvSpPr/>
          <p:nvPr/>
        </p:nvSpPr>
        <p:spPr>
          <a:xfrm>
            <a:off x="658368" y="3922776"/>
            <a:ext cx="1852574" cy="914"/>
          </a:xfrm>
          <a:prstGeom prst="line">
            <a:avLst/>
          </a:prstGeom>
          <a:noFill/>
          <a:ln w="9525">
            <a:solidFill>
              <a:srgbClr val="D5DCE6"/>
            </a:solidFill>
            <a:prstDash val="solid"/>
          </a:ln>
        </p:spPr>
      </p:sp>
      <p:sp>
        <p:nvSpPr>
          <p:cNvPr id="12" name="Text 8"/>
          <p:cNvSpPr txBox="1"/>
          <p:nvPr/>
        </p:nvSpPr>
        <p:spPr>
          <a:xfrm>
            <a:off x="59436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slaa</a:t>
            </a:r>
            <a:r>
              <a:rPr lang="en-US" sz="1900" b="1" dirty="0">
                <a:solidFill>
                  <a:schemeClr val="accent1"/>
                </a:solidFill>
              </a:rPr>
              <a:t>t</a:t>
            </a:r>
            <a:endParaRPr lang="en-US" sz="1900" dirty="0"/>
          </a:p>
        </p:txBody>
      </p:sp>
      <p:sp>
        <p:nvSpPr>
          <p:cNvPr id="13" name="Shape 9"/>
          <p:cNvSpPr/>
          <p:nvPr/>
        </p:nvSpPr>
        <p:spPr>
          <a:xfrm>
            <a:off x="60350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14" name="Shape 10"/>
          <p:cNvSpPr/>
          <p:nvPr/>
        </p:nvSpPr>
        <p:spPr>
          <a:xfrm>
            <a:off x="658368" y="4389120"/>
            <a:ext cx="1852574" cy="914"/>
          </a:xfrm>
          <a:prstGeom prst="line">
            <a:avLst/>
          </a:prstGeom>
          <a:noFill/>
          <a:ln w="9525">
            <a:solidFill>
              <a:srgbClr val="D5DCE6"/>
            </a:solidFill>
            <a:prstDash val="solid"/>
          </a:ln>
        </p:spPr>
      </p:sp>
      <p:sp>
        <p:nvSpPr>
          <p:cNvPr id="15" name="Text 11"/>
          <p:cNvSpPr txBox="1"/>
          <p:nvPr/>
        </p:nvSpPr>
        <p:spPr>
          <a:xfrm>
            <a:off x="59436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 je?</a:t>
            </a:r>
            <a:endParaRPr lang="en-US" sz="1900" dirty="0"/>
          </a:p>
        </p:txBody>
      </p:sp>
      <p:sp>
        <p:nvSpPr>
          <p:cNvPr id="16" name="Shape 12"/>
          <p:cNvSpPr/>
          <p:nvPr/>
        </p:nvSpPr>
        <p:spPr>
          <a:xfrm>
            <a:off x="658368" y="4855464"/>
            <a:ext cx="1852574" cy="914"/>
          </a:xfrm>
          <a:prstGeom prst="line">
            <a:avLst/>
          </a:prstGeom>
          <a:noFill/>
          <a:ln w="9525">
            <a:solidFill>
              <a:srgbClr val="D5DCE6"/>
            </a:solidFill>
            <a:prstDash val="solid"/>
          </a:ln>
        </p:spPr>
      </p:sp>
      <p:sp>
        <p:nvSpPr>
          <p:cNvPr id="17" name="Text 13"/>
          <p:cNvSpPr txBox="1"/>
          <p:nvPr/>
        </p:nvSpPr>
        <p:spPr>
          <a:xfrm>
            <a:off x="59436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slaa</a:t>
            </a:r>
            <a:r>
              <a:rPr lang="en-US" sz="1900" b="1" dirty="0">
                <a:solidFill>
                  <a:schemeClr val="accent1"/>
                </a:solidFill>
              </a:rPr>
              <a:t>t</a:t>
            </a:r>
            <a:endParaRPr lang="en-US" sz="1900" dirty="0"/>
          </a:p>
        </p:txBody>
      </p:sp>
      <p:sp>
        <p:nvSpPr>
          <p:cNvPr id="18" name="Shape 14"/>
          <p:cNvSpPr/>
          <p:nvPr/>
        </p:nvSpPr>
        <p:spPr>
          <a:xfrm>
            <a:off x="60350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19" name="Shape 15"/>
          <p:cNvSpPr/>
          <p:nvPr/>
        </p:nvSpPr>
        <p:spPr>
          <a:xfrm>
            <a:off x="658368" y="5321808"/>
            <a:ext cx="1852574" cy="914"/>
          </a:xfrm>
          <a:prstGeom prst="line">
            <a:avLst/>
          </a:prstGeom>
          <a:noFill/>
          <a:ln w="9525">
            <a:solidFill>
              <a:srgbClr val="D5DCE6"/>
            </a:solidFill>
            <a:prstDash val="solid"/>
          </a:ln>
        </p:spPr>
      </p:sp>
      <p:sp>
        <p:nvSpPr>
          <p:cNvPr id="20" name="Text 16"/>
          <p:cNvSpPr txBox="1"/>
          <p:nvPr/>
        </p:nvSpPr>
        <p:spPr>
          <a:xfrm>
            <a:off x="59436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Slaat u?</a:t>
            </a:r>
            <a:endParaRPr lang="en-US" sz="1900" dirty="0"/>
          </a:p>
        </p:txBody>
      </p:sp>
      <p:sp>
        <p:nvSpPr>
          <p:cNvPr id="21" name="Shape 17"/>
          <p:cNvSpPr/>
          <p:nvPr/>
        </p:nvSpPr>
        <p:spPr>
          <a:xfrm>
            <a:off x="658368" y="5788152"/>
            <a:ext cx="1852574" cy="914"/>
          </a:xfrm>
          <a:prstGeom prst="line">
            <a:avLst/>
          </a:prstGeom>
          <a:noFill/>
          <a:ln w="9525">
            <a:solidFill>
              <a:srgbClr val="D5DCE6"/>
            </a:solidFill>
            <a:prstDash val="solid"/>
          </a:ln>
        </p:spPr>
      </p:sp>
      <p:sp>
        <p:nvSpPr>
          <p:cNvPr id="22" name="Text 18"/>
          <p:cNvSpPr txBox="1"/>
          <p:nvPr/>
        </p:nvSpPr>
        <p:spPr>
          <a:xfrm>
            <a:off x="59436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slaan</a:t>
            </a:r>
            <a:endParaRPr lang="en-US" sz="1900" dirty="0"/>
          </a:p>
        </p:txBody>
      </p:sp>
      <p:sp>
        <p:nvSpPr>
          <p:cNvPr id="23" name="Shape 19"/>
          <p:cNvSpPr/>
          <p:nvPr/>
        </p:nvSpPr>
        <p:spPr>
          <a:xfrm>
            <a:off x="2803550" y="1783080"/>
            <a:ext cx="2072030" cy="4480560"/>
          </a:xfrm>
          <a:prstGeom prst="roundRect">
            <a:avLst>
              <a:gd name="adj" fmla="val 3530"/>
            </a:avLst>
          </a:prstGeom>
          <a:solidFill>
            <a:srgbClr val="FFFFFF"/>
          </a:solidFill>
          <a:ln w="12700">
            <a:solidFill>
              <a:srgbClr val="D5DCE6"/>
            </a:solidFill>
            <a:prstDash val="solid"/>
          </a:ln>
        </p:spPr>
      </p:sp>
      <p:sp>
        <p:nvSpPr>
          <p:cNvPr id="24" name="Shape 20"/>
          <p:cNvSpPr/>
          <p:nvPr/>
        </p:nvSpPr>
        <p:spPr>
          <a:xfrm>
            <a:off x="303215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03215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lezen</a:t>
            </a:r>
            <a:endParaRPr lang="en-US" sz="2100" dirty="0"/>
          </a:p>
        </p:txBody>
      </p:sp>
      <p:pic>
        <p:nvPicPr>
          <p:cNvPr id="26" name="Image 1" descr="open book">    </p:cNvPr>
          <p:cNvPicPr>
            <a:picLocks noChangeAspect="1"/>
          </p:cNvPicPr>
          <p:nvPr/>
        </p:nvPicPr>
        <p:blipFill>
          <a:blip r:embed="rId2"/>
          <a:stretch>
            <a:fillRect/>
          </a:stretch>
        </p:blipFill>
        <p:spPr>
          <a:xfrm>
            <a:off x="3373222" y="2066544"/>
            <a:ext cx="932688" cy="932688"/>
          </a:xfrm>
          <a:prstGeom prst="rect">
            <a:avLst/>
          </a:prstGeom>
        </p:spPr>
      </p:pic>
      <p:sp>
        <p:nvSpPr>
          <p:cNvPr id="27" name="Text 22"/>
          <p:cNvSpPr/>
          <p:nvPr/>
        </p:nvSpPr>
        <p:spPr>
          <a:xfrm>
            <a:off x="319948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① z → s</a:t>
            </a:r>
            <a:endParaRPr lang="en-US" sz="1200" dirty="0"/>
          </a:p>
        </p:txBody>
      </p:sp>
      <p:sp>
        <p:nvSpPr>
          <p:cNvPr id="28" name="Text 23"/>
          <p:cNvSpPr txBox="1"/>
          <p:nvPr/>
        </p:nvSpPr>
        <p:spPr>
          <a:xfrm>
            <a:off x="284927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lees</a:t>
            </a:r>
            <a:endParaRPr lang="en-US" sz="1900" dirty="0"/>
          </a:p>
        </p:txBody>
      </p:sp>
      <p:sp>
        <p:nvSpPr>
          <p:cNvPr id="29" name="Shape 24"/>
          <p:cNvSpPr/>
          <p:nvPr/>
        </p:nvSpPr>
        <p:spPr>
          <a:xfrm>
            <a:off x="2913278" y="3922776"/>
            <a:ext cx="1852574" cy="914"/>
          </a:xfrm>
          <a:prstGeom prst="line">
            <a:avLst/>
          </a:prstGeom>
          <a:noFill/>
          <a:ln w="9525">
            <a:solidFill>
              <a:srgbClr val="D5DCE6"/>
            </a:solidFill>
            <a:prstDash val="solid"/>
          </a:ln>
        </p:spPr>
      </p:sp>
      <p:sp>
        <p:nvSpPr>
          <p:cNvPr id="30" name="Text 25"/>
          <p:cNvSpPr txBox="1"/>
          <p:nvPr/>
        </p:nvSpPr>
        <p:spPr>
          <a:xfrm>
            <a:off x="284927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lees</a:t>
            </a:r>
            <a:r>
              <a:rPr lang="en-US" sz="1900" b="1" dirty="0">
                <a:solidFill>
                  <a:schemeClr val="accent1"/>
                </a:solidFill>
              </a:rPr>
              <a:t>t</a:t>
            </a:r>
            <a:endParaRPr lang="en-US" sz="1900" dirty="0"/>
          </a:p>
        </p:txBody>
      </p:sp>
      <p:sp>
        <p:nvSpPr>
          <p:cNvPr id="31" name="Shape 26"/>
          <p:cNvSpPr/>
          <p:nvPr/>
        </p:nvSpPr>
        <p:spPr>
          <a:xfrm>
            <a:off x="285841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32" name="Shape 27"/>
          <p:cNvSpPr/>
          <p:nvPr/>
        </p:nvSpPr>
        <p:spPr>
          <a:xfrm>
            <a:off x="2913278" y="4389120"/>
            <a:ext cx="1852574" cy="914"/>
          </a:xfrm>
          <a:prstGeom prst="line">
            <a:avLst/>
          </a:prstGeom>
          <a:noFill/>
          <a:ln w="9525">
            <a:solidFill>
              <a:srgbClr val="D5DCE6"/>
            </a:solidFill>
            <a:prstDash val="solid"/>
          </a:ln>
        </p:spPr>
      </p:sp>
      <p:sp>
        <p:nvSpPr>
          <p:cNvPr id="33" name="Text 28"/>
          <p:cNvSpPr txBox="1"/>
          <p:nvPr/>
        </p:nvSpPr>
        <p:spPr>
          <a:xfrm>
            <a:off x="284927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 je?</a:t>
            </a:r>
            <a:endParaRPr lang="en-US" sz="1900" dirty="0"/>
          </a:p>
        </p:txBody>
      </p:sp>
      <p:sp>
        <p:nvSpPr>
          <p:cNvPr id="34" name="Shape 29"/>
          <p:cNvSpPr/>
          <p:nvPr/>
        </p:nvSpPr>
        <p:spPr>
          <a:xfrm>
            <a:off x="2913278" y="4855464"/>
            <a:ext cx="1852574" cy="914"/>
          </a:xfrm>
          <a:prstGeom prst="line">
            <a:avLst/>
          </a:prstGeom>
          <a:noFill/>
          <a:ln w="9525">
            <a:solidFill>
              <a:srgbClr val="D5DCE6"/>
            </a:solidFill>
            <a:prstDash val="solid"/>
          </a:ln>
        </p:spPr>
      </p:sp>
      <p:sp>
        <p:nvSpPr>
          <p:cNvPr id="35" name="Text 30"/>
          <p:cNvSpPr txBox="1"/>
          <p:nvPr/>
        </p:nvSpPr>
        <p:spPr>
          <a:xfrm>
            <a:off x="284927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lees</a:t>
            </a:r>
            <a:r>
              <a:rPr lang="en-US" sz="1900" b="1" dirty="0">
                <a:solidFill>
                  <a:schemeClr val="accent1"/>
                </a:solidFill>
              </a:rPr>
              <a:t>t</a:t>
            </a:r>
            <a:endParaRPr lang="en-US" sz="1900" dirty="0"/>
          </a:p>
        </p:txBody>
      </p:sp>
      <p:sp>
        <p:nvSpPr>
          <p:cNvPr id="36" name="Shape 31"/>
          <p:cNvSpPr/>
          <p:nvPr/>
        </p:nvSpPr>
        <p:spPr>
          <a:xfrm>
            <a:off x="285841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37" name="Shape 32"/>
          <p:cNvSpPr/>
          <p:nvPr/>
        </p:nvSpPr>
        <p:spPr>
          <a:xfrm>
            <a:off x="2913278" y="5321808"/>
            <a:ext cx="1852574" cy="914"/>
          </a:xfrm>
          <a:prstGeom prst="line">
            <a:avLst/>
          </a:prstGeom>
          <a:noFill/>
          <a:ln w="9525">
            <a:solidFill>
              <a:srgbClr val="D5DCE6"/>
            </a:solidFill>
            <a:prstDash val="solid"/>
          </a:ln>
        </p:spPr>
      </p:sp>
      <p:sp>
        <p:nvSpPr>
          <p:cNvPr id="38" name="Text 33"/>
          <p:cNvSpPr txBox="1"/>
          <p:nvPr/>
        </p:nvSpPr>
        <p:spPr>
          <a:xfrm>
            <a:off x="284927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Leest u?</a:t>
            </a:r>
            <a:endParaRPr lang="en-US" sz="1900" dirty="0"/>
          </a:p>
        </p:txBody>
      </p:sp>
      <p:sp>
        <p:nvSpPr>
          <p:cNvPr id="39" name="Shape 34"/>
          <p:cNvSpPr/>
          <p:nvPr/>
        </p:nvSpPr>
        <p:spPr>
          <a:xfrm>
            <a:off x="2913278" y="5788152"/>
            <a:ext cx="1852574" cy="914"/>
          </a:xfrm>
          <a:prstGeom prst="line">
            <a:avLst/>
          </a:prstGeom>
          <a:noFill/>
          <a:ln w="9525">
            <a:solidFill>
              <a:srgbClr val="D5DCE6"/>
            </a:solidFill>
            <a:prstDash val="solid"/>
          </a:ln>
        </p:spPr>
      </p:sp>
      <p:sp>
        <p:nvSpPr>
          <p:cNvPr id="40" name="Text 35"/>
          <p:cNvSpPr txBox="1"/>
          <p:nvPr/>
        </p:nvSpPr>
        <p:spPr>
          <a:xfrm>
            <a:off x="284927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lezen</a:t>
            </a:r>
            <a:endParaRPr lang="en-US" sz="1900" dirty="0"/>
          </a:p>
        </p:txBody>
      </p:sp>
      <p:sp>
        <p:nvSpPr>
          <p:cNvPr id="41" name="Shape 36"/>
          <p:cNvSpPr/>
          <p:nvPr/>
        </p:nvSpPr>
        <p:spPr>
          <a:xfrm>
            <a:off x="5058461" y="1783080"/>
            <a:ext cx="2072030" cy="4480560"/>
          </a:xfrm>
          <a:prstGeom prst="roundRect">
            <a:avLst>
              <a:gd name="adj" fmla="val 3530"/>
            </a:avLst>
          </a:prstGeom>
          <a:solidFill>
            <a:srgbClr val="FFFFFF"/>
          </a:solidFill>
          <a:ln w="12700">
            <a:solidFill>
              <a:srgbClr val="D5DCE6"/>
            </a:solidFill>
            <a:prstDash val="solid"/>
          </a:ln>
        </p:spPr>
      </p:sp>
      <p:sp>
        <p:nvSpPr>
          <p:cNvPr id="42" name="Shape 37"/>
          <p:cNvSpPr/>
          <p:nvPr/>
        </p:nvSpPr>
        <p:spPr>
          <a:xfrm>
            <a:off x="528706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43" name="Text 38"/>
          <p:cNvSpPr txBox="1"/>
          <p:nvPr/>
        </p:nvSpPr>
        <p:spPr>
          <a:xfrm>
            <a:off x="528706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drijven</a:t>
            </a:r>
            <a:endParaRPr lang="en-US" sz="2100" dirty="0"/>
          </a:p>
        </p:txBody>
      </p:sp>
      <p:pic>
        <p:nvPicPr>
          <p:cNvPr id="44" name="Image 2" descr="duck">    </p:cNvPr>
          <p:cNvPicPr>
            <a:picLocks noChangeAspect="1"/>
          </p:cNvPicPr>
          <p:nvPr/>
        </p:nvPicPr>
        <p:blipFill>
          <a:blip r:embed="rId3"/>
          <a:stretch>
            <a:fillRect/>
          </a:stretch>
        </p:blipFill>
        <p:spPr>
          <a:xfrm>
            <a:off x="5765292" y="2103120"/>
            <a:ext cx="658368" cy="658368"/>
          </a:xfrm>
          <a:prstGeom prst="rect">
            <a:avLst/>
          </a:prstGeom>
        </p:spPr>
      </p:pic>
      <p:pic>
        <p:nvPicPr>
          <p:cNvPr id="45" name="Image 3" descr="Water">    </p:cNvPr>
          <p:cNvPicPr>
            <a:picLocks noChangeAspect="1"/>
          </p:cNvPicPr>
          <p:nvPr/>
        </p:nvPicPr>
        <p:blipFill>
          <a:blip r:embed="rId4"/>
          <a:stretch>
            <a:fillRect/>
          </a:stretch>
        </p:blipFill>
        <p:spPr>
          <a:xfrm>
            <a:off x="5911596" y="2606040"/>
            <a:ext cx="365760" cy="365760"/>
          </a:xfrm>
          <a:prstGeom prst="rect">
            <a:avLst/>
          </a:prstGeom>
        </p:spPr>
      </p:pic>
      <p:sp>
        <p:nvSpPr>
          <p:cNvPr id="46" name="Text 39"/>
          <p:cNvSpPr/>
          <p:nvPr/>
        </p:nvSpPr>
        <p:spPr>
          <a:xfrm>
            <a:off x="545439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② v → f</a:t>
            </a:r>
            <a:endParaRPr lang="en-US" sz="1200" dirty="0"/>
          </a:p>
        </p:txBody>
      </p:sp>
      <p:sp>
        <p:nvSpPr>
          <p:cNvPr id="47" name="Text 40"/>
          <p:cNvSpPr txBox="1"/>
          <p:nvPr/>
        </p:nvSpPr>
        <p:spPr>
          <a:xfrm>
            <a:off x="510418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drijf</a:t>
            </a:r>
            <a:endParaRPr lang="en-US" sz="1900" dirty="0"/>
          </a:p>
        </p:txBody>
      </p:sp>
      <p:sp>
        <p:nvSpPr>
          <p:cNvPr id="48" name="Shape 41"/>
          <p:cNvSpPr/>
          <p:nvPr/>
        </p:nvSpPr>
        <p:spPr>
          <a:xfrm>
            <a:off x="5168189" y="3922776"/>
            <a:ext cx="1852574" cy="914"/>
          </a:xfrm>
          <a:prstGeom prst="line">
            <a:avLst/>
          </a:prstGeom>
          <a:noFill/>
          <a:ln w="9525">
            <a:solidFill>
              <a:srgbClr val="D5DCE6"/>
            </a:solidFill>
            <a:prstDash val="solid"/>
          </a:ln>
        </p:spPr>
      </p:sp>
      <p:sp>
        <p:nvSpPr>
          <p:cNvPr id="49" name="Text 42"/>
          <p:cNvSpPr txBox="1"/>
          <p:nvPr/>
        </p:nvSpPr>
        <p:spPr>
          <a:xfrm>
            <a:off x="510418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drijf</a:t>
            </a:r>
            <a:r>
              <a:rPr lang="en-US" sz="1900" b="1" dirty="0">
                <a:solidFill>
                  <a:schemeClr val="accent1"/>
                </a:solidFill>
              </a:rPr>
              <a:t>t</a:t>
            </a:r>
            <a:endParaRPr lang="en-US" sz="1900" dirty="0"/>
          </a:p>
        </p:txBody>
      </p:sp>
      <p:sp>
        <p:nvSpPr>
          <p:cNvPr id="50" name="Shape 43"/>
          <p:cNvSpPr/>
          <p:nvPr/>
        </p:nvSpPr>
        <p:spPr>
          <a:xfrm>
            <a:off x="511332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51" name="Shape 44"/>
          <p:cNvSpPr/>
          <p:nvPr/>
        </p:nvSpPr>
        <p:spPr>
          <a:xfrm>
            <a:off x="5168189" y="4389120"/>
            <a:ext cx="1852574" cy="914"/>
          </a:xfrm>
          <a:prstGeom prst="line">
            <a:avLst/>
          </a:prstGeom>
          <a:noFill/>
          <a:ln w="9525">
            <a:solidFill>
              <a:srgbClr val="D5DCE6"/>
            </a:solidFill>
            <a:prstDash val="solid"/>
          </a:ln>
        </p:spPr>
      </p:sp>
      <p:sp>
        <p:nvSpPr>
          <p:cNvPr id="52" name="Text 45"/>
          <p:cNvSpPr txBox="1"/>
          <p:nvPr/>
        </p:nvSpPr>
        <p:spPr>
          <a:xfrm>
            <a:off x="510418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 je?</a:t>
            </a:r>
            <a:endParaRPr lang="en-US" sz="1900" dirty="0"/>
          </a:p>
        </p:txBody>
      </p:sp>
      <p:sp>
        <p:nvSpPr>
          <p:cNvPr id="53" name="Shape 46"/>
          <p:cNvSpPr/>
          <p:nvPr/>
        </p:nvSpPr>
        <p:spPr>
          <a:xfrm>
            <a:off x="5168189" y="4855464"/>
            <a:ext cx="1852574" cy="914"/>
          </a:xfrm>
          <a:prstGeom prst="line">
            <a:avLst/>
          </a:prstGeom>
          <a:noFill/>
          <a:ln w="9525">
            <a:solidFill>
              <a:srgbClr val="D5DCE6"/>
            </a:solidFill>
            <a:prstDash val="solid"/>
          </a:ln>
        </p:spPr>
      </p:sp>
      <p:sp>
        <p:nvSpPr>
          <p:cNvPr id="54" name="Text 47"/>
          <p:cNvSpPr txBox="1"/>
          <p:nvPr/>
        </p:nvSpPr>
        <p:spPr>
          <a:xfrm>
            <a:off x="510418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drijf</a:t>
            </a:r>
            <a:r>
              <a:rPr lang="en-US" sz="1900" b="1" dirty="0">
                <a:solidFill>
                  <a:schemeClr val="accent1"/>
                </a:solidFill>
              </a:rPr>
              <a:t>t</a:t>
            </a:r>
            <a:endParaRPr lang="en-US" sz="1900" dirty="0"/>
          </a:p>
        </p:txBody>
      </p:sp>
      <p:sp>
        <p:nvSpPr>
          <p:cNvPr id="55" name="Shape 48"/>
          <p:cNvSpPr/>
          <p:nvPr/>
        </p:nvSpPr>
        <p:spPr>
          <a:xfrm>
            <a:off x="511332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56" name="Shape 49"/>
          <p:cNvSpPr/>
          <p:nvPr/>
        </p:nvSpPr>
        <p:spPr>
          <a:xfrm>
            <a:off x="5168189" y="5321808"/>
            <a:ext cx="1852574" cy="914"/>
          </a:xfrm>
          <a:prstGeom prst="line">
            <a:avLst/>
          </a:prstGeom>
          <a:noFill/>
          <a:ln w="9525">
            <a:solidFill>
              <a:srgbClr val="D5DCE6"/>
            </a:solidFill>
            <a:prstDash val="solid"/>
          </a:ln>
        </p:spPr>
      </p:sp>
      <p:sp>
        <p:nvSpPr>
          <p:cNvPr id="57" name="Text 50"/>
          <p:cNvSpPr txBox="1"/>
          <p:nvPr/>
        </p:nvSpPr>
        <p:spPr>
          <a:xfrm>
            <a:off x="510418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Drijft u?</a:t>
            </a:r>
            <a:endParaRPr lang="en-US" sz="1900" dirty="0"/>
          </a:p>
        </p:txBody>
      </p:sp>
      <p:sp>
        <p:nvSpPr>
          <p:cNvPr id="58" name="Shape 51"/>
          <p:cNvSpPr/>
          <p:nvPr/>
        </p:nvSpPr>
        <p:spPr>
          <a:xfrm>
            <a:off x="5168189" y="5788152"/>
            <a:ext cx="1852574" cy="914"/>
          </a:xfrm>
          <a:prstGeom prst="line">
            <a:avLst/>
          </a:prstGeom>
          <a:noFill/>
          <a:ln w="9525">
            <a:solidFill>
              <a:srgbClr val="D5DCE6"/>
            </a:solidFill>
            <a:prstDash val="solid"/>
          </a:ln>
        </p:spPr>
      </p:sp>
      <p:sp>
        <p:nvSpPr>
          <p:cNvPr id="59" name="Text 52"/>
          <p:cNvSpPr txBox="1"/>
          <p:nvPr/>
        </p:nvSpPr>
        <p:spPr>
          <a:xfrm>
            <a:off x="510418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drijven</a:t>
            </a:r>
            <a:endParaRPr lang="en-US" sz="1900" dirty="0"/>
          </a:p>
        </p:txBody>
      </p:sp>
      <p:sp>
        <p:nvSpPr>
          <p:cNvPr id="60" name="Shape 53"/>
          <p:cNvSpPr/>
          <p:nvPr/>
        </p:nvSpPr>
        <p:spPr>
          <a:xfrm>
            <a:off x="7313371" y="1783080"/>
            <a:ext cx="2072030" cy="4480560"/>
          </a:xfrm>
          <a:prstGeom prst="roundRect">
            <a:avLst>
              <a:gd name="adj" fmla="val 3530"/>
            </a:avLst>
          </a:prstGeom>
          <a:solidFill>
            <a:srgbClr val="FFFFFF"/>
          </a:solidFill>
          <a:ln w="12700">
            <a:solidFill>
              <a:srgbClr val="D5DCE6"/>
            </a:solidFill>
            <a:prstDash val="solid"/>
          </a:ln>
        </p:spPr>
      </p:sp>
      <p:sp>
        <p:nvSpPr>
          <p:cNvPr id="61" name="Shape 54"/>
          <p:cNvSpPr/>
          <p:nvPr/>
        </p:nvSpPr>
        <p:spPr>
          <a:xfrm>
            <a:off x="754197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62" name="Text 55"/>
          <p:cNvSpPr txBox="1"/>
          <p:nvPr/>
        </p:nvSpPr>
        <p:spPr>
          <a:xfrm>
            <a:off x="754197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praten</a:t>
            </a:r>
            <a:endParaRPr lang="en-US" sz="2100" dirty="0"/>
          </a:p>
        </p:txBody>
      </p:sp>
      <p:pic>
        <p:nvPicPr>
          <p:cNvPr id="63" name="Image 4" descr="speaking head">    </p:cNvPr>
          <p:cNvPicPr>
            <a:picLocks noChangeAspect="1"/>
          </p:cNvPicPr>
          <p:nvPr/>
        </p:nvPicPr>
        <p:blipFill>
          <a:blip r:embed="rId5"/>
          <a:stretch>
            <a:fillRect/>
          </a:stretch>
        </p:blipFill>
        <p:spPr>
          <a:xfrm>
            <a:off x="7883042" y="2066544"/>
            <a:ext cx="932688" cy="932688"/>
          </a:xfrm>
          <a:prstGeom prst="rect">
            <a:avLst/>
          </a:prstGeom>
        </p:spPr>
      </p:pic>
      <p:sp>
        <p:nvSpPr>
          <p:cNvPr id="64" name="Text 56"/>
          <p:cNvSpPr/>
          <p:nvPr/>
        </p:nvSpPr>
        <p:spPr>
          <a:xfrm>
            <a:off x="770930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③ -t</a:t>
            </a:r>
            <a:endParaRPr lang="en-US" sz="1200" dirty="0"/>
          </a:p>
        </p:txBody>
      </p:sp>
      <p:sp>
        <p:nvSpPr>
          <p:cNvPr id="65" name="Text 57"/>
          <p:cNvSpPr txBox="1"/>
          <p:nvPr/>
        </p:nvSpPr>
        <p:spPr>
          <a:xfrm>
            <a:off x="735909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praat</a:t>
            </a:r>
            <a:endParaRPr lang="en-US" sz="1900" dirty="0"/>
          </a:p>
        </p:txBody>
      </p:sp>
      <p:sp>
        <p:nvSpPr>
          <p:cNvPr id="66" name="Shape 58"/>
          <p:cNvSpPr/>
          <p:nvPr/>
        </p:nvSpPr>
        <p:spPr>
          <a:xfrm>
            <a:off x="7423099" y="3922776"/>
            <a:ext cx="1852574" cy="914"/>
          </a:xfrm>
          <a:prstGeom prst="line">
            <a:avLst/>
          </a:prstGeom>
          <a:noFill/>
          <a:ln w="9525">
            <a:solidFill>
              <a:srgbClr val="D5DCE6"/>
            </a:solidFill>
            <a:prstDash val="solid"/>
          </a:ln>
        </p:spPr>
      </p:sp>
      <p:sp>
        <p:nvSpPr>
          <p:cNvPr id="67" name="Text 59"/>
          <p:cNvSpPr txBox="1"/>
          <p:nvPr/>
        </p:nvSpPr>
        <p:spPr>
          <a:xfrm>
            <a:off x="735909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praat</a:t>
            </a:r>
            <a:endParaRPr lang="en-US" sz="1900" dirty="0"/>
          </a:p>
        </p:txBody>
      </p:sp>
      <p:sp>
        <p:nvSpPr>
          <p:cNvPr id="68" name="Shape 60"/>
          <p:cNvSpPr/>
          <p:nvPr/>
        </p:nvSpPr>
        <p:spPr>
          <a:xfrm>
            <a:off x="736823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69" name="Shape 61"/>
          <p:cNvSpPr/>
          <p:nvPr/>
        </p:nvSpPr>
        <p:spPr>
          <a:xfrm>
            <a:off x="7423099" y="4389120"/>
            <a:ext cx="1852574" cy="914"/>
          </a:xfrm>
          <a:prstGeom prst="line">
            <a:avLst/>
          </a:prstGeom>
          <a:noFill/>
          <a:ln w="9525">
            <a:solidFill>
              <a:srgbClr val="D5DCE6"/>
            </a:solidFill>
            <a:prstDash val="solid"/>
          </a:ln>
        </p:spPr>
      </p:sp>
      <p:sp>
        <p:nvSpPr>
          <p:cNvPr id="70" name="Text 62"/>
          <p:cNvSpPr txBox="1"/>
          <p:nvPr/>
        </p:nvSpPr>
        <p:spPr>
          <a:xfrm>
            <a:off x="735909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je?</a:t>
            </a:r>
            <a:endParaRPr lang="en-US" sz="1900" dirty="0"/>
          </a:p>
        </p:txBody>
      </p:sp>
      <p:sp>
        <p:nvSpPr>
          <p:cNvPr id="71" name="Shape 63"/>
          <p:cNvSpPr/>
          <p:nvPr/>
        </p:nvSpPr>
        <p:spPr>
          <a:xfrm>
            <a:off x="7423099" y="4855464"/>
            <a:ext cx="1852574" cy="914"/>
          </a:xfrm>
          <a:prstGeom prst="line">
            <a:avLst/>
          </a:prstGeom>
          <a:noFill/>
          <a:ln w="9525">
            <a:solidFill>
              <a:srgbClr val="D5DCE6"/>
            </a:solidFill>
            <a:prstDash val="solid"/>
          </a:ln>
        </p:spPr>
      </p:sp>
      <p:sp>
        <p:nvSpPr>
          <p:cNvPr id="72" name="Text 64"/>
          <p:cNvSpPr txBox="1"/>
          <p:nvPr/>
        </p:nvSpPr>
        <p:spPr>
          <a:xfrm>
            <a:off x="735909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praat</a:t>
            </a:r>
            <a:endParaRPr lang="en-US" sz="1900" dirty="0"/>
          </a:p>
        </p:txBody>
      </p:sp>
      <p:sp>
        <p:nvSpPr>
          <p:cNvPr id="73" name="Shape 65"/>
          <p:cNvSpPr/>
          <p:nvPr/>
        </p:nvSpPr>
        <p:spPr>
          <a:xfrm>
            <a:off x="736823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74" name="Shape 66"/>
          <p:cNvSpPr/>
          <p:nvPr/>
        </p:nvSpPr>
        <p:spPr>
          <a:xfrm>
            <a:off x="7423099" y="5321808"/>
            <a:ext cx="1852574" cy="914"/>
          </a:xfrm>
          <a:prstGeom prst="line">
            <a:avLst/>
          </a:prstGeom>
          <a:noFill/>
          <a:ln w="9525">
            <a:solidFill>
              <a:srgbClr val="D5DCE6"/>
            </a:solidFill>
            <a:prstDash val="solid"/>
          </a:ln>
        </p:spPr>
      </p:sp>
      <p:sp>
        <p:nvSpPr>
          <p:cNvPr id="75" name="Text 67"/>
          <p:cNvSpPr txBox="1"/>
          <p:nvPr/>
        </p:nvSpPr>
        <p:spPr>
          <a:xfrm>
            <a:off x="735909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u?</a:t>
            </a:r>
            <a:endParaRPr lang="en-US" sz="1900" dirty="0"/>
          </a:p>
        </p:txBody>
      </p:sp>
      <p:sp>
        <p:nvSpPr>
          <p:cNvPr id="76" name="Shape 68"/>
          <p:cNvSpPr/>
          <p:nvPr/>
        </p:nvSpPr>
        <p:spPr>
          <a:xfrm>
            <a:off x="7423099" y="5788152"/>
            <a:ext cx="1852574" cy="914"/>
          </a:xfrm>
          <a:prstGeom prst="line">
            <a:avLst/>
          </a:prstGeom>
          <a:noFill/>
          <a:ln w="9525">
            <a:solidFill>
              <a:srgbClr val="D5DCE6"/>
            </a:solidFill>
            <a:prstDash val="solid"/>
          </a:ln>
        </p:spPr>
      </p:sp>
      <p:sp>
        <p:nvSpPr>
          <p:cNvPr id="77" name="Text 69"/>
          <p:cNvSpPr txBox="1"/>
          <p:nvPr/>
        </p:nvSpPr>
        <p:spPr>
          <a:xfrm>
            <a:off x="735909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praten</a:t>
            </a:r>
            <a:endParaRPr lang="en-US" sz="1900" dirty="0"/>
          </a:p>
        </p:txBody>
      </p:sp>
      <p:sp>
        <p:nvSpPr>
          <p:cNvPr id="78" name="Shape 70"/>
          <p:cNvSpPr/>
          <p:nvPr/>
        </p:nvSpPr>
        <p:spPr>
          <a:xfrm>
            <a:off x="9568282" y="1783080"/>
            <a:ext cx="2072030" cy="4480560"/>
          </a:xfrm>
          <a:prstGeom prst="roundRect">
            <a:avLst>
              <a:gd name="adj" fmla="val 3530"/>
            </a:avLst>
          </a:prstGeom>
          <a:solidFill>
            <a:srgbClr val="FFFFFF"/>
          </a:solidFill>
          <a:ln w="12700">
            <a:solidFill>
              <a:srgbClr val="D5DCE6"/>
            </a:solidFill>
            <a:prstDash val="solid"/>
          </a:ln>
        </p:spPr>
      </p:sp>
      <p:sp>
        <p:nvSpPr>
          <p:cNvPr id="79" name="Shape 71"/>
          <p:cNvSpPr/>
          <p:nvPr/>
        </p:nvSpPr>
        <p:spPr>
          <a:xfrm>
            <a:off x="9796882"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80" name="Text 72"/>
          <p:cNvSpPr txBox="1"/>
          <p:nvPr/>
        </p:nvSpPr>
        <p:spPr>
          <a:xfrm>
            <a:off x="9796882"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zien</a:t>
            </a:r>
            <a:endParaRPr lang="en-US" sz="2100" dirty="0"/>
          </a:p>
        </p:txBody>
      </p:sp>
      <p:pic>
        <p:nvPicPr>
          <p:cNvPr id="81" name="Image 5" descr="eyes">    </p:cNvPr>
          <p:cNvPicPr>
            <a:picLocks noChangeAspect="1"/>
          </p:cNvPicPr>
          <p:nvPr/>
        </p:nvPicPr>
        <p:blipFill>
          <a:blip r:embed="rId6"/>
          <a:stretch>
            <a:fillRect/>
          </a:stretch>
        </p:blipFill>
        <p:spPr>
          <a:xfrm>
            <a:off x="10137953" y="2066544"/>
            <a:ext cx="932688" cy="932688"/>
          </a:xfrm>
          <a:prstGeom prst="rect">
            <a:avLst/>
          </a:prstGeom>
        </p:spPr>
      </p:pic>
      <p:sp>
        <p:nvSpPr>
          <p:cNvPr id="82" name="Text 73"/>
          <p:cNvSpPr/>
          <p:nvPr/>
        </p:nvSpPr>
        <p:spPr>
          <a:xfrm>
            <a:off x="9964217"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83" name="Text 74"/>
          <p:cNvSpPr txBox="1"/>
          <p:nvPr/>
        </p:nvSpPr>
        <p:spPr>
          <a:xfrm>
            <a:off x="9614002"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zie</a:t>
            </a:r>
            <a:endParaRPr lang="en-US" sz="1900" dirty="0"/>
          </a:p>
        </p:txBody>
      </p:sp>
      <p:sp>
        <p:nvSpPr>
          <p:cNvPr id="84" name="Shape 75"/>
          <p:cNvSpPr/>
          <p:nvPr/>
        </p:nvSpPr>
        <p:spPr>
          <a:xfrm>
            <a:off x="9678010" y="3922776"/>
            <a:ext cx="1852574" cy="914"/>
          </a:xfrm>
          <a:prstGeom prst="line">
            <a:avLst/>
          </a:prstGeom>
          <a:noFill/>
          <a:ln w="9525">
            <a:solidFill>
              <a:srgbClr val="D5DCE6"/>
            </a:solidFill>
            <a:prstDash val="solid"/>
          </a:ln>
        </p:spPr>
      </p:sp>
      <p:sp>
        <p:nvSpPr>
          <p:cNvPr id="85" name="Text 76"/>
          <p:cNvSpPr txBox="1"/>
          <p:nvPr/>
        </p:nvSpPr>
        <p:spPr>
          <a:xfrm>
            <a:off x="9614002"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zie</a:t>
            </a:r>
            <a:r>
              <a:rPr lang="en-US" sz="1900" b="1" dirty="0">
                <a:solidFill>
                  <a:schemeClr val="accent1"/>
                </a:solidFill>
              </a:rPr>
              <a:t>t</a:t>
            </a:r>
            <a:endParaRPr lang="en-US" sz="1900" dirty="0"/>
          </a:p>
        </p:txBody>
      </p:sp>
      <p:sp>
        <p:nvSpPr>
          <p:cNvPr id="86" name="Shape 77"/>
          <p:cNvSpPr/>
          <p:nvPr/>
        </p:nvSpPr>
        <p:spPr>
          <a:xfrm>
            <a:off x="9623146"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87" name="Shape 78"/>
          <p:cNvSpPr/>
          <p:nvPr/>
        </p:nvSpPr>
        <p:spPr>
          <a:xfrm>
            <a:off x="9678010" y="4389120"/>
            <a:ext cx="1852574" cy="914"/>
          </a:xfrm>
          <a:prstGeom prst="line">
            <a:avLst/>
          </a:prstGeom>
          <a:noFill/>
          <a:ln w="9525">
            <a:solidFill>
              <a:srgbClr val="D5DCE6"/>
            </a:solidFill>
            <a:prstDash val="solid"/>
          </a:ln>
        </p:spPr>
      </p:sp>
      <p:sp>
        <p:nvSpPr>
          <p:cNvPr id="88" name="Text 79"/>
          <p:cNvSpPr txBox="1"/>
          <p:nvPr/>
        </p:nvSpPr>
        <p:spPr>
          <a:xfrm>
            <a:off x="9614002"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 je?</a:t>
            </a:r>
            <a:endParaRPr lang="en-US" sz="1900" dirty="0"/>
          </a:p>
        </p:txBody>
      </p:sp>
      <p:sp>
        <p:nvSpPr>
          <p:cNvPr id="89" name="Shape 80"/>
          <p:cNvSpPr/>
          <p:nvPr/>
        </p:nvSpPr>
        <p:spPr>
          <a:xfrm>
            <a:off x="9678010" y="4855464"/>
            <a:ext cx="1852574" cy="914"/>
          </a:xfrm>
          <a:prstGeom prst="line">
            <a:avLst/>
          </a:prstGeom>
          <a:noFill/>
          <a:ln w="9525">
            <a:solidFill>
              <a:srgbClr val="D5DCE6"/>
            </a:solidFill>
            <a:prstDash val="solid"/>
          </a:ln>
        </p:spPr>
      </p:sp>
      <p:sp>
        <p:nvSpPr>
          <p:cNvPr id="90" name="Text 81"/>
          <p:cNvSpPr txBox="1"/>
          <p:nvPr/>
        </p:nvSpPr>
        <p:spPr>
          <a:xfrm>
            <a:off x="9614002"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zie</a:t>
            </a:r>
            <a:r>
              <a:rPr lang="en-US" sz="1900" b="1" dirty="0">
                <a:solidFill>
                  <a:schemeClr val="accent1"/>
                </a:solidFill>
              </a:rPr>
              <a:t>t</a:t>
            </a:r>
            <a:endParaRPr lang="en-US" sz="1900" dirty="0"/>
          </a:p>
        </p:txBody>
      </p:sp>
      <p:sp>
        <p:nvSpPr>
          <p:cNvPr id="91" name="Shape 82"/>
          <p:cNvSpPr/>
          <p:nvPr/>
        </p:nvSpPr>
        <p:spPr>
          <a:xfrm>
            <a:off x="9623146"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92" name="Shape 83"/>
          <p:cNvSpPr/>
          <p:nvPr/>
        </p:nvSpPr>
        <p:spPr>
          <a:xfrm>
            <a:off x="9678010" y="5321808"/>
            <a:ext cx="1852574" cy="914"/>
          </a:xfrm>
          <a:prstGeom prst="line">
            <a:avLst/>
          </a:prstGeom>
          <a:noFill/>
          <a:ln w="9525">
            <a:solidFill>
              <a:srgbClr val="D5DCE6"/>
            </a:solidFill>
            <a:prstDash val="solid"/>
          </a:ln>
        </p:spPr>
      </p:sp>
      <p:sp>
        <p:nvSpPr>
          <p:cNvPr id="93" name="Text 84"/>
          <p:cNvSpPr txBox="1"/>
          <p:nvPr/>
        </p:nvSpPr>
        <p:spPr>
          <a:xfrm>
            <a:off x="9614002"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Ziet u?</a:t>
            </a:r>
            <a:endParaRPr lang="en-US" sz="1900" dirty="0"/>
          </a:p>
        </p:txBody>
      </p:sp>
      <p:sp>
        <p:nvSpPr>
          <p:cNvPr id="94" name="Shape 85"/>
          <p:cNvSpPr/>
          <p:nvPr/>
        </p:nvSpPr>
        <p:spPr>
          <a:xfrm>
            <a:off x="9678010" y="5788152"/>
            <a:ext cx="1852574" cy="914"/>
          </a:xfrm>
          <a:prstGeom prst="line">
            <a:avLst/>
          </a:prstGeom>
          <a:noFill/>
          <a:ln w="9525">
            <a:solidFill>
              <a:srgbClr val="D5DCE6"/>
            </a:solidFill>
            <a:prstDash val="solid"/>
          </a:ln>
        </p:spPr>
      </p:sp>
      <p:sp>
        <p:nvSpPr>
          <p:cNvPr id="95" name="Text 86"/>
          <p:cNvSpPr txBox="1"/>
          <p:nvPr/>
        </p:nvSpPr>
        <p:spPr>
          <a:xfrm>
            <a:off x="9614002"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zien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vrais irréguliers — à apprendre par cœur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965960" cy="4709160"/>
          </a:xfrm>
          <a:prstGeom prst="roundRect">
            <a:avLst>
              <a:gd name="adj" fmla="val 3721"/>
            </a:avLst>
          </a:prstGeom>
          <a:solidFill>
            <a:schemeClr val="bg2"/>
          </a:solidFill>
          <a:ln w="12700">
            <a:solidFill>
              <a:srgbClr val="D5DCE6"/>
            </a:solidFill>
            <a:prstDash val="solid"/>
          </a:ln>
        </p:spPr>
      </p:sp>
      <p:sp>
        <p:nvSpPr>
          <p:cNvPr id="6" name="Shape 3"/>
          <p:cNvSpPr/>
          <p:nvPr/>
        </p:nvSpPr>
        <p:spPr>
          <a:xfrm>
            <a:off x="1188720" y="1691640"/>
            <a:ext cx="685800" cy="685800"/>
          </a:xfrm>
          <a:prstGeom prst="ellipse">
            <a:avLst/>
          </a:prstGeom>
          <a:solidFill>
            <a:schemeClr val="accent1"/>
          </a:solidFill>
          <a:ln w="12700">
            <a:solidFill>
              <a:srgbClr val="FFFFFF">
                <a:alpha val="0"/>
              </a:srgbClr>
            </a:solidFill>
            <a:prstDash val="solid"/>
          </a:ln>
        </p:spPr>
      </p:sp>
      <p:pic>
        <p:nvPicPr>
          <p:cNvPr id="7" name="Image 0" descr="Star">    </p:cNvPr>
          <p:cNvPicPr>
            <a:picLocks noChangeAspect="1"/>
          </p:cNvPicPr>
          <p:nvPr/>
        </p:nvPicPr>
        <p:blipFill>
          <a:blip r:embed="rId1"/>
          <a:stretch>
            <a:fillRect/>
          </a:stretch>
        </p:blipFill>
        <p:spPr>
          <a:xfrm>
            <a:off x="1353312" y="1856232"/>
            <a:ext cx="356616" cy="356616"/>
          </a:xfrm>
          <a:prstGeom prst="rect">
            <a:avLst/>
          </a:prstGeom>
        </p:spPr>
      </p:pic>
      <p:sp>
        <p:nvSpPr>
          <p:cNvPr id="8" name="Text 4"/>
          <p:cNvSpPr txBox="1"/>
          <p:nvPr/>
        </p:nvSpPr>
        <p:spPr>
          <a:xfrm>
            <a:off x="640080" y="2450592"/>
            <a:ext cx="1783080" cy="365760"/>
          </a:xfrm>
          <a:prstGeom prst="rect">
            <a:avLst/>
          </a:prstGeom>
          <a:noFill/>
          <a:ln/>
        </p:spPr>
        <p:txBody>
          <a:bodyPr wrap="square" lIns="0" tIns="0" rIns="0" bIns="0" rtlCol="0" anchor="t"/>
          <a:lstStyle/>
          <a:p>
            <a:pPr algn="ctr" indent="0" marL="0">
              <a:buNone/>
            </a:pPr>
            <a:r>
              <a:rPr lang="en-US" sz="1600" b="1" dirty="0">
                <a:solidFill>
                  <a:schemeClr val="accent5"/>
                </a:solidFill>
              </a:rPr>
              <a:t>Rappel (M2)</a:t>
            </a:r>
            <a:endParaRPr lang="en-US" sz="1600" dirty="0"/>
          </a:p>
        </p:txBody>
      </p:sp>
      <p:sp>
        <p:nvSpPr>
          <p:cNvPr id="9" name="Text 5"/>
          <p:cNvSpPr txBox="1"/>
          <p:nvPr/>
        </p:nvSpPr>
        <p:spPr>
          <a:xfrm>
            <a:off x="685800" y="2880360"/>
            <a:ext cx="1691640" cy="3200400"/>
          </a:xfrm>
          <a:prstGeom prst="rect">
            <a:avLst/>
          </a:prstGeom>
          <a:noFill/>
          <a:ln/>
        </p:spPr>
        <p:txBody>
          <a:bodyPr wrap="square" lIns="0" tIns="0" rIns="0" bIns="0" rtlCol="0" anchor="ctr"/>
          <a:lstStyle/>
          <a:p>
            <a:pPr algn="ctr" indent="0" marL="0">
              <a:spcAft>
                <a:spcPts val="400"/>
              </a:spcAft>
              <a:buNone/>
            </a:pPr>
            <a:r>
              <a:rPr lang="en-US" sz="1800" b="1" i="1" dirty="0">
                <a:solidFill>
                  <a:schemeClr val="tx1"/>
                </a:solidFill>
              </a:rPr>
              <a:t>zijn</a:t>
            </a:r>
            <a:endParaRPr lang="en-US" sz="1800" dirty="0"/>
          </a:p>
          <a:p>
            <a:pPr algn="ctr" indent="0" marL="0">
              <a:spcAft>
                <a:spcPts val="400"/>
              </a:spcAft>
              <a:buNone/>
            </a:pPr>
            <a:r>
              <a:rPr lang="en-US" sz="1800" i="1" dirty="0">
                <a:solidFill>
                  <a:schemeClr val="tx1"/>
                </a:solidFill>
              </a:rPr>
              <a:t>ben, bent, is, zijn</a:t>
            </a:r>
            <a:endParaRPr lang="en-US" sz="1800" dirty="0"/>
          </a:p>
          <a:p>
            <a:pPr algn="ctr" indent="0" marL="0">
              <a:spcAft>
                <a:spcPts val="400"/>
              </a:spcAft>
              <a:buNone/>
            </a:pPr>
            <a:r>
              <a:rPr lang="en-US" sz="1800" b="1" i="1" dirty="0">
                <a:solidFill>
                  <a:schemeClr val="tx1"/>
                </a:solidFill>
              </a:rPr>
              <a:t>hebben</a:t>
            </a:r>
            <a:endParaRPr lang="en-US" sz="1800" dirty="0"/>
          </a:p>
          <a:p>
            <a:pPr algn="ctr" indent="0" marL="0">
              <a:spcAft>
                <a:spcPts val="400"/>
              </a:spcAft>
              <a:buNone/>
            </a:pPr>
            <a:r>
              <a:rPr lang="en-US" sz="1800" i="1" dirty="0">
                <a:solidFill>
                  <a:schemeClr val="tx1"/>
                </a:solidFill>
              </a:rPr>
              <a:t>heb, hebt, heeft, hebben</a:t>
            </a:r>
            <a:endParaRPr lang="en-US" sz="1800" dirty="0"/>
          </a:p>
        </p:txBody>
      </p:sp>
      <p:sp>
        <p:nvSpPr>
          <p:cNvPr id="10" name="Shape 6"/>
          <p:cNvSpPr/>
          <p:nvPr/>
        </p:nvSpPr>
        <p:spPr>
          <a:xfrm>
            <a:off x="274320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2852928" y="1645920"/>
            <a:ext cx="457200" cy="457200"/>
          </a:xfrm>
          <a:prstGeom prst="ellipse">
            <a:avLst/>
          </a:prstGeom>
          <a:solidFill>
            <a:schemeClr val="accent2"/>
          </a:solidFill>
          <a:ln w="12700">
            <a:solidFill>
              <a:srgbClr val="FFFFFF">
                <a:alpha val="0"/>
              </a:srgbClr>
            </a:solidFill>
            <a:prstDash val="solid"/>
          </a:ln>
        </p:spPr>
      </p:sp>
      <p:pic>
        <p:nvPicPr>
          <p:cNvPr id="12" name="Image 1" descr="MuscleUp">    </p:cNvPr>
          <p:cNvPicPr>
            <a:picLocks noChangeAspect="1"/>
          </p:cNvPicPr>
          <p:nvPr/>
        </p:nvPicPr>
        <p:blipFill>
          <a:blip r:embed="rId2"/>
          <a:stretch>
            <a:fillRect/>
          </a:stretch>
        </p:blipFill>
        <p:spPr>
          <a:xfrm>
            <a:off x="2962656" y="1755648"/>
            <a:ext cx="237744" cy="237744"/>
          </a:xfrm>
          <a:prstGeom prst="rect">
            <a:avLst/>
          </a:prstGeom>
        </p:spPr>
      </p:pic>
      <p:sp>
        <p:nvSpPr>
          <p:cNvPr id="13" name="Text 8"/>
          <p:cNvSpPr txBox="1"/>
          <p:nvPr/>
        </p:nvSpPr>
        <p:spPr>
          <a:xfrm>
            <a:off x="338328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kunnen</a:t>
            </a:r>
            <a:endParaRPr lang="en-US" sz="2100" dirty="0"/>
          </a:p>
        </p:txBody>
      </p:sp>
      <p:sp>
        <p:nvSpPr>
          <p:cNvPr id="14" name="Text 9"/>
          <p:cNvSpPr txBox="1"/>
          <p:nvPr/>
        </p:nvSpPr>
        <p:spPr>
          <a:xfrm>
            <a:off x="285292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pouvoir, savoir</a:t>
            </a:r>
            <a:endParaRPr lang="en-US" sz="1400" dirty="0"/>
          </a:p>
        </p:txBody>
      </p:sp>
      <p:sp>
        <p:nvSpPr>
          <p:cNvPr id="15" name="Shape 10"/>
          <p:cNvSpPr/>
          <p:nvPr/>
        </p:nvSpPr>
        <p:spPr>
          <a:xfrm>
            <a:off x="2779776" y="2514600"/>
            <a:ext cx="2011680" cy="918972"/>
          </a:xfrm>
          <a:prstGeom prst="rect">
            <a:avLst/>
          </a:prstGeom>
          <a:solidFill>
            <a:srgbClr val="FFFFFF"/>
          </a:solidFill>
          <a:ln w="12700">
            <a:solidFill>
              <a:srgbClr val="FFFFFF">
                <a:alpha val="0"/>
              </a:srgbClr>
            </a:solidFill>
            <a:prstDash val="solid"/>
          </a:ln>
        </p:spPr>
      </p:sp>
      <p:sp>
        <p:nvSpPr>
          <p:cNvPr id="16" name="Text 11"/>
          <p:cNvSpPr txBox="1"/>
          <p:nvPr/>
        </p:nvSpPr>
        <p:spPr>
          <a:xfrm>
            <a:off x="288036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17" name="Text 12"/>
          <p:cNvSpPr txBox="1"/>
          <p:nvPr/>
        </p:nvSpPr>
        <p:spPr>
          <a:xfrm>
            <a:off x="288036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kan</a:t>
            </a:r>
            <a:endParaRPr lang="en-US" sz="2400" dirty="0"/>
          </a:p>
        </p:txBody>
      </p:sp>
      <p:sp>
        <p:nvSpPr>
          <p:cNvPr id="18" name="Shape 13"/>
          <p:cNvSpPr/>
          <p:nvPr/>
        </p:nvSpPr>
        <p:spPr>
          <a:xfrm>
            <a:off x="2779776" y="3451860"/>
            <a:ext cx="2011680" cy="918972"/>
          </a:xfrm>
          <a:prstGeom prst="rect">
            <a:avLst/>
          </a:prstGeom>
          <a:solidFill>
            <a:srgbClr val="EEF3F8"/>
          </a:solidFill>
          <a:ln w="12700">
            <a:solidFill>
              <a:srgbClr val="FFFFFF">
                <a:alpha val="0"/>
              </a:srgbClr>
            </a:solidFill>
            <a:prstDash val="solid"/>
          </a:ln>
        </p:spPr>
      </p:sp>
      <p:sp>
        <p:nvSpPr>
          <p:cNvPr id="19" name="Text 14"/>
          <p:cNvSpPr txBox="1"/>
          <p:nvPr/>
        </p:nvSpPr>
        <p:spPr>
          <a:xfrm>
            <a:off x="288036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20" name="Text 15"/>
          <p:cNvSpPr txBox="1"/>
          <p:nvPr/>
        </p:nvSpPr>
        <p:spPr>
          <a:xfrm>
            <a:off x="288036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kun</a:t>
            </a:r>
            <a:r>
              <a:rPr lang="en-US" sz="2400" b="1" dirty="0">
                <a:solidFill>
                  <a:schemeClr val="accent1"/>
                </a:solidFill>
              </a:rPr>
              <a:t>t</a:t>
            </a:r>
            <a:r>
              <a:rPr lang="en-US" sz="2400" b="1" dirty="0">
                <a:solidFill>
                  <a:schemeClr val="tx1"/>
                </a:solidFill>
              </a:rPr>
              <a:t> / kan</a:t>
            </a:r>
            <a:endParaRPr lang="en-US" sz="2400" dirty="0"/>
          </a:p>
        </p:txBody>
      </p:sp>
      <p:sp>
        <p:nvSpPr>
          <p:cNvPr id="21" name="Shape 16"/>
          <p:cNvSpPr/>
          <p:nvPr/>
        </p:nvSpPr>
        <p:spPr>
          <a:xfrm>
            <a:off x="2779776" y="4389120"/>
            <a:ext cx="2011680" cy="918972"/>
          </a:xfrm>
          <a:prstGeom prst="rect">
            <a:avLst/>
          </a:prstGeom>
          <a:solidFill>
            <a:srgbClr val="EEF3F8"/>
          </a:solidFill>
          <a:ln w="12700">
            <a:solidFill>
              <a:srgbClr val="FFFFFF">
                <a:alpha val="0"/>
              </a:srgbClr>
            </a:solidFill>
            <a:prstDash val="solid"/>
          </a:ln>
        </p:spPr>
      </p:sp>
      <p:sp>
        <p:nvSpPr>
          <p:cNvPr id="22" name="Text 17"/>
          <p:cNvSpPr txBox="1"/>
          <p:nvPr/>
        </p:nvSpPr>
        <p:spPr>
          <a:xfrm>
            <a:off x="288036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23" name="Shape 18"/>
          <p:cNvSpPr/>
          <p:nvPr/>
        </p:nvSpPr>
        <p:spPr>
          <a:xfrm>
            <a:off x="2834640" y="4718304"/>
            <a:ext cx="868680" cy="530352"/>
          </a:xfrm>
          <a:prstGeom prst="ellipse">
            <a:avLst/>
          </a:prstGeom>
          <a:noFill/>
          <a:ln w="28575">
            <a:solidFill>
              <a:srgbClr val="D9700F"/>
            </a:solidFill>
            <a:prstDash val="solid"/>
          </a:ln>
        </p:spPr>
      </p:sp>
      <p:sp>
        <p:nvSpPr>
          <p:cNvPr id="24" name="Text 19"/>
          <p:cNvSpPr txBox="1"/>
          <p:nvPr/>
        </p:nvSpPr>
        <p:spPr>
          <a:xfrm>
            <a:off x="283464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kan</a:t>
            </a:r>
            <a:endParaRPr lang="en-US" sz="2400" dirty="0"/>
          </a:p>
        </p:txBody>
      </p:sp>
      <p:sp>
        <p:nvSpPr>
          <p:cNvPr id="25" name="Text 20"/>
          <p:cNvSpPr/>
          <p:nvPr/>
        </p:nvSpPr>
        <p:spPr>
          <a:xfrm>
            <a:off x="376732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26" name="Shape 21"/>
          <p:cNvSpPr/>
          <p:nvPr/>
        </p:nvSpPr>
        <p:spPr>
          <a:xfrm>
            <a:off x="2779776" y="5326380"/>
            <a:ext cx="2011680" cy="918972"/>
          </a:xfrm>
          <a:prstGeom prst="rect">
            <a:avLst/>
          </a:prstGeom>
          <a:solidFill>
            <a:srgbClr val="E3E7ED"/>
          </a:solidFill>
          <a:ln w="12700">
            <a:solidFill>
              <a:srgbClr val="FFFFFF">
                <a:alpha val="0"/>
              </a:srgbClr>
            </a:solidFill>
            <a:prstDash val="solid"/>
          </a:ln>
        </p:spPr>
      </p:sp>
      <p:sp>
        <p:nvSpPr>
          <p:cNvPr id="27" name="Text 22"/>
          <p:cNvSpPr txBox="1"/>
          <p:nvPr/>
        </p:nvSpPr>
        <p:spPr>
          <a:xfrm>
            <a:off x="288036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28" name="Text 23"/>
          <p:cNvSpPr txBox="1"/>
          <p:nvPr/>
        </p:nvSpPr>
        <p:spPr>
          <a:xfrm>
            <a:off x="288036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kunnen</a:t>
            </a:r>
            <a:endParaRPr lang="en-US" sz="2400" dirty="0"/>
          </a:p>
        </p:txBody>
      </p:sp>
      <p:sp>
        <p:nvSpPr>
          <p:cNvPr id="29" name="Shape 24"/>
          <p:cNvSpPr/>
          <p:nvPr/>
        </p:nvSpPr>
        <p:spPr>
          <a:xfrm>
            <a:off x="5013655"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5"/>
          <p:cNvSpPr/>
          <p:nvPr/>
        </p:nvSpPr>
        <p:spPr>
          <a:xfrm>
            <a:off x="5123383" y="1645920"/>
            <a:ext cx="457200" cy="457200"/>
          </a:xfrm>
          <a:prstGeom prst="ellipse">
            <a:avLst/>
          </a:prstGeom>
          <a:solidFill>
            <a:schemeClr val="accent6"/>
          </a:solidFill>
          <a:ln w="12700">
            <a:solidFill>
              <a:srgbClr val="FFFFFF">
                <a:alpha val="0"/>
              </a:srgbClr>
            </a:solidFill>
            <a:prstDash val="solid"/>
          </a:ln>
        </p:spPr>
      </p:sp>
      <p:pic>
        <p:nvPicPr>
          <p:cNvPr id="31" name="Image 2" descr="Heart">    </p:cNvPr>
          <p:cNvPicPr>
            <a:picLocks noChangeAspect="1"/>
          </p:cNvPicPr>
          <p:nvPr/>
        </p:nvPicPr>
        <p:blipFill>
          <a:blip r:embed="rId3"/>
          <a:stretch>
            <a:fillRect/>
          </a:stretch>
        </p:blipFill>
        <p:spPr>
          <a:xfrm>
            <a:off x="5233111" y="1755648"/>
            <a:ext cx="237744" cy="237744"/>
          </a:xfrm>
          <a:prstGeom prst="rect">
            <a:avLst/>
          </a:prstGeom>
        </p:spPr>
      </p:pic>
      <p:sp>
        <p:nvSpPr>
          <p:cNvPr id="32" name="Text 26"/>
          <p:cNvSpPr txBox="1"/>
          <p:nvPr/>
        </p:nvSpPr>
        <p:spPr>
          <a:xfrm>
            <a:off x="5653735"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willen</a:t>
            </a:r>
            <a:endParaRPr lang="en-US" sz="2100" dirty="0"/>
          </a:p>
        </p:txBody>
      </p:sp>
      <p:sp>
        <p:nvSpPr>
          <p:cNvPr id="33" name="Text 27"/>
          <p:cNvSpPr txBox="1"/>
          <p:nvPr/>
        </p:nvSpPr>
        <p:spPr>
          <a:xfrm>
            <a:off x="5123383"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vouloir</a:t>
            </a:r>
            <a:endParaRPr lang="en-US" sz="1400" dirty="0"/>
          </a:p>
        </p:txBody>
      </p:sp>
      <p:sp>
        <p:nvSpPr>
          <p:cNvPr id="34" name="Shape 28"/>
          <p:cNvSpPr/>
          <p:nvPr/>
        </p:nvSpPr>
        <p:spPr>
          <a:xfrm>
            <a:off x="5050231" y="2514600"/>
            <a:ext cx="2011680" cy="918972"/>
          </a:xfrm>
          <a:prstGeom prst="rect">
            <a:avLst/>
          </a:prstGeom>
          <a:solidFill>
            <a:srgbClr val="FFFFFF"/>
          </a:solidFill>
          <a:ln w="12700">
            <a:solidFill>
              <a:srgbClr val="FFFFFF">
                <a:alpha val="0"/>
              </a:srgbClr>
            </a:solidFill>
            <a:prstDash val="solid"/>
          </a:ln>
        </p:spPr>
      </p:sp>
      <p:sp>
        <p:nvSpPr>
          <p:cNvPr id="35" name="Text 29"/>
          <p:cNvSpPr txBox="1"/>
          <p:nvPr/>
        </p:nvSpPr>
        <p:spPr>
          <a:xfrm>
            <a:off x="5150815"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36" name="Text 30"/>
          <p:cNvSpPr txBox="1"/>
          <p:nvPr/>
        </p:nvSpPr>
        <p:spPr>
          <a:xfrm>
            <a:off x="5150815"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endParaRPr lang="en-US" sz="2400" dirty="0"/>
          </a:p>
        </p:txBody>
      </p:sp>
      <p:sp>
        <p:nvSpPr>
          <p:cNvPr id="37" name="Shape 31"/>
          <p:cNvSpPr/>
          <p:nvPr/>
        </p:nvSpPr>
        <p:spPr>
          <a:xfrm>
            <a:off x="5050231" y="3451860"/>
            <a:ext cx="2011680" cy="918972"/>
          </a:xfrm>
          <a:prstGeom prst="rect">
            <a:avLst/>
          </a:prstGeom>
          <a:solidFill>
            <a:srgbClr val="EEF3F8"/>
          </a:solidFill>
          <a:ln w="12700">
            <a:solidFill>
              <a:srgbClr val="FFFFFF">
                <a:alpha val="0"/>
              </a:srgbClr>
            </a:solidFill>
            <a:prstDash val="solid"/>
          </a:ln>
        </p:spPr>
      </p:sp>
      <p:sp>
        <p:nvSpPr>
          <p:cNvPr id="38" name="Text 32"/>
          <p:cNvSpPr txBox="1"/>
          <p:nvPr/>
        </p:nvSpPr>
        <p:spPr>
          <a:xfrm>
            <a:off x="5150815"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39" name="Text 33"/>
          <p:cNvSpPr txBox="1"/>
          <p:nvPr/>
        </p:nvSpPr>
        <p:spPr>
          <a:xfrm>
            <a:off x="5150815"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r>
              <a:rPr lang="en-US" sz="2400" b="1" dirty="0">
                <a:solidFill>
                  <a:schemeClr val="accent1"/>
                </a:solidFill>
              </a:rPr>
              <a:t>t</a:t>
            </a:r>
            <a:r>
              <a:rPr lang="en-US" sz="2400" b="1" dirty="0">
                <a:solidFill>
                  <a:schemeClr val="tx1"/>
                </a:solidFill>
              </a:rPr>
              <a:t> / wil</a:t>
            </a:r>
            <a:endParaRPr lang="en-US" sz="2400" dirty="0"/>
          </a:p>
        </p:txBody>
      </p:sp>
      <p:sp>
        <p:nvSpPr>
          <p:cNvPr id="40" name="Shape 34"/>
          <p:cNvSpPr/>
          <p:nvPr/>
        </p:nvSpPr>
        <p:spPr>
          <a:xfrm>
            <a:off x="5050231" y="4389120"/>
            <a:ext cx="2011680" cy="918972"/>
          </a:xfrm>
          <a:prstGeom prst="rect">
            <a:avLst/>
          </a:prstGeom>
          <a:solidFill>
            <a:srgbClr val="EEF3F8"/>
          </a:solidFill>
          <a:ln w="12700">
            <a:solidFill>
              <a:srgbClr val="FFFFFF">
                <a:alpha val="0"/>
              </a:srgbClr>
            </a:solidFill>
            <a:prstDash val="solid"/>
          </a:ln>
        </p:spPr>
      </p:sp>
      <p:sp>
        <p:nvSpPr>
          <p:cNvPr id="41" name="Text 35"/>
          <p:cNvSpPr txBox="1"/>
          <p:nvPr/>
        </p:nvSpPr>
        <p:spPr>
          <a:xfrm>
            <a:off x="5150815"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42" name="Shape 36"/>
          <p:cNvSpPr/>
          <p:nvPr/>
        </p:nvSpPr>
        <p:spPr>
          <a:xfrm>
            <a:off x="5105095" y="4718304"/>
            <a:ext cx="868680" cy="530352"/>
          </a:xfrm>
          <a:prstGeom prst="ellipse">
            <a:avLst/>
          </a:prstGeom>
          <a:noFill/>
          <a:ln w="28575">
            <a:solidFill>
              <a:srgbClr val="D9700F"/>
            </a:solidFill>
            <a:prstDash val="solid"/>
          </a:ln>
        </p:spPr>
      </p:sp>
      <p:sp>
        <p:nvSpPr>
          <p:cNvPr id="43" name="Text 37"/>
          <p:cNvSpPr txBox="1"/>
          <p:nvPr/>
        </p:nvSpPr>
        <p:spPr>
          <a:xfrm>
            <a:off x="5105095"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wil</a:t>
            </a:r>
            <a:endParaRPr lang="en-US" sz="2400" dirty="0"/>
          </a:p>
        </p:txBody>
      </p:sp>
      <p:sp>
        <p:nvSpPr>
          <p:cNvPr id="44" name="Text 38"/>
          <p:cNvSpPr/>
          <p:nvPr/>
        </p:nvSpPr>
        <p:spPr>
          <a:xfrm>
            <a:off x="6037783"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45" name="Shape 39"/>
          <p:cNvSpPr/>
          <p:nvPr/>
        </p:nvSpPr>
        <p:spPr>
          <a:xfrm>
            <a:off x="5050231" y="5326380"/>
            <a:ext cx="2011680" cy="918972"/>
          </a:xfrm>
          <a:prstGeom prst="rect">
            <a:avLst/>
          </a:prstGeom>
          <a:solidFill>
            <a:srgbClr val="E3E7ED"/>
          </a:solidFill>
          <a:ln w="12700">
            <a:solidFill>
              <a:srgbClr val="FFFFFF">
                <a:alpha val="0"/>
              </a:srgbClr>
            </a:solidFill>
            <a:prstDash val="solid"/>
          </a:ln>
        </p:spPr>
      </p:sp>
      <p:sp>
        <p:nvSpPr>
          <p:cNvPr id="46" name="Text 40"/>
          <p:cNvSpPr txBox="1"/>
          <p:nvPr/>
        </p:nvSpPr>
        <p:spPr>
          <a:xfrm>
            <a:off x="5150815"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47" name="Text 41"/>
          <p:cNvSpPr txBox="1"/>
          <p:nvPr/>
        </p:nvSpPr>
        <p:spPr>
          <a:xfrm>
            <a:off x="5150815"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willen</a:t>
            </a:r>
            <a:endParaRPr lang="en-US" sz="2400" dirty="0"/>
          </a:p>
        </p:txBody>
      </p:sp>
      <p:sp>
        <p:nvSpPr>
          <p:cNvPr id="48" name="Shape 42"/>
          <p:cNvSpPr/>
          <p:nvPr/>
        </p:nvSpPr>
        <p:spPr>
          <a:xfrm>
            <a:off x="728411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3"/>
          <p:cNvSpPr/>
          <p:nvPr/>
        </p:nvSpPr>
        <p:spPr>
          <a:xfrm>
            <a:off x="7393838" y="1645920"/>
            <a:ext cx="457200" cy="457200"/>
          </a:xfrm>
          <a:prstGeom prst="ellipse">
            <a:avLst/>
          </a:prstGeom>
          <a:solidFill>
            <a:schemeClr val="accent3"/>
          </a:solidFill>
          <a:ln w="12700">
            <a:solidFill>
              <a:srgbClr val="FFFFFF">
                <a:alpha val="0"/>
              </a:srgbClr>
            </a:solidFill>
            <a:prstDash val="solid"/>
          </a:ln>
        </p:spPr>
      </p:sp>
      <p:pic>
        <p:nvPicPr>
          <p:cNvPr id="50" name="Image 3" descr="CheckCircle">    </p:cNvPr>
          <p:cNvPicPr>
            <a:picLocks noChangeAspect="1"/>
          </p:cNvPicPr>
          <p:nvPr/>
        </p:nvPicPr>
        <p:blipFill>
          <a:blip r:embed="rId4"/>
          <a:stretch>
            <a:fillRect/>
          </a:stretch>
        </p:blipFill>
        <p:spPr>
          <a:xfrm>
            <a:off x="7503566" y="1755648"/>
            <a:ext cx="237744" cy="237744"/>
          </a:xfrm>
          <a:prstGeom prst="rect">
            <a:avLst/>
          </a:prstGeom>
        </p:spPr>
      </p:pic>
      <p:sp>
        <p:nvSpPr>
          <p:cNvPr id="51" name="Text 44"/>
          <p:cNvSpPr txBox="1"/>
          <p:nvPr/>
        </p:nvSpPr>
        <p:spPr>
          <a:xfrm>
            <a:off x="792419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mogen</a:t>
            </a:r>
            <a:endParaRPr lang="en-US" sz="2100" dirty="0"/>
          </a:p>
        </p:txBody>
      </p:sp>
      <p:sp>
        <p:nvSpPr>
          <p:cNvPr id="52" name="Text 45"/>
          <p:cNvSpPr txBox="1"/>
          <p:nvPr/>
        </p:nvSpPr>
        <p:spPr>
          <a:xfrm>
            <a:off x="739383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le droit</a:t>
            </a:r>
            <a:endParaRPr lang="en-US" sz="1400" dirty="0"/>
          </a:p>
        </p:txBody>
      </p:sp>
      <p:sp>
        <p:nvSpPr>
          <p:cNvPr id="53" name="Shape 46"/>
          <p:cNvSpPr/>
          <p:nvPr/>
        </p:nvSpPr>
        <p:spPr>
          <a:xfrm>
            <a:off x="7320686" y="2514600"/>
            <a:ext cx="2011680" cy="918972"/>
          </a:xfrm>
          <a:prstGeom prst="rect">
            <a:avLst/>
          </a:prstGeom>
          <a:solidFill>
            <a:srgbClr val="FFFFFF"/>
          </a:solidFill>
          <a:ln w="12700">
            <a:solidFill>
              <a:srgbClr val="FFFFFF">
                <a:alpha val="0"/>
              </a:srgbClr>
            </a:solidFill>
            <a:prstDash val="solid"/>
          </a:ln>
        </p:spPr>
      </p:sp>
      <p:sp>
        <p:nvSpPr>
          <p:cNvPr id="54" name="Text 47"/>
          <p:cNvSpPr txBox="1"/>
          <p:nvPr/>
        </p:nvSpPr>
        <p:spPr>
          <a:xfrm>
            <a:off x="742127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55" name="Text 48"/>
          <p:cNvSpPr txBox="1"/>
          <p:nvPr/>
        </p:nvSpPr>
        <p:spPr>
          <a:xfrm>
            <a:off x="742127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6" name="Shape 49"/>
          <p:cNvSpPr/>
          <p:nvPr/>
        </p:nvSpPr>
        <p:spPr>
          <a:xfrm>
            <a:off x="7320686" y="3451860"/>
            <a:ext cx="2011680" cy="918972"/>
          </a:xfrm>
          <a:prstGeom prst="rect">
            <a:avLst/>
          </a:prstGeom>
          <a:solidFill>
            <a:srgbClr val="EEF3F8"/>
          </a:solidFill>
          <a:ln w="12700">
            <a:solidFill>
              <a:srgbClr val="FFFFFF">
                <a:alpha val="0"/>
              </a:srgbClr>
            </a:solidFill>
            <a:prstDash val="solid"/>
          </a:ln>
        </p:spPr>
      </p:sp>
      <p:sp>
        <p:nvSpPr>
          <p:cNvPr id="57" name="Text 50"/>
          <p:cNvSpPr txBox="1"/>
          <p:nvPr/>
        </p:nvSpPr>
        <p:spPr>
          <a:xfrm>
            <a:off x="742127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58" name="Text 51"/>
          <p:cNvSpPr txBox="1"/>
          <p:nvPr/>
        </p:nvSpPr>
        <p:spPr>
          <a:xfrm>
            <a:off x="742127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9" name="Shape 52"/>
          <p:cNvSpPr/>
          <p:nvPr/>
        </p:nvSpPr>
        <p:spPr>
          <a:xfrm>
            <a:off x="7320686" y="4389120"/>
            <a:ext cx="2011680" cy="918972"/>
          </a:xfrm>
          <a:prstGeom prst="rect">
            <a:avLst/>
          </a:prstGeom>
          <a:solidFill>
            <a:srgbClr val="EEF3F8"/>
          </a:solidFill>
          <a:ln w="12700">
            <a:solidFill>
              <a:srgbClr val="FFFFFF">
                <a:alpha val="0"/>
              </a:srgbClr>
            </a:solidFill>
            <a:prstDash val="solid"/>
          </a:ln>
        </p:spPr>
      </p:sp>
      <p:sp>
        <p:nvSpPr>
          <p:cNvPr id="60" name="Text 53"/>
          <p:cNvSpPr txBox="1"/>
          <p:nvPr/>
        </p:nvSpPr>
        <p:spPr>
          <a:xfrm>
            <a:off x="742127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61" name="Shape 54"/>
          <p:cNvSpPr/>
          <p:nvPr/>
        </p:nvSpPr>
        <p:spPr>
          <a:xfrm>
            <a:off x="7375550" y="4718304"/>
            <a:ext cx="868680" cy="530352"/>
          </a:xfrm>
          <a:prstGeom prst="ellipse">
            <a:avLst/>
          </a:prstGeom>
          <a:noFill/>
          <a:ln w="28575">
            <a:solidFill>
              <a:srgbClr val="D9700F"/>
            </a:solidFill>
            <a:prstDash val="solid"/>
          </a:ln>
        </p:spPr>
      </p:sp>
      <p:sp>
        <p:nvSpPr>
          <p:cNvPr id="62" name="Text 55"/>
          <p:cNvSpPr txBox="1"/>
          <p:nvPr/>
        </p:nvSpPr>
        <p:spPr>
          <a:xfrm>
            <a:off x="737555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mag</a:t>
            </a:r>
            <a:endParaRPr lang="en-US" sz="2400" dirty="0"/>
          </a:p>
        </p:txBody>
      </p:sp>
      <p:sp>
        <p:nvSpPr>
          <p:cNvPr id="63" name="Text 56"/>
          <p:cNvSpPr/>
          <p:nvPr/>
        </p:nvSpPr>
        <p:spPr>
          <a:xfrm>
            <a:off x="830823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64" name="Shape 57"/>
          <p:cNvSpPr/>
          <p:nvPr/>
        </p:nvSpPr>
        <p:spPr>
          <a:xfrm>
            <a:off x="7320686" y="5326380"/>
            <a:ext cx="2011680" cy="918972"/>
          </a:xfrm>
          <a:prstGeom prst="rect">
            <a:avLst/>
          </a:prstGeom>
          <a:solidFill>
            <a:srgbClr val="E3E7ED"/>
          </a:solidFill>
          <a:ln w="12700">
            <a:solidFill>
              <a:srgbClr val="FFFFFF">
                <a:alpha val="0"/>
              </a:srgbClr>
            </a:solidFill>
            <a:prstDash val="solid"/>
          </a:ln>
        </p:spPr>
      </p:sp>
      <p:sp>
        <p:nvSpPr>
          <p:cNvPr id="65" name="Text 58"/>
          <p:cNvSpPr txBox="1"/>
          <p:nvPr/>
        </p:nvSpPr>
        <p:spPr>
          <a:xfrm>
            <a:off x="742127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66" name="Text 59"/>
          <p:cNvSpPr txBox="1"/>
          <p:nvPr/>
        </p:nvSpPr>
        <p:spPr>
          <a:xfrm>
            <a:off x="742127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mogen</a:t>
            </a:r>
            <a:endParaRPr lang="en-US" sz="2400" dirty="0"/>
          </a:p>
        </p:txBody>
      </p:sp>
      <p:sp>
        <p:nvSpPr>
          <p:cNvPr id="67" name="Shape 60"/>
          <p:cNvSpPr/>
          <p:nvPr/>
        </p:nvSpPr>
        <p:spPr>
          <a:xfrm>
            <a:off x="9554566"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9664294" y="1645920"/>
            <a:ext cx="457200" cy="457200"/>
          </a:xfrm>
          <a:prstGeom prst="ellipse">
            <a:avLst/>
          </a:prstGeom>
          <a:solidFill>
            <a:schemeClr val="accent1"/>
          </a:solidFill>
          <a:ln w="12700">
            <a:solidFill>
              <a:srgbClr val="FFFFFF">
                <a:alpha val="0"/>
              </a:srgbClr>
            </a:solidFill>
            <a:prstDash val="solid"/>
          </a:ln>
        </p:spPr>
      </p:sp>
      <p:pic>
        <p:nvPicPr>
          <p:cNvPr id="69" name="Image 4" descr="ExclamationTriangle">    </p:cNvPr>
          <p:cNvPicPr>
            <a:picLocks noChangeAspect="1"/>
          </p:cNvPicPr>
          <p:nvPr/>
        </p:nvPicPr>
        <p:blipFill>
          <a:blip r:embed="rId5"/>
          <a:stretch>
            <a:fillRect/>
          </a:stretch>
        </p:blipFill>
        <p:spPr>
          <a:xfrm>
            <a:off x="9774022" y="1755648"/>
            <a:ext cx="237744" cy="237744"/>
          </a:xfrm>
          <a:prstGeom prst="rect">
            <a:avLst/>
          </a:prstGeom>
        </p:spPr>
      </p:pic>
      <p:sp>
        <p:nvSpPr>
          <p:cNvPr id="70" name="Text 62"/>
          <p:cNvSpPr txBox="1"/>
          <p:nvPr/>
        </p:nvSpPr>
        <p:spPr>
          <a:xfrm>
            <a:off x="10194646"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moeten</a:t>
            </a:r>
            <a:endParaRPr lang="en-US" sz="2100" dirty="0"/>
          </a:p>
        </p:txBody>
      </p:sp>
      <p:sp>
        <p:nvSpPr>
          <p:cNvPr id="71" name="Text 63"/>
          <p:cNvSpPr txBox="1"/>
          <p:nvPr/>
        </p:nvSpPr>
        <p:spPr>
          <a:xfrm>
            <a:off x="9664294"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devoir</a:t>
            </a:r>
            <a:endParaRPr lang="en-US" sz="1400" dirty="0"/>
          </a:p>
        </p:txBody>
      </p:sp>
      <p:sp>
        <p:nvSpPr>
          <p:cNvPr id="72" name="Shape 64"/>
          <p:cNvSpPr/>
          <p:nvPr/>
        </p:nvSpPr>
        <p:spPr>
          <a:xfrm>
            <a:off x="9591142" y="2514600"/>
            <a:ext cx="2011680" cy="918972"/>
          </a:xfrm>
          <a:prstGeom prst="rect">
            <a:avLst/>
          </a:prstGeom>
          <a:solidFill>
            <a:srgbClr val="FFFFFF"/>
          </a:solidFill>
          <a:ln w="12700">
            <a:solidFill>
              <a:srgbClr val="FFFFFF">
                <a:alpha val="0"/>
              </a:srgbClr>
            </a:solidFill>
            <a:prstDash val="solid"/>
          </a:ln>
        </p:spPr>
      </p:sp>
      <p:sp>
        <p:nvSpPr>
          <p:cNvPr id="73" name="Text 65"/>
          <p:cNvSpPr txBox="1"/>
          <p:nvPr/>
        </p:nvSpPr>
        <p:spPr>
          <a:xfrm>
            <a:off x="9691726"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74" name="Text 66"/>
          <p:cNvSpPr txBox="1"/>
          <p:nvPr/>
        </p:nvSpPr>
        <p:spPr>
          <a:xfrm>
            <a:off x="9691726"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5" name="Shape 67"/>
          <p:cNvSpPr/>
          <p:nvPr/>
        </p:nvSpPr>
        <p:spPr>
          <a:xfrm>
            <a:off x="9591142" y="3451860"/>
            <a:ext cx="2011680" cy="918972"/>
          </a:xfrm>
          <a:prstGeom prst="rect">
            <a:avLst/>
          </a:prstGeom>
          <a:solidFill>
            <a:srgbClr val="EEF3F8"/>
          </a:solidFill>
          <a:ln w="12700">
            <a:solidFill>
              <a:srgbClr val="FFFFFF">
                <a:alpha val="0"/>
              </a:srgbClr>
            </a:solidFill>
            <a:prstDash val="solid"/>
          </a:ln>
        </p:spPr>
      </p:sp>
      <p:sp>
        <p:nvSpPr>
          <p:cNvPr id="76" name="Text 68"/>
          <p:cNvSpPr txBox="1"/>
          <p:nvPr/>
        </p:nvSpPr>
        <p:spPr>
          <a:xfrm>
            <a:off x="9691726"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77" name="Text 69"/>
          <p:cNvSpPr txBox="1"/>
          <p:nvPr/>
        </p:nvSpPr>
        <p:spPr>
          <a:xfrm>
            <a:off x="9691726"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8" name="Shape 70"/>
          <p:cNvSpPr/>
          <p:nvPr/>
        </p:nvSpPr>
        <p:spPr>
          <a:xfrm>
            <a:off x="9591142" y="4389120"/>
            <a:ext cx="2011680" cy="918972"/>
          </a:xfrm>
          <a:prstGeom prst="rect">
            <a:avLst/>
          </a:prstGeom>
          <a:solidFill>
            <a:srgbClr val="EEF3F8"/>
          </a:solidFill>
          <a:ln w="12700">
            <a:solidFill>
              <a:srgbClr val="FFFFFF">
                <a:alpha val="0"/>
              </a:srgbClr>
            </a:solidFill>
            <a:prstDash val="solid"/>
          </a:ln>
        </p:spPr>
      </p:sp>
      <p:sp>
        <p:nvSpPr>
          <p:cNvPr id="79" name="Text 71"/>
          <p:cNvSpPr txBox="1"/>
          <p:nvPr/>
        </p:nvSpPr>
        <p:spPr>
          <a:xfrm>
            <a:off x="9691726"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80" name="Text 72"/>
          <p:cNvSpPr txBox="1"/>
          <p:nvPr/>
        </p:nvSpPr>
        <p:spPr>
          <a:xfrm>
            <a:off x="9691726" y="471830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81" name="Shape 73"/>
          <p:cNvSpPr/>
          <p:nvPr/>
        </p:nvSpPr>
        <p:spPr>
          <a:xfrm>
            <a:off x="9591142" y="5326380"/>
            <a:ext cx="2011680" cy="918972"/>
          </a:xfrm>
          <a:prstGeom prst="rect">
            <a:avLst/>
          </a:prstGeom>
          <a:solidFill>
            <a:srgbClr val="E3E7ED"/>
          </a:solidFill>
          <a:ln w="12700">
            <a:solidFill>
              <a:srgbClr val="FFFFFF">
                <a:alpha val="0"/>
              </a:srgbClr>
            </a:solidFill>
            <a:prstDash val="solid"/>
          </a:ln>
        </p:spPr>
      </p:sp>
      <p:sp>
        <p:nvSpPr>
          <p:cNvPr id="82" name="Text 74"/>
          <p:cNvSpPr txBox="1"/>
          <p:nvPr/>
        </p:nvSpPr>
        <p:spPr>
          <a:xfrm>
            <a:off x="9691726"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83" name="Text 75"/>
          <p:cNvSpPr txBox="1"/>
          <p:nvPr/>
        </p:nvSpPr>
        <p:spPr>
          <a:xfrm>
            <a:off x="9691726"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verbe de modalité : l’infinitif part au bout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2697480"/>
          </a:xfrm>
          <a:prstGeom prst="roundRect">
            <a:avLst>
              <a:gd name="adj" fmla="val 271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21408"/>
            <a:ext cx="457200" cy="457200"/>
          </a:xfrm>
          <a:prstGeom prst="ellipse">
            <a:avLst/>
          </a:prstGeom>
          <a:solidFill>
            <a:schemeClr val="accent5"/>
          </a:solidFill>
          <a:ln w="12700">
            <a:solidFill>
              <a:srgbClr val="FFFFFF">
                <a:alpha val="0"/>
              </a:srgbClr>
            </a:solidFill>
            <a:prstDash val="solid"/>
          </a:ln>
        </p:spPr>
      </p:sp>
      <p:sp>
        <p:nvSpPr>
          <p:cNvPr id="8" name="Text 5"/>
          <p:cNvSpPr txBox="1"/>
          <p:nvPr/>
        </p:nvSpPr>
        <p:spPr>
          <a:xfrm>
            <a:off x="777240" y="212140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FR</a:t>
            </a:r>
            <a:endParaRPr lang="en-US" sz="1300" dirty="0"/>
          </a:p>
        </p:txBody>
      </p:sp>
      <p:sp>
        <p:nvSpPr>
          <p:cNvPr id="9" name="Text 6"/>
          <p:cNvSpPr txBox="1"/>
          <p:nvPr/>
        </p:nvSpPr>
        <p:spPr>
          <a:xfrm>
            <a:off x="1417320" y="2075688"/>
            <a:ext cx="4846320" cy="548640"/>
          </a:xfrm>
          <a:prstGeom prst="rect">
            <a:avLst/>
          </a:prstGeom>
          <a:noFill/>
          <a:ln/>
        </p:spPr>
        <p:txBody>
          <a:bodyPr wrap="square" lIns="0" tIns="0" rIns="0" bIns="0" rtlCol="0" anchor="ctr"/>
          <a:lstStyle/>
          <a:p>
            <a:pPr algn="l" indent="0" marL="0">
              <a:buNone/>
            </a:pPr>
            <a:r>
              <a:rPr lang="en-US" sz="2400" dirty="0">
                <a:solidFill>
                  <a:schemeClr val="tx1"/>
                </a:solidFill>
              </a:rPr>
              <a:t>Je </a:t>
            </a:r>
            <a:r>
              <a:rPr lang="en-US" sz="2400" b="1" u="sng" dirty="0">
                <a:solidFill>
                  <a:schemeClr val="tx1"/>
                </a:solidFill>
              </a:rPr>
              <a:t>dois travailler</a:t>
            </a:r>
            <a:r>
              <a:rPr lang="en-US" sz="2400" dirty="0">
                <a:solidFill>
                  <a:schemeClr val="tx1"/>
                </a:solidFill>
              </a:rPr>
              <a:t> demain.</a:t>
            </a:r>
            <a:endParaRPr lang="en-US" sz="2400" dirty="0"/>
          </a:p>
        </p:txBody>
      </p:sp>
      <p:pic>
        <p:nvPicPr>
          <p:cNvPr id="10" name="Image 0" descr="Times">    </p:cNvPr>
          <p:cNvPicPr>
            <a:picLocks noChangeAspect="1"/>
          </p:cNvPicPr>
          <p:nvPr/>
        </p:nvPicPr>
        <p:blipFill>
          <a:blip r:embed="rId1"/>
          <a:stretch>
            <a:fillRect/>
          </a:stretch>
        </p:blipFill>
        <p:spPr>
          <a:xfrm>
            <a:off x="6583680" y="2212848"/>
            <a:ext cx="274320" cy="274320"/>
          </a:xfrm>
          <a:prstGeom prst="rect">
            <a:avLst/>
          </a:prstGeom>
        </p:spPr>
      </p:pic>
      <p:sp>
        <p:nvSpPr>
          <p:cNvPr id="11" name="Text 7"/>
          <p:cNvSpPr txBox="1"/>
          <p:nvPr/>
        </p:nvSpPr>
        <p:spPr>
          <a:xfrm>
            <a:off x="6995160" y="2075688"/>
            <a:ext cx="4480560" cy="548640"/>
          </a:xfrm>
          <a:prstGeom prst="rect">
            <a:avLst/>
          </a:prstGeom>
          <a:noFill/>
          <a:ln/>
        </p:spPr>
        <p:txBody>
          <a:bodyPr wrap="square" lIns="0" tIns="0" rIns="0" bIns="0" rtlCol="0" anchor="ctr"/>
          <a:lstStyle/>
          <a:p>
            <a:pPr algn="l" indent="0" marL="0">
              <a:buNone/>
            </a:pPr>
            <a:r>
              <a:rPr lang="en-US" sz="2200" strike="sngStrike" dirty="0">
                <a:solidFill>
                  <a:schemeClr val="accent6"/>
                </a:solidFill>
              </a:rPr>
              <a:t>Ik moet werken morgen.</a:t>
            </a:r>
            <a:endParaRPr lang="en-US" sz="2200" dirty="0"/>
          </a:p>
        </p:txBody>
      </p:sp>
      <p:pic>
        <p:nvPicPr>
          <p:cNvPr id="12" name="Image 1" descr="ArrowDown">    </p:cNvPr>
          <p:cNvPicPr>
            <a:picLocks noChangeAspect="1"/>
          </p:cNvPicPr>
          <p:nvPr/>
        </p:nvPicPr>
        <p:blipFill>
          <a:blip r:embed="rId2"/>
          <a:stretch>
            <a:fillRect/>
          </a:stretch>
        </p:blipFill>
        <p:spPr>
          <a:xfrm>
            <a:off x="868680" y="2697480"/>
            <a:ext cx="274320" cy="274320"/>
          </a:xfrm>
          <a:prstGeom prst="rect">
            <a:avLst/>
          </a:prstGeom>
        </p:spPr>
      </p:pic>
      <p:sp>
        <p:nvSpPr>
          <p:cNvPr id="13" name="Shape 8"/>
          <p:cNvSpPr/>
          <p:nvPr/>
        </p:nvSpPr>
        <p:spPr>
          <a:xfrm>
            <a:off x="731520" y="3044952"/>
            <a:ext cx="7223760" cy="1051560"/>
          </a:xfrm>
          <a:prstGeom prst="roundRect">
            <a:avLst>
              <a:gd name="adj" fmla="val 6957"/>
            </a:avLst>
          </a:prstGeom>
          <a:solidFill>
            <a:schemeClr val="accent3">
              <a:alpha val="12000"/>
            </a:schemeClr>
          </a:solidFill>
          <a:ln w="15875">
            <a:solidFill>
              <a:srgbClr val="2E7D4F"/>
            </a:solidFill>
            <a:prstDash val="solid"/>
          </a:ln>
        </p:spPr>
      </p:sp>
      <p:sp>
        <p:nvSpPr>
          <p:cNvPr id="14" name="Shape 9"/>
          <p:cNvSpPr/>
          <p:nvPr/>
        </p:nvSpPr>
        <p:spPr>
          <a:xfrm>
            <a:off x="868680" y="3346704"/>
            <a:ext cx="457200" cy="457200"/>
          </a:xfrm>
          <a:prstGeom prst="ellipse">
            <a:avLst/>
          </a:prstGeom>
          <a:solidFill>
            <a:schemeClr val="accent3"/>
          </a:solidFill>
          <a:ln w="12700">
            <a:solidFill>
              <a:srgbClr val="FFFFFF">
                <a:alpha val="0"/>
              </a:srgbClr>
            </a:solidFill>
            <a:prstDash val="solid"/>
          </a:ln>
        </p:spPr>
      </p:sp>
      <p:sp>
        <p:nvSpPr>
          <p:cNvPr id="15" name="Text 10"/>
          <p:cNvSpPr txBox="1"/>
          <p:nvPr/>
        </p:nvSpPr>
        <p:spPr>
          <a:xfrm>
            <a:off x="868680" y="3346704"/>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NL</a:t>
            </a:r>
            <a:endParaRPr lang="en-US" sz="1300" dirty="0"/>
          </a:p>
        </p:txBody>
      </p:sp>
      <p:sp>
        <p:nvSpPr>
          <p:cNvPr id="16" name="Shape 11"/>
          <p:cNvSpPr/>
          <p:nvPr/>
        </p:nvSpPr>
        <p:spPr>
          <a:xfrm>
            <a:off x="3357455" y="3300984"/>
            <a:ext cx="1747335" cy="457200"/>
          </a:xfrm>
          <a:prstGeom prst="roundRect">
            <a:avLst>
              <a:gd name="adj" fmla="val 8000"/>
            </a:avLst>
          </a:prstGeom>
          <a:solidFill>
            <a:srgbClr val="D8DEE6"/>
          </a:solidFill>
          <a:ln w="12700">
            <a:solidFill>
              <a:srgbClr val="FFFFFF">
                <a:alpha val="0"/>
              </a:srgbClr>
            </a:solidFill>
            <a:prstDash val="solid"/>
          </a:ln>
        </p:spPr>
      </p:sp>
      <p:sp>
        <p:nvSpPr>
          <p:cNvPr id="17" name="Shape 12"/>
          <p:cNvSpPr/>
          <p:nvPr/>
        </p:nvSpPr>
        <p:spPr>
          <a:xfrm>
            <a:off x="2093420" y="3273552"/>
            <a:ext cx="1236604" cy="512064"/>
          </a:xfrm>
          <a:prstGeom prst="roundRect">
            <a:avLst>
              <a:gd name="adj" fmla="val 14286"/>
            </a:avLst>
          </a:prstGeom>
          <a:solidFill>
            <a:srgbClr val="FFFFFF"/>
          </a:solidFill>
          <a:ln w="31750">
            <a:solidFill>
              <a:srgbClr val="B83227"/>
            </a:solidFill>
            <a:prstDash val="solid"/>
          </a:ln>
        </p:spPr>
      </p:sp>
      <p:sp>
        <p:nvSpPr>
          <p:cNvPr id="18" name="Shape 13"/>
          <p:cNvSpPr/>
          <p:nvPr/>
        </p:nvSpPr>
        <p:spPr>
          <a:xfrm>
            <a:off x="5132222" y="3273552"/>
            <a:ext cx="1666585" cy="512064"/>
          </a:xfrm>
          <a:prstGeom prst="roundRect">
            <a:avLst>
              <a:gd name="adj" fmla="val 14286"/>
            </a:avLst>
          </a:prstGeom>
          <a:solidFill>
            <a:srgbClr val="FFFFFF"/>
          </a:solidFill>
          <a:ln w="31750">
            <a:solidFill>
              <a:srgbClr val="B83227"/>
            </a:solidFill>
            <a:prstDash val="dash"/>
          </a:ln>
        </p:spPr>
      </p:sp>
      <p:sp>
        <p:nvSpPr>
          <p:cNvPr id="19" name="Shape 14"/>
          <p:cNvSpPr/>
          <p:nvPr/>
        </p:nvSpPr>
        <p:spPr>
          <a:xfrm flipV="1">
            <a:off x="2711722" y="3118104"/>
            <a:ext cx="914" cy="155448"/>
          </a:xfrm>
          <a:prstGeom prst="line">
            <a:avLst/>
          </a:prstGeom>
          <a:noFill/>
          <a:ln w="38100">
            <a:solidFill>
              <a:srgbClr val="B83227"/>
            </a:solidFill>
            <a:prstDash val="solid"/>
          </a:ln>
        </p:spPr>
      </p:sp>
      <p:sp>
        <p:nvSpPr>
          <p:cNvPr id="20" name="Shape 15"/>
          <p:cNvSpPr/>
          <p:nvPr/>
        </p:nvSpPr>
        <p:spPr>
          <a:xfrm>
            <a:off x="2711722" y="3118104"/>
            <a:ext cx="3253793" cy="914"/>
          </a:xfrm>
          <a:prstGeom prst="line">
            <a:avLst/>
          </a:prstGeom>
          <a:noFill/>
          <a:ln w="38100">
            <a:solidFill>
              <a:srgbClr val="B83227"/>
            </a:solidFill>
            <a:prstDash val="solid"/>
          </a:ln>
        </p:spPr>
      </p:sp>
      <p:sp>
        <p:nvSpPr>
          <p:cNvPr id="21" name="Shape 16"/>
          <p:cNvSpPr/>
          <p:nvPr/>
        </p:nvSpPr>
        <p:spPr>
          <a:xfrm>
            <a:off x="5965515" y="3118104"/>
            <a:ext cx="914" cy="155448"/>
          </a:xfrm>
          <a:prstGeom prst="line">
            <a:avLst/>
          </a:prstGeom>
          <a:noFill/>
          <a:ln w="38100">
            <a:solidFill>
              <a:srgbClr val="B83227"/>
            </a:solidFill>
            <a:prstDash val="solid"/>
          </a:ln>
        </p:spPr>
      </p:sp>
      <p:sp>
        <p:nvSpPr>
          <p:cNvPr id="22" name="Text 17"/>
          <p:cNvSpPr txBox="1"/>
          <p:nvPr/>
        </p:nvSpPr>
        <p:spPr>
          <a:xfrm>
            <a:off x="1508760" y="3273552"/>
            <a:ext cx="511508" cy="512064"/>
          </a:xfrm>
          <a:prstGeom prst="rect">
            <a:avLst/>
          </a:prstGeom>
          <a:noFill/>
          <a:ln/>
        </p:spPr>
        <p:txBody>
          <a:bodyPr wrap="square" lIns="0" tIns="0" rIns="0" bIns="0" rtlCol="0" anchor="ctr"/>
          <a:lstStyle/>
          <a:p>
            <a:pPr algn="ctr" indent="0" marL="0">
              <a:buNone/>
            </a:pPr>
            <a:r>
              <a:rPr lang="en-US" sz="3000" dirty="0">
                <a:solidFill>
                  <a:schemeClr val="tx1"/>
                </a:solidFill>
              </a:rPr>
              <a:t>Ik</a:t>
            </a:r>
            <a:endParaRPr lang="en-US" sz="3000" dirty="0"/>
          </a:p>
        </p:txBody>
      </p:sp>
      <p:sp>
        <p:nvSpPr>
          <p:cNvPr id="23" name="Text 18"/>
          <p:cNvSpPr txBox="1"/>
          <p:nvPr/>
        </p:nvSpPr>
        <p:spPr>
          <a:xfrm>
            <a:off x="2093420" y="3273552"/>
            <a:ext cx="1236604" cy="512064"/>
          </a:xfrm>
          <a:prstGeom prst="rect">
            <a:avLst/>
          </a:prstGeom>
          <a:noFill/>
          <a:ln/>
        </p:spPr>
        <p:txBody>
          <a:bodyPr wrap="square" lIns="0" tIns="0" rIns="0" bIns="0" rtlCol="0" anchor="ctr"/>
          <a:lstStyle/>
          <a:p>
            <a:pPr algn="ctr" indent="0" marL="0">
              <a:buNone/>
            </a:pPr>
            <a:r>
              <a:rPr lang="en-US" sz="3000" b="1" dirty="0">
                <a:solidFill>
                  <a:schemeClr val="accent6"/>
                </a:solidFill>
              </a:rPr>
              <a:t>moet</a:t>
            </a:r>
            <a:endParaRPr lang="en-US" sz="3000" dirty="0"/>
          </a:p>
        </p:txBody>
      </p:sp>
      <p:sp>
        <p:nvSpPr>
          <p:cNvPr id="24" name="Text 19"/>
          <p:cNvSpPr txBox="1"/>
          <p:nvPr/>
        </p:nvSpPr>
        <p:spPr>
          <a:xfrm>
            <a:off x="3403175" y="3273552"/>
            <a:ext cx="1655895" cy="512064"/>
          </a:xfrm>
          <a:prstGeom prst="rect">
            <a:avLst/>
          </a:prstGeom>
          <a:noFill/>
          <a:ln/>
        </p:spPr>
        <p:txBody>
          <a:bodyPr wrap="square" lIns="0" tIns="0" rIns="0" bIns="0" rtlCol="0" anchor="ctr"/>
          <a:lstStyle/>
          <a:p>
            <a:pPr algn="ctr" indent="0" marL="0">
              <a:buNone/>
            </a:pPr>
            <a:r>
              <a:rPr lang="en-US" sz="3000" dirty="0">
                <a:solidFill>
                  <a:schemeClr val="tx1"/>
                </a:solidFill>
              </a:rPr>
              <a:t>morgen</a:t>
            </a:r>
            <a:endParaRPr lang="en-US" sz="3000" dirty="0"/>
          </a:p>
        </p:txBody>
      </p:sp>
      <p:sp>
        <p:nvSpPr>
          <p:cNvPr id="25" name="Text 20"/>
          <p:cNvSpPr txBox="1"/>
          <p:nvPr/>
        </p:nvSpPr>
        <p:spPr>
          <a:xfrm>
            <a:off x="5132222" y="3273552"/>
            <a:ext cx="1666585" cy="512064"/>
          </a:xfrm>
          <a:prstGeom prst="rect">
            <a:avLst/>
          </a:prstGeom>
          <a:noFill/>
          <a:ln/>
        </p:spPr>
        <p:txBody>
          <a:bodyPr wrap="square" lIns="0" tIns="0" rIns="0" bIns="0" rtlCol="0" anchor="ctr"/>
          <a:lstStyle/>
          <a:p>
            <a:pPr algn="ctr" indent="0" marL="0">
              <a:buNone/>
            </a:pPr>
            <a:r>
              <a:rPr lang="en-US" sz="3000" b="1" dirty="0">
                <a:solidFill>
                  <a:schemeClr val="accent6"/>
                </a:solidFill>
              </a:rPr>
              <a:t>werken</a:t>
            </a:r>
            <a:endParaRPr lang="en-US" sz="3000" dirty="0"/>
          </a:p>
        </p:txBody>
      </p:sp>
      <p:sp>
        <p:nvSpPr>
          <p:cNvPr id="26" name="Text 21"/>
          <p:cNvSpPr txBox="1"/>
          <p:nvPr/>
        </p:nvSpPr>
        <p:spPr>
          <a:xfrm>
            <a:off x="6817095" y="3273552"/>
            <a:ext cx="153711" cy="512064"/>
          </a:xfrm>
          <a:prstGeom prst="rect">
            <a:avLst/>
          </a:prstGeom>
          <a:noFill/>
          <a:ln/>
        </p:spPr>
        <p:txBody>
          <a:bodyPr wrap="square" lIns="0" tIns="0" rIns="0" bIns="0" rtlCol="0" anchor="ctr"/>
          <a:lstStyle/>
          <a:p>
            <a:pPr algn="l" indent="0" marL="0">
              <a:buNone/>
            </a:pPr>
            <a:r>
              <a:rPr lang="en-US" sz="3000" dirty="0">
                <a:solidFill>
                  <a:schemeClr val="tx1"/>
                </a:solidFill>
              </a:rPr>
              <a:t>.</a:t>
            </a:r>
            <a:endParaRPr lang="en-US" sz="3000" dirty="0"/>
          </a:p>
        </p:txBody>
      </p:sp>
      <p:sp>
        <p:nvSpPr>
          <p:cNvPr id="27" name="Text 22"/>
          <p:cNvSpPr txBox="1"/>
          <p:nvPr/>
        </p:nvSpPr>
        <p:spPr>
          <a:xfrm>
            <a:off x="3037415" y="3794760"/>
            <a:ext cx="2387415" cy="256032"/>
          </a:xfrm>
          <a:prstGeom prst="rect">
            <a:avLst/>
          </a:prstGeom>
          <a:noFill/>
          <a:ln/>
        </p:spPr>
        <p:txBody>
          <a:bodyPr wrap="square" lIns="0" tIns="0" rIns="0" bIns="0" rtlCol="0" anchor="t"/>
          <a:lstStyle/>
          <a:p>
            <a:pPr algn="ctr" indent="0" marL="0">
              <a:buNone/>
            </a:pPr>
            <a:r>
              <a:rPr lang="en-US" sz="1200" i="1" dirty="0">
                <a:solidFill>
                  <a:schemeClr val="accent5"/>
                </a:solidFill>
              </a:rPr>
              <a:t>le cœur de la phrase</a:t>
            </a:r>
            <a:endParaRPr lang="en-US" sz="1200" dirty="0"/>
          </a:p>
        </p:txBody>
      </p:sp>
      <p:pic>
        <p:nvPicPr>
          <p:cNvPr id="28" name="Image 2" descr="Check">    </p:cNvPr>
          <p:cNvPicPr>
            <a:picLocks noChangeAspect="1"/>
          </p:cNvPicPr>
          <p:nvPr/>
        </p:nvPicPr>
        <p:blipFill>
          <a:blip r:embed="rId3"/>
          <a:stretch>
            <a:fillRect/>
          </a:stretch>
        </p:blipFill>
        <p:spPr>
          <a:xfrm>
            <a:off x="7199406" y="3364992"/>
            <a:ext cx="329184" cy="329184"/>
          </a:xfrm>
          <a:prstGeom prst="rect">
            <a:avLst/>
          </a:prstGeom>
        </p:spPr>
      </p:pic>
      <p:sp>
        <p:nvSpPr>
          <p:cNvPr id="29" name="Shape 23"/>
          <p:cNvSpPr/>
          <p:nvPr/>
        </p:nvSpPr>
        <p:spPr>
          <a:xfrm>
            <a:off x="8183880" y="3044952"/>
            <a:ext cx="3291840" cy="457200"/>
          </a:xfrm>
          <a:prstGeom prst="roundRect">
            <a:avLst>
              <a:gd name="adj" fmla="val 20000"/>
            </a:avLst>
          </a:prstGeom>
          <a:solidFill>
            <a:srgbClr val="FFFFFF"/>
          </a:solidFill>
          <a:ln w="25400">
            <a:solidFill>
              <a:srgbClr val="B83227"/>
            </a:solidFill>
            <a:prstDash val="solid"/>
          </a:ln>
        </p:spPr>
      </p:sp>
      <p:sp>
        <p:nvSpPr>
          <p:cNvPr id="30" name="Text 24"/>
          <p:cNvSpPr txBox="1"/>
          <p:nvPr/>
        </p:nvSpPr>
        <p:spPr>
          <a:xfrm>
            <a:off x="8183880" y="304495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② verbe conjugué</a:t>
            </a:r>
            <a:endParaRPr lang="en-US" sz="1500" dirty="0"/>
          </a:p>
        </p:txBody>
      </p:sp>
      <p:sp>
        <p:nvSpPr>
          <p:cNvPr id="31" name="Shape 25"/>
          <p:cNvSpPr/>
          <p:nvPr/>
        </p:nvSpPr>
        <p:spPr>
          <a:xfrm>
            <a:off x="8183880" y="3639312"/>
            <a:ext cx="3291840" cy="457200"/>
          </a:xfrm>
          <a:prstGeom prst="roundRect">
            <a:avLst>
              <a:gd name="adj" fmla="val 20000"/>
            </a:avLst>
          </a:prstGeom>
          <a:solidFill>
            <a:srgbClr val="FFFFFF"/>
          </a:solidFill>
          <a:ln w="25400">
            <a:solidFill>
              <a:srgbClr val="B83227"/>
            </a:solidFill>
            <a:prstDash val="dash"/>
          </a:ln>
        </p:spPr>
      </p:sp>
      <p:sp>
        <p:nvSpPr>
          <p:cNvPr id="32" name="Text 26"/>
          <p:cNvSpPr txBox="1"/>
          <p:nvPr/>
        </p:nvSpPr>
        <p:spPr>
          <a:xfrm>
            <a:off x="8183880" y="363931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⑥ infinitif, au bout</a:t>
            </a:r>
            <a:endParaRPr lang="en-US" sz="1500" dirty="0"/>
          </a:p>
        </p:txBody>
      </p:sp>
      <p:sp>
        <p:nvSpPr>
          <p:cNvPr id="33" name="Shape 27"/>
          <p:cNvSpPr/>
          <p:nvPr/>
        </p:nvSpPr>
        <p:spPr>
          <a:xfrm>
            <a:off x="548640" y="4407408"/>
            <a:ext cx="3547872" cy="685800"/>
          </a:xfrm>
          <a:prstGeom prst="roundRect">
            <a:avLst>
              <a:gd name="adj" fmla="val 10667"/>
            </a:avLst>
          </a:prstGeom>
          <a:solidFill>
            <a:schemeClr val="bg2"/>
          </a:solidFill>
          <a:ln w="12700">
            <a:solidFill>
              <a:srgbClr val="D5DCE6"/>
            </a:solidFill>
            <a:prstDash val="solid"/>
          </a:ln>
        </p:spPr>
      </p:sp>
      <p:sp>
        <p:nvSpPr>
          <p:cNvPr id="34" name="Text 28"/>
          <p:cNvSpPr txBox="1"/>
          <p:nvPr/>
        </p:nvSpPr>
        <p:spPr>
          <a:xfrm>
            <a:off x="6858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Ik </a:t>
            </a:r>
            <a:r>
              <a:rPr lang="en-US" sz="1800" b="1" dirty="0">
                <a:solidFill>
                  <a:schemeClr val="accent6"/>
                </a:solidFill>
              </a:rPr>
              <a:t>kan</a:t>
            </a:r>
            <a:r>
              <a:rPr lang="en-US" sz="1800" dirty="0">
                <a:solidFill>
                  <a:schemeClr val="tx1"/>
                </a:solidFill>
              </a:rPr>
              <a:t> goed Nederlands </a:t>
            </a:r>
            <a:r>
              <a:rPr lang="en-US" sz="1800" b="1" dirty="0">
                <a:solidFill>
                  <a:schemeClr val="accent6"/>
                </a:solidFill>
              </a:rPr>
              <a:t>spreken</a:t>
            </a:r>
            <a:r>
              <a:rPr lang="en-US" sz="1800" dirty="0">
                <a:solidFill>
                  <a:schemeClr val="tx1"/>
                </a:solidFill>
              </a:rPr>
              <a:t>.</a:t>
            </a:r>
            <a:endParaRPr lang="en-US" sz="1800" dirty="0"/>
          </a:p>
        </p:txBody>
      </p:sp>
      <p:sp>
        <p:nvSpPr>
          <p:cNvPr id="35" name="Shape 29"/>
          <p:cNvSpPr/>
          <p:nvPr/>
        </p:nvSpPr>
        <p:spPr>
          <a:xfrm>
            <a:off x="4320540" y="4407408"/>
            <a:ext cx="3547872" cy="685800"/>
          </a:xfrm>
          <a:prstGeom prst="roundRect">
            <a:avLst>
              <a:gd name="adj" fmla="val 10667"/>
            </a:avLst>
          </a:prstGeom>
          <a:solidFill>
            <a:schemeClr val="bg2"/>
          </a:solidFill>
          <a:ln w="12700">
            <a:solidFill>
              <a:srgbClr val="D5DCE6"/>
            </a:solidFill>
            <a:prstDash val="solid"/>
          </a:ln>
        </p:spPr>
      </p:sp>
      <p:sp>
        <p:nvSpPr>
          <p:cNvPr id="36" name="Text 30"/>
          <p:cNvSpPr txBox="1"/>
          <p:nvPr/>
        </p:nvSpPr>
        <p:spPr>
          <a:xfrm>
            <a:off x="4457700" y="4407408"/>
            <a:ext cx="3273552" cy="685800"/>
          </a:xfrm>
          <a:prstGeom prst="rect">
            <a:avLst/>
          </a:prstGeom>
          <a:noFill/>
          <a:ln/>
        </p:spPr>
        <p:txBody>
          <a:bodyPr wrap="square" lIns="0" tIns="0" rIns="0" bIns="0" rtlCol="0" anchor="ctr"/>
          <a:lstStyle/>
          <a:p>
            <a:pPr algn="ctr" indent="0" marL="0">
              <a:buNone/>
            </a:pPr>
            <a:r>
              <a:rPr lang="en-US" sz="1800" b="1" dirty="0">
                <a:solidFill>
                  <a:schemeClr val="accent6"/>
                </a:solidFill>
              </a:rPr>
              <a:t>Wil</a:t>
            </a:r>
            <a:r>
              <a:rPr lang="en-US" sz="1800" dirty="0">
                <a:solidFill>
                  <a:schemeClr val="tx1"/>
                </a:solidFill>
              </a:rPr>
              <a:t> je een koffie </a:t>
            </a:r>
            <a:r>
              <a:rPr lang="en-US" sz="1800" b="1" dirty="0">
                <a:solidFill>
                  <a:schemeClr val="accent6"/>
                </a:solidFill>
              </a:rPr>
              <a:t>drinken</a:t>
            </a:r>
            <a:r>
              <a:rPr lang="en-US" sz="1800" dirty="0">
                <a:solidFill>
                  <a:schemeClr val="tx1"/>
                </a:solidFill>
              </a:rPr>
              <a:t>?</a:t>
            </a:r>
            <a:endParaRPr lang="en-US" sz="1800" dirty="0"/>
          </a:p>
        </p:txBody>
      </p:sp>
      <p:sp>
        <p:nvSpPr>
          <p:cNvPr id="37" name="Shape 31"/>
          <p:cNvSpPr/>
          <p:nvPr/>
        </p:nvSpPr>
        <p:spPr>
          <a:xfrm>
            <a:off x="8092440" y="4407408"/>
            <a:ext cx="3547872" cy="685800"/>
          </a:xfrm>
          <a:prstGeom prst="roundRect">
            <a:avLst>
              <a:gd name="adj" fmla="val 10667"/>
            </a:avLst>
          </a:prstGeom>
          <a:solidFill>
            <a:schemeClr val="bg2"/>
          </a:solidFill>
          <a:ln w="12700">
            <a:solidFill>
              <a:srgbClr val="D5DCE6"/>
            </a:solidFill>
            <a:prstDash val="solid"/>
          </a:ln>
        </p:spPr>
      </p:sp>
      <p:sp>
        <p:nvSpPr>
          <p:cNvPr id="38" name="Text 32"/>
          <p:cNvSpPr txBox="1"/>
          <p:nvPr/>
        </p:nvSpPr>
        <p:spPr>
          <a:xfrm>
            <a:off x="82296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Je </a:t>
            </a:r>
            <a:r>
              <a:rPr lang="en-US" sz="1800" b="1" dirty="0">
                <a:solidFill>
                  <a:schemeClr val="accent6"/>
                </a:solidFill>
              </a:rPr>
              <a:t>mag</a:t>
            </a:r>
            <a:r>
              <a:rPr lang="en-US" sz="1800" dirty="0">
                <a:solidFill>
                  <a:schemeClr val="tx1"/>
                </a:solidFill>
              </a:rPr>
              <a:t> hier niet </a:t>
            </a:r>
            <a:r>
              <a:rPr lang="en-US" sz="1800" b="1" dirty="0">
                <a:solidFill>
                  <a:schemeClr val="accent6"/>
                </a:solidFill>
              </a:rPr>
              <a:t>roken</a:t>
            </a:r>
            <a:r>
              <a:rPr lang="en-US" sz="1800" dirty="0">
                <a:solidFill>
                  <a:schemeClr val="tx1"/>
                </a:solidFill>
              </a:rPr>
              <a:t>.</a:t>
            </a:r>
            <a:endParaRPr lang="en-US" sz="1800" dirty="0"/>
          </a:p>
        </p:txBody>
      </p:sp>
      <p:sp>
        <p:nvSpPr>
          <p:cNvPr id="39" name="Shape 33"/>
          <p:cNvSpPr/>
          <p:nvPr/>
        </p:nvSpPr>
        <p:spPr>
          <a:xfrm>
            <a:off x="548640" y="5276088"/>
            <a:ext cx="11091672" cy="987552"/>
          </a:xfrm>
          <a:prstGeom prst="roundRect">
            <a:avLst>
              <a:gd name="adj" fmla="val 7407"/>
            </a:avLst>
          </a:prstGeom>
          <a:solidFill>
            <a:srgbClr val="FFFFFF"/>
          </a:solidFill>
          <a:ln w="12700">
            <a:solidFill>
              <a:srgbClr val="4A5A70"/>
            </a:solidFill>
            <a:prstDash val="dash"/>
          </a:ln>
        </p:spPr>
      </p:sp>
      <p:sp>
        <p:nvSpPr>
          <p:cNvPr id="40" name="tag"/>
          <p:cNvSpPr/>
          <p:nvPr/>
        </p:nvSpPr>
        <p:spPr>
          <a:xfrm>
            <a:off x="731520" y="5650992"/>
            <a:ext cx="241584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 : particule</a:t>
            </a:r>
            <a:endParaRPr lang="en-US" sz="1200" dirty="0"/>
          </a:p>
        </p:txBody>
      </p:sp>
      <p:sp>
        <p:nvSpPr>
          <p:cNvPr id="41" name="Shape 35"/>
          <p:cNvSpPr/>
          <p:nvPr/>
        </p:nvSpPr>
        <p:spPr>
          <a:xfrm>
            <a:off x="5425135" y="5468112"/>
            <a:ext cx="3262776" cy="640080"/>
          </a:xfrm>
          <a:prstGeom prst="arc">
            <a:avLst>
              <a:gd name="adj1" fmla="val 10800000"/>
              <a:gd name="adj2" fmla="val 21600000"/>
            </a:avLst>
          </a:prstGeom>
          <a:solidFill>
            <a:srgbClr val="FFFFFF">
              <a:alpha val="0"/>
            </a:srgbClr>
          </a:solidFill>
          <a:ln w="25400">
            <a:solidFill>
              <a:srgbClr val="D9700F"/>
            </a:solidFill>
            <a:prstDash val="solid"/>
            <a:tailEnd type="triangle"/>
          </a:ln>
        </p:spPr>
      </p:sp>
      <p:sp>
        <p:nvSpPr>
          <p:cNvPr id="42" name="Text 36"/>
          <p:cNvSpPr txBox="1"/>
          <p:nvPr/>
        </p:nvSpPr>
        <p:spPr>
          <a:xfrm>
            <a:off x="3337560"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3" name="Text 37"/>
          <p:cNvSpPr txBox="1"/>
          <p:nvPr/>
        </p:nvSpPr>
        <p:spPr>
          <a:xfrm>
            <a:off x="3671897" y="5760720"/>
            <a:ext cx="458071" cy="384048"/>
          </a:xfrm>
          <a:prstGeom prst="rect">
            <a:avLst/>
          </a:prstGeom>
          <a:noFill/>
          <a:ln/>
        </p:spPr>
        <p:txBody>
          <a:bodyPr wrap="square" lIns="0" tIns="0" rIns="0" bIns="0" rtlCol="0" anchor="ctr"/>
          <a:lstStyle/>
          <a:p>
            <a:pPr algn="ctr" indent="0" marL="0">
              <a:buNone/>
            </a:pPr>
            <a:r>
              <a:rPr lang="en-US" sz="1800" b="1" dirty="0">
                <a:solidFill>
                  <a:schemeClr val="accent6"/>
                </a:solidFill>
              </a:rPr>
              <a:t>bel</a:t>
            </a:r>
            <a:endParaRPr lang="en-US" sz="1800" dirty="0"/>
          </a:p>
        </p:txBody>
      </p:sp>
      <p:sp>
        <p:nvSpPr>
          <p:cNvPr id="44" name="Text 38"/>
          <p:cNvSpPr txBox="1"/>
          <p:nvPr/>
        </p:nvSpPr>
        <p:spPr>
          <a:xfrm>
            <a:off x="4175688"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45" name="Text 39"/>
          <p:cNvSpPr txBox="1"/>
          <p:nvPr/>
        </p:nvSpPr>
        <p:spPr>
          <a:xfrm>
            <a:off x="5225383" y="5760720"/>
            <a:ext cx="399504"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endParaRPr lang="en-US" sz="1800" dirty="0"/>
          </a:p>
        </p:txBody>
      </p:sp>
      <p:sp>
        <p:nvSpPr>
          <p:cNvPr id="46" name="Text 40"/>
          <p:cNvSpPr txBox="1"/>
          <p:nvPr/>
        </p:nvSpPr>
        <p:spPr>
          <a:xfrm>
            <a:off x="5643175"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7" name="Text 41"/>
          <p:cNvSpPr txBox="1"/>
          <p:nvPr/>
        </p:nvSpPr>
        <p:spPr>
          <a:xfrm>
            <a:off x="5795752" y="5760720"/>
            <a:ext cx="457200" cy="384048"/>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48" name="Text 42"/>
          <p:cNvSpPr txBox="1"/>
          <p:nvPr/>
        </p:nvSpPr>
        <p:spPr>
          <a:xfrm>
            <a:off x="6298672"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9" name="Text 43"/>
          <p:cNvSpPr txBox="1"/>
          <p:nvPr/>
        </p:nvSpPr>
        <p:spPr>
          <a:xfrm>
            <a:off x="6633008" y="5760720"/>
            <a:ext cx="723674" cy="384048"/>
          </a:xfrm>
          <a:prstGeom prst="rect">
            <a:avLst/>
          </a:prstGeom>
          <a:noFill/>
          <a:ln/>
        </p:spPr>
        <p:txBody>
          <a:bodyPr wrap="square" lIns="0" tIns="0" rIns="0" bIns="0" rtlCol="0" anchor="ctr"/>
          <a:lstStyle/>
          <a:p>
            <a:pPr algn="ctr" indent="0" marL="0">
              <a:buNone/>
            </a:pPr>
            <a:r>
              <a:rPr lang="en-US" sz="1800" b="1" dirty="0">
                <a:solidFill>
                  <a:schemeClr val="accent6"/>
                </a:solidFill>
              </a:rPr>
              <a:t>moet</a:t>
            </a:r>
            <a:endParaRPr lang="en-US" sz="1800" dirty="0"/>
          </a:p>
        </p:txBody>
      </p:sp>
      <p:sp>
        <p:nvSpPr>
          <p:cNvPr id="50" name="Text 44"/>
          <p:cNvSpPr txBox="1"/>
          <p:nvPr/>
        </p:nvSpPr>
        <p:spPr>
          <a:xfrm>
            <a:off x="7402402"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51" name="Text 45"/>
          <p:cNvSpPr txBox="1"/>
          <p:nvPr/>
        </p:nvSpPr>
        <p:spPr>
          <a:xfrm>
            <a:off x="8452097" y="5760720"/>
            <a:ext cx="1132767"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r>
              <a:rPr lang="en-US" sz="1800" b="1" dirty="0">
                <a:solidFill>
                  <a:schemeClr val="accent6"/>
                </a:solidFill>
              </a:rPr>
              <a:t>bellen</a:t>
            </a:r>
            <a:endParaRPr lang="en-US" sz="1800" dirty="0"/>
          </a:p>
        </p:txBody>
      </p:sp>
      <p:sp>
        <p:nvSpPr>
          <p:cNvPr id="52" name="Text 46"/>
          <p:cNvSpPr txBox="1"/>
          <p:nvPr/>
        </p:nvSpPr>
        <p:spPr>
          <a:xfrm>
            <a:off x="9603152"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53" name="Text 47"/>
          <p:cNvSpPr txBox="1"/>
          <p:nvPr/>
        </p:nvSpPr>
        <p:spPr>
          <a:xfrm>
            <a:off x="9892889" y="5349240"/>
            <a:ext cx="1628551" cy="822960"/>
          </a:xfrm>
          <a:prstGeom prst="rect">
            <a:avLst/>
          </a:prstGeom>
          <a:noFill/>
          <a:ln/>
        </p:spPr>
        <p:txBody>
          <a:bodyPr wrap="square" lIns="0" tIns="0" rIns="0" bIns="0" rtlCol="0" anchor="ctr"/>
          <a:lstStyle/>
          <a:p>
            <a:pPr algn="l" indent="0" marL="0">
              <a:buNone/>
            </a:pPr>
            <a:r>
              <a:rPr lang="en-US" sz="1500" i="1" dirty="0">
                <a:solidFill>
                  <a:schemeClr val="accent5"/>
                </a:solidFill>
              </a:rPr>
              <a:t>(on recolle, en un seul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conjuguer n’importe quel verbe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120640" y="2039112"/>
            <a:ext cx="502920" cy="914"/>
          </a:xfrm>
          <a:prstGeom prst="line">
            <a:avLst/>
          </a:prstGeom>
          <a:noFill/>
          <a:ln w="25400">
            <a:solidFill>
              <a:srgbClr val="2E7D4F"/>
            </a:solidFill>
            <a:prstDash val="solid"/>
            <a:tailEnd type="triangle"/>
          </a:ln>
        </p:spPr>
      </p:sp>
      <p:sp>
        <p:nvSpPr>
          <p:cNvPr id="6" name="Text 3"/>
          <p:cNvSpPr txBox="1"/>
          <p:nvPr/>
        </p:nvSpPr>
        <p:spPr>
          <a:xfrm>
            <a:off x="5120640" y="1764792"/>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7" name="Shape 4"/>
          <p:cNvSpPr/>
          <p:nvPr/>
        </p:nvSpPr>
        <p:spPr>
          <a:xfrm>
            <a:off x="2834640" y="2542032"/>
            <a:ext cx="914" cy="201168"/>
          </a:xfrm>
          <a:prstGeom prst="line">
            <a:avLst/>
          </a:prstGeom>
          <a:noFill/>
          <a:ln w="25400">
            <a:solidFill>
              <a:srgbClr val="4A5A70"/>
            </a:solidFill>
            <a:prstDash val="solid"/>
            <a:tailEnd type="triangle"/>
          </a:ln>
        </p:spPr>
      </p:sp>
      <p:sp>
        <p:nvSpPr>
          <p:cNvPr id="8" name="Text 5"/>
          <p:cNvSpPr txBox="1"/>
          <p:nvPr/>
        </p:nvSpPr>
        <p:spPr>
          <a:xfrm>
            <a:off x="2944368" y="2542032"/>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9" name="Shape 6"/>
          <p:cNvSpPr/>
          <p:nvPr/>
        </p:nvSpPr>
        <p:spPr>
          <a:xfrm>
            <a:off x="5120640" y="3291840"/>
            <a:ext cx="502920" cy="914"/>
          </a:xfrm>
          <a:prstGeom prst="line">
            <a:avLst/>
          </a:prstGeom>
          <a:noFill/>
          <a:ln w="25400">
            <a:solidFill>
              <a:srgbClr val="2E7D4F"/>
            </a:solidFill>
            <a:prstDash val="solid"/>
            <a:tailEnd type="triangle"/>
          </a:ln>
        </p:spPr>
      </p:sp>
      <p:sp>
        <p:nvSpPr>
          <p:cNvPr id="10" name="Text 7"/>
          <p:cNvSpPr txBox="1"/>
          <p:nvPr/>
        </p:nvSpPr>
        <p:spPr>
          <a:xfrm>
            <a:off x="5120640" y="3017520"/>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1" name="Shape 8"/>
          <p:cNvSpPr/>
          <p:nvPr/>
        </p:nvSpPr>
        <p:spPr>
          <a:xfrm>
            <a:off x="2834640" y="3840480"/>
            <a:ext cx="914" cy="201168"/>
          </a:xfrm>
          <a:prstGeom prst="line">
            <a:avLst/>
          </a:prstGeom>
          <a:noFill/>
          <a:ln w="25400">
            <a:solidFill>
              <a:srgbClr val="4A5A70"/>
            </a:solidFill>
            <a:prstDash val="solid"/>
            <a:tailEnd type="triangle"/>
          </a:ln>
        </p:spPr>
      </p:sp>
      <p:sp>
        <p:nvSpPr>
          <p:cNvPr id="12" name="Text 9"/>
          <p:cNvSpPr txBox="1"/>
          <p:nvPr/>
        </p:nvSpPr>
        <p:spPr>
          <a:xfrm>
            <a:off x="2944368" y="3840480"/>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13" name="Shape 10"/>
          <p:cNvSpPr/>
          <p:nvPr/>
        </p:nvSpPr>
        <p:spPr>
          <a:xfrm>
            <a:off x="2834640" y="4453128"/>
            <a:ext cx="914" cy="182880"/>
          </a:xfrm>
          <a:prstGeom prst="line">
            <a:avLst/>
          </a:prstGeom>
          <a:noFill/>
          <a:ln w="25400">
            <a:solidFill>
              <a:srgbClr val="4A5A70"/>
            </a:solidFill>
            <a:prstDash val="solid"/>
            <a:tailEnd type="triangle"/>
          </a:ln>
        </p:spPr>
      </p:sp>
      <p:sp>
        <p:nvSpPr>
          <p:cNvPr id="14" name="Shape 11"/>
          <p:cNvSpPr/>
          <p:nvPr/>
        </p:nvSpPr>
        <p:spPr>
          <a:xfrm>
            <a:off x="2834640" y="5047488"/>
            <a:ext cx="914" cy="182880"/>
          </a:xfrm>
          <a:prstGeom prst="line">
            <a:avLst/>
          </a:prstGeom>
          <a:noFill/>
          <a:ln w="25400">
            <a:solidFill>
              <a:srgbClr val="4A5A70"/>
            </a:solidFill>
            <a:prstDash val="solid"/>
            <a:tailEnd type="triangle"/>
          </a:ln>
        </p:spPr>
      </p:sp>
      <p:sp>
        <p:nvSpPr>
          <p:cNvPr id="15" name="Shape 12"/>
          <p:cNvSpPr/>
          <p:nvPr/>
        </p:nvSpPr>
        <p:spPr>
          <a:xfrm>
            <a:off x="7269480" y="3291840"/>
            <a:ext cx="274320" cy="914"/>
          </a:xfrm>
          <a:prstGeom prst="line">
            <a:avLst/>
          </a:prstGeom>
          <a:noFill/>
          <a:ln w="25400">
            <a:solidFill>
              <a:srgbClr val="2E7D4F"/>
            </a:solidFill>
            <a:prstDash val="solid"/>
            <a:tailEnd type="triangle"/>
          </a:ln>
        </p:spPr>
      </p:sp>
      <p:sp>
        <p:nvSpPr>
          <p:cNvPr id="16" name="Shape 13"/>
          <p:cNvSpPr/>
          <p:nvPr/>
        </p:nvSpPr>
        <p:spPr>
          <a:xfrm>
            <a:off x="5120640" y="5586984"/>
            <a:ext cx="2423160" cy="914"/>
          </a:xfrm>
          <a:prstGeom prst="line">
            <a:avLst/>
          </a:prstGeom>
          <a:noFill/>
          <a:ln w="28575">
            <a:solidFill>
              <a:srgbClr val="2E7D4F"/>
            </a:solidFill>
            <a:prstDash val="solid"/>
            <a:tailEnd type="triangle"/>
          </a:ln>
        </p:spPr>
      </p:sp>
      <p:sp>
        <p:nvSpPr>
          <p:cNvPr id="17" name="Shape 14"/>
          <p:cNvSpPr/>
          <p:nvPr/>
        </p:nvSpPr>
        <p:spPr>
          <a:xfrm>
            <a:off x="548640" y="1536192"/>
            <a:ext cx="4572000" cy="1005840"/>
          </a:xfrm>
          <a:prstGeom prst="diamond">
            <a:avLst/>
          </a:prstGeom>
          <a:solidFill>
            <a:srgbClr val="EEF3F8"/>
          </a:solidFill>
          <a:ln w="22225">
            <a:solidFill>
              <a:srgbClr val="17375E"/>
            </a:solidFill>
            <a:prstDash val="solid"/>
          </a:ln>
        </p:spPr>
      </p:sp>
      <p:sp>
        <p:nvSpPr>
          <p:cNvPr id="18" name="Text 15"/>
          <p:cNvSpPr txBox="1"/>
          <p:nvPr/>
        </p:nvSpPr>
        <p:spPr>
          <a:xfrm>
            <a:off x="1463040" y="1645920"/>
            <a:ext cx="2743200" cy="786384"/>
          </a:xfrm>
          <a:prstGeom prst="rect">
            <a:avLst/>
          </a:prstGeom>
          <a:noFill/>
          <a:ln/>
        </p:spPr>
        <p:txBody>
          <a:bodyPr wrap="square" lIns="0" tIns="0" rIns="0" bIns="0" rtlCol="0" anchor="ctr"/>
          <a:lstStyle/>
          <a:p>
            <a:pPr algn="ctr" indent="0" marL="0">
              <a:buNone/>
            </a:pPr>
            <a:r>
              <a:rPr lang="en-US" sz="1400" b="1" dirty="0">
                <a:solidFill>
                  <a:schemeClr val="tx1"/>
                </a:solidFill>
              </a:rPr>
              <a:t>①</a:t>
            </a:r>
            <a:r>
              <a:rPr lang="en-US" sz="1400" dirty="0">
                <a:solidFill>
                  <a:schemeClr val="tx1"/>
                </a:solidFill>
              </a:rPr>
              <a:t> </a:t>
            </a:r>
            <a:r>
              <a:rPr lang="en-US" sz="1400" i="1" dirty="0">
                <a:solidFill>
                  <a:schemeClr val="tx1"/>
                </a:solidFill>
              </a:rPr>
              <a:t>zijn, hebben, kunnen,</a:t>
            </a:r>
            <a:endParaRPr lang="en-US" sz="1400" dirty="0"/>
          </a:p>
          <a:p>
            <a:pPr algn="ctr" indent="0" marL="0">
              <a:buNone/>
            </a:pPr>
            <a:r>
              <a:rPr lang="en-US" sz="1400" i="1" dirty="0">
                <a:solidFill>
                  <a:schemeClr val="tx1"/>
                </a:solidFill>
              </a:rPr>
              <a:t>willen, mogen</a:t>
            </a:r>
            <a:r>
              <a:rPr lang="en-US" sz="1400" dirty="0">
                <a:solidFill>
                  <a:schemeClr val="tx1"/>
                </a:solidFill>
              </a:rPr>
              <a:t> ?</a:t>
            </a:r>
            <a:endParaRPr lang="en-US" sz="1400" dirty="0"/>
          </a:p>
        </p:txBody>
      </p:sp>
      <p:sp>
        <p:nvSpPr>
          <p:cNvPr id="19" name="Shape 16"/>
          <p:cNvSpPr/>
          <p:nvPr/>
        </p:nvSpPr>
        <p:spPr>
          <a:xfrm>
            <a:off x="5623560" y="1691640"/>
            <a:ext cx="1645920" cy="694944"/>
          </a:xfrm>
          <a:prstGeom prst="roundRect">
            <a:avLst>
              <a:gd name="adj" fmla="val 13158"/>
            </a:avLst>
          </a:prstGeom>
          <a:solidFill>
            <a:srgbClr val="FDF3EA"/>
          </a:solidFill>
          <a:ln w="19050">
            <a:solidFill>
              <a:srgbClr val="D9700F"/>
            </a:solidFill>
            <a:prstDash val="solid"/>
          </a:ln>
        </p:spPr>
      </p:sp>
      <p:pic>
        <p:nvPicPr>
          <p:cNvPr id="20" name="Image 0" descr="Star">    </p:cNvPr>
          <p:cNvPicPr>
            <a:picLocks noChangeAspect="1"/>
          </p:cNvPicPr>
          <p:nvPr/>
        </p:nvPicPr>
        <p:blipFill>
          <a:blip r:embed="rId1"/>
          <a:stretch>
            <a:fillRect/>
          </a:stretch>
        </p:blipFill>
        <p:spPr>
          <a:xfrm>
            <a:off x="5715000" y="1883664"/>
            <a:ext cx="292608" cy="292608"/>
          </a:xfrm>
          <a:prstGeom prst="rect">
            <a:avLst/>
          </a:prstGeom>
        </p:spPr>
      </p:pic>
      <p:sp>
        <p:nvSpPr>
          <p:cNvPr id="21" name="Text 17"/>
          <p:cNvSpPr txBox="1"/>
          <p:nvPr/>
        </p:nvSpPr>
        <p:spPr>
          <a:xfrm>
            <a:off x="6053328" y="1691640"/>
            <a:ext cx="1188720" cy="694944"/>
          </a:xfrm>
          <a:prstGeom prst="rect">
            <a:avLst/>
          </a:prstGeom>
          <a:noFill/>
          <a:ln/>
        </p:spPr>
        <p:txBody>
          <a:bodyPr wrap="square" lIns="0" tIns="0" rIns="0" bIns="0" rtlCol="0" anchor="ctr"/>
          <a:lstStyle/>
          <a:p>
            <a:pPr algn="l" indent="0" marL="0">
              <a:buNone/>
            </a:pPr>
            <a:r>
              <a:rPr lang="en-US" sz="1400" b="1" dirty="0">
                <a:solidFill>
                  <a:schemeClr val="tx1"/>
                </a:solidFill>
              </a:rPr>
              <a:t>par cœur</a:t>
            </a:r>
            <a:endParaRPr lang="en-US" sz="1400" dirty="0"/>
          </a:p>
          <a:p>
            <a:pPr algn="l" indent="0" marL="0">
              <a:buNone/>
            </a:pPr>
            <a:r>
              <a:rPr lang="en-US" sz="1400" i="1" dirty="0">
                <a:solidFill>
                  <a:schemeClr val="tx1"/>
                </a:solidFill>
              </a:rPr>
              <a:t>(diapo 13)</a:t>
            </a:r>
            <a:endParaRPr lang="en-US" sz="1400" dirty="0"/>
          </a:p>
        </p:txBody>
      </p:sp>
      <p:sp>
        <p:nvSpPr>
          <p:cNvPr id="22" name="Shape 18"/>
          <p:cNvSpPr/>
          <p:nvPr/>
        </p:nvSpPr>
        <p:spPr>
          <a:xfrm>
            <a:off x="548640" y="2743200"/>
            <a:ext cx="4572000" cy="1097280"/>
          </a:xfrm>
          <a:prstGeom prst="diamond">
            <a:avLst/>
          </a:prstGeom>
          <a:solidFill>
            <a:srgbClr val="EEF3F8"/>
          </a:solidFill>
          <a:ln w="22225">
            <a:solidFill>
              <a:srgbClr val="17375E"/>
            </a:solidFill>
            <a:prstDash val="solid"/>
          </a:ln>
        </p:spPr>
      </p:sp>
      <p:sp>
        <p:nvSpPr>
          <p:cNvPr id="23" name="Text 19"/>
          <p:cNvSpPr txBox="1"/>
          <p:nvPr/>
        </p:nvSpPr>
        <p:spPr>
          <a:xfrm>
            <a:off x="1463040" y="2852928"/>
            <a:ext cx="2743200" cy="877824"/>
          </a:xfrm>
          <a:prstGeom prst="rect">
            <a:avLst/>
          </a:prstGeom>
          <a:noFill/>
          <a:ln/>
        </p:spPr>
        <p:txBody>
          <a:bodyPr wrap="square" lIns="0" tIns="0" rIns="0" bIns="0" rtlCol="0" anchor="ctr"/>
          <a:lstStyle/>
          <a:p>
            <a:pPr algn="ctr" indent="0" marL="0">
              <a:buNone/>
            </a:pPr>
            <a:r>
              <a:rPr lang="en-US" sz="1400" b="1" dirty="0">
                <a:solidFill>
                  <a:schemeClr val="tx1"/>
                </a:solidFill>
              </a:rPr>
              <a:t>②</a:t>
            </a:r>
            <a:r>
              <a:rPr lang="en-US" sz="1400" dirty="0">
                <a:solidFill>
                  <a:schemeClr val="tx1"/>
                </a:solidFill>
              </a:rPr>
              <a:t> Infinitif d’une seule syllabe ?</a:t>
            </a:r>
            <a:endParaRPr lang="en-US" sz="1400" dirty="0"/>
          </a:p>
          <a:p>
            <a:pPr algn="ctr" indent="0" marL="0">
              <a:buNone/>
            </a:pPr>
            <a:r>
              <a:rPr lang="en-US" sz="1400" i="1" dirty="0">
                <a:solidFill>
                  <a:schemeClr val="tx1"/>
                </a:solidFill>
              </a:rPr>
              <a:t>(gaan, staan, slaan, zien, doen)</a:t>
            </a:r>
            <a:endParaRPr lang="en-US" sz="1400" dirty="0"/>
          </a:p>
        </p:txBody>
      </p:sp>
      <p:sp>
        <p:nvSpPr>
          <p:cNvPr id="24" name="Shape 20"/>
          <p:cNvSpPr/>
          <p:nvPr/>
        </p:nvSpPr>
        <p:spPr>
          <a:xfrm>
            <a:off x="5623560" y="3017520"/>
            <a:ext cx="1645920" cy="548640"/>
          </a:xfrm>
          <a:prstGeom prst="roundRect">
            <a:avLst>
              <a:gd name="adj" fmla="val 16667"/>
            </a:avLst>
          </a:prstGeom>
          <a:solidFill>
            <a:srgbClr val="FFFFFF"/>
          </a:solidFill>
          <a:ln w="19050">
            <a:solidFill>
              <a:srgbClr val="2E7D4F"/>
            </a:solidFill>
            <a:prstDash val="solid"/>
          </a:ln>
        </p:spPr>
      </p:sp>
      <p:sp>
        <p:nvSpPr>
          <p:cNvPr id="25" name="Text 21"/>
          <p:cNvSpPr txBox="1"/>
          <p:nvPr/>
        </p:nvSpPr>
        <p:spPr>
          <a:xfrm>
            <a:off x="5715000" y="3017520"/>
            <a:ext cx="1463040" cy="54864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n</a:t>
            </a:r>
            <a:endParaRPr lang="en-US" sz="1500" dirty="0"/>
          </a:p>
        </p:txBody>
      </p:sp>
      <p:sp>
        <p:nvSpPr>
          <p:cNvPr id="26" name="Shape 22"/>
          <p:cNvSpPr/>
          <p:nvPr/>
        </p:nvSpPr>
        <p:spPr>
          <a:xfrm>
            <a:off x="1463040" y="4041648"/>
            <a:ext cx="2743200" cy="411480"/>
          </a:xfrm>
          <a:prstGeom prst="roundRect">
            <a:avLst>
              <a:gd name="adj" fmla="val 22222"/>
            </a:avLst>
          </a:prstGeom>
          <a:solidFill>
            <a:srgbClr val="FFFFFF"/>
          </a:solidFill>
          <a:ln w="19050">
            <a:solidFill>
              <a:srgbClr val="17375E"/>
            </a:solidFill>
            <a:prstDash val="solid"/>
          </a:ln>
        </p:spPr>
      </p:sp>
      <p:sp>
        <p:nvSpPr>
          <p:cNvPr id="27" name="Text 23"/>
          <p:cNvSpPr txBox="1"/>
          <p:nvPr/>
        </p:nvSpPr>
        <p:spPr>
          <a:xfrm>
            <a:off x="1554480" y="4041648"/>
            <a:ext cx="2560320" cy="41148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en</a:t>
            </a:r>
            <a:endParaRPr lang="en-US" sz="1500" dirty="0"/>
          </a:p>
        </p:txBody>
      </p:sp>
      <p:sp>
        <p:nvSpPr>
          <p:cNvPr id="28" name="Shape 24"/>
          <p:cNvSpPr/>
          <p:nvPr/>
        </p:nvSpPr>
        <p:spPr>
          <a:xfrm>
            <a:off x="1463040" y="4636008"/>
            <a:ext cx="2743200" cy="411480"/>
          </a:xfrm>
          <a:prstGeom prst="roundRect">
            <a:avLst>
              <a:gd name="adj" fmla="val 22222"/>
            </a:avLst>
          </a:prstGeom>
          <a:solidFill>
            <a:srgbClr val="FFFFFF"/>
          </a:solidFill>
          <a:ln w="19050">
            <a:solidFill>
              <a:srgbClr val="17375E"/>
            </a:solidFill>
            <a:prstDash val="solid"/>
          </a:ln>
        </p:spPr>
      </p:sp>
      <p:sp>
        <p:nvSpPr>
          <p:cNvPr id="29" name="Text 25"/>
          <p:cNvSpPr txBox="1"/>
          <p:nvPr/>
        </p:nvSpPr>
        <p:spPr>
          <a:xfrm>
            <a:off x="1554480" y="4636008"/>
            <a:ext cx="2560320" cy="411480"/>
          </a:xfrm>
          <a:prstGeom prst="rect">
            <a:avLst/>
          </a:prstGeom>
          <a:noFill/>
          <a:ln/>
        </p:spPr>
        <p:txBody>
          <a:bodyPr wrap="square" lIns="0" tIns="0" rIns="0" bIns="0" rtlCol="0" anchor="ctr"/>
          <a:lstStyle/>
          <a:p>
            <a:pPr algn="ctr" indent="0" marL="0">
              <a:buNone/>
            </a:pPr>
            <a:r>
              <a:rPr lang="en-US" sz="1500" b="1" dirty="0">
                <a:solidFill>
                  <a:schemeClr val="tx1"/>
                </a:solidFill>
              </a:rPr>
              <a:t>③</a:t>
            </a:r>
            <a:r>
              <a:rPr lang="en-US" sz="1500" dirty="0">
                <a:solidFill>
                  <a:schemeClr val="tx1"/>
                </a:solidFill>
              </a:rPr>
              <a:t> z → s · v → f</a:t>
            </a:r>
            <a:endParaRPr lang="en-US" sz="1500" dirty="0"/>
          </a:p>
        </p:txBody>
      </p:sp>
      <p:sp>
        <p:nvSpPr>
          <p:cNvPr id="30" name="Shape 26"/>
          <p:cNvSpPr/>
          <p:nvPr/>
        </p:nvSpPr>
        <p:spPr>
          <a:xfrm>
            <a:off x="548640" y="5230368"/>
            <a:ext cx="4572000" cy="713232"/>
          </a:xfrm>
          <a:prstGeom prst="roundRect">
            <a:avLst>
              <a:gd name="adj" fmla="val 12821"/>
            </a:avLst>
          </a:prstGeom>
          <a:solidFill>
            <a:srgbClr val="FFFFFF"/>
          </a:solidFill>
          <a:ln w="19050">
            <a:solidFill>
              <a:srgbClr val="17375E"/>
            </a:solidFill>
            <a:prstDash val="solid"/>
          </a:ln>
        </p:spPr>
      </p:sp>
      <p:sp>
        <p:nvSpPr>
          <p:cNvPr id="31" name="Text 27"/>
          <p:cNvSpPr txBox="1"/>
          <p:nvPr/>
        </p:nvSpPr>
        <p:spPr>
          <a:xfrm>
            <a:off x="640080" y="5230368"/>
            <a:ext cx="4389120" cy="713232"/>
          </a:xfrm>
          <a:prstGeom prst="rect">
            <a:avLst/>
          </a:prstGeom>
          <a:noFill/>
          <a:ln/>
        </p:spPr>
        <p:txBody>
          <a:bodyPr wrap="square" lIns="0" tIns="0" rIns="0" bIns="0" rtlCol="0" anchor="ctr"/>
          <a:lstStyle/>
          <a:p>
            <a:pPr algn="ctr" indent="0" marL="0">
              <a:buNone/>
            </a:pPr>
            <a:r>
              <a:rPr lang="en-US" sz="1500" b="1" dirty="0">
                <a:solidFill>
                  <a:schemeClr val="tx1"/>
                </a:solidFill>
              </a:rPr>
              <a:t>④</a:t>
            </a:r>
            <a:r>
              <a:rPr lang="en-US" sz="1500" dirty="0">
                <a:solidFill>
                  <a:schemeClr val="tx1"/>
                </a:solidFill>
              </a:rPr>
              <a:t> voyelle longue → je double</a:t>
            </a:r>
            <a:endParaRPr lang="en-US" sz="1500" dirty="0"/>
          </a:p>
          <a:p>
            <a:pPr algn="ctr" indent="0" marL="0">
              <a:buNone/>
            </a:pPr>
            <a:r>
              <a:rPr lang="en-US" sz="1500" dirty="0">
                <a:solidFill>
                  <a:schemeClr val="tx1"/>
                </a:solidFill>
              </a:rPr>
              <a:t>consonne double → je simplifie</a:t>
            </a:r>
            <a:endParaRPr lang="en-US" sz="1500" dirty="0"/>
          </a:p>
        </p:txBody>
      </p:sp>
      <p:sp>
        <p:nvSpPr>
          <p:cNvPr id="32" name="Shape 28"/>
          <p:cNvSpPr/>
          <p:nvPr/>
        </p:nvSpPr>
        <p:spPr>
          <a:xfrm>
            <a:off x="7543800" y="1536192"/>
            <a:ext cx="4096512" cy="4727448"/>
          </a:xfrm>
          <a:prstGeom prst="roundRect">
            <a:avLst>
              <a:gd name="adj" fmla="val 223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7726680" y="1600200"/>
            <a:ext cx="3730752" cy="502920"/>
          </a:xfrm>
          <a:prstGeom prst="rect">
            <a:avLst/>
          </a:prstGeom>
          <a:noFill/>
          <a:ln/>
        </p:spPr>
        <p:txBody>
          <a:bodyPr wrap="square" lIns="0" tIns="0" rIns="0" bIns="0" rtlCol="0" anchor="ctr"/>
          <a:lstStyle/>
          <a:p>
            <a:pPr algn="l" indent="0" marL="0">
              <a:buNone/>
            </a:pPr>
            <a:r>
              <a:rPr lang="en-US" sz="1900" b="1" dirty="0">
                <a:solidFill>
                  <a:schemeClr val="tx2"/>
                </a:solidFill>
                <a:latin typeface="+mj-lt" pitchFamily="34" charset="0"/>
                <a:ea typeface="+mj-lt" pitchFamily="34" charset="-122"/>
                <a:cs typeface="+mj-lt" pitchFamily="34" charset="-120"/>
              </a:rPr>
              <a:t>⑤</a:t>
            </a:r>
            <a:r>
              <a:rPr lang="en-US" sz="1900" b="1" dirty="0">
                <a:solidFill>
                  <a:schemeClr val="tx2"/>
                </a:solidFill>
                <a:latin typeface="+mj-lt" pitchFamily="34" charset="0"/>
                <a:ea typeface="+mj-lt" pitchFamily="34" charset="-122"/>
                <a:cs typeface="+mj-lt" pitchFamily="34" charset="-120"/>
              </a:rPr>
              <a:t> La carte de conjugaison</a:t>
            </a:r>
            <a:endParaRPr lang="en-US" sz="1900" dirty="0"/>
          </a:p>
        </p:txBody>
      </p:sp>
      <p:sp>
        <p:nvSpPr>
          <p:cNvPr id="34" name="Shape 30"/>
          <p:cNvSpPr/>
          <p:nvPr/>
        </p:nvSpPr>
        <p:spPr>
          <a:xfrm>
            <a:off x="7616952" y="2148840"/>
            <a:ext cx="3950208" cy="566928"/>
          </a:xfrm>
          <a:prstGeom prst="rect">
            <a:avLst/>
          </a:prstGeom>
          <a:solidFill>
            <a:srgbClr val="FFFFFF"/>
          </a:solidFill>
          <a:ln w="6350">
            <a:solidFill>
              <a:srgbClr val="D5DCE6"/>
            </a:solidFill>
            <a:prstDash val="solid"/>
          </a:ln>
        </p:spPr>
      </p:sp>
      <p:sp>
        <p:nvSpPr>
          <p:cNvPr id="35" name="Text 31"/>
          <p:cNvSpPr txBox="1"/>
          <p:nvPr/>
        </p:nvSpPr>
        <p:spPr>
          <a:xfrm>
            <a:off x="7726680" y="2148840"/>
            <a:ext cx="1417320" cy="566928"/>
          </a:xfrm>
          <a:prstGeom prst="rect">
            <a:avLst/>
          </a:prstGeom>
          <a:noFill/>
          <a:ln/>
        </p:spPr>
        <p:txBody>
          <a:bodyPr wrap="square" lIns="0" tIns="0" rIns="0" bIns="0" rtlCol="0" anchor="ctr"/>
          <a:lstStyle/>
          <a:p>
            <a:pPr algn="l" indent="0" marL="0">
              <a:buNone/>
            </a:pPr>
            <a:r>
              <a:rPr lang="en-US" sz="1600" b="1" dirty="0">
                <a:solidFill>
                  <a:schemeClr val="accent2"/>
                </a:solidFill>
              </a:rPr>
              <a:t>ik</a:t>
            </a:r>
            <a:endParaRPr lang="en-US" sz="1600" dirty="0"/>
          </a:p>
        </p:txBody>
      </p:sp>
      <p:sp>
        <p:nvSpPr>
          <p:cNvPr id="36" name="Text 32"/>
          <p:cNvSpPr txBox="1"/>
          <p:nvPr/>
        </p:nvSpPr>
        <p:spPr>
          <a:xfrm>
            <a:off x="9189720" y="2148840"/>
            <a:ext cx="2313432" cy="566928"/>
          </a:xfrm>
          <a:prstGeom prst="rect">
            <a:avLst/>
          </a:prstGeom>
          <a:noFill/>
          <a:ln/>
        </p:spPr>
        <p:txBody>
          <a:bodyPr wrap="square" lIns="0" tIns="0" rIns="0" bIns="0" rtlCol="0" anchor="ctr"/>
          <a:lstStyle/>
          <a:p>
            <a:pPr algn="l" indent="0" marL="0">
              <a:buNone/>
            </a:pPr>
            <a:r>
              <a:rPr lang="en-US" sz="1800" b="1" dirty="0">
                <a:solidFill>
                  <a:schemeClr val="tx1"/>
                </a:solidFill>
              </a:rPr>
              <a:t>radical</a:t>
            </a:r>
            <a:endParaRPr lang="en-US" sz="1800" dirty="0"/>
          </a:p>
        </p:txBody>
      </p:sp>
      <p:sp>
        <p:nvSpPr>
          <p:cNvPr id="37" name="Shape 33"/>
          <p:cNvSpPr/>
          <p:nvPr/>
        </p:nvSpPr>
        <p:spPr>
          <a:xfrm>
            <a:off x="7616952" y="2715768"/>
            <a:ext cx="3950208" cy="868680"/>
          </a:xfrm>
          <a:prstGeom prst="rect">
            <a:avLst/>
          </a:prstGeom>
          <a:solidFill>
            <a:srgbClr val="EEF3F8"/>
          </a:solidFill>
          <a:ln w="6350">
            <a:solidFill>
              <a:srgbClr val="D5DCE6"/>
            </a:solidFill>
            <a:prstDash val="solid"/>
          </a:ln>
        </p:spPr>
      </p:sp>
      <p:sp>
        <p:nvSpPr>
          <p:cNvPr id="38" name="Text 34"/>
          <p:cNvSpPr txBox="1"/>
          <p:nvPr/>
        </p:nvSpPr>
        <p:spPr>
          <a:xfrm>
            <a:off x="7726680" y="2715768"/>
            <a:ext cx="1417320" cy="868680"/>
          </a:xfrm>
          <a:prstGeom prst="rect">
            <a:avLst/>
          </a:prstGeom>
          <a:noFill/>
          <a:ln/>
        </p:spPr>
        <p:txBody>
          <a:bodyPr wrap="square" lIns="0" tIns="0" rIns="0" bIns="0" rtlCol="0" anchor="ctr"/>
          <a:lstStyle/>
          <a:p>
            <a:pPr algn="l" indent="0" marL="0">
              <a:buNone/>
            </a:pPr>
            <a:r>
              <a:rPr lang="en-US" sz="1600" b="1" dirty="0">
                <a:solidFill>
                  <a:schemeClr val="accent2"/>
                </a:solidFill>
              </a:rPr>
              <a:t>jij / u / hij</a:t>
            </a:r>
            <a:endParaRPr lang="en-US" sz="1600" dirty="0"/>
          </a:p>
        </p:txBody>
      </p:sp>
      <p:sp>
        <p:nvSpPr>
          <p:cNvPr id="39" name="Text 35"/>
          <p:cNvSpPr txBox="1"/>
          <p:nvPr/>
        </p:nvSpPr>
        <p:spPr>
          <a:xfrm>
            <a:off x="9189720" y="2715768"/>
            <a:ext cx="2313432" cy="868680"/>
          </a:xfrm>
          <a:prstGeom prst="rect">
            <a:avLst/>
          </a:prstGeom>
          <a:noFill/>
          <a:ln/>
        </p:spPr>
        <p:txBody>
          <a:bodyPr wrap="square" lIns="0" tIns="0" rIns="0" bIns="0" rtlCol="0" anchor="ctr"/>
          <a:lstStyle/>
          <a:p>
            <a:pPr algn="l" indent="0" marL="0">
              <a:buNone/>
            </a:pPr>
            <a:r>
              <a:rPr lang="en-US" sz="1800" dirty="0">
                <a:solidFill>
                  <a:schemeClr val="tx1"/>
                </a:solidFill>
              </a:rPr>
              <a:t>radical + </a:t>
            </a:r>
            <a:r>
              <a:rPr lang="en-US" sz="1800" b="1" dirty="0">
                <a:solidFill>
                  <a:schemeClr val="accent1"/>
                </a:solidFill>
              </a:rPr>
              <a:t>t</a:t>
            </a:r>
            <a:endParaRPr lang="en-US" sz="1800" dirty="0"/>
          </a:p>
          <a:p>
            <a:pPr algn="l" indent="0" marL="0">
              <a:buNone/>
            </a:pPr>
            <a:r>
              <a:rPr lang="en-US" sz="1800" i="1" dirty="0">
                <a:solidFill>
                  <a:schemeClr val="tx1"/>
                </a:solidFill>
              </a:rPr>
              <a:t>t + t = t · d + t = dt</a:t>
            </a:r>
            <a:endParaRPr lang="en-US" sz="1800" dirty="0"/>
          </a:p>
        </p:txBody>
      </p:sp>
      <p:sp>
        <p:nvSpPr>
          <p:cNvPr id="40" name="Shape 36"/>
          <p:cNvSpPr/>
          <p:nvPr/>
        </p:nvSpPr>
        <p:spPr>
          <a:xfrm>
            <a:off x="7616952" y="3584448"/>
            <a:ext cx="3950208" cy="640080"/>
          </a:xfrm>
          <a:prstGeom prst="rect">
            <a:avLst/>
          </a:prstGeom>
          <a:solidFill>
            <a:srgbClr val="E3E7ED"/>
          </a:solidFill>
          <a:ln w="6350">
            <a:solidFill>
              <a:srgbClr val="D5DCE6"/>
            </a:solidFill>
            <a:prstDash val="solid"/>
          </a:ln>
        </p:spPr>
      </p:sp>
      <p:sp>
        <p:nvSpPr>
          <p:cNvPr id="41" name="Text 37"/>
          <p:cNvSpPr txBox="1"/>
          <p:nvPr/>
        </p:nvSpPr>
        <p:spPr>
          <a:xfrm>
            <a:off x="7726680" y="3584448"/>
            <a:ext cx="1417320" cy="640080"/>
          </a:xfrm>
          <a:prstGeom prst="rect">
            <a:avLst/>
          </a:prstGeom>
          <a:noFill/>
          <a:ln/>
        </p:spPr>
        <p:txBody>
          <a:bodyPr wrap="square" lIns="0" tIns="0" rIns="0" bIns="0" rtlCol="0" anchor="ctr"/>
          <a:lstStyle/>
          <a:p>
            <a:pPr algn="l" indent="0" marL="0">
              <a:buNone/>
            </a:pPr>
            <a:r>
              <a:rPr lang="en-US" sz="1600" b="1" dirty="0">
                <a:solidFill>
                  <a:schemeClr val="accent2"/>
                </a:solidFill>
              </a:rPr>
              <a:t>wij · jullie · zij</a:t>
            </a:r>
            <a:endParaRPr lang="en-US" sz="1600" dirty="0"/>
          </a:p>
        </p:txBody>
      </p:sp>
      <p:sp>
        <p:nvSpPr>
          <p:cNvPr id="42" name="Text 38"/>
          <p:cNvSpPr txBox="1"/>
          <p:nvPr/>
        </p:nvSpPr>
        <p:spPr>
          <a:xfrm>
            <a:off x="9189720" y="3584448"/>
            <a:ext cx="2313432" cy="640080"/>
          </a:xfrm>
          <a:prstGeom prst="rect">
            <a:avLst/>
          </a:prstGeom>
          <a:noFill/>
          <a:ln/>
        </p:spPr>
        <p:txBody>
          <a:bodyPr wrap="square" lIns="0" tIns="0" rIns="0" bIns="0" rtlCol="0" anchor="ctr"/>
          <a:lstStyle/>
          <a:p>
            <a:pPr algn="l" indent="0" marL="0">
              <a:buNone/>
            </a:pPr>
            <a:r>
              <a:rPr lang="en-US" sz="1800" b="1" dirty="0">
                <a:solidFill>
                  <a:schemeClr val="tx1"/>
                </a:solidFill>
              </a:rPr>
              <a:t>infinitif</a:t>
            </a:r>
            <a:endParaRPr lang="en-US" sz="1800" dirty="0"/>
          </a:p>
        </p:txBody>
      </p:sp>
      <p:pic>
        <p:nvPicPr>
          <p:cNvPr id="43" name="Image 1" descr="Magnet">    </p:cNvPr>
          <p:cNvPicPr>
            <a:picLocks noChangeAspect="1"/>
          </p:cNvPicPr>
          <p:nvPr/>
        </p:nvPicPr>
        <p:blipFill>
          <a:blip r:embed="rId2"/>
          <a:stretch>
            <a:fillRect/>
          </a:stretch>
        </p:blipFill>
        <p:spPr>
          <a:xfrm>
            <a:off x="7772400" y="4562856"/>
            <a:ext cx="292608" cy="292608"/>
          </a:xfrm>
          <a:prstGeom prst="rect">
            <a:avLst/>
          </a:prstGeom>
        </p:spPr>
      </p:pic>
      <p:sp>
        <p:nvSpPr>
          <p:cNvPr id="44" name="Text 39"/>
          <p:cNvSpPr txBox="1"/>
          <p:nvPr/>
        </p:nvSpPr>
        <p:spPr>
          <a:xfrm>
            <a:off x="8183880" y="4434840"/>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radical en -t : pas de 2e t</a:t>
            </a:r>
            <a:endParaRPr lang="en-US" sz="1600" dirty="0"/>
          </a:p>
        </p:txBody>
      </p:sp>
      <p:pic>
        <p:nvPicPr>
          <p:cNvPr id="45" name="Image 2" descr="ExclamationTriangle">    </p:cNvPr>
          <p:cNvPicPr>
            <a:picLocks noChangeAspect="1"/>
          </p:cNvPicPr>
          <p:nvPr/>
        </p:nvPicPr>
        <p:blipFill>
          <a:blip r:embed="rId3"/>
          <a:stretch>
            <a:fillRect/>
          </a:stretch>
        </p:blipFill>
        <p:spPr>
          <a:xfrm>
            <a:off x="7772400" y="5138928"/>
            <a:ext cx="292608" cy="292608"/>
          </a:xfrm>
          <a:prstGeom prst="rect">
            <a:avLst/>
          </a:prstGeom>
        </p:spPr>
      </p:pic>
      <p:sp>
        <p:nvSpPr>
          <p:cNvPr id="46" name="Text 40"/>
          <p:cNvSpPr txBox="1"/>
          <p:nvPr/>
        </p:nvSpPr>
        <p:spPr>
          <a:xfrm>
            <a:off x="8183880" y="5010912"/>
            <a:ext cx="3319272" cy="548640"/>
          </a:xfrm>
          <a:prstGeom prst="rect">
            <a:avLst/>
          </a:prstGeom>
          <a:noFill/>
          <a:ln/>
        </p:spPr>
        <p:txBody>
          <a:bodyPr wrap="square" lIns="0" tIns="0" rIns="0" bIns="0" rtlCol="0" anchor="ctr"/>
          <a:lstStyle/>
          <a:p>
            <a:pPr algn="l" indent="0" marL="0">
              <a:buNone/>
            </a:pPr>
            <a:r>
              <a:rPr lang="en-US" sz="1600" i="1" dirty="0">
                <a:solidFill>
                  <a:schemeClr val="tx1"/>
                </a:solidFill>
              </a:rPr>
              <a:t>je / jij</a:t>
            </a:r>
            <a:r>
              <a:rPr lang="en-US" sz="1600" dirty="0">
                <a:solidFill>
                  <a:schemeClr val="tx1"/>
                </a:solidFill>
              </a:rPr>
              <a:t> après le verbe → pas de t</a:t>
            </a:r>
            <a:endParaRPr lang="en-US" sz="1600" dirty="0"/>
          </a:p>
        </p:txBody>
      </p:sp>
      <p:pic>
        <p:nvPicPr>
          <p:cNvPr id="47" name="Image 3" descr="Star">    </p:cNvPr>
          <p:cNvPicPr>
            <a:picLocks noChangeAspect="1"/>
          </p:cNvPicPr>
          <p:nvPr/>
        </p:nvPicPr>
        <p:blipFill>
          <a:blip r:embed="rId4"/>
          <a:stretch>
            <a:fillRect/>
          </a:stretch>
        </p:blipFill>
        <p:spPr>
          <a:xfrm>
            <a:off x="7772400" y="5715000"/>
            <a:ext cx="292608" cy="292608"/>
          </a:xfrm>
          <a:prstGeom prst="rect">
            <a:avLst/>
          </a:prstGeom>
        </p:spPr>
      </p:pic>
      <p:sp>
        <p:nvSpPr>
          <p:cNvPr id="48" name="Text 41"/>
          <p:cNvSpPr txBox="1"/>
          <p:nvPr/>
        </p:nvSpPr>
        <p:spPr>
          <a:xfrm>
            <a:off x="8183880" y="5586984"/>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exception : </a:t>
            </a:r>
            <a:r>
              <a:rPr lang="en-US" sz="1600" i="1" dirty="0">
                <a:solidFill>
                  <a:schemeClr val="tx1"/>
                </a:solidFill>
              </a:rPr>
              <a:t>komen → ik kom</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Scissor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chaîne de montage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Bel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 t ou dt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Ke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verbe de modalité</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TheaterMask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Mime et conjugue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planning de l’équipe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8" name="Shape 4"/>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9"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0" name="Text 5"/>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1" name="Shape 6"/>
          <p:cNvSpPr/>
          <p:nvPr/>
        </p:nvSpPr>
        <p:spPr>
          <a:xfrm>
            <a:off x="3950208" y="2124456"/>
            <a:ext cx="329184" cy="914"/>
          </a:xfrm>
          <a:prstGeom prst="line">
            <a:avLst/>
          </a:prstGeom>
          <a:noFill/>
          <a:ln w="25400">
            <a:solidFill>
              <a:srgbClr val="4A5A70"/>
            </a:solidFill>
            <a:prstDash val="solid"/>
            <a:tailEnd type="triangle"/>
          </a:ln>
        </p:spPr>
      </p:sp>
      <p:sp>
        <p:nvSpPr>
          <p:cNvPr id="12" name="Shape 7"/>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3"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4" name="Text 8"/>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5" name="Shape 9"/>
          <p:cNvSpPr/>
          <p:nvPr/>
        </p:nvSpPr>
        <p:spPr>
          <a:xfrm>
            <a:off x="7744968" y="2124456"/>
            <a:ext cx="329184" cy="914"/>
          </a:xfrm>
          <a:prstGeom prst="line">
            <a:avLst/>
          </a:prstGeom>
          <a:noFill/>
          <a:ln w="25400">
            <a:solidFill>
              <a:srgbClr val="4A5A70"/>
            </a:solidFill>
            <a:prstDash val="solid"/>
            <a:tailEnd type="triangle"/>
          </a:ln>
        </p:spPr>
      </p:sp>
      <p:sp>
        <p:nvSpPr>
          <p:cNvPr id="16" name="Shape 10"/>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7"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8" name="Text 11"/>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19" name="Shape 12"/>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0" name="Text 13"/>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1" name="Shape 14"/>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2" name="Shape 15"/>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423160" y="2749804"/>
            <a:ext cx="640080" cy="914"/>
          </a:xfrm>
          <a:prstGeom prst="line">
            <a:avLst/>
          </a:prstGeom>
          <a:noFill/>
          <a:ln w="38100">
            <a:solidFill>
              <a:srgbClr val="D9700F"/>
            </a:solidFill>
            <a:prstDash val="solid"/>
            <a:tailEnd type="triangle"/>
          </a:ln>
        </p:spPr>
      </p:sp>
      <p:sp>
        <p:nvSpPr>
          <p:cNvPr id="24" name="Shape 17"/>
          <p:cNvSpPr/>
          <p:nvPr/>
        </p:nvSpPr>
        <p:spPr>
          <a:xfrm>
            <a:off x="3154680" y="2499360"/>
            <a:ext cx="1508760" cy="500888"/>
          </a:xfrm>
          <a:prstGeom prst="roundRect">
            <a:avLst>
              <a:gd name="adj" fmla="val 14604"/>
            </a:avLst>
          </a:prstGeom>
          <a:solidFill>
            <a:srgbClr val="FFFFFF"/>
          </a:solidFill>
          <a:ln w="15875">
            <a:solidFill>
              <a:srgbClr val="4A5A70"/>
            </a:solidFill>
            <a:prstDash val="dash"/>
          </a:ln>
        </p:spPr>
      </p:sp>
      <p:sp>
        <p:nvSpPr>
          <p:cNvPr id="25" name="Shape 18"/>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6" name="Text 19"/>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27" name="Shape 20"/>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28" name="Shape 21"/>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29" name="Shape 22"/>
          <p:cNvSpPr/>
          <p:nvPr/>
        </p:nvSpPr>
        <p:spPr>
          <a:xfrm>
            <a:off x="2423160" y="3378708"/>
            <a:ext cx="640080" cy="914"/>
          </a:xfrm>
          <a:prstGeom prst="line">
            <a:avLst/>
          </a:prstGeom>
          <a:noFill/>
          <a:ln w="38100">
            <a:solidFill>
              <a:srgbClr val="D9700F"/>
            </a:solidFill>
            <a:prstDash val="solid"/>
            <a:tailEnd type="triangle"/>
          </a:ln>
        </p:spPr>
      </p:sp>
      <p:sp>
        <p:nvSpPr>
          <p:cNvPr id="30" name="Shape 23"/>
          <p:cNvSpPr/>
          <p:nvPr/>
        </p:nvSpPr>
        <p:spPr>
          <a:xfrm>
            <a:off x="3154680" y="3128264"/>
            <a:ext cx="1508760" cy="500888"/>
          </a:xfrm>
          <a:prstGeom prst="roundRect">
            <a:avLst>
              <a:gd name="adj" fmla="val 14604"/>
            </a:avLst>
          </a:prstGeom>
          <a:solidFill>
            <a:srgbClr val="FFFFFF"/>
          </a:solidFill>
          <a:ln w="15875">
            <a:solidFill>
              <a:srgbClr val="4A5A70"/>
            </a:solidFill>
            <a:prstDash val="dash"/>
          </a:ln>
        </p:spPr>
      </p:sp>
      <p:sp>
        <p:nvSpPr>
          <p:cNvPr id="31" name="Shape 24"/>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2" name="Text 25"/>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3" name="Shape 26"/>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4" name="Shape 27"/>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35" name="Shape 28"/>
          <p:cNvSpPr/>
          <p:nvPr/>
        </p:nvSpPr>
        <p:spPr>
          <a:xfrm>
            <a:off x="2423160" y="4007612"/>
            <a:ext cx="640080" cy="914"/>
          </a:xfrm>
          <a:prstGeom prst="line">
            <a:avLst/>
          </a:prstGeom>
          <a:noFill/>
          <a:ln w="38100">
            <a:solidFill>
              <a:srgbClr val="D9700F"/>
            </a:solidFill>
            <a:prstDash val="solid"/>
            <a:tailEnd type="triangle"/>
          </a:ln>
        </p:spPr>
      </p:sp>
      <p:sp>
        <p:nvSpPr>
          <p:cNvPr id="36" name="Shape 29"/>
          <p:cNvSpPr/>
          <p:nvPr/>
        </p:nvSpPr>
        <p:spPr>
          <a:xfrm>
            <a:off x="3154680" y="3757168"/>
            <a:ext cx="1508760" cy="500888"/>
          </a:xfrm>
          <a:prstGeom prst="roundRect">
            <a:avLst>
              <a:gd name="adj" fmla="val 14604"/>
            </a:avLst>
          </a:prstGeom>
          <a:solidFill>
            <a:srgbClr val="FFFFFF"/>
          </a:solidFill>
          <a:ln w="15875">
            <a:solidFill>
              <a:srgbClr val="4A5A70"/>
            </a:solidFill>
            <a:prstDash val="dash"/>
          </a:ln>
        </p:spPr>
      </p:sp>
      <p:sp>
        <p:nvSpPr>
          <p:cNvPr id="37" name="Shape 30"/>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38" name="Text 31"/>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39" name="Shape 32"/>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1" name="Shape 34"/>
          <p:cNvSpPr/>
          <p:nvPr/>
        </p:nvSpPr>
        <p:spPr>
          <a:xfrm>
            <a:off x="2423160" y="4636516"/>
            <a:ext cx="640080" cy="914"/>
          </a:xfrm>
          <a:prstGeom prst="line">
            <a:avLst/>
          </a:prstGeom>
          <a:noFill/>
          <a:ln w="38100">
            <a:solidFill>
              <a:srgbClr val="D9700F"/>
            </a:solidFill>
            <a:prstDash val="solid"/>
            <a:tailEnd type="triangle"/>
          </a:ln>
        </p:spPr>
      </p:sp>
      <p:sp>
        <p:nvSpPr>
          <p:cNvPr id="42" name="Shape 35"/>
          <p:cNvSpPr/>
          <p:nvPr/>
        </p:nvSpPr>
        <p:spPr>
          <a:xfrm>
            <a:off x="3154680" y="4386072"/>
            <a:ext cx="1508760" cy="500888"/>
          </a:xfrm>
          <a:prstGeom prst="roundRect">
            <a:avLst>
              <a:gd name="adj" fmla="val 14604"/>
            </a:avLst>
          </a:prstGeom>
          <a:solidFill>
            <a:srgbClr val="FFFFFF"/>
          </a:solidFill>
          <a:ln w="15875">
            <a:solidFill>
              <a:srgbClr val="4A5A70"/>
            </a:solidFill>
            <a:prstDash val="dash"/>
          </a:ln>
        </p:spPr>
      </p:sp>
      <p:sp>
        <p:nvSpPr>
          <p:cNvPr id="43" name="Shape 36"/>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44" name="Text 37"/>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45" name="Shape 38"/>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46" name="Shape 39"/>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423160" y="5265420"/>
            <a:ext cx="640080" cy="914"/>
          </a:xfrm>
          <a:prstGeom prst="line">
            <a:avLst/>
          </a:prstGeom>
          <a:noFill/>
          <a:ln w="38100">
            <a:solidFill>
              <a:srgbClr val="D9700F"/>
            </a:solidFill>
            <a:prstDash val="solid"/>
            <a:tailEnd type="triangle"/>
          </a:ln>
        </p:spPr>
      </p:sp>
      <p:sp>
        <p:nvSpPr>
          <p:cNvPr id="48" name="Shape 41"/>
          <p:cNvSpPr/>
          <p:nvPr/>
        </p:nvSpPr>
        <p:spPr>
          <a:xfrm>
            <a:off x="3154680" y="5014976"/>
            <a:ext cx="1508760" cy="500888"/>
          </a:xfrm>
          <a:prstGeom prst="roundRect">
            <a:avLst>
              <a:gd name="adj" fmla="val 14604"/>
            </a:avLst>
          </a:prstGeom>
          <a:solidFill>
            <a:srgbClr val="FFFFFF"/>
          </a:solidFill>
          <a:ln w="15875">
            <a:solidFill>
              <a:srgbClr val="4A5A70"/>
            </a:solidFill>
            <a:prstDash val="dash"/>
          </a:ln>
        </p:spPr>
      </p:sp>
      <p:sp>
        <p:nvSpPr>
          <p:cNvPr id="49" name="Shape 42"/>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50" name="Text 43"/>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51" name="Shape 44"/>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52" name="Shape 45"/>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53" name="Shape 46"/>
          <p:cNvSpPr/>
          <p:nvPr/>
        </p:nvSpPr>
        <p:spPr>
          <a:xfrm>
            <a:off x="2423160" y="5894324"/>
            <a:ext cx="640080" cy="914"/>
          </a:xfrm>
          <a:prstGeom prst="line">
            <a:avLst/>
          </a:prstGeom>
          <a:noFill/>
          <a:ln w="38100">
            <a:solidFill>
              <a:srgbClr val="D9700F"/>
            </a:solidFill>
            <a:prstDash val="solid"/>
            <a:tailEnd type="triangle"/>
          </a:ln>
        </p:spPr>
      </p:sp>
      <p:sp>
        <p:nvSpPr>
          <p:cNvPr id="54" name="Shape 47"/>
          <p:cNvSpPr/>
          <p:nvPr/>
        </p:nvSpPr>
        <p:spPr>
          <a:xfrm>
            <a:off x="3154680" y="5643880"/>
            <a:ext cx="1508760" cy="500888"/>
          </a:xfrm>
          <a:prstGeom prst="roundRect">
            <a:avLst>
              <a:gd name="adj" fmla="val 14604"/>
            </a:avLst>
          </a:prstGeom>
          <a:solidFill>
            <a:srgbClr val="FFFFFF"/>
          </a:solidFill>
          <a:ln w="15875">
            <a:solidFill>
              <a:srgbClr val="4A5A70"/>
            </a:solidFill>
            <a:prstDash val="dash"/>
          </a:ln>
        </p:spPr>
      </p:sp>
      <p:sp>
        <p:nvSpPr>
          <p:cNvPr id="55" name="Shape 48"/>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56" name="Text 49"/>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57" name="Shape 50"/>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58" name="Shape 51"/>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59" name="Shape 52"/>
          <p:cNvSpPr/>
          <p:nvPr/>
        </p:nvSpPr>
        <p:spPr>
          <a:xfrm>
            <a:off x="8119872" y="2749804"/>
            <a:ext cx="640080" cy="914"/>
          </a:xfrm>
          <a:prstGeom prst="line">
            <a:avLst/>
          </a:prstGeom>
          <a:noFill/>
          <a:ln w="38100">
            <a:solidFill>
              <a:srgbClr val="D9700F"/>
            </a:solidFill>
            <a:prstDash val="solid"/>
            <a:tailEnd type="triangle"/>
          </a:ln>
        </p:spPr>
      </p:sp>
      <p:sp>
        <p:nvSpPr>
          <p:cNvPr id="60" name="Shape 53"/>
          <p:cNvSpPr/>
          <p:nvPr/>
        </p:nvSpPr>
        <p:spPr>
          <a:xfrm>
            <a:off x="8851392" y="2499360"/>
            <a:ext cx="1508760" cy="500888"/>
          </a:xfrm>
          <a:prstGeom prst="roundRect">
            <a:avLst>
              <a:gd name="adj" fmla="val 14604"/>
            </a:avLst>
          </a:prstGeom>
          <a:solidFill>
            <a:srgbClr val="FFFFFF"/>
          </a:solidFill>
          <a:ln w="15875">
            <a:solidFill>
              <a:srgbClr val="4A5A70"/>
            </a:solidFill>
            <a:prstDash val="dash"/>
          </a:ln>
        </p:spPr>
      </p:sp>
      <p:sp>
        <p:nvSpPr>
          <p:cNvPr id="61" name="Shape 54"/>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62" name="Text 55"/>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63" name="Shape 56"/>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65" name="Shape 58"/>
          <p:cNvSpPr/>
          <p:nvPr/>
        </p:nvSpPr>
        <p:spPr>
          <a:xfrm>
            <a:off x="8119872" y="3378708"/>
            <a:ext cx="640080" cy="914"/>
          </a:xfrm>
          <a:prstGeom prst="line">
            <a:avLst/>
          </a:prstGeom>
          <a:noFill/>
          <a:ln w="38100">
            <a:solidFill>
              <a:srgbClr val="D9700F"/>
            </a:solidFill>
            <a:prstDash val="solid"/>
            <a:tailEnd type="triangle"/>
          </a:ln>
        </p:spPr>
      </p:sp>
      <p:sp>
        <p:nvSpPr>
          <p:cNvPr id="66" name="Shape 59"/>
          <p:cNvSpPr/>
          <p:nvPr/>
        </p:nvSpPr>
        <p:spPr>
          <a:xfrm>
            <a:off x="8851392" y="3128264"/>
            <a:ext cx="1508760" cy="500888"/>
          </a:xfrm>
          <a:prstGeom prst="roundRect">
            <a:avLst>
              <a:gd name="adj" fmla="val 14604"/>
            </a:avLst>
          </a:prstGeom>
          <a:solidFill>
            <a:srgbClr val="FFFFFF"/>
          </a:solidFill>
          <a:ln w="15875">
            <a:solidFill>
              <a:srgbClr val="4A5A70"/>
            </a:solidFill>
            <a:prstDash val="dash"/>
          </a:ln>
        </p:spPr>
      </p:sp>
      <p:sp>
        <p:nvSpPr>
          <p:cNvPr id="67" name="Shape 60"/>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69" name="Shape 62"/>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4007612"/>
            <a:ext cx="640080" cy="914"/>
          </a:xfrm>
          <a:prstGeom prst="line">
            <a:avLst/>
          </a:prstGeom>
          <a:noFill/>
          <a:ln w="38100">
            <a:solidFill>
              <a:srgbClr val="D9700F"/>
            </a:solidFill>
            <a:prstDash val="solid"/>
            <a:tailEnd type="triangle"/>
          </a:ln>
        </p:spPr>
      </p:sp>
      <p:sp>
        <p:nvSpPr>
          <p:cNvPr id="72" name="Shape 65"/>
          <p:cNvSpPr/>
          <p:nvPr/>
        </p:nvSpPr>
        <p:spPr>
          <a:xfrm>
            <a:off x="8851392" y="3757168"/>
            <a:ext cx="1508760" cy="500888"/>
          </a:xfrm>
          <a:prstGeom prst="roundRect">
            <a:avLst>
              <a:gd name="adj" fmla="val 14604"/>
            </a:avLst>
          </a:prstGeom>
          <a:solidFill>
            <a:srgbClr val="FFFFFF"/>
          </a:solidFill>
          <a:ln w="15875">
            <a:solidFill>
              <a:srgbClr val="4A5A70"/>
            </a:solidFill>
            <a:prstDash val="dash"/>
          </a:ln>
        </p:spPr>
      </p:sp>
      <p:sp>
        <p:nvSpPr>
          <p:cNvPr id="73" name="Shape 66"/>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74" name="Text 67"/>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75" name="Shape 68"/>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76" name="Shape 69"/>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119872" y="4636516"/>
            <a:ext cx="640080" cy="914"/>
          </a:xfrm>
          <a:prstGeom prst="line">
            <a:avLst/>
          </a:prstGeom>
          <a:noFill/>
          <a:ln w="38100">
            <a:solidFill>
              <a:srgbClr val="D9700F"/>
            </a:solidFill>
            <a:prstDash val="solid"/>
            <a:tailEnd type="triangle"/>
          </a:ln>
        </p:spPr>
      </p:sp>
      <p:sp>
        <p:nvSpPr>
          <p:cNvPr id="78" name="Shape 71"/>
          <p:cNvSpPr/>
          <p:nvPr/>
        </p:nvSpPr>
        <p:spPr>
          <a:xfrm>
            <a:off x="8851392" y="4386072"/>
            <a:ext cx="1508760" cy="500888"/>
          </a:xfrm>
          <a:prstGeom prst="roundRect">
            <a:avLst>
              <a:gd name="adj" fmla="val 14604"/>
            </a:avLst>
          </a:prstGeom>
          <a:solidFill>
            <a:srgbClr val="FFFFFF"/>
          </a:solidFill>
          <a:ln w="15875">
            <a:solidFill>
              <a:srgbClr val="4A5A70"/>
            </a:solidFill>
            <a:prstDash val="dash"/>
          </a:ln>
        </p:spPr>
      </p:sp>
      <p:sp>
        <p:nvSpPr>
          <p:cNvPr id="79" name="Shape 72"/>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80" name="Text 73"/>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81" name="Shape 74"/>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82" name="Shape 75"/>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83" name="Shape 76"/>
          <p:cNvSpPr/>
          <p:nvPr/>
        </p:nvSpPr>
        <p:spPr>
          <a:xfrm>
            <a:off x="8119872" y="5265420"/>
            <a:ext cx="640080" cy="914"/>
          </a:xfrm>
          <a:prstGeom prst="line">
            <a:avLst/>
          </a:prstGeom>
          <a:noFill/>
          <a:ln w="38100">
            <a:solidFill>
              <a:srgbClr val="D9700F"/>
            </a:solidFill>
            <a:prstDash val="solid"/>
            <a:tailEnd type="triangle"/>
          </a:ln>
        </p:spPr>
      </p:sp>
      <p:sp>
        <p:nvSpPr>
          <p:cNvPr id="84" name="Shape 77"/>
          <p:cNvSpPr/>
          <p:nvPr/>
        </p:nvSpPr>
        <p:spPr>
          <a:xfrm>
            <a:off x="8851392" y="5014976"/>
            <a:ext cx="1508760" cy="500888"/>
          </a:xfrm>
          <a:prstGeom prst="roundRect">
            <a:avLst>
              <a:gd name="adj" fmla="val 14604"/>
            </a:avLst>
          </a:prstGeom>
          <a:solidFill>
            <a:srgbClr val="FFFFFF"/>
          </a:solidFill>
          <a:ln w="15875">
            <a:solidFill>
              <a:srgbClr val="4A5A70"/>
            </a:solidFill>
            <a:prstDash val="dash"/>
          </a:ln>
        </p:spPr>
      </p:sp>
      <p:sp>
        <p:nvSpPr>
          <p:cNvPr id="85" name="Shape 78"/>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86" name="Text 79"/>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87" name="Shape 80"/>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88" name="Shape 81"/>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89" name="Shape 82"/>
          <p:cNvSpPr/>
          <p:nvPr/>
        </p:nvSpPr>
        <p:spPr>
          <a:xfrm>
            <a:off x="8119872" y="5894324"/>
            <a:ext cx="640080" cy="914"/>
          </a:xfrm>
          <a:prstGeom prst="line">
            <a:avLst/>
          </a:prstGeom>
          <a:noFill/>
          <a:ln w="38100">
            <a:solidFill>
              <a:srgbClr val="D9700F"/>
            </a:solidFill>
            <a:prstDash val="solid"/>
            <a:tailEnd type="triangle"/>
          </a:ln>
        </p:spPr>
      </p:sp>
      <p:sp>
        <p:nvSpPr>
          <p:cNvPr id="90" name="Shape 83"/>
          <p:cNvSpPr/>
          <p:nvPr/>
        </p:nvSpPr>
        <p:spPr>
          <a:xfrm>
            <a:off x="8851392" y="5643880"/>
            <a:ext cx="1508760" cy="500888"/>
          </a:xfrm>
          <a:prstGeom prst="roundRect">
            <a:avLst>
              <a:gd name="adj" fmla="val 14604"/>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9" name="Shape 5"/>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10"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1" name="Text 6"/>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2" name="Shape 7"/>
          <p:cNvSpPr/>
          <p:nvPr/>
        </p:nvSpPr>
        <p:spPr>
          <a:xfrm>
            <a:off x="3950208" y="2124456"/>
            <a:ext cx="329184" cy="914"/>
          </a:xfrm>
          <a:prstGeom prst="line">
            <a:avLst/>
          </a:prstGeom>
          <a:noFill/>
          <a:ln w="25400">
            <a:solidFill>
              <a:srgbClr val="4A5A70"/>
            </a:solidFill>
            <a:prstDash val="solid"/>
            <a:tailEnd type="triangle"/>
          </a:ln>
        </p:spPr>
      </p:sp>
      <p:sp>
        <p:nvSpPr>
          <p:cNvPr id="13" name="Shape 8"/>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4"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5" name="Text 9"/>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6" name="Shape 10"/>
          <p:cNvSpPr/>
          <p:nvPr/>
        </p:nvSpPr>
        <p:spPr>
          <a:xfrm>
            <a:off x="7744968" y="2124456"/>
            <a:ext cx="329184" cy="914"/>
          </a:xfrm>
          <a:prstGeom prst="line">
            <a:avLst/>
          </a:prstGeom>
          <a:noFill/>
          <a:ln w="25400">
            <a:solidFill>
              <a:srgbClr val="4A5A70"/>
            </a:solidFill>
            <a:prstDash val="solid"/>
            <a:tailEnd type="triangle"/>
          </a:ln>
        </p:spPr>
      </p:sp>
      <p:sp>
        <p:nvSpPr>
          <p:cNvPr id="17" name="Shape 11"/>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8"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9" name="Text 12"/>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20" name="Shape 13"/>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1" name="Text 14"/>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2" name="Shape 15"/>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4" name="Shape 17"/>
          <p:cNvSpPr/>
          <p:nvPr/>
        </p:nvSpPr>
        <p:spPr>
          <a:xfrm>
            <a:off x="2423160" y="2749804"/>
            <a:ext cx="640080" cy="914"/>
          </a:xfrm>
          <a:prstGeom prst="line">
            <a:avLst/>
          </a:prstGeom>
          <a:noFill/>
          <a:ln w="38100">
            <a:solidFill>
              <a:srgbClr val="D9700F"/>
            </a:solidFill>
            <a:prstDash val="solid"/>
            <a:tailEnd type="triangle"/>
          </a:ln>
        </p:spPr>
      </p:sp>
      <p:sp>
        <p:nvSpPr>
          <p:cNvPr id="25" name="Shape 18"/>
          <p:cNvSpPr/>
          <p:nvPr/>
        </p:nvSpPr>
        <p:spPr>
          <a:xfrm>
            <a:off x="3154680" y="2499360"/>
            <a:ext cx="1508760" cy="500888"/>
          </a:xfrm>
          <a:prstGeom prst="roundRect">
            <a:avLst>
              <a:gd name="adj" fmla="val 14604"/>
            </a:avLst>
          </a:prstGeom>
          <a:solidFill>
            <a:srgbClr val="EDF6F0"/>
          </a:solidFill>
          <a:ln w="25400">
            <a:solidFill>
              <a:srgbClr val="2E7D4F"/>
            </a:solidFill>
            <a:prstDash val="solid"/>
          </a:ln>
        </p:spPr>
      </p:sp>
      <p:sp>
        <p:nvSpPr>
          <p:cNvPr id="26" name="Text 19"/>
          <p:cNvSpPr txBox="1"/>
          <p:nvPr/>
        </p:nvSpPr>
        <p:spPr>
          <a:xfrm>
            <a:off x="3154680"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lees</a:t>
            </a:r>
            <a:endParaRPr lang="en-US" sz="2200" dirty="0"/>
          </a:p>
        </p:txBody>
      </p:sp>
      <p:sp>
        <p:nvSpPr>
          <p:cNvPr id="27" name="Text 20"/>
          <p:cNvSpPr/>
          <p:nvPr/>
        </p:nvSpPr>
        <p:spPr>
          <a:xfrm>
            <a:off x="4754880" y="2585212"/>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 + doubler</a:t>
            </a:r>
            <a:endParaRPr lang="en-US" sz="1200" dirty="0"/>
          </a:p>
        </p:txBody>
      </p:sp>
      <p:sp>
        <p:nvSpPr>
          <p:cNvPr id="28" name="Shape 21"/>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9" name="Text 22"/>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30" name="Shape 23"/>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31" name="Shape 24"/>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32" name="Shape 25"/>
          <p:cNvSpPr/>
          <p:nvPr/>
        </p:nvSpPr>
        <p:spPr>
          <a:xfrm>
            <a:off x="2423160" y="3378708"/>
            <a:ext cx="640080" cy="914"/>
          </a:xfrm>
          <a:prstGeom prst="line">
            <a:avLst/>
          </a:prstGeom>
          <a:noFill/>
          <a:ln w="38100">
            <a:solidFill>
              <a:srgbClr val="D9700F"/>
            </a:solidFill>
            <a:prstDash val="solid"/>
            <a:tailEnd type="triangle"/>
          </a:ln>
        </p:spPr>
      </p:sp>
      <p:sp>
        <p:nvSpPr>
          <p:cNvPr id="33" name="Shape 26"/>
          <p:cNvSpPr/>
          <p:nvPr/>
        </p:nvSpPr>
        <p:spPr>
          <a:xfrm>
            <a:off x="3154680" y="3128264"/>
            <a:ext cx="1508760" cy="500888"/>
          </a:xfrm>
          <a:prstGeom prst="roundRect">
            <a:avLst>
              <a:gd name="adj" fmla="val 14604"/>
            </a:avLst>
          </a:prstGeom>
          <a:solidFill>
            <a:srgbClr val="EDF6F0"/>
          </a:solidFill>
          <a:ln w="25400">
            <a:solidFill>
              <a:srgbClr val="2E7D4F"/>
            </a:solidFill>
            <a:prstDash val="solid"/>
          </a:ln>
        </p:spPr>
      </p:sp>
      <p:sp>
        <p:nvSpPr>
          <p:cNvPr id="34" name="Text 27"/>
          <p:cNvSpPr txBox="1"/>
          <p:nvPr/>
        </p:nvSpPr>
        <p:spPr>
          <a:xfrm>
            <a:off x="3154680"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geef</a:t>
            </a:r>
            <a:endParaRPr lang="en-US" sz="2200" dirty="0"/>
          </a:p>
        </p:txBody>
      </p:sp>
      <p:sp>
        <p:nvSpPr>
          <p:cNvPr id="35" name="Text 28"/>
          <p:cNvSpPr/>
          <p:nvPr/>
        </p:nvSpPr>
        <p:spPr>
          <a:xfrm>
            <a:off x="4754880" y="3214116"/>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 + doubler</a:t>
            </a:r>
            <a:endParaRPr lang="en-US" sz="1200" dirty="0"/>
          </a:p>
        </p:txBody>
      </p:sp>
      <p:sp>
        <p:nvSpPr>
          <p:cNvPr id="36" name="Shape 29"/>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7" name="Text 30"/>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8" name="Shape 31"/>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9" name="Shape 32"/>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423160" y="4007612"/>
            <a:ext cx="640080" cy="914"/>
          </a:xfrm>
          <a:prstGeom prst="line">
            <a:avLst/>
          </a:prstGeom>
          <a:noFill/>
          <a:ln w="38100">
            <a:solidFill>
              <a:srgbClr val="D9700F"/>
            </a:solidFill>
            <a:prstDash val="solid"/>
            <a:tailEnd type="triangle"/>
          </a:ln>
        </p:spPr>
      </p:sp>
      <p:sp>
        <p:nvSpPr>
          <p:cNvPr id="41" name="Shape 34"/>
          <p:cNvSpPr/>
          <p:nvPr/>
        </p:nvSpPr>
        <p:spPr>
          <a:xfrm>
            <a:off x="3154680" y="3757168"/>
            <a:ext cx="1508760" cy="500888"/>
          </a:xfrm>
          <a:prstGeom prst="roundRect">
            <a:avLst>
              <a:gd name="adj" fmla="val 14604"/>
            </a:avLst>
          </a:prstGeom>
          <a:solidFill>
            <a:srgbClr val="EDF6F0"/>
          </a:solidFill>
          <a:ln w="25400">
            <a:solidFill>
              <a:srgbClr val="2E7D4F"/>
            </a:solidFill>
            <a:prstDash val="solid"/>
          </a:ln>
        </p:spPr>
      </p:sp>
      <p:sp>
        <p:nvSpPr>
          <p:cNvPr id="42" name="Text 35"/>
          <p:cNvSpPr txBox="1"/>
          <p:nvPr/>
        </p:nvSpPr>
        <p:spPr>
          <a:xfrm>
            <a:off x="3154680"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reis</a:t>
            </a:r>
            <a:endParaRPr lang="en-US" sz="2200" dirty="0"/>
          </a:p>
        </p:txBody>
      </p:sp>
      <p:sp>
        <p:nvSpPr>
          <p:cNvPr id="43" name="Text 36"/>
          <p:cNvSpPr/>
          <p:nvPr/>
        </p:nvSpPr>
        <p:spPr>
          <a:xfrm>
            <a:off x="4754880" y="3843020"/>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44" name="Shape 37"/>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45" name="Text 38"/>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46" name="Shape 39"/>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8" name="Shape 41"/>
          <p:cNvSpPr/>
          <p:nvPr/>
        </p:nvSpPr>
        <p:spPr>
          <a:xfrm>
            <a:off x="2423160" y="4636516"/>
            <a:ext cx="640080" cy="914"/>
          </a:xfrm>
          <a:prstGeom prst="line">
            <a:avLst/>
          </a:prstGeom>
          <a:noFill/>
          <a:ln w="38100">
            <a:solidFill>
              <a:srgbClr val="D9700F"/>
            </a:solidFill>
            <a:prstDash val="solid"/>
            <a:tailEnd type="triangle"/>
          </a:ln>
        </p:spPr>
      </p:sp>
      <p:sp>
        <p:nvSpPr>
          <p:cNvPr id="49" name="Shape 42"/>
          <p:cNvSpPr/>
          <p:nvPr/>
        </p:nvSpPr>
        <p:spPr>
          <a:xfrm>
            <a:off x="3154680" y="4386072"/>
            <a:ext cx="1508760" cy="500888"/>
          </a:xfrm>
          <a:prstGeom prst="roundRect">
            <a:avLst>
              <a:gd name="adj" fmla="val 14604"/>
            </a:avLst>
          </a:prstGeom>
          <a:solidFill>
            <a:srgbClr val="EDF6F0"/>
          </a:solidFill>
          <a:ln w="25400">
            <a:solidFill>
              <a:srgbClr val="2E7D4F"/>
            </a:solidFill>
            <a:prstDash val="solid"/>
          </a:ln>
        </p:spPr>
      </p:sp>
      <p:sp>
        <p:nvSpPr>
          <p:cNvPr id="50" name="Text 43"/>
          <p:cNvSpPr txBox="1"/>
          <p:nvPr/>
        </p:nvSpPr>
        <p:spPr>
          <a:xfrm>
            <a:off x="3154680"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schrijf</a:t>
            </a:r>
            <a:endParaRPr lang="en-US" sz="2200" dirty="0"/>
          </a:p>
        </p:txBody>
      </p:sp>
      <p:sp>
        <p:nvSpPr>
          <p:cNvPr id="51" name="Text 44"/>
          <p:cNvSpPr/>
          <p:nvPr/>
        </p:nvSpPr>
        <p:spPr>
          <a:xfrm>
            <a:off x="4754880"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52" name="Shape 45"/>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53" name="Text 46"/>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54" name="Shape 47"/>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55" name="Shape 48"/>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56" name="Shape 49"/>
          <p:cNvSpPr/>
          <p:nvPr/>
        </p:nvSpPr>
        <p:spPr>
          <a:xfrm>
            <a:off x="2423160" y="5265420"/>
            <a:ext cx="640080" cy="914"/>
          </a:xfrm>
          <a:prstGeom prst="line">
            <a:avLst/>
          </a:prstGeom>
          <a:noFill/>
          <a:ln w="38100">
            <a:solidFill>
              <a:srgbClr val="D9700F"/>
            </a:solidFill>
            <a:prstDash val="solid"/>
            <a:tailEnd type="triangle"/>
          </a:ln>
        </p:spPr>
      </p:sp>
      <p:sp>
        <p:nvSpPr>
          <p:cNvPr id="57" name="Shape 50"/>
          <p:cNvSpPr/>
          <p:nvPr/>
        </p:nvSpPr>
        <p:spPr>
          <a:xfrm>
            <a:off x="3154680" y="5014976"/>
            <a:ext cx="1508760" cy="500888"/>
          </a:xfrm>
          <a:prstGeom prst="roundRect">
            <a:avLst>
              <a:gd name="adj" fmla="val 14604"/>
            </a:avLst>
          </a:prstGeom>
          <a:solidFill>
            <a:srgbClr val="EDF6F0"/>
          </a:solidFill>
          <a:ln w="25400">
            <a:solidFill>
              <a:srgbClr val="2E7D4F"/>
            </a:solidFill>
            <a:prstDash val="solid"/>
          </a:ln>
        </p:spPr>
      </p:sp>
      <p:sp>
        <p:nvSpPr>
          <p:cNvPr id="58" name="Text 51"/>
          <p:cNvSpPr txBox="1"/>
          <p:nvPr/>
        </p:nvSpPr>
        <p:spPr>
          <a:xfrm>
            <a:off x="3154680"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praat</a:t>
            </a:r>
            <a:endParaRPr lang="en-US" sz="2200" dirty="0"/>
          </a:p>
        </p:txBody>
      </p:sp>
      <p:sp>
        <p:nvSpPr>
          <p:cNvPr id="59" name="Text 52"/>
          <p:cNvSpPr/>
          <p:nvPr/>
        </p:nvSpPr>
        <p:spPr>
          <a:xfrm>
            <a:off x="4754880" y="5100828"/>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60" name="Shape 53"/>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61" name="Text 54"/>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62" name="Shape 55"/>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63" name="Shape 56"/>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2423160" y="5894324"/>
            <a:ext cx="640080" cy="914"/>
          </a:xfrm>
          <a:prstGeom prst="line">
            <a:avLst/>
          </a:prstGeom>
          <a:noFill/>
          <a:ln w="38100">
            <a:solidFill>
              <a:srgbClr val="D9700F"/>
            </a:solidFill>
            <a:prstDash val="solid"/>
            <a:tailEnd type="triangle"/>
          </a:ln>
        </p:spPr>
      </p:sp>
      <p:sp>
        <p:nvSpPr>
          <p:cNvPr id="65" name="Shape 58"/>
          <p:cNvSpPr/>
          <p:nvPr/>
        </p:nvSpPr>
        <p:spPr>
          <a:xfrm>
            <a:off x="3154680" y="5643880"/>
            <a:ext cx="1508760" cy="500888"/>
          </a:xfrm>
          <a:prstGeom prst="roundRect">
            <a:avLst>
              <a:gd name="adj" fmla="val 14604"/>
            </a:avLst>
          </a:prstGeom>
          <a:solidFill>
            <a:srgbClr val="EDF6F0"/>
          </a:solidFill>
          <a:ln w="25400">
            <a:solidFill>
              <a:srgbClr val="2E7D4F"/>
            </a:solidFill>
            <a:prstDash val="solid"/>
          </a:ln>
        </p:spPr>
      </p:sp>
      <p:sp>
        <p:nvSpPr>
          <p:cNvPr id="66" name="Text 59"/>
          <p:cNvSpPr txBox="1"/>
          <p:nvPr/>
        </p:nvSpPr>
        <p:spPr>
          <a:xfrm>
            <a:off x="3154680"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word</a:t>
            </a:r>
            <a:endParaRPr lang="en-US" sz="2200" dirty="0"/>
          </a:p>
        </p:txBody>
      </p:sp>
      <p:sp>
        <p:nvSpPr>
          <p:cNvPr id="67" name="Shape 60"/>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69" name="Shape 62"/>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2749804"/>
            <a:ext cx="640080" cy="914"/>
          </a:xfrm>
          <a:prstGeom prst="line">
            <a:avLst/>
          </a:prstGeom>
          <a:noFill/>
          <a:ln w="38100">
            <a:solidFill>
              <a:srgbClr val="D9700F"/>
            </a:solidFill>
            <a:prstDash val="solid"/>
            <a:tailEnd type="triangle"/>
          </a:ln>
        </p:spPr>
      </p:sp>
      <p:sp>
        <p:nvSpPr>
          <p:cNvPr id="72" name="Shape 65"/>
          <p:cNvSpPr/>
          <p:nvPr/>
        </p:nvSpPr>
        <p:spPr>
          <a:xfrm>
            <a:off x="8851392" y="2499360"/>
            <a:ext cx="1508760" cy="500888"/>
          </a:xfrm>
          <a:prstGeom prst="roundRect">
            <a:avLst>
              <a:gd name="adj" fmla="val 14604"/>
            </a:avLst>
          </a:prstGeom>
          <a:solidFill>
            <a:srgbClr val="EDF6F0"/>
          </a:solidFill>
          <a:ln w="25400">
            <a:solidFill>
              <a:srgbClr val="2E7D4F"/>
            </a:solidFill>
            <a:prstDash val="solid"/>
          </a:ln>
        </p:spPr>
      </p:sp>
      <p:sp>
        <p:nvSpPr>
          <p:cNvPr id="73" name="Text 66"/>
          <p:cNvSpPr txBox="1"/>
          <p:nvPr/>
        </p:nvSpPr>
        <p:spPr>
          <a:xfrm>
            <a:off x="8851392"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rijd</a:t>
            </a:r>
            <a:endParaRPr lang="en-US" sz="2200" dirty="0"/>
          </a:p>
        </p:txBody>
      </p:sp>
      <p:sp>
        <p:nvSpPr>
          <p:cNvPr id="74" name="Shape 67"/>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75" name="Text 68"/>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76" name="Shape 69"/>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78" name="Shape 71"/>
          <p:cNvSpPr/>
          <p:nvPr/>
        </p:nvSpPr>
        <p:spPr>
          <a:xfrm>
            <a:off x="8119872" y="3378708"/>
            <a:ext cx="640080" cy="914"/>
          </a:xfrm>
          <a:prstGeom prst="line">
            <a:avLst/>
          </a:prstGeom>
          <a:noFill/>
          <a:ln w="38100">
            <a:solidFill>
              <a:srgbClr val="D9700F"/>
            </a:solidFill>
            <a:prstDash val="solid"/>
            <a:tailEnd type="triangle"/>
          </a:ln>
        </p:spPr>
      </p:sp>
      <p:sp>
        <p:nvSpPr>
          <p:cNvPr id="79" name="Shape 72"/>
          <p:cNvSpPr/>
          <p:nvPr/>
        </p:nvSpPr>
        <p:spPr>
          <a:xfrm>
            <a:off x="8851392" y="3128264"/>
            <a:ext cx="1508760" cy="500888"/>
          </a:xfrm>
          <a:prstGeom prst="roundRect">
            <a:avLst>
              <a:gd name="adj" fmla="val 14604"/>
            </a:avLst>
          </a:prstGeom>
          <a:solidFill>
            <a:srgbClr val="EDF6F0"/>
          </a:solidFill>
          <a:ln w="25400">
            <a:solidFill>
              <a:srgbClr val="2E7D4F"/>
            </a:solidFill>
            <a:prstDash val="solid"/>
          </a:ln>
        </p:spPr>
      </p:sp>
      <p:sp>
        <p:nvSpPr>
          <p:cNvPr id="80" name="Text 73"/>
          <p:cNvSpPr txBox="1"/>
          <p:nvPr/>
        </p:nvSpPr>
        <p:spPr>
          <a:xfrm>
            <a:off x="8851392"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ga</a:t>
            </a:r>
            <a:endParaRPr lang="en-US" sz="2200" dirty="0"/>
          </a:p>
        </p:txBody>
      </p:sp>
      <p:sp>
        <p:nvSpPr>
          <p:cNvPr id="81" name="Text 74"/>
          <p:cNvSpPr/>
          <p:nvPr/>
        </p:nvSpPr>
        <p:spPr>
          <a:xfrm>
            <a:off x="10451592" y="3214116"/>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82" name="Shape 75"/>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83" name="Text 76"/>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84" name="Shape 77"/>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85" name="Shape 78"/>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86" name="Shape 79"/>
          <p:cNvSpPr/>
          <p:nvPr/>
        </p:nvSpPr>
        <p:spPr>
          <a:xfrm>
            <a:off x="8119872" y="4007612"/>
            <a:ext cx="640080" cy="914"/>
          </a:xfrm>
          <a:prstGeom prst="line">
            <a:avLst/>
          </a:prstGeom>
          <a:noFill/>
          <a:ln w="38100">
            <a:solidFill>
              <a:srgbClr val="D9700F"/>
            </a:solidFill>
            <a:prstDash val="solid"/>
            <a:tailEnd type="triangle"/>
          </a:ln>
        </p:spPr>
      </p:sp>
      <p:sp>
        <p:nvSpPr>
          <p:cNvPr id="87" name="Shape 80"/>
          <p:cNvSpPr/>
          <p:nvPr/>
        </p:nvSpPr>
        <p:spPr>
          <a:xfrm>
            <a:off x="8851392" y="3757168"/>
            <a:ext cx="1508760" cy="500888"/>
          </a:xfrm>
          <a:prstGeom prst="roundRect">
            <a:avLst>
              <a:gd name="adj" fmla="val 14604"/>
            </a:avLst>
          </a:prstGeom>
          <a:solidFill>
            <a:srgbClr val="EDF6F0"/>
          </a:solidFill>
          <a:ln w="25400">
            <a:solidFill>
              <a:srgbClr val="2E7D4F"/>
            </a:solidFill>
            <a:prstDash val="solid"/>
          </a:ln>
        </p:spPr>
      </p:sp>
      <p:sp>
        <p:nvSpPr>
          <p:cNvPr id="88" name="Text 81"/>
          <p:cNvSpPr txBox="1"/>
          <p:nvPr/>
        </p:nvSpPr>
        <p:spPr>
          <a:xfrm>
            <a:off x="8851392"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zie</a:t>
            </a:r>
            <a:endParaRPr lang="en-US" sz="2200" dirty="0"/>
          </a:p>
        </p:txBody>
      </p:sp>
      <p:sp>
        <p:nvSpPr>
          <p:cNvPr id="89" name="Text 82"/>
          <p:cNvSpPr/>
          <p:nvPr/>
        </p:nvSpPr>
        <p:spPr>
          <a:xfrm>
            <a:off x="10451592" y="3843020"/>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90" name="Shape 83"/>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91" name="Text 84"/>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92" name="Shape 85"/>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93" name="Shape 86"/>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94" name="Shape 87"/>
          <p:cNvSpPr/>
          <p:nvPr/>
        </p:nvSpPr>
        <p:spPr>
          <a:xfrm>
            <a:off x="8119872" y="4636516"/>
            <a:ext cx="640080" cy="914"/>
          </a:xfrm>
          <a:prstGeom prst="line">
            <a:avLst/>
          </a:prstGeom>
          <a:noFill/>
          <a:ln w="38100">
            <a:solidFill>
              <a:srgbClr val="D9700F"/>
            </a:solidFill>
            <a:prstDash val="solid"/>
            <a:tailEnd type="triangle"/>
          </a:ln>
        </p:spPr>
      </p:sp>
      <p:sp>
        <p:nvSpPr>
          <p:cNvPr id="95" name="Shape 88"/>
          <p:cNvSpPr/>
          <p:nvPr/>
        </p:nvSpPr>
        <p:spPr>
          <a:xfrm>
            <a:off x="8851392" y="4386072"/>
            <a:ext cx="1508760" cy="500888"/>
          </a:xfrm>
          <a:prstGeom prst="roundRect">
            <a:avLst>
              <a:gd name="adj" fmla="val 14604"/>
            </a:avLst>
          </a:prstGeom>
          <a:solidFill>
            <a:srgbClr val="EDF6F0"/>
          </a:solidFill>
          <a:ln w="25400">
            <a:solidFill>
              <a:srgbClr val="2E7D4F"/>
            </a:solidFill>
            <a:prstDash val="solid"/>
          </a:ln>
        </p:spPr>
      </p:sp>
      <p:sp>
        <p:nvSpPr>
          <p:cNvPr id="96" name="Text 89"/>
          <p:cNvSpPr txBox="1"/>
          <p:nvPr/>
        </p:nvSpPr>
        <p:spPr>
          <a:xfrm>
            <a:off x="8851392"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blijf</a:t>
            </a:r>
            <a:endParaRPr lang="en-US" sz="2200" dirty="0"/>
          </a:p>
        </p:txBody>
      </p:sp>
      <p:sp>
        <p:nvSpPr>
          <p:cNvPr id="97" name="Text 90"/>
          <p:cNvSpPr/>
          <p:nvPr/>
        </p:nvSpPr>
        <p:spPr>
          <a:xfrm>
            <a:off x="10451592"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98" name="Shape 91"/>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99" name="Text 92"/>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100" name="Shape 93"/>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101" name="Shape 94"/>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102" name="Shape 95"/>
          <p:cNvSpPr/>
          <p:nvPr/>
        </p:nvSpPr>
        <p:spPr>
          <a:xfrm>
            <a:off x="8119872" y="5265420"/>
            <a:ext cx="640080" cy="914"/>
          </a:xfrm>
          <a:prstGeom prst="line">
            <a:avLst/>
          </a:prstGeom>
          <a:noFill/>
          <a:ln w="38100">
            <a:solidFill>
              <a:srgbClr val="D9700F"/>
            </a:solidFill>
            <a:prstDash val="solid"/>
            <a:tailEnd type="triangle"/>
          </a:ln>
        </p:spPr>
      </p:sp>
      <p:sp>
        <p:nvSpPr>
          <p:cNvPr id="103" name="Shape 96"/>
          <p:cNvSpPr/>
          <p:nvPr/>
        </p:nvSpPr>
        <p:spPr>
          <a:xfrm>
            <a:off x="8851392" y="5014976"/>
            <a:ext cx="1508760" cy="500888"/>
          </a:xfrm>
          <a:prstGeom prst="roundRect">
            <a:avLst>
              <a:gd name="adj" fmla="val 14604"/>
            </a:avLst>
          </a:prstGeom>
          <a:solidFill>
            <a:srgbClr val="EDF6F0"/>
          </a:solidFill>
          <a:ln w="25400">
            <a:solidFill>
              <a:srgbClr val="2E7D4F"/>
            </a:solidFill>
            <a:prstDash val="solid"/>
          </a:ln>
        </p:spPr>
      </p:sp>
      <p:sp>
        <p:nvSpPr>
          <p:cNvPr id="104" name="Text 97"/>
          <p:cNvSpPr txBox="1"/>
          <p:nvPr/>
        </p:nvSpPr>
        <p:spPr>
          <a:xfrm>
            <a:off x="8851392"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verhuis</a:t>
            </a:r>
            <a:endParaRPr lang="en-US" sz="2200" dirty="0"/>
          </a:p>
        </p:txBody>
      </p:sp>
      <p:sp>
        <p:nvSpPr>
          <p:cNvPr id="105" name="Text 98"/>
          <p:cNvSpPr/>
          <p:nvPr/>
        </p:nvSpPr>
        <p:spPr>
          <a:xfrm>
            <a:off x="10451592" y="5100828"/>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106" name="Shape 99"/>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107" name="Text 100"/>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108" name="Shape 101"/>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109" name="Shape 102"/>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110" name="Shape 103"/>
          <p:cNvSpPr/>
          <p:nvPr/>
        </p:nvSpPr>
        <p:spPr>
          <a:xfrm>
            <a:off x="8119872" y="5894324"/>
            <a:ext cx="640080" cy="914"/>
          </a:xfrm>
          <a:prstGeom prst="line">
            <a:avLst/>
          </a:prstGeom>
          <a:noFill/>
          <a:ln w="38100">
            <a:solidFill>
              <a:srgbClr val="D9700F"/>
            </a:solidFill>
            <a:prstDash val="solid"/>
            <a:tailEnd type="triangle"/>
          </a:ln>
        </p:spPr>
      </p:sp>
      <p:sp>
        <p:nvSpPr>
          <p:cNvPr id="111" name="Shape 104"/>
          <p:cNvSpPr/>
          <p:nvPr/>
        </p:nvSpPr>
        <p:spPr>
          <a:xfrm>
            <a:off x="8851392" y="5643880"/>
            <a:ext cx="1508760" cy="500888"/>
          </a:xfrm>
          <a:prstGeom prst="roundRect">
            <a:avLst>
              <a:gd name="adj" fmla="val 14604"/>
            </a:avLst>
          </a:prstGeom>
          <a:solidFill>
            <a:srgbClr val="EDF6F0"/>
          </a:solidFill>
          <a:ln w="25400">
            <a:solidFill>
              <a:srgbClr val="2E7D4F"/>
            </a:solidFill>
            <a:prstDash val="solid"/>
          </a:ln>
        </p:spPr>
      </p:sp>
      <p:sp>
        <p:nvSpPr>
          <p:cNvPr id="112" name="Text 105"/>
          <p:cNvSpPr txBox="1"/>
          <p:nvPr/>
        </p:nvSpPr>
        <p:spPr>
          <a:xfrm>
            <a:off x="8851392"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eet</a:t>
            </a:r>
            <a:endParaRPr lang="en-US" sz="2200" dirty="0"/>
          </a:p>
        </p:txBody>
      </p:sp>
      <p:sp>
        <p:nvSpPr>
          <p:cNvPr id="113" name="Text 106"/>
          <p:cNvSpPr/>
          <p:nvPr/>
        </p:nvSpPr>
        <p:spPr>
          <a:xfrm>
            <a:off x="10451592" y="5729732"/>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8" name="Shape 4"/>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dirty="0">
                <a:solidFill>
                  <a:srgbClr val="B8C2CF"/>
                </a:solidFill>
              </a:rPr>
              <a:t>……</a:t>
            </a:r>
            <a:r>
              <a:rPr lang="en-US" sz="2000" dirty="0">
                <a:solidFill>
                  <a:schemeClr val="tx1"/>
                </a:solidFill>
              </a:rPr>
              <a:t> (geven) een cadeau.</a:t>
            </a:r>
            <a:endParaRPr lang="en-US" sz="2000" dirty="0"/>
          </a:p>
        </p:txBody>
      </p:sp>
      <p:sp>
        <p:nvSpPr>
          <p:cNvPr id="12" name="Shape 8"/>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3" name="Shape 9"/>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4" name="Text 10"/>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1"/>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(reizen) elke zomer.</a:t>
            </a:r>
            <a:endParaRPr lang="en-US" sz="2000" dirty="0"/>
          </a:p>
        </p:txBody>
      </p:sp>
      <p:sp>
        <p:nvSpPr>
          <p:cNvPr id="16" name="Shape 12"/>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7" name="Shape 13"/>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8" name="Text 14"/>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5"/>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dirty="0">
                <a:solidFill>
                  <a:srgbClr val="B8C2CF"/>
                </a:solidFill>
              </a:rPr>
              <a:t>……</a:t>
            </a:r>
            <a:r>
              <a:rPr lang="en-US" sz="2000" dirty="0">
                <a:solidFill>
                  <a:schemeClr val="tx1"/>
                </a:solidFill>
              </a:rPr>
              <a:t> (lezen) veel boeken.</a:t>
            </a:r>
            <a:endParaRPr lang="en-US" sz="2000" dirty="0"/>
          </a:p>
        </p:txBody>
      </p:sp>
      <p:sp>
        <p:nvSpPr>
          <p:cNvPr id="20" name="Shape 16"/>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1" name="Shape 17"/>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2" name="Text 18"/>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Text 19"/>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(Leven) jij gezond?</a:t>
            </a:r>
            <a:endParaRPr lang="en-US" sz="2000" dirty="0"/>
          </a:p>
        </p:txBody>
      </p:sp>
      <p:sp>
        <p:nvSpPr>
          <p:cNvPr id="24" name="Shape 20"/>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5" name="Shape 21"/>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6" name="Text 22"/>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3"/>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dirty="0">
                <a:solidFill>
                  <a:srgbClr val="B8C2CF"/>
                </a:solidFill>
              </a:rPr>
              <a:t>……</a:t>
            </a:r>
            <a:r>
              <a:rPr lang="en-US" sz="2000" dirty="0">
                <a:solidFill>
                  <a:schemeClr val="tx1"/>
                </a:solidFill>
              </a:rPr>
              <a:t> (rijden) voorzichtig.</a:t>
            </a:r>
            <a:endParaRPr lang="en-US" sz="2000" dirty="0"/>
          </a:p>
        </p:txBody>
      </p:sp>
      <p:sp>
        <p:nvSpPr>
          <p:cNvPr id="28" name="Shape 24"/>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29" name="Shape 25"/>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0" name="Text 26"/>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7"/>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dirty="0">
                <a:solidFill>
                  <a:srgbClr val="B8C2CF"/>
                </a:solidFill>
              </a:rPr>
              <a:t>……</a:t>
            </a:r>
            <a:r>
              <a:rPr lang="en-US" sz="2000" dirty="0">
                <a:solidFill>
                  <a:schemeClr val="tx1"/>
                </a:solidFill>
              </a:rPr>
              <a:t> (praten) te veel.</a:t>
            </a:r>
            <a:endParaRPr lang="en-US" sz="2000" dirty="0"/>
          </a:p>
        </p:txBody>
      </p:sp>
      <p:sp>
        <p:nvSpPr>
          <p:cNvPr id="32" name="Shape 28"/>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3" name="Shape 29"/>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4" name="Text 30"/>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5" name="Text 31"/>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dirty="0">
                <a:solidFill>
                  <a:srgbClr val="B8C2CF"/>
                </a:solidFill>
              </a:rPr>
              <a:t>……</a:t>
            </a:r>
            <a:r>
              <a:rPr lang="en-US" sz="2000" dirty="0">
                <a:solidFill>
                  <a:schemeClr val="tx1"/>
                </a:solidFill>
              </a:rPr>
              <a:t> (worden) volgende maand 40.</a:t>
            </a:r>
            <a:endParaRPr lang="en-US" sz="2000" dirty="0"/>
          </a:p>
        </p:txBody>
      </p:sp>
      <p:sp>
        <p:nvSpPr>
          <p:cNvPr id="36" name="Shape 32"/>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7" name="Shape 33"/>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8" name="Text 34"/>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39" name="Text 35"/>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(Vinden) je de les leuk?</a:t>
            </a:r>
            <a:endParaRPr lang="en-US" sz="2000" dirty="0"/>
          </a:p>
        </p:txBody>
      </p:sp>
      <p:sp>
        <p:nvSpPr>
          <p:cNvPr id="40" name="Shape 36"/>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1" name="Shape 37"/>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2" name="Text 38"/>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3" name="Text 39"/>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(gaan) met de trein naar Luik.</a:t>
            </a:r>
            <a:endParaRPr lang="en-US" sz="2000" dirty="0"/>
          </a:p>
        </p:txBody>
      </p:sp>
      <p:sp>
        <p:nvSpPr>
          <p:cNvPr id="44" name="Shape 40"/>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5" name="Shape 41"/>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6" name="Text 42"/>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7" name="Text 43"/>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(Zien) u de bus?</a:t>
            </a:r>
            <a:endParaRPr lang="en-US" sz="2000" dirty="0"/>
          </a:p>
        </p:txBody>
      </p:sp>
      <p:sp>
        <p:nvSpPr>
          <p:cNvPr id="48" name="Shape 44"/>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49" name="Shape 45"/>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0" name="Text 46"/>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1" name="Text 47"/>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1800" dirty="0">
                <a:solidFill>
                  <a:schemeClr val="tx1"/>
                </a:solidFill>
              </a:rPr>
              <a:t>Sofie </a:t>
            </a:r>
            <a:r>
              <a:rPr lang="en-US" sz="1800" dirty="0">
                <a:solidFill>
                  <a:srgbClr val="B8C2CF"/>
                </a:solidFill>
              </a:rPr>
              <a:t>……</a:t>
            </a:r>
            <a:r>
              <a:rPr lang="en-US" sz="1800" dirty="0">
                <a:solidFill>
                  <a:schemeClr val="tx1"/>
                </a:solidFill>
              </a:rPr>
              <a:t> (schrijven) een mail naar de klant.</a:t>
            </a:r>
            <a:endParaRPr lang="en-US" sz="1800" dirty="0"/>
          </a:p>
        </p:txBody>
      </p:sp>
      <p:sp>
        <p:nvSpPr>
          <p:cNvPr id="52" name="Shape 48"/>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3" name="Shape 49"/>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4" name="Text 50"/>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5" name="Text 51"/>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dirty="0">
                <a:solidFill>
                  <a:srgbClr val="B8C2CF"/>
                </a:solidFill>
              </a:rPr>
              <a:t>……</a:t>
            </a:r>
            <a:r>
              <a:rPr lang="en-US" sz="2000" dirty="0">
                <a:solidFill>
                  <a:schemeClr val="tx1"/>
                </a:solidFill>
              </a:rPr>
              <a:t> (blijven)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9" name="Shape 5"/>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Text 8"/>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b="1" dirty="0">
                <a:solidFill>
                  <a:schemeClr val="accent3"/>
                </a:solidFill>
              </a:rPr>
              <a:t>geven</a:t>
            </a:r>
            <a:r>
              <a:rPr lang="en-US" sz="2000" dirty="0">
                <a:solidFill>
                  <a:schemeClr val="tx1"/>
                </a:solidFill>
              </a:rPr>
              <a:t> een cadeau.</a:t>
            </a:r>
            <a:endParaRPr lang="en-US" sz="2000" dirty="0"/>
          </a:p>
        </p:txBody>
      </p:sp>
      <p:sp>
        <p:nvSpPr>
          <p:cNvPr id="13" name="Shape 9"/>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4" name="Shape 10"/>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5" name="Text 11"/>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Text 12"/>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rei</a:t>
            </a:r>
            <a:r>
              <a:rPr lang="en-US" sz="2000" b="1" dirty="0">
                <a:solidFill>
                  <a:schemeClr val="accent1"/>
                </a:solidFill>
              </a:rPr>
              <a:t>s</a:t>
            </a:r>
            <a:r>
              <a:rPr lang="en-US" sz="2000" dirty="0">
                <a:solidFill>
                  <a:schemeClr val="tx1"/>
                </a:solidFill>
              </a:rPr>
              <a:t> elke zomer.</a:t>
            </a:r>
            <a:endParaRPr lang="en-US" sz="2000" dirty="0"/>
          </a:p>
        </p:txBody>
      </p:sp>
      <p:sp>
        <p:nvSpPr>
          <p:cNvPr id="17" name="Shape 13"/>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8" name="Shape 14"/>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9" name="Text 15"/>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6"/>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b="1" dirty="0">
                <a:solidFill>
                  <a:schemeClr val="accent3"/>
                </a:solidFill>
              </a:rPr>
              <a:t>lee</a:t>
            </a:r>
            <a:r>
              <a:rPr lang="en-US" sz="2000" b="1" dirty="0">
                <a:solidFill>
                  <a:schemeClr val="accent1"/>
                </a:solidFill>
              </a:rPr>
              <a:t>s</a:t>
            </a:r>
            <a:r>
              <a:rPr lang="en-US" sz="2000" b="1" dirty="0">
                <a:solidFill>
                  <a:schemeClr val="accent3"/>
                </a:solidFill>
              </a:rPr>
              <a:t>t</a:t>
            </a:r>
            <a:r>
              <a:rPr lang="en-US" sz="2000" dirty="0">
                <a:solidFill>
                  <a:schemeClr val="tx1"/>
                </a:solidFill>
              </a:rPr>
              <a:t> veel boeken.</a:t>
            </a:r>
            <a:endParaRPr lang="en-US" sz="2000" dirty="0"/>
          </a:p>
        </p:txBody>
      </p:sp>
      <p:sp>
        <p:nvSpPr>
          <p:cNvPr id="21" name="Shape 17"/>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2" name="Shape 18"/>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3" name="Text 19"/>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0"/>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Lee</a:t>
            </a:r>
            <a:r>
              <a:rPr lang="en-US" sz="2000" b="1" dirty="0">
                <a:solidFill>
                  <a:schemeClr val="accent1"/>
                </a:solidFill>
              </a:rPr>
              <a:t>f</a:t>
            </a:r>
            <a:r>
              <a:rPr lang="en-US" sz="2000" dirty="0">
                <a:solidFill>
                  <a:schemeClr val="tx1"/>
                </a:solidFill>
              </a:rPr>
              <a:t> jij gezond?</a:t>
            </a:r>
            <a:endParaRPr lang="en-US" sz="2000" dirty="0"/>
          </a:p>
        </p:txBody>
      </p:sp>
      <p:sp>
        <p:nvSpPr>
          <p:cNvPr id="25" name="Shape 21"/>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6" name="Shape 22"/>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7" name="Text 23"/>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4"/>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b="1" dirty="0">
                <a:solidFill>
                  <a:schemeClr val="accent3"/>
                </a:solidFill>
              </a:rPr>
              <a:t>rij</a:t>
            </a:r>
            <a:r>
              <a:rPr lang="en-US" sz="2000" b="1" dirty="0">
                <a:solidFill>
                  <a:schemeClr val="accent1"/>
                </a:solidFill>
              </a:rPr>
              <a:t>dt</a:t>
            </a:r>
            <a:r>
              <a:rPr lang="en-US" sz="2000" dirty="0">
                <a:solidFill>
                  <a:schemeClr val="tx1"/>
                </a:solidFill>
              </a:rPr>
              <a:t> voorzichtig.</a:t>
            </a:r>
            <a:endParaRPr lang="en-US" sz="2000" dirty="0"/>
          </a:p>
        </p:txBody>
      </p:sp>
      <p:sp>
        <p:nvSpPr>
          <p:cNvPr id="29" name="Shape 25"/>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30" name="Shape 26"/>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1" name="Text 27"/>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2" name="Text 28"/>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b="1" dirty="0">
                <a:solidFill>
                  <a:schemeClr val="accent3"/>
                </a:solidFill>
              </a:rPr>
              <a:t>praat</a:t>
            </a:r>
            <a:r>
              <a:rPr lang="en-US" sz="2000" dirty="0">
                <a:solidFill>
                  <a:schemeClr val="tx1"/>
                </a:solidFill>
              </a:rPr>
              <a:t> te veel.</a:t>
            </a:r>
            <a:endParaRPr lang="en-US" sz="2000" dirty="0"/>
          </a:p>
        </p:txBody>
      </p:sp>
      <p:sp>
        <p:nvSpPr>
          <p:cNvPr id="33" name="Shape 29"/>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4" name="Shape 30"/>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5" name="Text 31"/>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6" name="Text 32"/>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b="1" dirty="0">
                <a:solidFill>
                  <a:schemeClr val="accent3"/>
                </a:solidFill>
              </a:rPr>
              <a:t>wor</a:t>
            </a:r>
            <a:r>
              <a:rPr lang="en-US" sz="2000" b="1" dirty="0">
                <a:solidFill>
                  <a:schemeClr val="accent1"/>
                </a:solidFill>
              </a:rPr>
              <a:t>dt</a:t>
            </a:r>
            <a:r>
              <a:rPr lang="en-US" sz="2000" dirty="0">
                <a:solidFill>
                  <a:schemeClr val="tx1"/>
                </a:solidFill>
              </a:rPr>
              <a:t> volgende maand 40.</a:t>
            </a:r>
            <a:endParaRPr lang="en-US" sz="2000" dirty="0"/>
          </a:p>
        </p:txBody>
      </p:sp>
      <p:sp>
        <p:nvSpPr>
          <p:cNvPr id="37" name="Shape 33"/>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8" name="Shape 34"/>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9" name="Text 35"/>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0" name="Text 36"/>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Vind</a:t>
            </a:r>
            <a:r>
              <a:rPr lang="en-US" sz="2000" dirty="0">
                <a:solidFill>
                  <a:schemeClr val="tx1"/>
                </a:solidFill>
              </a:rPr>
              <a:t> je de les leuk?</a:t>
            </a:r>
            <a:endParaRPr lang="en-US" sz="2000" dirty="0"/>
          </a:p>
        </p:txBody>
      </p:sp>
      <p:sp>
        <p:nvSpPr>
          <p:cNvPr id="41" name="Shape 37"/>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2" name="Shape 38"/>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3" name="Text 39"/>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4" name="Text 40"/>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ga</a:t>
            </a:r>
            <a:r>
              <a:rPr lang="en-US" sz="2000" dirty="0">
                <a:solidFill>
                  <a:schemeClr val="tx1"/>
                </a:solidFill>
              </a:rPr>
              <a:t> met de trein naar Luik.</a:t>
            </a:r>
            <a:endParaRPr lang="en-US" sz="2000" dirty="0"/>
          </a:p>
        </p:txBody>
      </p:sp>
      <p:sp>
        <p:nvSpPr>
          <p:cNvPr id="45" name="Shape 41"/>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6" name="Shape 42"/>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7" name="Text 43"/>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8" name="Text 44"/>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Zie</a:t>
            </a:r>
            <a:r>
              <a:rPr lang="en-US" sz="2000" b="1" dirty="0">
                <a:solidFill>
                  <a:schemeClr val="accent1"/>
                </a:solidFill>
              </a:rPr>
              <a:t>t</a:t>
            </a:r>
            <a:r>
              <a:rPr lang="en-US" sz="2000" dirty="0">
                <a:solidFill>
                  <a:schemeClr val="tx1"/>
                </a:solidFill>
              </a:rPr>
              <a:t> u de bus?</a:t>
            </a:r>
            <a:endParaRPr lang="en-US" sz="2000" dirty="0"/>
          </a:p>
        </p:txBody>
      </p:sp>
      <p:sp>
        <p:nvSpPr>
          <p:cNvPr id="49" name="Shape 45"/>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50" name="Shape 46"/>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1" name="Text 47"/>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2" name="Text 48"/>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Sofie </a:t>
            </a:r>
            <a:r>
              <a:rPr lang="en-US" sz="2000" b="1" dirty="0">
                <a:solidFill>
                  <a:schemeClr val="accent3"/>
                </a:solidFill>
              </a:rPr>
              <a:t>schrij</a:t>
            </a:r>
            <a:r>
              <a:rPr lang="en-US" sz="2000" b="1" dirty="0">
                <a:solidFill>
                  <a:schemeClr val="accent1"/>
                </a:solidFill>
              </a:rPr>
              <a:t>f</a:t>
            </a:r>
            <a:r>
              <a:rPr lang="en-US" sz="2000" b="1" dirty="0">
                <a:solidFill>
                  <a:schemeClr val="accent3"/>
                </a:solidFill>
              </a:rPr>
              <a:t>t</a:t>
            </a:r>
            <a:r>
              <a:rPr lang="en-US" sz="2000" dirty="0">
                <a:solidFill>
                  <a:schemeClr val="tx1"/>
                </a:solidFill>
              </a:rPr>
              <a:t> een mail naar de klant.</a:t>
            </a:r>
            <a:endParaRPr lang="en-US" sz="2000" dirty="0"/>
          </a:p>
        </p:txBody>
      </p:sp>
      <p:sp>
        <p:nvSpPr>
          <p:cNvPr id="53" name="Shape 49"/>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4" name="Shape 50"/>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5" name="Text 51"/>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6" name="Text 52"/>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b="1" dirty="0">
                <a:solidFill>
                  <a:schemeClr val="accent3"/>
                </a:solidFill>
              </a:rPr>
              <a:t>blijven</a:t>
            </a:r>
            <a:r>
              <a:rPr lang="en-US" sz="2000" dirty="0">
                <a:solidFill>
                  <a:schemeClr val="tx1"/>
                </a:solidFill>
              </a:rPr>
              <a:t>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8" name="Shape 4"/>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9" name="Shape 5"/>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1" name="Shape 7"/>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2" name="Shape 8"/>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3" name="Text 9"/>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4" name="Shape 10"/>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5" name="Shape 11"/>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6" name="Text 12"/>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7"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8" name="Shape 13"/>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19" name="Text 14"/>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0"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1" name="Shape 15"/>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2" name="Text 16"/>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3" name="Shape 17"/>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4" name="Shape 18"/>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5" name="Text 19"/>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6" name="Shape 20"/>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7" name="Shape 21"/>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0" name="Text 24"/>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1"/>
                </a:solidFill>
                <a:highlight>
                  <a:srgbClr val="FBE1C6"/>
                </a:highlight>
                <a:latin typeface="+mj-lt" pitchFamily="34" charset="0"/>
                <a:ea typeface="+mj-lt" pitchFamily="34" charset="-122"/>
                <a:cs typeface="+mj-lt" pitchFamily="34" charset="-120"/>
              </a:rPr>
              <a:t> ? </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1" name="Shape 25"/>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2" name="Shape 26"/>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3" name="Text 27"/>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4" name="Text 28"/>
          <p:cNvSpPr txBox="1"/>
          <p:nvPr/>
        </p:nvSpPr>
        <p:spPr>
          <a:xfrm>
            <a:off x="1097280"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35" name="Shape 29"/>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6" name="Shape 30"/>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37" name="Text 31"/>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8" name="Text 32"/>
          <p:cNvSpPr txBox="1"/>
          <p:nvPr/>
        </p:nvSpPr>
        <p:spPr>
          <a:xfrm>
            <a:off x="3927348"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je moe?</a:t>
            </a:r>
            <a:endParaRPr lang="en-US" sz="1600" dirty="0"/>
          </a:p>
        </p:txBody>
      </p:sp>
      <p:sp>
        <p:nvSpPr>
          <p:cNvPr id="39" name="Shape 33"/>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0" name="Shape 34"/>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1" name="Text 35"/>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2" name="Text 36"/>
          <p:cNvSpPr txBox="1"/>
          <p:nvPr/>
        </p:nvSpPr>
        <p:spPr>
          <a:xfrm>
            <a:off x="6757416"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43" name="Shape 37"/>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44" name="Shape 38"/>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45" name="Text 39"/>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6" name="Text 40"/>
          <p:cNvSpPr txBox="1"/>
          <p:nvPr/>
        </p:nvSpPr>
        <p:spPr>
          <a:xfrm>
            <a:off x="9587484"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u ook moe?</a:t>
            </a:r>
            <a:endParaRPr lang="en-US" sz="1600" dirty="0"/>
          </a:p>
        </p:txBody>
      </p:sp>
      <p:sp>
        <p:nvSpPr>
          <p:cNvPr id="47" name="Shape 41"/>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48" name="Shape 42"/>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49" name="Text 43"/>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0" name="Text 44"/>
          <p:cNvSpPr txBox="1"/>
          <p:nvPr/>
        </p:nvSpPr>
        <p:spPr>
          <a:xfrm>
            <a:off x="1097280"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1"/>
                </a:solidFill>
                <a:highlight>
                  <a:srgbClr val="FBE1C6"/>
                </a:highlight>
              </a:rPr>
              <a:t> ? </a:t>
            </a:r>
            <a:r>
              <a:rPr lang="en-US" sz="1600" dirty="0">
                <a:solidFill>
                  <a:schemeClr val="tx1"/>
                </a:solidFill>
              </a:rPr>
              <a:t> met de auto.</a:t>
            </a:r>
            <a:endParaRPr lang="en-US" sz="1600" dirty="0"/>
          </a:p>
        </p:txBody>
      </p:sp>
      <p:sp>
        <p:nvSpPr>
          <p:cNvPr id="51" name="Shape 45"/>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52" name="Shape 46"/>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53" name="Text 47"/>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Text 48"/>
          <p:cNvSpPr txBox="1"/>
          <p:nvPr/>
        </p:nvSpPr>
        <p:spPr>
          <a:xfrm>
            <a:off x="3927348"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1"/>
                </a:solidFill>
                <a:highlight>
                  <a:srgbClr val="FBE1C6"/>
                </a:highlight>
              </a:rPr>
              <a:t> ? </a:t>
            </a:r>
            <a:r>
              <a:rPr lang="en-US" sz="1600" dirty="0">
                <a:solidFill>
                  <a:schemeClr val="tx1"/>
                </a:solidFill>
              </a:rPr>
              <a:t> jij met de fiets?</a:t>
            </a:r>
            <a:endParaRPr lang="en-US" sz="1600" dirty="0"/>
          </a:p>
        </p:txBody>
      </p:sp>
      <p:sp>
        <p:nvSpPr>
          <p:cNvPr id="55" name="Shape 49"/>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56" name="Shape 50"/>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57" name="Text 51"/>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8" name="Text 52"/>
          <p:cNvSpPr txBox="1"/>
          <p:nvPr/>
        </p:nvSpPr>
        <p:spPr>
          <a:xfrm>
            <a:off x="6757416"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1"/>
                </a:solidFill>
                <a:highlight>
                  <a:srgbClr val="FBE1C6"/>
                </a:highlight>
              </a:rPr>
              <a:t> ? </a:t>
            </a:r>
            <a:r>
              <a:rPr lang="en-US" sz="1600" dirty="0">
                <a:solidFill>
                  <a:schemeClr val="tx1"/>
                </a:solidFill>
              </a:rPr>
              <a:t> je van de les?</a:t>
            </a:r>
            <a:endParaRPr lang="en-US" sz="1600" dirty="0"/>
          </a:p>
        </p:txBody>
      </p:sp>
      <p:sp>
        <p:nvSpPr>
          <p:cNvPr id="59" name="Shape 53"/>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60" name="Shape 54"/>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61" name="Text 55"/>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2" name="Text 56"/>
          <p:cNvSpPr txBox="1"/>
          <p:nvPr/>
        </p:nvSpPr>
        <p:spPr>
          <a:xfrm>
            <a:off x="9587484"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1"/>
                </a:solidFill>
                <a:highlight>
                  <a:srgbClr val="FBE1C6"/>
                </a:highlight>
              </a:rPr>
              <a:t> ? </a:t>
            </a:r>
            <a:r>
              <a:rPr lang="en-US" sz="1600" dirty="0">
                <a:solidFill>
                  <a:schemeClr val="tx1"/>
                </a:solidFill>
              </a:rPr>
              <a:t> de les leuk.</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9" name="Shape 5"/>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10" name="Shape 6"/>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1" name="Text 7"/>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2" name="Shape 8"/>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3" name="Shape 9"/>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4" name="Text 10"/>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5" name="Shape 11"/>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6" name="Shape 12"/>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8"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9" name="Shape 14"/>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20" name="Text 15"/>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1"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2" name="Shape 16"/>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3" name="Text 17"/>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4" name="Shape 18"/>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5" name="Shape 19"/>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6" name="Text 20"/>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7" name="Shape 21"/>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8" name="Shape 22"/>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9" name="Shape 23"/>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30" name="Text 24"/>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1" name="Text 25"/>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3"/>
                </a:solidFill>
                <a:highlight>
                  <a:srgbClr val="DCEFE2"/>
                </a:highlight>
                <a:latin typeface="+mj-lt" pitchFamily="34" charset="0"/>
                <a:ea typeface="+mj-lt" pitchFamily="34" charset="-122"/>
                <a:cs typeface="+mj-lt" pitchFamily="34" charset="-120"/>
              </a:rPr>
              <a:t>dt</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2" name="Shape 26"/>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3" name="Shape 27"/>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4" name="Text 28"/>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5" name="Text 29"/>
          <p:cNvSpPr txBox="1"/>
          <p:nvPr/>
        </p:nvSpPr>
        <p:spPr>
          <a:xfrm>
            <a:off x="1097280"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3"/>
                </a:solidFill>
                <a:highlight>
                  <a:srgbClr val="DCEFE2"/>
                </a:highlight>
              </a:rPr>
              <a:t>dt</a:t>
            </a:r>
            <a:r>
              <a:rPr lang="en-US" sz="1600" dirty="0">
                <a:solidFill>
                  <a:schemeClr val="tx1"/>
                </a:solidFill>
              </a:rPr>
              <a:t> moe.</a:t>
            </a:r>
            <a:endParaRPr lang="en-US" sz="1600" dirty="0"/>
          </a:p>
        </p:txBody>
      </p:sp>
      <p:sp>
        <p:nvSpPr>
          <p:cNvPr id="36" name="Shape 30"/>
          <p:cNvSpPr/>
          <p:nvPr/>
        </p:nvSpPr>
        <p:spPr>
          <a:xfrm>
            <a:off x="2674620" y="4780026"/>
            <a:ext cx="384048" cy="384048"/>
          </a:xfrm>
          <a:prstGeom prst="ellipse">
            <a:avLst/>
          </a:prstGeom>
          <a:solidFill>
            <a:schemeClr val="accent1"/>
          </a:solidFill>
          <a:ln w="12700">
            <a:solidFill>
              <a:srgbClr val="FFFFFF">
                <a:alpha val="0"/>
              </a:srgbClr>
            </a:solidFill>
            <a:prstDash val="solid"/>
          </a:ln>
        </p:spPr>
      </p:sp>
      <p:sp>
        <p:nvSpPr>
          <p:cNvPr id="37" name="Text 31"/>
          <p:cNvSpPr txBox="1"/>
          <p:nvPr/>
        </p:nvSpPr>
        <p:spPr>
          <a:xfrm>
            <a:off x="2674620"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38" name="Shape 32"/>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9" name="Shape 33"/>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40" name="Text 34"/>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41" name="Text 35"/>
          <p:cNvSpPr txBox="1"/>
          <p:nvPr/>
        </p:nvSpPr>
        <p:spPr>
          <a:xfrm>
            <a:off x="3927348"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a:t>
            </a:r>
            <a:r>
              <a:rPr lang="en-US" sz="1600" dirty="0">
                <a:solidFill>
                  <a:schemeClr val="tx1"/>
                </a:solidFill>
              </a:rPr>
              <a:t> je moe?</a:t>
            </a:r>
            <a:endParaRPr lang="en-US" sz="1600" dirty="0"/>
          </a:p>
        </p:txBody>
      </p:sp>
      <p:sp>
        <p:nvSpPr>
          <p:cNvPr id="42" name="Shape 36"/>
          <p:cNvSpPr/>
          <p:nvPr/>
        </p:nvSpPr>
        <p:spPr>
          <a:xfrm>
            <a:off x="5504688" y="4780026"/>
            <a:ext cx="384048" cy="384048"/>
          </a:xfrm>
          <a:prstGeom prst="ellipse">
            <a:avLst/>
          </a:prstGeom>
          <a:solidFill>
            <a:schemeClr val="accent2"/>
          </a:solidFill>
          <a:ln w="12700">
            <a:solidFill>
              <a:srgbClr val="FFFFFF">
                <a:alpha val="0"/>
              </a:srgbClr>
            </a:solidFill>
            <a:prstDash val="solid"/>
          </a:ln>
        </p:spPr>
      </p:sp>
      <p:sp>
        <p:nvSpPr>
          <p:cNvPr id="43" name="Text 37"/>
          <p:cNvSpPr txBox="1"/>
          <p:nvPr/>
        </p:nvSpPr>
        <p:spPr>
          <a:xfrm>
            <a:off x="5504688"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44" name="Shape 38"/>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5" name="Shape 39"/>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6" name="Text 40"/>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7" name="Text 41"/>
          <p:cNvSpPr txBox="1"/>
          <p:nvPr/>
        </p:nvSpPr>
        <p:spPr>
          <a:xfrm>
            <a:off x="6757416"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3"/>
                </a:solidFill>
                <a:highlight>
                  <a:srgbClr val="DCEFE2"/>
                </a:highlight>
              </a:rPr>
              <a:t>d</a:t>
            </a:r>
            <a:r>
              <a:rPr lang="en-US" sz="1600" dirty="0">
                <a:solidFill>
                  <a:schemeClr val="tx1"/>
                </a:solidFill>
              </a:rPr>
              <a:t> moe.</a:t>
            </a:r>
            <a:endParaRPr lang="en-US" sz="1600" dirty="0"/>
          </a:p>
        </p:txBody>
      </p:sp>
      <p:sp>
        <p:nvSpPr>
          <p:cNvPr id="48" name="Shape 42"/>
          <p:cNvSpPr/>
          <p:nvPr/>
        </p:nvSpPr>
        <p:spPr>
          <a:xfrm>
            <a:off x="8334756" y="4780026"/>
            <a:ext cx="384048" cy="384048"/>
          </a:xfrm>
          <a:prstGeom prst="ellipse">
            <a:avLst/>
          </a:prstGeom>
          <a:solidFill>
            <a:schemeClr val="accent2"/>
          </a:solidFill>
          <a:ln w="12700">
            <a:solidFill>
              <a:srgbClr val="FFFFFF">
                <a:alpha val="0"/>
              </a:srgbClr>
            </a:solidFill>
            <a:prstDash val="solid"/>
          </a:ln>
        </p:spPr>
      </p:sp>
      <p:sp>
        <p:nvSpPr>
          <p:cNvPr id="49" name="Text 43"/>
          <p:cNvSpPr txBox="1"/>
          <p:nvPr/>
        </p:nvSpPr>
        <p:spPr>
          <a:xfrm>
            <a:off x="8334756"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50" name="Shape 44"/>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51" name="Shape 45"/>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52" name="Text 46"/>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53" name="Text 47"/>
          <p:cNvSpPr txBox="1"/>
          <p:nvPr/>
        </p:nvSpPr>
        <p:spPr>
          <a:xfrm>
            <a:off x="9587484"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dt</a:t>
            </a:r>
            <a:r>
              <a:rPr lang="en-US" sz="1600" dirty="0">
                <a:solidFill>
                  <a:schemeClr val="tx1"/>
                </a:solidFill>
              </a:rPr>
              <a:t> u ook moe?</a:t>
            </a:r>
            <a:endParaRPr lang="en-US" sz="1600" dirty="0"/>
          </a:p>
        </p:txBody>
      </p:sp>
      <p:sp>
        <p:nvSpPr>
          <p:cNvPr id="54" name="Shape 48"/>
          <p:cNvSpPr/>
          <p:nvPr/>
        </p:nvSpPr>
        <p:spPr>
          <a:xfrm>
            <a:off x="11164824" y="4780026"/>
            <a:ext cx="384048" cy="384048"/>
          </a:xfrm>
          <a:prstGeom prst="ellipse">
            <a:avLst/>
          </a:prstGeom>
          <a:solidFill>
            <a:schemeClr val="accent1"/>
          </a:solidFill>
          <a:ln w="12700">
            <a:solidFill>
              <a:srgbClr val="FFFFFF">
                <a:alpha val="0"/>
              </a:srgbClr>
            </a:solidFill>
            <a:prstDash val="solid"/>
          </a:ln>
        </p:spPr>
      </p:sp>
      <p:sp>
        <p:nvSpPr>
          <p:cNvPr id="55" name="Text 49"/>
          <p:cNvSpPr txBox="1"/>
          <p:nvPr/>
        </p:nvSpPr>
        <p:spPr>
          <a:xfrm>
            <a:off x="11164824"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56" name="Shape 50"/>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57" name="Shape 51"/>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58" name="Text 52"/>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9" name="Text 53"/>
          <p:cNvSpPr txBox="1"/>
          <p:nvPr/>
        </p:nvSpPr>
        <p:spPr>
          <a:xfrm>
            <a:off x="1097280"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3"/>
                </a:solidFill>
                <a:highlight>
                  <a:srgbClr val="DCEFE2"/>
                </a:highlight>
              </a:rPr>
              <a:t>dt</a:t>
            </a:r>
            <a:r>
              <a:rPr lang="en-US" sz="1600" dirty="0">
                <a:solidFill>
                  <a:schemeClr val="tx1"/>
                </a:solidFill>
              </a:rPr>
              <a:t> met de auto.</a:t>
            </a:r>
            <a:endParaRPr lang="en-US" sz="1600" dirty="0"/>
          </a:p>
        </p:txBody>
      </p:sp>
      <p:sp>
        <p:nvSpPr>
          <p:cNvPr id="60" name="Shape 54"/>
          <p:cNvSpPr/>
          <p:nvPr/>
        </p:nvSpPr>
        <p:spPr>
          <a:xfrm>
            <a:off x="2674620" y="5692902"/>
            <a:ext cx="384048" cy="384048"/>
          </a:xfrm>
          <a:prstGeom prst="ellipse">
            <a:avLst/>
          </a:prstGeom>
          <a:solidFill>
            <a:schemeClr val="accent1"/>
          </a:solidFill>
          <a:ln w="12700">
            <a:solidFill>
              <a:srgbClr val="FFFFFF">
                <a:alpha val="0"/>
              </a:srgbClr>
            </a:solidFill>
            <a:prstDash val="solid"/>
          </a:ln>
        </p:spPr>
      </p:sp>
      <p:sp>
        <p:nvSpPr>
          <p:cNvPr id="61" name="Text 55"/>
          <p:cNvSpPr txBox="1"/>
          <p:nvPr/>
        </p:nvSpPr>
        <p:spPr>
          <a:xfrm>
            <a:off x="2674620"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62" name="Shape 56"/>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63" name="Shape 57"/>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64" name="Text 58"/>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5" name="Text 59"/>
          <p:cNvSpPr txBox="1"/>
          <p:nvPr/>
        </p:nvSpPr>
        <p:spPr>
          <a:xfrm>
            <a:off x="3927348"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3"/>
                </a:solidFill>
                <a:highlight>
                  <a:srgbClr val="DCEFE2"/>
                </a:highlight>
              </a:rPr>
              <a:t>d</a:t>
            </a:r>
            <a:r>
              <a:rPr lang="en-US" sz="1600" dirty="0">
                <a:solidFill>
                  <a:schemeClr val="tx1"/>
                </a:solidFill>
              </a:rPr>
              <a:t> jij met de fiets?</a:t>
            </a:r>
            <a:endParaRPr lang="en-US" sz="1600" dirty="0"/>
          </a:p>
        </p:txBody>
      </p:sp>
      <p:sp>
        <p:nvSpPr>
          <p:cNvPr id="66" name="Shape 60"/>
          <p:cNvSpPr/>
          <p:nvPr/>
        </p:nvSpPr>
        <p:spPr>
          <a:xfrm>
            <a:off x="5504688" y="5692902"/>
            <a:ext cx="384048" cy="384048"/>
          </a:xfrm>
          <a:prstGeom prst="ellipse">
            <a:avLst/>
          </a:prstGeom>
          <a:solidFill>
            <a:schemeClr val="accent2"/>
          </a:solidFill>
          <a:ln w="12700">
            <a:solidFill>
              <a:srgbClr val="FFFFFF">
                <a:alpha val="0"/>
              </a:srgbClr>
            </a:solidFill>
            <a:prstDash val="solid"/>
          </a:ln>
        </p:spPr>
      </p:sp>
      <p:sp>
        <p:nvSpPr>
          <p:cNvPr id="67" name="Text 61"/>
          <p:cNvSpPr txBox="1"/>
          <p:nvPr/>
        </p:nvSpPr>
        <p:spPr>
          <a:xfrm>
            <a:off x="5504688"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68" name="Shape 62"/>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69" name="Shape 63"/>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70" name="Text 64"/>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71" name="Text 65"/>
          <p:cNvSpPr txBox="1"/>
          <p:nvPr/>
        </p:nvSpPr>
        <p:spPr>
          <a:xfrm>
            <a:off x="6757416"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3"/>
                </a:solidFill>
                <a:highlight>
                  <a:srgbClr val="DCEFE2"/>
                </a:highlight>
              </a:rPr>
              <a:t>d</a:t>
            </a:r>
            <a:r>
              <a:rPr lang="en-US" sz="1600" dirty="0">
                <a:solidFill>
                  <a:schemeClr val="tx1"/>
                </a:solidFill>
              </a:rPr>
              <a:t> je van de les?</a:t>
            </a:r>
            <a:endParaRPr lang="en-US" sz="1600" dirty="0"/>
          </a:p>
        </p:txBody>
      </p:sp>
      <p:sp>
        <p:nvSpPr>
          <p:cNvPr id="72" name="Shape 66"/>
          <p:cNvSpPr/>
          <p:nvPr/>
        </p:nvSpPr>
        <p:spPr>
          <a:xfrm>
            <a:off x="8334756" y="5692902"/>
            <a:ext cx="384048" cy="384048"/>
          </a:xfrm>
          <a:prstGeom prst="ellipse">
            <a:avLst/>
          </a:prstGeom>
          <a:solidFill>
            <a:schemeClr val="accent2"/>
          </a:solidFill>
          <a:ln w="12700">
            <a:solidFill>
              <a:srgbClr val="FFFFFF">
                <a:alpha val="0"/>
              </a:srgbClr>
            </a:solidFill>
            <a:prstDash val="solid"/>
          </a:ln>
        </p:spPr>
      </p:sp>
      <p:sp>
        <p:nvSpPr>
          <p:cNvPr id="73" name="Text 67"/>
          <p:cNvSpPr txBox="1"/>
          <p:nvPr/>
        </p:nvSpPr>
        <p:spPr>
          <a:xfrm>
            <a:off x="8334756"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74" name="Shape 68"/>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75" name="Shape 69"/>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76" name="Text 70"/>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77" name="Text 71"/>
          <p:cNvSpPr txBox="1"/>
          <p:nvPr/>
        </p:nvSpPr>
        <p:spPr>
          <a:xfrm>
            <a:off x="9587484"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3"/>
                </a:solidFill>
                <a:highlight>
                  <a:srgbClr val="DCEFE2"/>
                </a:highlight>
              </a:rPr>
              <a:t>dt</a:t>
            </a:r>
            <a:r>
              <a:rPr lang="en-US" sz="1600" dirty="0">
                <a:solidFill>
                  <a:schemeClr val="tx1"/>
                </a:solidFill>
              </a:rPr>
              <a:t> de les leuk.</a:t>
            </a:r>
            <a:endParaRPr lang="en-US" sz="1600" dirty="0"/>
          </a:p>
        </p:txBody>
      </p:sp>
      <p:sp>
        <p:nvSpPr>
          <p:cNvPr id="78" name="Shape 72"/>
          <p:cNvSpPr/>
          <p:nvPr/>
        </p:nvSpPr>
        <p:spPr>
          <a:xfrm>
            <a:off x="11164824" y="5692902"/>
            <a:ext cx="384048" cy="384048"/>
          </a:xfrm>
          <a:prstGeom prst="ellipse">
            <a:avLst/>
          </a:prstGeom>
          <a:solidFill>
            <a:schemeClr val="accent1"/>
          </a:solidFill>
          <a:ln w="12700">
            <a:solidFill>
              <a:srgbClr val="FFFFFF">
                <a:alpha val="0"/>
              </a:srgbClr>
            </a:solidFill>
            <a:prstDash val="solid"/>
          </a:ln>
        </p:spPr>
      </p:sp>
      <p:sp>
        <p:nvSpPr>
          <p:cNvPr id="79" name="Text 73"/>
          <p:cNvSpPr txBox="1"/>
          <p:nvPr/>
        </p:nvSpPr>
        <p:spPr>
          <a:xfrm>
            <a:off x="11164824"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8" name="Shape 4"/>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0" name="Shape 6"/>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1" name="Shape 7"/>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2" name="Shape 8"/>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3"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4" name="Text 9"/>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5" name="Text 10"/>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6" name="Text 11"/>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7" name="Text 12"/>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8" name="Text 13"/>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19" name="Text 14"/>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0" name="Text 15"/>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1" name="Shape 16"/>
          <p:cNvSpPr/>
          <p:nvPr/>
        </p:nvSpPr>
        <p:spPr>
          <a:xfrm>
            <a:off x="731520" y="3486912"/>
            <a:ext cx="7040880" cy="914"/>
          </a:xfrm>
          <a:prstGeom prst="line">
            <a:avLst/>
          </a:prstGeom>
          <a:noFill/>
          <a:ln w="12700">
            <a:solidFill>
              <a:srgbClr val="D5DCE6"/>
            </a:solidFill>
            <a:prstDash val="solid"/>
          </a:ln>
        </p:spPr>
      </p:sp>
      <p:sp>
        <p:nvSpPr>
          <p:cNvPr id="22" name="Text 17"/>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dirty="0">
                <a:solidFill>
                  <a:schemeClr val="tx1"/>
                </a:solidFill>
              </a:rPr>
              <a:t>lez</a:t>
            </a:r>
            <a:r>
              <a:rPr lang="en-US" sz="2000" i="1" dirty="0">
                <a:solidFill>
                  <a:schemeClr val="tx1"/>
                </a:solidFill>
              </a:rPr>
              <a:t> je mail nu. Onze collega Karim </a:t>
            </a:r>
            <a:r>
              <a:rPr lang="en-US" sz="2000" i="1" dirty="0">
                <a:solidFill>
                  <a:schemeClr val="tx1"/>
                </a:solidFill>
              </a:rPr>
              <a:t>wort</a:t>
            </a:r>
            <a:r>
              <a:rPr lang="en-US" sz="2000" i="1" dirty="0">
                <a:solidFill>
                  <a:schemeClr val="tx1"/>
                </a:solidFill>
              </a:rPr>
              <a:t> morgen 33 jaar. We </a:t>
            </a:r>
            <a:r>
              <a:rPr lang="en-US" sz="2000" i="1" dirty="0">
                <a:solidFill>
                  <a:schemeClr val="tx1"/>
                </a:solidFill>
              </a:rPr>
              <a:t>geefen</a:t>
            </a:r>
            <a:r>
              <a:rPr lang="en-US" sz="2000" i="1" dirty="0">
                <a:solidFill>
                  <a:schemeClr val="tx1"/>
                </a:solidFill>
              </a:rPr>
              <a:t> een klein feest op kantoor. Hij </a:t>
            </a:r>
            <a:r>
              <a:rPr lang="en-US" sz="2000" i="1" dirty="0">
                <a:solidFill>
                  <a:schemeClr val="tx1"/>
                </a:solidFill>
              </a:rPr>
              <a:t>reizt</a:t>
            </a:r>
            <a:r>
              <a:rPr lang="en-US" sz="2000" i="1" dirty="0">
                <a:solidFill>
                  <a:schemeClr val="tx1"/>
                </a:solidFill>
              </a:rPr>
              <a:t> veel en hij </a:t>
            </a:r>
            <a:r>
              <a:rPr lang="en-US" sz="2000" i="1" dirty="0">
                <a:solidFill>
                  <a:schemeClr val="tx1"/>
                </a:solidFill>
              </a:rPr>
              <a:t>praatt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3" name="Shape 18"/>
          <p:cNvSpPr/>
          <p:nvPr/>
        </p:nvSpPr>
        <p:spPr>
          <a:xfrm>
            <a:off x="8183880" y="1932432"/>
            <a:ext cx="3456432" cy="4340352"/>
          </a:xfrm>
          <a:prstGeom prst="roundRect">
            <a:avLst>
              <a:gd name="adj" fmla="val 2116"/>
            </a:avLst>
          </a:prstGeom>
          <a:solidFill>
            <a:schemeClr val="bg2"/>
          </a:solidFill>
          <a:ln w="12700">
            <a:solidFill>
              <a:srgbClr val="D5DCE6"/>
            </a:solidFill>
            <a:prstDash val="solid"/>
          </a:ln>
        </p:spPr>
      </p:sp>
      <p:sp>
        <p:nvSpPr>
          <p:cNvPr id="24" name="Shape 19"/>
          <p:cNvSpPr/>
          <p:nvPr/>
        </p:nvSpPr>
        <p:spPr>
          <a:xfrm>
            <a:off x="9134856" y="2343912"/>
            <a:ext cx="1554480" cy="1554480"/>
          </a:xfrm>
          <a:prstGeom prst="ellipse">
            <a:avLst/>
          </a:prstGeom>
          <a:solidFill>
            <a:schemeClr val="tx2"/>
          </a:solidFill>
          <a:ln w="12700">
            <a:solidFill>
              <a:srgbClr val="FFFFFF">
                <a:alpha val="0"/>
              </a:srgbClr>
            </a:solidFill>
            <a:prstDash val="solid"/>
          </a:ln>
        </p:spPr>
      </p:sp>
      <p:pic>
        <p:nvPicPr>
          <p:cNvPr id="25" name="Image 2" descr="Search">    </p:cNvPr>
          <p:cNvPicPr>
            <a:picLocks noChangeAspect="1"/>
          </p:cNvPicPr>
          <p:nvPr/>
        </p:nvPicPr>
        <p:blipFill>
          <a:blip r:embed="rId3"/>
          <a:stretch>
            <a:fillRect/>
          </a:stretch>
        </p:blipFill>
        <p:spPr>
          <a:xfrm>
            <a:off x="9507931" y="2716987"/>
            <a:ext cx="808330" cy="808330"/>
          </a:xfrm>
          <a:prstGeom prst="rect">
            <a:avLst/>
          </a:prstGeom>
        </p:spPr>
      </p:pic>
      <p:sp>
        <p:nvSpPr>
          <p:cNvPr id="26" name="Text 20"/>
          <p:cNvSpPr txBox="1"/>
          <p:nvPr/>
        </p:nvSpPr>
        <p:spPr>
          <a:xfrm>
            <a:off x="8183880" y="4126992"/>
            <a:ext cx="3456432" cy="73152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5 fautes</a:t>
            </a:r>
            <a:endParaRPr lang="en-US" sz="4000" dirty="0"/>
          </a:p>
        </p:txBody>
      </p:sp>
      <p:sp>
        <p:nvSpPr>
          <p:cNvPr id="27" name="Text 21"/>
          <p:cNvSpPr txBox="1"/>
          <p:nvPr/>
        </p:nvSpPr>
        <p:spPr>
          <a:xfrm>
            <a:off x="8183880" y="4812792"/>
            <a:ext cx="3456432" cy="365760"/>
          </a:xfrm>
          <a:prstGeom prst="rect">
            <a:avLst/>
          </a:prstGeom>
          <a:noFill/>
          <a:ln/>
        </p:spPr>
        <p:txBody>
          <a:bodyPr wrap="square" lIns="0" tIns="0" rIns="0" bIns="0" rtlCol="0" anchor="t"/>
          <a:lstStyle/>
          <a:p>
            <a:pPr algn="ctr" indent="0" marL="0">
              <a:buNone/>
            </a:pPr>
            <a:r>
              <a:rPr lang="en-US" sz="1700" i="1" dirty="0">
                <a:solidFill>
                  <a:schemeClr val="accent5"/>
                </a:solidFill>
              </a:rPr>
              <a:t>cachées dans l’e-mail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9" name="Shape 5"/>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1" name="Shape 7"/>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2" name="Shape 8"/>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3" name="Shape 9"/>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4"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5" name="Text 10"/>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6" name="Text 11"/>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7" name="Text 12"/>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8" name="Text 13"/>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9" name="Text 14"/>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20" name="Text 15"/>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1" name="Text 16"/>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2" name="Shape 17"/>
          <p:cNvSpPr/>
          <p:nvPr/>
        </p:nvSpPr>
        <p:spPr>
          <a:xfrm>
            <a:off x="731520" y="3486912"/>
            <a:ext cx="7040880" cy="914"/>
          </a:xfrm>
          <a:prstGeom prst="line">
            <a:avLst/>
          </a:prstGeom>
          <a:noFill/>
          <a:ln w="12700">
            <a:solidFill>
              <a:srgbClr val="D5DCE6"/>
            </a:solidFill>
            <a:prstDash val="solid"/>
          </a:ln>
        </p:spPr>
      </p:sp>
      <p:sp>
        <p:nvSpPr>
          <p:cNvPr id="23" name="Text 18"/>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strike="sngStrike" dirty="0">
                <a:solidFill>
                  <a:schemeClr val="accent6"/>
                </a:solidFill>
              </a:rPr>
              <a:t>lez</a:t>
            </a:r>
            <a:r>
              <a:rPr lang="en-US" sz="2000" b="1" i="1" dirty="0">
                <a:solidFill>
                  <a:schemeClr val="accent3"/>
                </a:solidFill>
              </a:rPr>
              <a:t> lees</a:t>
            </a:r>
            <a:r>
              <a:rPr lang="en-US" sz="2000" i="1" dirty="0">
                <a:solidFill>
                  <a:schemeClr val="tx1"/>
                </a:solidFill>
              </a:rPr>
              <a:t> je mail nu. Onze collega Karim </a:t>
            </a:r>
            <a:r>
              <a:rPr lang="en-US" sz="2000" i="1" strike="sngStrike" dirty="0">
                <a:solidFill>
                  <a:schemeClr val="accent6"/>
                </a:solidFill>
              </a:rPr>
              <a:t>wort</a:t>
            </a:r>
            <a:r>
              <a:rPr lang="en-US" sz="2000" b="1" i="1" dirty="0">
                <a:solidFill>
                  <a:schemeClr val="accent3"/>
                </a:solidFill>
              </a:rPr>
              <a:t> wordt</a:t>
            </a:r>
            <a:r>
              <a:rPr lang="en-US" sz="2000" i="1" dirty="0">
                <a:solidFill>
                  <a:schemeClr val="tx1"/>
                </a:solidFill>
              </a:rPr>
              <a:t> morgen 33 jaar. We </a:t>
            </a:r>
            <a:r>
              <a:rPr lang="en-US" sz="2000" i="1" strike="sngStrike" dirty="0">
                <a:solidFill>
                  <a:schemeClr val="accent6"/>
                </a:solidFill>
              </a:rPr>
              <a:t>geefen</a:t>
            </a:r>
            <a:r>
              <a:rPr lang="en-US" sz="2000" b="1" i="1" dirty="0">
                <a:solidFill>
                  <a:schemeClr val="accent3"/>
                </a:solidFill>
              </a:rPr>
              <a:t> geven</a:t>
            </a:r>
            <a:r>
              <a:rPr lang="en-US" sz="2000" i="1" dirty="0">
                <a:solidFill>
                  <a:schemeClr val="tx1"/>
                </a:solidFill>
              </a:rPr>
              <a:t> een klein feest op kantoor. Hij </a:t>
            </a:r>
            <a:r>
              <a:rPr lang="en-US" sz="2000" i="1" strike="sngStrike" dirty="0">
                <a:solidFill>
                  <a:schemeClr val="accent6"/>
                </a:solidFill>
              </a:rPr>
              <a:t>reizt</a:t>
            </a:r>
            <a:r>
              <a:rPr lang="en-US" sz="2000" b="1" i="1" dirty="0">
                <a:solidFill>
                  <a:schemeClr val="accent3"/>
                </a:solidFill>
              </a:rPr>
              <a:t> reist</a:t>
            </a:r>
            <a:r>
              <a:rPr lang="en-US" sz="2000" i="1" dirty="0">
                <a:solidFill>
                  <a:schemeClr val="tx1"/>
                </a:solidFill>
              </a:rPr>
              <a:t> veel en hij </a:t>
            </a:r>
            <a:r>
              <a:rPr lang="en-US" sz="2000" i="1" strike="sngStrike" dirty="0">
                <a:solidFill>
                  <a:schemeClr val="accent6"/>
                </a:solidFill>
              </a:rPr>
              <a:t>praatt</a:t>
            </a:r>
            <a:r>
              <a:rPr lang="en-US" sz="2000" b="1" i="1" dirty="0">
                <a:solidFill>
                  <a:schemeClr val="accent3"/>
                </a:solidFill>
              </a:rPr>
              <a:t> praat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4" name="Text 19"/>
          <p:cNvSpPr txBox="1"/>
          <p:nvPr/>
        </p:nvSpPr>
        <p:spPr>
          <a:xfrm>
            <a:off x="8183880" y="1932432"/>
            <a:ext cx="3456432"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LES 5 CORRECTIONS</a:t>
            </a:r>
            <a:endParaRPr lang="en-US" sz="1300" dirty="0"/>
          </a:p>
        </p:txBody>
      </p:sp>
      <p:sp>
        <p:nvSpPr>
          <p:cNvPr id="25" name="Shape 20"/>
          <p:cNvSpPr/>
          <p:nvPr/>
        </p:nvSpPr>
        <p:spPr>
          <a:xfrm>
            <a:off x="8183880" y="2316480"/>
            <a:ext cx="3456432" cy="475488"/>
          </a:xfrm>
          <a:prstGeom prst="roundRect">
            <a:avLst>
              <a:gd name="adj" fmla="val 15385"/>
            </a:avLst>
          </a:prstGeom>
          <a:solidFill>
            <a:schemeClr val="bg2"/>
          </a:solidFill>
          <a:ln w="6350">
            <a:solidFill>
              <a:srgbClr val="D5DCE6"/>
            </a:solidFill>
            <a:prstDash val="solid"/>
          </a:ln>
        </p:spPr>
      </p:sp>
      <p:sp>
        <p:nvSpPr>
          <p:cNvPr id="26" name="Text 21"/>
          <p:cNvSpPr/>
          <p:nvPr/>
        </p:nvSpPr>
        <p:spPr>
          <a:xfrm>
            <a:off x="8275320" y="239877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27" name="Text 22"/>
          <p:cNvSpPr txBox="1"/>
          <p:nvPr/>
        </p:nvSpPr>
        <p:spPr>
          <a:xfrm>
            <a:off x="9144000" y="231648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lez</a:t>
            </a:r>
            <a:r>
              <a:rPr lang="en-US" sz="1700" dirty="0">
                <a:solidFill>
                  <a:schemeClr val="tx1"/>
                </a:solidFill>
              </a:rPr>
              <a:t> → </a:t>
            </a:r>
            <a:r>
              <a:rPr lang="en-US" sz="1700" b="1" dirty="0">
                <a:solidFill>
                  <a:schemeClr val="accent3"/>
                </a:solidFill>
              </a:rPr>
              <a:t>lees</a:t>
            </a:r>
            <a:endParaRPr lang="en-US" sz="1700" dirty="0"/>
          </a:p>
        </p:txBody>
      </p:sp>
      <p:sp>
        <p:nvSpPr>
          <p:cNvPr id="28" name="Shape 23"/>
          <p:cNvSpPr/>
          <p:nvPr/>
        </p:nvSpPr>
        <p:spPr>
          <a:xfrm>
            <a:off x="8183880" y="2865120"/>
            <a:ext cx="3456432" cy="475488"/>
          </a:xfrm>
          <a:prstGeom prst="roundRect">
            <a:avLst>
              <a:gd name="adj" fmla="val 15385"/>
            </a:avLst>
          </a:prstGeom>
          <a:solidFill>
            <a:srgbClr val="FFFFFF"/>
          </a:solidFill>
          <a:ln w="6350">
            <a:solidFill>
              <a:srgbClr val="D5DCE6"/>
            </a:solidFill>
            <a:prstDash val="solid"/>
          </a:ln>
        </p:spPr>
      </p:sp>
      <p:sp>
        <p:nvSpPr>
          <p:cNvPr id="29" name="Text 24"/>
          <p:cNvSpPr/>
          <p:nvPr/>
        </p:nvSpPr>
        <p:spPr>
          <a:xfrm>
            <a:off x="8275320" y="294741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④</a:t>
            </a:r>
            <a:endParaRPr lang="en-US" sz="1700" dirty="0"/>
          </a:p>
        </p:txBody>
      </p:sp>
      <p:sp>
        <p:nvSpPr>
          <p:cNvPr id="30" name="Text 25"/>
          <p:cNvSpPr txBox="1"/>
          <p:nvPr/>
        </p:nvSpPr>
        <p:spPr>
          <a:xfrm>
            <a:off x="9144000" y="286512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wort</a:t>
            </a:r>
            <a:r>
              <a:rPr lang="en-US" sz="1700" dirty="0">
                <a:solidFill>
                  <a:schemeClr val="tx1"/>
                </a:solidFill>
              </a:rPr>
              <a:t> → </a:t>
            </a:r>
            <a:r>
              <a:rPr lang="en-US" sz="1700" b="1" dirty="0">
                <a:solidFill>
                  <a:schemeClr val="accent3"/>
                </a:solidFill>
              </a:rPr>
              <a:t>wordt</a:t>
            </a:r>
            <a:endParaRPr lang="en-US" sz="1700" dirty="0"/>
          </a:p>
        </p:txBody>
      </p:sp>
      <p:sp>
        <p:nvSpPr>
          <p:cNvPr id="31" name="Shape 26"/>
          <p:cNvSpPr/>
          <p:nvPr/>
        </p:nvSpPr>
        <p:spPr>
          <a:xfrm>
            <a:off x="8183880" y="3413760"/>
            <a:ext cx="3456432" cy="475488"/>
          </a:xfrm>
          <a:prstGeom prst="roundRect">
            <a:avLst>
              <a:gd name="adj" fmla="val 15385"/>
            </a:avLst>
          </a:prstGeom>
          <a:solidFill>
            <a:schemeClr val="bg2"/>
          </a:solidFill>
          <a:ln w="6350">
            <a:solidFill>
              <a:srgbClr val="D5DCE6"/>
            </a:solidFill>
            <a:prstDash val="solid"/>
          </a:ln>
        </p:spPr>
      </p:sp>
      <p:sp>
        <p:nvSpPr>
          <p:cNvPr id="32" name="Text 27"/>
          <p:cNvSpPr/>
          <p:nvPr/>
        </p:nvSpPr>
        <p:spPr>
          <a:xfrm>
            <a:off x="8275320" y="3496056"/>
            <a:ext cx="731520" cy="310896"/>
          </a:xfrm>
          <a:prstGeom prst="roundRect">
            <a:avLst>
              <a:gd name="adj" fmla="val 14706"/>
            </a:avLst>
          </a:prstGeom>
          <a:solidFill>
            <a:srgbClr val="4A5A70"/>
          </a:solidFill>
          <a:ln/>
        </p:spPr>
        <p:txBody>
          <a:bodyPr wrap="square" lIns="0" tIns="0" rIns="0" bIns="0" rtlCol="0" anchor="ctr"/>
          <a:lstStyle/>
          <a:p>
            <a:pPr algn="ctr" indent="0" marL="0">
              <a:buNone/>
            </a:pPr>
            <a:r>
              <a:rPr lang="en-US" sz="1200" b="1" dirty="0">
                <a:solidFill>
                  <a:srgbClr val="FFFFFF"/>
                </a:solidFill>
              </a:rPr>
              <a:t>pluriel</a:t>
            </a:r>
            <a:endParaRPr lang="en-US" sz="1200" dirty="0"/>
          </a:p>
        </p:txBody>
      </p:sp>
      <p:sp>
        <p:nvSpPr>
          <p:cNvPr id="33" name="Text 28"/>
          <p:cNvSpPr txBox="1"/>
          <p:nvPr/>
        </p:nvSpPr>
        <p:spPr>
          <a:xfrm>
            <a:off x="9144000" y="341376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geefen</a:t>
            </a:r>
            <a:r>
              <a:rPr lang="en-US" sz="1700" dirty="0">
                <a:solidFill>
                  <a:schemeClr val="tx1"/>
                </a:solidFill>
              </a:rPr>
              <a:t> → </a:t>
            </a:r>
            <a:r>
              <a:rPr lang="en-US" sz="1700" b="1" dirty="0">
                <a:solidFill>
                  <a:schemeClr val="accent3"/>
                </a:solidFill>
              </a:rPr>
              <a:t>geven</a:t>
            </a:r>
            <a:endParaRPr lang="en-US" sz="1700" dirty="0"/>
          </a:p>
        </p:txBody>
      </p:sp>
      <p:sp>
        <p:nvSpPr>
          <p:cNvPr id="34" name="Shape 29"/>
          <p:cNvSpPr/>
          <p:nvPr/>
        </p:nvSpPr>
        <p:spPr>
          <a:xfrm>
            <a:off x="8183880" y="3962400"/>
            <a:ext cx="3456432" cy="475488"/>
          </a:xfrm>
          <a:prstGeom prst="roundRect">
            <a:avLst>
              <a:gd name="adj" fmla="val 15385"/>
            </a:avLst>
          </a:prstGeom>
          <a:solidFill>
            <a:srgbClr val="FFFFFF"/>
          </a:solidFill>
          <a:ln w="6350">
            <a:solidFill>
              <a:srgbClr val="D5DCE6"/>
            </a:solidFill>
            <a:prstDash val="solid"/>
          </a:ln>
        </p:spPr>
      </p:sp>
      <p:sp>
        <p:nvSpPr>
          <p:cNvPr id="35" name="Text 30"/>
          <p:cNvSpPr/>
          <p:nvPr/>
        </p:nvSpPr>
        <p:spPr>
          <a:xfrm>
            <a:off x="8275320" y="404469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36" name="Text 31"/>
          <p:cNvSpPr txBox="1"/>
          <p:nvPr/>
        </p:nvSpPr>
        <p:spPr>
          <a:xfrm>
            <a:off x="9144000" y="396240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reizt</a:t>
            </a:r>
            <a:r>
              <a:rPr lang="en-US" sz="1700" dirty="0">
                <a:solidFill>
                  <a:schemeClr val="tx1"/>
                </a:solidFill>
              </a:rPr>
              <a:t> → </a:t>
            </a:r>
            <a:r>
              <a:rPr lang="en-US" sz="1700" b="1" dirty="0">
                <a:solidFill>
                  <a:schemeClr val="accent3"/>
                </a:solidFill>
              </a:rPr>
              <a:t>reist</a:t>
            </a:r>
            <a:endParaRPr lang="en-US" sz="1700" dirty="0"/>
          </a:p>
        </p:txBody>
      </p:sp>
      <p:sp>
        <p:nvSpPr>
          <p:cNvPr id="37" name="Shape 32"/>
          <p:cNvSpPr/>
          <p:nvPr/>
        </p:nvSpPr>
        <p:spPr>
          <a:xfrm>
            <a:off x="8183880" y="4511040"/>
            <a:ext cx="3456432" cy="475488"/>
          </a:xfrm>
          <a:prstGeom prst="roundRect">
            <a:avLst>
              <a:gd name="adj" fmla="val 15385"/>
            </a:avLst>
          </a:prstGeom>
          <a:solidFill>
            <a:schemeClr val="bg2"/>
          </a:solidFill>
          <a:ln w="6350">
            <a:solidFill>
              <a:srgbClr val="D5DCE6"/>
            </a:solidFill>
            <a:prstDash val="solid"/>
          </a:ln>
        </p:spPr>
      </p:sp>
      <p:sp>
        <p:nvSpPr>
          <p:cNvPr id="38" name="Text 33"/>
          <p:cNvSpPr/>
          <p:nvPr/>
        </p:nvSpPr>
        <p:spPr>
          <a:xfrm>
            <a:off x="8275320" y="459333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③</a:t>
            </a:r>
            <a:endParaRPr lang="en-US" sz="1700" dirty="0"/>
          </a:p>
        </p:txBody>
      </p:sp>
      <p:sp>
        <p:nvSpPr>
          <p:cNvPr id="39" name="Text 34"/>
          <p:cNvSpPr txBox="1"/>
          <p:nvPr/>
        </p:nvSpPr>
        <p:spPr>
          <a:xfrm>
            <a:off x="9144000" y="451104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praatt</a:t>
            </a:r>
            <a:r>
              <a:rPr lang="en-US" sz="1700" dirty="0">
                <a:solidFill>
                  <a:schemeClr val="tx1"/>
                </a:solidFill>
              </a:rPr>
              <a:t> → </a:t>
            </a:r>
            <a:r>
              <a:rPr lang="en-US" sz="1700" b="1" dirty="0">
                <a:solidFill>
                  <a:schemeClr val="accent3"/>
                </a:solidFill>
              </a:rPr>
              <a:t>praat</a:t>
            </a:r>
            <a:endParaRPr lang="en-US" sz="1700" dirty="0"/>
          </a:p>
        </p:txBody>
      </p:sp>
      <p:sp>
        <p:nvSpPr>
          <p:cNvPr id="40" name="Shape 35"/>
          <p:cNvSpPr/>
          <p:nvPr/>
        </p:nvSpPr>
        <p:spPr>
          <a:xfrm>
            <a:off x="8183880" y="5151120"/>
            <a:ext cx="3456432" cy="1121664"/>
          </a:xfrm>
          <a:prstGeom prst="roundRect">
            <a:avLst>
              <a:gd name="adj" fmla="val 6522"/>
            </a:avLst>
          </a:prstGeom>
          <a:solidFill>
            <a:srgbClr val="EDF6F0"/>
          </a:solidFill>
          <a:ln w="15875">
            <a:solidFill>
              <a:srgbClr val="2E7D4F"/>
            </a:solidFill>
            <a:prstDash val="solid"/>
          </a:ln>
        </p:spPr>
      </p:sp>
      <p:pic>
        <p:nvPicPr>
          <p:cNvPr id="41" name="Image 2" descr="Check">    </p:cNvPr>
          <p:cNvPicPr>
            <a:picLocks noChangeAspect="1"/>
          </p:cNvPicPr>
          <p:nvPr/>
        </p:nvPicPr>
        <p:blipFill>
          <a:blip r:embed="rId3"/>
          <a:stretch>
            <a:fillRect/>
          </a:stretch>
        </p:blipFill>
        <p:spPr>
          <a:xfrm>
            <a:off x="8321040" y="5288280"/>
            <a:ext cx="274320" cy="274320"/>
          </a:xfrm>
          <a:prstGeom prst="rect">
            <a:avLst/>
          </a:prstGeom>
        </p:spPr>
      </p:pic>
      <p:sp>
        <p:nvSpPr>
          <p:cNvPr id="42" name="Text 36"/>
          <p:cNvSpPr txBox="1"/>
          <p:nvPr/>
        </p:nvSpPr>
        <p:spPr>
          <a:xfrm>
            <a:off x="8686800" y="5196840"/>
            <a:ext cx="2862072" cy="1030224"/>
          </a:xfrm>
          <a:prstGeom prst="rect">
            <a:avLst/>
          </a:prstGeom>
          <a:noFill/>
          <a:ln/>
        </p:spPr>
        <p:txBody>
          <a:bodyPr wrap="square" lIns="0" tIns="0" rIns="0" bIns="0" rtlCol="0" anchor="ctr"/>
          <a:lstStyle/>
          <a:p>
            <a:pPr algn="l" indent="0" marL="0">
              <a:spcAft>
                <a:spcPts val="200"/>
              </a:spcAft>
              <a:buNone/>
            </a:pPr>
            <a:r>
              <a:rPr lang="en-US" sz="1500" b="1" dirty="0">
                <a:solidFill>
                  <a:schemeClr val="tx1"/>
                </a:solidFill>
              </a:rPr>
              <a:t>Leurres</a:t>
            </a:r>
            <a:r>
              <a:rPr lang="en-US" sz="1500" dirty="0">
                <a:solidFill>
                  <a:schemeClr val="tx1"/>
                </a:solidFill>
              </a:rPr>
              <a:t> (corrects) :</a:t>
            </a:r>
            <a:endParaRPr lang="en-US" sz="1500" dirty="0"/>
          </a:p>
          <a:p>
            <a:pPr algn="l" indent="0" marL="0">
              <a:spcAft>
                <a:spcPts val="200"/>
              </a:spcAft>
              <a:buNone/>
            </a:pPr>
            <a:r>
              <a:rPr lang="en-US" sz="1500" i="1" dirty="0">
                <a:solidFill>
                  <a:schemeClr val="tx1"/>
                </a:solidFill>
              </a:rPr>
              <a:t>Kom jij ook?</a:t>
            </a:r>
            <a:r>
              <a:rPr lang="en-US" sz="1500" dirty="0">
                <a:solidFill>
                  <a:schemeClr val="tx1"/>
                </a:solidFill>
              </a:rPr>
              <a:t> · </a:t>
            </a:r>
            <a:r>
              <a:rPr lang="en-US" sz="1500" i="1" dirty="0">
                <a:solidFill>
                  <a:schemeClr val="tx1"/>
                </a:solidFill>
              </a:rPr>
              <a:t>Kan je… meebrengen?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8" name="Shape 4"/>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9" name="Shape 5"/>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434840" y="1987296"/>
            <a:ext cx="1874520" cy="494792"/>
          </a:xfrm>
          <a:prstGeom prst="homePlate">
            <a:avLst/>
          </a:prstGeom>
          <a:solidFill>
            <a:srgbClr val="D9700F"/>
          </a:solidFill>
          <a:ln w="6350">
            <a:solidFill>
              <a:srgbClr val="D9700F"/>
            </a:solidFill>
            <a:prstDash val="solid"/>
          </a:ln>
        </p:spPr>
      </p:sp>
      <p:sp>
        <p:nvSpPr>
          <p:cNvPr id="13" name="Shape 9"/>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4"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5" name="Text 10"/>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6" name="Shape 11"/>
          <p:cNvSpPr/>
          <p:nvPr/>
        </p:nvSpPr>
        <p:spPr>
          <a:xfrm>
            <a:off x="6446520" y="1932432"/>
            <a:ext cx="5193792" cy="604520"/>
          </a:xfrm>
          <a:prstGeom prst="roundRect">
            <a:avLst>
              <a:gd name="adj" fmla="val 12101"/>
            </a:avLst>
          </a:prstGeom>
          <a:solidFill>
            <a:srgbClr val="FFFFFF"/>
          </a:solidFill>
          <a:ln w="15875">
            <a:solidFill>
              <a:srgbClr val="4A5A70"/>
            </a:solidFill>
            <a:prstDash val="dash"/>
          </a:ln>
        </p:spPr>
      </p:sp>
      <p:sp>
        <p:nvSpPr>
          <p:cNvPr id="17" name="Shape 12"/>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18" name="Shape 13"/>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19" name="Text 14"/>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Text 15"/>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21" name="Shape 16"/>
          <p:cNvSpPr/>
          <p:nvPr/>
        </p:nvSpPr>
        <p:spPr>
          <a:xfrm>
            <a:off x="4434840" y="2710688"/>
            <a:ext cx="1874520" cy="494792"/>
          </a:xfrm>
          <a:prstGeom prst="homePlate">
            <a:avLst/>
          </a:prstGeom>
          <a:solidFill>
            <a:srgbClr val="D9700F"/>
          </a:solidFill>
          <a:ln w="6350">
            <a:solidFill>
              <a:srgbClr val="D9700F"/>
            </a:solidFill>
            <a:prstDash val="solid"/>
          </a:ln>
        </p:spPr>
      </p:sp>
      <p:sp>
        <p:nvSpPr>
          <p:cNvPr id="22" name="Shape 17"/>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23"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24" name="Text 18"/>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25" name="Shape 19"/>
          <p:cNvSpPr/>
          <p:nvPr/>
        </p:nvSpPr>
        <p:spPr>
          <a:xfrm>
            <a:off x="6446520" y="2655824"/>
            <a:ext cx="5193792" cy="604520"/>
          </a:xfrm>
          <a:prstGeom prst="roundRect">
            <a:avLst>
              <a:gd name="adj" fmla="val 12101"/>
            </a:avLst>
          </a:prstGeom>
          <a:solidFill>
            <a:srgbClr val="FFFFFF"/>
          </a:solidFill>
          <a:ln w="15875">
            <a:solidFill>
              <a:srgbClr val="4A5A70"/>
            </a:solidFill>
            <a:prstDash val="dash"/>
          </a:ln>
        </p:spPr>
      </p:sp>
      <p:sp>
        <p:nvSpPr>
          <p:cNvPr id="26" name="Shape 20"/>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27" name="Shape 21"/>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Text 23"/>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30" name="Shape 24"/>
          <p:cNvSpPr/>
          <p:nvPr/>
        </p:nvSpPr>
        <p:spPr>
          <a:xfrm>
            <a:off x="4434840" y="3434080"/>
            <a:ext cx="1874520" cy="494792"/>
          </a:xfrm>
          <a:prstGeom prst="homePlate">
            <a:avLst/>
          </a:prstGeom>
          <a:solidFill>
            <a:srgbClr val="D9700F"/>
          </a:solidFill>
          <a:ln w="6350">
            <a:solidFill>
              <a:srgbClr val="D9700F"/>
            </a:solidFill>
            <a:prstDash val="solid"/>
          </a:ln>
        </p:spPr>
      </p:sp>
      <p:sp>
        <p:nvSpPr>
          <p:cNvPr id="31" name="Shape 25"/>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32"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33" name="Text 26"/>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34" name="Shape 27"/>
          <p:cNvSpPr/>
          <p:nvPr/>
        </p:nvSpPr>
        <p:spPr>
          <a:xfrm>
            <a:off x="6446520" y="3379216"/>
            <a:ext cx="5193792" cy="604520"/>
          </a:xfrm>
          <a:prstGeom prst="roundRect">
            <a:avLst>
              <a:gd name="adj" fmla="val 12101"/>
            </a:avLst>
          </a:prstGeom>
          <a:solidFill>
            <a:srgbClr val="FFFFFF"/>
          </a:solidFill>
          <a:ln w="15875">
            <a:solidFill>
              <a:srgbClr val="4A5A70"/>
            </a:solidFill>
            <a:prstDash val="dash"/>
          </a:ln>
        </p:spPr>
      </p:sp>
      <p:sp>
        <p:nvSpPr>
          <p:cNvPr id="35" name="Shape 28"/>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36" name="Shape 29"/>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37" name="Text 30"/>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Text 31"/>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39" name="Shape 32"/>
          <p:cNvSpPr/>
          <p:nvPr/>
        </p:nvSpPr>
        <p:spPr>
          <a:xfrm>
            <a:off x="4434840" y="4157472"/>
            <a:ext cx="1874520" cy="494792"/>
          </a:xfrm>
          <a:prstGeom prst="homePlate">
            <a:avLst/>
          </a:prstGeom>
          <a:solidFill>
            <a:srgbClr val="D9700F"/>
          </a:solidFill>
          <a:ln w="6350">
            <a:solidFill>
              <a:srgbClr val="D9700F"/>
            </a:solidFill>
            <a:prstDash val="solid"/>
          </a:ln>
        </p:spPr>
      </p:sp>
      <p:sp>
        <p:nvSpPr>
          <p:cNvPr id="40" name="Shape 33"/>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41"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42" name="Text 34"/>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43" name="Shape 35"/>
          <p:cNvSpPr/>
          <p:nvPr/>
        </p:nvSpPr>
        <p:spPr>
          <a:xfrm>
            <a:off x="6446520" y="4102608"/>
            <a:ext cx="5193792" cy="604520"/>
          </a:xfrm>
          <a:prstGeom prst="roundRect">
            <a:avLst>
              <a:gd name="adj" fmla="val 12101"/>
            </a:avLst>
          </a:prstGeom>
          <a:solidFill>
            <a:srgbClr val="FFFFFF"/>
          </a:solidFill>
          <a:ln w="15875">
            <a:solidFill>
              <a:srgbClr val="4A5A70"/>
            </a:solidFill>
            <a:prstDash val="dash"/>
          </a:ln>
        </p:spPr>
      </p:sp>
      <p:sp>
        <p:nvSpPr>
          <p:cNvPr id="44" name="Shape 36"/>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45" name="Shape 37"/>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46" name="Text 38"/>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7" name="Text 39"/>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48" name="Shape 40"/>
          <p:cNvSpPr/>
          <p:nvPr/>
        </p:nvSpPr>
        <p:spPr>
          <a:xfrm>
            <a:off x="4434840" y="4880864"/>
            <a:ext cx="1874520" cy="494792"/>
          </a:xfrm>
          <a:prstGeom prst="homePlate">
            <a:avLst/>
          </a:prstGeom>
          <a:solidFill>
            <a:srgbClr val="D9700F"/>
          </a:solidFill>
          <a:ln w="6350">
            <a:solidFill>
              <a:srgbClr val="D9700F"/>
            </a:solidFill>
            <a:prstDash val="solid"/>
          </a:ln>
        </p:spPr>
      </p:sp>
      <p:sp>
        <p:nvSpPr>
          <p:cNvPr id="49" name="Shape 41"/>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50"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51" name="Text 42"/>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52" name="Shape 43"/>
          <p:cNvSpPr/>
          <p:nvPr/>
        </p:nvSpPr>
        <p:spPr>
          <a:xfrm>
            <a:off x="6446520" y="4826000"/>
            <a:ext cx="5193792" cy="604520"/>
          </a:xfrm>
          <a:prstGeom prst="roundRect">
            <a:avLst>
              <a:gd name="adj" fmla="val 12101"/>
            </a:avLst>
          </a:prstGeom>
          <a:solidFill>
            <a:srgbClr val="FFFFFF"/>
          </a:solidFill>
          <a:ln w="15875">
            <a:solidFill>
              <a:srgbClr val="4A5A70"/>
            </a:solidFill>
            <a:prstDash val="dash"/>
          </a:ln>
        </p:spPr>
      </p:sp>
      <p:sp>
        <p:nvSpPr>
          <p:cNvPr id="53" name="Shape 44"/>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54" name="Shape 45"/>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55" name="Text 46"/>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6" name="Text 47"/>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57" name="Shape 48"/>
          <p:cNvSpPr/>
          <p:nvPr/>
        </p:nvSpPr>
        <p:spPr>
          <a:xfrm>
            <a:off x="4434840" y="5604256"/>
            <a:ext cx="1874520" cy="494792"/>
          </a:xfrm>
          <a:prstGeom prst="homePlate">
            <a:avLst/>
          </a:prstGeom>
          <a:solidFill>
            <a:srgbClr val="D9700F"/>
          </a:solidFill>
          <a:ln w="6350">
            <a:solidFill>
              <a:srgbClr val="D9700F"/>
            </a:solidFill>
            <a:prstDash val="solid"/>
          </a:ln>
        </p:spPr>
      </p:sp>
      <p:sp>
        <p:nvSpPr>
          <p:cNvPr id="58" name="Shape 49"/>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59"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60" name="Text 50"/>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61" name="Shape 51"/>
          <p:cNvSpPr/>
          <p:nvPr/>
        </p:nvSpPr>
        <p:spPr>
          <a:xfrm>
            <a:off x="6446520" y="5549392"/>
            <a:ext cx="5193792" cy="604520"/>
          </a:xfrm>
          <a:prstGeom prst="roundRect">
            <a:avLst>
              <a:gd name="adj" fmla="val 12101"/>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9" name="Shape 5"/>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10" name="Shape 6"/>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1" name="Text 7"/>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434840" y="1987296"/>
            <a:ext cx="1874520" cy="494792"/>
          </a:xfrm>
          <a:prstGeom prst="homePlate">
            <a:avLst/>
          </a:prstGeom>
          <a:solidFill>
            <a:srgbClr val="D9700F"/>
          </a:solidFill>
          <a:ln w="6350">
            <a:solidFill>
              <a:srgbClr val="D9700F"/>
            </a:solidFill>
            <a:prstDash val="solid"/>
          </a:ln>
        </p:spPr>
      </p:sp>
      <p:sp>
        <p:nvSpPr>
          <p:cNvPr id="14" name="Shape 10"/>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5"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6" name="Text 11"/>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7" name="Shape 12"/>
          <p:cNvSpPr/>
          <p:nvPr/>
        </p:nvSpPr>
        <p:spPr>
          <a:xfrm>
            <a:off x="6446520" y="1932432"/>
            <a:ext cx="5193792" cy="604520"/>
          </a:xfrm>
          <a:prstGeom prst="roundRect">
            <a:avLst>
              <a:gd name="adj" fmla="val 12101"/>
            </a:avLst>
          </a:prstGeom>
          <a:solidFill>
            <a:srgbClr val="FFFFFF"/>
          </a:solidFill>
          <a:ln w="22225">
            <a:solidFill>
              <a:srgbClr val="2E7D4F"/>
            </a:solidFill>
            <a:prstDash val="solid"/>
          </a:ln>
        </p:spPr>
      </p:sp>
      <p:sp>
        <p:nvSpPr>
          <p:cNvPr id="18" name="Shape 13"/>
          <p:cNvSpPr/>
          <p:nvPr/>
        </p:nvSpPr>
        <p:spPr>
          <a:xfrm>
            <a:off x="7426106" y="2014728"/>
            <a:ext cx="723770" cy="330200"/>
          </a:xfrm>
          <a:prstGeom prst="roundRect">
            <a:avLst>
              <a:gd name="adj" fmla="val 11077"/>
            </a:avLst>
          </a:prstGeom>
          <a:solidFill>
            <a:srgbClr val="D8DEE6"/>
          </a:solidFill>
          <a:ln w="12700">
            <a:solidFill>
              <a:srgbClr val="FFFFFF">
                <a:alpha val="0"/>
              </a:srgbClr>
            </a:solidFill>
            <a:prstDash val="solid"/>
          </a:ln>
        </p:spPr>
      </p:sp>
      <p:sp>
        <p:nvSpPr>
          <p:cNvPr id="19" name="Shape 14"/>
          <p:cNvSpPr/>
          <p:nvPr/>
        </p:nvSpPr>
        <p:spPr>
          <a:xfrm>
            <a:off x="6945449" y="1987296"/>
            <a:ext cx="453225" cy="385064"/>
          </a:xfrm>
          <a:prstGeom prst="roundRect">
            <a:avLst>
              <a:gd name="adj" fmla="val 18997"/>
            </a:avLst>
          </a:prstGeom>
          <a:solidFill>
            <a:srgbClr val="FFFFFF"/>
          </a:solidFill>
          <a:ln w="22225">
            <a:solidFill>
              <a:srgbClr val="B83227"/>
            </a:solidFill>
            <a:prstDash val="solid"/>
          </a:ln>
        </p:spPr>
      </p:sp>
      <p:sp>
        <p:nvSpPr>
          <p:cNvPr id="20" name="Shape 15"/>
          <p:cNvSpPr/>
          <p:nvPr/>
        </p:nvSpPr>
        <p:spPr>
          <a:xfrm>
            <a:off x="8177308" y="1987296"/>
            <a:ext cx="999951" cy="385064"/>
          </a:xfrm>
          <a:prstGeom prst="roundRect">
            <a:avLst>
              <a:gd name="adj" fmla="val 18997"/>
            </a:avLst>
          </a:prstGeom>
          <a:solidFill>
            <a:srgbClr val="FFFFFF"/>
          </a:solidFill>
          <a:ln w="22225">
            <a:solidFill>
              <a:srgbClr val="B83227"/>
            </a:solidFill>
            <a:prstDash val="dash"/>
          </a:ln>
        </p:spPr>
      </p:sp>
      <p:sp>
        <p:nvSpPr>
          <p:cNvPr id="21" name="Shape 16"/>
          <p:cNvSpPr/>
          <p:nvPr/>
        </p:nvSpPr>
        <p:spPr>
          <a:xfrm>
            <a:off x="7172061" y="2372360"/>
            <a:ext cx="914" cy="82296"/>
          </a:xfrm>
          <a:prstGeom prst="line">
            <a:avLst/>
          </a:prstGeom>
          <a:noFill/>
          <a:ln w="22225">
            <a:solidFill>
              <a:srgbClr val="B83227"/>
            </a:solidFill>
            <a:prstDash val="solid"/>
          </a:ln>
        </p:spPr>
      </p:sp>
      <p:sp>
        <p:nvSpPr>
          <p:cNvPr id="22" name="Shape 17"/>
          <p:cNvSpPr/>
          <p:nvPr/>
        </p:nvSpPr>
        <p:spPr>
          <a:xfrm>
            <a:off x="7172061" y="2454656"/>
            <a:ext cx="1505223" cy="914"/>
          </a:xfrm>
          <a:prstGeom prst="line">
            <a:avLst/>
          </a:prstGeom>
          <a:noFill/>
          <a:ln w="22225">
            <a:solidFill>
              <a:srgbClr val="B83227"/>
            </a:solidFill>
            <a:prstDash val="solid"/>
          </a:ln>
        </p:spPr>
      </p:sp>
      <p:sp>
        <p:nvSpPr>
          <p:cNvPr id="23" name="Shape 18"/>
          <p:cNvSpPr/>
          <p:nvPr/>
        </p:nvSpPr>
        <p:spPr>
          <a:xfrm flipV="1">
            <a:off x="8677284" y="2372360"/>
            <a:ext cx="914" cy="82296"/>
          </a:xfrm>
          <a:prstGeom prst="line">
            <a:avLst/>
          </a:prstGeom>
          <a:noFill/>
          <a:ln w="22225">
            <a:solidFill>
              <a:srgbClr val="B83227"/>
            </a:solidFill>
            <a:prstDash val="solid"/>
          </a:ln>
        </p:spPr>
      </p:sp>
      <p:sp>
        <p:nvSpPr>
          <p:cNvPr id="24" name="Text 19"/>
          <p:cNvSpPr txBox="1"/>
          <p:nvPr/>
        </p:nvSpPr>
        <p:spPr>
          <a:xfrm>
            <a:off x="6583680" y="1987296"/>
            <a:ext cx="306905" cy="385064"/>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25" name="Text 20"/>
          <p:cNvSpPr txBox="1"/>
          <p:nvPr/>
        </p:nvSpPr>
        <p:spPr>
          <a:xfrm>
            <a:off x="6945449" y="198729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26" name="Text 21"/>
          <p:cNvSpPr txBox="1"/>
          <p:nvPr/>
        </p:nvSpPr>
        <p:spPr>
          <a:xfrm>
            <a:off x="7453538" y="1987296"/>
            <a:ext cx="668906" cy="385064"/>
          </a:xfrm>
          <a:prstGeom prst="rect">
            <a:avLst/>
          </a:prstGeom>
          <a:noFill/>
          <a:ln/>
        </p:spPr>
        <p:txBody>
          <a:bodyPr wrap="square" lIns="0" tIns="0" rIns="0" bIns="0" rtlCol="0" anchor="ctr"/>
          <a:lstStyle/>
          <a:p>
            <a:pPr algn="ctr" indent="0" marL="0">
              <a:buNone/>
            </a:pPr>
            <a:r>
              <a:rPr lang="en-US" sz="1800" dirty="0">
                <a:solidFill>
                  <a:schemeClr val="tx1"/>
                </a:solidFill>
              </a:rPr>
              <a:t>thuis</a:t>
            </a:r>
            <a:endParaRPr lang="en-US" sz="1800" dirty="0"/>
          </a:p>
        </p:txBody>
      </p:sp>
      <p:sp>
        <p:nvSpPr>
          <p:cNvPr id="27" name="Text 22"/>
          <p:cNvSpPr txBox="1"/>
          <p:nvPr/>
        </p:nvSpPr>
        <p:spPr>
          <a:xfrm>
            <a:off x="8177308" y="1987296"/>
            <a:ext cx="999951" cy="385064"/>
          </a:xfrm>
          <a:prstGeom prst="rect">
            <a:avLst/>
          </a:prstGeom>
          <a:noFill/>
          <a:ln/>
        </p:spPr>
        <p:txBody>
          <a:bodyPr wrap="square" lIns="0" tIns="0" rIns="0" bIns="0" rtlCol="0" anchor="ctr"/>
          <a:lstStyle/>
          <a:p>
            <a:pPr algn="ctr" indent="0" marL="0">
              <a:buNone/>
            </a:pPr>
            <a:r>
              <a:rPr lang="en-US" sz="1800" b="1" dirty="0">
                <a:solidFill>
                  <a:schemeClr val="accent6"/>
                </a:solidFill>
              </a:rPr>
              <a:t>werken</a:t>
            </a:r>
            <a:endParaRPr lang="en-US" sz="1800" dirty="0"/>
          </a:p>
        </p:txBody>
      </p:sp>
      <p:sp>
        <p:nvSpPr>
          <p:cNvPr id="28" name="Text 23"/>
          <p:cNvSpPr txBox="1"/>
          <p:nvPr/>
        </p:nvSpPr>
        <p:spPr>
          <a:xfrm>
            <a:off x="9195548" y="198729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9" name="Shape 24"/>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30" name="Shape 25"/>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31" name="Text 26"/>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2" name="Text 27"/>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33" name="Shape 28"/>
          <p:cNvSpPr/>
          <p:nvPr/>
        </p:nvSpPr>
        <p:spPr>
          <a:xfrm>
            <a:off x="4434840" y="2710688"/>
            <a:ext cx="1874520" cy="494792"/>
          </a:xfrm>
          <a:prstGeom prst="homePlate">
            <a:avLst/>
          </a:prstGeom>
          <a:solidFill>
            <a:srgbClr val="D9700F"/>
          </a:solidFill>
          <a:ln w="6350">
            <a:solidFill>
              <a:srgbClr val="D9700F"/>
            </a:solidFill>
            <a:prstDash val="solid"/>
          </a:ln>
        </p:spPr>
      </p:sp>
      <p:sp>
        <p:nvSpPr>
          <p:cNvPr id="34" name="Shape 29"/>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35"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36" name="Text 30"/>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37" name="Shape 31"/>
          <p:cNvSpPr/>
          <p:nvPr/>
        </p:nvSpPr>
        <p:spPr>
          <a:xfrm>
            <a:off x="6446520" y="2655824"/>
            <a:ext cx="5193792" cy="604520"/>
          </a:xfrm>
          <a:prstGeom prst="roundRect">
            <a:avLst>
              <a:gd name="adj" fmla="val 12101"/>
            </a:avLst>
          </a:prstGeom>
          <a:solidFill>
            <a:srgbClr val="FFFFFF"/>
          </a:solidFill>
          <a:ln w="22225">
            <a:solidFill>
              <a:srgbClr val="2E7D4F"/>
            </a:solidFill>
            <a:prstDash val="solid"/>
          </a:ln>
        </p:spPr>
      </p:sp>
      <p:sp>
        <p:nvSpPr>
          <p:cNvPr id="38" name="Shape 32"/>
          <p:cNvSpPr/>
          <p:nvPr/>
        </p:nvSpPr>
        <p:spPr>
          <a:xfrm>
            <a:off x="7616952" y="2738120"/>
            <a:ext cx="1465623" cy="330200"/>
          </a:xfrm>
          <a:prstGeom prst="roundRect">
            <a:avLst>
              <a:gd name="adj" fmla="val 11077"/>
            </a:avLst>
          </a:prstGeom>
          <a:solidFill>
            <a:srgbClr val="D8DEE6"/>
          </a:solidFill>
          <a:ln w="12700">
            <a:solidFill>
              <a:srgbClr val="FFFFFF">
                <a:alpha val="0"/>
              </a:srgbClr>
            </a:solidFill>
            <a:prstDash val="solid"/>
          </a:ln>
        </p:spPr>
      </p:sp>
      <p:sp>
        <p:nvSpPr>
          <p:cNvPr id="39" name="Shape 33"/>
          <p:cNvSpPr/>
          <p:nvPr/>
        </p:nvSpPr>
        <p:spPr>
          <a:xfrm>
            <a:off x="7052543" y="2710688"/>
            <a:ext cx="536977" cy="385064"/>
          </a:xfrm>
          <a:prstGeom prst="roundRect">
            <a:avLst>
              <a:gd name="adj" fmla="val 18997"/>
            </a:avLst>
          </a:prstGeom>
          <a:solidFill>
            <a:srgbClr val="FFFFFF"/>
          </a:solidFill>
          <a:ln w="22225">
            <a:solidFill>
              <a:srgbClr val="B83227"/>
            </a:solidFill>
            <a:prstDash val="solid"/>
          </a:ln>
        </p:spPr>
      </p:sp>
      <p:sp>
        <p:nvSpPr>
          <p:cNvPr id="40" name="Shape 34"/>
          <p:cNvSpPr/>
          <p:nvPr/>
        </p:nvSpPr>
        <p:spPr>
          <a:xfrm>
            <a:off x="9110007" y="2710688"/>
            <a:ext cx="1058811" cy="385064"/>
          </a:xfrm>
          <a:prstGeom prst="roundRect">
            <a:avLst>
              <a:gd name="adj" fmla="val 18997"/>
            </a:avLst>
          </a:prstGeom>
          <a:solidFill>
            <a:srgbClr val="FFFFFF"/>
          </a:solidFill>
          <a:ln w="22225">
            <a:solidFill>
              <a:srgbClr val="B83227"/>
            </a:solidFill>
            <a:prstDash val="dash"/>
          </a:ln>
        </p:spPr>
      </p:sp>
      <p:sp>
        <p:nvSpPr>
          <p:cNvPr id="41" name="Shape 35"/>
          <p:cNvSpPr/>
          <p:nvPr/>
        </p:nvSpPr>
        <p:spPr>
          <a:xfrm>
            <a:off x="7321031" y="3095752"/>
            <a:ext cx="914" cy="82296"/>
          </a:xfrm>
          <a:prstGeom prst="line">
            <a:avLst/>
          </a:prstGeom>
          <a:noFill/>
          <a:ln w="22225">
            <a:solidFill>
              <a:srgbClr val="B83227"/>
            </a:solidFill>
            <a:prstDash val="solid"/>
          </a:ln>
        </p:spPr>
      </p:sp>
      <p:sp>
        <p:nvSpPr>
          <p:cNvPr id="42" name="Shape 36"/>
          <p:cNvSpPr/>
          <p:nvPr/>
        </p:nvSpPr>
        <p:spPr>
          <a:xfrm>
            <a:off x="7321031" y="3178048"/>
            <a:ext cx="2318381" cy="914"/>
          </a:xfrm>
          <a:prstGeom prst="line">
            <a:avLst/>
          </a:prstGeom>
          <a:noFill/>
          <a:ln w="22225">
            <a:solidFill>
              <a:srgbClr val="B83227"/>
            </a:solidFill>
            <a:prstDash val="solid"/>
          </a:ln>
        </p:spPr>
      </p:sp>
      <p:sp>
        <p:nvSpPr>
          <p:cNvPr id="43" name="Shape 37"/>
          <p:cNvSpPr/>
          <p:nvPr/>
        </p:nvSpPr>
        <p:spPr>
          <a:xfrm flipV="1">
            <a:off x="9639413" y="3095752"/>
            <a:ext cx="914" cy="82296"/>
          </a:xfrm>
          <a:prstGeom prst="line">
            <a:avLst/>
          </a:prstGeom>
          <a:noFill/>
          <a:ln w="22225">
            <a:solidFill>
              <a:srgbClr val="B83227"/>
            </a:solidFill>
            <a:prstDash val="solid"/>
          </a:ln>
        </p:spPr>
      </p:sp>
      <p:sp>
        <p:nvSpPr>
          <p:cNvPr id="44" name="Text 38"/>
          <p:cNvSpPr txBox="1"/>
          <p:nvPr/>
        </p:nvSpPr>
        <p:spPr>
          <a:xfrm>
            <a:off x="6583680" y="2710688"/>
            <a:ext cx="413999" cy="385064"/>
          </a:xfrm>
          <a:prstGeom prst="rect">
            <a:avLst/>
          </a:prstGeom>
          <a:noFill/>
          <a:ln/>
        </p:spPr>
        <p:txBody>
          <a:bodyPr wrap="square" lIns="0" tIns="0" rIns="0" bIns="0" rtlCol="0" anchor="ctr"/>
          <a:lstStyle/>
          <a:p>
            <a:pPr algn="ctr" indent="0" marL="0">
              <a:buNone/>
            </a:pPr>
            <a:r>
              <a:rPr lang="en-US" sz="1800" dirty="0">
                <a:solidFill>
                  <a:schemeClr val="tx1"/>
                </a:solidFill>
              </a:rPr>
              <a:t>Hij</a:t>
            </a:r>
            <a:endParaRPr lang="en-US" sz="1800" dirty="0"/>
          </a:p>
        </p:txBody>
      </p:sp>
      <p:sp>
        <p:nvSpPr>
          <p:cNvPr id="45" name="Text 39"/>
          <p:cNvSpPr txBox="1"/>
          <p:nvPr/>
        </p:nvSpPr>
        <p:spPr>
          <a:xfrm>
            <a:off x="7052543" y="2710688"/>
            <a:ext cx="536977" cy="385064"/>
          </a:xfrm>
          <a:prstGeom prst="rect">
            <a:avLst/>
          </a:prstGeom>
          <a:noFill/>
          <a:ln/>
        </p:spPr>
        <p:txBody>
          <a:bodyPr wrap="square" lIns="0" tIns="0" rIns="0" bIns="0" rtlCol="0" anchor="ctr"/>
          <a:lstStyle/>
          <a:p>
            <a:pPr algn="ctr" indent="0" marL="0">
              <a:buNone/>
            </a:pPr>
            <a:r>
              <a:rPr lang="en-US" sz="1800" b="1" dirty="0">
                <a:solidFill>
                  <a:schemeClr val="accent6"/>
                </a:solidFill>
              </a:rPr>
              <a:t>kan</a:t>
            </a:r>
            <a:endParaRPr lang="en-US" sz="1800" dirty="0"/>
          </a:p>
        </p:txBody>
      </p:sp>
      <p:sp>
        <p:nvSpPr>
          <p:cNvPr id="46" name="Text 40"/>
          <p:cNvSpPr txBox="1"/>
          <p:nvPr/>
        </p:nvSpPr>
        <p:spPr>
          <a:xfrm>
            <a:off x="7644384" y="2710688"/>
            <a:ext cx="1410759" cy="385064"/>
          </a:xfrm>
          <a:prstGeom prst="rect">
            <a:avLst/>
          </a:prstGeom>
          <a:noFill/>
          <a:ln/>
        </p:spPr>
        <p:txBody>
          <a:bodyPr wrap="square" lIns="0" tIns="0" rIns="0" bIns="0" rtlCol="0" anchor="ctr"/>
          <a:lstStyle/>
          <a:p>
            <a:pPr algn="ctr" indent="0" marL="0">
              <a:buNone/>
            </a:pPr>
            <a:r>
              <a:rPr lang="en-US" sz="1800" dirty="0">
                <a:solidFill>
                  <a:schemeClr val="tx1"/>
                </a:solidFill>
              </a:rPr>
              <a:t>Nederlands</a:t>
            </a:r>
            <a:endParaRPr lang="en-US" sz="1800" dirty="0"/>
          </a:p>
        </p:txBody>
      </p:sp>
      <p:sp>
        <p:nvSpPr>
          <p:cNvPr id="47" name="Text 41"/>
          <p:cNvSpPr txBox="1"/>
          <p:nvPr/>
        </p:nvSpPr>
        <p:spPr>
          <a:xfrm>
            <a:off x="9110007" y="2710688"/>
            <a:ext cx="1058811" cy="385064"/>
          </a:xfrm>
          <a:prstGeom prst="rect">
            <a:avLst/>
          </a:prstGeom>
          <a:noFill/>
          <a:ln/>
        </p:spPr>
        <p:txBody>
          <a:bodyPr wrap="square" lIns="0" tIns="0" rIns="0" bIns="0" rtlCol="0" anchor="ctr"/>
          <a:lstStyle/>
          <a:p>
            <a:pPr algn="ctr" indent="0" marL="0">
              <a:buNone/>
            </a:pPr>
            <a:r>
              <a:rPr lang="en-US" sz="1800" b="1" dirty="0">
                <a:solidFill>
                  <a:schemeClr val="accent6"/>
                </a:solidFill>
              </a:rPr>
              <a:t>spreken</a:t>
            </a:r>
            <a:endParaRPr lang="en-US" sz="1800" dirty="0"/>
          </a:p>
        </p:txBody>
      </p:sp>
      <p:sp>
        <p:nvSpPr>
          <p:cNvPr id="48" name="Text 42"/>
          <p:cNvSpPr txBox="1"/>
          <p:nvPr/>
        </p:nvSpPr>
        <p:spPr>
          <a:xfrm>
            <a:off x="10187106" y="2710688"/>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9" name="Shape 43"/>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50" name="Shape 44"/>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2" name="Text 46"/>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53" name="Shape 47"/>
          <p:cNvSpPr/>
          <p:nvPr/>
        </p:nvSpPr>
        <p:spPr>
          <a:xfrm>
            <a:off x="4434840" y="3434080"/>
            <a:ext cx="1874520" cy="494792"/>
          </a:xfrm>
          <a:prstGeom prst="homePlate">
            <a:avLst/>
          </a:prstGeom>
          <a:solidFill>
            <a:srgbClr val="D9700F"/>
          </a:solidFill>
          <a:ln w="6350">
            <a:solidFill>
              <a:srgbClr val="D9700F"/>
            </a:solidFill>
            <a:prstDash val="solid"/>
          </a:ln>
        </p:spPr>
      </p:sp>
      <p:sp>
        <p:nvSpPr>
          <p:cNvPr id="54" name="Shape 48"/>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55"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56" name="Text 49"/>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57" name="Shape 50"/>
          <p:cNvSpPr/>
          <p:nvPr/>
        </p:nvSpPr>
        <p:spPr>
          <a:xfrm>
            <a:off x="6446520" y="3379216"/>
            <a:ext cx="5193792" cy="604520"/>
          </a:xfrm>
          <a:prstGeom prst="roundRect">
            <a:avLst>
              <a:gd name="adj" fmla="val 12101"/>
            </a:avLst>
          </a:prstGeom>
          <a:solidFill>
            <a:srgbClr val="FFFFFF"/>
          </a:solidFill>
          <a:ln w="22225">
            <a:solidFill>
              <a:srgbClr val="2E7D4F"/>
            </a:solidFill>
            <a:prstDash val="solid"/>
          </a:ln>
        </p:spPr>
      </p:sp>
      <p:sp>
        <p:nvSpPr>
          <p:cNvPr id="58" name="Shape 51"/>
          <p:cNvSpPr/>
          <p:nvPr/>
        </p:nvSpPr>
        <p:spPr>
          <a:xfrm>
            <a:off x="8098333" y="3461512"/>
            <a:ext cx="2169268" cy="330200"/>
          </a:xfrm>
          <a:prstGeom prst="roundRect">
            <a:avLst>
              <a:gd name="adj" fmla="val 11077"/>
            </a:avLst>
          </a:prstGeom>
          <a:solidFill>
            <a:srgbClr val="D8DEE6"/>
          </a:solidFill>
          <a:ln w="12700">
            <a:solidFill>
              <a:srgbClr val="FFFFFF">
                <a:alpha val="0"/>
              </a:srgbClr>
            </a:solidFill>
            <a:prstDash val="solid"/>
          </a:ln>
        </p:spPr>
      </p:sp>
      <p:sp>
        <p:nvSpPr>
          <p:cNvPr id="59" name="Shape 52"/>
          <p:cNvSpPr/>
          <p:nvPr/>
        </p:nvSpPr>
        <p:spPr>
          <a:xfrm>
            <a:off x="7135374" y="3434080"/>
            <a:ext cx="935527" cy="385064"/>
          </a:xfrm>
          <a:prstGeom prst="roundRect">
            <a:avLst>
              <a:gd name="adj" fmla="val 18997"/>
            </a:avLst>
          </a:prstGeom>
          <a:solidFill>
            <a:srgbClr val="FFFFFF"/>
          </a:solidFill>
          <a:ln w="22225">
            <a:solidFill>
              <a:srgbClr val="B83227"/>
            </a:solidFill>
            <a:prstDash val="solid"/>
          </a:ln>
        </p:spPr>
      </p:sp>
      <p:sp>
        <p:nvSpPr>
          <p:cNvPr id="60" name="Shape 53"/>
          <p:cNvSpPr/>
          <p:nvPr/>
        </p:nvSpPr>
        <p:spPr>
          <a:xfrm>
            <a:off x="10295033" y="3434080"/>
            <a:ext cx="1014300" cy="385064"/>
          </a:xfrm>
          <a:prstGeom prst="roundRect">
            <a:avLst>
              <a:gd name="adj" fmla="val 18997"/>
            </a:avLst>
          </a:prstGeom>
          <a:solidFill>
            <a:srgbClr val="FFFFFF"/>
          </a:solidFill>
          <a:ln w="22225">
            <a:solidFill>
              <a:srgbClr val="B83227"/>
            </a:solidFill>
            <a:prstDash val="dash"/>
          </a:ln>
        </p:spPr>
      </p:sp>
      <p:sp>
        <p:nvSpPr>
          <p:cNvPr id="61" name="Shape 54"/>
          <p:cNvSpPr/>
          <p:nvPr/>
        </p:nvSpPr>
        <p:spPr>
          <a:xfrm>
            <a:off x="7603138" y="3819144"/>
            <a:ext cx="914" cy="82296"/>
          </a:xfrm>
          <a:prstGeom prst="line">
            <a:avLst/>
          </a:prstGeom>
          <a:noFill/>
          <a:ln w="22225">
            <a:solidFill>
              <a:srgbClr val="B83227"/>
            </a:solidFill>
            <a:prstDash val="solid"/>
          </a:ln>
        </p:spPr>
      </p:sp>
      <p:sp>
        <p:nvSpPr>
          <p:cNvPr id="62" name="Shape 55"/>
          <p:cNvSpPr/>
          <p:nvPr/>
        </p:nvSpPr>
        <p:spPr>
          <a:xfrm>
            <a:off x="7603138" y="3901440"/>
            <a:ext cx="3199045" cy="914"/>
          </a:xfrm>
          <a:prstGeom prst="line">
            <a:avLst/>
          </a:prstGeom>
          <a:noFill/>
          <a:ln w="22225">
            <a:solidFill>
              <a:srgbClr val="B83227"/>
            </a:solidFill>
            <a:prstDash val="solid"/>
          </a:ln>
        </p:spPr>
      </p:sp>
      <p:sp>
        <p:nvSpPr>
          <p:cNvPr id="63" name="Shape 56"/>
          <p:cNvSpPr/>
          <p:nvPr/>
        </p:nvSpPr>
        <p:spPr>
          <a:xfrm flipV="1">
            <a:off x="10802183" y="3819144"/>
            <a:ext cx="914" cy="82296"/>
          </a:xfrm>
          <a:prstGeom prst="line">
            <a:avLst/>
          </a:prstGeom>
          <a:noFill/>
          <a:ln w="22225">
            <a:solidFill>
              <a:srgbClr val="B83227"/>
            </a:solidFill>
            <a:prstDash val="solid"/>
          </a:ln>
        </p:spPr>
      </p:sp>
      <p:sp>
        <p:nvSpPr>
          <p:cNvPr id="64" name="Text 57"/>
          <p:cNvSpPr txBox="1"/>
          <p:nvPr/>
        </p:nvSpPr>
        <p:spPr>
          <a:xfrm>
            <a:off x="6583680" y="3434080"/>
            <a:ext cx="496830" cy="385064"/>
          </a:xfrm>
          <a:prstGeom prst="rect">
            <a:avLst/>
          </a:prstGeom>
          <a:noFill/>
          <a:ln/>
        </p:spPr>
        <p:txBody>
          <a:bodyPr wrap="square" lIns="0" tIns="0" rIns="0" bIns="0" rtlCol="0" anchor="ctr"/>
          <a:lstStyle/>
          <a:p>
            <a:pPr algn="ctr" indent="0" marL="0">
              <a:buNone/>
            </a:pPr>
            <a:r>
              <a:rPr lang="en-US" sz="1800" dirty="0">
                <a:solidFill>
                  <a:schemeClr val="tx1"/>
                </a:solidFill>
              </a:rPr>
              <a:t>We</a:t>
            </a:r>
            <a:endParaRPr lang="en-US" sz="1800" dirty="0"/>
          </a:p>
        </p:txBody>
      </p:sp>
      <p:sp>
        <p:nvSpPr>
          <p:cNvPr id="65" name="Text 58"/>
          <p:cNvSpPr txBox="1"/>
          <p:nvPr/>
        </p:nvSpPr>
        <p:spPr>
          <a:xfrm>
            <a:off x="7135374" y="3434080"/>
            <a:ext cx="935527" cy="385064"/>
          </a:xfrm>
          <a:prstGeom prst="rect">
            <a:avLst/>
          </a:prstGeom>
          <a:noFill/>
          <a:ln/>
        </p:spPr>
        <p:txBody>
          <a:bodyPr wrap="square" lIns="0" tIns="0" rIns="0" bIns="0" rtlCol="0" anchor="ctr"/>
          <a:lstStyle/>
          <a:p>
            <a:pPr algn="ctr" indent="0" marL="0">
              <a:buNone/>
            </a:pPr>
            <a:r>
              <a:rPr lang="en-US" sz="1800" b="1" dirty="0">
                <a:solidFill>
                  <a:schemeClr val="accent6"/>
                </a:solidFill>
              </a:rPr>
              <a:t>mogen</a:t>
            </a:r>
            <a:endParaRPr lang="en-US" sz="1800" dirty="0"/>
          </a:p>
        </p:txBody>
      </p:sp>
      <p:sp>
        <p:nvSpPr>
          <p:cNvPr id="66" name="Text 59"/>
          <p:cNvSpPr txBox="1"/>
          <p:nvPr/>
        </p:nvSpPr>
        <p:spPr>
          <a:xfrm>
            <a:off x="8125765" y="3434080"/>
            <a:ext cx="2114404" cy="385064"/>
          </a:xfrm>
          <a:prstGeom prst="rect">
            <a:avLst/>
          </a:prstGeom>
          <a:noFill/>
          <a:ln/>
        </p:spPr>
        <p:txBody>
          <a:bodyPr wrap="square" lIns="0" tIns="0" rIns="0" bIns="0" rtlCol="0" anchor="ctr"/>
          <a:lstStyle/>
          <a:p>
            <a:pPr algn="ctr" indent="0" marL="0">
              <a:buNone/>
            </a:pPr>
            <a:r>
              <a:rPr lang="en-US" sz="1800" dirty="0">
                <a:solidFill>
                  <a:schemeClr val="tx1"/>
                </a:solidFill>
              </a:rPr>
              <a:t>met de bankkaart</a:t>
            </a:r>
            <a:endParaRPr lang="en-US" sz="1800" dirty="0"/>
          </a:p>
        </p:txBody>
      </p:sp>
      <p:sp>
        <p:nvSpPr>
          <p:cNvPr id="67" name="Text 60"/>
          <p:cNvSpPr txBox="1"/>
          <p:nvPr/>
        </p:nvSpPr>
        <p:spPr>
          <a:xfrm>
            <a:off x="10295033" y="3434080"/>
            <a:ext cx="1014300" cy="385064"/>
          </a:xfrm>
          <a:prstGeom prst="rect">
            <a:avLst/>
          </a:prstGeom>
          <a:noFill/>
          <a:ln/>
        </p:spPr>
        <p:txBody>
          <a:bodyPr wrap="square" lIns="0" tIns="0" rIns="0" bIns="0" rtlCol="0" anchor="ctr"/>
          <a:lstStyle/>
          <a:p>
            <a:pPr algn="ctr" indent="0" marL="0">
              <a:buNone/>
            </a:pPr>
            <a:r>
              <a:rPr lang="en-US" sz="1800" b="1" dirty="0">
                <a:solidFill>
                  <a:schemeClr val="accent6"/>
                </a:solidFill>
              </a:rPr>
              <a:t>betalen</a:t>
            </a:r>
            <a:endParaRPr lang="en-US" sz="1800" dirty="0"/>
          </a:p>
        </p:txBody>
      </p:sp>
      <p:sp>
        <p:nvSpPr>
          <p:cNvPr id="68" name="Text 61"/>
          <p:cNvSpPr txBox="1"/>
          <p:nvPr/>
        </p:nvSpPr>
        <p:spPr>
          <a:xfrm>
            <a:off x="11327621" y="3434080"/>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69" name="Shape 62"/>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70" name="Shape 63"/>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71" name="Text 64"/>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72" name="Text 65"/>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73" name="Shape 66"/>
          <p:cNvSpPr/>
          <p:nvPr/>
        </p:nvSpPr>
        <p:spPr>
          <a:xfrm>
            <a:off x="4434840" y="4157472"/>
            <a:ext cx="1874520" cy="494792"/>
          </a:xfrm>
          <a:prstGeom prst="homePlate">
            <a:avLst/>
          </a:prstGeom>
          <a:solidFill>
            <a:srgbClr val="D9700F"/>
          </a:solidFill>
          <a:ln w="6350">
            <a:solidFill>
              <a:srgbClr val="D9700F"/>
            </a:solidFill>
            <a:prstDash val="solid"/>
          </a:ln>
        </p:spPr>
      </p:sp>
      <p:sp>
        <p:nvSpPr>
          <p:cNvPr id="74" name="Shape 67"/>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75"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76" name="Text 68"/>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77" name="Shape 69"/>
          <p:cNvSpPr/>
          <p:nvPr/>
        </p:nvSpPr>
        <p:spPr>
          <a:xfrm>
            <a:off x="6446520" y="4102608"/>
            <a:ext cx="5193792" cy="604520"/>
          </a:xfrm>
          <a:prstGeom prst="roundRect">
            <a:avLst>
              <a:gd name="adj" fmla="val 12101"/>
            </a:avLst>
          </a:prstGeom>
          <a:solidFill>
            <a:srgbClr val="FFFFFF"/>
          </a:solidFill>
          <a:ln w="22225">
            <a:solidFill>
              <a:srgbClr val="2E7D4F"/>
            </a:solidFill>
            <a:prstDash val="solid"/>
          </a:ln>
        </p:spPr>
      </p:sp>
      <p:sp>
        <p:nvSpPr>
          <p:cNvPr id="78" name="Shape 70"/>
          <p:cNvSpPr/>
          <p:nvPr/>
        </p:nvSpPr>
        <p:spPr>
          <a:xfrm>
            <a:off x="8383110" y="4184904"/>
            <a:ext cx="1668935" cy="330200"/>
          </a:xfrm>
          <a:prstGeom prst="roundRect">
            <a:avLst>
              <a:gd name="adj" fmla="val 11077"/>
            </a:avLst>
          </a:prstGeom>
          <a:solidFill>
            <a:srgbClr val="D8DEE6"/>
          </a:solidFill>
          <a:ln w="12700">
            <a:solidFill>
              <a:srgbClr val="FFFFFF">
                <a:alpha val="0"/>
              </a:srgbClr>
            </a:solidFill>
            <a:prstDash val="solid"/>
          </a:ln>
        </p:spPr>
      </p:sp>
      <p:sp>
        <p:nvSpPr>
          <p:cNvPr id="79" name="Shape 71"/>
          <p:cNvSpPr/>
          <p:nvPr/>
        </p:nvSpPr>
        <p:spPr>
          <a:xfrm>
            <a:off x="7314144" y="4157472"/>
            <a:ext cx="1041534" cy="385064"/>
          </a:xfrm>
          <a:prstGeom prst="roundRect">
            <a:avLst>
              <a:gd name="adj" fmla="val 18997"/>
            </a:avLst>
          </a:prstGeom>
          <a:solidFill>
            <a:srgbClr val="FFFFFF"/>
          </a:solidFill>
          <a:ln w="22225">
            <a:solidFill>
              <a:srgbClr val="B83227"/>
            </a:solidFill>
            <a:prstDash val="solid"/>
          </a:ln>
        </p:spPr>
      </p:sp>
      <p:sp>
        <p:nvSpPr>
          <p:cNvPr id="80" name="Shape 72"/>
          <p:cNvSpPr/>
          <p:nvPr/>
        </p:nvSpPr>
        <p:spPr>
          <a:xfrm>
            <a:off x="10079477" y="4157472"/>
            <a:ext cx="1050319" cy="385064"/>
          </a:xfrm>
          <a:prstGeom prst="roundRect">
            <a:avLst>
              <a:gd name="adj" fmla="val 18997"/>
            </a:avLst>
          </a:prstGeom>
          <a:solidFill>
            <a:srgbClr val="FFFFFF"/>
          </a:solidFill>
          <a:ln w="22225">
            <a:solidFill>
              <a:srgbClr val="B83227"/>
            </a:solidFill>
            <a:prstDash val="dash"/>
          </a:ln>
        </p:spPr>
      </p:sp>
      <p:sp>
        <p:nvSpPr>
          <p:cNvPr id="81" name="Shape 73"/>
          <p:cNvSpPr/>
          <p:nvPr/>
        </p:nvSpPr>
        <p:spPr>
          <a:xfrm>
            <a:off x="7834911" y="4542536"/>
            <a:ext cx="914" cy="82296"/>
          </a:xfrm>
          <a:prstGeom prst="line">
            <a:avLst/>
          </a:prstGeom>
          <a:noFill/>
          <a:ln w="22225">
            <a:solidFill>
              <a:srgbClr val="B83227"/>
            </a:solidFill>
            <a:prstDash val="solid"/>
          </a:ln>
        </p:spPr>
      </p:sp>
      <p:sp>
        <p:nvSpPr>
          <p:cNvPr id="82" name="Shape 74"/>
          <p:cNvSpPr/>
          <p:nvPr/>
        </p:nvSpPr>
        <p:spPr>
          <a:xfrm>
            <a:off x="7834911" y="4624832"/>
            <a:ext cx="2769726" cy="914"/>
          </a:xfrm>
          <a:prstGeom prst="line">
            <a:avLst/>
          </a:prstGeom>
          <a:noFill/>
          <a:ln w="22225">
            <a:solidFill>
              <a:srgbClr val="B83227"/>
            </a:solidFill>
            <a:prstDash val="solid"/>
          </a:ln>
        </p:spPr>
      </p:sp>
      <p:sp>
        <p:nvSpPr>
          <p:cNvPr id="83" name="Shape 75"/>
          <p:cNvSpPr/>
          <p:nvPr/>
        </p:nvSpPr>
        <p:spPr>
          <a:xfrm flipV="1">
            <a:off x="10604637" y="4542536"/>
            <a:ext cx="914" cy="82296"/>
          </a:xfrm>
          <a:prstGeom prst="line">
            <a:avLst/>
          </a:prstGeom>
          <a:noFill/>
          <a:ln w="22225">
            <a:solidFill>
              <a:srgbClr val="B83227"/>
            </a:solidFill>
            <a:prstDash val="solid"/>
          </a:ln>
        </p:spPr>
      </p:sp>
      <p:sp>
        <p:nvSpPr>
          <p:cNvPr id="84" name="Text 76"/>
          <p:cNvSpPr txBox="1"/>
          <p:nvPr/>
        </p:nvSpPr>
        <p:spPr>
          <a:xfrm>
            <a:off x="6583680" y="4157472"/>
            <a:ext cx="675600" cy="385064"/>
          </a:xfrm>
          <a:prstGeom prst="rect">
            <a:avLst/>
          </a:prstGeom>
          <a:noFill/>
          <a:ln/>
        </p:spPr>
        <p:txBody>
          <a:bodyPr wrap="square" lIns="0" tIns="0" rIns="0" bIns="0" rtlCol="0" anchor="ctr"/>
          <a:lstStyle/>
          <a:p>
            <a:pPr algn="ctr" indent="0" marL="0">
              <a:buNone/>
            </a:pPr>
            <a:r>
              <a:rPr lang="en-US" sz="1800" dirty="0">
                <a:solidFill>
                  <a:schemeClr val="tx1"/>
                </a:solidFill>
              </a:rPr>
              <a:t>Jullie</a:t>
            </a:r>
            <a:endParaRPr lang="en-US" sz="1800" dirty="0"/>
          </a:p>
        </p:txBody>
      </p:sp>
      <p:sp>
        <p:nvSpPr>
          <p:cNvPr id="85" name="Text 77"/>
          <p:cNvSpPr txBox="1"/>
          <p:nvPr/>
        </p:nvSpPr>
        <p:spPr>
          <a:xfrm>
            <a:off x="7314144" y="4157472"/>
            <a:ext cx="1041534" cy="385064"/>
          </a:xfrm>
          <a:prstGeom prst="rect">
            <a:avLst/>
          </a:prstGeom>
          <a:noFill/>
          <a:ln/>
        </p:spPr>
        <p:txBody>
          <a:bodyPr wrap="square" lIns="0" tIns="0" rIns="0" bIns="0" rtlCol="0" anchor="ctr"/>
          <a:lstStyle/>
          <a:p>
            <a:pPr algn="ctr" indent="0" marL="0">
              <a:buNone/>
            </a:pPr>
            <a:r>
              <a:rPr lang="en-US" sz="1800" b="1" dirty="0">
                <a:solidFill>
                  <a:schemeClr val="accent6"/>
                </a:solidFill>
              </a:rPr>
              <a:t>moeten</a:t>
            </a:r>
            <a:endParaRPr lang="en-US" sz="1800" dirty="0"/>
          </a:p>
        </p:txBody>
      </p:sp>
      <p:sp>
        <p:nvSpPr>
          <p:cNvPr id="86" name="Text 78"/>
          <p:cNvSpPr txBox="1"/>
          <p:nvPr/>
        </p:nvSpPr>
        <p:spPr>
          <a:xfrm>
            <a:off x="8410542" y="4157472"/>
            <a:ext cx="1614071" cy="385064"/>
          </a:xfrm>
          <a:prstGeom prst="rect">
            <a:avLst/>
          </a:prstGeom>
          <a:noFill/>
          <a:ln/>
        </p:spPr>
        <p:txBody>
          <a:bodyPr wrap="square" lIns="0" tIns="0" rIns="0" bIns="0" rtlCol="0" anchor="ctr"/>
          <a:lstStyle/>
          <a:p>
            <a:pPr algn="ctr" indent="0" marL="0">
              <a:buNone/>
            </a:pPr>
            <a:r>
              <a:rPr lang="en-US" sz="1800" dirty="0">
                <a:solidFill>
                  <a:schemeClr val="tx1"/>
                </a:solidFill>
              </a:rPr>
              <a:t>het formulier</a:t>
            </a:r>
            <a:endParaRPr lang="en-US" sz="1800" dirty="0"/>
          </a:p>
        </p:txBody>
      </p:sp>
      <p:sp>
        <p:nvSpPr>
          <p:cNvPr id="87" name="Text 79"/>
          <p:cNvSpPr txBox="1"/>
          <p:nvPr/>
        </p:nvSpPr>
        <p:spPr>
          <a:xfrm>
            <a:off x="10079477" y="4157472"/>
            <a:ext cx="1050319" cy="385064"/>
          </a:xfrm>
          <a:prstGeom prst="rect">
            <a:avLst/>
          </a:prstGeom>
          <a:noFill/>
          <a:ln/>
        </p:spPr>
        <p:txBody>
          <a:bodyPr wrap="square" lIns="0" tIns="0" rIns="0" bIns="0" rtlCol="0" anchor="ctr"/>
          <a:lstStyle/>
          <a:p>
            <a:pPr algn="ctr" indent="0" marL="0">
              <a:buNone/>
            </a:pPr>
            <a:r>
              <a:rPr lang="en-US" sz="1800" b="1" dirty="0">
                <a:solidFill>
                  <a:schemeClr val="accent6"/>
                </a:solidFill>
              </a:rPr>
              <a:t>invullen</a:t>
            </a:r>
            <a:endParaRPr lang="en-US" sz="1800" dirty="0"/>
          </a:p>
        </p:txBody>
      </p:sp>
      <p:sp>
        <p:nvSpPr>
          <p:cNvPr id="88" name="Text 80"/>
          <p:cNvSpPr txBox="1"/>
          <p:nvPr/>
        </p:nvSpPr>
        <p:spPr>
          <a:xfrm>
            <a:off x="11148085" y="4157472"/>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89" name="Shape 81"/>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90" name="Shape 82"/>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91" name="Text 83"/>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92" name="Text 84"/>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93" name="Shape 85"/>
          <p:cNvSpPr/>
          <p:nvPr/>
        </p:nvSpPr>
        <p:spPr>
          <a:xfrm>
            <a:off x="4434840" y="4880864"/>
            <a:ext cx="1874520" cy="494792"/>
          </a:xfrm>
          <a:prstGeom prst="homePlate">
            <a:avLst/>
          </a:prstGeom>
          <a:solidFill>
            <a:srgbClr val="D9700F"/>
          </a:solidFill>
          <a:ln w="6350">
            <a:solidFill>
              <a:srgbClr val="D9700F"/>
            </a:solidFill>
            <a:prstDash val="solid"/>
          </a:ln>
        </p:spPr>
      </p:sp>
      <p:sp>
        <p:nvSpPr>
          <p:cNvPr id="94" name="Shape 86"/>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95"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96" name="Text 87"/>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97" name="Shape 88"/>
          <p:cNvSpPr/>
          <p:nvPr/>
        </p:nvSpPr>
        <p:spPr>
          <a:xfrm>
            <a:off x="6446520" y="4826000"/>
            <a:ext cx="5193792" cy="604520"/>
          </a:xfrm>
          <a:prstGeom prst="roundRect">
            <a:avLst>
              <a:gd name="adj" fmla="val 12101"/>
            </a:avLst>
          </a:prstGeom>
          <a:solidFill>
            <a:srgbClr val="FFFFFF"/>
          </a:solidFill>
          <a:ln w="22225">
            <a:solidFill>
              <a:srgbClr val="2E7D4F"/>
            </a:solidFill>
            <a:prstDash val="solid"/>
          </a:ln>
        </p:spPr>
      </p:sp>
      <p:sp>
        <p:nvSpPr>
          <p:cNvPr id="98" name="Shape 89"/>
          <p:cNvSpPr/>
          <p:nvPr/>
        </p:nvSpPr>
        <p:spPr>
          <a:xfrm>
            <a:off x="7872274" y="4908296"/>
            <a:ext cx="1308607" cy="330200"/>
          </a:xfrm>
          <a:prstGeom prst="roundRect">
            <a:avLst>
              <a:gd name="adj" fmla="val 11077"/>
            </a:avLst>
          </a:prstGeom>
          <a:solidFill>
            <a:srgbClr val="D8DEE6"/>
          </a:solidFill>
          <a:ln w="12700">
            <a:solidFill>
              <a:srgbClr val="FFFFFF">
                <a:alpha val="0"/>
              </a:srgbClr>
            </a:solidFill>
            <a:prstDash val="solid"/>
          </a:ln>
        </p:spPr>
      </p:sp>
      <p:sp>
        <p:nvSpPr>
          <p:cNvPr id="99" name="Shape 90"/>
          <p:cNvSpPr/>
          <p:nvPr/>
        </p:nvSpPr>
        <p:spPr>
          <a:xfrm>
            <a:off x="6583680" y="4880864"/>
            <a:ext cx="1261162" cy="385064"/>
          </a:xfrm>
          <a:prstGeom prst="roundRect">
            <a:avLst>
              <a:gd name="adj" fmla="val 18997"/>
            </a:avLst>
          </a:prstGeom>
          <a:solidFill>
            <a:srgbClr val="FFFFFF"/>
          </a:solidFill>
          <a:ln w="22225">
            <a:solidFill>
              <a:srgbClr val="B83227"/>
            </a:solidFill>
            <a:prstDash val="solid"/>
          </a:ln>
        </p:spPr>
      </p:sp>
      <p:sp>
        <p:nvSpPr>
          <p:cNvPr id="100" name="Shape 91"/>
          <p:cNvSpPr/>
          <p:nvPr/>
        </p:nvSpPr>
        <p:spPr>
          <a:xfrm>
            <a:off x="9208312" y="4880864"/>
            <a:ext cx="802287" cy="385064"/>
          </a:xfrm>
          <a:prstGeom prst="roundRect">
            <a:avLst>
              <a:gd name="adj" fmla="val 18997"/>
            </a:avLst>
          </a:prstGeom>
          <a:solidFill>
            <a:srgbClr val="FFFFFF"/>
          </a:solidFill>
          <a:ln w="22225">
            <a:solidFill>
              <a:srgbClr val="B83227"/>
            </a:solidFill>
            <a:prstDash val="dash"/>
          </a:ln>
        </p:spPr>
      </p:sp>
      <p:sp>
        <p:nvSpPr>
          <p:cNvPr id="101" name="Shape 92"/>
          <p:cNvSpPr/>
          <p:nvPr/>
        </p:nvSpPr>
        <p:spPr>
          <a:xfrm>
            <a:off x="7214261" y="5265928"/>
            <a:ext cx="914" cy="82296"/>
          </a:xfrm>
          <a:prstGeom prst="line">
            <a:avLst/>
          </a:prstGeom>
          <a:noFill/>
          <a:ln w="22225">
            <a:solidFill>
              <a:srgbClr val="B83227"/>
            </a:solidFill>
            <a:prstDash val="solid"/>
          </a:ln>
        </p:spPr>
      </p:sp>
      <p:sp>
        <p:nvSpPr>
          <p:cNvPr id="102" name="Shape 93"/>
          <p:cNvSpPr/>
          <p:nvPr/>
        </p:nvSpPr>
        <p:spPr>
          <a:xfrm>
            <a:off x="7214261" y="5348224"/>
            <a:ext cx="2395195" cy="914"/>
          </a:xfrm>
          <a:prstGeom prst="line">
            <a:avLst/>
          </a:prstGeom>
          <a:noFill/>
          <a:ln w="22225">
            <a:solidFill>
              <a:srgbClr val="B83227"/>
            </a:solidFill>
            <a:prstDash val="solid"/>
          </a:ln>
        </p:spPr>
      </p:sp>
      <p:sp>
        <p:nvSpPr>
          <p:cNvPr id="103" name="Shape 94"/>
          <p:cNvSpPr/>
          <p:nvPr/>
        </p:nvSpPr>
        <p:spPr>
          <a:xfrm flipV="1">
            <a:off x="9609456" y="5265928"/>
            <a:ext cx="914" cy="82296"/>
          </a:xfrm>
          <a:prstGeom prst="line">
            <a:avLst/>
          </a:prstGeom>
          <a:noFill/>
          <a:ln w="22225">
            <a:solidFill>
              <a:srgbClr val="B83227"/>
            </a:solidFill>
            <a:prstDash val="solid"/>
          </a:ln>
        </p:spPr>
      </p:sp>
      <p:sp>
        <p:nvSpPr>
          <p:cNvPr id="104" name="Text 95"/>
          <p:cNvSpPr txBox="1"/>
          <p:nvPr/>
        </p:nvSpPr>
        <p:spPr>
          <a:xfrm>
            <a:off x="6583680" y="4880864"/>
            <a:ext cx="1261162" cy="385064"/>
          </a:xfrm>
          <a:prstGeom prst="rect">
            <a:avLst/>
          </a:prstGeom>
          <a:noFill/>
          <a:ln/>
        </p:spPr>
        <p:txBody>
          <a:bodyPr wrap="square" lIns="0" tIns="0" rIns="0" bIns="0" rtlCol="0" anchor="ctr"/>
          <a:lstStyle/>
          <a:p>
            <a:pPr algn="ctr" indent="0" marL="0">
              <a:buNone/>
            </a:pPr>
            <a:r>
              <a:rPr lang="en-US" sz="1800" b="1" dirty="0">
                <a:solidFill>
                  <a:schemeClr val="accent6"/>
                </a:solidFill>
              </a:rPr>
              <a:t>Kun / Kan</a:t>
            </a:r>
            <a:endParaRPr lang="en-US" sz="1800" dirty="0"/>
          </a:p>
        </p:txBody>
      </p:sp>
      <p:sp>
        <p:nvSpPr>
          <p:cNvPr id="105" name="Text 96"/>
          <p:cNvSpPr txBox="1"/>
          <p:nvPr/>
        </p:nvSpPr>
        <p:spPr>
          <a:xfrm>
            <a:off x="7899706" y="4880864"/>
            <a:ext cx="1253743" cy="385064"/>
          </a:xfrm>
          <a:prstGeom prst="rect">
            <a:avLst/>
          </a:prstGeom>
          <a:noFill/>
          <a:ln/>
        </p:spPr>
        <p:txBody>
          <a:bodyPr wrap="square" lIns="0" tIns="0" rIns="0" bIns="0" rtlCol="0" anchor="ctr"/>
          <a:lstStyle/>
          <a:p>
            <a:pPr algn="ctr" indent="0" marL="0">
              <a:buNone/>
            </a:pPr>
            <a:r>
              <a:rPr lang="en-US" sz="1800" dirty="0">
                <a:solidFill>
                  <a:schemeClr val="tx1"/>
                </a:solidFill>
              </a:rPr>
              <a:t>jij morgen</a:t>
            </a:r>
            <a:endParaRPr lang="en-US" sz="1800" dirty="0"/>
          </a:p>
        </p:txBody>
      </p:sp>
      <p:sp>
        <p:nvSpPr>
          <p:cNvPr id="106" name="Text 97"/>
          <p:cNvSpPr txBox="1"/>
          <p:nvPr/>
        </p:nvSpPr>
        <p:spPr>
          <a:xfrm>
            <a:off x="9208312" y="4880864"/>
            <a:ext cx="802287" cy="385064"/>
          </a:xfrm>
          <a:prstGeom prst="rect">
            <a:avLst/>
          </a:prstGeom>
          <a:noFill/>
          <a:ln/>
        </p:spPr>
        <p:txBody>
          <a:bodyPr wrap="square" lIns="0" tIns="0" rIns="0" bIns="0" rtlCol="0" anchor="ctr"/>
          <a:lstStyle/>
          <a:p>
            <a:pPr algn="ctr" indent="0" marL="0">
              <a:buNone/>
            </a:pPr>
            <a:r>
              <a:rPr lang="en-US" sz="1800" b="1" dirty="0">
                <a:solidFill>
                  <a:schemeClr val="accent6"/>
                </a:solidFill>
              </a:rPr>
              <a:t>rijden</a:t>
            </a:r>
            <a:endParaRPr lang="en-US" sz="1800" dirty="0"/>
          </a:p>
        </p:txBody>
      </p:sp>
      <p:sp>
        <p:nvSpPr>
          <p:cNvPr id="107" name="Text 98"/>
          <p:cNvSpPr txBox="1"/>
          <p:nvPr/>
        </p:nvSpPr>
        <p:spPr>
          <a:xfrm>
            <a:off x="10028887" y="4880864"/>
            <a:ext cx="165703"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108" name="Shape 99"/>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109" name="Shape 100"/>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110" name="Text 101"/>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11" name="Text 102"/>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112" name="Shape 103"/>
          <p:cNvSpPr/>
          <p:nvPr/>
        </p:nvSpPr>
        <p:spPr>
          <a:xfrm>
            <a:off x="4434840" y="5604256"/>
            <a:ext cx="1874520" cy="494792"/>
          </a:xfrm>
          <a:prstGeom prst="homePlate">
            <a:avLst/>
          </a:prstGeom>
          <a:solidFill>
            <a:srgbClr val="D9700F"/>
          </a:solidFill>
          <a:ln w="6350">
            <a:solidFill>
              <a:srgbClr val="D9700F"/>
            </a:solidFill>
            <a:prstDash val="solid"/>
          </a:ln>
        </p:spPr>
      </p:sp>
      <p:sp>
        <p:nvSpPr>
          <p:cNvPr id="113" name="Shape 104"/>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114"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115" name="Text 105"/>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16" name="Shape 106"/>
          <p:cNvSpPr/>
          <p:nvPr/>
        </p:nvSpPr>
        <p:spPr>
          <a:xfrm>
            <a:off x="6446520" y="5549392"/>
            <a:ext cx="5193792" cy="604520"/>
          </a:xfrm>
          <a:prstGeom prst="roundRect">
            <a:avLst>
              <a:gd name="adj" fmla="val 12101"/>
            </a:avLst>
          </a:prstGeom>
          <a:solidFill>
            <a:srgbClr val="FFFFFF"/>
          </a:solidFill>
          <a:ln w="22225">
            <a:solidFill>
              <a:srgbClr val="2E7D4F"/>
            </a:solidFill>
            <a:prstDash val="solid"/>
          </a:ln>
        </p:spPr>
      </p:sp>
      <p:sp>
        <p:nvSpPr>
          <p:cNvPr id="117" name="Shape 107"/>
          <p:cNvSpPr/>
          <p:nvPr/>
        </p:nvSpPr>
        <p:spPr>
          <a:xfrm>
            <a:off x="7498339" y="5631688"/>
            <a:ext cx="2438398" cy="330200"/>
          </a:xfrm>
          <a:prstGeom prst="roundRect">
            <a:avLst>
              <a:gd name="adj" fmla="val 11077"/>
            </a:avLst>
          </a:prstGeom>
          <a:solidFill>
            <a:srgbClr val="D8DEE6"/>
          </a:solidFill>
          <a:ln w="12700">
            <a:solidFill>
              <a:srgbClr val="FFFFFF">
                <a:alpha val="0"/>
              </a:srgbClr>
            </a:solidFill>
            <a:prstDash val="solid"/>
          </a:ln>
        </p:spPr>
      </p:sp>
      <p:sp>
        <p:nvSpPr>
          <p:cNvPr id="118" name="Shape 108"/>
          <p:cNvSpPr/>
          <p:nvPr/>
        </p:nvSpPr>
        <p:spPr>
          <a:xfrm>
            <a:off x="7017682" y="5604256"/>
            <a:ext cx="453225" cy="385064"/>
          </a:xfrm>
          <a:prstGeom prst="roundRect">
            <a:avLst>
              <a:gd name="adj" fmla="val 18997"/>
            </a:avLst>
          </a:prstGeom>
          <a:solidFill>
            <a:srgbClr val="FFFFFF"/>
          </a:solidFill>
          <a:ln w="22225">
            <a:solidFill>
              <a:srgbClr val="B83227"/>
            </a:solidFill>
            <a:prstDash val="solid"/>
          </a:ln>
        </p:spPr>
      </p:sp>
      <p:sp>
        <p:nvSpPr>
          <p:cNvPr id="119" name="Shape 109"/>
          <p:cNvSpPr/>
          <p:nvPr/>
        </p:nvSpPr>
        <p:spPr>
          <a:xfrm>
            <a:off x="9964169" y="5604256"/>
            <a:ext cx="681931" cy="385064"/>
          </a:xfrm>
          <a:prstGeom prst="roundRect">
            <a:avLst>
              <a:gd name="adj" fmla="val 18997"/>
            </a:avLst>
          </a:prstGeom>
          <a:solidFill>
            <a:srgbClr val="FFFFFF"/>
          </a:solidFill>
          <a:ln w="22225">
            <a:solidFill>
              <a:srgbClr val="B83227"/>
            </a:solidFill>
            <a:prstDash val="dash"/>
          </a:ln>
        </p:spPr>
      </p:sp>
      <p:sp>
        <p:nvSpPr>
          <p:cNvPr id="120" name="Shape 110"/>
          <p:cNvSpPr/>
          <p:nvPr/>
        </p:nvSpPr>
        <p:spPr>
          <a:xfrm>
            <a:off x="7244294" y="5989320"/>
            <a:ext cx="914" cy="82296"/>
          </a:xfrm>
          <a:prstGeom prst="line">
            <a:avLst/>
          </a:prstGeom>
          <a:noFill/>
          <a:ln w="22225">
            <a:solidFill>
              <a:srgbClr val="B83227"/>
            </a:solidFill>
            <a:prstDash val="solid"/>
          </a:ln>
        </p:spPr>
      </p:sp>
      <p:sp>
        <p:nvSpPr>
          <p:cNvPr id="121" name="Shape 111"/>
          <p:cNvSpPr/>
          <p:nvPr/>
        </p:nvSpPr>
        <p:spPr>
          <a:xfrm>
            <a:off x="7244294" y="6071616"/>
            <a:ext cx="3060841" cy="914"/>
          </a:xfrm>
          <a:prstGeom prst="line">
            <a:avLst/>
          </a:prstGeom>
          <a:noFill/>
          <a:ln w="22225">
            <a:solidFill>
              <a:srgbClr val="B83227"/>
            </a:solidFill>
            <a:prstDash val="solid"/>
          </a:ln>
        </p:spPr>
      </p:sp>
      <p:sp>
        <p:nvSpPr>
          <p:cNvPr id="122" name="Shape 112"/>
          <p:cNvSpPr/>
          <p:nvPr/>
        </p:nvSpPr>
        <p:spPr>
          <a:xfrm flipV="1">
            <a:off x="10305135" y="5989320"/>
            <a:ext cx="914" cy="82296"/>
          </a:xfrm>
          <a:prstGeom prst="line">
            <a:avLst/>
          </a:prstGeom>
          <a:noFill/>
          <a:ln w="22225">
            <a:solidFill>
              <a:srgbClr val="B83227"/>
            </a:solidFill>
            <a:prstDash val="solid"/>
          </a:ln>
        </p:spPr>
      </p:sp>
      <p:sp>
        <p:nvSpPr>
          <p:cNvPr id="123" name="Text 113"/>
          <p:cNvSpPr txBox="1"/>
          <p:nvPr/>
        </p:nvSpPr>
        <p:spPr>
          <a:xfrm>
            <a:off x="6583680" y="5604256"/>
            <a:ext cx="379138" cy="385064"/>
          </a:xfrm>
          <a:prstGeom prst="rect">
            <a:avLst/>
          </a:prstGeom>
          <a:noFill/>
          <a:ln/>
        </p:spPr>
        <p:txBody>
          <a:bodyPr wrap="square" lIns="0" tIns="0" rIns="0" bIns="0" rtlCol="0" anchor="ctr"/>
          <a:lstStyle/>
          <a:p>
            <a:pPr algn="ctr" indent="0" marL="0">
              <a:buNone/>
            </a:pPr>
            <a:r>
              <a:rPr lang="en-US" sz="1800" dirty="0">
                <a:solidFill>
                  <a:schemeClr val="tx1"/>
                </a:solidFill>
              </a:rPr>
              <a:t>Ze</a:t>
            </a:r>
            <a:endParaRPr lang="en-US" sz="1800" dirty="0"/>
          </a:p>
        </p:txBody>
      </p:sp>
      <p:sp>
        <p:nvSpPr>
          <p:cNvPr id="124" name="Text 114"/>
          <p:cNvSpPr txBox="1"/>
          <p:nvPr/>
        </p:nvSpPr>
        <p:spPr>
          <a:xfrm>
            <a:off x="7017682" y="560425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125" name="Text 115"/>
          <p:cNvSpPr txBox="1"/>
          <p:nvPr/>
        </p:nvSpPr>
        <p:spPr>
          <a:xfrm>
            <a:off x="7525771" y="5604256"/>
            <a:ext cx="2383534" cy="385064"/>
          </a:xfrm>
          <a:prstGeom prst="rect">
            <a:avLst/>
          </a:prstGeom>
          <a:noFill/>
          <a:ln/>
        </p:spPr>
        <p:txBody>
          <a:bodyPr wrap="square" lIns="0" tIns="0" rIns="0" bIns="0" rtlCol="0" anchor="ctr"/>
          <a:lstStyle/>
          <a:p>
            <a:pPr algn="ctr" indent="0" marL="0">
              <a:buNone/>
            </a:pPr>
            <a:r>
              <a:rPr lang="en-US" sz="1800" dirty="0">
                <a:solidFill>
                  <a:schemeClr val="tx1"/>
                </a:solidFill>
              </a:rPr>
              <a:t>naar de vergadering</a:t>
            </a:r>
            <a:endParaRPr lang="en-US" sz="1800" dirty="0"/>
          </a:p>
        </p:txBody>
      </p:sp>
      <p:sp>
        <p:nvSpPr>
          <p:cNvPr id="126" name="Text 116"/>
          <p:cNvSpPr txBox="1"/>
          <p:nvPr/>
        </p:nvSpPr>
        <p:spPr>
          <a:xfrm>
            <a:off x="9964169" y="5604256"/>
            <a:ext cx="681931" cy="385064"/>
          </a:xfrm>
          <a:prstGeom prst="rect">
            <a:avLst/>
          </a:prstGeom>
          <a:noFill/>
          <a:ln/>
        </p:spPr>
        <p:txBody>
          <a:bodyPr wrap="square" lIns="0" tIns="0" rIns="0" bIns="0" rtlCol="0" anchor="ctr"/>
          <a:lstStyle/>
          <a:p>
            <a:pPr algn="ctr" indent="0" marL="0">
              <a:buNone/>
            </a:pPr>
            <a:r>
              <a:rPr lang="en-US" sz="1800" b="1" dirty="0">
                <a:solidFill>
                  <a:schemeClr val="accent6"/>
                </a:solidFill>
              </a:rPr>
              <a:t>gaan</a:t>
            </a:r>
            <a:endParaRPr lang="en-US" sz="1800" dirty="0"/>
          </a:p>
        </p:txBody>
      </p:sp>
      <p:sp>
        <p:nvSpPr>
          <p:cNvPr id="127" name="Text 117"/>
          <p:cNvSpPr txBox="1"/>
          <p:nvPr/>
        </p:nvSpPr>
        <p:spPr>
          <a:xfrm>
            <a:off x="10664388" y="560425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40080" y="1645920"/>
            <a:ext cx="2418588" cy="1005840"/>
          </a:xfrm>
          <a:prstGeom prst="roundRect">
            <a:avLst>
              <a:gd name="adj" fmla="val 9091"/>
            </a:avLst>
          </a:prstGeom>
          <a:noFill/>
          <a:ln w="9525">
            <a:solidFill>
              <a:srgbClr val="FFFFFF">
                <a:alpha val="40000"/>
              </a:srgbClr>
            </a:solidFill>
            <a:prstDash val="solid"/>
          </a:ln>
        </p:spPr>
      </p:sp>
      <p:sp>
        <p:nvSpPr>
          <p:cNvPr id="8" name="Shape 5"/>
          <p:cNvSpPr/>
          <p:nvPr/>
        </p:nvSpPr>
        <p:spPr>
          <a:xfrm>
            <a:off x="731520" y="1737360"/>
            <a:ext cx="384048" cy="384048"/>
          </a:xfrm>
          <a:prstGeom prst="ellipse">
            <a:avLst/>
          </a:prstGeom>
          <a:solidFill>
            <a:schemeClr val="accent1"/>
          </a:solidFill>
          <a:ln w="12700">
            <a:solidFill>
              <a:srgbClr val="FFFFFF">
                <a:alpha val="0"/>
              </a:srgbClr>
            </a:solidFill>
            <a:prstDash val="solid"/>
          </a:ln>
        </p:spPr>
      </p:sp>
      <p:sp>
        <p:nvSpPr>
          <p:cNvPr id="9" name="Text 6"/>
          <p:cNvSpPr txBox="1"/>
          <p:nvPr/>
        </p:nvSpPr>
        <p:spPr>
          <a:xfrm>
            <a:off x="731520"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7"/>
          <p:cNvSpPr txBox="1"/>
          <p:nvPr/>
        </p:nvSpPr>
        <p:spPr>
          <a:xfrm>
            <a:off x="548640"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1" name="Shape 8"/>
          <p:cNvSpPr/>
          <p:nvPr/>
        </p:nvSpPr>
        <p:spPr>
          <a:xfrm>
            <a:off x="3378708"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3470148" y="1645920"/>
            <a:ext cx="2418588" cy="1005840"/>
          </a:xfrm>
          <a:prstGeom prst="roundRect">
            <a:avLst>
              <a:gd name="adj" fmla="val 9091"/>
            </a:avLst>
          </a:prstGeom>
          <a:noFill/>
          <a:ln w="9525">
            <a:solidFill>
              <a:srgbClr val="FFFFFF">
                <a:alpha val="40000"/>
              </a:srgbClr>
            </a:solidFill>
            <a:prstDash val="solid"/>
          </a:ln>
        </p:spPr>
      </p:sp>
      <p:sp>
        <p:nvSpPr>
          <p:cNvPr id="13" name="Shape 10"/>
          <p:cNvSpPr/>
          <p:nvPr/>
        </p:nvSpPr>
        <p:spPr>
          <a:xfrm>
            <a:off x="3561588" y="1737360"/>
            <a:ext cx="384048" cy="384048"/>
          </a:xfrm>
          <a:prstGeom prst="ellipse">
            <a:avLst/>
          </a:prstGeom>
          <a:solidFill>
            <a:schemeClr val="accent1"/>
          </a:solidFill>
          <a:ln w="12700">
            <a:solidFill>
              <a:srgbClr val="FFFFFF">
                <a:alpha val="0"/>
              </a:srgbClr>
            </a:solidFill>
            <a:prstDash val="solid"/>
          </a:ln>
        </p:spPr>
      </p:sp>
      <p:sp>
        <p:nvSpPr>
          <p:cNvPr id="14" name="Text 11"/>
          <p:cNvSpPr txBox="1"/>
          <p:nvPr/>
        </p:nvSpPr>
        <p:spPr>
          <a:xfrm>
            <a:off x="3561588"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2"/>
          <p:cNvSpPr txBox="1"/>
          <p:nvPr/>
        </p:nvSpPr>
        <p:spPr>
          <a:xfrm>
            <a:off x="3378708"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6" name="Shape 13"/>
          <p:cNvSpPr/>
          <p:nvPr/>
        </p:nvSpPr>
        <p:spPr>
          <a:xfrm>
            <a:off x="6208776"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6300216" y="1645920"/>
            <a:ext cx="2418588" cy="1005840"/>
          </a:xfrm>
          <a:prstGeom prst="roundRect">
            <a:avLst>
              <a:gd name="adj" fmla="val 9091"/>
            </a:avLst>
          </a:prstGeom>
          <a:noFill/>
          <a:ln w="9525">
            <a:solidFill>
              <a:srgbClr val="FFFFFF">
                <a:alpha val="40000"/>
              </a:srgbClr>
            </a:solidFill>
            <a:prstDash val="solid"/>
          </a:ln>
        </p:spPr>
      </p:sp>
      <p:sp>
        <p:nvSpPr>
          <p:cNvPr id="18" name="Shape 15"/>
          <p:cNvSpPr/>
          <p:nvPr/>
        </p:nvSpPr>
        <p:spPr>
          <a:xfrm>
            <a:off x="6391656" y="1737360"/>
            <a:ext cx="384048" cy="384048"/>
          </a:xfrm>
          <a:prstGeom prst="ellipse">
            <a:avLst/>
          </a:prstGeom>
          <a:solidFill>
            <a:schemeClr val="accent1"/>
          </a:solidFill>
          <a:ln w="12700">
            <a:solidFill>
              <a:srgbClr val="FFFFFF">
                <a:alpha val="0"/>
              </a:srgbClr>
            </a:solidFill>
            <a:prstDash val="solid"/>
          </a:ln>
        </p:spPr>
      </p:sp>
      <p:sp>
        <p:nvSpPr>
          <p:cNvPr id="19" name="Text 16"/>
          <p:cNvSpPr txBox="1"/>
          <p:nvPr/>
        </p:nvSpPr>
        <p:spPr>
          <a:xfrm>
            <a:off x="6391656"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Text 17"/>
          <p:cNvSpPr txBox="1"/>
          <p:nvPr/>
        </p:nvSpPr>
        <p:spPr>
          <a:xfrm>
            <a:off x="6208776"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1" name="Shape 18"/>
          <p:cNvSpPr/>
          <p:nvPr/>
        </p:nvSpPr>
        <p:spPr>
          <a:xfrm>
            <a:off x="9038844"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9130284" y="1645920"/>
            <a:ext cx="2418588" cy="1005840"/>
          </a:xfrm>
          <a:prstGeom prst="roundRect">
            <a:avLst>
              <a:gd name="adj" fmla="val 9091"/>
            </a:avLst>
          </a:prstGeom>
          <a:noFill/>
          <a:ln w="9525">
            <a:solidFill>
              <a:srgbClr val="FFFFFF">
                <a:alpha val="40000"/>
              </a:srgbClr>
            </a:solidFill>
            <a:prstDash val="solid"/>
          </a:ln>
        </p:spPr>
      </p:sp>
      <p:sp>
        <p:nvSpPr>
          <p:cNvPr id="23" name="Shape 20"/>
          <p:cNvSpPr/>
          <p:nvPr/>
        </p:nvSpPr>
        <p:spPr>
          <a:xfrm>
            <a:off x="9221724" y="1737360"/>
            <a:ext cx="384048" cy="384048"/>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9221724"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5" name="Text 22"/>
          <p:cNvSpPr txBox="1"/>
          <p:nvPr/>
        </p:nvSpPr>
        <p:spPr>
          <a:xfrm>
            <a:off x="9038844"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6" name="Shape 23"/>
          <p:cNvSpPr/>
          <p:nvPr/>
        </p:nvSpPr>
        <p:spPr>
          <a:xfrm>
            <a:off x="548640"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640080" y="2990088"/>
            <a:ext cx="2418588" cy="1005840"/>
          </a:xfrm>
          <a:prstGeom prst="roundRect">
            <a:avLst>
              <a:gd name="adj" fmla="val 9091"/>
            </a:avLst>
          </a:prstGeom>
          <a:noFill/>
          <a:ln w="9525">
            <a:solidFill>
              <a:srgbClr val="FFFFFF">
                <a:alpha val="40000"/>
              </a:srgbClr>
            </a:solidFill>
            <a:prstDash val="solid"/>
          </a:ln>
        </p:spPr>
      </p:sp>
      <p:sp>
        <p:nvSpPr>
          <p:cNvPr id="28" name="Shape 25"/>
          <p:cNvSpPr/>
          <p:nvPr/>
        </p:nvSpPr>
        <p:spPr>
          <a:xfrm>
            <a:off x="731520" y="3081528"/>
            <a:ext cx="384048" cy="384048"/>
          </a:xfrm>
          <a:prstGeom prst="ellipse">
            <a:avLst/>
          </a:prstGeom>
          <a:solidFill>
            <a:schemeClr val="accent1"/>
          </a:solidFill>
          <a:ln w="12700">
            <a:solidFill>
              <a:srgbClr val="FFFFFF">
                <a:alpha val="0"/>
              </a:srgbClr>
            </a:solidFill>
            <a:prstDash val="solid"/>
          </a:ln>
        </p:spPr>
      </p:sp>
      <p:sp>
        <p:nvSpPr>
          <p:cNvPr id="29" name="Text 26"/>
          <p:cNvSpPr txBox="1"/>
          <p:nvPr/>
        </p:nvSpPr>
        <p:spPr>
          <a:xfrm>
            <a:off x="731520"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0" name="Text 27"/>
          <p:cNvSpPr txBox="1"/>
          <p:nvPr/>
        </p:nvSpPr>
        <p:spPr>
          <a:xfrm>
            <a:off x="548640"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1" name="Shape 28"/>
          <p:cNvSpPr/>
          <p:nvPr/>
        </p:nvSpPr>
        <p:spPr>
          <a:xfrm>
            <a:off x="3378708"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2" name="Shape 29"/>
          <p:cNvSpPr/>
          <p:nvPr/>
        </p:nvSpPr>
        <p:spPr>
          <a:xfrm>
            <a:off x="3470148" y="2990088"/>
            <a:ext cx="2418588" cy="1005840"/>
          </a:xfrm>
          <a:prstGeom prst="roundRect">
            <a:avLst>
              <a:gd name="adj" fmla="val 9091"/>
            </a:avLst>
          </a:prstGeom>
          <a:noFill/>
          <a:ln w="9525">
            <a:solidFill>
              <a:srgbClr val="FFFFFF">
                <a:alpha val="40000"/>
              </a:srgbClr>
            </a:solidFill>
            <a:prstDash val="solid"/>
          </a:ln>
        </p:spPr>
      </p:sp>
      <p:sp>
        <p:nvSpPr>
          <p:cNvPr id="33" name="Shape 30"/>
          <p:cNvSpPr/>
          <p:nvPr/>
        </p:nvSpPr>
        <p:spPr>
          <a:xfrm>
            <a:off x="3561588" y="3081528"/>
            <a:ext cx="384048" cy="384048"/>
          </a:xfrm>
          <a:prstGeom prst="ellipse">
            <a:avLst/>
          </a:prstGeom>
          <a:solidFill>
            <a:schemeClr val="accent1"/>
          </a:solidFill>
          <a:ln w="12700">
            <a:solidFill>
              <a:srgbClr val="FFFFFF">
                <a:alpha val="0"/>
              </a:srgbClr>
            </a:solidFill>
            <a:prstDash val="solid"/>
          </a:ln>
        </p:spPr>
      </p:sp>
      <p:sp>
        <p:nvSpPr>
          <p:cNvPr id="34" name="Text 31"/>
          <p:cNvSpPr txBox="1"/>
          <p:nvPr/>
        </p:nvSpPr>
        <p:spPr>
          <a:xfrm>
            <a:off x="3561588"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5" name="Text 32"/>
          <p:cNvSpPr txBox="1"/>
          <p:nvPr/>
        </p:nvSpPr>
        <p:spPr>
          <a:xfrm>
            <a:off x="3378708"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6" name="Shape 33"/>
          <p:cNvSpPr/>
          <p:nvPr/>
        </p:nvSpPr>
        <p:spPr>
          <a:xfrm>
            <a:off x="6208776"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6300216" y="2990088"/>
            <a:ext cx="2418588" cy="1005840"/>
          </a:xfrm>
          <a:prstGeom prst="roundRect">
            <a:avLst>
              <a:gd name="adj" fmla="val 9091"/>
            </a:avLst>
          </a:prstGeom>
          <a:noFill/>
          <a:ln w="9525">
            <a:solidFill>
              <a:srgbClr val="FFFFFF">
                <a:alpha val="40000"/>
              </a:srgbClr>
            </a:solidFill>
            <a:prstDash val="solid"/>
          </a:ln>
        </p:spPr>
      </p:sp>
      <p:sp>
        <p:nvSpPr>
          <p:cNvPr id="38" name="Shape 35"/>
          <p:cNvSpPr/>
          <p:nvPr/>
        </p:nvSpPr>
        <p:spPr>
          <a:xfrm>
            <a:off x="6391656" y="3081528"/>
            <a:ext cx="384048" cy="384048"/>
          </a:xfrm>
          <a:prstGeom prst="ellipse">
            <a:avLst/>
          </a:prstGeom>
          <a:solidFill>
            <a:schemeClr val="accent1"/>
          </a:solidFill>
          <a:ln w="12700">
            <a:solidFill>
              <a:srgbClr val="FFFFFF">
                <a:alpha val="0"/>
              </a:srgbClr>
            </a:solidFill>
            <a:prstDash val="solid"/>
          </a:ln>
        </p:spPr>
      </p:sp>
      <p:sp>
        <p:nvSpPr>
          <p:cNvPr id="39" name="Text 36"/>
          <p:cNvSpPr txBox="1"/>
          <p:nvPr/>
        </p:nvSpPr>
        <p:spPr>
          <a:xfrm>
            <a:off x="6391656"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0" name="Text 37"/>
          <p:cNvSpPr txBox="1"/>
          <p:nvPr/>
        </p:nvSpPr>
        <p:spPr>
          <a:xfrm>
            <a:off x="6208776"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1" name="Shape 38"/>
          <p:cNvSpPr/>
          <p:nvPr/>
        </p:nvSpPr>
        <p:spPr>
          <a:xfrm>
            <a:off x="9038844"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2" name="Shape 39"/>
          <p:cNvSpPr/>
          <p:nvPr/>
        </p:nvSpPr>
        <p:spPr>
          <a:xfrm>
            <a:off x="9130284" y="2990088"/>
            <a:ext cx="2418588" cy="1005840"/>
          </a:xfrm>
          <a:prstGeom prst="roundRect">
            <a:avLst>
              <a:gd name="adj" fmla="val 9091"/>
            </a:avLst>
          </a:prstGeom>
          <a:noFill/>
          <a:ln w="9525">
            <a:solidFill>
              <a:srgbClr val="FFFFFF">
                <a:alpha val="40000"/>
              </a:srgbClr>
            </a:solidFill>
            <a:prstDash val="solid"/>
          </a:ln>
        </p:spPr>
      </p:sp>
      <p:sp>
        <p:nvSpPr>
          <p:cNvPr id="43" name="Shape 40"/>
          <p:cNvSpPr/>
          <p:nvPr/>
        </p:nvSpPr>
        <p:spPr>
          <a:xfrm>
            <a:off x="9221724" y="3081528"/>
            <a:ext cx="384048" cy="384048"/>
          </a:xfrm>
          <a:prstGeom prst="ellipse">
            <a:avLst/>
          </a:prstGeom>
          <a:solidFill>
            <a:schemeClr val="accent1"/>
          </a:solidFill>
          <a:ln w="12700">
            <a:solidFill>
              <a:srgbClr val="FFFFFF">
                <a:alpha val="0"/>
              </a:srgbClr>
            </a:solidFill>
            <a:prstDash val="solid"/>
          </a:ln>
        </p:spPr>
      </p:sp>
      <p:sp>
        <p:nvSpPr>
          <p:cNvPr id="44" name="Text 41"/>
          <p:cNvSpPr txBox="1"/>
          <p:nvPr/>
        </p:nvSpPr>
        <p:spPr>
          <a:xfrm>
            <a:off x="9221724"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45" name="Text 42"/>
          <p:cNvSpPr txBox="1"/>
          <p:nvPr/>
        </p:nvSpPr>
        <p:spPr>
          <a:xfrm>
            <a:off x="9038844"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6" name="Shape 43"/>
          <p:cNvSpPr/>
          <p:nvPr/>
        </p:nvSpPr>
        <p:spPr>
          <a:xfrm>
            <a:off x="548640"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640080" y="4334256"/>
            <a:ext cx="2418588" cy="1005840"/>
          </a:xfrm>
          <a:prstGeom prst="roundRect">
            <a:avLst>
              <a:gd name="adj" fmla="val 9091"/>
            </a:avLst>
          </a:prstGeom>
          <a:noFill/>
          <a:ln w="9525">
            <a:solidFill>
              <a:srgbClr val="FFFFFF">
                <a:alpha val="40000"/>
              </a:srgbClr>
            </a:solidFill>
            <a:prstDash val="solid"/>
          </a:ln>
        </p:spPr>
      </p:sp>
      <p:sp>
        <p:nvSpPr>
          <p:cNvPr id="48" name="Shape 45"/>
          <p:cNvSpPr/>
          <p:nvPr/>
        </p:nvSpPr>
        <p:spPr>
          <a:xfrm>
            <a:off x="731520" y="4425696"/>
            <a:ext cx="384048" cy="384048"/>
          </a:xfrm>
          <a:prstGeom prst="ellipse">
            <a:avLst/>
          </a:prstGeom>
          <a:solidFill>
            <a:schemeClr val="accent1"/>
          </a:solidFill>
          <a:ln w="12700">
            <a:solidFill>
              <a:srgbClr val="FFFFFF">
                <a:alpha val="0"/>
              </a:srgbClr>
            </a:solidFill>
            <a:prstDash val="solid"/>
          </a:ln>
        </p:spPr>
      </p:sp>
      <p:sp>
        <p:nvSpPr>
          <p:cNvPr id="49" name="Text 46"/>
          <p:cNvSpPr txBox="1"/>
          <p:nvPr/>
        </p:nvSpPr>
        <p:spPr>
          <a:xfrm>
            <a:off x="731520"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0" name="Text 47"/>
          <p:cNvSpPr txBox="1"/>
          <p:nvPr/>
        </p:nvSpPr>
        <p:spPr>
          <a:xfrm>
            <a:off x="548640"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1" name="Shape 48"/>
          <p:cNvSpPr/>
          <p:nvPr/>
        </p:nvSpPr>
        <p:spPr>
          <a:xfrm>
            <a:off x="3378708"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3470148" y="4334256"/>
            <a:ext cx="2418588" cy="1005840"/>
          </a:xfrm>
          <a:prstGeom prst="roundRect">
            <a:avLst>
              <a:gd name="adj" fmla="val 9091"/>
            </a:avLst>
          </a:prstGeom>
          <a:noFill/>
          <a:ln w="9525">
            <a:solidFill>
              <a:srgbClr val="FFFFFF">
                <a:alpha val="40000"/>
              </a:srgbClr>
            </a:solidFill>
            <a:prstDash val="solid"/>
          </a:ln>
        </p:spPr>
      </p:sp>
      <p:sp>
        <p:nvSpPr>
          <p:cNvPr id="53" name="Shape 50"/>
          <p:cNvSpPr/>
          <p:nvPr/>
        </p:nvSpPr>
        <p:spPr>
          <a:xfrm>
            <a:off x="3561588" y="4425696"/>
            <a:ext cx="384048" cy="384048"/>
          </a:xfrm>
          <a:prstGeom prst="ellipse">
            <a:avLst/>
          </a:prstGeom>
          <a:solidFill>
            <a:schemeClr val="accent1"/>
          </a:solidFill>
          <a:ln w="12700">
            <a:solidFill>
              <a:srgbClr val="FFFFFF">
                <a:alpha val="0"/>
              </a:srgbClr>
            </a:solidFill>
            <a:prstDash val="solid"/>
          </a:ln>
        </p:spPr>
      </p:sp>
      <p:sp>
        <p:nvSpPr>
          <p:cNvPr id="54" name="Text 51"/>
          <p:cNvSpPr txBox="1"/>
          <p:nvPr/>
        </p:nvSpPr>
        <p:spPr>
          <a:xfrm>
            <a:off x="3561588"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55" name="Text 52"/>
          <p:cNvSpPr txBox="1"/>
          <p:nvPr/>
        </p:nvSpPr>
        <p:spPr>
          <a:xfrm>
            <a:off x="3378708"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6" name="Shape 53"/>
          <p:cNvSpPr/>
          <p:nvPr/>
        </p:nvSpPr>
        <p:spPr>
          <a:xfrm>
            <a:off x="6208776"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7" name="Shape 54"/>
          <p:cNvSpPr/>
          <p:nvPr/>
        </p:nvSpPr>
        <p:spPr>
          <a:xfrm>
            <a:off x="6300216" y="4334256"/>
            <a:ext cx="2418588" cy="1005840"/>
          </a:xfrm>
          <a:prstGeom prst="roundRect">
            <a:avLst>
              <a:gd name="adj" fmla="val 9091"/>
            </a:avLst>
          </a:prstGeom>
          <a:noFill/>
          <a:ln w="9525">
            <a:solidFill>
              <a:srgbClr val="FFFFFF">
                <a:alpha val="40000"/>
              </a:srgbClr>
            </a:solidFill>
            <a:prstDash val="solid"/>
          </a:ln>
        </p:spPr>
      </p:sp>
      <p:sp>
        <p:nvSpPr>
          <p:cNvPr id="58" name="Shape 55"/>
          <p:cNvSpPr/>
          <p:nvPr/>
        </p:nvSpPr>
        <p:spPr>
          <a:xfrm>
            <a:off x="6391656" y="4425696"/>
            <a:ext cx="384048" cy="384048"/>
          </a:xfrm>
          <a:prstGeom prst="ellipse">
            <a:avLst/>
          </a:prstGeom>
          <a:solidFill>
            <a:schemeClr val="accent1"/>
          </a:solidFill>
          <a:ln w="12700">
            <a:solidFill>
              <a:srgbClr val="FFFFFF">
                <a:alpha val="0"/>
              </a:srgbClr>
            </a:solidFill>
            <a:prstDash val="solid"/>
          </a:ln>
        </p:spPr>
      </p:sp>
      <p:sp>
        <p:nvSpPr>
          <p:cNvPr id="59" name="Text 56"/>
          <p:cNvSpPr txBox="1"/>
          <p:nvPr/>
        </p:nvSpPr>
        <p:spPr>
          <a:xfrm>
            <a:off x="6391656"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60" name="Text 57"/>
          <p:cNvSpPr txBox="1"/>
          <p:nvPr/>
        </p:nvSpPr>
        <p:spPr>
          <a:xfrm>
            <a:off x="6208776"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1" name="Shape 58"/>
          <p:cNvSpPr/>
          <p:nvPr/>
        </p:nvSpPr>
        <p:spPr>
          <a:xfrm>
            <a:off x="9038844"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2" name="Shape 59"/>
          <p:cNvSpPr/>
          <p:nvPr/>
        </p:nvSpPr>
        <p:spPr>
          <a:xfrm>
            <a:off x="9130284" y="4334256"/>
            <a:ext cx="2418588" cy="1005840"/>
          </a:xfrm>
          <a:prstGeom prst="roundRect">
            <a:avLst>
              <a:gd name="adj" fmla="val 9091"/>
            </a:avLst>
          </a:prstGeom>
          <a:noFill/>
          <a:ln w="9525">
            <a:solidFill>
              <a:srgbClr val="FFFFFF">
                <a:alpha val="40000"/>
              </a:srgbClr>
            </a:solidFill>
            <a:prstDash val="solid"/>
          </a:ln>
        </p:spPr>
      </p:sp>
      <p:sp>
        <p:nvSpPr>
          <p:cNvPr id="63" name="Shape 60"/>
          <p:cNvSpPr/>
          <p:nvPr/>
        </p:nvSpPr>
        <p:spPr>
          <a:xfrm>
            <a:off x="9221724" y="4425696"/>
            <a:ext cx="384048" cy="384048"/>
          </a:xfrm>
          <a:prstGeom prst="ellipse">
            <a:avLst/>
          </a:prstGeom>
          <a:solidFill>
            <a:schemeClr val="accent1"/>
          </a:solidFill>
          <a:ln w="12700">
            <a:solidFill>
              <a:srgbClr val="FFFFFF">
                <a:alpha val="0"/>
              </a:srgbClr>
            </a:solidFill>
            <a:prstDash val="solid"/>
          </a:ln>
        </p:spPr>
      </p:sp>
      <p:sp>
        <p:nvSpPr>
          <p:cNvPr id="64" name="Text 61"/>
          <p:cNvSpPr txBox="1"/>
          <p:nvPr/>
        </p:nvSpPr>
        <p:spPr>
          <a:xfrm>
            <a:off x="9221724"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65" name="Text 62"/>
          <p:cNvSpPr txBox="1"/>
          <p:nvPr/>
        </p:nvSpPr>
        <p:spPr>
          <a:xfrm>
            <a:off x="9038844"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6" name="Shape 63"/>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7" name="Image 0" descr="TheaterMasks">    </p:cNvPr>
          <p:cNvPicPr>
            <a:picLocks noChangeAspect="1"/>
          </p:cNvPicPr>
          <p:nvPr/>
        </p:nvPicPr>
        <p:blipFill>
          <a:blip r:embed="rId1"/>
          <a:stretch>
            <a:fillRect/>
          </a:stretch>
        </p:blipFill>
        <p:spPr>
          <a:xfrm>
            <a:off x="731520" y="5733288"/>
            <a:ext cx="365760" cy="365760"/>
          </a:xfrm>
          <a:prstGeom prst="rect">
            <a:avLst/>
          </a:prstGeom>
        </p:spPr>
      </p:pic>
      <p:sp>
        <p:nvSpPr>
          <p:cNvPr id="68" name="Text 64"/>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7" name="Shape 4"/>
          <p:cNvSpPr/>
          <p:nvPr/>
        </p:nvSpPr>
        <p:spPr>
          <a:xfrm>
            <a:off x="548640"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8" name="Shape 5"/>
          <p:cNvSpPr/>
          <p:nvPr/>
        </p:nvSpPr>
        <p:spPr>
          <a:xfrm>
            <a:off x="685800"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9" name="Image 0" descr="bed">    </p:cNvPr>
          <p:cNvPicPr>
            <a:picLocks noChangeAspect="1"/>
          </p:cNvPicPr>
          <p:nvPr/>
        </p:nvPicPr>
        <p:blipFill>
          <a:blip r:embed="rId1"/>
          <a:stretch>
            <a:fillRect/>
          </a:stretch>
        </p:blipFill>
        <p:spPr>
          <a:xfrm>
            <a:off x="822960" y="1828800"/>
            <a:ext cx="640080" cy="640080"/>
          </a:xfrm>
          <a:prstGeom prst="rect">
            <a:avLst/>
          </a:prstGeom>
        </p:spPr>
      </p:pic>
      <p:sp>
        <p:nvSpPr>
          <p:cNvPr id="10" name="Text 6"/>
          <p:cNvSpPr txBox="1"/>
          <p:nvPr/>
        </p:nvSpPr>
        <p:spPr>
          <a:xfrm>
            <a:off x="1737360"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slapen</a:t>
            </a:r>
            <a:endParaRPr lang="en-US" sz="1500" dirty="0"/>
          </a:p>
        </p:txBody>
      </p:sp>
      <p:sp>
        <p:nvSpPr>
          <p:cNvPr id="11" name="Text 7"/>
          <p:cNvSpPr txBox="1"/>
          <p:nvPr/>
        </p:nvSpPr>
        <p:spPr>
          <a:xfrm>
            <a:off x="1737360"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slaap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2" name="Shape 8"/>
          <p:cNvSpPr/>
          <p:nvPr/>
        </p:nvSpPr>
        <p:spPr>
          <a:xfrm>
            <a:off x="3378708"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515868"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4" name="Image 1" descr="open book">    </p:cNvPr>
          <p:cNvPicPr>
            <a:picLocks noChangeAspect="1"/>
          </p:cNvPicPr>
          <p:nvPr/>
        </p:nvPicPr>
        <p:blipFill>
          <a:blip r:embed="rId2"/>
          <a:stretch>
            <a:fillRect/>
          </a:stretch>
        </p:blipFill>
        <p:spPr>
          <a:xfrm>
            <a:off x="3561588" y="1737360"/>
            <a:ext cx="822960" cy="822960"/>
          </a:xfrm>
          <a:prstGeom prst="rect">
            <a:avLst/>
          </a:prstGeom>
        </p:spPr>
      </p:pic>
      <p:sp>
        <p:nvSpPr>
          <p:cNvPr id="15" name="Text 10"/>
          <p:cNvSpPr txBox="1"/>
          <p:nvPr/>
        </p:nvSpPr>
        <p:spPr>
          <a:xfrm>
            <a:off x="4567428"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lezen</a:t>
            </a:r>
            <a:endParaRPr lang="en-US" sz="1500" dirty="0"/>
          </a:p>
        </p:txBody>
      </p:sp>
      <p:sp>
        <p:nvSpPr>
          <p:cNvPr id="16" name="Text 11"/>
          <p:cNvSpPr txBox="1"/>
          <p:nvPr/>
        </p:nvSpPr>
        <p:spPr>
          <a:xfrm>
            <a:off x="4567428"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lees</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7" name="Shape 12"/>
          <p:cNvSpPr/>
          <p:nvPr/>
        </p:nvSpPr>
        <p:spPr>
          <a:xfrm>
            <a:off x="6208776"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45936"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9" name="Image 2" descr="writing hand">    </p:cNvPr>
          <p:cNvPicPr>
            <a:picLocks noChangeAspect="1"/>
          </p:cNvPicPr>
          <p:nvPr/>
        </p:nvPicPr>
        <p:blipFill>
          <a:blip r:embed="rId3"/>
          <a:stretch>
            <a:fillRect/>
          </a:stretch>
        </p:blipFill>
        <p:spPr>
          <a:xfrm>
            <a:off x="6483096" y="1828800"/>
            <a:ext cx="640080" cy="640080"/>
          </a:xfrm>
          <a:prstGeom prst="rect">
            <a:avLst/>
          </a:prstGeom>
        </p:spPr>
      </p:pic>
      <p:sp>
        <p:nvSpPr>
          <p:cNvPr id="20" name="Text 14"/>
          <p:cNvSpPr txBox="1"/>
          <p:nvPr/>
        </p:nvSpPr>
        <p:spPr>
          <a:xfrm>
            <a:off x="7397496"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schrijven</a:t>
            </a:r>
            <a:endParaRPr lang="en-US" sz="1500" dirty="0"/>
          </a:p>
        </p:txBody>
      </p:sp>
      <p:sp>
        <p:nvSpPr>
          <p:cNvPr id="21" name="Text 15"/>
          <p:cNvSpPr txBox="1"/>
          <p:nvPr/>
        </p:nvSpPr>
        <p:spPr>
          <a:xfrm>
            <a:off x="7397496" y="2011680"/>
            <a:ext cx="1321308" cy="594360"/>
          </a:xfrm>
          <a:prstGeom prst="rect">
            <a:avLst/>
          </a:prstGeom>
          <a:noFill/>
          <a:ln/>
        </p:spPr>
        <p:txBody>
          <a:bodyPr wrap="square" lIns="0" tIns="0" rIns="0" bIns="0" rtlCol="0" anchor="ctr"/>
          <a:lstStyle/>
          <a:p>
            <a:pPr algn="l" indent="0" marL="0">
              <a:buNone/>
            </a:pPr>
            <a:r>
              <a:rPr lang="en-US" sz="2100" b="1" dirty="0">
                <a:solidFill>
                  <a:schemeClr val="accent3"/>
                </a:solidFill>
                <a:latin typeface="+mj-lt" pitchFamily="34" charset="0"/>
                <a:ea typeface="+mj-lt" pitchFamily="34" charset="-122"/>
                <a:cs typeface="+mj-lt" pitchFamily="34" charset="-120"/>
              </a:rPr>
              <a:t>schrijf</a:t>
            </a:r>
            <a:r>
              <a:rPr lang="en-US" sz="2100" b="1" dirty="0">
                <a:solidFill>
                  <a:schemeClr val="accent1"/>
                </a:solidFill>
                <a:latin typeface="+mj-lt" pitchFamily="34" charset="0"/>
                <a:ea typeface="+mj-lt" pitchFamily="34" charset="-122"/>
                <a:cs typeface="+mj-lt" pitchFamily="34" charset="-120"/>
              </a:rPr>
              <a:t>t</a:t>
            </a:r>
            <a:endParaRPr lang="en-US" sz="2100" dirty="0"/>
          </a:p>
        </p:txBody>
      </p:sp>
      <p:sp>
        <p:nvSpPr>
          <p:cNvPr id="22" name="Shape 16"/>
          <p:cNvSpPr/>
          <p:nvPr/>
        </p:nvSpPr>
        <p:spPr>
          <a:xfrm>
            <a:off x="9038844"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3" name="Shape 17"/>
          <p:cNvSpPr/>
          <p:nvPr/>
        </p:nvSpPr>
        <p:spPr>
          <a:xfrm>
            <a:off x="9176004"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24" name="Image 3" descr="automobile">    </p:cNvPr>
          <p:cNvPicPr>
            <a:picLocks noChangeAspect="1"/>
          </p:cNvPicPr>
          <p:nvPr/>
        </p:nvPicPr>
        <p:blipFill>
          <a:blip r:embed="rId4"/>
          <a:stretch>
            <a:fillRect/>
          </a:stretch>
        </p:blipFill>
        <p:spPr>
          <a:xfrm>
            <a:off x="9313164" y="1828800"/>
            <a:ext cx="640080" cy="640080"/>
          </a:xfrm>
          <a:prstGeom prst="rect">
            <a:avLst/>
          </a:prstGeom>
        </p:spPr>
      </p:pic>
      <p:sp>
        <p:nvSpPr>
          <p:cNvPr id="25" name="Text 18"/>
          <p:cNvSpPr txBox="1"/>
          <p:nvPr/>
        </p:nvSpPr>
        <p:spPr>
          <a:xfrm>
            <a:off x="10227564"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rijden</a:t>
            </a:r>
            <a:endParaRPr lang="en-US" sz="1500" dirty="0"/>
          </a:p>
        </p:txBody>
      </p:sp>
      <p:sp>
        <p:nvSpPr>
          <p:cNvPr id="26" name="Text 19"/>
          <p:cNvSpPr txBox="1"/>
          <p:nvPr/>
        </p:nvSpPr>
        <p:spPr>
          <a:xfrm>
            <a:off x="10227564"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rijd</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27" name="Shape 20"/>
          <p:cNvSpPr/>
          <p:nvPr/>
        </p:nvSpPr>
        <p:spPr>
          <a:xfrm>
            <a:off x="548640"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8" name="Shape 21"/>
          <p:cNvSpPr/>
          <p:nvPr/>
        </p:nvSpPr>
        <p:spPr>
          <a:xfrm>
            <a:off x="685800"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29" name="Image 4" descr="fork and knife">    </p:cNvPr>
          <p:cNvPicPr>
            <a:picLocks noChangeAspect="1"/>
          </p:cNvPicPr>
          <p:nvPr/>
        </p:nvPicPr>
        <p:blipFill>
          <a:blip r:embed="rId5"/>
          <a:stretch>
            <a:fillRect/>
          </a:stretch>
        </p:blipFill>
        <p:spPr>
          <a:xfrm>
            <a:off x="822960" y="3172968"/>
            <a:ext cx="640080" cy="640080"/>
          </a:xfrm>
          <a:prstGeom prst="rect">
            <a:avLst/>
          </a:prstGeom>
        </p:spPr>
      </p:pic>
      <p:sp>
        <p:nvSpPr>
          <p:cNvPr id="30" name="Text 22"/>
          <p:cNvSpPr txBox="1"/>
          <p:nvPr/>
        </p:nvSpPr>
        <p:spPr>
          <a:xfrm>
            <a:off x="1737360"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eten</a:t>
            </a:r>
            <a:endParaRPr lang="en-US" sz="1500" dirty="0"/>
          </a:p>
        </p:txBody>
      </p:sp>
      <p:sp>
        <p:nvSpPr>
          <p:cNvPr id="31" name="Text 23"/>
          <p:cNvSpPr txBox="1"/>
          <p:nvPr/>
        </p:nvSpPr>
        <p:spPr>
          <a:xfrm>
            <a:off x="1737360"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eet</a:t>
            </a:r>
            <a:endParaRPr lang="en-US" sz="2500" dirty="0"/>
          </a:p>
        </p:txBody>
      </p:sp>
      <p:sp>
        <p:nvSpPr>
          <p:cNvPr id="32" name="Shape 24"/>
          <p:cNvSpPr/>
          <p:nvPr/>
        </p:nvSpPr>
        <p:spPr>
          <a:xfrm>
            <a:off x="3378708"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3515868"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4" name="Image 5" descr="hot beverage">    </p:cNvPr>
          <p:cNvPicPr>
            <a:picLocks noChangeAspect="1"/>
          </p:cNvPicPr>
          <p:nvPr/>
        </p:nvPicPr>
        <p:blipFill>
          <a:blip r:embed="rId6"/>
          <a:stretch>
            <a:fillRect/>
          </a:stretch>
        </p:blipFill>
        <p:spPr>
          <a:xfrm>
            <a:off x="3653028" y="3172968"/>
            <a:ext cx="640080" cy="640080"/>
          </a:xfrm>
          <a:prstGeom prst="rect">
            <a:avLst/>
          </a:prstGeom>
        </p:spPr>
      </p:pic>
      <p:sp>
        <p:nvSpPr>
          <p:cNvPr id="35" name="Text 26"/>
          <p:cNvSpPr txBox="1"/>
          <p:nvPr/>
        </p:nvSpPr>
        <p:spPr>
          <a:xfrm>
            <a:off x="4567428"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drinken</a:t>
            </a:r>
            <a:endParaRPr lang="en-US" sz="1500" dirty="0"/>
          </a:p>
        </p:txBody>
      </p:sp>
      <p:sp>
        <p:nvSpPr>
          <p:cNvPr id="36" name="Text 27"/>
          <p:cNvSpPr txBox="1"/>
          <p:nvPr/>
        </p:nvSpPr>
        <p:spPr>
          <a:xfrm>
            <a:off x="4567428"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drink</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37" name="Shape 28"/>
          <p:cNvSpPr/>
          <p:nvPr/>
        </p:nvSpPr>
        <p:spPr>
          <a:xfrm>
            <a:off x="6208776"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29"/>
          <p:cNvSpPr/>
          <p:nvPr/>
        </p:nvSpPr>
        <p:spPr>
          <a:xfrm>
            <a:off x="6345936"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9" name="Image 6" descr="speaking head">    </p:cNvPr>
          <p:cNvPicPr>
            <a:picLocks noChangeAspect="1"/>
          </p:cNvPicPr>
          <p:nvPr/>
        </p:nvPicPr>
        <p:blipFill>
          <a:blip r:embed="rId7"/>
          <a:stretch>
            <a:fillRect/>
          </a:stretch>
        </p:blipFill>
        <p:spPr>
          <a:xfrm>
            <a:off x="6391656" y="3081528"/>
            <a:ext cx="822960" cy="822960"/>
          </a:xfrm>
          <a:prstGeom prst="rect">
            <a:avLst/>
          </a:prstGeom>
        </p:spPr>
      </p:pic>
      <p:sp>
        <p:nvSpPr>
          <p:cNvPr id="40" name="Text 30"/>
          <p:cNvSpPr txBox="1"/>
          <p:nvPr/>
        </p:nvSpPr>
        <p:spPr>
          <a:xfrm>
            <a:off x="7397496"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praten</a:t>
            </a:r>
            <a:endParaRPr lang="en-US" sz="1500" dirty="0"/>
          </a:p>
        </p:txBody>
      </p:sp>
      <p:sp>
        <p:nvSpPr>
          <p:cNvPr id="41" name="Text 31"/>
          <p:cNvSpPr txBox="1"/>
          <p:nvPr/>
        </p:nvSpPr>
        <p:spPr>
          <a:xfrm>
            <a:off x="7397496"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praat</a:t>
            </a:r>
            <a:endParaRPr lang="en-US" sz="2500" dirty="0"/>
          </a:p>
        </p:txBody>
      </p:sp>
      <p:sp>
        <p:nvSpPr>
          <p:cNvPr id="42" name="Shape 32"/>
          <p:cNvSpPr/>
          <p:nvPr/>
        </p:nvSpPr>
        <p:spPr>
          <a:xfrm>
            <a:off x="9038844"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3" name="Shape 33"/>
          <p:cNvSpPr/>
          <p:nvPr/>
        </p:nvSpPr>
        <p:spPr>
          <a:xfrm>
            <a:off x="9176004"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44" name="Image 7" descr="person walking">    </p:cNvPr>
          <p:cNvPicPr>
            <a:picLocks noChangeAspect="1"/>
          </p:cNvPicPr>
          <p:nvPr/>
        </p:nvPicPr>
        <p:blipFill>
          <a:blip r:embed="rId8"/>
          <a:stretch>
            <a:fillRect/>
          </a:stretch>
        </p:blipFill>
        <p:spPr>
          <a:xfrm>
            <a:off x="9221724" y="3081528"/>
            <a:ext cx="822960" cy="822960"/>
          </a:xfrm>
          <a:prstGeom prst="rect">
            <a:avLst/>
          </a:prstGeom>
        </p:spPr>
      </p:pic>
      <p:sp>
        <p:nvSpPr>
          <p:cNvPr id="45" name="Text 34"/>
          <p:cNvSpPr txBox="1"/>
          <p:nvPr/>
        </p:nvSpPr>
        <p:spPr>
          <a:xfrm>
            <a:off x="10227564"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lopen</a:t>
            </a:r>
            <a:endParaRPr lang="en-US" sz="1500" dirty="0"/>
          </a:p>
        </p:txBody>
      </p:sp>
      <p:sp>
        <p:nvSpPr>
          <p:cNvPr id="46" name="Text 35"/>
          <p:cNvSpPr txBox="1"/>
          <p:nvPr/>
        </p:nvSpPr>
        <p:spPr>
          <a:xfrm>
            <a:off x="10227564"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loop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47" name="Shape 36"/>
          <p:cNvSpPr/>
          <p:nvPr/>
        </p:nvSpPr>
        <p:spPr>
          <a:xfrm>
            <a:off x="548640"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685800"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49" name="Image 8" descr="musical notes">    </p:cNvPr>
          <p:cNvPicPr>
            <a:picLocks noChangeAspect="1"/>
          </p:cNvPicPr>
          <p:nvPr/>
        </p:nvPicPr>
        <p:blipFill>
          <a:blip r:embed="rId9"/>
          <a:stretch>
            <a:fillRect/>
          </a:stretch>
        </p:blipFill>
        <p:spPr>
          <a:xfrm>
            <a:off x="822960" y="4517136"/>
            <a:ext cx="640080" cy="640080"/>
          </a:xfrm>
          <a:prstGeom prst="rect">
            <a:avLst/>
          </a:prstGeom>
        </p:spPr>
      </p:pic>
      <p:sp>
        <p:nvSpPr>
          <p:cNvPr id="50" name="Text 38"/>
          <p:cNvSpPr txBox="1"/>
          <p:nvPr/>
        </p:nvSpPr>
        <p:spPr>
          <a:xfrm>
            <a:off x="1737360"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zingen</a:t>
            </a:r>
            <a:endParaRPr lang="en-US" sz="1500" dirty="0"/>
          </a:p>
        </p:txBody>
      </p:sp>
      <p:sp>
        <p:nvSpPr>
          <p:cNvPr id="51" name="Text 39"/>
          <p:cNvSpPr txBox="1"/>
          <p:nvPr/>
        </p:nvSpPr>
        <p:spPr>
          <a:xfrm>
            <a:off x="1737360"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zing</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2" name="Shape 40"/>
          <p:cNvSpPr/>
          <p:nvPr/>
        </p:nvSpPr>
        <p:spPr>
          <a:xfrm>
            <a:off x="3378708"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3" name="Shape 41"/>
          <p:cNvSpPr/>
          <p:nvPr/>
        </p:nvSpPr>
        <p:spPr>
          <a:xfrm>
            <a:off x="3515868"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4" name="Image 9" descr="telephone receiver">    </p:cNvPr>
          <p:cNvPicPr>
            <a:picLocks noChangeAspect="1"/>
          </p:cNvPicPr>
          <p:nvPr/>
        </p:nvPicPr>
        <p:blipFill>
          <a:blip r:embed="rId10"/>
          <a:stretch>
            <a:fillRect/>
          </a:stretch>
        </p:blipFill>
        <p:spPr>
          <a:xfrm>
            <a:off x="3653028" y="4517136"/>
            <a:ext cx="640080" cy="640080"/>
          </a:xfrm>
          <a:prstGeom prst="rect">
            <a:avLst/>
          </a:prstGeom>
        </p:spPr>
      </p:pic>
      <p:sp>
        <p:nvSpPr>
          <p:cNvPr id="55" name="Text 42"/>
          <p:cNvSpPr txBox="1"/>
          <p:nvPr/>
        </p:nvSpPr>
        <p:spPr>
          <a:xfrm>
            <a:off x="4567428"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bellen</a:t>
            </a:r>
            <a:endParaRPr lang="en-US" sz="1500" dirty="0"/>
          </a:p>
        </p:txBody>
      </p:sp>
      <p:sp>
        <p:nvSpPr>
          <p:cNvPr id="56" name="Text 43"/>
          <p:cNvSpPr txBox="1"/>
          <p:nvPr/>
        </p:nvSpPr>
        <p:spPr>
          <a:xfrm>
            <a:off x="4567428"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bel</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7" name="Shape 44"/>
          <p:cNvSpPr/>
          <p:nvPr/>
        </p:nvSpPr>
        <p:spPr>
          <a:xfrm>
            <a:off x="6208776"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8" name="Shape 45"/>
          <p:cNvSpPr/>
          <p:nvPr/>
        </p:nvSpPr>
        <p:spPr>
          <a:xfrm>
            <a:off x="6345936"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9" name="Image 10" descr="hourglass not done">    </p:cNvPr>
          <p:cNvPicPr>
            <a:picLocks noChangeAspect="1"/>
          </p:cNvPicPr>
          <p:nvPr/>
        </p:nvPicPr>
        <p:blipFill>
          <a:blip r:embed="rId11"/>
          <a:stretch>
            <a:fillRect/>
          </a:stretch>
        </p:blipFill>
        <p:spPr>
          <a:xfrm>
            <a:off x="6483096" y="4517136"/>
            <a:ext cx="640080" cy="640080"/>
          </a:xfrm>
          <a:prstGeom prst="rect">
            <a:avLst/>
          </a:prstGeom>
        </p:spPr>
      </p:pic>
      <p:sp>
        <p:nvSpPr>
          <p:cNvPr id="60" name="Text 46"/>
          <p:cNvSpPr txBox="1"/>
          <p:nvPr/>
        </p:nvSpPr>
        <p:spPr>
          <a:xfrm>
            <a:off x="7397496"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wachten</a:t>
            </a:r>
            <a:endParaRPr lang="en-US" sz="1500" dirty="0"/>
          </a:p>
        </p:txBody>
      </p:sp>
      <p:sp>
        <p:nvSpPr>
          <p:cNvPr id="61" name="Text 47"/>
          <p:cNvSpPr txBox="1"/>
          <p:nvPr/>
        </p:nvSpPr>
        <p:spPr>
          <a:xfrm>
            <a:off x="7397496"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wacht</a:t>
            </a:r>
            <a:endParaRPr lang="en-US" sz="2500" dirty="0"/>
          </a:p>
        </p:txBody>
      </p:sp>
      <p:sp>
        <p:nvSpPr>
          <p:cNvPr id="62" name="Shape 48"/>
          <p:cNvSpPr/>
          <p:nvPr/>
        </p:nvSpPr>
        <p:spPr>
          <a:xfrm>
            <a:off x="9038844"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3" name="Shape 49"/>
          <p:cNvSpPr/>
          <p:nvPr/>
        </p:nvSpPr>
        <p:spPr>
          <a:xfrm>
            <a:off x="9176004"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64" name="Image 11" descr="chair">    </p:cNvPr>
          <p:cNvPicPr>
            <a:picLocks noChangeAspect="1"/>
          </p:cNvPicPr>
          <p:nvPr/>
        </p:nvPicPr>
        <p:blipFill>
          <a:blip r:embed="rId12"/>
          <a:stretch>
            <a:fillRect/>
          </a:stretch>
        </p:blipFill>
        <p:spPr>
          <a:xfrm>
            <a:off x="9313164" y="4517136"/>
            <a:ext cx="640080" cy="640080"/>
          </a:xfrm>
          <a:prstGeom prst="rect">
            <a:avLst/>
          </a:prstGeom>
        </p:spPr>
      </p:pic>
      <p:sp>
        <p:nvSpPr>
          <p:cNvPr id="65" name="Text 50"/>
          <p:cNvSpPr txBox="1"/>
          <p:nvPr/>
        </p:nvSpPr>
        <p:spPr>
          <a:xfrm>
            <a:off x="10227564"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zitten</a:t>
            </a:r>
            <a:endParaRPr lang="en-US" sz="1500" dirty="0"/>
          </a:p>
        </p:txBody>
      </p:sp>
      <p:sp>
        <p:nvSpPr>
          <p:cNvPr id="66" name="Text 51"/>
          <p:cNvSpPr txBox="1"/>
          <p:nvPr/>
        </p:nvSpPr>
        <p:spPr>
          <a:xfrm>
            <a:off x="10227564"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zit</a:t>
            </a:r>
            <a:endParaRPr lang="en-US" sz="2500" dirty="0"/>
          </a:p>
        </p:txBody>
      </p:sp>
      <p:sp>
        <p:nvSpPr>
          <p:cNvPr id="67" name="Shape 52"/>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8" name="Image 12" descr="TheaterMasks">    </p:cNvPr>
          <p:cNvPicPr>
            <a:picLocks noChangeAspect="1"/>
          </p:cNvPicPr>
          <p:nvPr/>
        </p:nvPicPr>
        <p:blipFill>
          <a:blip r:embed="rId13"/>
          <a:stretch>
            <a:fillRect/>
          </a:stretch>
        </p:blipFill>
        <p:spPr>
          <a:xfrm>
            <a:off x="731520" y="5733288"/>
            <a:ext cx="365760" cy="365760"/>
          </a:xfrm>
          <a:prstGeom prst="rect">
            <a:avLst/>
          </a:prstGeom>
        </p:spPr>
      </p:pic>
      <p:sp>
        <p:nvSpPr>
          <p:cNvPr id="69" name="Text 53"/>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planning de l’équipe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420624"/>
          </a:xfrm>
          <a:prstGeom prst="roundRect">
            <a:avLst>
              <a:gd name="adj" fmla="val 17391"/>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420624"/>
          </a:xfrm>
          <a:prstGeom prst="rect">
            <a:avLst/>
          </a:prstGeom>
          <a:noFill/>
          <a:ln/>
        </p:spPr>
        <p:txBody>
          <a:bodyPr wrap="square" lIns="0" tIns="0" rIns="0" bIns="0" rtlCol="0" anchor="ctr"/>
          <a:lstStyle/>
          <a:p>
            <a:pPr algn="l" indent="0" marL="0">
              <a:buNone/>
            </a:pPr>
            <a:r>
              <a:rPr lang="en-US" sz="1700" dirty="0">
                <a:solidFill>
                  <a:schemeClr val="tx1"/>
                </a:solidFill>
              </a:rPr>
              <a:t>En binôme : placez les 4 tâches dans la semaine, </a:t>
            </a:r>
            <a:r>
              <a:rPr lang="en-US" sz="1700" b="1" dirty="0">
                <a:solidFill>
                  <a:schemeClr val="tx1"/>
                </a:solidFill>
              </a:rPr>
              <a:t>sans montrer votre carte</a:t>
            </a:r>
            <a:r>
              <a:rPr lang="en-US" sz="1700" dirty="0">
                <a:solidFill>
                  <a:schemeClr val="tx1"/>
                </a:solidFill>
              </a:rPr>
              <a:t> !</a:t>
            </a:r>
            <a:endParaRPr lang="en-US" sz="1700" dirty="0"/>
          </a:p>
        </p:txBody>
      </p:sp>
      <p:sp>
        <p:nvSpPr>
          <p:cNvPr id="8" name="Shape 5"/>
          <p:cNvSpPr/>
          <p:nvPr/>
        </p:nvSpPr>
        <p:spPr>
          <a:xfrm>
            <a:off x="548640" y="2075688"/>
            <a:ext cx="2194560" cy="2130552"/>
          </a:xfrm>
          <a:prstGeom prst="roundRect">
            <a:avLst>
              <a:gd name="adj" fmla="val 3433"/>
            </a:avLst>
          </a:prstGeom>
          <a:solidFill>
            <a:schemeClr val="bg1"/>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85800" y="2212848"/>
            <a:ext cx="502920" cy="50292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85800"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280160" y="2212848"/>
            <a:ext cx="1005840" cy="502920"/>
          </a:xfrm>
          <a:prstGeom prst="rect">
            <a:avLst/>
          </a:prstGeom>
          <a:noFill/>
          <a:ln/>
        </p:spPr>
        <p:txBody>
          <a:bodyPr wrap="square" lIns="0" tIns="0" rIns="0" bIns="0" rtlCol="0" anchor="ctr"/>
          <a:lstStyle/>
          <a:p>
            <a:pPr algn="l" indent="0" marL="0">
              <a:buNone/>
            </a:pPr>
            <a:r>
              <a:rPr lang="en-US" sz="1900" b="1" dirty="0">
                <a:solidFill>
                  <a:schemeClr val="accent2"/>
                </a:solidFill>
                <a:latin typeface="+mj-lt" pitchFamily="34" charset="0"/>
                <a:ea typeface="+mj-lt" pitchFamily="34" charset="-122"/>
                <a:cs typeface="+mj-lt" pitchFamily="34" charset="-120"/>
              </a:rPr>
              <a:t>Rôle A</a:t>
            </a:r>
            <a:endParaRPr lang="en-US" sz="1900" dirty="0"/>
          </a:p>
        </p:txBody>
      </p:sp>
      <p:pic>
        <p:nvPicPr>
          <p:cNvPr id="12" name="Image 0" descr="UserSecret">    </p:cNvPr>
          <p:cNvPicPr>
            <a:picLocks noChangeAspect="1"/>
          </p:cNvPicPr>
          <p:nvPr/>
        </p:nvPicPr>
        <p:blipFill>
          <a:blip r:embed="rId1"/>
          <a:stretch>
            <a:fillRect/>
          </a:stretch>
        </p:blipFill>
        <p:spPr>
          <a:xfrm>
            <a:off x="2286000" y="2295144"/>
            <a:ext cx="329184" cy="329184"/>
          </a:xfrm>
          <a:prstGeom prst="rect">
            <a:avLst/>
          </a:prstGeom>
        </p:spPr>
      </p:pic>
      <p:sp>
        <p:nvSpPr>
          <p:cNvPr id="13" name="Text 9"/>
          <p:cNvSpPr txBox="1"/>
          <p:nvPr/>
        </p:nvSpPr>
        <p:spPr>
          <a:xfrm>
            <a:off x="685800"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14" name="Text 10"/>
          <p:cNvSpPr txBox="1"/>
          <p:nvPr/>
        </p:nvSpPr>
        <p:spPr>
          <a:xfrm>
            <a:off x="658368"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lundi</a:t>
            </a:r>
            <a:r>
              <a:rPr lang="en-US" sz="1500" dirty="0">
                <a:solidFill>
                  <a:schemeClr val="tx1"/>
                </a:solidFill>
              </a:rPr>
              <a:t> à Gand</a:t>
            </a:r>
            <a:endParaRPr lang="en-US" sz="1500" dirty="0"/>
          </a:p>
          <a:p>
            <a:pPr algn="l" marL="177800" indent="-177800">
              <a:spcAft>
                <a:spcPts val="600"/>
              </a:spcAft>
              <a:buSzPct val="100000"/>
              <a:buChar char="•"/>
            </a:pPr>
            <a:r>
              <a:rPr lang="en-US" sz="1500" b="1" dirty="0">
                <a:solidFill>
                  <a:schemeClr val="tx1"/>
                </a:solidFill>
              </a:rPr>
              <a:t>mercredi</a:t>
            </a:r>
            <a:r>
              <a:rPr lang="en-US" sz="1500" dirty="0">
                <a:solidFill>
                  <a:schemeClr val="tx1"/>
                </a:solidFill>
              </a:rPr>
              <a:t> : libre</a:t>
            </a:r>
            <a:endParaRPr lang="en-US" sz="1500" dirty="0"/>
          </a:p>
        </p:txBody>
      </p:sp>
      <p:sp>
        <p:nvSpPr>
          <p:cNvPr id="15" name="Shape 11"/>
          <p:cNvSpPr/>
          <p:nvPr/>
        </p:nvSpPr>
        <p:spPr>
          <a:xfrm>
            <a:off x="9445752" y="2075688"/>
            <a:ext cx="2194560" cy="2130552"/>
          </a:xfrm>
          <a:prstGeom prst="roundRect">
            <a:avLst>
              <a:gd name="adj" fmla="val 3433"/>
            </a:avLst>
          </a:prstGeom>
          <a:solidFill>
            <a:schemeClr val="bg1"/>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9582912" y="2212848"/>
            <a:ext cx="502920" cy="502920"/>
          </a:xfrm>
          <a:prstGeom prst="ellipse">
            <a:avLst/>
          </a:prstGeom>
          <a:solidFill>
            <a:srgbClr val="6E4A9E"/>
          </a:solidFill>
          <a:ln w="12700">
            <a:solidFill>
              <a:srgbClr val="FFFFFF">
                <a:alpha val="0"/>
              </a:srgbClr>
            </a:solidFill>
            <a:prstDash val="solid"/>
          </a:ln>
        </p:spPr>
      </p:sp>
      <p:sp>
        <p:nvSpPr>
          <p:cNvPr id="17" name="Text 13"/>
          <p:cNvSpPr txBox="1"/>
          <p:nvPr/>
        </p:nvSpPr>
        <p:spPr>
          <a:xfrm>
            <a:off x="9582912"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8" name="Text 14"/>
          <p:cNvSpPr txBox="1"/>
          <p:nvPr/>
        </p:nvSpPr>
        <p:spPr>
          <a:xfrm>
            <a:off x="10177272" y="2212848"/>
            <a:ext cx="1005840" cy="502920"/>
          </a:xfrm>
          <a:prstGeom prst="rect">
            <a:avLst/>
          </a:prstGeom>
          <a:noFill/>
          <a:ln/>
        </p:spPr>
        <p:txBody>
          <a:bodyPr wrap="square" lIns="0" tIns="0" rIns="0" bIns="0" rtlCol="0" anchor="ctr"/>
          <a:lstStyle/>
          <a:p>
            <a:pPr algn="l" indent="0" marL="0">
              <a:buNone/>
            </a:pPr>
            <a:r>
              <a:rPr lang="en-US" sz="1900" b="1" dirty="0">
                <a:solidFill>
                  <a:srgbClr val="6E4A9E"/>
                </a:solidFill>
                <a:latin typeface="+mj-lt" pitchFamily="34" charset="0"/>
                <a:ea typeface="+mj-lt" pitchFamily="34" charset="-122"/>
                <a:cs typeface="+mj-lt" pitchFamily="34" charset="-120"/>
              </a:rPr>
              <a:t>Rôle B</a:t>
            </a:r>
            <a:endParaRPr lang="en-US" sz="1900" dirty="0"/>
          </a:p>
        </p:txBody>
      </p:sp>
      <p:pic>
        <p:nvPicPr>
          <p:cNvPr id="19" name="Image 1" descr="UserSecret">    </p:cNvPr>
          <p:cNvPicPr>
            <a:picLocks noChangeAspect="1"/>
          </p:cNvPicPr>
          <p:nvPr/>
        </p:nvPicPr>
        <p:blipFill>
          <a:blip r:embed="rId2"/>
          <a:stretch>
            <a:fillRect/>
          </a:stretch>
        </p:blipFill>
        <p:spPr>
          <a:xfrm>
            <a:off x="11183112" y="2295144"/>
            <a:ext cx="329184" cy="329184"/>
          </a:xfrm>
          <a:prstGeom prst="rect">
            <a:avLst/>
          </a:prstGeom>
        </p:spPr>
      </p:pic>
      <p:sp>
        <p:nvSpPr>
          <p:cNvPr id="20" name="Text 15"/>
          <p:cNvSpPr txBox="1"/>
          <p:nvPr/>
        </p:nvSpPr>
        <p:spPr>
          <a:xfrm>
            <a:off x="9582912"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21" name="Text 16"/>
          <p:cNvSpPr txBox="1"/>
          <p:nvPr/>
        </p:nvSpPr>
        <p:spPr>
          <a:xfrm>
            <a:off x="9555480"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mardi</a:t>
            </a:r>
            <a:r>
              <a:rPr lang="en-US" sz="1500" dirty="0">
                <a:solidFill>
                  <a:schemeClr val="tx1"/>
                </a:solidFill>
              </a:rPr>
              <a:t> : formation</a:t>
            </a:r>
            <a:endParaRPr lang="en-US" sz="1500" dirty="0"/>
          </a:p>
          <a:p>
            <a:pPr algn="l" marL="177800" indent="-177800">
              <a:spcAft>
                <a:spcPts val="600"/>
              </a:spcAft>
              <a:buSzPct val="100000"/>
              <a:buChar char="•"/>
            </a:pPr>
            <a:r>
              <a:rPr lang="en-US" sz="1500" b="1" dirty="0">
                <a:solidFill>
                  <a:schemeClr val="tx1"/>
                </a:solidFill>
              </a:rPr>
              <a:t>jeudi</a:t>
            </a:r>
            <a:r>
              <a:rPr lang="en-US" sz="1500" dirty="0">
                <a:solidFill>
                  <a:schemeClr val="tx1"/>
                </a:solidFill>
              </a:rPr>
              <a:t> : télétravail</a:t>
            </a:r>
            <a:endParaRPr lang="en-US" sz="1500" dirty="0"/>
          </a:p>
        </p:txBody>
      </p:sp>
      <p:sp>
        <p:nvSpPr>
          <p:cNvPr id="22" name="Shape 17"/>
          <p:cNvSpPr/>
          <p:nvPr/>
        </p:nvSpPr>
        <p:spPr>
          <a:xfrm>
            <a:off x="2971800" y="2075688"/>
            <a:ext cx="6245352" cy="2130552"/>
          </a:xfrm>
          <a:prstGeom prst="roundRect">
            <a:avLst>
              <a:gd name="adj" fmla="val 1717"/>
            </a:avLst>
          </a:prstGeom>
          <a:solidFill>
            <a:srgbClr val="FFFFFF"/>
          </a:solidFill>
          <a:ln w="19050">
            <a:solidFill>
              <a:srgbClr val="17375E"/>
            </a:solidFill>
            <a:prstDash val="solid"/>
          </a:ln>
        </p:spPr>
      </p:sp>
      <p:pic>
        <p:nvPicPr>
          <p:cNvPr id="23" name="Image 2" descr="spiral calendar">    </p:cNvPr>
          <p:cNvPicPr>
            <a:picLocks noChangeAspect="1"/>
          </p:cNvPicPr>
          <p:nvPr/>
        </p:nvPicPr>
        <p:blipFill>
          <a:blip r:embed="rId3"/>
          <a:stretch>
            <a:fillRect/>
          </a:stretch>
        </p:blipFill>
        <p:spPr>
          <a:xfrm>
            <a:off x="5591556" y="2898648"/>
            <a:ext cx="1005840" cy="1005840"/>
          </a:xfrm>
          <a:prstGeom prst="rect">
            <a:avLst/>
          </a:prstGeom>
        </p:spPr>
      </p:pic>
      <p:sp>
        <p:nvSpPr>
          <p:cNvPr id="24" name="Shape 18"/>
          <p:cNvSpPr/>
          <p:nvPr/>
        </p:nvSpPr>
        <p:spPr>
          <a:xfrm>
            <a:off x="300837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5" name="Text 19"/>
          <p:cNvSpPr txBox="1"/>
          <p:nvPr/>
        </p:nvSpPr>
        <p:spPr>
          <a:xfrm>
            <a:off x="297180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lundi</a:t>
            </a:r>
            <a:endParaRPr lang="en-US" sz="1400" dirty="0"/>
          </a:p>
        </p:txBody>
      </p:sp>
      <p:sp>
        <p:nvSpPr>
          <p:cNvPr id="26" name="Shape 20"/>
          <p:cNvSpPr/>
          <p:nvPr/>
        </p:nvSpPr>
        <p:spPr>
          <a:xfrm>
            <a:off x="425744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7" name="Text 21"/>
          <p:cNvSpPr txBox="1"/>
          <p:nvPr/>
        </p:nvSpPr>
        <p:spPr>
          <a:xfrm>
            <a:off x="422087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mardi</a:t>
            </a:r>
            <a:endParaRPr lang="en-US" sz="1400" dirty="0"/>
          </a:p>
        </p:txBody>
      </p:sp>
      <p:sp>
        <p:nvSpPr>
          <p:cNvPr id="28" name="Shape 22"/>
          <p:cNvSpPr/>
          <p:nvPr/>
        </p:nvSpPr>
        <p:spPr>
          <a:xfrm>
            <a:off x="4220870" y="2578608"/>
            <a:ext cx="914" cy="1536192"/>
          </a:xfrm>
          <a:prstGeom prst="line">
            <a:avLst/>
          </a:prstGeom>
          <a:noFill/>
          <a:ln w="12700">
            <a:solidFill>
              <a:srgbClr val="D5DCE6"/>
            </a:solidFill>
            <a:prstDash val="dash"/>
          </a:ln>
        </p:spPr>
      </p:sp>
      <p:sp>
        <p:nvSpPr>
          <p:cNvPr id="29" name="Shape 23"/>
          <p:cNvSpPr/>
          <p:nvPr/>
        </p:nvSpPr>
        <p:spPr>
          <a:xfrm>
            <a:off x="550651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0" name="Text 24"/>
          <p:cNvSpPr txBox="1"/>
          <p:nvPr/>
        </p:nvSpPr>
        <p:spPr>
          <a:xfrm>
            <a:off x="546994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mercredi</a:t>
            </a:r>
            <a:endParaRPr lang="en-US" sz="1400" dirty="0"/>
          </a:p>
        </p:txBody>
      </p:sp>
      <p:sp>
        <p:nvSpPr>
          <p:cNvPr id="31" name="Shape 25"/>
          <p:cNvSpPr/>
          <p:nvPr/>
        </p:nvSpPr>
        <p:spPr>
          <a:xfrm>
            <a:off x="5469941" y="2578608"/>
            <a:ext cx="914" cy="1536192"/>
          </a:xfrm>
          <a:prstGeom prst="line">
            <a:avLst/>
          </a:prstGeom>
          <a:noFill/>
          <a:ln w="12700">
            <a:solidFill>
              <a:srgbClr val="D5DCE6"/>
            </a:solidFill>
            <a:prstDash val="dash"/>
          </a:ln>
        </p:spPr>
      </p:sp>
      <p:sp>
        <p:nvSpPr>
          <p:cNvPr id="32" name="Shape 26"/>
          <p:cNvSpPr/>
          <p:nvPr/>
        </p:nvSpPr>
        <p:spPr>
          <a:xfrm>
            <a:off x="675558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3" name="Text 27"/>
          <p:cNvSpPr txBox="1"/>
          <p:nvPr/>
        </p:nvSpPr>
        <p:spPr>
          <a:xfrm>
            <a:off x="671901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jeudi</a:t>
            </a:r>
            <a:endParaRPr lang="en-US" sz="1400" dirty="0"/>
          </a:p>
        </p:txBody>
      </p:sp>
      <p:sp>
        <p:nvSpPr>
          <p:cNvPr id="34" name="Shape 28"/>
          <p:cNvSpPr/>
          <p:nvPr/>
        </p:nvSpPr>
        <p:spPr>
          <a:xfrm>
            <a:off x="6719011" y="2578608"/>
            <a:ext cx="914" cy="1536192"/>
          </a:xfrm>
          <a:prstGeom prst="line">
            <a:avLst/>
          </a:prstGeom>
          <a:noFill/>
          <a:ln w="12700">
            <a:solidFill>
              <a:srgbClr val="D5DCE6"/>
            </a:solidFill>
            <a:prstDash val="dash"/>
          </a:ln>
        </p:spPr>
      </p:sp>
      <p:sp>
        <p:nvSpPr>
          <p:cNvPr id="35" name="Shape 29"/>
          <p:cNvSpPr/>
          <p:nvPr/>
        </p:nvSpPr>
        <p:spPr>
          <a:xfrm>
            <a:off x="8004658"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6" name="Text 30"/>
          <p:cNvSpPr txBox="1"/>
          <p:nvPr/>
        </p:nvSpPr>
        <p:spPr>
          <a:xfrm>
            <a:off x="7968082"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vendredi</a:t>
            </a:r>
            <a:endParaRPr lang="en-US" sz="1400" dirty="0"/>
          </a:p>
        </p:txBody>
      </p:sp>
      <p:sp>
        <p:nvSpPr>
          <p:cNvPr id="37" name="Shape 31"/>
          <p:cNvSpPr/>
          <p:nvPr/>
        </p:nvSpPr>
        <p:spPr>
          <a:xfrm>
            <a:off x="7968082" y="2578608"/>
            <a:ext cx="914" cy="1536192"/>
          </a:xfrm>
          <a:prstGeom prst="line">
            <a:avLst/>
          </a:prstGeom>
          <a:noFill/>
          <a:ln w="12700">
            <a:solidFill>
              <a:srgbClr val="D5DCE6"/>
            </a:solidFill>
            <a:prstDash val="dash"/>
          </a:ln>
        </p:spPr>
      </p:sp>
      <p:sp>
        <p:nvSpPr>
          <p:cNvPr id="38" name="Shape 32"/>
          <p:cNvSpPr/>
          <p:nvPr/>
        </p:nvSpPr>
        <p:spPr>
          <a:xfrm>
            <a:off x="2971800" y="4325112"/>
            <a:ext cx="1389888" cy="548640"/>
          </a:xfrm>
          <a:prstGeom prst="roundRect">
            <a:avLst>
              <a:gd name="adj" fmla="val 5000"/>
            </a:avLst>
          </a:prstGeom>
          <a:solidFill>
            <a:srgbClr val="FFE27A"/>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3"/>
          <p:cNvSpPr txBox="1"/>
          <p:nvPr/>
        </p:nvSpPr>
        <p:spPr>
          <a:xfrm>
            <a:off x="3017520"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klant opbellen</a:t>
            </a:r>
            <a:endParaRPr lang="en-US" sz="1300" dirty="0"/>
          </a:p>
        </p:txBody>
      </p:sp>
      <p:sp>
        <p:nvSpPr>
          <p:cNvPr id="40" name="Shape 34"/>
          <p:cNvSpPr/>
          <p:nvPr/>
        </p:nvSpPr>
        <p:spPr>
          <a:xfrm>
            <a:off x="4590288" y="4325112"/>
            <a:ext cx="1389888" cy="548640"/>
          </a:xfrm>
          <a:prstGeom prst="roundRect">
            <a:avLst>
              <a:gd name="adj" fmla="val 5000"/>
            </a:avLst>
          </a:prstGeom>
          <a:solidFill>
            <a:srgbClr val="CFE3F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1" name="Text 35"/>
          <p:cNvSpPr txBox="1"/>
          <p:nvPr/>
        </p:nvSpPr>
        <p:spPr>
          <a:xfrm>
            <a:off x="4636008"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een mail schrijven</a:t>
            </a:r>
            <a:endParaRPr lang="en-US" sz="1300" dirty="0"/>
          </a:p>
        </p:txBody>
      </p:sp>
      <p:sp>
        <p:nvSpPr>
          <p:cNvPr id="42" name="Shape 36"/>
          <p:cNvSpPr/>
          <p:nvPr/>
        </p:nvSpPr>
        <p:spPr>
          <a:xfrm>
            <a:off x="6208776" y="4325112"/>
            <a:ext cx="1389888" cy="548640"/>
          </a:xfrm>
          <a:prstGeom prst="roundRect">
            <a:avLst>
              <a:gd name="adj" fmla="val 5000"/>
            </a:avLst>
          </a:prstGeom>
          <a:solidFill>
            <a:srgbClr val="D4EDD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54496"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documenten lezen</a:t>
            </a:r>
            <a:endParaRPr lang="en-US" sz="1300" dirty="0"/>
          </a:p>
        </p:txBody>
      </p:sp>
      <p:sp>
        <p:nvSpPr>
          <p:cNvPr id="44" name="Shape 38"/>
          <p:cNvSpPr/>
          <p:nvPr/>
        </p:nvSpPr>
        <p:spPr>
          <a:xfrm>
            <a:off x="7827264" y="4325112"/>
            <a:ext cx="1389888" cy="548640"/>
          </a:xfrm>
          <a:prstGeom prst="roundRect">
            <a:avLst>
              <a:gd name="adj" fmla="val 5000"/>
            </a:avLst>
          </a:prstGeom>
          <a:solidFill>
            <a:srgbClr val="F6D3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5" name="Text 39"/>
          <p:cNvSpPr txBox="1"/>
          <p:nvPr/>
        </p:nvSpPr>
        <p:spPr>
          <a:xfrm>
            <a:off x="7872984"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naar de bank gaan</a:t>
            </a:r>
            <a:endParaRPr lang="en-US" sz="1300" dirty="0"/>
          </a:p>
        </p:txBody>
      </p:sp>
      <p:sp>
        <p:nvSpPr>
          <p:cNvPr id="46" name="Shape 40"/>
          <p:cNvSpPr/>
          <p:nvPr/>
        </p:nvSpPr>
        <p:spPr>
          <a:xfrm>
            <a:off x="548640" y="4325112"/>
            <a:ext cx="2194560" cy="548640"/>
          </a:xfrm>
          <a:prstGeom prst="roundRect">
            <a:avLst>
              <a:gd name="adj" fmla="val 13333"/>
            </a:avLst>
          </a:prstGeom>
          <a:solidFill>
            <a:schemeClr val="bg2"/>
          </a:solidFill>
          <a:ln w="12700">
            <a:solidFill>
              <a:srgbClr val="D5DCE6"/>
            </a:solidFill>
            <a:prstDash val="solid"/>
          </a:ln>
        </p:spPr>
      </p:sp>
      <p:pic>
        <p:nvPicPr>
          <p:cNvPr id="47" name="Image 3" descr="Stopwatch">    </p:cNvPr>
          <p:cNvPicPr>
            <a:picLocks noChangeAspect="1"/>
          </p:cNvPicPr>
          <p:nvPr/>
        </p:nvPicPr>
        <p:blipFill>
          <a:blip r:embed="rId4"/>
          <a:stretch>
            <a:fillRect/>
          </a:stretch>
        </p:blipFill>
        <p:spPr>
          <a:xfrm>
            <a:off x="685800" y="4443984"/>
            <a:ext cx="310896" cy="310896"/>
          </a:xfrm>
          <a:prstGeom prst="rect">
            <a:avLst/>
          </a:prstGeom>
        </p:spPr>
      </p:pic>
      <p:sp>
        <p:nvSpPr>
          <p:cNvPr id="48" name="Text 41"/>
          <p:cNvSpPr txBox="1"/>
          <p:nvPr/>
        </p:nvSpPr>
        <p:spPr>
          <a:xfrm>
            <a:off x="1097280" y="4325112"/>
            <a:ext cx="1554480" cy="548640"/>
          </a:xfrm>
          <a:prstGeom prst="rect">
            <a:avLst/>
          </a:prstGeom>
          <a:noFill/>
          <a:ln/>
        </p:spPr>
        <p:txBody>
          <a:bodyPr wrap="square" lIns="0" tIns="0" rIns="0" bIns="0" rtlCol="0" anchor="ctr"/>
          <a:lstStyle/>
          <a:p>
            <a:pPr algn="l" indent="0" marL="0">
              <a:buNone/>
            </a:pPr>
            <a:r>
              <a:rPr lang="en-US" sz="1700" b="1" dirty="0">
                <a:solidFill>
                  <a:schemeClr val="accent1"/>
                </a:solidFill>
              </a:rPr>
              <a:t>6 minutes</a:t>
            </a:r>
            <a:endParaRPr lang="en-US" sz="1700" dirty="0"/>
          </a:p>
        </p:txBody>
      </p:sp>
      <p:sp>
        <p:nvSpPr>
          <p:cNvPr id="49" name="Shape 42"/>
          <p:cNvSpPr/>
          <p:nvPr/>
        </p:nvSpPr>
        <p:spPr>
          <a:xfrm>
            <a:off x="9445752" y="4325112"/>
            <a:ext cx="2194560" cy="548640"/>
          </a:xfrm>
          <a:prstGeom prst="roundRect">
            <a:avLst>
              <a:gd name="adj" fmla="val 13333"/>
            </a:avLst>
          </a:prstGeom>
          <a:solidFill>
            <a:schemeClr val="bg2"/>
          </a:solidFill>
          <a:ln w="12700">
            <a:solidFill>
              <a:srgbClr val="D5DCE6"/>
            </a:solidFill>
            <a:prstDash val="solid"/>
          </a:ln>
        </p:spPr>
      </p:sp>
      <p:sp>
        <p:nvSpPr>
          <p:cNvPr id="50" name="Text 43"/>
          <p:cNvSpPr txBox="1"/>
          <p:nvPr/>
        </p:nvSpPr>
        <p:spPr>
          <a:xfrm>
            <a:off x="9528048" y="4325112"/>
            <a:ext cx="2057400" cy="548640"/>
          </a:xfrm>
          <a:prstGeom prst="rect">
            <a:avLst/>
          </a:prstGeom>
          <a:noFill/>
          <a:ln/>
        </p:spPr>
        <p:txBody>
          <a:bodyPr wrap="square" lIns="0" tIns="0" rIns="0" bIns="0" rtlCol="0" anchor="ctr"/>
          <a:lstStyle/>
          <a:p>
            <a:pPr algn="l" indent="0" marL="0">
              <a:buNone/>
            </a:pPr>
            <a:r>
              <a:rPr lang="en-US" sz="1300" i="1" dirty="0">
                <a:solidFill>
                  <a:schemeClr val="accent5"/>
                </a:solidFill>
              </a:rPr>
              <a:t>Puis : présentez à la classe (</a:t>
            </a:r>
            <a:r>
              <a:rPr lang="en-US" sz="1300" i="1" dirty="0">
                <a:solidFill>
                  <a:schemeClr val="accent5"/>
                </a:solidFill>
              </a:rPr>
              <a:t>hij / zij</a:t>
            </a:r>
            <a:r>
              <a:rPr lang="en-US" sz="1300" i="1" dirty="0">
                <a:solidFill>
                  <a:schemeClr val="accent5"/>
                </a:solidFill>
              </a:rPr>
              <a:t>)</a:t>
            </a:r>
            <a:endParaRPr lang="en-US" sz="1300" dirty="0"/>
          </a:p>
        </p:txBody>
      </p:sp>
      <p:sp>
        <p:nvSpPr>
          <p:cNvPr id="51" name="Shape 44"/>
          <p:cNvSpPr/>
          <p:nvPr/>
        </p:nvSpPr>
        <p:spPr>
          <a:xfrm>
            <a:off x="548640" y="5029200"/>
            <a:ext cx="11091672" cy="1243584"/>
          </a:xfrm>
          <a:prstGeom prst="roundRect">
            <a:avLst>
              <a:gd name="adj" fmla="val 5882"/>
            </a:avLst>
          </a:prstGeom>
          <a:solidFill>
            <a:schemeClr val="bg2"/>
          </a:solidFill>
          <a:ln w="12700">
            <a:solidFill>
              <a:srgbClr val="D5DCE6"/>
            </a:solidFill>
            <a:prstDash val="solid"/>
          </a:ln>
        </p:spPr>
      </p:sp>
      <p:sp>
        <p:nvSpPr>
          <p:cNvPr id="52" name="Text 45"/>
          <p:cNvSpPr txBox="1"/>
          <p:nvPr/>
        </p:nvSpPr>
        <p:spPr>
          <a:xfrm>
            <a:off x="731520" y="508406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3" name="Text 46"/>
          <p:cNvSpPr txBox="1"/>
          <p:nvPr/>
        </p:nvSpPr>
        <p:spPr>
          <a:xfrm>
            <a:off x="731520" y="5394960"/>
            <a:ext cx="5486400" cy="822960"/>
          </a:xfrm>
          <a:prstGeom prst="rect">
            <a:avLst/>
          </a:prstGeom>
          <a:noFill/>
          <a:ln/>
        </p:spPr>
        <p:txBody>
          <a:bodyPr wrap="square" lIns="0" tIns="0" rIns="0" bIns="0" rtlCol="0" anchor="t"/>
          <a:lstStyle/>
          <a:p>
            <a:pPr algn="l" indent="0" marL="0">
              <a:spcAft>
                <a:spcPts val="400"/>
              </a:spcAft>
              <a:buNone/>
            </a:pPr>
            <a:r>
              <a:rPr lang="en-US" sz="1400" dirty="0">
                <a:solidFill>
                  <a:schemeClr val="tx1"/>
                </a:solidFill>
              </a:rPr>
              <a:t>– </a:t>
            </a:r>
            <a:r>
              <a:rPr lang="en-US" sz="1400" b="1" i="1" dirty="0">
                <a:solidFill>
                  <a:schemeClr val="accent6"/>
                </a:solidFill>
              </a:rPr>
              <a:t>Kun</a:t>
            </a:r>
            <a:r>
              <a:rPr lang="en-US" sz="1400" i="1" dirty="0">
                <a:solidFill>
                  <a:schemeClr val="tx1"/>
                </a:solidFill>
              </a:rPr>
              <a:t> </a:t>
            </a:r>
            <a:r>
              <a:rPr lang="en-US" sz="1400" b="1" i="1" dirty="0">
                <a:solidFill>
                  <a:schemeClr val="tx1"/>
                </a:solidFill>
              </a:rPr>
              <a:t>jij</a:t>
            </a:r>
            <a:r>
              <a:rPr lang="en-US" sz="1400" i="1" dirty="0">
                <a:solidFill>
                  <a:schemeClr val="tx1"/>
                </a:solidFill>
              </a:rPr>
              <a:t> op maandag de klant </a:t>
            </a:r>
            <a:r>
              <a:rPr lang="en-US" sz="1400" b="1" i="1" dirty="0">
                <a:solidFill>
                  <a:schemeClr val="accent6"/>
                </a:solidFill>
              </a:rPr>
              <a:t>opbellen</a:t>
            </a:r>
            <a:r>
              <a:rPr lang="en-US" sz="1400" i="1" dirty="0">
                <a:solidFill>
                  <a:schemeClr val="tx1"/>
                </a:solidFill>
              </a:rPr>
              <a:t>?</a:t>
            </a:r>
            <a:endParaRPr lang="en-US" sz="1400" dirty="0"/>
          </a:p>
          <a:p>
            <a:pPr algn="l" indent="0" marL="0">
              <a:spcAft>
                <a:spcPts val="400"/>
              </a:spcAft>
              <a:buNone/>
            </a:pPr>
            <a:r>
              <a:rPr lang="en-US" sz="1400" dirty="0">
                <a:solidFill>
                  <a:schemeClr val="tx1"/>
                </a:solidFill>
              </a:rPr>
              <a:t>– </a:t>
            </a:r>
            <a:r>
              <a:rPr lang="en-US" sz="1400" i="1" dirty="0">
                <a:solidFill>
                  <a:schemeClr val="tx1"/>
                </a:solidFill>
              </a:rPr>
              <a:t>Nee, op maandag </a:t>
            </a:r>
            <a:r>
              <a:rPr lang="en-US" sz="1400" b="1" i="1" dirty="0">
                <a:solidFill>
                  <a:schemeClr val="accent6"/>
                </a:solidFill>
              </a:rPr>
              <a:t>kan</a:t>
            </a:r>
            <a:r>
              <a:rPr lang="en-US" sz="1400" i="1" dirty="0">
                <a:solidFill>
                  <a:schemeClr val="tx1"/>
                </a:solidFill>
              </a:rPr>
              <a:t> ik niet: ik </a:t>
            </a:r>
            <a:r>
              <a:rPr lang="en-US" sz="1400" b="1" i="1" dirty="0">
                <a:solidFill>
                  <a:schemeClr val="accent6"/>
                </a:solidFill>
              </a:rPr>
              <a:t>moet</a:t>
            </a:r>
            <a:r>
              <a:rPr lang="en-US" sz="1400" i="1" dirty="0">
                <a:solidFill>
                  <a:schemeClr val="tx1"/>
                </a:solidFill>
              </a:rPr>
              <a:t> naar Gent </a:t>
            </a:r>
            <a:r>
              <a:rPr lang="en-US" sz="1400" b="1" i="1" dirty="0">
                <a:solidFill>
                  <a:schemeClr val="accent6"/>
                </a:solidFill>
              </a:rPr>
              <a:t>gaan</a:t>
            </a:r>
            <a:r>
              <a:rPr lang="en-US" sz="1400" i="1" dirty="0">
                <a:solidFill>
                  <a:schemeClr val="tx1"/>
                </a:solidFill>
              </a:rPr>
              <a:t>. Maar op woensdag </a:t>
            </a:r>
            <a:r>
              <a:rPr lang="en-US" sz="1400" b="1" i="1" dirty="0">
                <a:solidFill>
                  <a:schemeClr val="accent6"/>
                </a:solidFill>
              </a:rPr>
              <a:t>kan</a:t>
            </a:r>
            <a:r>
              <a:rPr lang="en-US" sz="1400" i="1" dirty="0">
                <a:solidFill>
                  <a:schemeClr val="tx1"/>
                </a:solidFill>
              </a:rPr>
              <a:t> ik wel.</a:t>
            </a:r>
            <a:endParaRPr lang="en-US" sz="1400" dirty="0"/>
          </a:p>
        </p:txBody>
      </p:sp>
      <p:sp>
        <p:nvSpPr>
          <p:cNvPr id="54" name="Text 47"/>
          <p:cNvSpPr txBox="1"/>
          <p:nvPr/>
        </p:nvSpPr>
        <p:spPr>
          <a:xfrm>
            <a:off x="6446520" y="5394960"/>
            <a:ext cx="5074920" cy="82296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 </a:t>
            </a:r>
            <a:r>
              <a:rPr lang="en-US" sz="1500" b="1" i="1" dirty="0">
                <a:solidFill>
                  <a:schemeClr val="accent6"/>
                </a:solidFill>
              </a:rPr>
              <a:t>Wil</a:t>
            </a:r>
            <a:r>
              <a:rPr lang="en-US" sz="1500" i="1" dirty="0">
                <a:solidFill>
                  <a:schemeClr val="tx1"/>
                </a:solidFill>
              </a:rPr>
              <a:t> </a:t>
            </a:r>
            <a:r>
              <a:rPr lang="en-US" sz="1500" b="1" i="1" dirty="0">
                <a:solidFill>
                  <a:schemeClr val="tx1"/>
                </a:solidFill>
              </a:rPr>
              <a:t>jij</a:t>
            </a:r>
            <a:r>
              <a:rPr lang="en-US" sz="1500" i="1" dirty="0">
                <a:solidFill>
                  <a:schemeClr val="tx1"/>
                </a:solidFill>
              </a:rPr>
              <a:t> de documenten </a:t>
            </a:r>
            <a:r>
              <a:rPr lang="en-US" sz="1500" b="1" i="1" dirty="0">
                <a:solidFill>
                  <a:schemeClr val="accent6"/>
                </a:solidFill>
              </a:rPr>
              <a:t>lezen</a:t>
            </a:r>
            <a:r>
              <a:rPr lang="en-US" sz="1500" i="1" dirty="0">
                <a:solidFill>
                  <a:schemeClr val="tx1"/>
                </a:solidFill>
              </a:rPr>
              <a:t>?</a:t>
            </a:r>
            <a:r>
              <a:rPr lang="en-US" sz="1500" dirty="0">
                <a:solidFill>
                  <a:schemeClr val="tx1"/>
                </a:solidFill>
              </a:rPr>
              <a:t> — </a:t>
            </a:r>
            <a:r>
              <a:rPr lang="en-US" sz="1500" i="1" dirty="0">
                <a:solidFill>
                  <a:schemeClr val="tx1"/>
                </a:solidFill>
              </a:rPr>
              <a:t>Ja, dat </a:t>
            </a:r>
            <a:r>
              <a:rPr lang="en-US" sz="1500" b="1" i="1" dirty="0">
                <a:solidFill>
                  <a:schemeClr val="accent6"/>
                </a:solidFill>
              </a:rPr>
              <a:t>wil</a:t>
            </a:r>
            <a:r>
              <a:rPr lang="en-US" sz="1500" i="1" dirty="0">
                <a:solidFill>
                  <a:schemeClr val="tx1"/>
                </a:solidFill>
              </a:rPr>
              <a:t> ik wel.</a:t>
            </a:r>
            <a:endParaRPr lang="en-US" sz="1500" dirty="0"/>
          </a:p>
          <a:p>
            <a:pPr algn="l" indent="0" marL="0">
              <a:spcAft>
                <a:spcPts val="400"/>
              </a:spcAft>
              <a:buNone/>
            </a:pPr>
            <a:r>
              <a:rPr lang="en-US" sz="1500" dirty="0">
                <a:solidFill>
                  <a:schemeClr val="tx1"/>
                </a:solidFill>
              </a:rPr>
              <a:t>– </a:t>
            </a:r>
            <a:r>
              <a:rPr lang="en-US" sz="1500" b="1" i="1" dirty="0">
                <a:solidFill>
                  <a:schemeClr val="tx1"/>
                </a:solidFill>
              </a:rPr>
              <a:t>Wie</a:t>
            </a:r>
            <a:r>
              <a:rPr lang="en-US" sz="1500" i="1" dirty="0">
                <a:solidFill>
                  <a:schemeClr val="tx1"/>
                </a:solidFill>
              </a:rPr>
              <a:t> </a:t>
            </a:r>
            <a:r>
              <a:rPr lang="en-US" sz="1500" b="1" i="1" dirty="0">
                <a:solidFill>
                  <a:schemeClr val="accent6"/>
                </a:solidFill>
              </a:rPr>
              <a:t>kan</a:t>
            </a:r>
            <a:r>
              <a:rPr lang="en-US" sz="1500" i="1" dirty="0">
                <a:solidFill>
                  <a:schemeClr val="tx1"/>
                </a:solidFill>
              </a:rPr>
              <a:t> naar de bank </a:t>
            </a:r>
            <a:r>
              <a:rPr lang="en-US" sz="1500" b="1" i="1" dirty="0">
                <a:solidFill>
                  <a:schemeClr val="accent6"/>
                </a:solidFill>
              </a:rPr>
              <a:t>gaan</a:t>
            </a:r>
            <a:r>
              <a:rPr lang="en-US" sz="1500" i="1" dirty="0">
                <a:solidFill>
                  <a:schemeClr val="tx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(lezen)</a:t>
            </a:r>
            <a:r>
              <a:rPr lang="en-US" sz="2000" dirty="0">
                <a:solidFill>
                  <a:schemeClr val="tx1"/>
                </a:solidFill>
              </a:rPr>
              <a:t>, </a:t>
            </a:r>
            <a:r>
              <a:rPr lang="en-US" sz="2000" i="1" dirty="0">
                <a:solidFill>
                  <a:schemeClr val="tx1"/>
                </a:solidFill>
              </a:rPr>
              <a:t>hij (worden)</a:t>
            </a:r>
            <a:r>
              <a:rPr lang="en-US" sz="2000" dirty="0">
                <a:solidFill>
                  <a:schemeClr val="tx1"/>
                </a:solidFill>
              </a:rPr>
              <a:t>, </a:t>
            </a:r>
            <a:r>
              <a:rPr lang="en-US" sz="2000" i="1" dirty="0">
                <a:solidFill>
                  <a:schemeClr val="tx1"/>
                </a:solidFill>
              </a:rPr>
              <a:t>jij (praten)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Question avec </a:t>
            </a:r>
            <a:r>
              <a:rPr lang="en-US" sz="2000" i="1" dirty="0">
                <a:solidFill>
                  <a:schemeClr val="tx1"/>
                </a:solidFill>
              </a:rPr>
              <a:t>je</a:t>
            </a:r>
            <a:r>
              <a:rPr lang="en-US" sz="2000" dirty="0">
                <a:solidFill>
                  <a:schemeClr val="tx1"/>
                </a:solidFill>
              </a:rPr>
              <a:t> : </a:t>
            </a:r>
            <a:r>
              <a:rPr lang="en-US" sz="2000" i="1" dirty="0">
                <a:solidFill>
                  <a:schemeClr val="tx1"/>
                </a:solidFill>
              </a:rPr>
              <a:t>Jij rijdt naar Gent.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dois écrire un mail.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 juste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courts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de modalité</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13832"/>
            <a:ext cx="6035040" cy="749808"/>
          </a:xfrm>
          <a:prstGeom prst="roundRect">
            <a:avLst>
              <a:gd name="adj" fmla="val 9756"/>
            </a:avLst>
          </a:prstGeom>
          <a:solidFill>
            <a:srgbClr val="FFFFFF"/>
          </a:solidFill>
          <a:ln w="12700">
            <a:solidFill>
              <a:srgbClr val="4A5A70"/>
            </a:solidFill>
            <a:prstDash val="dash"/>
          </a:ln>
        </p:spPr>
      </p:sp>
      <p:pic>
        <p:nvPicPr>
          <p:cNvPr id="34" name="Image 9" descr="RedoAlt">    </p:cNvPr>
          <p:cNvPicPr>
            <a:picLocks noChangeAspect="1"/>
          </p:cNvPicPr>
          <p:nvPr/>
        </p:nvPicPr>
        <p:blipFill>
          <a:blip r:embed="rId10"/>
          <a:stretch>
            <a:fillRect/>
          </a:stretch>
        </p:blipFill>
        <p:spPr>
          <a:xfrm>
            <a:off x="731520" y="5733288"/>
            <a:ext cx="310896" cy="310896"/>
          </a:xfrm>
          <a:prstGeom prst="rect">
            <a:avLst/>
          </a:prstGeom>
        </p:spPr>
      </p:pic>
      <p:sp>
        <p:nvSpPr>
          <p:cNvPr id="35" name="Text 22"/>
          <p:cNvSpPr txBox="1"/>
          <p:nvPr/>
        </p:nvSpPr>
        <p:spPr>
          <a:xfrm>
            <a:off x="1188720" y="5513832"/>
            <a:ext cx="5303520" cy="749808"/>
          </a:xfrm>
          <a:prstGeom prst="rect">
            <a:avLst/>
          </a:prstGeom>
          <a:noFill/>
          <a:ln/>
        </p:spPr>
        <p:txBody>
          <a:bodyPr wrap="square" lIns="0" tIns="0" rIns="0" bIns="0" rtlCol="0" anchor="ctr"/>
          <a:lstStyle/>
          <a:p>
            <a:pPr algn="l" indent="0" marL="0">
              <a:buNone/>
            </a:pPr>
            <a:r>
              <a:rPr lang="en-US" sz="1500" i="1" dirty="0">
                <a:solidFill>
                  <a:schemeClr val="accent5"/>
                </a:solidFill>
              </a:rPr>
              <a:t>Erreur à la question 1 ? → organigramme (diapo 15) + exercice 1 à la maison.</a:t>
            </a:r>
            <a:endParaRPr lang="en-US" sz="1500" dirty="0"/>
          </a:p>
        </p:txBody>
      </p:sp>
      <p:sp>
        <p:nvSpPr>
          <p:cNvPr id="36" name="Shape 23"/>
          <p:cNvSpPr/>
          <p:nvPr/>
        </p:nvSpPr>
        <p:spPr>
          <a:xfrm>
            <a:off x="6949440" y="4681728"/>
            <a:ext cx="4690872" cy="1581912"/>
          </a:xfrm>
          <a:prstGeom prst="roundRect">
            <a:avLst>
              <a:gd name="adj" fmla="val 4624"/>
            </a:avLst>
          </a:prstGeom>
          <a:solidFill>
            <a:schemeClr val="tx2"/>
          </a:solidFill>
          <a:ln w="12700">
            <a:solidFill>
              <a:srgbClr val="FFFFFF">
                <a:alpha val="0"/>
              </a:srgbClr>
            </a:solidFill>
            <a:prstDash val="solid"/>
          </a:ln>
        </p:spPr>
      </p:sp>
      <p:sp>
        <p:nvSpPr>
          <p:cNvPr id="37" name="Text 24"/>
          <p:cNvSpPr txBox="1"/>
          <p:nvPr/>
        </p:nvSpPr>
        <p:spPr>
          <a:xfrm>
            <a:off x="7132320" y="4754880"/>
            <a:ext cx="2011680" cy="310896"/>
          </a:xfrm>
          <a:prstGeom prst="rect">
            <a:avLst/>
          </a:prstGeom>
          <a:noFill/>
          <a:ln/>
        </p:spPr>
        <p:txBody>
          <a:bodyPr wrap="square" lIns="0" tIns="0" rIns="0" bIns="0" rtlCol="0" anchor="ctr"/>
          <a:lstStyle/>
          <a:p>
            <a:pPr algn="l" indent="0" marL="0">
              <a:buNone/>
            </a:pPr>
            <a:r>
              <a:rPr lang="en-US" sz="1400" b="1" dirty="0">
                <a:solidFill>
                  <a:schemeClr val="bg1"/>
                </a:solidFill>
              </a:rPr>
              <a:t>MODULE 5</a:t>
            </a:r>
            <a:endParaRPr lang="en-US" sz="1400" dirty="0"/>
          </a:p>
        </p:txBody>
      </p:sp>
      <p:sp>
        <p:nvSpPr>
          <p:cNvPr id="38" name="Text 25"/>
          <p:cNvSpPr txBox="1"/>
          <p:nvPr/>
        </p:nvSpPr>
        <p:spPr>
          <a:xfrm>
            <a:off x="7132320" y="5065776"/>
            <a:ext cx="2011680" cy="274320"/>
          </a:xfrm>
          <a:prstGeom prst="rect">
            <a:avLst/>
          </a:prstGeom>
          <a:noFill/>
          <a:ln/>
        </p:spPr>
        <p:txBody>
          <a:bodyPr wrap="square" lIns="0" tIns="0" rIns="0" bIns="0" rtlCol="0" anchor="ctr"/>
          <a:lstStyle/>
          <a:p>
            <a:pPr algn="l" indent="0" marL="0">
              <a:buNone/>
            </a:pPr>
            <a:r>
              <a:rPr lang="en-US" sz="1300" i="1" dirty="0">
                <a:solidFill>
                  <a:schemeClr val="bg2"/>
                </a:solidFill>
              </a:rPr>
              <a:t>De of het?</a:t>
            </a:r>
            <a:endParaRPr lang="en-US" sz="1300" dirty="0"/>
          </a:p>
        </p:txBody>
      </p:sp>
      <p:sp>
        <p:nvSpPr>
          <p:cNvPr id="39" name="Shape 26"/>
          <p:cNvSpPr/>
          <p:nvPr/>
        </p:nvSpPr>
        <p:spPr>
          <a:xfrm>
            <a:off x="9326880" y="4791456"/>
            <a:ext cx="1005840" cy="502920"/>
          </a:xfrm>
          <a:prstGeom prst="roundRect">
            <a:avLst>
              <a:gd name="adj" fmla="val 14545"/>
            </a:avLst>
          </a:prstGeom>
          <a:solidFill>
            <a:schemeClr val="accent2"/>
          </a:solidFill>
          <a:ln w="19050">
            <a:solidFill>
              <a:srgbClr val="FFFFFF"/>
            </a:solidFill>
            <a:prstDash val="solid"/>
          </a:ln>
        </p:spPr>
      </p:sp>
      <p:sp>
        <p:nvSpPr>
          <p:cNvPr id="40" name="Text 27"/>
          <p:cNvSpPr txBox="1"/>
          <p:nvPr/>
        </p:nvSpPr>
        <p:spPr>
          <a:xfrm>
            <a:off x="932688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DE ?</a:t>
            </a:r>
            <a:endParaRPr lang="en-US" sz="2000" dirty="0"/>
          </a:p>
        </p:txBody>
      </p:sp>
      <p:sp>
        <p:nvSpPr>
          <p:cNvPr id="41" name="Shape 28"/>
          <p:cNvSpPr/>
          <p:nvPr/>
        </p:nvSpPr>
        <p:spPr>
          <a:xfrm>
            <a:off x="10424160" y="4791456"/>
            <a:ext cx="1005840" cy="502920"/>
          </a:xfrm>
          <a:prstGeom prst="roundRect">
            <a:avLst>
              <a:gd name="adj" fmla="val 14545"/>
            </a:avLst>
          </a:prstGeom>
          <a:solidFill>
            <a:schemeClr val="accent1"/>
          </a:solidFill>
          <a:ln w="19050">
            <a:solidFill>
              <a:srgbClr val="FFFFFF"/>
            </a:solidFill>
            <a:prstDash val="solid"/>
          </a:ln>
        </p:spPr>
      </p:sp>
      <p:sp>
        <p:nvSpPr>
          <p:cNvPr id="42" name="Text 29"/>
          <p:cNvSpPr txBox="1"/>
          <p:nvPr/>
        </p:nvSpPr>
        <p:spPr>
          <a:xfrm>
            <a:off x="1042416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HET ?</a:t>
            </a:r>
            <a:endParaRPr lang="en-US" sz="2000" dirty="0"/>
          </a:p>
        </p:txBody>
      </p:sp>
      <p:sp>
        <p:nvSpPr>
          <p:cNvPr id="43" name="Shape 30"/>
          <p:cNvSpPr/>
          <p:nvPr/>
        </p:nvSpPr>
        <p:spPr>
          <a:xfrm>
            <a:off x="9829800" y="5340096"/>
            <a:ext cx="365760" cy="210312"/>
          </a:xfrm>
          <a:prstGeom prst="line">
            <a:avLst/>
          </a:prstGeom>
          <a:noFill/>
          <a:ln w="19050">
            <a:solidFill>
              <a:srgbClr val="FFFFFF"/>
            </a:solidFill>
            <a:prstDash val="solid"/>
            <a:tailEnd type="triangle"/>
          </a:ln>
        </p:spPr>
      </p:sp>
      <p:sp>
        <p:nvSpPr>
          <p:cNvPr id="44" name="Shape 31"/>
          <p:cNvSpPr/>
          <p:nvPr/>
        </p:nvSpPr>
        <p:spPr>
          <a:xfrm flipH="1">
            <a:off x="10561320" y="5340096"/>
            <a:ext cx="365760" cy="210312"/>
          </a:xfrm>
          <a:prstGeom prst="line">
            <a:avLst/>
          </a:prstGeom>
          <a:noFill/>
          <a:ln w="19050">
            <a:solidFill>
              <a:srgbClr val="FFFFFF"/>
            </a:solidFill>
            <a:prstDash val="solid"/>
            <a:tailEnd type="triangle"/>
          </a:ln>
        </p:spPr>
      </p:sp>
      <p:sp>
        <p:nvSpPr>
          <p:cNvPr id="45" name="Shape 32"/>
          <p:cNvSpPr/>
          <p:nvPr/>
        </p:nvSpPr>
        <p:spPr>
          <a:xfrm>
            <a:off x="9326880" y="5596128"/>
            <a:ext cx="2103120" cy="548640"/>
          </a:xfrm>
          <a:prstGeom prst="roundRect">
            <a:avLst>
              <a:gd name="adj" fmla="val 13333"/>
            </a:avLst>
          </a:prstGeom>
          <a:solidFill>
            <a:srgbClr val="FFFFFF"/>
          </a:solidFill>
          <a:ln w="12700">
            <a:solidFill>
              <a:srgbClr val="FFFFFF">
                <a:alpha val="0"/>
              </a:srgbClr>
            </a:solidFill>
            <a:prstDash val="solid"/>
          </a:ln>
        </p:spPr>
      </p:sp>
      <p:pic>
        <p:nvPicPr>
          <p:cNvPr id="46" name="Image 10" descr="house with garden">    </p:cNvPr>
          <p:cNvPicPr>
            <a:picLocks noChangeAspect="1"/>
          </p:cNvPicPr>
          <p:nvPr/>
        </p:nvPicPr>
        <p:blipFill>
          <a:blip r:embed="rId11"/>
          <a:stretch>
            <a:fillRect/>
          </a:stretch>
        </p:blipFill>
        <p:spPr>
          <a:xfrm>
            <a:off x="9464040" y="5641848"/>
            <a:ext cx="457200" cy="457200"/>
          </a:xfrm>
          <a:prstGeom prst="rect">
            <a:avLst/>
          </a:prstGeom>
        </p:spPr>
      </p:pic>
      <p:sp>
        <p:nvSpPr>
          <p:cNvPr id="47" name="Text 33"/>
          <p:cNvSpPr txBox="1"/>
          <p:nvPr/>
        </p:nvSpPr>
        <p:spPr>
          <a:xfrm>
            <a:off x="10012680" y="5596128"/>
            <a:ext cx="1280160" cy="548640"/>
          </a:xfrm>
          <a:prstGeom prst="rect">
            <a:avLst/>
          </a:prstGeom>
          <a:noFill/>
          <a:ln/>
        </p:spPr>
        <p:txBody>
          <a:bodyPr wrap="square" lIns="0" tIns="0" rIns="0" bIns="0" rtlCol="0" anchor="ctr"/>
          <a:lstStyle/>
          <a:p>
            <a:pPr algn="l" indent="0" marL="0">
              <a:buNone/>
            </a:pPr>
            <a:r>
              <a:rPr lang="en-US" sz="2400" b="1" dirty="0">
                <a:solidFill>
                  <a:schemeClr val="tx1"/>
                </a:solidFill>
                <a:latin typeface="+mj-lt" pitchFamily="34" charset="0"/>
                <a:ea typeface="+mj-lt" pitchFamily="34" charset="-122"/>
                <a:cs typeface="+mj-lt" pitchFamily="34" charset="-120"/>
              </a:rPr>
              <a:t>huis</a:t>
            </a:r>
            <a:endParaRPr lang="en-US" sz="2400" dirty="0"/>
          </a:p>
        </p:txBody>
      </p:sp>
      <p:pic>
        <p:nvPicPr>
          <p:cNvPr id="48" name="Image 11" descr="Question">    </p:cNvPr>
          <p:cNvPicPr>
            <a:picLocks noChangeAspect="1"/>
          </p:cNvPicPr>
          <p:nvPr/>
        </p:nvPicPr>
        <p:blipFill>
          <a:blip r:embed="rId12"/>
          <a:stretch>
            <a:fillRect/>
          </a:stretch>
        </p:blipFill>
        <p:spPr>
          <a:xfrm>
            <a:off x="7406640" y="5458968"/>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4 — Spellingregels — Les verbes qui s’adaptent</dc:title>
  <dc:subject>Néerlandais 1 — Langue en situation, en milieu professionnel</dc:subject>
  <dc:creator>A. Jouniaux</dc:creator>
  <cp:lastModifiedBy>A. Jouniaux</cp:lastModifiedBy>
  <cp:revision>1</cp:revision>
  <dcterms:created xsi:type="dcterms:W3CDTF">2026-10-04T11:19:38Z</dcterms:created>
  <dcterms:modified xsi:type="dcterms:W3CDTF">2026-10-04T11:19:38Z</dcterms:modified>
</cp:coreProperties>
</file>
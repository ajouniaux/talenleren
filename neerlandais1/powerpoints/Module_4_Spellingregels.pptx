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b707708-d1fd-688b-833b-0c64ade69aee}">
          <p14:sldIdLst>
            <p14:sldId id="256"/>
          </p14:sldIdLst>
        </p14:section>
        <p14:section name="Découvrir" id="{41e94fb2-f3aa-4165-7725-d2b7299011c5}">
          <p14:sldIdLst>
            <p14:sldId id="257"/>
            <p14:sldId id="258"/>
            <p14:sldId id="259"/>
          </p14:sldIdLst>
        </p14:section>
        <p14:section name="Les 4 réflexes" id="{645d9a1e-2b9d-2470-af9e-0701488fe6dc}">
          <p14:sldIdLst>
            <p14:sldId id="260"/>
            <p14:sldId id="261"/>
            <p14:sldId id="262"/>
            <p14:sldId id="263"/>
            <p14:sldId id="264"/>
            <p14:sldId id="265"/>
          </p14:sldIdLst>
        </p14:section>
        <p14:section name="Verbes courts et irréguliers" id="{bd2fa406-4ccf-6ec8-1c15-ee8c058e0e80}">
          <p14:sldIdLst>
            <p14:sldId id="266"/>
            <p14:sldId id="267"/>
            <p14:sldId id="268"/>
            <p14:sldId id="269"/>
            <p14:sldId id="270"/>
          </p14:sldIdLst>
        </p14:section>
        <p14:section name="JIJ NU ! — Oefeningen" id="{2019d6ee-8ea5-09c8-b202-4e8551273f63}">
          <p14:sldIdLst>
            <p14:sldId id="271"/>
            <p14:sldId id="272"/>
            <p14:sldId id="273"/>
            <p14:sldId id="274"/>
            <p14:sldId id="275"/>
            <p14:sldId id="276"/>
            <p14:sldId id="277"/>
            <p14:sldId id="278"/>
            <p14:sldId id="279"/>
            <p14:sldId id="280"/>
            <p14:sldId id="281"/>
            <p14:sldId id="282"/>
            <p14:sldId id="283"/>
            <p14:sldId id="284"/>
          </p14:sldIdLst>
        </p14:section>
        <p14:section name="Clôture" id="{2e39b26d-ab74-5591-4b7e-645a3992f50c}">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1876349"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2026-10-04T06:42:51Z</dcterms:created>
  <dcterms:modified xsi:type="dcterms:W3CDTF">2026-10-04T06:42:51Z</dcterms:modified>
</cp:coreProperties>
</file>
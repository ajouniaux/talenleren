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d079f5f-c7f0-9ba1-e24a-3afa0a3a0393}">
          <p14:sldIdLst>
            <p14:sldId id="256"/>
          </p14:sldIdLst>
        </p14:section>
        <p14:section name="Découvrir" id="{4d06287b-e982-83f3-2ecf-bac6f42b4224}">
          <p14:sldIdLst>
            <p14:sldId id="257"/>
            <p14:sldId id="258"/>
            <p14:sldId id="259"/>
          </p14:sldIdLst>
        </p14:section>
        <p14:section name="Les 4 réflexes" id="{316094b0-7249-0047-bac9-c1b9e563c43b}">
          <p14:sldIdLst>
            <p14:sldId id="260"/>
            <p14:sldId id="261"/>
            <p14:sldId id="262"/>
            <p14:sldId id="263"/>
            <p14:sldId id="264"/>
            <p14:sldId id="265"/>
          </p14:sldIdLst>
        </p14:section>
        <p14:section name="Verbes courts et irréguliers" id="{8c753d13-d5d9-3fef-1131-e0cf506062b5}">
          <p14:sldIdLst>
            <p14:sldId id="266"/>
            <p14:sldId id="267"/>
            <p14:sldId id="268"/>
            <p14:sldId id="269"/>
            <p14:sldId id="270"/>
          </p14:sldIdLst>
        </p14:section>
        <p14:section name="JIJ NU ! — Oefeningen" id="{81c05e35-0e47-aaec-3226-e4700cbb4679}">
          <p14:sldIdLst>
            <p14:sldId id="271"/>
            <p14:sldId id="272"/>
            <p14:sldId id="273"/>
            <p14:sldId id="274"/>
            <p14:sldId id="275"/>
            <p14:sldId id="276"/>
            <p14:sldId id="277"/>
            <p14:sldId id="278"/>
            <p14:sldId id="279"/>
            <p14:sldId id="280"/>
            <p14:sldId id="281"/>
            <p14:sldId id="282"/>
            <p14:sldId id="283"/>
            <p14:sldId id="284"/>
          </p14:sldIdLst>
        </p14:section>
        <p14:section name="Clôture" id="{05d64ca7-d6c2-a39e-9a35-7d1dea3af607}">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2026-10-05T07:24:40Z</dcterms:created>
  <dcterms:modified xsi:type="dcterms:W3CDTF">2026-10-05T07:24:40Z</dcterms:modified>
</cp:coreProperties>
</file>
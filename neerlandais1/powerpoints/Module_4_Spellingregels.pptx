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e258a94-c3e5-5a19-f71c-fd8725ecc747}">
          <p14:sldIdLst>
            <p14:sldId id="256"/>
          </p14:sldIdLst>
        </p14:section>
        <p14:section name="Découvrir" id="{2a0ef000-a230-0bc8-832b-1925aea2e9fa}">
          <p14:sldIdLst>
            <p14:sldId id="257"/>
            <p14:sldId id="258"/>
            <p14:sldId id="259"/>
          </p14:sldIdLst>
        </p14:section>
        <p14:section name="Les 4 réflexes" id="{31205725-d705-aba3-2291-341fccd7073b}">
          <p14:sldIdLst>
            <p14:sldId id="260"/>
            <p14:sldId id="261"/>
            <p14:sldId id="262"/>
            <p14:sldId id="263"/>
            <p14:sldId id="264"/>
            <p14:sldId id="265"/>
          </p14:sldIdLst>
        </p14:section>
        <p14:section name="Verbes courts et irréguliers" id="{8442287a-ba8d-62a1-342b-d0c06ad4c3ac}">
          <p14:sldIdLst>
            <p14:sldId id="266"/>
            <p14:sldId id="267"/>
            <p14:sldId id="268"/>
            <p14:sldId id="269"/>
            <p14:sldId id="270"/>
          </p14:sldIdLst>
        </p14:section>
        <p14:section name="JIJ NU ! — Oefeningen" id="{93507bb0-4574-f369-40bb-a64dfd9f5df8}">
          <p14:sldIdLst>
            <p14:sldId id="271"/>
            <p14:sldId id="272"/>
            <p14:sldId id="273"/>
            <p14:sldId id="274"/>
            <p14:sldId id="275"/>
            <p14:sldId id="276"/>
            <p14:sldId id="277"/>
            <p14:sldId id="278"/>
            <p14:sldId id="279"/>
            <p14:sldId id="280"/>
            <p14:sldId id="281"/>
            <p14:sldId id="282"/>
            <p14:sldId id="283"/>
            <p14:sldId id="284"/>
          </p14:sldIdLst>
        </p14:section>
        <p14:section name="Clôture" id="{aedc7698-6ade-63b1-8212-ab3fce67df7a}">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2026-10-05T10:23:58Z</dcterms:created>
  <dcterms:modified xsi:type="dcterms:W3CDTF">2026-10-05T10:23:58Z</dcterms:modified>
</cp:coreProperties>
</file>
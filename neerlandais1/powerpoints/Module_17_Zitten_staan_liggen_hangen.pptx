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5d596c4-dc39-a818-b43f-8585c4b6c429}">
          <p14:sldIdLst>
            <p14:sldId id="256"/>
          </p14:sldIdLst>
        </p14:section>
        <p14:section name="Découvrir" id="{1dc9b48a-2860-a979-180f-adbc8f943bd0}">
          <p14:sldIdLst>
            <p14:sldId id="257"/>
            <p14:sldId id="258"/>
          </p14:sldIdLst>
        </p14:section>
        <p14:section name="Comprendre" id="{2247598a-36b5-c8fe-9aff-42e020af0c7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e0af2cf3-12ed-8984-9272-7acba732340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7f076ed3-8e6c-e40a-4dcf-9941e134fea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2026-10-04T12:12:22Z</dcterms:created>
  <dcterms:modified xsi:type="dcterms:W3CDTF">2026-10-04T12:12:22Z</dcterms:modified>
</cp:coreProperties>
</file>
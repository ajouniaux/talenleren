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7984507-a0b3-0cd1-a32d-c76f9fa342a8}">
          <p14:sldIdLst>
            <p14:sldId id="256"/>
          </p14:sldIdLst>
        </p14:section>
        <p14:section name="Découvrir" id="{b6fcb9d7-2574-bc9c-9e77-c7b157273932}">
          <p14:sldIdLst>
            <p14:sldId id="257"/>
            <p14:sldId id="258"/>
          </p14:sldIdLst>
        </p14:section>
        <p14:section name="Comprendre" id="{9dde0340-781a-b5e9-b938-aaffc7e0dc0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32838d9-646d-a487-53a5-cb9247bce4e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970fb67-1786-785d-c58f-2587ee20db1a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2026-10-05T11:25:57Z</dcterms:created>
  <dcterms:modified xsi:type="dcterms:W3CDTF">2026-10-05T11:25:57Z</dcterms:modified>
</cp:coreProperties>
</file>
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676fe2b-dc6d-8d71-4e9f-3c86ca60daed}">
          <p14:sldIdLst>
            <p14:sldId id="256"/>
          </p14:sldIdLst>
        </p14:section>
        <p14:section name="Découvrir" id="{4febaa74-5b5f-92f9-e51e-9dab1b817542}">
          <p14:sldIdLst>
            <p14:sldId id="257"/>
            <p14:sldId id="258"/>
          </p14:sldIdLst>
        </p14:section>
        <p14:section name="Comprendre" id="{8a4bcc37-3170-b74e-cc26-51fa1d15cd8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4fedf035-3649-5153-dd1e-6b2ebba6125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4678189-bc6b-88af-a40c-2ded085f540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2026-10-06T17:53:43Z</dcterms:created>
  <dcterms:modified xsi:type="dcterms:W3CDTF">2026-10-06T17:53:43Z</dcterms:modified>
</cp:coreProperties>
</file>
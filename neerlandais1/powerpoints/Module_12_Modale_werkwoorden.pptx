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2b2bc24-f7ee-5285-3c37-6068c3178202}">
          <p14:sldIdLst>
            <p14:sldId id="256"/>
          </p14:sldIdLst>
        </p14:section>
        <p14:section name="Découvrir" id="{b610b820-64f1-6027-1bd0-144b0bf7a4f3}">
          <p14:sldIdLst>
            <p14:sldId id="257"/>
            <p14:sldId id="258"/>
          </p14:sldIdLst>
        </p14:section>
        <p14:section name="Comprendre" id="{377e365c-d5df-6f9f-68da-df54799d11e9}">
          <p14:sldIdLst>
            <p14:sldId id="259"/>
            <p14:sldId id="260"/>
            <p14:sldId id="261"/>
            <p14:sldId id="262"/>
            <p14:sldId id="263"/>
            <p14:sldId id="264"/>
            <p14:sldId id="265"/>
            <p14:sldId id="266"/>
            <p14:sldId id="267"/>
            <p14:sldId id="268"/>
          </p14:sldIdLst>
        </p14:section>
        <p14:section name="JIJ NU ! — Oefeningen" id="{57ddf3fd-9195-70fa-6495-a9519fb78728}">
          <p14:sldIdLst>
            <p14:sldId id="269"/>
            <p14:sldId id="270"/>
            <p14:sldId id="271"/>
            <p14:sldId id="272"/>
            <p14:sldId id="273"/>
            <p14:sldId id="274"/>
            <p14:sldId id="275"/>
            <p14:sldId id="276"/>
            <p14:sldId id="277"/>
            <p14:sldId id="278"/>
            <p14:sldId id="279"/>
            <p14:sldId id="280"/>
            <p14:sldId id="281"/>
          </p14:sldIdLst>
        </p14:section>
        <p14:section name="Clôture" id="{f37fa99a-5207-9bdc-c9d0-451b95743aa4}">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2026-10-05T15:46:44Z</dcterms:created>
  <dcterms:modified xsi:type="dcterms:W3CDTF">2026-10-05T15:46:44Z</dcterms:modified>
</cp:coreProperties>
</file>
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5f3af16-fc1d-9b1d-d494-e39444bd48e5}">
          <p14:sldIdLst>
            <p14:sldId id="256"/>
          </p14:sldIdLst>
        </p14:section>
        <p14:section name="Découvrir" id="{1fb7d408-5b0d-830f-6531-dfd219b9ca24}">
          <p14:sldIdLst>
            <p14:sldId id="257"/>
            <p14:sldId id="258"/>
          </p14:sldIdLst>
        </p14:section>
        <p14:section name="Comprendre" id="{2c3ed431-5b73-8853-d608-ccb35c18ab1f}">
          <p14:sldIdLst>
            <p14:sldId id="259"/>
            <p14:sldId id="260"/>
            <p14:sldId id="261"/>
            <p14:sldId id="262"/>
            <p14:sldId id="263"/>
            <p14:sldId id="264"/>
            <p14:sldId id="265"/>
            <p14:sldId id="266"/>
            <p14:sldId id="267"/>
            <p14:sldId id="268"/>
          </p14:sldIdLst>
        </p14:section>
        <p14:section name="JIJ NU ! — Oefeningen" id="{c724240b-f8fb-602b-2bc2-a70c91f6d465}">
          <p14:sldIdLst>
            <p14:sldId id="269"/>
            <p14:sldId id="270"/>
            <p14:sldId id="271"/>
            <p14:sldId id="272"/>
            <p14:sldId id="273"/>
            <p14:sldId id="274"/>
            <p14:sldId id="275"/>
            <p14:sldId id="276"/>
            <p14:sldId id="277"/>
            <p14:sldId id="278"/>
            <p14:sldId id="279"/>
            <p14:sldId id="280"/>
            <p14:sldId id="281"/>
          </p14:sldIdLst>
        </p14:section>
        <p14:section name="Clôture" id="{84669d3f-37a2-28be-a1fd-759c3e04ad67}">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2026-10-04T18:33:14Z</dcterms:created>
  <dcterms:modified xsi:type="dcterms:W3CDTF">2026-10-04T18:33:14Z</dcterms:modified>
</cp:coreProperties>
</file>
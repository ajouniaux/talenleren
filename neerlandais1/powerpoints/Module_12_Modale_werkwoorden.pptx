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f7883ae-ffc7-2106-f1b8-087cfb6e450a}">
          <p14:sldIdLst>
            <p14:sldId id="256"/>
          </p14:sldIdLst>
        </p14:section>
        <p14:section name="Découvrir" id="{1510903e-412b-bee2-eacf-50737a51339d}">
          <p14:sldIdLst>
            <p14:sldId id="257"/>
            <p14:sldId id="258"/>
          </p14:sldIdLst>
        </p14:section>
        <p14:section name="Comprendre" id="{f6984404-388c-8558-5778-0b04cabe8055}">
          <p14:sldIdLst>
            <p14:sldId id="259"/>
            <p14:sldId id="260"/>
            <p14:sldId id="261"/>
            <p14:sldId id="262"/>
            <p14:sldId id="263"/>
            <p14:sldId id="264"/>
            <p14:sldId id="265"/>
            <p14:sldId id="266"/>
            <p14:sldId id="267"/>
            <p14:sldId id="268"/>
          </p14:sldIdLst>
        </p14:section>
        <p14:section name="JIJ NU ! — Oefeningen" id="{c07e06f9-12ce-f56e-d37b-06d609051f17}">
          <p14:sldIdLst>
            <p14:sldId id="269"/>
            <p14:sldId id="270"/>
            <p14:sldId id="271"/>
            <p14:sldId id="272"/>
            <p14:sldId id="273"/>
            <p14:sldId id="274"/>
            <p14:sldId id="275"/>
            <p14:sldId id="276"/>
            <p14:sldId id="277"/>
            <p14:sldId id="278"/>
            <p14:sldId id="279"/>
            <p14:sldId id="280"/>
            <p14:sldId id="281"/>
          </p14:sldIdLst>
        </p14:section>
        <p14:section name="Clôture" id="{5bcd3c5b-458b-c9c0-8ce2-30ddc0d39062}">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2026-10-05T10:24:02Z</dcterms:created>
  <dcterms:modified xsi:type="dcterms:W3CDTF">2026-10-05T10:24:02Z</dcterms:modified>
</cp:coreProperties>
</file>
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8b3c406-9991-8de3-29cf-d3756c39e36d}">
          <p14:sldIdLst>
            <p14:sldId id="256"/>
          </p14:sldIdLst>
        </p14:section>
        <p14:section name="Découvrir" id="{ed311637-4dce-ae05-611b-3b24baedb4da}">
          <p14:sldIdLst>
            <p14:sldId id="257"/>
            <p14:sldId id="258"/>
          </p14:sldIdLst>
        </p14:section>
        <p14:section name="Comprendre" id="{1dd4df58-ce2c-62e6-e8e3-dadba90c2d8c}">
          <p14:sldIdLst>
            <p14:sldId id="259"/>
            <p14:sldId id="260"/>
            <p14:sldId id="261"/>
            <p14:sldId id="262"/>
            <p14:sldId id="263"/>
            <p14:sldId id="264"/>
            <p14:sldId id="265"/>
            <p14:sldId id="266"/>
            <p14:sldId id="267"/>
            <p14:sldId id="268"/>
          </p14:sldIdLst>
        </p14:section>
        <p14:section name="JIJ NU ! — Oefeningen" id="{302e605f-ba13-3424-e49a-3542a6e753cf}">
          <p14:sldIdLst>
            <p14:sldId id="269"/>
            <p14:sldId id="270"/>
            <p14:sldId id="271"/>
            <p14:sldId id="272"/>
            <p14:sldId id="273"/>
            <p14:sldId id="274"/>
            <p14:sldId id="275"/>
            <p14:sldId id="276"/>
            <p14:sldId id="277"/>
            <p14:sldId id="278"/>
            <p14:sldId id="279"/>
            <p14:sldId id="280"/>
            <p14:sldId id="281"/>
          </p14:sldIdLst>
        </p14:section>
        <p14:section name="Clôture" id="{700e0204-6f72-f73b-f415-3bf17acf5565}">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2026-10-05T10:51:17Z</dcterms:created>
  <dcterms:modified xsi:type="dcterms:W3CDTF">2026-10-05T10:51:17Z</dcterms:modified>
</cp:coreProperties>
</file>
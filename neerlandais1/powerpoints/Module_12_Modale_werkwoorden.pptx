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3270c36-b1b5-ef36-d48d-5aec99f51cbd}">
          <p14:sldIdLst>
            <p14:sldId id="256"/>
          </p14:sldIdLst>
        </p14:section>
        <p14:section name="Découvrir" id="{bb4872c5-1b11-bbd8-d2e4-a68b2d17387e}">
          <p14:sldIdLst>
            <p14:sldId id="257"/>
            <p14:sldId id="258"/>
          </p14:sldIdLst>
        </p14:section>
        <p14:section name="Comprendre" id="{6694dc8f-075c-6566-3429-f3a8be70f519}">
          <p14:sldIdLst>
            <p14:sldId id="259"/>
            <p14:sldId id="260"/>
            <p14:sldId id="261"/>
            <p14:sldId id="262"/>
            <p14:sldId id="263"/>
            <p14:sldId id="264"/>
            <p14:sldId id="265"/>
            <p14:sldId id="266"/>
            <p14:sldId id="267"/>
            <p14:sldId id="268"/>
          </p14:sldIdLst>
        </p14:section>
        <p14:section name="JIJ NU ! — Oefeningen" id="{d79f7005-2aaf-4225-c268-a80c5b6d8752}">
          <p14:sldIdLst>
            <p14:sldId id="269"/>
            <p14:sldId id="270"/>
            <p14:sldId id="271"/>
            <p14:sldId id="272"/>
            <p14:sldId id="273"/>
            <p14:sldId id="274"/>
            <p14:sldId id="275"/>
            <p14:sldId id="276"/>
            <p14:sldId id="277"/>
            <p14:sldId id="278"/>
            <p14:sldId id="279"/>
            <p14:sldId id="280"/>
            <p14:sldId id="281"/>
          </p14:sldIdLst>
        </p14:section>
        <p14:section name="Clôture" id="{471ca1fe-0846-b7fc-01bd-c9f8b5328bd5}">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2026-10-05T06:01:40Z</dcterms:created>
  <dcterms:modified xsi:type="dcterms:W3CDTF">2026-10-05T06:01:40Z</dcterms:modified>
</cp:coreProperties>
</file>
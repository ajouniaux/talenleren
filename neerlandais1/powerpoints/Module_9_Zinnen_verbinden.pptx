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28cd6f3-1416-2697-e527-0b7654dd15a2}">
          <p14:sldIdLst>
            <p14:sldId id="256"/>
          </p14:sldIdLst>
        </p14:section>
        <p14:section name="Découvrir" id="{fe49b3cc-53be-e96a-2527-b6a3a24e5723}">
          <p14:sldIdLst>
            <p14:sldId id="257"/>
            <p14:sldId id="258"/>
            <p14:sldId id="259"/>
          </p14:sldIdLst>
        </p14:section>
        <p14:section name="Comprendre" id="{42cc3ecd-d04c-8f0c-1444-d891f9eaceb9}">
          <p14:sldIdLst>
            <p14:sldId id="260"/>
            <p14:sldId id="261"/>
            <p14:sldId id="262"/>
            <p14:sldId id="263"/>
            <p14:sldId id="264"/>
            <p14:sldId id="265"/>
            <p14:sldId id="266"/>
            <p14:sldId id="267"/>
            <p14:sldId id="268"/>
            <p14:sldId id="269"/>
          </p14:sldIdLst>
        </p14:section>
        <p14:section name="JIJ NU ! — Oefeningen" id="{509ee172-a88f-127e-908a-540a62e7dda0}">
          <p14:sldIdLst>
            <p14:sldId id="270"/>
            <p14:sldId id="271"/>
            <p14:sldId id="272"/>
            <p14:sldId id="273"/>
            <p14:sldId id="274"/>
            <p14:sldId id="275"/>
            <p14:sldId id="276"/>
            <p14:sldId id="277"/>
            <p14:sldId id="278"/>
            <p14:sldId id="279"/>
            <p14:sldId id="280"/>
          </p14:sldIdLst>
        </p14:section>
        <p14:section name="Clôture" id="{5e2ff609-75e8-12f8-376a-9774080cbb4f}">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19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2026-10-04T12:06:11Z</dcterms:created>
  <dcterms:modified xsi:type="dcterms:W3CDTF">2026-10-04T12:06:11Z</dcterms:modified>
</cp:coreProperties>
</file>
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5146538f-f97c-cdaf-e77a-586892bd660e}">
          <p14:sldIdLst>
            <p14:sldId id="256"/>
          </p14:sldIdLst>
        </p14:section>
        <p14:section name="Découvrir" id="{b7ab6b44-5ded-d2c7-6220-4260eb310599}">
          <p14:sldIdLst>
            <p14:sldId id="257"/>
            <p14:sldId id="258"/>
            <p14:sldId id="259"/>
          </p14:sldIdLst>
        </p14:section>
        <p14:section name="Comprendre" id="{81dee009-f554-3ecf-81ca-cc0a72e725db}">
          <p14:sldIdLst>
            <p14:sldId id="260"/>
            <p14:sldId id="261"/>
            <p14:sldId id="262"/>
            <p14:sldId id="263"/>
            <p14:sldId id="264"/>
            <p14:sldId id="265"/>
            <p14:sldId id="266"/>
            <p14:sldId id="267"/>
            <p14:sldId id="268"/>
            <p14:sldId id="269"/>
          </p14:sldIdLst>
        </p14:section>
        <p14:section name="JIJ NU ! — Oefeningen" id="{86d249ff-7960-9f0b-d7a8-4accbb353cdb}">
          <p14:sldIdLst>
            <p14:sldId id="270"/>
            <p14:sldId id="271"/>
            <p14:sldId id="272"/>
            <p14:sldId id="273"/>
            <p14:sldId id="274"/>
            <p14:sldId id="275"/>
            <p14:sldId id="276"/>
            <p14:sldId id="277"/>
            <p14:sldId id="278"/>
            <p14:sldId id="279"/>
            <p14:sldId id="280"/>
          </p14:sldIdLst>
        </p14:section>
        <p14:section name="Clôture" id="{bd6015a6-f048-e7e9-8da9-f02da286b739}">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forte : des phrases qu'on accroche comme des wagons.
Question d'entrée : « Où est le verbe ben ? Et en français, où est le verbe suis ? » Laissez les apprenants remarquer la différence ; on y reviendra à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Jusqu'ici, les phrases étaient courtes. Aujourd'hui, on apprend à faire des phrases plus longues, comme en français, mais avec une règle nouvelle pour le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règle du verbe en 2e position et l'inversion (M3) avant d'introduire la subordonnée.
Faites retrouver la règle par la classe : « Qu'est-ce qui ne bouge jamais ? » (le verbe en ②). Annoncez : « Aujourd'hui, nous allons découvrir la seule situation, dans une phrase affirmative, où le verbe quitte la case ② : la subordonnée.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distinction centrale coordination / subordination avec une image.
Terminologie (glossaire) : la hoofdzin = proposition principale (elle peut vivre seule) ; la bijzin = subordonnée (elle ne peut pas vivre seule). Évitez « proposition simple / complexe » (terme de l'archive) : il est trompeur.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conjonctions de coordination et leur sens.
Moyen mnémotechnique : EMWOD (en, maar, want, of, dus). Pour dus, les deux ordres existent. L'inversion (dus neem ik) est la plus courante à l'écrit ; acceptez les deux. Of signifie aussi « si »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le mot-pont se place hors de la grille (case 0).
Image : le mot-pont reste « sur le pont », il n'entre dans aucune des deux phrases. Donc chaque phrase garde sa structure du M3. Seule exception : dus peut entrer en case ① (et provoquer l'inversion).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n°1 : « parce que » se dit de deux façons, avec deux ordres différents.
want et omdat ont le même sens. La différence est uniquement grammaticale. Astuce : want = « car » (court, 4 lettres, rien ne bouge). omdat répond aussi seul à Waarom? (Omdat ik ziek ben.), want 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du rejet du verbe avec le schéma P1 / P2 de l'archive, standardisé.
C'est l'exemple de l'archive (Ik denk dat ik ziek ben omdat ik buikpijn heb), découpé en deux étapes. Faites lire la phrase en tapant sur la table au moment du verbe : le rythme aide à mémoriser. Le sujet suit en général directement le mot-crochet (dat ik…, omdat de trein…).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omdat dans des situations professionnelles.
vertraging hebben = avoir du retard (train, bus). Demandez à chacun : Waarom leer je Nederlands? Les réponses sont notées au tableau et corrigées ensemble (le verbe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dat après les verbes d'opinion et de savoir.
Le français garde « que » ; le néerlandais garde dat. Mais attention : dat ne s'omet jamais (en anglais, I think he's right ; en néerlandais, toujours Ik denk dat hij gelijk heeft). het druk hebben = être très occupé.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als (« si », condition) et découvrir le « choc des verbes » quand la subordonnée vient en tête.
C'est la suite logique de l'inversion du M3 : la subordonnée entière compte comme un seul bloc en case ①. Phrase de l'archive, simplifiée : Als er vragen zijn, mag u me altijd contacteren. (formel, M8). Autre exemple : Als het regent, neem ik de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 si » français (contraste FR/NL de l'archive).
Exemples de l'archive (diapos 13 et 15). of « si » est un mot-crochet (verbe à la fin) ; of « ou » est un mot-pont (rien ne bouge). zich afvragen (se demander) est à reconnaître, pas à conjuguer.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un verbe de modalité et un infinitif à la fin de la subordonnée.
L'ordre werken moet existe aussi (surtout aux Pays-Bas). En classe, on enseigne un seul ordre : verbe conjugué + infinitif, qui est aussi le plus fréquent en Belgique. Les verbes séparables se recollent : omdat ik je morgen opbel.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schéma est la référence pour tous les exercices. Il reste affiché pendant les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après la diapo 9 ; les suivants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oralement des raisons en want / omdat (reprise des questions « Waarom is … belangrijk? » de l'archive).
Exemples de réponses : Nederlands is belangrijk, want je kunt met je collega's praten. · Sport is belangrijk omdat het gezond is. · Koffie is belangrijk omdat ik 's morgens moe ben! Les thèmes de l'archive trop abstraits pour l'A1 (klimaatverandering, tradities, medisch onderzoek) sont remplacés.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Se justifier dans une situation professionnelle (réinvestissement du M8 : registre formel).
in de file staan = être dans les embouteillages (BE et NL). Sorry dat ik te laat ben est désormais analysable : dat + verbe à la fin. Variante comique : l'excuse la plus incroyable de la classe (… omdat er een koe op de weg staat). Corrigez surtout la place du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ben moe, maar ik werk nog.
2. Ik blijf thuis omdat ik ziek ben.
3. Als het regent, neem ik de bus.
Réservé à Néerlandais 2 (contenu de l'archive non repris ici) :
• les relatives (die / dat, waarover) ;
• om … te + infinitif ;
• hoewel, tenzij, zodra, terwijl, voordat, nadat, sinds, doordat, aangezien, mits, ook al ;
• les « défis-photos » à 5 phrases (passé, futur, exclamative).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image" Target="../media/image-22-14.png"/><Relationship Id="rId15" Type="http://schemas.openxmlformats.org/officeDocument/2006/relationships/image" Target="../media/image-22-15.png"/><Relationship Id="rId16" Type="http://schemas.openxmlformats.org/officeDocument/2006/relationships/image" Target="../media/image-22-16.png"/><Relationship Id="rId17" Type="http://schemas.openxmlformats.org/officeDocument/2006/relationships/image" Target="../media/image-22-17.png"/><Relationship Id="rId18" Type="http://schemas.openxmlformats.org/officeDocument/2006/relationships/slideLayout" Target="../slideLayouts/slideLayout2.xml"/><Relationship Id="rId1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slideLayout" Target="../slideLayouts/slideLayout2.xml"/><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9 / 24</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Zinnen verbinden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Relier deux phrases</a:t>
            </a:r>
            <a:endParaRPr lang="en-US" sz="2000" dirty="0"/>
          </a:p>
          <a:p>
            <a:pPr algn="l" indent="0" marL="0">
              <a:buNone/>
            </a:pPr>
            <a:r>
              <a:rPr lang="en-US" sz="2000" b="1" dirty="0">
                <a:solidFill>
                  <a:srgbClr val="FFFFFF"/>
                </a:solidFill>
              </a:rPr>
              <a:t>Ik blijf thuis omdat ik ziek ben.</a:t>
            </a:r>
            <a:endParaRPr lang="en-US" sz="2000" dirty="0"/>
          </a:p>
        </p:txBody>
      </p:sp>
      <p:pic>
        <p:nvPicPr>
          <p:cNvPr id="5" name="Image 0" descr="locomotive">    </p:cNvPr>
          <p:cNvPicPr>
            <a:picLocks noChangeAspect="1"/>
          </p:cNvPicPr>
          <p:nvPr/>
        </p:nvPicPr>
        <p:blipFill>
          <a:blip r:embed="rId1"/>
          <a:stretch>
            <a:fillRect/>
          </a:stretch>
        </p:blipFill>
        <p:spPr>
          <a:xfrm>
            <a:off x="9966960" y="1143000"/>
            <a:ext cx="1645920" cy="1645920"/>
          </a:xfrm>
          <a:prstGeom prst="rect">
            <a:avLst/>
          </a:prstGeom>
        </p:spPr>
      </p:pic>
      <p:sp>
        <p:nvSpPr>
          <p:cNvPr id="6" name="Shape 3"/>
          <p:cNvSpPr/>
          <p:nvPr/>
        </p:nvSpPr>
        <p:spPr>
          <a:xfrm>
            <a:off x="6309360" y="4434840"/>
            <a:ext cx="5394960" cy="914"/>
          </a:xfrm>
          <a:prstGeom prst="line">
            <a:avLst/>
          </a:prstGeom>
          <a:noFill/>
          <a:ln w="38100">
            <a:solidFill>
              <a:srgbClr val="B8C2CF"/>
            </a:solidFill>
            <a:prstDash val="solid"/>
          </a:ln>
        </p:spPr>
      </p:sp>
      <p:sp>
        <p:nvSpPr>
          <p:cNvPr id="7" name="Shape 4"/>
          <p:cNvSpPr/>
          <p:nvPr/>
        </p:nvSpPr>
        <p:spPr>
          <a:xfrm>
            <a:off x="6355080" y="2971800"/>
            <a:ext cx="2331720" cy="1234440"/>
          </a:xfrm>
          <a:prstGeom prst="roundRect">
            <a:avLst>
              <a:gd name="adj" fmla="val 7407"/>
            </a:avLst>
          </a:prstGeom>
          <a:solidFill>
            <a:srgbClr val="FFFFFF"/>
          </a:solidFill>
          <a:ln w="38100">
            <a:solidFill>
              <a:srgbClr val="2A6FB0"/>
            </a:solidFill>
            <a:prstDash val="solid"/>
          </a:ln>
        </p:spPr>
      </p:sp>
      <p:sp>
        <p:nvSpPr>
          <p:cNvPr id="8" name="Text 5"/>
          <p:cNvSpPr txBox="1"/>
          <p:nvPr/>
        </p:nvSpPr>
        <p:spPr>
          <a:xfrm>
            <a:off x="6355080" y="2971800"/>
            <a:ext cx="2331720" cy="1234440"/>
          </a:xfrm>
          <a:prstGeom prst="rect">
            <a:avLst/>
          </a:prstGeom>
          <a:noFill/>
          <a:ln/>
        </p:spPr>
        <p:txBody>
          <a:bodyPr wrap="square" lIns="0" tIns="0" rIns="0" bIns="0" rtlCol="0" anchor="ctr"/>
          <a:lstStyle/>
          <a:p>
            <a:pPr algn="ctr" indent="0" marL="0">
              <a:buNone/>
            </a:pPr>
            <a:r>
              <a:rPr lang="en-US" sz="2000" b="1" dirty="0">
                <a:solidFill>
                  <a:schemeClr val="tx2"/>
                </a:solidFill>
              </a:rPr>
              <a:t>Ik blijf thuis</a:t>
            </a:r>
            <a:endParaRPr lang="en-US" sz="2000" dirty="0"/>
          </a:p>
        </p:txBody>
      </p:sp>
      <p:sp>
        <p:nvSpPr>
          <p:cNvPr id="9" name="Shape 6"/>
          <p:cNvSpPr/>
          <p:nvPr/>
        </p:nvSpPr>
        <p:spPr>
          <a:xfrm>
            <a:off x="6675120" y="4069080"/>
            <a:ext cx="365760" cy="365760"/>
          </a:xfrm>
          <a:prstGeom prst="ellipse">
            <a:avLst/>
          </a:prstGeom>
          <a:solidFill>
            <a:srgbClr val="4A5A70"/>
          </a:solidFill>
          <a:ln w="19050">
            <a:solidFill>
              <a:srgbClr val="FFFFFF"/>
            </a:solidFill>
            <a:prstDash val="solid"/>
          </a:ln>
        </p:spPr>
      </p:sp>
      <p:sp>
        <p:nvSpPr>
          <p:cNvPr id="10" name="Shape 7"/>
          <p:cNvSpPr/>
          <p:nvPr/>
        </p:nvSpPr>
        <p:spPr>
          <a:xfrm>
            <a:off x="8001000" y="4069080"/>
            <a:ext cx="365760" cy="365760"/>
          </a:xfrm>
          <a:prstGeom prst="ellipse">
            <a:avLst/>
          </a:prstGeom>
          <a:solidFill>
            <a:srgbClr val="4A5A70"/>
          </a:solidFill>
          <a:ln w="19050">
            <a:solidFill>
              <a:srgbClr val="FFFFFF"/>
            </a:solidFill>
            <a:prstDash val="solid"/>
          </a:ln>
        </p:spPr>
      </p:sp>
      <p:sp>
        <p:nvSpPr>
          <p:cNvPr id="11" name="Shape 8"/>
          <p:cNvSpPr/>
          <p:nvPr/>
        </p:nvSpPr>
        <p:spPr>
          <a:xfrm>
            <a:off x="8686800" y="3611880"/>
            <a:ext cx="411480" cy="914"/>
          </a:xfrm>
          <a:prstGeom prst="line">
            <a:avLst/>
          </a:prstGeom>
          <a:noFill/>
          <a:ln w="38100">
            <a:solidFill>
              <a:srgbClr val="FFFFFF"/>
            </a:solidFill>
            <a:prstDash val="solid"/>
          </a:ln>
        </p:spPr>
      </p:sp>
      <p:sp>
        <p:nvSpPr>
          <p:cNvPr id="12" name="tag"/>
          <p:cNvSpPr/>
          <p:nvPr/>
        </p:nvSpPr>
        <p:spPr>
          <a:xfrm>
            <a:off x="8412480" y="2423160"/>
            <a:ext cx="1040130" cy="365760"/>
          </a:xfrm>
          <a:prstGeom prst="roundRect">
            <a:avLst>
              <a:gd name="adj" fmla="val 12500"/>
            </a:avLst>
          </a:prstGeom>
          <a:solidFill>
            <a:schemeClr val="accent1"/>
          </a:solidFill>
          <a:ln/>
        </p:spPr>
        <p:txBody>
          <a:bodyPr wrap="square" lIns="0" tIns="0" rIns="0" bIns="0" rtlCol="0" anchor="ctr"/>
          <a:lstStyle/>
          <a:p>
            <a:pPr algn="ctr" indent="0" marL="0">
              <a:buNone/>
            </a:pPr>
            <a:r>
              <a:rPr lang="en-US" sz="1500" b="1" spc="100" kern="0" dirty="0">
                <a:solidFill>
                  <a:srgbClr val="FFFFFF"/>
                </a:solidFill>
              </a:rPr>
              <a:t>omdat</a:t>
            </a:r>
            <a:endParaRPr lang="en-US" sz="1500" dirty="0"/>
          </a:p>
        </p:txBody>
      </p:sp>
      <p:sp>
        <p:nvSpPr>
          <p:cNvPr id="13" name="Shape 10"/>
          <p:cNvSpPr/>
          <p:nvPr/>
        </p:nvSpPr>
        <p:spPr>
          <a:xfrm>
            <a:off x="9098280" y="2971800"/>
            <a:ext cx="2560320" cy="1234440"/>
          </a:xfrm>
          <a:prstGeom prst="roundRect">
            <a:avLst>
              <a:gd name="adj" fmla="val 7407"/>
            </a:avLst>
          </a:prstGeom>
          <a:solidFill>
            <a:srgbClr val="FFFFFF"/>
          </a:solidFill>
          <a:ln w="38100">
            <a:solidFill>
              <a:srgbClr val="D9700F"/>
            </a:solidFill>
            <a:prstDash val="solid"/>
          </a:ln>
        </p:spPr>
      </p:sp>
      <p:sp>
        <p:nvSpPr>
          <p:cNvPr id="14" name="Text 11"/>
          <p:cNvSpPr txBox="1"/>
          <p:nvPr/>
        </p:nvSpPr>
        <p:spPr>
          <a:xfrm>
            <a:off x="9098280" y="2971800"/>
            <a:ext cx="1600200" cy="1234440"/>
          </a:xfrm>
          <a:prstGeom prst="rect">
            <a:avLst/>
          </a:prstGeom>
          <a:noFill/>
          <a:ln/>
        </p:spPr>
        <p:txBody>
          <a:bodyPr wrap="square" lIns="0" tIns="0" rIns="0" bIns="0" rtlCol="0" anchor="ctr"/>
          <a:lstStyle/>
          <a:p>
            <a:pPr algn="ctr" indent="0" marL="0">
              <a:buNone/>
            </a:pPr>
            <a:r>
              <a:rPr lang="en-US" sz="2000" b="1" dirty="0">
                <a:solidFill>
                  <a:schemeClr val="tx2"/>
                </a:solidFill>
              </a:rPr>
              <a:t>ik ziek</a:t>
            </a:r>
            <a:endParaRPr lang="en-US" sz="2000" dirty="0"/>
          </a:p>
        </p:txBody>
      </p:sp>
      <p:sp>
        <p:nvSpPr>
          <p:cNvPr id="15" name="Shape 12"/>
          <p:cNvSpPr/>
          <p:nvPr/>
        </p:nvSpPr>
        <p:spPr>
          <a:xfrm>
            <a:off x="10698480" y="3154680"/>
            <a:ext cx="841248" cy="868680"/>
          </a:xfrm>
          <a:prstGeom prst="roundRect">
            <a:avLst>
              <a:gd name="adj" fmla="val 8696"/>
            </a:avLst>
          </a:prstGeom>
          <a:solidFill>
            <a:srgbClr val="FBEDEB"/>
          </a:solidFill>
          <a:ln w="31750">
            <a:solidFill>
              <a:srgbClr val="B83227"/>
            </a:solidFill>
            <a:prstDash val="solid"/>
          </a:ln>
        </p:spPr>
      </p:sp>
      <p:sp>
        <p:nvSpPr>
          <p:cNvPr id="16" name="Text 13"/>
          <p:cNvSpPr txBox="1"/>
          <p:nvPr/>
        </p:nvSpPr>
        <p:spPr>
          <a:xfrm>
            <a:off x="10698480" y="3154680"/>
            <a:ext cx="841248" cy="868680"/>
          </a:xfrm>
          <a:prstGeom prst="rect">
            <a:avLst/>
          </a:prstGeom>
          <a:noFill/>
          <a:ln/>
        </p:spPr>
        <p:txBody>
          <a:bodyPr wrap="square" lIns="0" tIns="0" rIns="0" bIns="0" rtlCol="0" anchor="ctr"/>
          <a:lstStyle/>
          <a:p>
            <a:pPr algn="ctr" indent="0" marL="0">
              <a:buNone/>
            </a:pPr>
            <a:r>
              <a:rPr lang="en-US" sz="2000" b="1" dirty="0">
                <a:solidFill>
                  <a:schemeClr val="accent6"/>
                </a:solidFill>
              </a:rPr>
              <a:t>ben</a:t>
            </a:r>
            <a:endParaRPr lang="en-US" sz="2000" dirty="0"/>
          </a:p>
        </p:txBody>
      </p:sp>
      <p:sp>
        <p:nvSpPr>
          <p:cNvPr id="17" name="Shape 14"/>
          <p:cNvSpPr/>
          <p:nvPr/>
        </p:nvSpPr>
        <p:spPr>
          <a:xfrm>
            <a:off x="9418320" y="4069080"/>
            <a:ext cx="365760" cy="365760"/>
          </a:xfrm>
          <a:prstGeom prst="ellipse">
            <a:avLst/>
          </a:prstGeom>
          <a:solidFill>
            <a:srgbClr val="4A5A70"/>
          </a:solidFill>
          <a:ln w="19050">
            <a:solidFill>
              <a:srgbClr val="FFFFFF"/>
            </a:solidFill>
            <a:prstDash val="solid"/>
          </a:ln>
        </p:spPr>
      </p:sp>
      <p:sp>
        <p:nvSpPr>
          <p:cNvPr id="18" name="Shape 15"/>
          <p:cNvSpPr/>
          <p:nvPr/>
        </p:nvSpPr>
        <p:spPr>
          <a:xfrm>
            <a:off x="10972800" y="4069080"/>
            <a:ext cx="365760" cy="365760"/>
          </a:xfrm>
          <a:prstGeom prst="ellipse">
            <a:avLst/>
          </a:prstGeom>
          <a:solidFill>
            <a:srgbClr val="4A5A70"/>
          </a:solidFill>
          <a:ln w="19050">
            <a:solidFill>
              <a:srgbClr val="FFFFF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toneBridg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Relier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relie deux phrases avec </a:t>
            </a:r>
            <a:r>
              <a:rPr lang="en-US" sz="2000" i="1" dirty="0">
                <a:solidFill>
                  <a:schemeClr val="tx1"/>
                </a:solidFill>
              </a:rPr>
              <a:t>en, maar, want, of, dus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Trai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Accrocher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construis une phrase avec </a:t>
            </a:r>
            <a:r>
              <a:rPr lang="en-US" sz="2000" i="1" dirty="0">
                <a:solidFill>
                  <a:schemeClr val="tx1"/>
                </a:solidFill>
              </a:rPr>
              <a:t>omdat, dat, als</a:t>
            </a:r>
            <a:r>
              <a:rPr lang="en-US" sz="2000" dirty="0">
                <a:solidFill>
                  <a:schemeClr val="tx1"/>
                </a:solidFill>
              </a:rPr>
              <a:t>… et je mets le </a:t>
            </a:r>
            <a:r>
              <a:rPr lang="en-US" sz="2000" b="1" dirty="0">
                <a:solidFill>
                  <a:schemeClr val="tx1"/>
                </a:solidFill>
              </a:rPr>
              <a:t>verbe à la fin</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Expliquer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une raison : </a:t>
            </a:r>
            <a:r>
              <a:rPr lang="en-US" sz="2000" i="1" dirty="0">
                <a:solidFill>
                  <a:schemeClr val="tx1"/>
                </a:solidFill>
              </a:rPr>
              <a:t>want… / omdat…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le verbe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2148840" y="1554480"/>
            <a:ext cx="457200" cy="457200"/>
          </a:xfrm>
          <a:prstGeom prst="ellipse">
            <a:avLst/>
          </a:prstGeom>
          <a:solidFill>
            <a:schemeClr val="tx2"/>
          </a:solidFill>
          <a:ln w="12700">
            <a:solidFill>
              <a:srgbClr val="FFFFFF">
                <a:alpha val="0"/>
              </a:srgbClr>
            </a:solidFill>
            <a:prstDash val="solid"/>
          </a:ln>
        </p:spPr>
      </p:sp>
      <p:sp>
        <p:nvSpPr>
          <p:cNvPr id="6" name="Text 3"/>
          <p:cNvSpPr txBox="1"/>
          <p:nvPr/>
        </p:nvSpPr>
        <p:spPr>
          <a:xfrm>
            <a:off x="214884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Shape 4"/>
          <p:cNvSpPr/>
          <p:nvPr/>
        </p:nvSpPr>
        <p:spPr>
          <a:xfrm>
            <a:off x="3995928" y="1554480"/>
            <a:ext cx="457200" cy="457200"/>
          </a:xfrm>
          <a:prstGeom prst="ellipse">
            <a:avLst/>
          </a:prstGeom>
          <a:solidFill>
            <a:schemeClr val="accent6"/>
          </a:solidFill>
          <a:ln w="12700">
            <a:solidFill>
              <a:srgbClr val="FFFFFF">
                <a:alpha val="0"/>
              </a:srgbClr>
            </a:solidFill>
            <a:prstDash val="solid"/>
          </a:ln>
        </p:spPr>
      </p:sp>
      <p:sp>
        <p:nvSpPr>
          <p:cNvPr id="8" name="Text 5"/>
          <p:cNvSpPr txBox="1"/>
          <p:nvPr/>
        </p:nvSpPr>
        <p:spPr>
          <a:xfrm>
            <a:off x="3995928"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Shape 6"/>
          <p:cNvSpPr/>
          <p:nvPr/>
        </p:nvSpPr>
        <p:spPr>
          <a:xfrm>
            <a:off x="7031736" y="1554480"/>
            <a:ext cx="457200" cy="457200"/>
          </a:xfrm>
          <a:prstGeom prst="ellipse">
            <a:avLst/>
          </a:prstGeom>
          <a:solidFill>
            <a:schemeClr val="tx2"/>
          </a:solidFill>
          <a:ln w="12700">
            <a:solidFill>
              <a:srgbClr val="FFFFFF">
                <a:alpha val="0"/>
              </a:srgbClr>
            </a:solidFill>
            <a:prstDash val="solid"/>
          </a:ln>
        </p:spPr>
      </p:sp>
      <p:sp>
        <p:nvSpPr>
          <p:cNvPr id="10" name="Text 7"/>
          <p:cNvSpPr txBox="1"/>
          <p:nvPr/>
        </p:nvSpPr>
        <p:spPr>
          <a:xfrm>
            <a:off x="7031736"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Shape 8"/>
          <p:cNvSpPr/>
          <p:nvPr/>
        </p:nvSpPr>
        <p:spPr>
          <a:xfrm>
            <a:off x="10067544" y="1554480"/>
            <a:ext cx="457200" cy="457200"/>
          </a:xfrm>
          <a:prstGeom prst="ellipse">
            <a:avLst/>
          </a:prstGeom>
          <a:solidFill>
            <a:schemeClr val="accent6"/>
          </a:solidFill>
          <a:ln w="12700">
            <a:solidFill>
              <a:srgbClr val="FFFFFF">
                <a:alpha val="0"/>
              </a:srgbClr>
            </a:solidFill>
            <a:prstDash val="solid"/>
          </a:ln>
        </p:spPr>
      </p:sp>
      <p:sp>
        <p:nvSpPr>
          <p:cNvPr id="12" name="Text 9"/>
          <p:cNvSpPr txBox="1"/>
          <p:nvPr/>
        </p:nvSpPr>
        <p:spPr>
          <a:xfrm>
            <a:off x="10067544"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13" name="Image 0" descr="man office worker">    </p:cNvPr>
          <p:cNvPicPr>
            <a:picLocks noChangeAspect="1"/>
          </p:cNvPicPr>
          <p:nvPr/>
        </p:nvPicPr>
        <p:blipFill>
          <a:blip r:embed="rId1"/>
          <a:stretch>
            <a:fillRect/>
          </a:stretch>
        </p:blipFill>
        <p:spPr>
          <a:xfrm>
            <a:off x="594360" y="2240280"/>
            <a:ext cx="640080" cy="640080"/>
          </a:xfrm>
          <a:prstGeom prst="rect">
            <a:avLst/>
          </a:prstGeom>
        </p:spPr>
      </p:pic>
      <p:sp>
        <p:nvSpPr>
          <p:cNvPr id="14" name="Shape 10"/>
          <p:cNvSpPr/>
          <p:nvPr/>
        </p:nvSpPr>
        <p:spPr>
          <a:xfrm>
            <a:off x="1463040" y="2194560"/>
            <a:ext cx="1828800" cy="731520"/>
          </a:xfrm>
          <a:prstGeom prst="roundRect">
            <a:avLst>
              <a:gd name="adj" fmla="val 10000"/>
            </a:avLst>
          </a:prstGeom>
          <a:solidFill>
            <a:schemeClr val="bg1"/>
          </a:solidFill>
          <a:ln w="15875">
            <a:solidFill>
              <a:srgbClr val="D5DCE6"/>
            </a:solidFill>
            <a:prstDash val="solid"/>
          </a:ln>
        </p:spPr>
      </p:sp>
      <p:sp>
        <p:nvSpPr>
          <p:cNvPr id="15" name="Text 11"/>
          <p:cNvSpPr txBox="1"/>
          <p:nvPr/>
        </p:nvSpPr>
        <p:spPr>
          <a:xfrm>
            <a:off x="1463040" y="21945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16" name="Shape 12"/>
          <p:cNvSpPr/>
          <p:nvPr/>
        </p:nvSpPr>
        <p:spPr>
          <a:xfrm>
            <a:off x="3401568" y="2194560"/>
            <a:ext cx="1645920" cy="731520"/>
          </a:xfrm>
          <a:prstGeom prst="roundRect">
            <a:avLst>
              <a:gd name="adj" fmla="val 10000"/>
            </a:avLst>
          </a:prstGeom>
          <a:solidFill>
            <a:srgbClr val="FBEDEB"/>
          </a:solidFill>
          <a:ln w="31750">
            <a:solidFill>
              <a:srgbClr val="B83227"/>
            </a:solidFill>
            <a:prstDash val="solid"/>
          </a:ln>
        </p:spPr>
      </p:sp>
      <p:sp>
        <p:nvSpPr>
          <p:cNvPr id="17" name="Text 13"/>
          <p:cNvSpPr txBox="1"/>
          <p:nvPr/>
        </p:nvSpPr>
        <p:spPr>
          <a:xfrm>
            <a:off x="3401568" y="21945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18" name="Shape 14"/>
          <p:cNvSpPr/>
          <p:nvPr/>
        </p:nvSpPr>
        <p:spPr>
          <a:xfrm>
            <a:off x="5157216" y="2194560"/>
            <a:ext cx="4206240"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5157216" y="21945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pic>
        <p:nvPicPr>
          <p:cNvPr id="20" name="Image 1" descr="spiral calendar">    </p:cNvPr>
          <p:cNvPicPr>
            <a:picLocks noChangeAspect="1"/>
          </p:cNvPicPr>
          <p:nvPr/>
        </p:nvPicPr>
        <p:blipFill>
          <a:blip r:embed="rId2"/>
          <a:stretch>
            <a:fillRect/>
          </a:stretch>
        </p:blipFill>
        <p:spPr>
          <a:xfrm>
            <a:off x="594360" y="3154680"/>
            <a:ext cx="640080" cy="640080"/>
          </a:xfrm>
          <a:prstGeom prst="rect">
            <a:avLst/>
          </a:prstGeom>
        </p:spPr>
      </p:pic>
      <p:sp>
        <p:nvSpPr>
          <p:cNvPr id="21" name="Shape 16"/>
          <p:cNvSpPr/>
          <p:nvPr/>
        </p:nvSpPr>
        <p:spPr>
          <a:xfrm>
            <a:off x="1463040" y="3108960"/>
            <a:ext cx="1828800" cy="731520"/>
          </a:xfrm>
          <a:prstGeom prst="roundRect">
            <a:avLst>
              <a:gd name="adj" fmla="val 10000"/>
            </a:avLst>
          </a:prstGeom>
          <a:solidFill>
            <a:schemeClr val="bg1"/>
          </a:solidFill>
          <a:ln w="15875">
            <a:solidFill>
              <a:srgbClr val="D5DCE6"/>
            </a:solidFill>
            <a:prstDash val="solid"/>
          </a:ln>
        </p:spPr>
      </p:sp>
      <p:sp>
        <p:nvSpPr>
          <p:cNvPr id="22" name="Text 17"/>
          <p:cNvSpPr txBox="1"/>
          <p:nvPr/>
        </p:nvSpPr>
        <p:spPr>
          <a:xfrm>
            <a:off x="1463040" y="31089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Vandaag</a:t>
            </a:r>
            <a:endParaRPr lang="en-US" sz="2200" dirty="0"/>
          </a:p>
        </p:txBody>
      </p:sp>
      <p:sp>
        <p:nvSpPr>
          <p:cNvPr id="23" name="Shape 18"/>
          <p:cNvSpPr/>
          <p:nvPr/>
        </p:nvSpPr>
        <p:spPr>
          <a:xfrm>
            <a:off x="3401568" y="3108960"/>
            <a:ext cx="1645920" cy="731520"/>
          </a:xfrm>
          <a:prstGeom prst="roundRect">
            <a:avLst>
              <a:gd name="adj" fmla="val 10000"/>
            </a:avLst>
          </a:prstGeom>
          <a:solidFill>
            <a:srgbClr val="FBEDEB"/>
          </a:solidFill>
          <a:ln w="31750">
            <a:solidFill>
              <a:srgbClr val="B83227"/>
            </a:solidFill>
            <a:prstDash val="solid"/>
          </a:ln>
        </p:spPr>
      </p:sp>
      <p:sp>
        <p:nvSpPr>
          <p:cNvPr id="24" name="Text 19"/>
          <p:cNvSpPr txBox="1"/>
          <p:nvPr/>
        </p:nvSpPr>
        <p:spPr>
          <a:xfrm>
            <a:off x="3401568" y="31089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25" name="Shape 20"/>
          <p:cNvSpPr/>
          <p:nvPr/>
        </p:nvSpPr>
        <p:spPr>
          <a:xfrm>
            <a:off x="5157216" y="3108960"/>
            <a:ext cx="4206240" cy="731520"/>
          </a:xfrm>
          <a:prstGeom prst="roundRect">
            <a:avLst>
              <a:gd name="adj" fmla="val 10000"/>
            </a:avLst>
          </a:prstGeom>
          <a:solidFill>
            <a:schemeClr val="bg1"/>
          </a:solidFill>
          <a:ln w="15875">
            <a:solidFill>
              <a:srgbClr val="D5DCE6"/>
            </a:solidFill>
            <a:prstDash val="solid"/>
          </a:ln>
        </p:spPr>
      </p:sp>
      <p:sp>
        <p:nvSpPr>
          <p:cNvPr id="26" name="Text 21"/>
          <p:cNvSpPr txBox="1"/>
          <p:nvPr/>
        </p:nvSpPr>
        <p:spPr>
          <a:xfrm>
            <a:off x="5157216" y="31089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Karim in Brussel.</a:t>
            </a:r>
            <a:endParaRPr lang="en-US" sz="2200" dirty="0"/>
          </a:p>
        </p:txBody>
      </p:sp>
      <p:pic>
        <p:nvPicPr>
          <p:cNvPr id="27" name="Image 2" descr="man office worker">    </p:cNvPr>
          <p:cNvPicPr>
            <a:picLocks noChangeAspect="1"/>
          </p:cNvPicPr>
          <p:nvPr/>
        </p:nvPicPr>
        <p:blipFill>
          <a:blip r:embed="rId3"/>
          <a:stretch>
            <a:fillRect/>
          </a:stretch>
        </p:blipFill>
        <p:spPr>
          <a:xfrm>
            <a:off x="594360" y="4069080"/>
            <a:ext cx="640080" cy="640080"/>
          </a:xfrm>
          <a:prstGeom prst="rect">
            <a:avLst/>
          </a:prstGeom>
        </p:spPr>
      </p:pic>
      <p:sp>
        <p:nvSpPr>
          <p:cNvPr id="28" name="Shape 22"/>
          <p:cNvSpPr/>
          <p:nvPr/>
        </p:nvSpPr>
        <p:spPr>
          <a:xfrm>
            <a:off x="1463040" y="4023360"/>
            <a:ext cx="1828800" cy="731520"/>
          </a:xfrm>
          <a:prstGeom prst="roundRect">
            <a:avLst>
              <a:gd name="adj" fmla="val 10000"/>
            </a:avLst>
          </a:prstGeom>
          <a:solidFill>
            <a:schemeClr val="bg1"/>
          </a:solidFill>
          <a:ln w="15875">
            <a:solidFill>
              <a:srgbClr val="D5DCE6"/>
            </a:solidFill>
            <a:prstDash val="solid"/>
          </a:ln>
        </p:spPr>
      </p:sp>
      <p:sp>
        <p:nvSpPr>
          <p:cNvPr id="29" name="Text 23"/>
          <p:cNvSpPr txBox="1"/>
          <p:nvPr/>
        </p:nvSpPr>
        <p:spPr>
          <a:xfrm>
            <a:off x="1463040" y="40233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30" name="Shape 24"/>
          <p:cNvSpPr/>
          <p:nvPr/>
        </p:nvSpPr>
        <p:spPr>
          <a:xfrm>
            <a:off x="3401568" y="4023360"/>
            <a:ext cx="1645920" cy="731520"/>
          </a:xfrm>
          <a:prstGeom prst="roundRect">
            <a:avLst>
              <a:gd name="adj" fmla="val 10000"/>
            </a:avLst>
          </a:prstGeom>
          <a:solidFill>
            <a:srgbClr val="FBEDEB"/>
          </a:solidFill>
          <a:ln w="31750">
            <a:solidFill>
              <a:srgbClr val="B83227"/>
            </a:solidFill>
            <a:prstDash val="solid"/>
          </a:ln>
        </p:spPr>
      </p:sp>
      <p:sp>
        <p:nvSpPr>
          <p:cNvPr id="31" name="Text 25"/>
          <p:cNvSpPr txBox="1"/>
          <p:nvPr/>
        </p:nvSpPr>
        <p:spPr>
          <a:xfrm>
            <a:off x="3401568"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32" name="Shape 26"/>
          <p:cNvSpPr/>
          <p:nvPr/>
        </p:nvSpPr>
        <p:spPr>
          <a:xfrm>
            <a:off x="5157216" y="4023360"/>
            <a:ext cx="4206240" cy="731520"/>
          </a:xfrm>
          <a:prstGeom prst="roundRect">
            <a:avLst>
              <a:gd name="adj" fmla="val 10000"/>
            </a:avLst>
          </a:prstGeom>
          <a:solidFill>
            <a:schemeClr val="bg1"/>
          </a:solidFill>
          <a:ln w="15875">
            <a:solidFill>
              <a:srgbClr val="D5DCE6"/>
            </a:solidFill>
            <a:prstDash val="solid"/>
          </a:ln>
        </p:spPr>
      </p:sp>
      <p:sp>
        <p:nvSpPr>
          <p:cNvPr id="33" name="Text 27"/>
          <p:cNvSpPr txBox="1"/>
          <p:nvPr/>
        </p:nvSpPr>
        <p:spPr>
          <a:xfrm>
            <a:off x="5157216" y="40233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sp>
        <p:nvSpPr>
          <p:cNvPr id="34" name="Shape 28"/>
          <p:cNvSpPr/>
          <p:nvPr/>
        </p:nvSpPr>
        <p:spPr>
          <a:xfrm>
            <a:off x="9473184" y="4023360"/>
            <a:ext cx="1645920" cy="731520"/>
          </a:xfrm>
          <a:prstGeom prst="roundRect">
            <a:avLst>
              <a:gd name="adj" fmla="val 10000"/>
            </a:avLst>
          </a:prstGeom>
          <a:solidFill>
            <a:srgbClr val="FBEDEB"/>
          </a:solidFill>
          <a:ln w="25400">
            <a:solidFill>
              <a:srgbClr val="B83227"/>
            </a:solidFill>
            <a:prstDash val="dash"/>
          </a:ln>
        </p:spPr>
      </p:sp>
      <p:sp>
        <p:nvSpPr>
          <p:cNvPr id="35" name="Text 29"/>
          <p:cNvSpPr txBox="1"/>
          <p:nvPr/>
        </p:nvSpPr>
        <p:spPr>
          <a:xfrm>
            <a:off x="9473184"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werken.</a:t>
            </a:r>
            <a:endParaRPr lang="en-US" sz="2200" dirty="0"/>
          </a:p>
        </p:txBody>
      </p:sp>
      <p:sp>
        <p:nvSpPr>
          <p:cNvPr id="36" name="Shape 30"/>
          <p:cNvSpPr/>
          <p:nvPr/>
        </p:nvSpPr>
        <p:spPr>
          <a:xfrm>
            <a:off x="548640" y="5029200"/>
            <a:ext cx="11091672" cy="502920"/>
          </a:xfrm>
          <a:prstGeom prst="roundRect">
            <a:avLst>
              <a:gd name="adj" fmla="val 14545"/>
            </a:avLst>
          </a:prstGeom>
          <a:solidFill>
            <a:schemeClr val="accent6">
              <a:alpha val="10000"/>
            </a:schemeClr>
          </a:solidFill>
          <a:ln w="12700">
            <a:solidFill>
              <a:srgbClr val="B83227"/>
            </a:solidFill>
            <a:prstDash val="solid"/>
          </a:ln>
        </p:spPr>
      </p:sp>
      <p:sp>
        <p:nvSpPr>
          <p:cNvPr id="37" name="Text 31"/>
          <p:cNvSpPr txBox="1"/>
          <p:nvPr/>
        </p:nvSpPr>
        <p:spPr>
          <a:xfrm>
            <a:off x="777240" y="5029200"/>
            <a:ext cx="10698480" cy="502920"/>
          </a:xfrm>
          <a:prstGeom prst="rect">
            <a:avLst/>
          </a:prstGeom>
          <a:noFill/>
          <a:ln/>
        </p:spPr>
        <p:txBody>
          <a:bodyPr wrap="square" lIns="0" tIns="0" rIns="0" bIns="0" rtlCol="0" anchor="ctr"/>
          <a:lstStyle/>
          <a:p>
            <a:pPr algn="l" indent="0" marL="0">
              <a:buNone/>
            </a:pPr>
            <a:r>
              <a:rPr lang="en-US" sz="1900" dirty="0">
                <a:solidFill>
                  <a:schemeClr val="tx1"/>
                </a:solidFill>
              </a:rPr>
              <a:t>Rappel (M3) : le verbe conjugué est </a:t>
            </a:r>
            <a:r>
              <a:rPr lang="en-US" sz="1900" b="1" dirty="0">
                <a:solidFill>
                  <a:schemeClr val="tx1"/>
                </a:solidFill>
              </a:rPr>
              <a:t>toujours en case ②</a:t>
            </a:r>
            <a:r>
              <a:rPr lang="en-US" sz="1900" dirty="0">
                <a:solidFill>
                  <a:schemeClr val="tx1"/>
                </a:solidFill>
              </a:rPr>
              <a:t>.</a:t>
            </a:r>
            <a:endParaRPr lang="en-US" sz="1900" dirty="0"/>
          </a:p>
        </p:txBody>
      </p:sp>
      <p:sp>
        <p:nvSpPr>
          <p:cNvPr id="38" name="Shape 32"/>
          <p:cNvSpPr/>
          <p:nvPr/>
        </p:nvSpPr>
        <p:spPr>
          <a:xfrm>
            <a:off x="548640" y="5669280"/>
            <a:ext cx="11091672" cy="594360"/>
          </a:xfrm>
          <a:prstGeom prst="roundRect">
            <a:avLst>
              <a:gd name="adj" fmla="val 12308"/>
            </a:avLst>
          </a:prstGeom>
          <a:solidFill>
            <a:schemeClr val="accent1"/>
          </a:solidFill>
          <a:ln w="12700">
            <a:solidFill>
              <a:srgbClr val="FFFFFF">
                <a:alpha val="0"/>
              </a:srgbClr>
            </a:solidFill>
            <a:prstDash val="solid"/>
          </a:ln>
        </p:spPr>
      </p:sp>
      <p:sp>
        <p:nvSpPr>
          <p:cNvPr id="39" name="Text 3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Aujourd’hui : la </a:t>
            </a:r>
            <a:r>
              <a:rPr lang="en-US" sz="1900" b="1" dirty="0">
                <a:solidFill>
                  <a:schemeClr val="bg1"/>
                </a:solidFill>
              </a:rPr>
              <a:t>seule</a:t>
            </a:r>
            <a:r>
              <a:rPr lang="en-US" sz="1900" dirty="0">
                <a:solidFill>
                  <a:schemeClr val="bg1"/>
                </a:solidFill>
              </a:rPr>
              <a:t> situation, dans une phrase affirmative, où le verbe quitte la case ② → la subordonnée.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façons de relier deux phrases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40680" cy="3566160"/>
          </a:xfrm>
          <a:prstGeom prst="roundRect">
            <a:avLst>
              <a:gd name="adj" fmla="val 2051"/>
            </a:avLst>
          </a:prstGeom>
          <a:solidFill>
            <a:schemeClr val="accent2">
              <a:alpha val="8000"/>
            </a:schemeClr>
          </a:solidFill>
          <a:ln w="25400">
            <a:solidFill>
              <a:srgbClr val="2A6FB0"/>
            </a:solidFill>
            <a:prstDash val="solid"/>
          </a:ln>
        </p:spPr>
      </p:sp>
      <p:sp>
        <p:nvSpPr>
          <p:cNvPr id="6" name="Text 3"/>
          <p:cNvSpPr txBox="1"/>
          <p:nvPr/>
        </p:nvSpPr>
        <p:spPr>
          <a:xfrm>
            <a:off x="77724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Le pont</a:t>
            </a:r>
            <a:endParaRPr lang="en-US" sz="2200" dirty="0"/>
          </a:p>
        </p:txBody>
      </p:sp>
      <p:sp>
        <p:nvSpPr>
          <p:cNvPr id="7" name="Shape 4"/>
          <p:cNvSpPr/>
          <p:nvPr/>
        </p:nvSpPr>
        <p:spPr>
          <a:xfrm>
            <a:off x="2057400" y="2606040"/>
            <a:ext cx="2468880" cy="1280160"/>
          </a:xfrm>
          <a:prstGeom prst="arc">
            <a:avLst>
              <a:gd name="adj1" fmla="val 10800000"/>
              <a:gd name="adj2" fmla="val 21600000"/>
            </a:avLst>
          </a:prstGeom>
          <a:solidFill>
            <a:srgbClr val="FFFFFF">
              <a:alpha val="0"/>
            </a:srgbClr>
          </a:solidFill>
          <a:ln w="50800">
            <a:solidFill>
              <a:srgbClr val="2A6FB0"/>
            </a:solidFill>
            <a:prstDash val="solid"/>
            <a:tailEnd type="triangle"/>
          </a:ln>
        </p:spPr>
      </p:sp>
      <p:sp>
        <p:nvSpPr>
          <p:cNvPr id="8" name="tag"/>
          <p:cNvSpPr/>
          <p:nvPr/>
        </p:nvSpPr>
        <p:spPr>
          <a:xfrm>
            <a:off x="2880360" y="2395728"/>
            <a:ext cx="941222" cy="384048"/>
          </a:xfrm>
          <a:prstGeom prst="roundRect">
            <a:avLst>
              <a:gd name="adj" fmla="val 11905"/>
            </a:avLst>
          </a:prstGeom>
          <a:solidFill>
            <a:schemeClr val="accent2"/>
          </a:solidFill>
          <a:ln/>
        </p:spPr>
        <p:txBody>
          <a:bodyPr wrap="square" lIns="0" tIns="0" rIns="0" bIns="0" rtlCol="0" anchor="ctr"/>
          <a:lstStyle/>
          <a:p>
            <a:pPr algn="ctr" indent="0" marL="0">
              <a:buNone/>
            </a:pPr>
            <a:r>
              <a:rPr lang="en-US" sz="1600" b="1" spc="100" kern="0" dirty="0">
                <a:solidFill>
                  <a:srgbClr val="FFFFFF"/>
                </a:solidFill>
              </a:rPr>
              <a:t>want</a:t>
            </a:r>
            <a:endParaRPr lang="en-US" sz="1600" dirty="0"/>
          </a:p>
        </p:txBody>
      </p:sp>
      <p:sp>
        <p:nvSpPr>
          <p:cNvPr id="9" name="Shape 6"/>
          <p:cNvSpPr/>
          <p:nvPr/>
        </p:nvSpPr>
        <p:spPr>
          <a:xfrm>
            <a:off x="777240" y="3246120"/>
            <a:ext cx="2325319" cy="685800"/>
          </a:xfrm>
          <a:prstGeom prst="roundRect">
            <a:avLst>
              <a:gd name="adj" fmla="val 10667"/>
            </a:avLst>
          </a:prstGeom>
          <a:solidFill>
            <a:schemeClr val="bg1"/>
          </a:solidFill>
          <a:ln w="15875">
            <a:solidFill>
              <a:srgbClr val="D5DCE6"/>
            </a:solidFill>
            <a:prstDash val="solid"/>
          </a:ln>
        </p:spPr>
      </p:sp>
      <p:sp>
        <p:nvSpPr>
          <p:cNvPr id="10" name="Text 7"/>
          <p:cNvSpPr txBox="1"/>
          <p:nvPr/>
        </p:nvSpPr>
        <p:spPr>
          <a:xfrm>
            <a:off x="777240" y="3246120"/>
            <a:ext cx="2325319"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11" name="Shape 8"/>
          <p:cNvSpPr/>
          <p:nvPr/>
        </p:nvSpPr>
        <p:spPr>
          <a:xfrm>
            <a:off x="3611880" y="3246120"/>
            <a:ext cx="563636" cy="685800"/>
          </a:xfrm>
          <a:prstGeom prst="roundRect">
            <a:avLst>
              <a:gd name="adj" fmla="val 12979"/>
            </a:avLst>
          </a:prstGeom>
          <a:solidFill>
            <a:schemeClr val="bg1"/>
          </a:solidFill>
          <a:ln w="15875">
            <a:solidFill>
              <a:srgbClr val="D5DCE6"/>
            </a:solidFill>
            <a:prstDash val="solid"/>
          </a:ln>
        </p:spPr>
      </p:sp>
      <p:sp>
        <p:nvSpPr>
          <p:cNvPr id="12" name="Text 9"/>
          <p:cNvSpPr txBox="1"/>
          <p:nvPr/>
        </p:nvSpPr>
        <p:spPr>
          <a:xfrm>
            <a:off x="361188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13" name="Shape 10"/>
          <p:cNvSpPr/>
          <p:nvPr/>
        </p:nvSpPr>
        <p:spPr>
          <a:xfrm>
            <a:off x="4230380" y="3246120"/>
            <a:ext cx="699150" cy="685800"/>
          </a:xfrm>
          <a:prstGeom prst="roundRect">
            <a:avLst>
              <a:gd name="adj" fmla="val 10667"/>
            </a:avLst>
          </a:prstGeom>
          <a:solidFill>
            <a:srgbClr val="FBEDEB"/>
          </a:solidFill>
          <a:ln w="31750">
            <a:solidFill>
              <a:srgbClr val="B83227"/>
            </a:solidFill>
            <a:prstDash val="solid"/>
          </a:ln>
        </p:spPr>
      </p:sp>
      <p:sp>
        <p:nvSpPr>
          <p:cNvPr id="14" name="Text 11"/>
          <p:cNvSpPr txBox="1"/>
          <p:nvPr/>
        </p:nvSpPr>
        <p:spPr>
          <a:xfrm>
            <a:off x="4230380"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15" name="Shape 12"/>
          <p:cNvSpPr/>
          <p:nvPr/>
        </p:nvSpPr>
        <p:spPr>
          <a:xfrm>
            <a:off x="4984394" y="3246120"/>
            <a:ext cx="970178" cy="685800"/>
          </a:xfrm>
          <a:prstGeom prst="roundRect">
            <a:avLst>
              <a:gd name="adj" fmla="val 10667"/>
            </a:avLst>
          </a:prstGeom>
          <a:solidFill>
            <a:schemeClr val="bg1"/>
          </a:solidFill>
          <a:ln w="15875">
            <a:solidFill>
              <a:srgbClr val="D5DCE6"/>
            </a:solidFill>
            <a:prstDash val="solid"/>
          </a:ln>
        </p:spPr>
      </p:sp>
      <p:sp>
        <p:nvSpPr>
          <p:cNvPr id="16" name="Text 13"/>
          <p:cNvSpPr txBox="1"/>
          <p:nvPr/>
        </p:nvSpPr>
        <p:spPr>
          <a:xfrm>
            <a:off x="4984394" y="3246120"/>
            <a:ext cx="970178"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17" name="Text 14"/>
          <p:cNvSpPr txBox="1"/>
          <p:nvPr/>
        </p:nvSpPr>
        <p:spPr>
          <a:xfrm>
            <a:off x="77724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deux phrases complètes : </a:t>
            </a:r>
            <a:r>
              <a:rPr lang="en-US" sz="1700" b="1" dirty="0">
                <a:solidFill>
                  <a:schemeClr val="tx2"/>
                </a:solidFill>
              </a:rPr>
              <a:t>rien ne bouge</a:t>
            </a:r>
            <a:endParaRPr lang="en-US" sz="1700" dirty="0"/>
          </a:p>
        </p:txBody>
      </p:sp>
      <p:sp>
        <p:nvSpPr>
          <p:cNvPr id="18" name="Shape 15"/>
          <p:cNvSpPr/>
          <p:nvPr/>
        </p:nvSpPr>
        <p:spPr>
          <a:xfrm>
            <a:off x="6199632" y="1554480"/>
            <a:ext cx="5440680" cy="3566160"/>
          </a:xfrm>
          <a:prstGeom prst="roundRect">
            <a:avLst>
              <a:gd name="adj" fmla="val 2051"/>
            </a:avLst>
          </a:prstGeom>
          <a:solidFill>
            <a:schemeClr val="accent1">
              <a:alpha val="8000"/>
            </a:schemeClr>
          </a:solidFill>
          <a:ln w="25400">
            <a:solidFill>
              <a:srgbClr val="D9700F"/>
            </a:solidFill>
            <a:prstDash val="solid"/>
          </a:ln>
        </p:spPr>
      </p:sp>
      <p:sp>
        <p:nvSpPr>
          <p:cNvPr id="19" name="Text 16"/>
          <p:cNvSpPr txBox="1"/>
          <p:nvPr/>
        </p:nvSpPr>
        <p:spPr>
          <a:xfrm>
            <a:off x="640080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Le wagon accroché</a:t>
            </a:r>
            <a:endParaRPr lang="en-US" sz="2200" dirty="0"/>
          </a:p>
        </p:txBody>
      </p:sp>
      <p:sp>
        <p:nvSpPr>
          <p:cNvPr id="20" name="Shape 17"/>
          <p:cNvSpPr/>
          <p:nvPr/>
        </p:nvSpPr>
        <p:spPr>
          <a:xfrm>
            <a:off x="6400800" y="3246120"/>
            <a:ext cx="2189805"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6400800" y="3246120"/>
            <a:ext cx="2189805"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22" name="tag"/>
          <p:cNvSpPr/>
          <p:nvPr/>
        </p:nvSpPr>
        <p:spPr>
          <a:xfrm>
            <a:off x="8275320" y="2514600"/>
            <a:ext cx="1085088"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600" b="1" spc="100" kern="0" dirty="0">
                <a:solidFill>
                  <a:srgbClr val="FFFFFF"/>
                </a:solidFill>
              </a:rPr>
              <a:t>omdat</a:t>
            </a:r>
            <a:endParaRPr lang="en-US" sz="1600" dirty="0"/>
          </a:p>
        </p:txBody>
      </p:sp>
      <p:sp>
        <p:nvSpPr>
          <p:cNvPr id="23" name="Shape 20"/>
          <p:cNvSpPr/>
          <p:nvPr/>
        </p:nvSpPr>
        <p:spPr>
          <a:xfrm>
            <a:off x="8796528" y="2898648"/>
            <a:ext cx="914" cy="301752"/>
          </a:xfrm>
          <a:prstGeom prst="line">
            <a:avLst/>
          </a:prstGeom>
          <a:noFill/>
          <a:ln w="31750">
            <a:solidFill>
              <a:srgbClr val="D9700F"/>
            </a:solidFill>
            <a:prstDash val="solid"/>
            <a:tailEnd type="triangle"/>
          </a:ln>
        </p:spPr>
      </p:sp>
      <p:sp>
        <p:nvSpPr>
          <p:cNvPr id="24" name="Shape 21"/>
          <p:cNvSpPr/>
          <p:nvPr/>
        </p:nvSpPr>
        <p:spPr>
          <a:xfrm>
            <a:off x="8686800" y="3246120"/>
            <a:ext cx="563636" cy="685800"/>
          </a:xfrm>
          <a:prstGeom prst="roundRect">
            <a:avLst>
              <a:gd name="adj" fmla="val 12979"/>
            </a:avLst>
          </a:prstGeom>
          <a:solidFill>
            <a:schemeClr val="bg1"/>
          </a:solidFill>
          <a:ln w="15875">
            <a:solidFill>
              <a:srgbClr val="D5DCE6"/>
            </a:solidFill>
            <a:prstDash val="solid"/>
          </a:ln>
        </p:spPr>
      </p:sp>
      <p:sp>
        <p:nvSpPr>
          <p:cNvPr id="25" name="Text 22"/>
          <p:cNvSpPr txBox="1"/>
          <p:nvPr/>
        </p:nvSpPr>
        <p:spPr>
          <a:xfrm>
            <a:off x="868680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26" name="Shape 23"/>
          <p:cNvSpPr/>
          <p:nvPr/>
        </p:nvSpPr>
        <p:spPr>
          <a:xfrm>
            <a:off x="9305300" y="3246120"/>
            <a:ext cx="834664" cy="685800"/>
          </a:xfrm>
          <a:prstGeom prst="roundRect">
            <a:avLst>
              <a:gd name="adj" fmla="val 10667"/>
            </a:avLst>
          </a:prstGeom>
          <a:solidFill>
            <a:schemeClr val="bg1"/>
          </a:solidFill>
          <a:ln w="15875">
            <a:solidFill>
              <a:srgbClr val="D5DCE6"/>
            </a:solidFill>
            <a:prstDash val="solid"/>
          </a:ln>
        </p:spPr>
      </p:sp>
      <p:sp>
        <p:nvSpPr>
          <p:cNvPr id="27" name="Text 24"/>
          <p:cNvSpPr txBox="1"/>
          <p:nvPr/>
        </p:nvSpPr>
        <p:spPr>
          <a:xfrm>
            <a:off x="9305300" y="3246120"/>
            <a:ext cx="834664"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28" name="Shape 25"/>
          <p:cNvSpPr/>
          <p:nvPr/>
        </p:nvSpPr>
        <p:spPr>
          <a:xfrm>
            <a:off x="10194828" y="3246120"/>
            <a:ext cx="699150" cy="685800"/>
          </a:xfrm>
          <a:prstGeom prst="roundRect">
            <a:avLst>
              <a:gd name="adj" fmla="val 10667"/>
            </a:avLst>
          </a:prstGeom>
          <a:solidFill>
            <a:srgbClr val="FBEDEB"/>
          </a:solidFill>
          <a:ln w="31750">
            <a:solidFill>
              <a:srgbClr val="B83227"/>
            </a:solidFill>
            <a:prstDash val="solid"/>
          </a:ln>
        </p:spPr>
      </p:sp>
      <p:sp>
        <p:nvSpPr>
          <p:cNvPr id="29" name="Text 26"/>
          <p:cNvSpPr txBox="1"/>
          <p:nvPr/>
        </p:nvSpPr>
        <p:spPr>
          <a:xfrm>
            <a:off x="10194828"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30" name="Shape 27"/>
          <p:cNvSpPr/>
          <p:nvPr/>
        </p:nvSpPr>
        <p:spPr>
          <a:xfrm>
            <a:off x="9372600" y="2926080"/>
            <a:ext cx="1201339" cy="640080"/>
          </a:xfrm>
          <a:prstGeom prst="arc">
            <a:avLst>
              <a:gd name="adj1" fmla="val 10800000"/>
              <a:gd name="adj2" fmla="val 21600000"/>
            </a:avLst>
          </a:prstGeom>
          <a:solidFill>
            <a:srgbClr val="FFFFFF">
              <a:alpha val="0"/>
            </a:srgbClr>
          </a:solidFill>
          <a:ln w="31750">
            <a:solidFill>
              <a:srgbClr val="B83227"/>
            </a:solidFill>
            <a:prstDash val="solid"/>
            <a:tailEnd type="triangle"/>
          </a:ln>
        </p:spPr>
      </p:sp>
      <p:sp>
        <p:nvSpPr>
          <p:cNvPr id="31" name="Text 28"/>
          <p:cNvSpPr txBox="1"/>
          <p:nvPr/>
        </p:nvSpPr>
        <p:spPr>
          <a:xfrm>
            <a:off x="640080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principale + subordonnée : </a:t>
            </a:r>
            <a:r>
              <a:rPr lang="en-US" sz="1700" b="1" dirty="0">
                <a:solidFill>
                  <a:schemeClr val="tx2"/>
                </a:solidFill>
              </a:rPr>
              <a:t>verbe à la fin</a:t>
            </a:r>
            <a:endParaRPr lang="en-US" sz="1700" dirty="0"/>
          </a:p>
        </p:txBody>
      </p:sp>
      <p:sp>
        <p:nvSpPr>
          <p:cNvPr id="32" name="Shape 29"/>
          <p:cNvSpPr/>
          <p:nvPr/>
        </p:nvSpPr>
        <p:spPr>
          <a:xfrm>
            <a:off x="548640" y="5349240"/>
            <a:ext cx="11091672" cy="640080"/>
          </a:xfrm>
          <a:prstGeom prst="roundRect">
            <a:avLst>
              <a:gd name="adj" fmla="val 11429"/>
            </a:avLst>
          </a:prstGeom>
          <a:solidFill>
            <a:schemeClr val="tx2"/>
          </a:solidFill>
          <a:ln w="12700">
            <a:solidFill>
              <a:srgbClr val="FFFFFF">
                <a:alpha val="0"/>
              </a:srgbClr>
            </a:solidFill>
            <a:prstDash val="solid"/>
          </a:ln>
        </p:spPr>
      </p:sp>
      <p:sp>
        <p:nvSpPr>
          <p:cNvPr id="33" name="Text 30"/>
          <p:cNvSpPr txBox="1"/>
          <p:nvPr/>
        </p:nvSpPr>
        <p:spPr>
          <a:xfrm>
            <a:off x="822960" y="534924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Même sens : « Je reste à la maison </a:t>
            </a:r>
            <a:r>
              <a:rPr lang="en-US" sz="1900" b="1" dirty="0">
                <a:solidFill>
                  <a:schemeClr val="bg1"/>
                </a:solidFill>
              </a:rPr>
              <a:t>parce que</a:t>
            </a:r>
            <a:r>
              <a:rPr lang="en-US" sz="1900" dirty="0">
                <a:solidFill>
                  <a:schemeClr val="bg1"/>
                </a:solidFill>
              </a:rPr>
              <a:t> je suis malade. »</a:t>
            </a:r>
            <a:endParaRPr lang="en-US" sz="1900" dirty="0"/>
          </a:p>
        </p:txBody>
      </p:sp>
      <p:sp>
        <p:nvSpPr>
          <p:cNvPr id="34" name="Text 31"/>
          <p:cNvSpPr txBox="1"/>
          <p:nvPr/>
        </p:nvSpPr>
        <p:spPr>
          <a:xfrm>
            <a:off x="548640" y="6035040"/>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hoofdzin</a:t>
            </a:r>
            <a:r>
              <a:rPr lang="en-US" sz="1400" i="1" dirty="0">
                <a:solidFill>
                  <a:schemeClr val="accent5"/>
                </a:solidFill>
              </a:rPr>
              <a:t> = proposition principale · </a:t>
            </a:r>
            <a:r>
              <a:rPr lang="en-US" sz="1400" i="1" dirty="0">
                <a:solidFill>
                  <a:schemeClr val="accent5"/>
                </a:solidFill>
              </a:rPr>
              <a:t>bijzin</a:t>
            </a:r>
            <a:r>
              <a:rPr lang="en-US" sz="1400" i="1" dirty="0">
                <a:solidFill>
                  <a:schemeClr val="accent5"/>
                </a:solidFill>
              </a:rPr>
              <a:t> = subordonnée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mots-ponts : rien ne bouge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7" name="Text 4"/>
          <p:cNvSpPr txBox="1"/>
          <p:nvPr/>
        </p:nvSpPr>
        <p:spPr>
          <a:xfrm>
            <a:off x="54864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en</a:t>
            </a:r>
            <a:endParaRPr lang="en-US" sz="3800" dirty="0"/>
          </a:p>
        </p:txBody>
      </p:sp>
      <p:sp>
        <p:nvSpPr>
          <p:cNvPr id="8" name="Text 5"/>
          <p:cNvSpPr txBox="1"/>
          <p:nvPr/>
        </p:nvSpPr>
        <p:spPr>
          <a:xfrm>
            <a:off x="54864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et</a:t>
            </a:r>
            <a:endParaRPr lang="en-US" sz="1700" dirty="0"/>
          </a:p>
        </p:txBody>
      </p:sp>
      <p:sp>
        <p:nvSpPr>
          <p:cNvPr id="9" name="Text 6"/>
          <p:cNvSpPr txBox="1"/>
          <p:nvPr/>
        </p:nvSpPr>
        <p:spPr>
          <a:xfrm>
            <a:off x="68580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Karim </a:t>
            </a:r>
            <a:r>
              <a:rPr lang="en-US" sz="1700" b="1" i="1" dirty="0">
                <a:solidFill>
                  <a:schemeClr val="accent6"/>
                </a:solidFill>
              </a:rPr>
              <a:t>werkt</a:t>
            </a:r>
            <a:r>
              <a:rPr lang="en-US" sz="1700" i="1" dirty="0">
                <a:solidFill>
                  <a:schemeClr val="tx1"/>
                </a:solidFill>
              </a:rPr>
              <a:t> in Brussel </a:t>
            </a:r>
            <a:r>
              <a:rPr lang="en-US" sz="1700" b="1" i="1" dirty="0">
                <a:solidFill>
                  <a:schemeClr val="tx1"/>
                </a:solidFill>
              </a:rPr>
              <a:t>en</a:t>
            </a:r>
            <a:r>
              <a:rPr lang="en-US" sz="1700" i="1" dirty="0">
                <a:solidFill>
                  <a:schemeClr val="tx1"/>
                </a:solidFill>
              </a:rPr>
              <a:t> Sofie </a:t>
            </a:r>
            <a:r>
              <a:rPr lang="en-US" sz="1700" b="1" i="1" dirty="0">
                <a:solidFill>
                  <a:schemeClr val="accent6"/>
                </a:solidFill>
              </a:rPr>
              <a:t>woont</a:t>
            </a:r>
            <a:r>
              <a:rPr lang="en-US" sz="1700" i="1" dirty="0">
                <a:solidFill>
                  <a:schemeClr val="tx1"/>
                </a:solidFill>
              </a:rPr>
              <a:t> in Gent.</a:t>
            </a:r>
            <a:endParaRPr lang="en-US" sz="1700" dirty="0"/>
          </a:p>
        </p:txBody>
      </p:sp>
      <p:sp>
        <p:nvSpPr>
          <p:cNvPr id="10" name="Shape 7"/>
          <p:cNvSpPr/>
          <p:nvPr/>
        </p:nvSpPr>
        <p:spPr>
          <a:xfrm>
            <a:off x="280355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2" name="Text 9"/>
          <p:cNvSpPr txBox="1"/>
          <p:nvPr/>
        </p:nvSpPr>
        <p:spPr>
          <a:xfrm>
            <a:off x="280355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maar</a:t>
            </a:r>
            <a:endParaRPr lang="en-US" sz="3800" dirty="0"/>
          </a:p>
        </p:txBody>
      </p:sp>
      <p:sp>
        <p:nvSpPr>
          <p:cNvPr id="13" name="Text 10"/>
          <p:cNvSpPr txBox="1"/>
          <p:nvPr/>
        </p:nvSpPr>
        <p:spPr>
          <a:xfrm>
            <a:off x="280355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mais</a:t>
            </a:r>
            <a:endParaRPr lang="en-US" sz="1700" dirty="0"/>
          </a:p>
        </p:txBody>
      </p:sp>
      <p:sp>
        <p:nvSpPr>
          <p:cNvPr id="14" name="Text 11"/>
          <p:cNvSpPr txBox="1"/>
          <p:nvPr/>
        </p:nvSpPr>
        <p:spPr>
          <a:xfrm>
            <a:off x="294071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spreek</a:t>
            </a:r>
            <a:r>
              <a:rPr lang="en-US" sz="1700" i="1" dirty="0">
                <a:solidFill>
                  <a:schemeClr val="tx1"/>
                </a:solidFill>
              </a:rPr>
              <a:t> Frans, </a:t>
            </a:r>
            <a:r>
              <a:rPr lang="en-US" sz="1700" b="1" i="1" dirty="0">
                <a:solidFill>
                  <a:schemeClr val="tx1"/>
                </a:solidFill>
              </a:rPr>
              <a:t>maar</a:t>
            </a:r>
            <a:r>
              <a:rPr lang="en-US" sz="1700" i="1" dirty="0">
                <a:solidFill>
                  <a:schemeClr val="tx1"/>
                </a:solidFill>
              </a:rPr>
              <a:t> ik </a:t>
            </a:r>
            <a:r>
              <a:rPr lang="en-US" sz="1700" b="1" i="1" dirty="0">
                <a:solidFill>
                  <a:schemeClr val="accent6"/>
                </a:solidFill>
              </a:rPr>
              <a:t>leer</a:t>
            </a:r>
            <a:r>
              <a:rPr lang="en-US" sz="1700" i="1" dirty="0">
                <a:solidFill>
                  <a:schemeClr val="tx1"/>
                </a:solidFill>
              </a:rPr>
              <a:t> Nederlands.</a:t>
            </a:r>
            <a:endParaRPr lang="en-US" sz="1700" dirty="0"/>
          </a:p>
        </p:txBody>
      </p:sp>
      <p:sp>
        <p:nvSpPr>
          <p:cNvPr id="15" name="Shape 12"/>
          <p:cNvSpPr/>
          <p:nvPr/>
        </p:nvSpPr>
        <p:spPr>
          <a:xfrm>
            <a:off x="505846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7" name="Text 14"/>
          <p:cNvSpPr txBox="1"/>
          <p:nvPr/>
        </p:nvSpPr>
        <p:spPr>
          <a:xfrm>
            <a:off x="505846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want</a:t>
            </a:r>
            <a:endParaRPr lang="en-US" sz="3800" dirty="0"/>
          </a:p>
        </p:txBody>
      </p:sp>
      <p:sp>
        <p:nvSpPr>
          <p:cNvPr id="18" name="Text 15"/>
          <p:cNvSpPr txBox="1"/>
          <p:nvPr/>
        </p:nvSpPr>
        <p:spPr>
          <a:xfrm>
            <a:off x="505846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car</a:t>
            </a:r>
            <a:endParaRPr lang="en-US" sz="1700" dirty="0"/>
          </a:p>
        </p:txBody>
      </p:sp>
      <p:sp>
        <p:nvSpPr>
          <p:cNvPr id="19" name="Text 16"/>
          <p:cNvSpPr txBox="1"/>
          <p:nvPr/>
        </p:nvSpPr>
        <p:spPr>
          <a:xfrm>
            <a:off x="519562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neem</a:t>
            </a:r>
            <a:r>
              <a:rPr lang="en-US" sz="1700" i="1" dirty="0">
                <a:solidFill>
                  <a:schemeClr val="tx1"/>
                </a:solidFill>
              </a:rPr>
              <a:t> de trein, </a:t>
            </a:r>
            <a:r>
              <a:rPr lang="en-US" sz="1700" b="1" i="1" dirty="0">
                <a:solidFill>
                  <a:schemeClr val="tx1"/>
                </a:solidFill>
              </a:rPr>
              <a:t>want</a:t>
            </a:r>
            <a:r>
              <a:rPr lang="en-US" sz="1700" i="1" dirty="0">
                <a:solidFill>
                  <a:schemeClr val="tx1"/>
                </a:solidFill>
              </a:rPr>
              <a:t> ik </a:t>
            </a:r>
            <a:r>
              <a:rPr lang="en-US" sz="1700" b="1" i="1" dirty="0">
                <a:solidFill>
                  <a:schemeClr val="accent6"/>
                </a:solidFill>
              </a:rPr>
              <a:t>heb</a:t>
            </a:r>
            <a:r>
              <a:rPr lang="en-US" sz="1700" i="1" dirty="0">
                <a:solidFill>
                  <a:schemeClr val="tx1"/>
                </a:solidFill>
              </a:rPr>
              <a:t> geen auto.</a:t>
            </a:r>
            <a:endParaRPr lang="en-US" sz="1700" dirty="0"/>
          </a:p>
        </p:txBody>
      </p:sp>
      <p:sp>
        <p:nvSpPr>
          <p:cNvPr id="20" name="Shape 17"/>
          <p:cNvSpPr/>
          <p:nvPr/>
        </p:nvSpPr>
        <p:spPr>
          <a:xfrm>
            <a:off x="731337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2" name="Text 19"/>
          <p:cNvSpPr txBox="1"/>
          <p:nvPr/>
        </p:nvSpPr>
        <p:spPr>
          <a:xfrm>
            <a:off x="731337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23" name="Text 20"/>
          <p:cNvSpPr txBox="1"/>
          <p:nvPr/>
        </p:nvSpPr>
        <p:spPr>
          <a:xfrm>
            <a:off x="731337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ou</a:t>
            </a:r>
            <a:endParaRPr lang="en-US" sz="1700" dirty="0"/>
          </a:p>
        </p:txBody>
      </p:sp>
      <p:sp>
        <p:nvSpPr>
          <p:cNvPr id="24" name="Text 21"/>
          <p:cNvSpPr txBox="1"/>
          <p:nvPr/>
        </p:nvSpPr>
        <p:spPr>
          <a:xfrm>
            <a:off x="745053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Sofie </a:t>
            </a:r>
            <a:r>
              <a:rPr lang="en-US" sz="1700" b="1" i="1" dirty="0">
                <a:solidFill>
                  <a:schemeClr val="accent6"/>
                </a:solidFill>
              </a:rPr>
              <a:t>werkt</a:t>
            </a:r>
            <a:r>
              <a:rPr lang="en-US" sz="1700" i="1" dirty="0">
                <a:solidFill>
                  <a:schemeClr val="tx1"/>
                </a:solidFill>
              </a:rPr>
              <a:t> thuis </a:t>
            </a:r>
            <a:r>
              <a:rPr lang="en-US" sz="1700" b="1" i="1" dirty="0">
                <a:solidFill>
                  <a:schemeClr val="tx1"/>
                </a:solidFill>
              </a:rPr>
              <a:t>of</a:t>
            </a:r>
            <a:r>
              <a:rPr lang="en-US" sz="1700" i="1" dirty="0">
                <a:solidFill>
                  <a:schemeClr val="tx1"/>
                </a:solidFill>
              </a:rPr>
              <a:t> ze </a:t>
            </a:r>
            <a:r>
              <a:rPr lang="en-US" sz="1700" b="1" i="1" dirty="0">
                <a:solidFill>
                  <a:schemeClr val="accent6"/>
                </a:solidFill>
              </a:rPr>
              <a:t>is</a:t>
            </a:r>
            <a:r>
              <a:rPr lang="en-US" sz="1700" i="1" dirty="0">
                <a:solidFill>
                  <a:schemeClr val="tx1"/>
                </a:solidFill>
              </a:rPr>
              <a:t> ziek.</a:t>
            </a:r>
            <a:endParaRPr lang="en-US" sz="1700" dirty="0"/>
          </a:p>
        </p:txBody>
      </p:sp>
      <p:sp>
        <p:nvSpPr>
          <p:cNvPr id="25" name="Shape 22"/>
          <p:cNvSpPr/>
          <p:nvPr/>
        </p:nvSpPr>
        <p:spPr>
          <a:xfrm>
            <a:off x="9568282"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7" name="Text 24"/>
          <p:cNvSpPr txBox="1"/>
          <p:nvPr/>
        </p:nvSpPr>
        <p:spPr>
          <a:xfrm>
            <a:off x="9568282"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dus</a:t>
            </a:r>
            <a:endParaRPr lang="en-US" sz="3800" dirty="0"/>
          </a:p>
        </p:txBody>
      </p:sp>
      <p:sp>
        <p:nvSpPr>
          <p:cNvPr id="28" name="Text 25"/>
          <p:cNvSpPr txBox="1"/>
          <p:nvPr/>
        </p:nvSpPr>
        <p:spPr>
          <a:xfrm>
            <a:off x="9568282"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donc</a:t>
            </a:r>
            <a:endParaRPr lang="en-US" sz="1700" dirty="0"/>
          </a:p>
        </p:txBody>
      </p:sp>
      <p:sp>
        <p:nvSpPr>
          <p:cNvPr id="29" name="Text 26"/>
          <p:cNvSpPr txBox="1"/>
          <p:nvPr/>
        </p:nvSpPr>
        <p:spPr>
          <a:xfrm>
            <a:off x="9705442"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ik </a:t>
            </a:r>
            <a:r>
              <a:rPr lang="en-US" sz="1700" b="1" i="1" dirty="0">
                <a:solidFill>
                  <a:schemeClr val="accent6"/>
                </a:solidFill>
              </a:rPr>
              <a:t>neem</a:t>
            </a:r>
            <a:r>
              <a:rPr lang="en-US" sz="1700" i="1" dirty="0">
                <a:solidFill>
                  <a:schemeClr val="tx1"/>
                </a:solidFill>
              </a:rPr>
              <a:t> de bus.</a:t>
            </a:r>
            <a:r>
              <a:rPr lang="en-US" sz="1700" dirty="0">
                <a:solidFill>
                  <a:schemeClr val="tx1"/>
                </a:solidFill>
              </a:rPr>
              <a:t>
</a:t>
            </a: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a:t>
            </a:r>
            <a:r>
              <a:rPr lang="en-US" sz="1700" b="1" i="1" dirty="0">
                <a:solidFill>
                  <a:schemeClr val="accent6"/>
                </a:solidFill>
              </a:rPr>
              <a:t>neem</a:t>
            </a:r>
            <a:r>
              <a:rPr lang="en-US" sz="1700" i="1" dirty="0">
                <a:solidFill>
                  <a:schemeClr val="tx1"/>
                </a:solidFill>
              </a:rPr>
              <a:t> ik de bus.</a:t>
            </a:r>
            <a:endParaRPr lang="en-US" sz="1700" dirty="0"/>
          </a:p>
        </p:txBody>
      </p:sp>
      <p:sp>
        <p:nvSpPr>
          <p:cNvPr id="30" name="tag"/>
          <p:cNvSpPr/>
          <p:nvPr/>
        </p:nvSpPr>
        <p:spPr>
          <a:xfrm>
            <a:off x="9796882" y="4983480"/>
            <a:ext cx="1552651"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 inversion</a:t>
            </a:r>
            <a:endParaRPr lang="en-US" sz="1200" dirty="0"/>
          </a:p>
        </p:txBody>
      </p:sp>
      <p:sp>
        <p:nvSpPr>
          <p:cNvPr id="31" name="Shape 28"/>
          <p:cNvSpPr/>
          <p:nvPr/>
        </p:nvSpPr>
        <p:spPr>
          <a:xfrm>
            <a:off x="548640" y="5669280"/>
            <a:ext cx="11091672" cy="594360"/>
          </a:xfrm>
          <a:prstGeom prst="roundRect">
            <a:avLst>
              <a:gd name="adj" fmla="val 12308"/>
            </a:avLst>
          </a:prstGeom>
          <a:solidFill>
            <a:schemeClr val="accent2"/>
          </a:solidFill>
          <a:ln w="12700">
            <a:solidFill>
              <a:srgbClr val="FFFFFF">
                <a:alpha val="0"/>
              </a:srgbClr>
            </a:solidFill>
            <a:prstDash val="solid"/>
          </a:ln>
        </p:spPr>
      </p:sp>
      <p:sp>
        <p:nvSpPr>
          <p:cNvPr id="32" name="Text 29"/>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Moyen mnémotechnique : </a:t>
            </a:r>
            <a:r>
              <a:rPr lang="en-US" sz="1900" b="1" dirty="0">
                <a:solidFill>
                  <a:schemeClr val="bg1"/>
                </a:solidFill>
              </a:rPr>
              <a:t>EMWOD</a:t>
            </a:r>
            <a:r>
              <a:rPr lang="en-US" sz="1900" dirty="0">
                <a:solidFill>
                  <a:schemeClr val="bg1"/>
                </a:solidFill>
              </a:rPr>
              <a:t> — </a:t>
            </a:r>
            <a:r>
              <a:rPr lang="en-US" sz="1900" i="1" dirty="0">
                <a:solidFill>
                  <a:schemeClr val="bg1"/>
                </a:solidFill>
              </a:rPr>
              <a:t>en · maar · want · of · dus</a:t>
            </a:r>
            <a:r>
              <a:rPr lang="en-US" sz="1900" dirty="0">
                <a:solidFill>
                  <a:schemeClr val="bg1"/>
                </a:solidFill>
              </a:rPr>
              <a:t>. Le verbe reste en case ② des deux côtés.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pont dans la grille : la case 0</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028700" y="1572768"/>
            <a:ext cx="457200" cy="457200"/>
          </a:xfrm>
          <a:prstGeom prst="ellipse">
            <a:avLst/>
          </a:prstGeom>
          <a:solidFill>
            <a:schemeClr val="accent2"/>
          </a:solidFill>
          <a:ln w="12700">
            <a:solidFill>
              <a:srgbClr val="FFFFFF">
                <a:alpha val="0"/>
              </a:srgbClr>
            </a:solidFill>
            <a:prstDash val="solid"/>
          </a:ln>
        </p:spPr>
      </p:sp>
      <p:sp>
        <p:nvSpPr>
          <p:cNvPr id="6" name="Text 3"/>
          <p:cNvSpPr txBox="1"/>
          <p:nvPr/>
        </p:nvSpPr>
        <p:spPr>
          <a:xfrm>
            <a:off x="102870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0</a:t>
            </a:r>
            <a:endParaRPr lang="en-US" sz="1600" dirty="0"/>
          </a:p>
        </p:txBody>
      </p:sp>
      <p:sp>
        <p:nvSpPr>
          <p:cNvPr id="7" name="Shape 4"/>
          <p:cNvSpPr/>
          <p:nvPr/>
        </p:nvSpPr>
        <p:spPr>
          <a:xfrm>
            <a:off x="2651760" y="1572768"/>
            <a:ext cx="457200" cy="457200"/>
          </a:xfrm>
          <a:prstGeom prst="ellipse">
            <a:avLst/>
          </a:prstGeom>
          <a:solidFill>
            <a:schemeClr val="tx2"/>
          </a:solidFill>
          <a:ln w="12700">
            <a:solidFill>
              <a:srgbClr val="FFFFFF">
                <a:alpha val="0"/>
              </a:srgbClr>
            </a:solidFill>
            <a:prstDash val="solid"/>
          </a:ln>
        </p:spPr>
      </p:sp>
      <p:sp>
        <p:nvSpPr>
          <p:cNvPr id="8" name="Text 5"/>
          <p:cNvSpPr txBox="1"/>
          <p:nvPr/>
        </p:nvSpPr>
        <p:spPr>
          <a:xfrm>
            <a:off x="265176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Shape 6"/>
          <p:cNvSpPr/>
          <p:nvPr/>
        </p:nvSpPr>
        <p:spPr>
          <a:xfrm>
            <a:off x="4434840" y="1572768"/>
            <a:ext cx="457200" cy="457200"/>
          </a:xfrm>
          <a:prstGeom prst="ellipse">
            <a:avLst/>
          </a:prstGeom>
          <a:solidFill>
            <a:schemeClr val="accent6"/>
          </a:solidFill>
          <a:ln w="12700">
            <a:solidFill>
              <a:srgbClr val="FFFFFF">
                <a:alpha val="0"/>
              </a:srgbClr>
            </a:solidFill>
            <a:prstDash val="solid"/>
          </a:ln>
        </p:spPr>
      </p:sp>
      <p:sp>
        <p:nvSpPr>
          <p:cNvPr id="10" name="Text 7"/>
          <p:cNvSpPr txBox="1"/>
          <p:nvPr/>
        </p:nvSpPr>
        <p:spPr>
          <a:xfrm>
            <a:off x="443484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Shape 8"/>
          <p:cNvSpPr/>
          <p:nvPr/>
        </p:nvSpPr>
        <p:spPr>
          <a:xfrm>
            <a:off x="7269480" y="1572768"/>
            <a:ext cx="457200" cy="457200"/>
          </a:xfrm>
          <a:prstGeom prst="ellipse">
            <a:avLst/>
          </a:prstGeom>
          <a:solidFill>
            <a:schemeClr val="tx2"/>
          </a:solidFill>
          <a:ln w="12700">
            <a:solidFill>
              <a:srgbClr val="FFFFFF">
                <a:alpha val="0"/>
              </a:srgbClr>
            </a:solidFill>
            <a:prstDash val="solid"/>
          </a:ln>
        </p:spPr>
      </p:sp>
      <p:sp>
        <p:nvSpPr>
          <p:cNvPr id="12" name="Text 9"/>
          <p:cNvSpPr txBox="1"/>
          <p:nvPr/>
        </p:nvSpPr>
        <p:spPr>
          <a:xfrm>
            <a:off x="726948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Shape 10"/>
          <p:cNvSpPr/>
          <p:nvPr/>
        </p:nvSpPr>
        <p:spPr>
          <a:xfrm>
            <a:off x="2103120" y="2194560"/>
            <a:ext cx="1554480" cy="777240"/>
          </a:xfrm>
          <a:prstGeom prst="roundRect">
            <a:avLst>
              <a:gd name="adj" fmla="val 9412"/>
            </a:avLst>
          </a:prstGeom>
          <a:solidFill>
            <a:schemeClr val="bg1"/>
          </a:solidFill>
          <a:ln w="15875">
            <a:solidFill>
              <a:srgbClr val="D5DCE6"/>
            </a:solidFill>
            <a:prstDash val="solid"/>
          </a:ln>
        </p:spPr>
      </p:sp>
      <p:sp>
        <p:nvSpPr>
          <p:cNvPr id="14" name="Text 11"/>
          <p:cNvSpPr txBox="1"/>
          <p:nvPr/>
        </p:nvSpPr>
        <p:spPr>
          <a:xfrm>
            <a:off x="2103120" y="219456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Sofie</a:t>
            </a:r>
            <a:endParaRPr lang="en-US" sz="2400" dirty="0"/>
          </a:p>
        </p:txBody>
      </p:sp>
      <p:sp>
        <p:nvSpPr>
          <p:cNvPr id="15" name="Shape 12"/>
          <p:cNvSpPr/>
          <p:nvPr/>
        </p:nvSpPr>
        <p:spPr>
          <a:xfrm>
            <a:off x="3749040" y="2194560"/>
            <a:ext cx="1828800" cy="777240"/>
          </a:xfrm>
          <a:prstGeom prst="roundRect">
            <a:avLst>
              <a:gd name="adj" fmla="val 9412"/>
            </a:avLst>
          </a:prstGeom>
          <a:solidFill>
            <a:srgbClr val="FBEDEB"/>
          </a:solidFill>
          <a:ln w="31750">
            <a:solidFill>
              <a:srgbClr val="B83227"/>
            </a:solidFill>
            <a:prstDash val="solid"/>
          </a:ln>
        </p:spPr>
      </p:sp>
      <p:sp>
        <p:nvSpPr>
          <p:cNvPr id="16" name="Text 13"/>
          <p:cNvSpPr txBox="1"/>
          <p:nvPr/>
        </p:nvSpPr>
        <p:spPr>
          <a:xfrm>
            <a:off x="3749040" y="219456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werkt</a:t>
            </a:r>
            <a:endParaRPr lang="en-US" sz="2400" dirty="0"/>
          </a:p>
        </p:txBody>
      </p:sp>
      <p:sp>
        <p:nvSpPr>
          <p:cNvPr id="17" name="Shape 14"/>
          <p:cNvSpPr/>
          <p:nvPr/>
        </p:nvSpPr>
        <p:spPr>
          <a:xfrm>
            <a:off x="5669280" y="2194560"/>
            <a:ext cx="3657600"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5669280" y="219456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bij Peeters &amp; Co</a:t>
            </a:r>
            <a:endParaRPr lang="en-US" sz="2400" dirty="0"/>
          </a:p>
        </p:txBody>
      </p:sp>
      <p:sp>
        <p:nvSpPr>
          <p:cNvPr id="19" name="Shape 16"/>
          <p:cNvSpPr/>
          <p:nvPr/>
        </p:nvSpPr>
        <p:spPr>
          <a:xfrm>
            <a:off x="2103120" y="3886200"/>
            <a:ext cx="1554480" cy="777240"/>
          </a:xfrm>
          <a:prstGeom prst="roundRect">
            <a:avLst>
              <a:gd name="adj" fmla="val 9412"/>
            </a:avLst>
          </a:prstGeom>
          <a:solidFill>
            <a:schemeClr val="bg1"/>
          </a:solidFill>
          <a:ln w="15875">
            <a:solidFill>
              <a:srgbClr val="D5DCE6"/>
            </a:solidFill>
            <a:prstDash val="solid"/>
          </a:ln>
        </p:spPr>
      </p:sp>
      <p:sp>
        <p:nvSpPr>
          <p:cNvPr id="20" name="Text 17"/>
          <p:cNvSpPr txBox="1"/>
          <p:nvPr/>
        </p:nvSpPr>
        <p:spPr>
          <a:xfrm>
            <a:off x="2103120" y="388620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ze</a:t>
            </a:r>
            <a:endParaRPr lang="en-US" sz="2400" dirty="0"/>
          </a:p>
        </p:txBody>
      </p:sp>
      <p:sp>
        <p:nvSpPr>
          <p:cNvPr id="21" name="Shape 18"/>
          <p:cNvSpPr/>
          <p:nvPr/>
        </p:nvSpPr>
        <p:spPr>
          <a:xfrm>
            <a:off x="3749040" y="3886200"/>
            <a:ext cx="1828800" cy="777240"/>
          </a:xfrm>
          <a:prstGeom prst="roundRect">
            <a:avLst>
              <a:gd name="adj" fmla="val 9412"/>
            </a:avLst>
          </a:prstGeom>
          <a:solidFill>
            <a:srgbClr val="FBEDEB"/>
          </a:solidFill>
          <a:ln w="31750">
            <a:solidFill>
              <a:srgbClr val="B83227"/>
            </a:solidFill>
            <a:prstDash val="solid"/>
          </a:ln>
        </p:spPr>
      </p:sp>
      <p:sp>
        <p:nvSpPr>
          <p:cNvPr id="22" name="Text 19"/>
          <p:cNvSpPr txBox="1"/>
          <p:nvPr/>
        </p:nvSpPr>
        <p:spPr>
          <a:xfrm>
            <a:off x="3749040" y="388620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woont</a:t>
            </a:r>
            <a:endParaRPr lang="en-US" sz="2400" dirty="0"/>
          </a:p>
        </p:txBody>
      </p:sp>
      <p:sp>
        <p:nvSpPr>
          <p:cNvPr id="23" name="Shape 20"/>
          <p:cNvSpPr/>
          <p:nvPr/>
        </p:nvSpPr>
        <p:spPr>
          <a:xfrm>
            <a:off x="5669280" y="3886200"/>
            <a:ext cx="3657600"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5669280" y="388620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in Gent.</a:t>
            </a:r>
            <a:endParaRPr lang="en-US" sz="2400" dirty="0"/>
          </a:p>
        </p:txBody>
      </p:sp>
      <p:sp>
        <p:nvSpPr>
          <p:cNvPr id="25" name="Shape 22"/>
          <p:cNvSpPr/>
          <p:nvPr/>
        </p:nvSpPr>
        <p:spPr>
          <a:xfrm>
            <a:off x="548640" y="3044952"/>
            <a:ext cx="1417320" cy="731520"/>
          </a:xfrm>
          <a:prstGeom prst="roundRect">
            <a:avLst>
              <a:gd name="adj" fmla="val 10000"/>
            </a:avLst>
          </a:prstGeom>
          <a:solidFill>
            <a:schemeClr val="bg2"/>
          </a:solidFill>
          <a:ln w="15875">
            <a:solidFill>
              <a:srgbClr val="4A5A70"/>
            </a:solidFill>
            <a:prstDash val="sysDash"/>
          </a:ln>
        </p:spPr>
      </p:sp>
      <p:sp>
        <p:nvSpPr>
          <p:cNvPr id="26" name="Text 23"/>
          <p:cNvSpPr txBox="1"/>
          <p:nvPr/>
        </p:nvSpPr>
        <p:spPr>
          <a:xfrm>
            <a:off x="548640" y="3044952"/>
            <a:ext cx="1417320" cy="731520"/>
          </a:xfrm>
          <a:prstGeom prst="rect">
            <a:avLst/>
          </a:prstGeom>
          <a:noFill/>
          <a:ln/>
        </p:spPr>
        <p:txBody>
          <a:bodyPr wrap="square" lIns="0" tIns="0" rIns="0" bIns="0" rtlCol="0" anchor="ctr"/>
          <a:lstStyle/>
          <a:p>
            <a:pPr algn="ctr" indent="0" marL="0">
              <a:buNone/>
            </a:pPr>
            <a:r>
              <a:rPr lang="en-US" sz="2400" b="1" dirty="0">
                <a:solidFill>
                  <a:schemeClr val="accent2"/>
                </a:solidFill>
              </a:rPr>
              <a:t>maar</a:t>
            </a:r>
            <a:endParaRPr lang="en-US" sz="2400" dirty="0"/>
          </a:p>
        </p:txBody>
      </p:sp>
      <p:sp>
        <p:nvSpPr>
          <p:cNvPr id="27" name="Shape 24"/>
          <p:cNvSpPr/>
          <p:nvPr/>
        </p:nvSpPr>
        <p:spPr>
          <a:xfrm>
            <a:off x="1965960" y="3410712"/>
            <a:ext cx="7360920" cy="914"/>
          </a:xfrm>
          <a:prstGeom prst="line">
            <a:avLst/>
          </a:prstGeom>
          <a:noFill/>
          <a:ln w="19050">
            <a:solidFill>
              <a:srgbClr val="2A6FB0"/>
            </a:solidFill>
            <a:prstDash val="dash"/>
          </a:ln>
        </p:spPr>
      </p:sp>
      <p:sp>
        <p:nvSpPr>
          <p:cNvPr id="28" name="Text 25"/>
          <p:cNvSpPr txBox="1"/>
          <p:nvPr/>
        </p:nvSpPr>
        <p:spPr>
          <a:xfrm>
            <a:off x="3749040" y="3090672"/>
            <a:ext cx="5577840" cy="292608"/>
          </a:xfrm>
          <a:prstGeom prst="rect">
            <a:avLst/>
          </a:prstGeom>
          <a:noFill/>
          <a:ln/>
        </p:spPr>
        <p:txBody>
          <a:bodyPr wrap="square" lIns="0" tIns="0" rIns="0" bIns="0" rtlCol="0" anchor="t"/>
          <a:lstStyle/>
          <a:p>
            <a:pPr algn="l" indent="0" marL="0">
              <a:buNone/>
            </a:pPr>
            <a:r>
              <a:rPr lang="en-US" sz="1400" i="1" dirty="0">
                <a:solidFill>
                  <a:schemeClr val="accent2"/>
                </a:solidFill>
              </a:rPr>
              <a:t>le mot-pont reste « sur le pont »</a:t>
            </a:r>
            <a:endParaRPr lang="en-US" sz="1400" dirty="0"/>
          </a:p>
        </p:txBody>
      </p:sp>
      <p:sp>
        <p:nvSpPr>
          <p:cNvPr id="29" name="Shape 26"/>
          <p:cNvSpPr/>
          <p:nvPr/>
        </p:nvSpPr>
        <p:spPr>
          <a:xfrm>
            <a:off x="9555480" y="2194560"/>
            <a:ext cx="2084832" cy="2468880"/>
          </a:xfrm>
          <a:prstGeom prst="roundRect">
            <a:avLst>
              <a:gd name="adj" fmla="val 438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9738360" y="2359152"/>
            <a:ext cx="566928" cy="566928"/>
          </a:xfrm>
          <a:prstGeom prst="ellipse">
            <a:avLst/>
          </a:prstGeom>
          <a:solidFill>
            <a:schemeClr val="accent1"/>
          </a:solidFill>
          <a:ln w="12700">
            <a:solidFill>
              <a:srgbClr val="FFFFFF">
                <a:alpha val="0"/>
              </a:srgbClr>
            </a:solidFill>
            <a:prstDash val="solid"/>
          </a:ln>
        </p:spPr>
      </p:sp>
      <p:pic>
        <p:nvPicPr>
          <p:cNvPr id="31" name="Image 0" descr="Exclamation">    </p:cNvPr>
          <p:cNvPicPr>
            <a:picLocks noChangeAspect="1"/>
          </p:cNvPicPr>
          <p:nvPr/>
        </p:nvPicPr>
        <p:blipFill>
          <a:blip r:embed="rId1"/>
          <a:stretch>
            <a:fillRect/>
          </a:stretch>
        </p:blipFill>
        <p:spPr>
          <a:xfrm>
            <a:off x="9874423" y="2495215"/>
            <a:ext cx="294803" cy="294803"/>
          </a:xfrm>
          <a:prstGeom prst="rect">
            <a:avLst/>
          </a:prstGeom>
        </p:spPr>
      </p:pic>
      <p:sp>
        <p:nvSpPr>
          <p:cNvPr id="32" name="Text 28"/>
          <p:cNvSpPr txBox="1"/>
          <p:nvPr/>
        </p:nvSpPr>
        <p:spPr>
          <a:xfrm>
            <a:off x="10451592" y="2340864"/>
            <a:ext cx="1051560" cy="603504"/>
          </a:xfrm>
          <a:prstGeom prst="rect">
            <a:avLst/>
          </a:prstGeom>
          <a:noFill/>
          <a:ln/>
        </p:spPr>
        <p:txBody>
          <a:bodyPr wrap="square" lIns="0" tIns="0" rIns="0" bIns="0" rtlCol="0" anchor="ctr"/>
          <a:lstStyle/>
          <a:p>
            <a:pPr algn="l" indent="0" marL="0">
              <a:buNone/>
            </a:pPr>
            <a:r>
              <a:rPr lang="en-US" sz="1900" b="1" dirty="0">
                <a:solidFill>
                  <a:schemeClr val="accent1"/>
                </a:solidFill>
              </a:rPr>
              <a:t>dus</a:t>
            </a:r>
            <a:endParaRPr lang="en-US" sz="1900" dirty="0"/>
          </a:p>
        </p:txBody>
      </p:sp>
      <p:sp>
        <p:nvSpPr>
          <p:cNvPr id="33" name="Text 29"/>
          <p:cNvSpPr txBox="1"/>
          <p:nvPr/>
        </p:nvSpPr>
        <p:spPr>
          <a:xfrm>
            <a:off x="9756648" y="3063240"/>
            <a:ext cx="1682496" cy="1490472"/>
          </a:xfrm>
          <a:prstGeom prst="rect">
            <a:avLst/>
          </a:prstGeom>
          <a:noFill/>
          <a:ln/>
        </p:spPr>
        <p:txBody>
          <a:bodyPr wrap="square" lIns="0" tIns="0" rIns="0" bIns="0" rtlCol="0" anchor="t"/>
          <a:lstStyle/>
          <a:p>
            <a:pPr algn="l" indent="0" marL="0">
              <a:spcAft>
                <a:spcPts val="600"/>
              </a:spcAft>
              <a:buNone/>
            </a:pPr>
            <a:r>
              <a:rPr lang="en-US" sz="1600" dirty="0">
                <a:solidFill>
                  <a:schemeClr val="tx1"/>
                </a:solidFill>
              </a:rPr>
              <a:t>peut aussi entrer en case ① → inversion</a:t>
            </a:r>
            <a:endParaRPr lang="en-US" sz="1600" dirty="0"/>
          </a:p>
        </p:txBody>
      </p:sp>
      <p:sp>
        <p:nvSpPr>
          <p:cNvPr id="34" name="Shape 30"/>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5" name="Text 31"/>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Chaque phrase garde la structure du M3 : </a:t>
            </a:r>
            <a:r>
              <a:rPr lang="en-US" sz="1900" b="1" dirty="0">
                <a:solidFill>
                  <a:schemeClr val="bg1"/>
                </a:solidFill>
              </a:rPr>
              <a:t>verbe en case ②</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want ≠ omdat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200" dirty="0">
                <a:solidFill>
                  <a:schemeClr val="tx1"/>
                </a:solidFill>
              </a:rPr>
              <a:t>« Je reste à la maison </a:t>
            </a:r>
            <a:r>
              <a:rPr lang="en-US" sz="2200" b="1" dirty="0">
                <a:solidFill>
                  <a:schemeClr val="tx1"/>
                </a:solidFill>
              </a:rPr>
              <a:t>car / parce que</a:t>
            </a:r>
            <a:r>
              <a:rPr lang="en-US" sz="2200" dirty="0">
                <a:solidFill>
                  <a:schemeClr val="tx1"/>
                </a:solidFill>
              </a:rPr>
              <a:t> je suis malade. »</a:t>
            </a:r>
            <a:endParaRPr lang="en-US" sz="2200" dirty="0"/>
          </a:p>
        </p:txBody>
      </p:sp>
      <p:sp>
        <p:nvSpPr>
          <p:cNvPr id="8" name="Shape 5"/>
          <p:cNvSpPr/>
          <p:nvPr/>
        </p:nvSpPr>
        <p:spPr>
          <a:xfrm flipH="1">
            <a:off x="3383280" y="2606040"/>
            <a:ext cx="2706624" cy="457200"/>
          </a:xfrm>
          <a:prstGeom prst="line">
            <a:avLst/>
          </a:prstGeom>
          <a:noFill/>
          <a:ln w="25400">
            <a:solidFill>
              <a:srgbClr val="4A5A70"/>
            </a:solidFill>
            <a:prstDash val="solid"/>
            <a:tailEnd type="triangle"/>
          </a:ln>
        </p:spPr>
      </p:sp>
      <p:sp>
        <p:nvSpPr>
          <p:cNvPr id="9" name="Shape 6"/>
          <p:cNvSpPr/>
          <p:nvPr/>
        </p:nvSpPr>
        <p:spPr>
          <a:xfrm>
            <a:off x="6089904" y="2606040"/>
            <a:ext cx="2688336" cy="457200"/>
          </a:xfrm>
          <a:prstGeom prst="line">
            <a:avLst/>
          </a:prstGeom>
          <a:noFill/>
          <a:ln w="25400">
            <a:solidFill>
              <a:srgbClr val="4A5A70"/>
            </a:solidFill>
            <a:prstDash val="solid"/>
            <a:tailEnd type="triangle"/>
          </a:ln>
        </p:spPr>
      </p:sp>
      <p:sp>
        <p:nvSpPr>
          <p:cNvPr id="10" name="Shape 7"/>
          <p:cNvSpPr/>
          <p:nvPr/>
        </p:nvSpPr>
        <p:spPr>
          <a:xfrm>
            <a:off x="77724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11" name="Image 0" descr="CheckCircle">    </p:cNvPr>
          <p:cNvPicPr>
            <a:picLocks noChangeAspect="1"/>
          </p:cNvPicPr>
          <p:nvPr/>
        </p:nvPicPr>
        <p:blipFill>
          <a:blip r:embed="rId1"/>
          <a:stretch>
            <a:fillRect/>
          </a:stretch>
        </p:blipFill>
        <p:spPr>
          <a:xfrm>
            <a:off x="886968" y="3246120"/>
            <a:ext cx="310896" cy="310896"/>
          </a:xfrm>
          <a:prstGeom prst="rect">
            <a:avLst/>
          </a:prstGeom>
        </p:spPr>
      </p:pic>
      <p:sp>
        <p:nvSpPr>
          <p:cNvPr id="12" name="Shape 8"/>
          <p:cNvSpPr/>
          <p:nvPr/>
        </p:nvSpPr>
        <p:spPr>
          <a:xfrm>
            <a:off x="960120" y="3639312"/>
            <a:ext cx="2111350" cy="566928"/>
          </a:xfrm>
          <a:prstGeom prst="roundRect">
            <a:avLst>
              <a:gd name="adj" fmla="val 12903"/>
            </a:avLst>
          </a:prstGeom>
          <a:solidFill>
            <a:schemeClr val="bg1"/>
          </a:solidFill>
          <a:ln w="15875">
            <a:solidFill>
              <a:srgbClr val="D5DCE6"/>
            </a:solidFill>
            <a:prstDash val="solid"/>
          </a:ln>
        </p:spPr>
      </p:sp>
      <p:sp>
        <p:nvSpPr>
          <p:cNvPr id="13" name="Text 9"/>
          <p:cNvSpPr txBox="1"/>
          <p:nvPr/>
        </p:nvSpPr>
        <p:spPr>
          <a:xfrm>
            <a:off x="960120" y="3639312"/>
            <a:ext cx="211135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14" name="Shape 10"/>
          <p:cNvSpPr/>
          <p:nvPr/>
        </p:nvSpPr>
        <p:spPr>
          <a:xfrm>
            <a:off x="3117190" y="3639312"/>
            <a:ext cx="777606" cy="566928"/>
          </a:xfrm>
          <a:prstGeom prst="roundRect">
            <a:avLst>
              <a:gd name="adj" fmla="val 12903"/>
            </a:avLst>
          </a:prstGeom>
          <a:solidFill>
            <a:schemeClr val="accent2"/>
          </a:solidFill>
          <a:ln w="12700">
            <a:solidFill>
              <a:srgbClr val="FFFFFF">
                <a:alpha val="0"/>
              </a:srgbClr>
            </a:solidFill>
            <a:prstDash val="solid"/>
          </a:ln>
        </p:spPr>
      </p:sp>
      <p:sp>
        <p:nvSpPr>
          <p:cNvPr id="15" name="Text 11"/>
          <p:cNvSpPr txBox="1"/>
          <p:nvPr/>
        </p:nvSpPr>
        <p:spPr>
          <a:xfrm>
            <a:off x="3117190" y="3639312"/>
            <a:ext cx="777606" cy="566928"/>
          </a:xfrm>
          <a:prstGeom prst="rect">
            <a:avLst/>
          </a:prstGeom>
          <a:noFill/>
          <a:ln/>
        </p:spPr>
        <p:txBody>
          <a:bodyPr wrap="square" lIns="0" tIns="0" rIns="0" bIns="0" rtlCol="0" anchor="ctr"/>
          <a:lstStyle/>
          <a:p>
            <a:pPr algn="ctr" indent="0" marL="0">
              <a:buNone/>
            </a:pPr>
            <a:r>
              <a:rPr lang="en-US" sz="1700" b="1" dirty="0">
                <a:solidFill>
                  <a:schemeClr val="bg1"/>
                </a:solidFill>
              </a:rPr>
              <a:t>want</a:t>
            </a:r>
            <a:endParaRPr lang="en-US" sz="1700" dirty="0"/>
          </a:p>
        </p:txBody>
      </p:sp>
      <p:sp>
        <p:nvSpPr>
          <p:cNvPr id="16" name="Shape 12"/>
          <p:cNvSpPr/>
          <p:nvPr/>
        </p:nvSpPr>
        <p:spPr>
          <a:xfrm>
            <a:off x="3940515" y="3639312"/>
            <a:ext cx="535107" cy="566928"/>
          </a:xfrm>
          <a:prstGeom prst="roundRect">
            <a:avLst>
              <a:gd name="adj" fmla="val 13671"/>
            </a:avLst>
          </a:prstGeom>
          <a:solidFill>
            <a:schemeClr val="bg1"/>
          </a:solidFill>
          <a:ln w="15875">
            <a:solidFill>
              <a:srgbClr val="D5DCE6"/>
            </a:solidFill>
            <a:prstDash val="solid"/>
          </a:ln>
        </p:spPr>
      </p:sp>
      <p:sp>
        <p:nvSpPr>
          <p:cNvPr id="17" name="Text 13"/>
          <p:cNvSpPr txBox="1"/>
          <p:nvPr/>
        </p:nvSpPr>
        <p:spPr>
          <a:xfrm>
            <a:off x="394051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18" name="Shape 14"/>
          <p:cNvSpPr/>
          <p:nvPr/>
        </p:nvSpPr>
        <p:spPr>
          <a:xfrm>
            <a:off x="4521342" y="3639312"/>
            <a:ext cx="656356" cy="566928"/>
          </a:xfrm>
          <a:prstGeom prst="roundRect">
            <a:avLst>
              <a:gd name="adj" fmla="val 12903"/>
            </a:avLst>
          </a:prstGeom>
          <a:solidFill>
            <a:srgbClr val="FBEDEB"/>
          </a:solidFill>
          <a:ln w="31750">
            <a:solidFill>
              <a:srgbClr val="B83227"/>
            </a:solidFill>
            <a:prstDash val="solid"/>
          </a:ln>
        </p:spPr>
      </p:sp>
      <p:sp>
        <p:nvSpPr>
          <p:cNvPr id="19" name="Text 15"/>
          <p:cNvSpPr txBox="1"/>
          <p:nvPr/>
        </p:nvSpPr>
        <p:spPr>
          <a:xfrm>
            <a:off x="4521342"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0" name="Shape 16"/>
          <p:cNvSpPr/>
          <p:nvPr/>
        </p:nvSpPr>
        <p:spPr>
          <a:xfrm>
            <a:off x="5223419" y="3639312"/>
            <a:ext cx="898855" cy="566928"/>
          </a:xfrm>
          <a:prstGeom prst="roundRect">
            <a:avLst>
              <a:gd name="adj" fmla="val 12903"/>
            </a:avLst>
          </a:prstGeom>
          <a:solidFill>
            <a:schemeClr val="bg1"/>
          </a:solidFill>
          <a:ln w="15875">
            <a:solidFill>
              <a:srgbClr val="D5DCE6"/>
            </a:solidFill>
            <a:prstDash val="solid"/>
          </a:ln>
        </p:spPr>
      </p:sp>
      <p:sp>
        <p:nvSpPr>
          <p:cNvPr id="21" name="Text 17"/>
          <p:cNvSpPr txBox="1"/>
          <p:nvPr/>
        </p:nvSpPr>
        <p:spPr>
          <a:xfrm>
            <a:off x="5223419" y="3639312"/>
            <a:ext cx="898855"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22" name="Text 18"/>
          <p:cNvSpPr txBox="1"/>
          <p:nvPr/>
        </p:nvSpPr>
        <p:spPr>
          <a:xfrm>
            <a:off x="77724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2"/>
                </a:solidFill>
              </a:rPr>
              <a:t>verbe en ②</a:t>
            </a:r>
            <a:endParaRPr lang="en-US" sz="1500" dirty="0"/>
          </a:p>
        </p:txBody>
      </p:sp>
      <p:sp>
        <p:nvSpPr>
          <p:cNvPr id="23" name="Shape 19"/>
          <p:cNvSpPr/>
          <p:nvPr/>
        </p:nvSpPr>
        <p:spPr>
          <a:xfrm>
            <a:off x="621792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24" name="Image 1" descr="CheckCircle">    </p:cNvPr>
          <p:cNvPicPr>
            <a:picLocks noChangeAspect="1"/>
          </p:cNvPicPr>
          <p:nvPr/>
        </p:nvPicPr>
        <p:blipFill>
          <a:blip r:embed="rId2"/>
          <a:stretch>
            <a:fillRect/>
          </a:stretch>
        </p:blipFill>
        <p:spPr>
          <a:xfrm>
            <a:off x="6327648" y="3246120"/>
            <a:ext cx="310896" cy="310896"/>
          </a:xfrm>
          <a:prstGeom prst="rect">
            <a:avLst/>
          </a:prstGeom>
        </p:spPr>
      </p:pic>
      <p:sp>
        <p:nvSpPr>
          <p:cNvPr id="25" name="Shape 20"/>
          <p:cNvSpPr/>
          <p:nvPr/>
        </p:nvSpPr>
        <p:spPr>
          <a:xfrm>
            <a:off x="6400800" y="3639312"/>
            <a:ext cx="1990100" cy="566928"/>
          </a:xfrm>
          <a:prstGeom prst="roundRect">
            <a:avLst>
              <a:gd name="adj" fmla="val 12903"/>
            </a:avLst>
          </a:prstGeom>
          <a:solidFill>
            <a:schemeClr val="bg1"/>
          </a:solidFill>
          <a:ln w="15875">
            <a:solidFill>
              <a:srgbClr val="D5DCE6"/>
            </a:solidFill>
            <a:prstDash val="solid"/>
          </a:ln>
        </p:spPr>
      </p:sp>
      <p:sp>
        <p:nvSpPr>
          <p:cNvPr id="26" name="Text 21"/>
          <p:cNvSpPr txBox="1"/>
          <p:nvPr/>
        </p:nvSpPr>
        <p:spPr>
          <a:xfrm>
            <a:off x="6400800" y="3639312"/>
            <a:ext cx="199010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27" name="Shape 22"/>
          <p:cNvSpPr/>
          <p:nvPr/>
        </p:nvSpPr>
        <p:spPr>
          <a:xfrm>
            <a:off x="8436620" y="3639312"/>
            <a:ext cx="898855" cy="566928"/>
          </a:xfrm>
          <a:prstGeom prst="roundRect">
            <a:avLst>
              <a:gd name="adj" fmla="val 12903"/>
            </a:avLst>
          </a:prstGeom>
          <a:solidFill>
            <a:schemeClr val="accent1"/>
          </a:solidFill>
          <a:ln w="12700">
            <a:solidFill>
              <a:srgbClr val="FFFFFF">
                <a:alpha val="0"/>
              </a:srgbClr>
            </a:solidFill>
            <a:prstDash val="solid"/>
          </a:ln>
        </p:spPr>
      </p:sp>
      <p:sp>
        <p:nvSpPr>
          <p:cNvPr id="28" name="Text 23"/>
          <p:cNvSpPr txBox="1"/>
          <p:nvPr/>
        </p:nvSpPr>
        <p:spPr>
          <a:xfrm>
            <a:off x="8436620" y="3639312"/>
            <a:ext cx="898855" cy="566928"/>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9" name="Shape 24"/>
          <p:cNvSpPr/>
          <p:nvPr/>
        </p:nvSpPr>
        <p:spPr>
          <a:xfrm>
            <a:off x="9381195" y="3639312"/>
            <a:ext cx="535107" cy="566928"/>
          </a:xfrm>
          <a:prstGeom prst="roundRect">
            <a:avLst>
              <a:gd name="adj" fmla="val 13671"/>
            </a:avLst>
          </a:prstGeom>
          <a:solidFill>
            <a:schemeClr val="bg1"/>
          </a:solidFill>
          <a:ln w="15875">
            <a:solidFill>
              <a:srgbClr val="D5DCE6"/>
            </a:solidFill>
            <a:prstDash val="solid"/>
          </a:ln>
        </p:spPr>
      </p:sp>
      <p:sp>
        <p:nvSpPr>
          <p:cNvPr id="30" name="Text 25"/>
          <p:cNvSpPr txBox="1"/>
          <p:nvPr/>
        </p:nvSpPr>
        <p:spPr>
          <a:xfrm>
            <a:off x="938119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6"/>
          <p:cNvSpPr/>
          <p:nvPr/>
        </p:nvSpPr>
        <p:spPr>
          <a:xfrm>
            <a:off x="9962022" y="3639312"/>
            <a:ext cx="777606" cy="566928"/>
          </a:xfrm>
          <a:prstGeom prst="roundRect">
            <a:avLst>
              <a:gd name="adj" fmla="val 12903"/>
            </a:avLst>
          </a:prstGeom>
          <a:solidFill>
            <a:schemeClr val="bg1"/>
          </a:solidFill>
          <a:ln w="15875">
            <a:solidFill>
              <a:srgbClr val="D5DCE6"/>
            </a:solidFill>
            <a:prstDash val="solid"/>
          </a:ln>
        </p:spPr>
      </p:sp>
      <p:sp>
        <p:nvSpPr>
          <p:cNvPr id="32" name="Text 27"/>
          <p:cNvSpPr txBox="1"/>
          <p:nvPr/>
        </p:nvSpPr>
        <p:spPr>
          <a:xfrm>
            <a:off x="9962022" y="3639312"/>
            <a:ext cx="777606"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33" name="Shape 28"/>
          <p:cNvSpPr/>
          <p:nvPr/>
        </p:nvSpPr>
        <p:spPr>
          <a:xfrm>
            <a:off x="10785348" y="3639312"/>
            <a:ext cx="656356" cy="566928"/>
          </a:xfrm>
          <a:prstGeom prst="roundRect">
            <a:avLst>
              <a:gd name="adj" fmla="val 12903"/>
            </a:avLst>
          </a:prstGeom>
          <a:solidFill>
            <a:srgbClr val="FBEDEB"/>
          </a:solidFill>
          <a:ln w="31750">
            <a:solidFill>
              <a:srgbClr val="B83227"/>
            </a:solidFill>
            <a:prstDash val="solid"/>
          </a:ln>
        </p:spPr>
      </p:sp>
      <p:sp>
        <p:nvSpPr>
          <p:cNvPr id="34" name="Text 29"/>
          <p:cNvSpPr txBox="1"/>
          <p:nvPr/>
        </p:nvSpPr>
        <p:spPr>
          <a:xfrm>
            <a:off x="10785348"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35" name="Text 30"/>
          <p:cNvSpPr txBox="1"/>
          <p:nvPr/>
        </p:nvSpPr>
        <p:spPr>
          <a:xfrm>
            <a:off x="621792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1"/>
                </a:solidFill>
              </a:rPr>
              <a:t>verbe à la fin</a:t>
            </a:r>
            <a:endParaRPr lang="en-US" sz="1500" dirty="0"/>
          </a:p>
        </p:txBody>
      </p:sp>
      <p:pic>
        <p:nvPicPr>
          <p:cNvPr id="36" name="Image 2" descr="TimesCircle">    </p:cNvPr>
          <p:cNvPicPr>
            <a:picLocks noChangeAspect="1"/>
          </p:cNvPicPr>
          <p:nvPr/>
        </p:nvPicPr>
        <p:blipFill>
          <a:blip r:embed="rId3"/>
          <a:stretch>
            <a:fillRect/>
          </a:stretch>
        </p:blipFill>
        <p:spPr>
          <a:xfrm>
            <a:off x="868680" y="5029200"/>
            <a:ext cx="347472" cy="347472"/>
          </a:xfrm>
          <a:prstGeom prst="rect">
            <a:avLst/>
          </a:prstGeom>
        </p:spPr>
      </p:pic>
      <p:sp>
        <p:nvSpPr>
          <p:cNvPr id="37" name="Text 31"/>
          <p:cNvSpPr txBox="1"/>
          <p:nvPr/>
        </p:nvSpPr>
        <p:spPr>
          <a:xfrm>
            <a:off x="132588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omdat ik ben ziek.</a:t>
            </a:r>
            <a:endParaRPr lang="en-US" sz="1900" dirty="0"/>
          </a:p>
        </p:txBody>
      </p:sp>
      <p:pic>
        <p:nvPicPr>
          <p:cNvPr id="38" name="Image 3" descr="TimesCircle">    </p:cNvPr>
          <p:cNvPicPr>
            <a:picLocks noChangeAspect="1"/>
          </p:cNvPicPr>
          <p:nvPr/>
        </p:nvPicPr>
        <p:blipFill>
          <a:blip r:embed="rId4"/>
          <a:stretch>
            <a:fillRect/>
          </a:stretch>
        </p:blipFill>
        <p:spPr>
          <a:xfrm>
            <a:off x="6309360" y="5029200"/>
            <a:ext cx="347472" cy="347472"/>
          </a:xfrm>
          <a:prstGeom prst="rect">
            <a:avLst/>
          </a:prstGeom>
        </p:spPr>
      </p:pic>
      <p:sp>
        <p:nvSpPr>
          <p:cNvPr id="39" name="Text 32"/>
          <p:cNvSpPr txBox="1"/>
          <p:nvPr/>
        </p:nvSpPr>
        <p:spPr>
          <a:xfrm>
            <a:off x="676656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want ik ziek ben.</a:t>
            </a:r>
            <a:endParaRPr lang="en-US" sz="1900" dirty="0"/>
          </a:p>
        </p:txBody>
      </p:sp>
      <p:sp>
        <p:nvSpPr>
          <p:cNvPr id="40" name="Text 33"/>
          <p:cNvSpPr txBox="1"/>
          <p:nvPr/>
        </p:nvSpPr>
        <p:spPr>
          <a:xfrm>
            <a:off x="548640" y="5623560"/>
            <a:ext cx="11091672" cy="502920"/>
          </a:xfrm>
          <a:prstGeom prst="rect">
            <a:avLst/>
          </a:prstGeom>
          <a:noFill/>
          <a:ln/>
        </p:spPr>
        <p:txBody>
          <a:bodyPr wrap="square" lIns="0" tIns="0" rIns="0" bIns="0" rtlCol="0" anchor="ctr"/>
          <a:lstStyle/>
          <a:p>
            <a:pPr algn="ctr" indent="0" marL="0">
              <a:buNone/>
            </a:pPr>
            <a:r>
              <a:rPr lang="en-US" sz="1600" i="1" dirty="0">
                <a:solidFill>
                  <a:schemeClr val="tx2"/>
                </a:solidFill>
              </a:rPr>
              <a:t>Même sens, grammaire différente. Seul </a:t>
            </a:r>
            <a:r>
              <a:rPr lang="en-US" sz="1600" i="1" dirty="0">
                <a:solidFill>
                  <a:schemeClr val="tx2"/>
                </a:solidFill>
              </a:rPr>
              <a:t>omdat</a:t>
            </a:r>
            <a:r>
              <a:rPr lang="en-US" sz="1600" i="1" dirty="0">
                <a:solidFill>
                  <a:schemeClr val="tx2"/>
                </a:solidFill>
              </a:rPr>
              <a:t> répond à </a:t>
            </a:r>
            <a:r>
              <a:rPr lang="en-US" sz="1600" i="1" dirty="0">
                <a:solidFill>
                  <a:schemeClr val="tx2"/>
                </a:solidFill>
              </a:rPr>
              <a:t>Waarom?</a:t>
            </a:r>
            <a:r>
              <a:rPr lang="en-US" sz="1600" i="1" dirty="0">
                <a:solidFill>
                  <a:schemeClr val="tx2"/>
                </a:solidFill>
              </a:rPr>
              <a:t> : </a:t>
            </a:r>
            <a:r>
              <a:rPr lang="en-US" sz="1600" i="1" dirty="0">
                <a:solidFill>
                  <a:schemeClr val="tx2"/>
                </a:solidFill>
              </a:rPr>
              <a:t>Omdat ik ziek ben.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subordonnée : le verbe va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3291840" cy="1417320"/>
          </a:xfrm>
          <a:prstGeom prst="roundRect">
            <a:avLst>
              <a:gd name="adj" fmla="val 5161"/>
            </a:avLst>
          </a:prstGeom>
          <a:solidFill>
            <a:schemeClr val="accent2">
              <a:alpha val="10000"/>
            </a:schemeClr>
          </a:solidFill>
          <a:ln w="25400">
            <a:solidFill>
              <a:srgbClr val="2A6FB0"/>
            </a:solidFill>
            <a:prstDash val="solid"/>
          </a:ln>
        </p:spPr>
      </p:sp>
      <p:sp>
        <p:nvSpPr>
          <p:cNvPr id="6" name="Text 3"/>
          <p:cNvSpPr txBox="1"/>
          <p:nvPr/>
        </p:nvSpPr>
        <p:spPr>
          <a:xfrm>
            <a:off x="548640" y="1463040"/>
            <a:ext cx="3291840" cy="292608"/>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7" name="Shape 4"/>
          <p:cNvSpPr/>
          <p:nvPr/>
        </p:nvSpPr>
        <p:spPr>
          <a:xfrm>
            <a:off x="777240" y="2148840"/>
            <a:ext cx="1097280" cy="731520"/>
          </a:xfrm>
          <a:prstGeom prst="roundRect">
            <a:avLst>
              <a:gd name="adj" fmla="val 10000"/>
            </a:avLst>
          </a:prstGeom>
          <a:solidFill>
            <a:schemeClr val="bg1"/>
          </a:solidFill>
          <a:ln w="15875">
            <a:solidFill>
              <a:srgbClr val="D5DCE6"/>
            </a:solidFill>
            <a:prstDash val="solid"/>
          </a:ln>
        </p:spPr>
      </p:sp>
      <p:sp>
        <p:nvSpPr>
          <p:cNvPr id="8" name="Text 5"/>
          <p:cNvSpPr txBox="1"/>
          <p:nvPr/>
        </p:nvSpPr>
        <p:spPr>
          <a:xfrm>
            <a:off x="77724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9" name="Shape 6"/>
          <p:cNvSpPr/>
          <p:nvPr/>
        </p:nvSpPr>
        <p:spPr>
          <a:xfrm>
            <a:off x="1965960" y="2148840"/>
            <a:ext cx="1600200"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1965960" y="2148840"/>
            <a:ext cx="1600200" cy="731520"/>
          </a:xfrm>
          <a:prstGeom prst="rect">
            <a:avLst/>
          </a:prstGeom>
          <a:noFill/>
          <a:ln/>
        </p:spPr>
        <p:txBody>
          <a:bodyPr wrap="square" lIns="0" tIns="0" rIns="0" bIns="0" rtlCol="0" anchor="ctr"/>
          <a:lstStyle/>
          <a:p>
            <a:pPr algn="ctr" indent="0" marL="0">
              <a:buNone/>
            </a:pPr>
            <a:r>
              <a:rPr lang="en-US" sz="2600" b="1" dirty="0">
                <a:solidFill>
                  <a:schemeClr val="accent6"/>
                </a:solidFill>
              </a:rPr>
              <a:t>denk</a:t>
            </a:r>
            <a:endParaRPr lang="en-US" sz="2600" dirty="0"/>
          </a:p>
        </p:txBody>
      </p:sp>
      <p:sp>
        <p:nvSpPr>
          <p:cNvPr id="11" name="Shape 8"/>
          <p:cNvSpPr/>
          <p:nvPr/>
        </p:nvSpPr>
        <p:spPr>
          <a:xfrm>
            <a:off x="4069080" y="2148840"/>
            <a:ext cx="1463040" cy="731520"/>
          </a:xfrm>
          <a:prstGeom prst="roundRect">
            <a:avLst>
              <a:gd name="adj" fmla="val 10000"/>
            </a:avLst>
          </a:prstGeom>
          <a:solidFill>
            <a:schemeClr val="accent1"/>
          </a:solidFill>
          <a:ln w="12700">
            <a:solidFill>
              <a:srgbClr val="FFFFFF">
                <a:alpha val="0"/>
              </a:srgbClr>
            </a:solidFill>
            <a:prstDash val="solid"/>
          </a:ln>
        </p:spPr>
      </p:sp>
      <p:sp>
        <p:nvSpPr>
          <p:cNvPr id="12" name="Text 9"/>
          <p:cNvSpPr txBox="1"/>
          <p:nvPr/>
        </p:nvSpPr>
        <p:spPr>
          <a:xfrm>
            <a:off x="4069080" y="2148840"/>
            <a:ext cx="1463040" cy="731520"/>
          </a:xfrm>
          <a:prstGeom prst="rect">
            <a:avLst/>
          </a:prstGeom>
          <a:noFill/>
          <a:ln/>
        </p:spPr>
        <p:txBody>
          <a:bodyPr wrap="square" lIns="0" tIns="0" rIns="0" bIns="0" rtlCol="0" anchor="ctr"/>
          <a:lstStyle/>
          <a:p>
            <a:pPr algn="ctr" indent="0" marL="0">
              <a:buNone/>
            </a:pPr>
            <a:r>
              <a:rPr lang="en-US" sz="2600" b="1" dirty="0">
                <a:solidFill>
                  <a:schemeClr val="bg1"/>
                </a:solidFill>
              </a:rPr>
              <a:t>dat</a:t>
            </a:r>
            <a:endParaRPr lang="en-US" sz="2600" dirty="0"/>
          </a:p>
        </p:txBody>
      </p:sp>
      <p:sp>
        <p:nvSpPr>
          <p:cNvPr id="13" name="Text 10"/>
          <p:cNvSpPr txBox="1"/>
          <p:nvPr/>
        </p:nvSpPr>
        <p:spPr>
          <a:xfrm>
            <a:off x="3886200" y="1463040"/>
            <a:ext cx="1828800" cy="292608"/>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14" name="Shape 11"/>
          <p:cNvSpPr/>
          <p:nvPr/>
        </p:nvSpPr>
        <p:spPr>
          <a:xfrm>
            <a:off x="5760720" y="1783080"/>
            <a:ext cx="5879592" cy="1417320"/>
          </a:xfrm>
          <a:prstGeom prst="roundRect">
            <a:avLst>
              <a:gd name="adj" fmla="val 5161"/>
            </a:avLst>
          </a:prstGeom>
          <a:solidFill>
            <a:schemeClr val="accent1">
              <a:alpha val="10000"/>
            </a:schemeClr>
          </a:solidFill>
          <a:ln w="25400">
            <a:solidFill>
              <a:srgbClr val="D9700F"/>
            </a:solidFill>
            <a:prstDash val="solid"/>
          </a:ln>
        </p:spPr>
      </p:sp>
      <p:sp>
        <p:nvSpPr>
          <p:cNvPr id="15" name="Text 12"/>
          <p:cNvSpPr txBox="1"/>
          <p:nvPr/>
        </p:nvSpPr>
        <p:spPr>
          <a:xfrm>
            <a:off x="5760720" y="1463040"/>
            <a:ext cx="5879592" cy="292608"/>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16" name="Shape 13"/>
          <p:cNvSpPr/>
          <p:nvPr/>
        </p:nvSpPr>
        <p:spPr>
          <a:xfrm>
            <a:off x="5989320" y="2148840"/>
            <a:ext cx="1097280" cy="731520"/>
          </a:xfrm>
          <a:prstGeom prst="roundRect">
            <a:avLst>
              <a:gd name="adj" fmla="val 10000"/>
            </a:avLst>
          </a:prstGeom>
          <a:solidFill>
            <a:schemeClr val="bg1"/>
          </a:solidFill>
          <a:ln w="15875">
            <a:solidFill>
              <a:srgbClr val="D5DCE6"/>
            </a:solidFill>
            <a:prstDash val="solid"/>
          </a:ln>
        </p:spPr>
      </p:sp>
      <p:sp>
        <p:nvSpPr>
          <p:cNvPr id="17" name="Text 14"/>
          <p:cNvSpPr txBox="1"/>
          <p:nvPr/>
        </p:nvSpPr>
        <p:spPr>
          <a:xfrm>
            <a:off x="598932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18" name="Shape 15"/>
          <p:cNvSpPr/>
          <p:nvPr/>
        </p:nvSpPr>
        <p:spPr>
          <a:xfrm>
            <a:off x="7178040" y="2148840"/>
            <a:ext cx="1417320" cy="731520"/>
          </a:xfrm>
          <a:prstGeom prst="roundRect">
            <a:avLst>
              <a:gd name="adj" fmla="val 10000"/>
            </a:avLst>
          </a:prstGeom>
          <a:solidFill>
            <a:schemeClr val="bg2"/>
          </a:solidFill>
          <a:ln w="15875">
            <a:solidFill>
              <a:srgbClr val="4A5A70"/>
            </a:solidFill>
            <a:prstDash val="sysDash"/>
          </a:ln>
        </p:spPr>
      </p:sp>
      <p:sp>
        <p:nvSpPr>
          <p:cNvPr id="19" name="Text 16"/>
          <p:cNvSpPr txBox="1"/>
          <p:nvPr/>
        </p:nvSpPr>
        <p:spPr>
          <a:xfrm>
            <a:off x="7178040" y="2148840"/>
            <a:ext cx="1417320" cy="731520"/>
          </a:xfrm>
          <a:prstGeom prst="rect">
            <a:avLst/>
          </a:prstGeom>
          <a:noFill/>
          <a:ln/>
        </p:spPr>
        <p:txBody>
          <a:bodyPr wrap="square" lIns="0" tIns="0" rIns="0" bIns="0" rtlCol="0" anchor="ctr"/>
          <a:lstStyle/>
          <a:p>
            <a:pPr algn="ctr" indent="0" marL="0">
              <a:buNone/>
            </a:pPr>
            <a:endParaRPr lang="en-US" sz="2600" dirty="0"/>
          </a:p>
        </p:txBody>
      </p:sp>
      <p:sp>
        <p:nvSpPr>
          <p:cNvPr id="20" name="Shape 17"/>
          <p:cNvSpPr/>
          <p:nvPr/>
        </p:nvSpPr>
        <p:spPr>
          <a:xfrm>
            <a:off x="8686800" y="2148840"/>
            <a:ext cx="1463040" cy="731520"/>
          </a:xfrm>
          <a:prstGeom prst="roundRect">
            <a:avLst>
              <a:gd name="adj" fmla="val 10000"/>
            </a:avLst>
          </a:prstGeom>
          <a:solidFill>
            <a:schemeClr val="bg1"/>
          </a:solidFill>
          <a:ln w="15875">
            <a:solidFill>
              <a:srgbClr val="D5DCE6"/>
            </a:solidFill>
            <a:prstDash val="solid"/>
          </a:ln>
        </p:spPr>
      </p:sp>
      <p:sp>
        <p:nvSpPr>
          <p:cNvPr id="21" name="Text 18"/>
          <p:cNvSpPr txBox="1"/>
          <p:nvPr/>
        </p:nvSpPr>
        <p:spPr>
          <a:xfrm>
            <a:off x="8686800" y="2148840"/>
            <a:ext cx="1463040" cy="731520"/>
          </a:xfrm>
          <a:prstGeom prst="rect">
            <a:avLst/>
          </a:prstGeom>
          <a:noFill/>
          <a:ln/>
        </p:spPr>
        <p:txBody>
          <a:bodyPr wrap="square" lIns="0" tIns="0" rIns="0" bIns="0" rtlCol="0" anchor="ctr"/>
          <a:lstStyle/>
          <a:p>
            <a:pPr algn="ctr" indent="0" marL="0">
              <a:buNone/>
            </a:pPr>
            <a:r>
              <a:rPr lang="en-US" sz="2600" dirty="0">
                <a:solidFill>
                  <a:schemeClr val="tx1"/>
                </a:solidFill>
              </a:rPr>
              <a:t>ziek</a:t>
            </a:r>
            <a:endParaRPr lang="en-US" sz="2600" dirty="0"/>
          </a:p>
        </p:txBody>
      </p:sp>
      <p:sp>
        <p:nvSpPr>
          <p:cNvPr id="22" name="Shape 19"/>
          <p:cNvSpPr/>
          <p:nvPr/>
        </p:nvSpPr>
        <p:spPr>
          <a:xfrm>
            <a:off x="10241280" y="2148840"/>
            <a:ext cx="1371600" cy="731520"/>
          </a:xfrm>
          <a:prstGeom prst="roundRect">
            <a:avLst>
              <a:gd name="adj" fmla="val 10000"/>
            </a:avLst>
          </a:prstGeom>
          <a:solidFill>
            <a:srgbClr val="FBEDEB"/>
          </a:solidFill>
          <a:ln w="31750">
            <a:solidFill>
              <a:srgbClr val="B83227"/>
            </a:solidFill>
            <a:prstDash val="solid"/>
          </a:ln>
        </p:spPr>
      </p:sp>
      <p:sp>
        <p:nvSpPr>
          <p:cNvPr id="23" name="Text 20"/>
          <p:cNvSpPr txBox="1"/>
          <p:nvPr/>
        </p:nvSpPr>
        <p:spPr>
          <a:xfrm>
            <a:off x="10241280" y="2148840"/>
            <a:ext cx="1371600" cy="731520"/>
          </a:xfrm>
          <a:prstGeom prst="rect">
            <a:avLst/>
          </a:prstGeom>
          <a:noFill/>
          <a:ln/>
        </p:spPr>
        <p:txBody>
          <a:bodyPr wrap="square" lIns="0" tIns="0" rIns="0" bIns="0" rtlCol="0" anchor="ctr"/>
          <a:lstStyle/>
          <a:p>
            <a:pPr algn="ctr" indent="0" marL="0">
              <a:buNone/>
            </a:pPr>
            <a:r>
              <a:rPr lang="en-US" sz="2600" b="1" dirty="0">
                <a:solidFill>
                  <a:schemeClr val="accent6"/>
                </a:solidFill>
              </a:rPr>
              <a:t>ben</a:t>
            </a:r>
            <a:endParaRPr lang="en-US" sz="2600" dirty="0"/>
          </a:p>
        </p:txBody>
      </p:sp>
      <p:sp>
        <p:nvSpPr>
          <p:cNvPr id="24" name="Shape 21"/>
          <p:cNvSpPr/>
          <p:nvPr/>
        </p:nvSpPr>
        <p:spPr>
          <a:xfrm>
            <a:off x="7818120" y="1828800"/>
            <a:ext cx="3017520" cy="640080"/>
          </a:xfrm>
          <a:prstGeom prst="arc">
            <a:avLst>
              <a:gd name="adj1" fmla="val 10800000"/>
              <a:gd name="adj2" fmla="val 21600000"/>
            </a:avLst>
          </a:prstGeom>
          <a:solidFill>
            <a:srgbClr val="FFFFFF">
              <a:alpha val="0"/>
            </a:srgbClr>
          </a:solidFill>
          <a:ln w="38100">
            <a:solidFill>
              <a:srgbClr val="B83227"/>
            </a:solidFill>
            <a:prstDash val="solid"/>
            <a:tailEnd type="triangle"/>
          </a:ln>
        </p:spPr>
      </p:sp>
      <p:sp>
        <p:nvSpPr>
          <p:cNvPr id="25" name="Text 22"/>
          <p:cNvSpPr txBox="1"/>
          <p:nvPr/>
        </p:nvSpPr>
        <p:spPr>
          <a:xfrm>
            <a:off x="7863840" y="2926080"/>
            <a:ext cx="3017520" cy="274320"/>
          </a:xfrm>
          <a:prstGeom prst="rect">
            <a:avLst/>
          </a:prstGeom>
          <a:noFill/>
          <a:ln/>
        </p:spPr>
        <p:txBody>
          <a:bodyPr wrap="square" lIns="0" tIns="0" rIns="0" bIns="0" rtlCol="0" anchor="t"/>
          <a:lstStyle/>
          <a:p>
            <a:pPr algn="ctr" indent="0" marL="0">
              <a:buNone/>
            </a:pPr>
            <a:r>
              <a:rPr lang="en-US" sz="1300" i="1" dirty="0">
                <a:solidFill>
                  <a:schemeClr val="accent6"/>
                </a:solidFill>
              </a:rPr>
              <a:t>le verbe saute au bout</a:t>
            </a:r>
            <a:endParaRPr lang="en-US" sz="1300" dirty="0"/>
          </a:p>
        </p:txBody>
      </p:sp>
      <p:sp>
        <p:nvSpPr>
          <p:cNvPr id="26" name="Text 23"/>
          <p:cNvSpPr txBox="1"/>
          <p:nvPr/>
        </p:nvSpPr>
        <p:spPr>
          <a:xfrm>
            <a:off x="548640" y="3520440"/>
            <a:ext cx="2743200" cy="292608"/>
          </a:xfrm>
          <a:prstGeom prst="rect">
            <a:avLst/>
          </a:prstGeom>
          <a:noFill/>
          <a:ln/>
        </p:spPr>
        <p:txBody>
          <a:bodyPr wrap="square" lIns="0" tIns="0" rIns="0" bIns="0" rtlCol="0" anchor="t"/>
          <a:lstStyle/>
          <a:p>
            <a:pPr algn="l" indent="0" marL="0">
              <a:buNone/>
            </a:pPr>
            <a:r>
              <a:rPr lang="en-US" sz="1300" b="1" spc="200" kern="0" dirty="0">
                <a:solidFill>
                  <a:schemeClr val="accent5"/>
                </a:solidFill>
              </a:rPr>
              <a:t>FRANÇAIS</a:t>
            </a:r>
            <a:endParaRPr lang="en-US" sz="1300" dirty="0"/>
          </a:p>
        </p:txBody>
      </p:sp>
      <p:sp>
        <p:nvSpPr>
          <p:cNvPr id="27" name="Shape 24"/>
          <p:cNvSpPr/>
          <p:nvPr/>
        </p:nvSpPr>
        <p:spPr>
          <a:xfrm>
            <a:off x="777240" y="3840480"/>
            <a:ext cx="1097280" cy="640080"/>
          </a:xfrm>
          <a:prstGeom prst="roundRect">
            <a:avLst>
              <a:gd name="adj" fmla="val 11429"/>
            </a:avLst>
          </a:prstGeom>
          <a:solidFill>
            <a:srgbClr val="F4F5F7"/>
          </a:solidFill>
          <a:ln w="12700">
            <a:solidFill>
              <a:srgbClr val="D5DCE6"/>
            </a:solidFill>
            <a:prstDash val="solid"/>
          </a:ln>
        </p:spPr>
      </p:sp>
      <p:sp>
        <p:nvSpPr>
          <p:cNvPr id="28" name="Text 25"/>
          <p:cNvSpPr txBox="1"/>
          <p:nvPr/>
        </p:nvSpPr>
        <p:spPr>
          <a:xfrm>
            <a:off x="77724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29" name="Shape 26"/>
          <p:cNvSpPr/>
          <p:nvPr/>
        </p:nvSpPr>
        <p:spPr>
          <a:xfrm>
            <a:off x="1965960" y="3840480"/>
            <a:ext cx="1600200" cy="640080"/>
          </a:xfrm>
          <a:prstGeom prst="roundRect">
            <a:avLst>
              <a:gd name="adj" fmla="val 11429"/>
            </a:avLst>
          </a:prstGeom>
          <a:solidFill>
            <a:srgbClr val="F4F5F7"/>
          </a:solidFill>
          <a:ln w="12700">
            <a:solidFill>
              <a:srgbClr val="D5DCE6"/>
            </a:solidFill>
            <a:prstDash val="solid"/>
          </a:ln>
        </p:spPr>
      </p:sp>
      <p:sp>
        <p:nvSpPr>
          <p:cNvPr id="30" name="Text 27"/>
          <p:cNvSpPr txBox="1"/>
          <p:nvPr/>
        </p:nvSpPr>
        <p:spPr>
          <a:xfrm>
            <a:off x="1965960" y="3840480"/>
            <a:ext cx="1600200" cy="640080"/>
          </a:xfrm>
          <a:prstGeom prst="rect">
            <a:avLst/>
          </a:prstGeom>
          <a:noFill/>
          <a:ln/>
        </p:spPr>
        <p:txBody>
          <a:bodyPr wrap="square" lIns="0" tIns="0" rIns="0" bIns="0" rtlCol="0" anchor="ctr"/>
          <a:lstStyle/>
          <a:p>
            <a:pPr algn="ctr" indent="0" marL="0">
              <a:buNone/>
            </a:pPr>
            <a:r>
              <a:rPr lang="en-US" sz="2200" i="1" dirty="0">
                <a:solidFill>
                  <a:schemeClr val="accent5"/>
                </a:solidFill>
              </a:rPr>
              <a:t>pense</a:t>
            </a:r>
            <a:endParaRPr lang="en-US" sz="2200" dirty="0"/>
          </a:p>
        </p:txBody>
      </p:sp>
      <p:sp>
        <p:nvSpPr>
          <p:cNvPr id="31" name="Shape 28"/>
          <p:cNvSpPr/>
          <p:nvPr/>
        </p:nvSpPr>
        <p:spPr>
          <a:xfrm>
            <a:off x="4069080" y="3840480"/>
            <a:ext cx="1463040" cy="640080"/>
          </a:xfrm>
          <a:prstGeom prst="roundRect">
            <a:avLst>
              <a:gd name="adj" fmla="val 11429"/>
            </a:avLst>
          </a:prstGeom>
          <a:solidFill>
            <a:srgbClr val="F4F5F7"/>
          </a:solidFill>
          <a:ln w="12700">
            <a:solidFill>
              <a:srgbClr val="D5DCE6"/>
            </a:solidFill>
            <a:prstDash val="solid"/>
          </a:ln>
        </p:spPr>
      </p:sp>
      <p:sp>
        <p:nvSpPr>
          <p:cNvPr id="32" name="Text 29"/>
          <p:cNvSpPr txBox="1"/>
          <p:nvPr/>
        </p:nvSpPr>
        <p:spPr>
          <a:xfrm>
            <a:off x="406908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que</a:t>
            </a:r>
            <a:endParaRPr lang="en-US" sz="2200" dirty="0"/>
          </a:p>
        </p:txBody>
      </p:sp>
      <p:sp>
        <p:nvSpPr>
          <p:cNvPr id="33" name="Shape 30"/>
          <p:cNvSpPr/>
          <p:nvPr/>
        </p:nvSpPr>
        <p:spPr>
          <a:xfrm>
            <a:off x="5989320" y="3840480"/>
            <a:ext cx="1097280" cy="640080"/>
          </a:xfrm>
          <a:prstGeom prst="roundRect">
            <a:avLst>
              <a:gd name="adj" fmla="val 11429"/>
            </a:avLst>
          </a:prstGeom>
          <a:solidFill>
            <a:srgbClr val="F4F5F7"/>
          </a:solidFill>
          <a:ln w="12700">
            <a:solidFill>
              <a:srgbClr val="D5DCE6"/>
            </a:solidFill>
            <a:prstDash val="solid"/>
          </a:ln>
        </p:spPr>
      </p:sp>
      <p:sp>
        <p:nvSpPr>
          <p:cNvPr id="34" name="Text 31"/>
          <p:cNvSpPr txBox="1"/>
          <p:nvPr/>
        </p:nvSpPr>
        <p:spPr>
          <a:xfrm>
            <a:off x="598932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35" name="Shape 32"/>
          <p:cNvSpPr/>
          <p:nvPr/>
        </p:nvSpPr>
        <p:spPr>
          <a:xfrm>
            <a:off x="7178040" y="3840480"/>
            <a:ext cx="1417320" cy="640080"/>
          </a:xfrm>
          <a:prstGeom prst="roundRect">
            <a:avLst>
              <a:gd name="adj" fmla="val 11429"/>
            </a:avLst>
          </a:prstGeom>
          <a:solidFill>
            <a:srgbClr val="F4F5F7"/>
          </a:solidFill>
          <a:ln w="12700">
            <a:solidFill>
              <a:srgbClr val="D5DCE6"/>
            </a:solidFill>
            <a:prstDash val="solid"/>
          </a:ln>
        </p:spPr>
      </p:sp>
      <p:sp>
        <p:nvSpPr>
          <p:cNvPr id="36" name="Text 33"/>
          <p:cNvSpPr txBox="1"/>
          <p:nvPr/>
        </p:nvSpPr>
        <p:spPr>
          <a:xfrm>
            <a:off x="7178040" y="3840480"/>
            <a:ext cx="1417320" cy="640080"/>
          </a:xfrm>
          <a:prstGeom prst="rect">
            <a:avLst/>
          </a:prstGeom>
          <a:noFill/>
          <a:ln/>
        </p:spPr>
        <p:txBody>
          <a:bodyPr wrap="square" lIns="0" tIns="0" rIns="0" bIns="0" rtlCol="0" anchor="ctr"/>
          <a:lstStyle/>
          <a:p>
            <a:pPr algn="ctr" indent="0" marL="0">
              <a:buNone/>
            </a:pPr>
            <a:r>
              <a:rPr lang="en-US" sz="2200" i="1" dirty="0">
                <a:solidFill>
                  <a:schemeClr val="accent5"/>
                </a:solidFill>
              </a:rPr>
              <a:t>suis</a:t>
            </a:r>
            <a:endParaRPr lang="en-US" sz="2200" dirty="0"/>
          </a:p>
        </p:txBody>
      </p:sp>
      <p:sp>
        <p:nvSpPr>
          <p:cNvPr id="37" name="Shape 34"/>
          <p:cNvSpPr/>
          <p:nvPr/>
        </p:nvSpPr>
        <p:spPr>
          <a:xfrm>
            <a:off x="8686800" y="3840480"/>
            <a:ext cx="1463040" cy="640080"/>
          </a:xfrm>
          <a:prstGeom prst="roundRect">
            <a:avLst>
              <a:gd name="adj" fmla="val 11429"/>
            </a:avLst>
          </a:prstGeom>
          <a:solidFill>
            <a:srgbClr val="F4F5F7"/>
          </a:solidFill>
          <a:ln w="12700">
            <a:solidFill>
              <a:srgbClr val="D5DCE6"/>
            </a:solidFill>
            <a:prstDash val="solid"/>
          </a:ln>
        </p:spPr>
      </p:sp>
      <p:sp>
        <p:nvSpPr>
          <p:cNvPr id="38" name="Text 35"/>
          <p:cNvSpPr txBox="1"/>
          <p:nvPr/>
        </p:nvSpPr>
        <p:spPr>
          <a:xfrm>
            <a:off x="868680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malade.</a:t>
            </a:r>
            <a:endParaRPr lang="en-US" sz="2200" dirty="0"/>
          </a:p>
        </p:txBody>
      </p:sp>
      <p:sp>
        <p:nvSpPr>
          <p:cNvPr id="39" name="Text 36"/>
          <p:cNvSpPr txBox="1"/>
          <p:nvPr/>
        </p:nvSpPr>
        <p:spPr>
          <a:xfrm>
            <a:off x="548640" y="4498848"/>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 en français, le verbe reste à sa place</a:t>
            </a:r>
            <a:endParaRPr lang="en-US" sz="1400" dirty="0"/>
          </a:p>
        </p:txBody>
      </p:sp>
      <p:sp>
        <p:nvSpPr>
          <p:cNvPr id="40" name="Shape 37"/>
          <p:cNvSpPr/>
          <p:nvPr/>
        </p:nvSpPr>
        <p:spPr>
          <a:xfrm>
            <a:off x="548640" y="4892040"/>
            <a:ext cx="11091672" cy="868680"/>
          </a:xfrm>
          <a:prstGeom prst="roundRect">
            <a:avLst>
              <a:gd name="adj" fmla="val 8421"/>
            </a:avLst>
          </a:prstGeom>
          <a:solidFill>
            <a:schemeClr val="tx2"/>
          </a:solidFill>
          <a:ln w="12700">
            <a:solidFill>
              <a:srgbClr val="FFFFFF">
                <a:alpha val="0"/>
              </a:srgbClr>
            </a:solidFill>
            <a:prstDash val="solid"/>
          </a:ln>
        </p:spPr>
      </p:sp>
      <p:sp>
        <p:nvSpPr>
          <p:cNvPr id="41" name="Text 38"/>
          <p:cNvSpPr txBox="1"/>
          <p:nvPr/>
        </p:nvSpPr>
        <p:spPr>
          <a:xfrm>
            <a:off x="822960" y="4892040"/>
            <a:ext cx="10607040" cy="868680"/>
          </a:xfrm>
          <a:prstGeom prst="rect">
            <a:avLst/>
          </a:prstGeom>
          <a:noFill/>
          <a:ln/>
        </p:spPr>
        <p:txBody>
          <a:bodyPr wrap="square" lIns="0" tIns="0" rIns="0" bIns="0" rtlCol="0" anchor="ctr"/>
          <a:lstStyle/>
          <a:p>
            <a:pPr algn="l" indent="0" marL="0">
              <a:buNone/>
            </a:pPr>
            <a:r>
              <a:rPr lang="en-US" sz="1900" dirty="0">
                <a:solidFill>
                  <a:schemeClr val="bg1"/>
                </a:solidFill>
              </a:rPr>
              <a:t>Règle : après un mot-crochet, le verbe conjugué va </a:t>
            </a:r>
            <a:r>
              <a:rPr lang="en-US" sz="1900" b="1" dirty="0">
                <a:solidFill>
                  <a:schemeClr val="bg1"/>
                </a:solidFill>
              </a:rPr>
              <a:t>à la fin de la subordonnée</a:t>
            </a:r>
            <a:r>
              <a:rPr lang="en-US" sz="1900" dirty="0">
                <a:solidFill>
                  <a:schemeClr val="bg1"/>
                </a:solidFill>
              </a:rPr>
              <a:t>. Le sujet suit </a:t>
            </a:r>
            <a:r>
              <a:rPr lang="en-US" sz="1900" b="1" dirty="0">
                <a:solidFill>
                  <a:schemeClr val="bg1"/>
                </a:solidFill>
              </a:rPr>
              <a:t>en général</a:t>
            </a:r>
            <a:r>
              <a:rPr lang="en-US" sz="1900" dirty="0">
                <a:solidFill>
                  <a:schemeClr val="bg1"/>
                </a:solidFill>
              </a:rPr>
              <a:t> directement le mot-crochet.</a:t>
            </a:r>
            <a:endParaRPr lang="en-US" sz="1900" dirty="0"/>
          </a:p>
        </p:txBody>
      </p:sp>
      <p:sp>
        <p:nvSpPr>
          <p:cNvPr id="42" name="Text 3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Astuce : lisez la phrase et tapez sur la table au moment du verbe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omdat : donner une raison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thinking face">    </p:cNvPr>
          <p:cNvPicPr>
            <a:picLocks noChangeAspect="1"/>
          </p:cNvPicPr>
          <p:nvPr/>
        </p:nvPicPr>
        <p:blipFill>
          <a:blip r:embed="rId1"/>
          <a:stretch>
            <a:fillRect/>
          </a:stretch>
        </p:blipFill>
        <p:spPr>
          <a:xfrm>
            <a:off x="731520" y="1828800"/>
            <a:ext cx="1645920" cy="1645920"/>
          </a:xfrm>
          <a:prstGeom prst="rect">
            <a:avLst/>
          </a:prstGeom>
        </p:spPr>
      </p:pic>
      <p:sp>
        <p:nvSpPr>
          <p:cNvPr id="6" name="Shape 2"/>
          <p:cNvSpPr/>
          <p:nvPr/>
        </p:nvSpPr>
        <p:spPr>
          <a:xfrm>
            <a:off x="548640" y="3657600"/>
            <a:ext cx="2194560" cy="914400"/>
          </a:xfrm>
          <a:prstGeom prst="roundRect">
            <a:avLst>
              <a:gd name="adj" fmla="val 30000"/>
            </a:avLst>
          </a:prstGeom>
          <a:solidFill>
            <a:schemeClr val="accent2"/>
          </a:solidFill>
          <a:ln w="12700">
            <a:solidFill>
              <a:srgbClr val="FFFFFF">
                <a:alpha val="0"/>
              </a:srgbClr>
            </a:solidFill>
            <a:prstDash val="solid"/>
          </a:ln>
        </p:spPr>
      </p:sp>
      <p:sp>
        <p:nvSpPr>
          <p:cNvPr id="7" name="Text 3"/>
          <p:cNvSpPr txBox="1"/>
          <p:nvPr/>
        </p:nvSpPr>
        <p:spPr>
          <a:xfrm>
            <a:off x="548640" y="3657600"/>
            <a:ext cx="2194560" cy="914400"/>
          </a:xfrm>
          <a:prstGeom prst="rect">
            <a:avLst/>
          </a:prstGeom>
          <a:noFill/>
          <a:ln/>
        </p:spPr>
        <p:txBody>
          <a:bodyPr wrap="square" lIns="0" tIns="0" rIns="0" bIns="0" rtlCol="0" anchor="ctr"/>
          <a:lstStyle/>
          <a:p>
            <a:pPr algn="ctr" indent="0" marL="0">
              <a:buNone/>
            </a:pPr>
            <a:r>
              <a:rPr lang="en-US" sz="3000" b="1" i="1" dirty="0">
                <a:solidFill>
                  <a:schemeClr val="bg1"/>
                </a:solidFill>
              </a:rPr>
              <a:t>Waarom?</a:t>
            </a:r>
            <a:endParaRPr lang="en-US" sz="3000" dirty="0"/>
          </a:p>
        </p:txBody>
      </p:sp>
      <p:sp>
        <p:nvSpPr>
          <p:cNvPr id="8" name="Shape 4"/>
          <p:cNvSpPr/>
          <p:nvPr/>
        </p:nvSpPr>
        <p:spPr>
          <a:xfrm flipV="1">
            <a:off x="2788920" y="2057400"/>
            <a:ext cx="502920" cy="2057400"/>
          </a:xfrm>
          <a:prstGeom prst="line">
            <a:avLst/>
          </a:prstGeom>
          <a:noFill/>
          <a:ln w="19050">
            <a:solidFill>
              <a:srgbClr val="B8C2CF"/>
            </a:solidFill>
            <a:prstDash val="solid"/>
          </a:ln>
        </p:spPr>
      </p:sp>
      <p:sp>
        <p:nvSpPr>
          <p:cNvPr id="9" name="Shape 5"/>
          <p:cNvSpPr/>
          <p:nvPr/>
        </p:nvSpPr>
        <p:spPr>
          <a:xfrm>
            <a:off x="3291840" y="1600200"/>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1" descr="train">    </p:cNvPr>
          <p:cNvPicPr>
            <a:picLocks noChangeAspect="1"/>
          </p:cNvPicPr>
          <p:nvPr/>
        </p:nvPicPr>
        <p:blipFill>
          <a:blip r:embed="rId2"/>
          <a:stretch>
            <a:fillRect/>
          </a:stretch>
        </p:blipFill>
        <p:spPr>
          <a:xfrm>
            <a:off x="3429000" y="1764792"/>
            <a:ext cx="585216" cy="585216"/>
          </a:xfrm>
          <a:prstGeom prst="rect">
            <a:avLst/>
          </a:prstGeom>
        </p:spPr>
      </p:pic>
      <p:sp>
        <p:nvSpPr>
          <p:cNvPr id="11" name="Text 6"/>
          <p:cNvSpPr txBox="1"/>
          <p:nvPr/>
        </p:nvSpPr>
        <p:spPr>
          <a:xfrm>
            <a:off x="4206240" y="1600200"/>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Ik kom te laat </a:t>
            </a:r>
            <a:r>
              <a:rPr lang="en-US" sz="2100" b="1" i="1" dirty="0">
                <a:solidFill>
                  <a:schemeClr val="tx1"/>
                </a:solidFill>
              </a:rPr>
              <a:t>omdat</a:t>
            </a:r>
            <a:r>
              <a:rPr lang="en-US" sz="2100" i="1" dirty="0">
                <a:solidFill>
                  <a:schemeClr val="tx1"/>
                </a:solidFill>
              </a:rPr>
              <a:t> de trein vertraging </a:t>
            </a:r>
            <a:r>
              <a:rPr lang="en-US" sz="2100" b="1" i="1" dirty="0">
                <a:solidFill>
                  <a:schemeClr val="accent6"/>
                </a:solidFill>
              </a:rPr>
              <a:t>heeft</a:t>
            </a:r>
            <a:r>
              <a:rPr lang="en-US" sz="2100" i="1" dirty="0">
                <a:solidFill>
                  <a:schemeClr val="tx1"/>
                </a:solidFill>
              </a:rPr>
              <a:t>.</a:t>
            </a:r>
            <a:endParaRPr lang="en-US" sz="2100" dirty="0"/>
          </a:p>
        </p:txBody>
      </p:sp>
      <p:sp>
        <p:nvSpPr>
          <p:cNvPr id="12" name="Shape 7"/>
          <p:cNvSpPr/>
          <p:nvPr/>
        </p:nvSpPr>
        <p:spPr>
          <a:xfrm flipV="1">
            <a:off x="2788920" y="3136392"/>
            <a:ext cx="502920" cy="978408"/>
          </a:xfrm>
          <a:prstGeom prst="line">
            <a:avLst/>
          </a:prstGeom>
          <a:noFill/>
          <a:ln w="19050">
            <a:solidFill>
              <a:srgbClr val="B8C2CF"/>
            </a:solidFill>
            <a:prstDash val="solid"/>
          </a:ln>
        </p:spPr>
      </p:sp>
      <p:sp>
        <p:nvSpPr>
          <p:cNvPr id="13" name="Shape 8"/>
          <p:cNvSpPr/>
          <p:nvPr/>
        </p:nvSpPr>
        <p:spPr>
          <a:xfrm>
            <a:off x="3291840" y="2679192"/>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woman office worker">    </p:cNvPr>
          <p:cNvPicPr>
            <a:picLocks noChangeAspect="1"/>
          </p:cNvPicPr>
          <p:nvPr/>
        </p:nvPicPr>
        <p:blipFill>
          <a:blip r:embed="rId3"/>
          <a:stretch>
            <a:fillRect/>
          </a:stretch>
        </p:blipFill>
        <p:spPr>
          <a:xfrm>
            <a:off x="3429000" y="2843784"/>
            <a:ext cx="585216" cy="585216"/>
          </a:xfrm>
          <a:prstGeom prst="rect">
            <a:avLst/>
          </a:prstGeom>
        </p:spPr>
      </p:pic>
      <p:sp>
        <p:nvSpPr>
          <p:cNvPr id="15" name="Text 9"/>
          <p:cNvSpPr txBox="1"/>
          <p:nvPr/>
        </p:nvSpPr>
        <p:spPr>
          <a:xfrm>
            <a:off x="4206240" y="2679192"/>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Sofie is blij </a:t>
            </a:r>
            <a:r>
              <a:rPr lang="en-US" sz="2100" b="1" i="1" dirty="0">
                <a:solidFill>
                  <a:schemeClr val="tx1"/>
                </a:solidFill>
              </a:rPr>
              <a:t>omdat</a:t>
            </a:r>
            <a:r>
              <a:rPr lang="en-US" sz="2100" i="1" dirty="0">
                <a:solidFill>
                  <a:schemeClr val="tx1"/>
                </a:solidFill>
              </a:rPr>
              <a:t> ze een nieuwe collega </a:t>
            </a:r>
            <a:r>
              <a:rPr lang="en-US" sz="2100" b="1" i="1" dirty="0">
                <a:solidFill>
                  <a:schemeClr val="accent6"/>
                </a:solidFill>
              </a:rPr>
              <a:t>heeft</a:t>
            </a:r>
            <a:r>
              <a:rPr lang="en-US" sz="2100" i="1" dirty="0">
                <a:solidFill>
                  <a:schemeClr val="tx1"/>
                </a:solidFill>
              </a:rPr>
              <a:t>.</a:t>
            </a:r>
            <a:endParaRPr lang="en-US" sz="2100" dirty="0"/>
          </a:p>
        </p:txBody>
      </p:sp>
      <p:sp>
        <p:nvSpPr>
          <p:cNvPr id="16" name="Shape 10"/>
          <p:cNvSpPr/>
          <p:nvPr/>
        </p:nvSpPr>
        <p:spPr>
          <a:xfrm>
            <a:off x="2788920" y="4114800"/>
            <a:ext cx="502920" cy="100584"/>
          </a:xfrm>
          <a:prstGeom prst="line">
            <a:avLst/>
          </a:prstGeom>
          <a:noFill/>
          <a:ln w="19050">
            <a:solidFill>
              <a:srgbClr val="B8C2CF"/>
            </a:solidFill>
            <a:prstDash val="solid"/>
          </a:ln>
        </p:spPr>
      </p:sp>
      <p:sp>
        <p:nvSpPr>
          <p:cNvPr id="17" name="Shape 11"/>
          <p:cNvSpPr/>
          <p:nvPr/>
        </p:nvSpPr>
        <p:spPr>
          <a:xfrm>
            <a:off x="3291840" y="3758184"/>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3" descr="office building">    </p:cNvPr>
          <p:cNvPicPr>
            <a:picLocks noChangeAspect="1"/>
          </p:cNvPicPr>
          <p:nvPr/>
        </p:nvPicPr>
        <p:blipFill>
          <a:blip r:embed="rId4"/>
          <a:stretch>
            <a:fillRect/>
          </a:stretch>
        </p:blipFill>
        <p:spPr>
          <a:xfrm>
            <a:off x="3429000" y="3922776"/>
            <a:ext cx="585216" cy="585216"/>
          </a:xfrm>
          <a:prstGeom prst="rect">
            <a:avLst/>
          </a:prstGeom>
        </p:spPr>
      </p:pic>
      <p:sp>
        <p:nvSpPr>
          <p:cNvPr id="19" name="Text 12"/>
          <p:cNvSpPr txBox="1"/>
          <p:nvPr/>
        </p:nvSpPr>
        <p:spPr>
          <a:xfrm>
            <a:off x="4206240" y="3758184"/>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Karim leert Nederlands </a:t>
            </a:r>
            <a:r>
              <a:rPr lang="en-US" sz="2100" b="1" i="1" dirty="0">
                <a:solidFill>
                  <a:schemeClr val="tx1"/>
                </a:solidFill>
              </a:rPr>
              <a:t>omdat</a:t>
            </a:r>
            <a:r>
              <a:rPr lang="en-US" sz="2100" i="1" dirty="0">
                <a:solidFill>
                  <a:schemeClr val="tx1"/>
                </a:solidFill>
              </a:rPr>
              <a:t> hij in Brussel </a:t>
            </a:r>
            <a:r>
              <a:rPr lang="en-US" sz="2100" b="1" i="1" dirty="0">
                <a:solidFill>
                  <a:schemeClr val="accent6"/>
                </a:solidFill>
              </a:rPr>
              <a:t>werkt</a:t>
            </a:r>
            <a:r>
              <a:rPr lang="en-US" sz="2100" i="1" dirty="0">
                <a:solidFill>
                  <a:schemeClr val="tx1"/>
                </a:solidFill>
              </a:rPr>
              <a:t>.</a:t>
            </a:r>
            <a:endParaRPr lang="en-US" sz="2100" dirty="0"/>
          </a:p>
        </p:txBody>
      </p:sp>
      <p:sp>
        <p:nvSpPr>
          <p:cNvPr id="20" name="Shape 13"/>
          <p:cNvSpPr/>
          <p:nvPr/>
        </p:nvSpPr>
        <p:spPr>
          <a:xfrm>
            <a:off x="3291840" y="4937760"/>
            <a:ext cx="8348472" cy="1325880"/>
          </a:xfrm>
          <a:prstGeom prst="roundRect">
            <a:avLst>
              <a:gd name="adj" fmla="val 5517"/>
            </a:avLst>
          </a:prstGeom>
          <a:solidFill>
            <a:schemeClr val="accent3">
              <a:alpha val="12000"/>
            </a:schemeClr>
          </a:solidFill>
          <a:ln w="15875">
            <a:solidFill>
              <a:srgbClr val="2E7D4F"/>
            </a:solidFill>
            <a:prstDash val="solid"/>
          </a:ln>
        </p:spPr>
      </p:sp>
      <p:sp>
        <p:nvSpPr>
          <p:cNvPr id="21" name="Text 14"/>
          <p:cNvSpPr txBox="1"/>
          <p:nvPr/>
        </p:nvSpPr>
        <p:spPr>
          <a:xfrm>
            <a:off x="3520440" y="4937760"/>
            <a:ext cx="7955280" cy="1325880"/>
          </a:xfrm>
          <a:prstGeom prst="rect">
            <a:avLst/>
          </a:prstGeom>
          <a:noFill/>
          <a:ln/>
        </p:spPr>
        <p:txBody>
          <a:bodyPr wrap="square" lIns="0" tIns="0" rIns="0" bIns="0" rtlCol="0" anchor="ctr"/>
          <a:lstStyle/>
          <a:p>
            <a:pPr algn="l" indent="0" marL="0">
              <a:spcAft>
                <a:spcPts val="600"/>
              </a:spcAft>
              <a:buNone/>
            </a:pPr>
            <a:r>
              <a:rPr lang="en-US" sz="2000" dirty="0">
                <a:solidFill>
                  <a:schemeClr val="tx1"/>
                </a:solidFill>
              </a:rPr>
              <a:t>— </a:t>
            </a:r>
            <a:r>
              <a:rPr lang="en-US" sz="2000" i="1" dirty="0">
                <a:solidFill>
                  <a:schemeClr val="tx1"/>
                </a:solidFill>
              </a:rPr>
              <a:t>Waarom bel je?</a:t>
            </a:r>
            <a:endParaRPr lang="en-US" sz="2000" dirty="0"/>
          </a:p>
          <a:p>
            <a:pPr algn="l" indent="0" marL="0">
              <a:spcAft>
                <a:spcPts val="600"/>
              </a:spcAft>
              <a:buNone/>
            </a:pPr>
            <a:r>
              <a:rPr lang="en-US" sz="2000" dirty="0">
                <a:solidFill>
                  <a:schemeClr val="tx1"/>
                </a:solidFill>
              </a:rPr>
              <a:t>— </a:t>
            </a:r>
            <a:r>
              <a:rPr lang="en-US" sz="2000" b="1" i="1" dirty="0">
                <a:solidFill>
                  <a:schemeClr val="tx1"/>
                </a:solidFill>
              </a:rPr>
              <a:t>Omdat</a:t>
            </a:r>
            <a:r>
              <a:rPr lang="en-US" sz="2000" i="1" dirty="0">
                <a:solidFill>
                  <a:schemeClr val="tx1"/>
                </a:solidFill>
              </a:rPr>
              <a:t> ik een vraag </a:t>
            </a:r>
            <a:r>
              <a:rPr lang="en-US" sz="2000" b="1" i="1" dirty="0">
                <a:solidFill>
                  <a:schemeClr val="accent6"/>
                </a:solidFill>
              </a:rPr>
              <a:t>heb</a:t>
            </a:r>
            <a:r>
              <a:rPr lang="en-US" sz="2000" i="1" dirty="0">
                <a:solidFill>
                  <a:schemeClr val="tx1"/>
                </a:solidFill>
              </a:rPr>
              <a:t>.</a:t>
            </a:r>
            <a:r>
              <a:rPr lang="en-US" sz="2000" dirty="0">
                <a:solidFill>
                  <a:schemeClr val="tx1"/>
                </a:solidFill>
              </a:rPr>
              <a:t>  (la subordonnée répond seule)</a:t>
            </a:r>
            <a:endParaRPr lang="en-US" sz="2000" dirty="0"/>
          </a:p>
        </p:txBody>
      </p:sp>
      <p:sp>
        <p:nvSpPr>
          <p:cNvPr id="22" name="Text 15"/>
          <p:cNvSpPr txBox="1"/>
          <p:nvPr/>
        </p:nvSpPr>
        <p:spPr>
          <a:xfrm>
            <a:off x="548640" y="4846320"/>
            <a:ext cx="2560320" cy="731520"/>
          </a:xfrm>
          <a:prstGeom prst="rect">
            <a:avLst/>
          </a:prstGeom>
          <a:noFill/>
          <a:ln/>
        </p:spPr>
        <p:txBody>
          <a:bodyPr wrap="square" lIns="0" tIns="0" rIns="0" bIns="0" rtlCol="0" anchor="t"/>
          <a:lstStyle/>
          <a:p>
            <a:pPr algn="ctr" indent="0" marL="0">
              <a:buNone/>
            </a:pPr>
            <a:r>
              <a:rPr lang="en-US" sz="1300" i="1" dirty="0">
                <a:solidFill>
                  <a:schemeClr val="accent5"/>
                </a:solidFill>
              </a:rPr>
              <a:t>vertraging hebben</a:t>
            </a:r>
            <a:r>
              <a:rPr lang="en-US" sz="1300" i="1" dirty="0">
                <a:solidFill>
                  <a:schemeClr val="accent5"/>
                </a:solidFill>
              </a:rPr>
              <a:t> = avoir du retard</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dat : rapporter une pensée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822960"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de vergadering om 10 uur </a:t>
            </a:r>
            <a:r>
              <a:rPr lang="en-US" sz="1800" b="1" i="1" dirty="0">
                <a:solidFill>
                  <a:schemeClr val="accent6"/>
                </a:solidFill>
              </a:rPr>
              <a:t>begint</a:t>
            </a:r>
            <a:r>
              <a:rPr lang="en-US" sz="1800" i="1" dirty="0">
                <a:solidFill>
                  <a:schemeClr val="tx1"/>
                </a:solidFill>
              </a:rPr>
              <a:t>.</a:t>
            </a:r>
            <a:endParaRPr lang="en-US" sz="1800" dirty="0"/>
          </a:p>
        </p:txBody>
      </p:sp>
      <p:sp>
        <p:nvSpPr>
          <p:cNvPr id="7" name="Shape 4"/>
          <p:cNvSpPr/>
          <p:nvPr/>
        </p:nvSpPr>
        <p:spPr>
          <a:xfrm>
            <a:off x="1748790" y="3566160"/>
            <a:ext cx="201168" cy="201168"/>
          </a:xfrm>
          <a:prstGeom prst="ellipse">
            <a:avLst/>
          </a:prstGeom>
          <a:solidFill>
            <a:srgbClr val="FFFFFF"/>
          </a:solidFill>
          <a:ln w="19050">
            <a:solidFill>
              <a:srgbClr val="D9700F"/>
            </a:solidFill>
            <a:prstDash val="solid"/>
          </a:ln>
        </p:spPr>
      </p:sp>
      <p:sp>
        <p:nvSpPr>
          <p:cNvPr id="8" name="Shape 5"/>
          <p:cNvSpPr/>
          <p:nvPr/>
        </p:nvSpPr>
        <p:spPr>
          <a:xfrm>
            <a:off x="1671066" y="3822192"/>
            <a:ext cx="137160" cy="137160"/>
          </a:xfrm>
          <a:prstGeom prst="ellipse">
            <a:avLst/>
          </a:prstGeom>
          <a:solidFill>
            <a:srgbClr val="FFFFFF"/>
          </a:solidFill>
          <a:ln w="19050">
            <a:solidFill>
              <a:srgbClr val="D9700F"/>
            </a:solidFill>
            <a:prstDash val="solid"/>
          </a:ln>
        </p:spPr>
      </p:sp>
      <p:pic>
        <p:nvPicPr>
          <p:cNvPr id="9" name="Image 0" descr="thinking face">    </p:cNvPr>
          <p:cNvPicPr>
            <a:picLocks noChangeAspect="1"/>
          </p:cNvPicPr>
          <p:nvPr/>
        </p:nvPicPr>
        <p:blipFill>
          <a:blip r:embed="rId1"/>
          <a:stretch>
            <a:fillRect/>
          </a:stretch>
        </p:blipFill>
        <p:spPr>
          <a:xfrm>
            <a:off x="1300734" y="3977640"/>
            <a:ext cx="1097280" cy="1097280"/>
          </a:xfrm>
          <a:prstGeom prst="rect">
            <a:avLst/>
          </a:prstGeom>
        </p:spPr>
      </p:pic>
      <p:sp>
        <p:nvSpPr>
          <p:cNvPr id="10" name="Text 6"/>
          <p:cNvSpPr txBox="1"/>
          <p:nvPr/>
        </p:nvSpPr>
        <p:spPr>
          <a:xfrm>
            <a:off x="548640"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denk</a:t>
            </a:r>
            <a:r>
              <a:rPr lang="en-US" sz="2000" i="1" dirty="0">
                <a:solidFill>
                  <a:schemeClr val="tx1"/>
                </a:solidFill>
              </a:rPr>
              <a:t>…</a:t>
            </a:r>
            <a:endParaRPr lang="en-US" sz="2000" dirty="0"/>
          </a:p>
        </p:txBody>
      </p:sp>
      <p:sp>
        <p:nvSpPr>
          <p:cNvPr id="11" name="Text 7"/>
          <p:cNvSpPr txBox="1"/>
          <p:nvPr/>
        </p:nvSpPr>
        <p:spPr>
          <a:xfrm>
            <a:off x="548640"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pense que</a:t>
            </a:r>
            <a:endParaRPr lang="en-US" sz="1400" dirty="0"/>
          </a:p>
        </p:txBody>
      </p:sp>
      <p:sp>
        <p:nvSpPr>
          <p:cNvPr id="12" name="Shape 8"/>
          <p:cNvSpPr/>
          <p:nvPr/>
        </p:nvSpPr>
        <p:spPr>
          <a:xfrm>
            <a:off x="3470148"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3653028"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je het druk </a:t>
            </a:r>
            <a:r>
              <a:rPr lang="en-US" sz="1800" b="1" i="1" dirty="0">
                <a:solidFill>
                  <a:schemeClr val="accent6"/>
                </a:solidFill>
              </a:rPr>
              <a:t>hebt</a:t>
            </a:r>
            <a:r>
              <a:rPr lang="en-US" sz="1800" i="1" dirty="0">
                <a:solidFill>
                  <a:schemeClr val="tx1"/>
                </a:solidFill>
              </a:rPr>
              <a:t>.</a:t>
            </a:r>
            <a:endParaRPr lang="en-US" sz="1800" dirty="0"/>
          </a:p>
        </p:txBody>
      </p:sp>
      <p:sp>
        <p:nvSpPr>
          <p:cNvPr id="14" name="Shape 10"/>
          <p:cNvSpPr/>
          <p:nvPr/>
        </p:nvSpPr>
        <p:spPr>
          <a:xfrm>
            <a:off x="4578858" y="3566160"/>
            <a:ext cx="201168" cy="201168"/>
          </a:xfrm>
          <a:prstGeom prst="ellipse">
            <a:avLst/>
          </a:prstGeom>
          <a:solidFill>
            <a:srgbClr val="FFFFFF"/>
          </a:solidFill>
          <a:ln w="19050">
            <a:solidFill>
              <a:srgbClr val="D9700F"/>
            </a:solidFill>
            <a:prstDash val="solid"/>
          </a:ln>
        </p:spPr>
      </p:sp>
      <p:sp>
        <p:nvSpPr>
          <p:cNvPr id="15" name="Shape 11"/>
          <p:cNvSpPr/>
          <p:nvPr/>
        </p:nvSpPr>
        <p:spPr>
          <a:xfrm>
            <a:off x="4501134" y="3822192"/>
            <a:ext cx="137160" cy="137160"/>
          </a:xfrm>
          <a:prstGeom prst="ellipse">
            <a:avLst/>
          </a:prstGeom>
          <a:solidFill>
            <a:srgbClr val="FFFFFF"/>
          </a:solidFill>
          <a:ln w="19050">
            <a:solidFill>
              <a:srgbClr val="D9700F"/>
            </a:solidFill>
            <a:prstDash val="solid"/>
          </a:ln>
        </p:spPr>
      </p:sp>
      <p:pic>
        <p:nvPicPr>
          <p:cNvPr id="16" name="Image 1" descr="nerd face">    </p:cNvPr>
          <p:cNvPicPr>
            <a:picLocks noChangeAspect="1"/>
          </p:cNvPicPr>
          <p:nvPr/>
        </p:nvPicPr>
        <p:blipFill>
          <a:blip r:embed="rId2"/>
          <a:stretch>
            <a:fillRect/>
          </a:stretch>
        </p:blipFill>
        <p:spPr>
          <a:xfrm>
            <a:off x="4130802" y="3977640"/>
            <a:ext cx="1097280" cy="1097280"/>
          </a:xfrm>
          <a:prstGeom prst="rect">
            <a:avLst/>
          </a:prstGeom>
        </p:spPr>
      </p:pic>
      <p:sp>
        <p:nvSpPr>
          <p:cNvPr id="17" name="Text 12"/>
          <p:cNvSpPr txBox="1"/>
          <p:nvPr/>
        </p:nvSpPr>
        <p:spPr>
          <a:xfrm>
            <a:off x="3378708"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weet</a:t>
            </a:r>
            <a:r>
              <a:rPr lang="en-US" sz="2000" i="1" dirty="0">
                <a:solidFill>
                  <a:schemeClr val="tx1"/>
                </a:solidFill>
              </a:rPr>
              <a:t>…</a:t>
            </a:r>
            <a:endParaRPr lang="en-US" sz="2000" dirty="0"/>
          </a:p>
        </p:txBody>
      </p:sp>
      <p:sp>
        <p:nvSpPr>
          <p:cNvPr id="18" name="Text 13"/>
          <p:cNvSpPr txBox="1"/>
          <p:nvPr/>
        </p:nvSpPr>
        <p:spPr>
          <a:xfrm>
            <a:off x="3378708"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sais que</a:t>
            </a:r>
            <a:endParaRPr lang="en-US" sz="1400" dirty="0"/>
          </a:p>
        </p:txBody>
      </p:sp>
      <p:sp>
        <p:nvSpPr>
          <p:cNvPr id="19" name="Shape 14"/>
          <p:cNvSpPr/>
          <p:nvPr/>
        </p:nvSpPr>
        <p:spPr>
          <a:xfrm>
            <a:off x="6300216"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Text 15"/>
          <p:cNvSpPr txBox="1"/>
          <p:nvPr/>
        </p:nvSpPr>
        <p:spPr>
          <a:xfrm>
            <a:off x="6483096"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het morgen mooi weer </a:t>
            </a:r>
            <a:r>
              <a:rPr lang="en-US" sz="1800" b="1" i="1" dirty="0">
                <a:solidFill>
                  <a:schemeClr val="accent6"/>
                </a:solidFill>
              </a:rPr>
              <a:t>is</a:t>
            </a:r>
            <a:r>
              <a:rPr lang="en-US" sz="1800" i="1" dirty="0">
                <a:solidFill>
                  <a:schemeClr val="tx1"/>
                </a:solidFill>
              </a:rPr>
              <a:t>.</a:t>
            </a:r>
            <a:endParaRPr lang="en-US" sz="1800" dirty="0"/>
          </a:p>
        </p:txBody>
      </p:sp>
      <p:sp>
        <p:nvSpPr>
          <p:cNvPr id="21" name="Shape 16"/>
          <p:cNvSpPr/>
          <p:nvPr/>
        </p:nvSpPr>
        <p:spPr>
          <a:xfrm>
            <a:off x="7408926" y="3566160"/>
            <a:ext cx="201168" cy="201168"/>
          </a:xfrm>
          <a:prstGeom prst="ellipse">
            <a:avLst/>
          </a:prstGeom>
          <a:solidFill>
            <a:srgbClr val="FFFFFF"/>
          </a:solidFill>
          <a:ln w="19050">
            <a:solidFill>
              <a:srgbClr val="D9700F"/>
            </a:solidFill>
            <a:prstDash val="solid"/>
          </a:ln>
        </p:spPr>
      </p:sp>
      <p:sp>
        <p:nvSpPr>
          <p:cNvPr id="22" name="Shape 17"/>
          <p:cNvSpPr/>
          <p:nvPr/>
        </p:nvSpPr>
        <p:spPr>
          <a:xfrm>
            <a:off x="7331202" y="3822192"/>
            <a:ext cx="137160" cy="137160"/>
          </a:xfrm>
          <a:prstGeom prst="ellipse">
            <a:avLst/>
          </a:prstGeom>
          <a:solidFill>
            <a:srgbClr val="FFFFFF"/>
          </a:solidFill>
          <a:ln w="19050">
            <a:solidFill>
              <a:srgbClr val="D9700F"/>
            </a:solidFill>
            <a:prstDash val="solid"/>
          </a:ln>
        </p:spPr>
      </p:sp>
      <p:pic>
        <p:nvPicPr>
          <p:cNvPr id="23" name="Image 2" descr="crossed fingers">    </p:cNvPr>
          <p:cNvPicPr>
            <a:picLocks noChangeAspect="1"/>
          </p:cNvPicPr>
          <p:nvPr/>
        </p:nvPicPr>
        <p:blipFill>
          <a:blip r:embed="rId3"/>
          <a:stretch>
            <a:fillRect/>
          </a:stretch>
        </p:blipFill>
        <p:spPr>
          <a:xfrm>
            <a:off x="6960870" y="3977640"/>
            <a:ext cx="1097280" cy="1097280"/>
          </a:xfrm>
          <a:prstGeom prst="rect">
            <a:avLst/>
          </a:prstGeom>
        </p:spPr>
      </p:pic>
      <p:sp>
        <p:nvSpPr>
          <p:cNvPr id="24" name="Text 18"/>
          <p:cNvSpPr txBox="1"/>
          <p:nvPr/>
        </p:nvSpPr>
        <p:spPr>
          <a:xfrm>
            <a:off x="6208776"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hoop</a:t>
            </a:r>
            <a:r>
              <a:rPr lang="en-US" sz="2000" i="1" dirty="0">
                <a:solidFill>
                  <a:schemeClr val="tx1"/>
                </a:solidFill>
              </a:rPr>
              <a:t>…</a:t>
            </a:r>
            <a:endParaRPr lang="en-US" sz="2000" dirty="0"/>
          </a:p>
        </p:txBody>
      </p:sp>
      <p:sp>
        <p:nvSpPr>
          <p:cNvPr id="25" name="Text 19"/>
          <p:cNvSpPr txBox="1"/>
          <p:nvPr/>
        </p:nvSpPr>
        <p:spPr>
          <a:xfrm>
            <a:off x="6208776"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j’espère que</a:t>
            </a:r>
            <a:endParaRPr lang="en-US" sz="1400" dirty="0"/>
          </a:p>
        </p:txBody>
      </p:sp>
      <p:sp>
        <p:nvSpPr>
          <p:cNvPr id="26" name="Shape 20"/>
          <p:cNvSpPr/>
          <p:nvPr/>
        </p:nvSpPr>
        <p:spPr>
          <a:xfrm>
            <a:off x="9130284"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9313164"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ze vandaag thuis </a:t>
            </a:r>
            <a:r>
              <a:rPr lang="en-US" sz="1800" b="1" i="1" dirty="0">
                <a:solidFill>
                  <a:schemeClr val="accent6"/>
                </a:solidFill>
              </a:rPr>
              <a:t>werkt</a:t>
            </a:r>
            <a:r>
              <a:rPr lang="en-US" sz="1800" i="1" dirty="0">
                <a:solidFill>
                  <a:schemeClr val="tx1"/>
                </a:solidFill>
              </a:rPr>
              <a:t>.</a:t>
            </a:r>
            <a:endParaRPr lang="en-US" sz="1800" dirty="0"/>
          </a:p>
        </p:txBody>
      </p:sp>
      <p:sp>
        <p:nvSpPr>
          <p:cNvPr id="28" name="Shape 22"/>
          <p:cNvSpPr/>
          <p:nvPr/>
        </p:nvSpPr>
        <p:spPr>
          <a:xfrm>
            <a:off x="10238994" y="3566160"/>
            <a:ext cx="201168" cy="201168"/>
          </a:xfrm>
          <a:prstGeom prst="ellipse">
            <a:avLst/>
          </a:prstGeom>
          <a:solidFill>
            <a:srgbClr val="FFFFFF"/>
          </a:solidFill>
          <a:ln w="19050">
            <a:solidFill>
              <a:srgbClr val="D9700F"/>
            </a:solidFill>
            <a:prstDash val="solid"/>
          </a:ln>
        </p:spPr>
      </p:sp>
      <p:sp>
        <p:nvSpPr>
          <p:cNvPr id="29" name="Shape 23"/>
          <p:cNvSpPr/>
          <p:nvPr/>
        </p:nvSpPr>
        <p:spPr>
          <a:xfrm>
            <a:off x="10161270" y="3822192"/>
            <a:ext cx="137160" cy="137160"/>
          </a:xfrm>
          <a:prstGeom prst="ellipse">
            <a:avLst/>
          </a:prstGeom>
          <a:solidFill>
            <a:srgbClr val="FFFFFF"/>
          </a:solidFill>
          <a:ln w="19050">
            <a:solidFill>
              <a:srgbClr val="D9700F"/>
            </a:solidFill>
            <a:prstDash val="solid"/>
          </a:ln>
        </p:spPr>
      </p:sp>
      <p:pic>
        <p:nvPicPr>
          <p:cNvPr id="30" name="Image 3" descr="speaking head">    </p:cNvPr>
          <p:cNvPicPr>
            <a:picLocks noChangeAspect="1"/>
          </p:cNvPicPr>
          <p:nvPr/>
        </p:nvPicPr>
        <p:blipFill>
          <a:blip r:embed="rId4"/>
          <a:stretch>
            <a:fillRect/>
          </a:stretch>
        </p:blipFill>
        <p:spPr>
          <a:xfrm>
            <a:off x="9790938" y="3977640"/>
            <a:ext cx="1097280" cy="1097280"/>
          </a:xfrm>
          <a:prstGeom prst="rect">
            <a:avLst/>
          </a:prstGeom>
        </p:spPr>
      </p:pic>
      <p:sp>
        <p:nvSpPr>
          <p:cNvPr id="31" name="Text 24"/>
          <p:cNvSpPr txBox="1"/>
          <p:nvPr/>
        </p:nvSpPr>
        <p:spPr>
          <a:xfrm>
            <a:off x="9038844"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Sofie </a:t>
            </a:r>
            <a:r>
              <a:rPr lang="en-US" sz="2000" b="1" i="1" dirty="0">
                <a:solidFill>
                  <a:schemeClr val="tx1"/>
                </a:solidFill>
              </a:rPr>
              <a:t>zegt</a:t>
            </a:r>
            <a:r>
              <a:rPr lang="en-US" sz="2000" i="1" dirty="0">
                <a:solidFill>
                  <a:schemeClr val="tx1"/>
                </a:solidFill>
              </a:rPr>
              <a:t>…</a:t>
            </a:r>
            <a:endParaRPr lang="en-US" sz="2000" dirty="0"/>
          </a:p>
        </p:txBody>
      </p:sp>
      <p:sp>
        <p:nvSpPr>
          <p:cNvPr id="32" name="Text 25"/>
          <p:cNvSpPr txBox="1"/>
          <p:nvPr/>
        </p:nvSpPr>
        <p:spPr>
          <a:xfrm>
            <a:off x="9038844"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Sofie dit que</a:t>
            </a:r>
            <a:endParaRPr lang="en-US" sz="1400" dirty="0"/>
          </a:p>
        </p:txBody>
      </p:sp>
      <p:sp>
        <p:nvSpPr>
          <p:cNvPr id="33" name="Text 2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dirty="0">
                <a:solidFill>
                  <a:schemeClr val="accent6"/>
                </a:solidFill>
              </a:rPr>
              <a:t>⚠ </a:t>
            </a:r>
            <a:r>
              <a:rPr lang="en-US" sz="1500" i="1" dirty="0">
                <a:solidFill>
                  <a:schemeClr val="accent6"/>
                </a:solidFill>
              </a:rPr>
              <a:t>dat</a:t>
            </a:r>
            <a:r>
              <a:rPr lang="en-US" sz="1500" dirty="0">
                <a:solidFill>
                  <a:schemeClr val="accent6"/>
                </a:solidFill>
              </a:rPr>
              <a:t> ne s’omet </a:t>
            </a:r>
            <a:r>
              <a:rPr lang="en-US" sz="1500" b="1" dirty="0">
                <a:solidFill>
                  <a:schemeClr val="accent6"/>
                </a:solidFill>
              </a:rPr>
              <a:t>jamais</a:t>
            </a:r>
            <a:r>
              <a:rPr lang="en-US" sz="1500" dirty="0">
                <a:solidFill>
                  <a:schemeClr val="accent6"/>
                </a:solidFill>
              </a:rPr>
              <a:t> (≠ anglais </a:t>
            </a:r>
            <a:r>
              <a:rPr lang="en-US" sz="1500" i="1" dirty="0">
                <a:solidFill>
                  <a:schemeClr val="accent6"/>
                </a:solidFill>
              </a:rPr>
              <a:t>I think he’s right</a:t>
            </a:r>
            <a:r>
              <a:rPr lang="en-US" sz="1500" dirty="0">
                <a:solidFill>
                  <a:schemeClr val="accent6"/>
                </a:solidFill>
              </a:rPr>
              <a:t>) : </a:t>
            </a:r>
            <a:r>
              <a:rPr lang="en-US" sz="1500" i="1" dirty="0">
                <a:solidFill>
                  <a:schemeClr val="accent6"/>
                </a:solidFill>
              </a:rPr>
              <a:t>Ik denk </a:t>
            </a:r>
            <a:r>
              <a:rPr lang="en-US" sz="1500" b="1" i="1" dirty="0">
                <a:solidFill>
                  <a:schemeClr val="accent6"/>
                </a:solidFill>
              </a:rPr>
              <a:t>dat</a:t>
            </a:r>
            <a:r>
              <a:rPr lang="en-US" sz="1500" i="1" dirty="0">
                <a:solidFill>
                  <a:schemeClr val="accent6"/>
                </a:solidFill>
              </a:rPr>
              <a:t> hij gelijk heeft.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als : la condition… et le choc des verbes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45720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① ORDRE DE BASE</a:t>
            </a:r>
            <a:endParaRPr lang="en-US" sz="1400" dirty="0"/>
          </a:p>
        </p:txBody>
      </p:sp>
      <p:sp>
        <p:nvSpPr>
          <p:cNvPr id="6" name="Shape 3"/>
          <p:cNvSpPr/>
          <p:nvPr/>
        </p:nvSpPr>
        <p:spPr>
          <a:xfrm>
            <a:off x="548640" y="1920240"/>
            <a:ext cx="606430" cy="731520"/>
          </a:xfrm>
          <a:prstGeom prst="roundRect">
            <a:avLst>
              <a:gd name="adj" fmla="val 12063"/>
            </a:avLst>
          </a:prstGeom>
          <a:solidFill>
            <a:schemeClr val="bg1"/>
          </a:solidFill>
          <a:ln w="15875">
            <a:solidFill>
              <a:srgbClr val="D5DCE6"/>
            </a:solidFill>
            <a:prstDash val="solid"/>
          </a:ln>
        </p:spPr>
      </p:sp>
      <p:sp>
        <p:nvSpPr>
          <p:cNvPr id="7" name="Text 4"/>
          <p:cNvSpPr txBox="1"/>
          <p:nvPr/>
        </p:nvSpPr>
        <p:spPr>
          <a:xfrm>
            <a:off x="548640" y="1920240"/>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Je</a:t>
            </a:r>
            <a:endParaRPr lang="en-US" sz="2200" dirty="0"/>
          </a:p>
        </p:txBody>
      </p:sp>
      <p:sp>
        <p:nvSpPr>
          <p:cNvPr id="8" name="Shape 5"/>
          <p:cNvSpPr/>
          <p:nvPr/>
        </p:nvSpPr>
        <p:spPr>
          <a:xfrm>
            <a:off x="1228222" y="1920240"/>
            <a:ext cx="763341" cy="731520"/>
          </a:xfrm>
          <a:prstGeom prst="roundRect">
            <a:avLst>
              <a:gd name="adj" fmla="val 10000"/>
            </a:avLst>
          </a:prstGeom>
          <a:solidFill>
            <a:srgbClr val="FBEDEB"/>
          </a:solidFill>
          <a:ln w="31750">
            <a:solidFill>
              <a:srgbClr val="B83227"/>
            </a:solidFill>
            <a:prstDash val="solid"/>
          </a:ln>
        </p:spPr>
      </p:sp>
      <p:sp>
        <p:nvSpPr>
          <p:cNvPr id="9" name="Text 6"/>
          <p:cNvSpPr txBox="1"/>
          <p:nvPr/>
        </p:nvSpPr>
        <p:spPr>
          <a:xfrm>
            <a:off x="1228222" y="1920240"/>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10" name="Shape 7"/>
          <p:cNvSpPr/>
          <p:nvPr/>
        </p:nvSpPr>
        <p:spPr>
          <a:xfrm>
            <a:off x="2064715" y="1920240"/>
            <a:ext cx="2803185" cy="731520"/>
          </a:xfrm>
          <a:prstGeom prst="roundRect">
            <a:avLst>
              <a:gd name="adj" fmla="val 10000"/>
            </a:avLst>
          </a:prstGeom>
          <a:solidFill>
            <a:schemeClr val="bg1"/>
          </a:solidFill>
          <a:ln w="15875">
            <a:solidFill>
              <a:srgbClr val="D5DCE6"/>
            </a:solidFill>
            <a:prstDash val="solid"/>
          </a:ln>
        </p:spPr>
      </p:sp>
      <p:sp>
        <p:nvSpPr>
          <p:cNvPr id="11" name="Text 8"/>
          <p:cNvSpPr txBox="1"/>
          <p:nvPr/>
        </p:nvSpPr>
        <p:spPr>
          <a:xfrm>
            <a:off x="2064715" y="1920240"/>
            <a:ext cx="2803185" cy="731520"/>
          </a:xfrm>
          <a:prstGeom prst="rect">
            <a:avLst/>
          </a:prstGeom>
          <a:noFill/>
          <a:ln/>
        </p:spPr>
        <p:txBody>
          <a:bodyPr wrap="square" lIns="0" tIns="0" rIns="0" bIns="0" rtlCol="0" anchor="ctr"/>
          <a:lstStyle/>
          <a:p>
            <a:pPr algn="ctr" indent="0" marL="0">
              <a:buNone/>
            </a:pPr>
            <a:r>
              <a:rPr lang="en-US" sz="2200" dirty="0">
                <a:solidFill>
                  <a:schemeClr val="tx1"/>
                </a:solidFill>
              </a:rPr>
              <a:t>me altijd bellen</a:t>
            </a:r>
            <a:endParaRPr lang="en-US" sz="2200" dirty="0"/>
          </a:p>
        </p:txBody>
      </p:sp>
      <p:sp>
        <p:nvSpPr>
          <p:cNvPr id="12" name="Shape 9"/>
          <p:cNvSpPr/>
          <p:nvPr/>
        </p:nvSpPr>
        <p:spPr>
          <a:xfrm>
            <a:off x="4941052" y="1920240"/>
            <a:ext cx="763341" cy="731520"/>
          </a:xfrm>
          <a:prstGeom prst="roundRect">
            <a:avLst>
              <a:gd name="adj" fmla="val 10000"/>
            </a:avLst>
          </a:prstGeom>
          <a:solidFill>
            <a:schemeClr val="accent1"/>
          </a:solidFill>
          <a:ln w="12700">
            <a:solidFill>
              <a:srgbClr val="FFFFFF">
                <a:alpha val="0"/>
              </a:srgbClr>
            </a:solidFill>
            <a:prstDash val="solid"/>
          </a:ln>
        </p:spPr>
      </p:sp>
      <p:sp>
        <p:nvSpPr>
          <p:cNvPr id="13" name="Text 10"/>
          <p:cNvSpPr txBox="1"/>
          <p:nvPr/>
        </p:nvSpPr>
        <p:spPr>
          <a:xfrm>
            <a:off x="4941052" y="1920240"/>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14" name="Shape 11"/>
          <p:cNvSpPr/>
          <p:nvPr/>
        </p:nvSpPr>
        <p:spPr>
          <a:xfrm>
            <a:off x="5777545" y="1920240"/>
            <a:ext cx="1704807" cy="731520"/>
          </a:xfrm>
          <a:prstGeom prst="roundRect">
            <a:avLst>
              <a:gd name="adj" fmla="val 10000"/>
            </a:avLst>
          </a:prstGeom>
          <a:solidFill>
            <a:schemeClr val="bg1"/>
          </a:solidFill>
          <a:ln w="15875">
            <a:solidFill>
              <a:srgbClr val="D5DCE6"/>
            </a:solidFill>
            <a:prstDash val="solid"/>
          </a:ln>
        </p:spPr>
      </p:sp>
      <p:sp>
        <p:nvSpPr>
          <p:cNvPr id="15" name="Text 12"/>
          <p:cNvSpPr txBox="1"/>
          <p:nvPr/>
        </p:nvSpPr>
        <p:spPr>
          <a:xfrm>
            <a:off x="5777545" y="1920240"/>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16" name="Shape 13"/>
          <p:cNvSpPr/>
          <p:nvPr/>
        </p:nvSpPr>
        <p:spPr>
          <a:xfrm>
            <a:off x="7555504" y="1920240"/>
            <a:ext cx="1077163" cy="731520"/>
          </a:xfrm>
          <a:prstGeom prst="roundRect">
            <a:avLst>
              <a:gd name="adj" fmla="val 10000"/>
            </a:avLst>
          </a:prstGeom>
          <a:solidFill>
            <a:srgbClr val="FBEDEB"/>
          </a:solidFill>
          <a:ln w="31750">
            <a:solidFill>
              <a:srgbClr val="B83227"/>
            </a:solidFill>
            <a:prstDash val="solid"/>
          </a:ln>
        </p:spPr>
      </p:sp>
      <p:sp>
        <p:nvSpPr>
          <p:cNvPr id="17" name="Text 14"/>
          <p:cNvSpPr txBox="1"/>
          <p:nvPr/>
        </p:nvSpPr>
        <p:spPr>
          <a:xfrm>
            <a:off x="7555504" y="1920240"/>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18" name="Text 15"/>
          <p:cNvSpPr txBox="1"/>
          <p:nvPr/>
        </p:nvSpPr>
        <p:spPr>
          <a:xfrm>
            <a:off x="548640" y="2971800"/>
            <a:ext cx="73152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② LA SUBORDONNÉE EN TÊTE = CASE ①</a:t>
            </a:r>
            <a:endParaRPr lang="en-US" sz="1400" dirty="0"/>
          </a:p>
        </p:txBody>
      </p:sp>
      <p:sp>
        <p:nvSpPr>
          <p:cNvPr id="19" name="Shape 16"/>
          <p:cNvSpPr/>
          <p:nvPr/>
        </p:nvSpPr>
        <p:spPr>
          <a:xfrm>
            <a:off x="457200" y="3291840"/>
            <a:ext cx="4251960" cy="960120"/>
          </a:xfrm>
          <a:prstGeom prst="roundRect">
            <a:avLst>
              <a:gd name="adj" fmla="val 7619"/>
            </a:avLst>
          </a:prstGeom>
          <a:solidFill>
            <a:schemeClr val="accent1">
              <a:alpha val="10000"/>
            </a:schemeClr>
          </a:solidFill>
          <a:ln w="19050">
            <a:solidFill>
              <a:srgbClr val="D9700F"/>
            </a:solidFill>
            <a:prstDash val="dash"/>
          </a:ln>
        </p:spPr>
      </p:sp>
      <p:sp>
        <p:nvSpPr>
          <p:cNvPr id="20" name="Shape 17"/>
          <p:cNvSpPr/>
          <p:nvPr/>
        </p:nvSpPr>
        <p:spPr>
          <a:xfrm>
            <a:off x="548640" y="3401568"/>
            <a:ext cx="763341" cy="731520"/>
          </a:xfrm>
          <a:prstGeom prst="roundRect">
            <a:avLst>
              <a:gd name="adj" fmla="val 10000"/>
            </a:avLst>
          </a:prstGeom>
          <a:solidFill>
            <a:schemeClr val="accent1"/>
          </a:solidFill>
          <a:ln w="12700">
            <a:solidFill>
              <a:srgbClr val="FFFFFF">
                <a:alpha val="0"/>
              </a:srgbClr>
            </a:solidFill>
            <a:prstDash val="solid"/>
          </a:ln>
        </p:spPr>
      </p:sp>
      <p:sp>
        <p:nvSpPr>
          <p:cNvPr id="21" name="Text 18"/>
          <p:cNvSpPr txBox="1"/>
          <p:nvPr/>
        </p:nvSpPr>
        <p:spPr>
          <a:xfrm>
            <a:off x="548640" y="3401568"/>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22" name="Shape 19"/>
          <p:cNvSpPr/>
          <p:nvPr/>
        </p:nvSpPr>
        <p:spPr>
          <a:xfrm>
            <a:off x="1385133" y="3401568"/>
            <a:ext cx="1704807" cy="731520"/>
          </a:xfrm>
          <a:prstGeom prst="roundRect">
            <a:avLst>
              <a:gd name="adj" fmla="val 10000"/>
            </a:avLst>
          </a:prstGeom>
          <a:solidFill>
            <a:schemeClr val="bg1"/>
          </a:solidFill>
          <a:ln w="15875">
            <a:solidFill>
              <a:srgbClr val="D5DCE6"/>
            </a:solidFill>
            <a:prstDash val="solid"/>
          </a:ln>
        </p:spPr>
      </p:sp>
      <p:sp>
        <p:nvSpPr>
          <p:cNvPr id="23" name="Text 20"/>
          <p:cNvSpPr txBox="1"/>
          <p:nvPr/>
        </p:nvSpPr>
        <p:spPr>
          <a:xfrm>
            <a:off x="1385133" y="3401568"/>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24" name="Shape 21"/>
          <p:cNvSpPr/>
          <p:nvPr/>
        </p:nvSpPr>
        <p:spPr>
          <a:xfrm>
            <a:off x="3163092" y="3401568"/>
            <a:ext cx="1077163" cy="731520"/>
          </a:xfrm>
          <a:prstGeom prst="roundRect">
            <a:avLst>
              <a:gd name="adj" fmla="val 10000"/>
            </a:avLst>
          </a:prstGeom>
          <a:solidFill>
            <a:srgbClr val="FBEDEB"/>
          </a:solidFill>
          <a:ln w="31750">
            <a:solidFill>
              <a:srgbClr val="B83227"/>
            </a:solidFill>
            <a:prstDash val="solid"/>
          </a:ln>
        </p:spPr>
      </p:sp>
      <p:sp>
        <p:nvSpPr>
          <p:cNvPr id="25" name="Text 22"/>
          <p:cNvSpPr txBox="1"/>
          <p:nvPr/>
        </p:nvSpPr>
        <p:spPr>
          <a:xfrm>
            <a:off x="3163092" y="3401568"/>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26" name="Shape 23"/>
          <p:cNvSpPr/>
          <p:nvPr/>
        </p:nvSpPr>
        <p:spPr>
          <a:xfrm>
            <a:off x="4349984" y="3401568"/>
            <a:ext cx="763341" cy="731520"/>
          </a:xfrm>
          <a:prstGeom prst="roundRect">
            <a:avLst>
              <a:gd name="adj" fmla="val 10000"/>
            </a:avLst>
          </a:prstGeom>
          <a:solidFill>
            <a:srgbClr val="FBEDEB"/>
          </a:solidFill>
          <a:ln w="31750">
            <a:solidFill>
              <a:srgbClr val="B83227"/>
            </a:solidFill>
            <a:prstDash val="solid"/>
          </a:ln>
        </p:spPr>
      </p:sp>
      <p:sp>
        <p:nvSpPr>
          <p:cNvPr id="27" name="Text 24"/>
          <p:cNvSpPr txBox="1"/>
          <p:nvPr/>
        </p:nvSpPr>
        <p:spPr>
          <a:xfrm>
            <a:off x="4349984" y="3401568"/>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28" name="Shape 25"/>
          <p:cNvSpPr/>
          <p:nvPr/>
        </p:nvSpPr>
        <p:spPr>
          <a:xfrm>
            <a:off x="5186477" y="3401568"/>
            <a:ext cx="3430829" cy="731520"/>
          </a:xfrm>
          <a:prstGeom prst="roundRect">
            <a:avLst>
              <a:gd name="adj" fmla="val 10000"/>
            </a:avLst>
          </a:prstGeom>
          <a:solidFill>
            <a:schemeClr val="bg1"/>
          </a:solidFill>
          <a:ln w="15875">
            <a:solidFill>
              <a:srgbClr val="D5DCE6"/>
            </a:solidFill>
            <a:prstDash val="solid"/>
          </a:ln>
        </p:spPr>
      </p:sp>
      <p:sp>
        <p:nvSpPr>
          <p:cNvPr id="29" name="Text 26"/>
          <p:cNvSpPr txBox="1"/>
          <p:nvPr/>
        </p:nvSpPr>
        <p:spPr>
          <a:xfrm>
            <a:off x="5186477" y="3401568"/>
            <a:ext cx="3430829" cy="731520"/>
          </a:xfrm>
          <a:prstGeom prst="rect">
            <a:avLst/>
          </a:prstGeom>
          <a:noFill/>
          <a:ln/>
        </p:spPr>
        <p:txBody>
          <a:bodyPr wrap="square" lIns="0" tIns="0" rIns="0" bIns="0" rtlCol="0" anchor="ctr"/>
          <a:lstStyle/>
          <a:p>
            <a:pPr algn="ctr" indent="0" marL="0">
              <a:buNone/>
            </a:pPr>
            <a:r>
              <a:rPr lang="en-US" sz="2200" dirty="0">
                <a:solidFill>
                  <a:schemeClr val="tx1"/>
                </a:solidFill>
              </a:rPr>
              <a:t>je me altijd bellen.</a:t>
            </a:r>
            <a:endParaRPr lang="en-US" sz="2200" dirty="0"/>
          </a:p>
        </p:txBody>
      </p:sp>
      <p:pic>
        <p:nvPicPr>
          <p:cNvPr id="30" name="Image 0" descr="collision">    </p:cNvPr>
          <p:cNvPicPr>
            <a:picLocks noChangeAspect="1"/>
          </p:cNvPicPr>
          <p:nvPr/>
        </p:nvPicPr>
        <p:blipFill>
          <a:blip r:embed="rId1"/>
          <a:stretch>
            <a:fillRect/>
          </a:stretch>
        </p:blipFill>
        <p:spPr>
          <a:xfrm>
            <a:off x="3856208" y="4160520"/>
            <a:ext cx="685800" cy="685800"/>
          </a:xfrm>
          <a:prstGeom prst="rect">
            <a:avLst/>
          </a:prstGeom>
        </p:spPr>
      </p:pic>
      <p:sp>
        <p:nvSpPr>
          <p:cNvPr id="31" name="Text 27"/>
          <p:cNvSpPr txBox="1"/>
          <p:nvPr/>
        </p:nvSpPr>
        <p:spPr>
          <a:xfrm>
            <a:off x="3142976" y="4800600"/>
            <a:ext cx="2377440" cy="365760"/>
          </a:xfrm>
          <a:prstGeom prst="rect">
            <a:avLst/>
          </a:prstGeom>
          <a:noFill/>
          <a:ln/>
        </p:spPr>
        <p:txBody>
          <a:bodyPr wrap="square" lIns="0" tIns="0" rIns="0" bIns="0" rtlCol="0" anchor="t"/>
          <a:lstStyle/>
          <a:p>
            <a:pPr algn="ctr" indent="0" marL="0">
              <a:buNone/>
            </a:pPr>
            <a:r>
              <a:rPr lang="en-US" sz="1700" b="1" dirty="0">
                <a:solidFill>
                  <a:schemeClr val="accent6"/>
                </a:solidFill>
              </a:rPr>
              <a:t>verbe, verbe</a:t>
            </a:r>
            <a:r>
              <a:rPr lang="en-US" sz="1700" dirty="0">
                <a:solidFill>
                  <a:schemeClr val="accent6"/>
                </a:solidFill>
              </a:rPr>
              <a:t> !</a:t>
            </a:r>
            <a:endParaRPr lang="en-US" sz="1700" dirty="0"/>
          </a:p>
        </p:txBody>
      </p:sp>
      <p:sp>
        <p:nvSpPr>
          <p:cNvPr id="32" name="Text 28"/>
          <p:cNvSpPr txBox="1"/>
          <p:nvPr/>
        </p:nvSpPr>
        <p:spPr>
          <a:xfrm>
            <a:off x="548640" y="4297680"/>
            <a:ext cx="4114800" cy="292608"/>
          </a:xfrm>
          <a:prstGeom prst="rect">
            <a:avLst/>
          </a:prstGeom>
          <a:noFill/>
          <a:ln/>
        </p:spPr>
        <p:txBody>
          <a:bodyPr wrap="square" lIns="0" tIns="0" rIns="0" bIns="0" rtlCol="0" anchor="t"/>
          <a:lstStyle/>
          <a:p>
            <a:pPr algn="ctr" indent="0" marL="0">
              <a:buNone/>
            </a:pPr>
            <a:r>
              <a:rPr lang="en-US" sz="1300" i="1" dirty="0">
                <a:solidFill>
                  <a:schemeClr val="accent1"/>
                </a:solidFill>
              </a:rPr>
              <a:t>case ①</a:t>
            </a:r>
            <a:endParaRPr lang="en-US" sz="1300" dirty="0"/>
          </a:p>
        </p:txBody>
      </p:sp>
      <p:sp>
        <p:nvSpPr>
          <p:cNvPr id="33" name="Shape 29"/>
          <p:cNvSpPr/>
          <p:nvPr/>
        </p:nvSpPr>
        <p:spPr>
          <a:xfrm>
            <a:off x="8915400" y="1508760"/>
            <a:ext cx="27249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Shape 30"/>
          <p:cNvSpPr/>
          <p:nvPr/>
        </p:nvSpPr>
        <p:spPr>
          <a:xfrm>
            <a:off x="9098280" y="1673352"/>
            <a:ext cx="566928" cy="566928"/>
          </a:xfrm>
          <a:prstGeom prst="ellipse">
            <a:avLst/>
          </a:prstGeom>
          <a:solidFill>
            <a:schemeClr val="tx2"/>
          </a:solidFill>
          <a:ln w="12700">
            <a:solidFill>
              <a:srgbClr val="FFFFFF">
                <a:alpha val="0"/>
              </a:srgbClr>
            </a:solidFill>
            <a:prstDash val="solid"/>
          </a:ln>
        </p:spPr>
      </p:sp>
      <p:pic>
        <p:nvPicPr>
          <p:cNvPr id="35" name="Image 1" descr="Sync">    </p:cNvPr>
          <p:cNvPicPr>
            <a:picLocks noChangeAspect="1"/>
          </p:cNvPicPr>
          <p:nvPr/>
        </p:nvPicPr>
        <p:blipFill>
          <a:blip r:embed="rId2"/>
          <a:stretch>
            <a:fillRect/>
          </a:stretch>
        </p:blipFill>
        <p:spPr>
          <a:xfrm>
            <a:off x="9234343" y="1809415"/>
            <a:ext cx="294803" cy="294803"/>
          </a:xfrm>
          <a:prstGeom prst="rect">
            <a:avLst/>
          </a:prstGeom>
        </p:spPr>
      </p:pic>
      <p:sp>
        <p:nvSpPr>
          <p:cNvPr id="36" name="Text 31"/>
          <p:cNvSpPr txBox="1"/>
          <p:nvPr/>
        </p:nvSpPr>
        <p:spPr>
          <a:xfrm>
            <a:off x="9811512" y="1655064"/>
            <a:ext cx="1691640" cy="603504"/>
          </a:xfrm>
          <a:prstGeom prst="rect">
            <a:avLst/>
          </a:prstGeom>
          <a:noFill/>
          <a:ln/>
        </p:spPr>
        <p:txBody>
          <a:bodyPr wrap="square" lIns="0" tIns="0" rIns="0" bIns="0" rtlCol="0" anchor="ctr"/>
          <a:lstStyle/>
          <a:p>
            <a:pPr algn="l" indent="0" marL="0">
              <a:buNone/>
            </a:pPr>
            <a:r>
              <a:rPr lang="en-US" sz="1600" b="1" dirty="0">
                <a:solidFill>
                  <a:schemeClr val="tx2"/>
                </a:solidFill>
              </a:rPr>
              <a:t>Comme au M3</a:t>
            </a:r>
            <a:endParaRPr lang="en-US" sz="1600" dirty="0"/>
          </a:p>
        </p:txBody>
      </p:sp>
      <p:sp>
        <p:nvSpPr>
          <p:cNvPr id="37" name="Text 32"/>
          <p:cNvSpPr txBox="1"/>
          <p:nvPr/>
        </p:nvSpPr>
        <p:spPr>
          <a:xfrm>
            <a:off x="9116568" y="2377440"/>
            <a:ext cx="2322576" cy="804672"/>
          </a:xfrm>
          <a:prstGeom prst="rect">
            <a:avLst/>
          </a:prstGeom>
          <a:noFill/>
          <a:ln/>
        </p:spPr>
        <p:txBody>
          <a:bodyPr wrap="square" lIns="0" tIns="0" rIns="0" bIns="0" rtlCol="0" anchor="t"/>
          <a:lstStyle/>
          <a:p>
            <a:pPr algn="l" indent="0" marL="0">
              <a:spcAft>
                <a:spcPts val="600"/>
              </a:spcAft>
              <a:buNone/>
            </a:pPr>
            <a:r>
              <a:rPr lang="en-US" sz="1300" i="1" dirty="0">
                <a:solidFill>
                  <a:schemeClr val="tx1"/>
                </a:solidFill>
              </a:rPr>
              <a:t>Morgen </a:t>
            </a:r>
            <a:r>
              <a:rPr lang="en-US" sz="1300" b="1" i="1" dirty="0">
                <a:solidFill>
                  <a:schemeClr val="accent6"/>
                </a:solidFill>
              </a:rPr>
              <a:t>werk</a:t>
            </a:r>
            <a:r>
              <a:rPr lang="en-US" sz="1300" i="1" dirty="0">
                <a:solidFill>
                  <a:schemeClr val="tx1"/>
                </a:solidFill>
              </a:rPr>
              <a:t> ik.</a:t>
            </a:r>
            <a:endParaRPr lang="en-US" sz="1300" dirty="0"/>
          </a:p>
          <a:p>
            <a:pPr algn="l" indent="0" marL="0">
              <a:spcAft>
                <a:spcPts val="600"/>
              </a:spcAft>
              <a:buNone/>
            </a:pPr>
            <a:r>
              <a:rPr lang="en-US" sz="1300" dirty="0">
                <a:solidFill>
                  <a:schemeClr val="tx1"/>
                </a:solidFill>
              </a:rPr>
              <a:t>Un </a:t>
            </a:r>
            <a:r>
              <a:rPr lang="en-US" sz="1300" b="1" dirty="0">
                <a:solidFill>
                  <a:schemeClr val="tx1"/>
                </a:solidFill>
              </a:rPr>
              <a:t>seul bloc</a:t>
            </a:r>
            <a:r>
              <a:rPr lang="en-US" sz="1300" dirty="0">
                <a:solidFill>
                  <a:schemeClr val="tx1"/>
                </a:solidFill>
              </a:rPr>
              <a:t> en ① → </a:t>
            </a:r>
            <a:r>
              <a:rPr lang="en-US" sz="1300" b="1" dirty="0">
                <a:solidFill>
                  <a:schemeClr val="tx1"/>
                </a:solidFill>
              </a:rPr>
              <a:t>inversion</a:t>
            </a:r>
            <a:r>
              <a:rPr lang="en-US" sz="1300" dirty="0">
                <a:solidFill>
                  <a:schemeClr val="tx1"/>
                </a:solidFill>
              </a:rPr>
              <a:t>.</a:t>
            </a:r>
            <a:endParaRPr lang="en-US" sz="1300" dirty="0"/>
          </a:p>
        </p:txBody>
      </p:sp>
      <p:sp>
        <p:nvSpPr>
          <p:cNvPr id="38" name="Shape 33"/>
          <p:cNvSpPr/>
          <p:nvPr/>
        </p:nvSpPr>
        <p:spPr>
          <a:xfrm>
            <a:off x="548640" y="5486400"/>
            <a:ext cx="11091672" cy="777240"/>
          </a:xfrm>
          <a:prstGeom prst="roundRect">
            <a:avLst>
              <a:gd name="adj" fmla="val 9412"/>
            </a:avLst>
          </a:prstGeom>
          <a:solidFill>
            <a:schemeClr val="tx2"/>
          </a:solidFill>
          <a:ln w="12700">
            <a:solidFill>
              <a:srgbClr val="FFFFFF">
                <a:alpha val="0"/>
              </a:srgbClr>
            </a:solidFill>
            <a:prstDash val="solid"/>
          </a:ln>
        </p:spPr>
      </p:sp>
      <p:sp>
        <p:nvSpPr>
          <p:cNvPr id="39" name="Text 34"/>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900" dirty="0">
                <a:solidFill>
                  <a:schemeClr val="bg1"/>
                </a:solidFill>
              </a:rPr>
              <a:t>Autre exemple : </a:t>
            </a:r>
            <a:r>
              <a:rPr lang="en-US" sz="1900" b="1" i="1" dirty="0">
                <a:solidFill>
                  <a:schemeClr val="bg1"/>
                </a:solidFill>
              </a:rPr>
              <a:t>Als</a:t>
            </a:r>
            <a:r>
              <a:rPr lang="en-US" sz="1900" i="1" dirty="0">
                <a:solidFill>
                  <a:schemeClr val="bg1"/>
                </a:solidFill>
              </a:rPr>
              <a:t> het </a:t>
            </a:r>
            <a:r>
              <a:rPr lang="en-US" sz="1900" b="1" i="1" dirty="0">
                <a:solidFill>
                  <a:schemeClr val="accent6"/>
                </a:solidFill>
              </a:rPr>
              <a:t>regent</a:t>
            </a:r>
            <a:r>
              <a:rPr lang="en-US" sz="1900" i="1" dirty="0">
                <a:solidFill>
                  <a:schemeClr val="bg1"/>
                </a:solidFill>
              </a:rPr>
              <a:t>, </a:t>
            </a:r>
            <a:r>
              <a:rPr lang="en-US" sz="1900" b="1" i="1" dirty="0">
                <a:solidFill>
                  <a:schemeClr val="accent6"/>
                </a:solidFill>
              </a:rPr>
              <a:t>neem</a:t>
            </a:r>
            <a:r>
              <a:rPr lang="en-US" sz="1900" i="1" dirty="0">
                <a:solidFill>
                  <a:schemeClr val="bg1"/>
                </a:solidFill>
              </a:rPr>
              <a:t> ik de bus.</a:t>
            </a:r>
            <a:r>
              <a:rPr lang="en-US" sz="1900" dirty="0">
                <a:solidFill>
                  <a:schemeClr val="bg1"/>
                </a:solidFill>
              </a:rPr>
              <a:t>  ·  Formel : </a:t>
            </a:r>
            <a:r>
              <a:rPr lang="en-US" sz="1900" i="1" dirty="0">
                <a:solidFill>
                  <a:schemeClr val="bg1"/>
                </a:solidFill>
              </a:rPr>
              <a:t>Als er vragen zijn, mag u me altijd contacteren.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 si » = als ou of ?</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22392" cy="3154680"/>
          </a:xfrm>
          <a:prstGeom prst="roundRect">
            <a:avLst>
              <a:gd name="adj" fmla="val 231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22392" cy="914400"/>
          </a:xfrm>
          <a:prstGeom prst="roundRect">
            <a:avLst>
              <a:gd name="adj" fmla="val 8000"/>
            </a:avLst>
          </a:prstGeom>
          <a:solidFill>
            <a:schemeClr val="accent1"/>
          </a:solidFill>
          <a:ln w="12700">
            <a:solidFill>
              <a:srgbClr val="FFFFFF">
                <a:alpha val="0"/>
              </a:srgbClr>
            </a:solidFill>
            <a:prstDash val="solid"/>
          </a:ln>
        </p:spPr>
      </p:sp>
      <p:sp>
        <p:nvSpPr>
          <p:cNvPr id="7" name="Text 4"/>
          <p:cNvSpPr txBox="1"/>
          <p:nvPr/>
        </p:nvSpPr>
        <p:spPr>
          <a:xfrm>
            <a:off x="77724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als</a:t>
            </a:r>
            <a:endParaRPr lang="en-US" sz="3800" dirty="0"/>
          </a:p>
        </p:txBody>
      </p:sp>
      <p:sp>
        <p:nvSpPr>
          <p:cNvPr id="8" name="Text 5"/>
          <p:cNvSpPr txBox="1"/>
          <p:nvPr/>
        </p:nvSpPr>
        <p:spPr>
          <a:xfrm>
            <a:off x="201168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condition</a:t>
            </a:r>
            <a:endParaRPr lang="en-US" sz="1800" dirty="0"/>
          </a:p>
        </p:txBody>
      </p:sp>
      <p:pic>
        <p:nvPicPr>
          <p:cNvPr id="9" name="Image 0" descr="cloud with rain">    </p:cNvPr>
          <p:cNvPicPr>
            <a:picLocks noChangeAspect="1"/>
          </p:cNvPicPr>
          <p:nvPr/>
        </p:nvPicPr>
        <p:blipFill>
          <a:blip r:embed="rId1"/>
          <a:stretch>
            <a:fillRect/>
          </a:stretch>
        </p:blipFill>
        <p:spPr>
          <a:xfrm>
            <a:off x="5120640" y="1664208"/>
            <a:ext cx="694944" cy="694944"/>
          </a:xfrm>
          <a:prstGeom prst="rect">
            <a:avLst/>
          </a:prstGeom>
        </p:spPr>
      </p:pic>
      <p:sp>
        <p:nvSpPr>
          <p:cNvPr id="10" name="Text 6"/>
          <p:cNvSpPr txBox="1"/>
          <p:nvPr/>
        </p:nvSpPr>
        <p:spPr>
          <a:xfrm>
            <a:off x="822960" y="2560320"/>
            <a:ext cx="4937760" cy="1097280"/>
          </a:xfrm>
          <a:prstGeom prst="rect">
            <a:avLst/>
          </a:prstGeom>
          <a:noFill/>
          <a:ln/>
        </p:spPr>
        <p:txBody>
          <a:bodyPr wrap="square" lIns="0" tIns="0" rIns="0" bIns="0" rtlCol="0" anchor="ctr"/>
          <a:lstStyle/>
          <a:p>
            <a:pPr algn="l" indent="0" marL="0">
              <a:spcAft>
                <a:spcPts val="800"/>
              </a:spcAft>
              <a:buNone/>
            </a:pPr>
            <a:r>
              <a:rPr lang="en-US" sz="2000" b="1" i="1" dirty="0">
                <a:solidFill>
                  <a:schemeClr val="tx1"/>
                </a:solidFill>
              </a:rPr>
              <a:t>Als</a:t>
            </a:r>
            <a:r>
              <a:rPr lang="en-US" sz="2000" i="1" dirty="0">
                <a:solidFill>
                  <a:schemeClr val="tx1"/>
                </a:solidFill>
              </a:rPr>
              <a:t> het </a:t>
            </a:r>
            <a:r>
              <a:rPr lang="en-US" sz="2000" b="1" i="1" dirty="0">
                <a:solidFill>
                  <a:schemeClr val="accent6"/>
                </a:solidFill>
              </a:rPr>
              <a:t>regent</a:t>
            </a:r>
            <a:r>
              <a:rPr lang="en-US" sz="2000" i="1" dirty="0">
                <a:solidFill>
                  <a:schemeClr val="tx1"/>
                </a:solidFill>
              </a:rPr>
              <a:t>, neem ik de bus.</a:t>
            </a:r>
            <a:endParaRPr lang="en-US" sz="2000" dirty="0"/>
          </a:p>
        </p:txBody>
      </p:sp>
      <p:sp>
        <p:nvSpPr>
          <p:cNvPr id="11" name="Shape 7"/>
          <p:cNvSpPr/>
          <p:nvPr/>
        </p:nvSpPr>
        <p:spPr>
          <a:xfrm>
            <a:off x="77724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12" name="Text 8"/>
          <p:cNvSpPr txBox="1"/>
          <p:nvPr/>
        </p:nvSpPr>
        <p:spPr>
          <a:xfrm>
            <a:off x="91440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à condition que</a:t>
            </a:r>
            <a:r>
              <a:rPr lang="en-US" sz="1600" dirty="0">
                <a:solidFill>
                  <a:schemeClr val="tx1"/>
                </a:solidFill>
              </a:rPr>
              <a:t> » ? → </a:t>
            </a:r>
            <a:r>
              <a:rPr lang="en-US" sz="1600" i="1" dirty="0">
                <a:solidFill>
                  <a:schemeClr val="tx1"/>
                </a:solidFill>
              </a:rPr>
              <a:t>als</a:t>
            </a:r>
            <a:endParaRPr lang="en-US" sz="1600" dirty="0"/>
          </a:p>
        </p:txBody>
      </p:sp>
      <p:sp>
        <p:nvSpPr>
          <p:cNvPr id="13" name="Shape 9"/>
          <p:cNvSpPr/>
          <p:nvPr/>
        </p:nvSpPr>
        <p:spPr>
          <a:xfrm>
            <a:off x="6217920" y="1554480"/>
            <a:ext cx="5422392" cy="3154680"/>
          </a:xfrm>
          <a:prstGeom prst="roundRect">
            <a:avLst>
              <a:gd name="adj" fmla="val 2319"/>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14" name="Shape 10"/>
          <p:cNvSpPr/>
          <p:nvPr/>
        </p:nvSpPr>
        <p:spPr>
          <a:xfrm>
            <a:off x="6217920" y="1554480"/>
            <a:ext cx="5422392" cy="914400"/>
          </a:xfrm>
          <a:prstGeom prst="roundRect">
            <a:avLst>
              <a:gd name="adj" fmla="val 8000"/>
            </a:avLst>
          </a:prstGeom>
          <a:solidFill>
            <a:srgbClr val="6E4A9E"/>
          </a:solidFill>
          <a:ln w="12700">
            <a:solidFill>
              <a:srgbClr val="FFFFFF">
                <a:alpha val="0"/>
              </a:srgbClr>
            </a:solidFill>
            <a:prstDash val="solid"/>
          </a:ln>
        </p:spPr>
      </p:sp>
      <p:sp>
        <p:nvSpPr>
          <p:cNvPr id="15" name="Text 11"/>
          <p:cNvSpPr txBox="1"/>
          <p:nvPr/>
        </p:nvSpPr>
        <p:spPr>
          <a:xfrm>
            <a:off x="644652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16" name="Text 12"/>
          <p:cNvSpPr txBox="1"/>
          <p:nvPr/>
        </p:nvSpPr>
        <p:spPr>
          <a:xfrm>
            <a:off x="768096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question indirecte</a:t>
            </a:r>
            <a:endParaRPr lang="en-US" sz="1800" dirty="0"/>
          </a:p>
        </p:txBody>
      </p:sp>
      <p:pic>
        <p:nvPicPr>
          <p:cNvPr id="17" name="Image 1" descr="red question mark">    </p:cNvPr>
          <p:cNvPicPr>
            <a:picLocks noChangeAspect="1"/>
          </p:cNvPicPr>
          <p:nvPr/>
        </p:nvPicPr>
        <p:blipFill>
          <a:blip r:embed="rId2"/>
          <a:stretch>
            <a:fillRect/>
          </a:stretch>
        </p:blipFill>
        <p:spPr>
          <a:xfrm>
            <a:off x="10789920" y="1664208"/>
            <a:ext cx="694944" cy="694944"/>
          </a:xfrm>
          <a:prstGeom prst="rect">
            <a:avLst/>
          </a:prstGeom>
        </p:spPr>
      </p:pic>
      <p:sp>
        <p:nvSpPr>
          <p:cNvPr id="18" name="Text 13"/>
          <p:cNvSpPr txBox="1"/>
          <p:nvPr/>
        </p:nvSpPr>
        <p:spPr>
          <a:xfrm>
            <a:off x="6492240" y="2560320"/>
            <a:ext cx="4937760" cy="10972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weet niet </a:t>
            </a:r>
            <a:r>
              <a:rPr lang="en-US" sz="2000" b="1" i="1" dirty="0">
                <a:solidFill>
                  <a:schemeClr val="tx1"/>
                </a:solidFill>
              </a:rPr>
              <a:t>of</a:t>
            </a:r>
            <a:r>
              <a:rPr lang="en-US" sz="2000" i="1" dirty="0">
                <a:solidFill>
                  <a:schemeClr val="tx1"/>
                </a:solidFill>
              </a:rPr>
              <a:t> hij morgen </a:t>
            </a:r>
            <a:r>
              <a:rPr lang="en-US" sz="2000" b="1" i="1" dirty="0">
                <a:solidFill>
                  <a:schemeClr val="accent6"/>
                </a:solidFill>
              </a:rPr>
              <a:t>komt</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vraag me af </a:t>
            </a:r>
            <a:r>
              <a:rPr lang="en-US" sz="2000" b="1" i="1" dirty="0">
                <a:solidFill>
                  <a:schemeClr val="tx1"/>
                </a:solidFill>
              </a:rPr>
              <a:t>of</a:t>
            </a:r>
            <a:r>
              <a:rPr lang="en-US" sz="2000" i="1" dirty="0">
                <a:solidFill>
                  <a:schemeClr val="tx1"/>
                </a:solidFill>
              </a:rPr>
              <a:t> ik kans </a:t>
            </a:r>
            <a:r>
              <a:rPr lang="en-US" sz="2000" b="1" i="1" dirty="0">
                <a:solidFill>
                  <a:schemeClr val="accent6"/>
                </a:solidFill>
              </a:rPr>
              <a:t>maak</a:t>
            </a:r>
            <a:r>
              <a:rPr lang="en-US" sz="2000" i="1" dirty="0">
                <a:solidFill>
                  <a:schemeClr val="tx1"/>
                </a:solidFill>
              </a:rPr>
              <a:t>.</a:t>
            </a:r>
            <a:endParaRPr lang="en-US" sz="2000" dirty="0"/>
          </a:p>
        </p:txBody>
      </p:sp>
      <p:sp>
        <p:nvSpPr>
          <p:cNvPr id="19" name="Shape 14"/>
          <p:cNvSpPr/>
          <p:nvPr/>
        </p:nvSpPr>
        <p:spPr>
          <a:xfrm>
            <a:off x="644652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20" name="Text 15"/>
          <p:cNvSpPr txBox="1"/>
          <p:nvPr/>
        </p:nvSpPr>
        <p:spPr>
          <a:xfrm>
            <a:off x="658368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est-ce que</a:t>
            </a:r>
            <a:r>
              <a:rPr lang="en-US" sz="1600" dirty="0">
                <a:solidFill>
                  <a:schemeClr val="tx1"/>
                </a:solidFill>
              </a:rPr>
              <a:t> » ? → </a:t>
            </a:r>
            <a:r>
              <a:rPr lang="en-US" sz="1600" i="1" dirty="0">
                <a:solidFill>
                  <a:schemeClr val="tx1"/>
                </a:solidFill>
              </a:rPr>
              <a:t>of</a:t>
            </a:r>
            <a:endParaRPr lang="en-US" sz="1600" dirty="0"/>
          </a:p>
        </p:txBody>
      </p:sp>
      <p:sp>
        <p:nvSpPr>
          <p:cNvPr id="21" name="Shape 16"/>
          <p:cNvSpPr/>
          <p:nvPr/>
        </p:nvSpPr>
        <p:spPr>
          <a:xfrm>
            <a:off x="548640" y="4864608"/>
            <a:ext cx="11091672" cy="1417320"/>
          </a:xfrm>
          <a:prstGeom prst="roundRect">
            <a:avLst>
              <a:gd name="adj" fmla="val 5161"/>
            </a:avLst>
          </a:prstGeom>
          <a:solidFill>
            <a:schemeClr val="accent6">
              <a:alpha val="7000"/>
            </a:schemeClr>
          </a:solidFill>
          <a:ln w="12700">
            <a:solidFill>
              <a:srgbClr val="B83227">
                <a:alpha val="60000"/>
              </a:srgbClr>
            </a:solidFill>
            <a:prstDash val="solid"/>
          </a:ln>
        </p:spPr>
      </p:sp>
      <p:sp>
        <p:nvSpPr>
          <p:cNvPr id="22" name="tag"/>
          <p:cNvSpPr/>
          <p:nvPr/>
        </p:nvSpPr>
        <p:spPr>
          <a:xfrm>
            <a:off x="731520" y="50292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8"/>
          <p:cNvSpPr txBox="1"/>
          <p:nvPr/>
        </p:nvSpPr>
        <p:spPr>
          <a:xfrm>
            <a:off x="822960" y="5367528"/>
            <a:ext cx="10543032" cy="320040"/>
          </a:xfrm>
          <a:prstGeom prst="rect">
            <a:avLst/>
          </a:prstGeom>
          <a:noFill/>
          <a:ln/>
        </p:spPr>
        <p:txBody>
          <a:bodyPr wrap="square" lIns="0" tIns="0" rIns="0" bIns="0" rtlCol="0" anchor="ctr"/>
          <a:lstStyle/>
          <a:p>
            <a:pPr algn="l" indent="0" marL="0">
              <a:buNone/>
            </a:pPr>
            <a:r>
              <a:rPr lang="en-US" sz="1700" i="1" strike="sngStrike" dirty="0">
                <a:solidFill>
                  <a:schemeClr val="accent6"/>
                </a:solidFill>
              </a:rPr>
              <a:t>Ik vraag me af als ik kans maak.</a:t>
            </a:r>
            <a:endParaRPr lang="en-US" sz="1700" dirty="0"/>
          </a:p>
        </p:txBody>
      </p:sp>
      <p:pic>
        <p:nvPicPr>
          <p:cNvPr id="24" name="Image 2" descr="ArrowDown">    </p:cNvPr>
          <p:cNvPicPr>
            <a:picLocks noChangeAspect="1"/>
          </p:cNvPicPr>
          <p:nvPr/>
        </p:nvPicPr>
        <p:blipFill>
          <a:blip r:embed="rId3"/>
          <a:stretch>
            <a:fillRect/>
          </a:stretch>
        </p:blipFill>
        <p:spPr>
          <a:xfrm>
            <a:off x="822960" y="5669280"/>
            <a:ext cx="237744" cy="237744"/>
          </a:xfrm>
          <a:prstGeom prst="rect">
            <a:avLst/>
          </a:prstGeom>
        </p:spPr>
      </p:pic>
      <p:sp>
        <p:nvSpPr>
          <p:cNvPr id="25" name="Shape 19"/>
          <p:cNvSpPr/>
          <p:nvPr/>
        </p:nvSpPr>
        <p:spPr>
          <a:xfrm>
            <a:off x="777240" y="5897880"/>
            <a:ext cx="10634472" cy="283464"/>
          </a:xfrm>
          <a:prstGeom prst="roundRect">
            <a:avLst>
              <a:gd name="adj" fmla="val 25806"/>
            </a:avLst>
          </a:prstGeom>
          <a:solidFill>
            <a:schemeClr val="accent3">
              <a:alpha val="12000"/>
            </a:schemeClr>
          </a:solidFill>
          <a:ln w="15875">
            <a:solidFill>
              <a:srgbClr val="2E7D4F"/>
            </a:solidFill>
            <a:prstDash val="solid"/>
          </a:ln>
        </p:spPr>
      </p:sp>
      <p:sp>
        <p:nvSpPr>
          <p:cNvPr id="26" name="Text 20"/>
          <p:cNvSpPr txBox="1"/>
          <p:nvPr/>
        </p:nvSpPr>
        <p:spPr>
          <a:xfrm>
            <a:off x="914400" y="5897880"/>
            <a:ext cx="10360152" cy="283464"/>
          </a:xfrm>
          <a:prstGeom prst="rect">
            <a:avLst/>
          </a:prstGeom>
          <a:noFill/>
          <a:ln/>
        </p:spPr>
        <p:txBody>
          <a:bodyPr wrap="square" lIns="0" tIns="0" rIns="0" bIns="0" rtlCol="0" anchor="ctr"/>
          <a:lstStyle/>
          <a:p>
            <a:pPr algn="l" indent="0" marL="0">
              <a:buNone/>
            </a:pPr>
            <a:r>
              <a:rPr lang="en-US" sz="1500" i="1" dirty="0">
                <a:solidFill>
                  <a:schemeClr val="tx1"/>
                </a:solidFill>
              </a:rPr>
              <a:t>Ik vraag me af </a:t>
            </a:r>
            <a:r>
              <a:rPr lang="en-US" sz="1500" b="1" i="1" dirty="0">
                <a:solidFill>
                  <a:schemeClr val="tx1"/>
                </a:solidFill>
              </a:rPr>
              <a:t>of</a:t>
            </a:r>
            <a:r>
              <a:rPr lang="en-US" sz="1500" i="1" dirty="0">
                <a:solidFill>
                  <a:schemeClr val="tx1"/>
                </a:solidFill>
              </a:rPr>
              <a:t> ik kans maak.</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verbes dans le wagon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60020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6" name="Shape 3"/>
          <p:cNvSpPr/>
          <p:nvPr/>
        </p:nvSpPr>
        <p:spPr>
          <a:xfrm>
            <a:off x="548640" y="1920240"/>
            <a:ext cx="535107" cy="640080"/>
          </a:xfrm>
          <a:prstGeom prst="roundRect">
            <a:avLst>
              <a:gd name="adj" fmla="val 13671"/>
            </a:avLst>
          </a:prstGeom>
          <a:solidFill>
            <a:schemeClr val="bg1"/>
          </a:solidFill>
          <a:ln w="15875">
            <a:solidFill>
              <a:srgbClr val="D5DCE6"/>
            </a:solidFill>
            <a:prstDash val="solid"/>
          </a:ln>
        </p:spPr>
      </p:sp>
      <p:sp>
        <p:nvSpPr>
          <p:cNvPr id="7" name="Text 4"/>
          <p:cNvSpPr txBox="1"/>
          <p:nvPr/>
        </p:nvSpPr>
        <p:spPr>
          <a:xfrm>
            <a:off x="548640" y="192024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8" name="Shape 5"/>
          <p:cNvSpPr/>
          <p:nvPr/>
        </p:nvSpPr>
        <p:spPr>
          <a:xfrm>
            <a:off x="1138611" y="1920240"/>
            <a:ext cx="777606" cy="640080"/>
          </a:xfrm>
          <a:prstGeom prst="roundRect">
            <a:avLst>
              <a:gd name="adj" fmla="val 11429"/>
            </a:avLst>
          </a:prstGeom>
          <a:solidFill>
            <a:srgbClr val="FBEDEB"/>
          </a:solidFill>
          <a:ln w="31750">
            <a:solidFill>
              <a:srgbClr val="B83227"/>
            </a:solidFill>
            <a:prstDash val="solid"/>
          </a:ln>
        </p:spPr>
      </p:sp>
      <p:sp>
        <p:nvSpPr>
          <p:cNvPr id="9" name="Text 6"/>
          <p:cNvSpPr txBox="1"/>
          <p:nvPr/>
        </p:nvSpPr>
        <p:spPr>
          <a:xfrm>
            <a:off x="1138611"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10" name="Shape 7"/>
          <p:cNvSpPr/>
          <p:nvPr/>
        </p:nvSpPr>
        <p:spPr>
          <a:xfrm>
            <a:off x="1971081" y="1920240"/>
            <a:ext cx="1020105" cy="640080"/>
          </a:xfrm>
          <a:prstGeom prst="roundRect">
            <a:avLst>
              <a:gd name="adj" fmla="val 11429"/>
            </a:avLst>
          </a:prstGeom>
          <a:solidFill>
            <a:schemeClr val="bg1"/>
          </a:solidFill>
          <a:ln w="15875">
            <a:solidFill>
              <a:srgbClr val="D5DCE6"/>
            </a:solidFill>
            <a:prstDash val="solid"/>
          </a:ln>
        </p:spPr>
      </p:sp>
      <p:sp>
        <p:nvSpPr>
          <p:cNvPr id="11" name="Text 8"/>
          <p:cNvSpPr txBox="1"/>
          <p:nvPr/>
        </p:nvSpPr>
        <p:spPr>
          <a:xfrm>
            <a:off x="1971081" y="1920240"/>
            <a:ext cx="1020105" cy="640080"/>
          </a:xfrm>
          <a:prstGeom prst="rect">
            <a:avLst/>
          </a:prstGeom>
          <a:noFill/>
          <a:ln/>
        </p:spPr>
        <p:txBody>
          <a:bodyPr wrap="square" lIns="0" tIns="0" rIns="0" bIns="0" rtlCol="0" anchor="ctr"/>
          <a:lstStyle/>
          <a:p>
            <a:pPr algn="ctr" indent="0" marL="0">
              <a:buNone/>
            </a:pPr>
            <a:r>
              <a:rPr lang="en-US" sz="1700" dirty="0">
                <a:solidFill>
                  <a:schemeClr val="tx1"/>
                </a:solidFill>
              </a:rPr>
              <a:t>morgen</a:t>
            </a:r>
            <a:endParaRPr lang="en-US" sz="1700" dirty="0"/>
          </a:p>
        </p:txBody>
      </p:sp>
      <p:sp>
        <p:nvSpPr>
          <p:cNvPr id="12" name="Shape 9"/>
          <p:cNvSpPr/>
          <p:nvPr/>
        </p:nvSpPr>
        <p:spPr>
          <a:xfrm>
            <a:off x="3046049" y="1920240"/>
            <a:ext cx="1141354" cy="640080"/>
          </a:xfrm>
          <a:prstGeom prst="roundRect">
            <a:avLst>
              <a:gd name="adj" fmla="val 11429"/>
            </a:avLst>
          </a:prstGeom>
          <a:solidFill>
            <a:srgbClr val="FBEDEB"/>
          </a:solidFill>
          <a:ln w="25400">
            <a:solidFill>
              <a:srgbClr val="B83227"/>
            </a:solidFill>
            <a:prstDash val="dash"/>
          </a:ln>
        </p:spPr>
      </p:sp>
      <p:sp>
        <p:nvSpPr>
          <p:cNvPr id="13" name="Text 10"/>
          <p:cNvSpPr txBox="1"/>
          <p:nvPr/>
        </p:nvSpPr>
        <p:spPr>
          <a:xfrm>
            <a:off x="3046049"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14" name="Shape 11"/>
          <p:cNvSpPr/>
          <p:nvPr/>
        </p:nvSpPr>
        <p:spPr>
          <a:xfrm>
            <a:off x="4434840" y="2240280"/>
            <a:ext cx="731520" cy="914"/>
          </a:xfrm>
          <a:prstGeom prst="line">
            <a:avLst/>
          </a:prstGeom>
          <a:noFill/>
          <a:ln w="31750">
            <a:solidFill>
              <a:srgbClr val="4A5A70"/>
            </a:solidFill>
            <a:prstDash val="solid"/>
            <a:tailEnd type="triangle"/>
          </a:ln>
        </p:spPr>
      </p:sp>
      <p:sp>
        <p:nvSpPr>
          <p:cNvPr id="15" name="Text 12"/>
          <p:cNvSpPr txBox="1"/>
          <p:nvPr/>
        </p:nvSpPr>
        <p:spPr>
          <a:xfrm>
            <a:off x="5349240" y="160020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16" name="Shape 13"/>
          <p:cNvSpPr/>
          <p:nvPr/>
        </p:nvSpPr>
        <p:spPr>
          <a:xfrm>
            <a:off x="5349240" y="1920240"/>
            <a:ext cx="1626352" cy="640080"/>
          </a:xfrm>
          <a:prstGeom prst="roundRect">
            <a:avLst>
              <a:gd name="adj" fmla="val 11429"/>
            </a:avLst>
          </a:prstGeom>
          <a:solidFill>
            <a:schemeClr val="bg1"/>
          </a:solidFill>
          <a:ln w="15875">
            <a:solidFill>
              <a:srgbClr val="D5DCE6"/>
            </a:solidFill>
            <a:prstDash val="solid"/>
          </a:ln>
        </p:spPr>
      </p:sp>
      <p:sp>
        <p:nvSpPr>
          <p:cNvPr id="17" name="Text 14"/>
          <p:cNvSpPr txBox="1"/>
          <p:nvPr/>
        </p:nvSpPr>
        <p:spPr>
          <a:xfrm>
            <a:off x="5349240" y="1920240"/>
            <a:ext cx="1626352" cy="640080"/>
          </a:xfrm>
          <a:prstGeom prst="rect">
            <a:avLst/>
          </a:prstGeom>
          <a:noFill/>
          <a:ln/>
        </p:spPr>
        <p:txBody>
          <a:bodyPr wrap="square" lIns="0" tIns="0" rIns="0" bIns="0" rtlCol="0" anchor="ctr"/>
          <a:lstStyle/>
          <a:p>
            <a:pPr algn="ctr" indent="0" marL="0">
              <a:buNone/>
            </a:pPr>
            <a:r>
              <a:rPr lang="en-US" sz="1700" dirty="0">
                <a:solidFill>
                  <a:schemeClr val="tx1"/>
                </a:solidFill>
              </a:rPr>
              <a:t>Ik kom niet</a:t>
            </a:r>
            <a:endParaRPr lang="en-US" sz="1700" dirty="0"/>
          </a:p>
        </p:txBody>
      </p:sp>
      <p:sp>
        <p:nvSpPr>
          <p:cNvPr id="18" name="Shape 15"/>
          <p:cNvSpPr/>
          <p:nvPr/>
        </p:nvSpPr>
        <p:spPr>
          <a:xfrm>
            <a:off x="7030456" y="1920240"/>
            <a:ext cx="898855" cy="640080"/>
          </a:xfrm>
          <a:prstGeom prst="roundRect">
            <a:avLst>
              <a:gd name="adj" fmla="val 11429"/>
            </a:avLst>
          </a:prstGeom>
          <a:solidFill>
            <a:schemeClr val="accent1"/>
          </a:solidFill>
          <a:ln w="12700">
            <a:solidFill>
              <a:srgbClr val="FFFFFF">
                <a:alpha val="0"/>
              </a:srgbClr>
            </a:solidFill>
            <a:prstDash val="solid"/>
          </a:ln>
        </p:spPr>
      </p:sp>
      <p:sp>
        <p:nvSpPr>
          <p:cNvPr id="19" name="Text 16"/>
          <p:cNvSpPr txBox="1"/>
          <p:nvPr/>
        </p:nvSpPr>
        <p:spPr>
          <a:xfrm>
            <a:off x="7030456" y="1920240"/>
            <a:ext cx="898855" cy="640080"/>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0" name="Shape 17"/>
          <p:cNvSpPr/>
          <p:nvPr/>
        </p:nvSpPr>
        <p:spPr>
          <a:xfrm>
            <a:off x="7984175" y="1920240"/>
            <a:ext cx="1383853" cy="640080"/>
          </a:xfrm>
          <a:prstGeom prst="roundRect">
            <a:avLst>
              <a:gd name="adj" fmla="val 11429"/>
            </a:avLst>
          </a:prstGeom>
          <a:solidFill>
            <a:schemeClr val="bg1"/>
          </a:solidFill>
          <a:ln w="15875">
            <a:solidFill>
              <a:srgbClr val="D5DCE6"/>
            </a:solidFill>
            <a:prstDash val="solid"/>
          </a:ln>
        </p:spPr>
      </p:sp>
      <p:sp>
        <p:nvSpPr>
          <p:cNvPr id="21" name="Text 18"/>
          <p:cNvSpPr txBox="1"/>
          <p:nvPr/>
        </p:nvSpPr>
        <p:spPr>
          <a:xfrm>
            <a:off x="7984175" y="1920240"/>
            <a:ext cx="1383853" cy="640080"/>
          </a:xfrm>
          <a:prstGeom prst="rect">
            <a:avLst/>
          </a:prstGeom>
          <a:noFill/>
          <a:ln/>
        </p:spPr>
        <p:txBody>
          <a:bodyPr wrap="square" lIns="0" tIns="0" rIns="0" bIns="0" rtlCol="0" anchor="ctr"/>
          <a:lstStyle/>
          <a:p>
            <a:pPr algn="ctr" indent="0" marL="0">
              <a:buNone/>
            </a:pPr>
            <a:r>
              <a:rPr lang="en-US" sz="1700" dirty="0">
                <a:solidFill>
                  <a:schemeClr val="tx1"/>
                </a:solidFill>
              </a:rPr>
              <a:t>ik morgen</a:t>
            </a:r>
            <a:endParaRPr lang="en-US" sz="1700" dirty="0"/>
          </a:p>
        </p:txBody>
      </p:sp>
      <p:sp>
        <p:nvSpPr>
          <p:cNvPr id="22" name="Shape 19"/>
          <p:cNvSpPr/>
          <p:nvPr/>
        </p:nvSpPr>
        <p:spPr>
          <a:xfrm>
            <a:off x="9422892" y="1920240"/>
            <a:ext cx="777606" cy="640080"/>
          </a:xfrm>
          <a:prstGeom prst="roundRect">
            <a:avLst>
              <a:gd name="adj" fmla="val 11429"/>
            </a:avLst>
          </a:prstGeom>
          <a:solidFill>
            <a:srgbClr val="FBEDEB"/>
          </a:solidFill>
          <a:ln w="31750">
            <a:solidFill>
              <a:srgbClr val="B83227"/>
            </a:solidFill>
            <a:prstDash val="solid"/>
          </a:ln>
        </p:spPr>
      </p:sp>
      <p:sp>
        <p:nvSpPr>
          <p:cNvPr id="23" name="Text 20"/>
          <p:cNvSpPr txBox="1"/>
          <p:nvPr/>
        </p:nvSpPr>
        <p:spPr>
          <a:xfrm>
            <a:off x="9422892"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24" name="Shape 21"/>
          <p:cNvSpPr/>
          <p:nvPr/>
        </p:nvSpPr>
        <p:spPr>
          <a:xfrm>
            <a:off x="10255362" y="1920240"/>
            <a:ext cx="1141354" cy="640080"/>
          </a:xfrm>
          <a:prstGeom prst="roundRect">
            <a:avLst>
              <a:gd name="adj" fmla="val 11429"/>
            </a:avLst>
          </a:prstGeom>
          <a:solidFill>
            <a:srgbClr val="FBEDEB"/>
          </a:solidFill>
          <a:ln w="25400">
            <a:solidFill>
              <a:srgbClr val="B83227"/>
            </a:solidFill>
            <a:prstDash val="dash"/>
          </a:ln>
        </p:spPr>
      </p:sp>
      <p:sp>
        <p:nvSpPr>
          <p:cNvPr id="25" name="Text 22"/>
          <p:cNvSpPr txBox="1"/>
          <p:nvPr/>
        </p:nvSpPr>
        <p:spPr>
          <a:xfrm>
            <a:off x="10255362"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26" name="Shape 23"/>
          <p:cNvSpPr/>
          <p:nvPr/>
        </p:nvSpPr>
        <p:spPr>
          <a:xfrm>
            <a:off x="9247876" y="2651760"/>
            <a:ext cx="214884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9247876" y="265176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28" name="Text 25"/>
          <p:cNvSpPr txBox="1"/>
          <p:nvPr/>
        </p:nvSpPr>
        <p:spPr>
          <a:xfrm>
            <a:off x="548640" y="347472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29" name="Shape 26"/>
          <p:cNvSpPr/>
          <p:nvPr/>
        </p:nvSpPr>
        <p:spPr>
          <a:xfrm>
            <a:off x="548640" y="3794760"/>
            <a:ext cx="535107" cy="640080"/>
          </a:xfrm>
          <a:prstGeom prst="roundRect">
            <a:avLst>
              <a:gd name="adj" fmla="val 13671"/>
            </a:avLst>
          </a:prstGeom>
          <a:solidFill>
            <a:schemeClr val="bg1"/>
          </a:solidFill>
          <a:ln w="15875">
            <a:solidFill>
              <a:srgbClr val="D5DCE6"/>
            </a:solidFill>
            <a:prstDash val="solid"/>
          </a:ln>
        </p:spPr>
      </p:sp>
      <p:sp>
        <p:nvSpPr>
          <p:cNvPr id="30" name="Text 27"/>
          <p:cNvSpPr txBox="1"/>
          <p:nvPr/>
        </p:nvSpPr>
        <p:spPr>
          <a:xfrm>
            <a:off x="548640" y="379476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8"/>
          <p:cNvSpPr/>
          <p:nvPr/>
        </p:nvSpPr>
        <p:spPr>
          <a:xfrm>
            <a:off x="1138611" y="3794760"/>
            <a:ext cx="656356"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138611"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33" name="Shape 30"/>
          <p:cNvSpPr/>
          <p:nvPr/>
        </p:nvSpPr>
        <p:spPr>
          <a:xfrm>
            <a:off x="1849831" y="3794760"/>
            <a:ext cx="777606"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1849831" y="3794760"/>
            <a:ext cx="777606" cy="640080"/>
          </a:xfrm>
          <a:prstGeom prst="rect">
            <a:avLst/>
          </a:prstGeom>
          <a:noFill/>
          <a:ln/>
        </p:spPr>
        <p:txBody>
          <a:bodyPr wrap="square" lIns="0" tIns="0" rIns="0" bIns="0" rtlCol="0" anchor="ctr"/>
          <a:lstStyle/>
          <a:p>
            <a:pPr algn="ctr" indent="0" marL="0">
              <a:buNone/>
            </a:pPr>
            <a:r>
              <a:rPr lang="en-US" sz="1700" dirty="0">
                <a:solidFill>
                  <a:schemeClr val="tx1"/>
                </a:solidFill>
              </a:rPr>
              <a:t>niet</a:t>
            </a:r>
            <a:endParaRPr lang="en-US" sz="1700" dirty="0"/>
          </a:p>
        </p:txBody>
      </p:sp>
      <p:sp>
        <p:nvSpPr>
          <p:cNvPr id="35" name="Shape 32"/>
          <p:cNvSpPr/>
          <p:nvPr/>
        </p:nvSpPr>
        <p:spPr>
          <a:xfrm>
            <a:off x="2682301" y="3794760"/>
            <a:ext cx="1020105" cy="640080"/>
          </a:xfrm>
          <a:prstGeom prst="roundRect">
            <a:avLst>
              <a:gd name="adj" fmla="val 11429"/>
            </a:avLst>
          </a:prstGeom>
          <a:solidFill>
            <a:srgbClr val="FBEDEB"/>
          </a:solidFill>
          <a:ln w="25400">
            <a:solidFill>
              <a:srgbClr val="B83227"/>
            </a:solidFill>
            <a:prstDash val="dash"/>
          </a:ln>
        </p:spPr>
      </p:sp>
      <p:sp>
        <p:nvSpPr>
          <p:cNvPr id="36" name="Text 33"/>
          <p:cNvSpPr txBox="1"/>
          <p:nvPr/>
        </p:nvSpPr>
        <p:spPr>
          <a:xfrm>
            <a:off x="2682301"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37" name="Shape 34"/>
          <p:cNvSpPr/>
          <p:nvPr/>
        </p:nvSpPr>
        <p:spPr>
          <a:xfrm>
            <a:off x="4434840" y="4114800"/>
            <a:ext cx="731520" cy="914"/>
          </a:xfrm>
          <a:prstGeom prst="line">
            <a:avLst/>
          </a:prstGeom>
          <a:noFill/>
          <a:ln w="31750">
            <a:solidFill>
              <a:srgbClr val="4A5A70"/>
            </a:solidFill>
            <a:prstDash val="solid"/>
            <a:tailEnd type="triangle"/>
          </a:ln>
        </p:spPr>
      </p:sp>
      <p:sp>
        <p:nvSpPr>
          <p:cNvPr id="38" name="Text 35"/>
          <p:cNvSpPr txBox="1"/>
          <p:nvPr/>
        </p:nvSpPr>
        <p:spPr>
          <a:xfrm>
            <a:off x="5349240" y="347472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39" name="Shape 36"/>
          <p:cNvSpPr/>
          <p:nvPr/>
        </p:nvSpPr>
        <p:spPr>
          <a:xfrm>
            <a:off x="5349240" y="3794760"/>
            <a:ext cx="1141354"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349240"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denk</a:t>
            </a:r>
            <a:endParaRPr lang="en-US" sz="1700" dirty="0"/>
          </a:p>
        </p:txBody>
      </p:sp>
      <p:sp>
        <p:nvSpPr>
          <p:cNvPr id="41" name="Shape 38"/>
          <p:cNvSpPr/>
          <p:nvPr/>
        </p:nvSpPr>
        <p:spPr>
          <a:xfrm>
            <a:off x="6545458" y="3794760"/>
            <a:ext cx="656356" cy="640080"/>
          </a:xfrm>
          <a:prstGeom prst="roundRect">
            <a:avLst>
              <a:gd name="adj" fmla="val 11429"/>
            </a:avLst>
          </a:prstGeom>
          <a:solidFill>
            <a:schemeClr val="accent1"/>
          </a:solidFill>
          <a:ln w="12700">
            <a:solidFill>
              <a:srgbClr val="FFFFFF">
                <a:alpha val="0"/>
              </a:srgbClr>
            </a:solidFill>
            <a:prstDash val="solid"/>
          </a:ln>
        </p:spPr>
      </p:sp>
      <p:sp>
        <p:nvSpPr>
          <p:cNvPr id="42" name="Text 39"/>
          <p:cNvSpPr txBox="1"/>
          <p:nvPr/>
        </p:nvSpPr>
        <p:spPr>
          <a:xfrm>
            <a:off x="6545458" y="3794760"/>
            <a:ext cx="656356" cy="640080"/>
          </a:xfrm>
          <a:prstGeom prst="rect">
            <a:avLst/>
          </a:prstGeom>
          <a:noFill/>
          <a:ln/>
        </p:spPr>
        <p:txBody>
          <a:bodyPr wrap="square" lIns="0" tIns="0" rIns="0" bIns="0" rtlCol="0" anchor="ctr"/>
          <a:lstStyle/>
          <a:p>
            <a:pPr algn="ctr" indent="0" marL="0">
              <a:buNone/>
            </a:pPr>
            <a:r>
              <a:rPr lang="en-US" sz="1700" b="1" dirty="0">
                <a:solidFill>
                  <a:schemeClr val="bg1"/>
                </a:solidFill>
              </a:rPr>
              <a:t>dat</a:t>
            </a:r>
            <a:endParaRPr lang="en-US" sz="1700" dirty="0"/>
          </a:p>
        </p:txBody>
      </p:sp>
      <p:sp>
        <p:nvSpPr>
          <p:cNvPr id="43" name="Shape 40"/>
          <p:cNvSpPr/>
          <p:nvPr/>
        </p:nvSpPr>
        <p:spPr>
          <a:xfrm>
            <a:off x="7256678" y="3794760"/>
            <a:ext cx="1141354"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7256678"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niet</a:t>
            </a:r>
            <a:endParaRPr lang="en-US" sz="1700" dirty="0"/>
          </a:p>
        </p:txBody>
      </p:sp>
      <p:sp>
        <p:nvSpPr>
          <p:cNvPr id="45" name="Shape 42"/>
          <p:cNvSpPr/>
          <p:nvPr/>
        </p:nvSpPr>
        <p:spPr>
          <a:xfrm>
            <a:off x="8452896" y="3794760"/>
            <a:ext cx="656356" cy="640080"/>
          </a:xfrm>
          <a:prstGeom prst="roundRect">
            <a:avLst>
              <a:gd name="adj" fmla="val 11429"/>
            </a:avLst>
          </a:prstGeom>
          <a:solidFill>
            <a:srgbClr val="FBEDEB"/>
          </a:solidFill>
          <a:ln w="31750">
            <a:solidFill>
              <a:srgbClr val="B83227"/>
            </a:solidFill>
            <a:prstDash val="solid"/>
          </a:ln>
        </p:spPr>
      </p:sp>
      <p:sp>
        <p:nvSpPr>
          <p:cNvPr id="46" name="Text 43"/>
          <p:cNvSpPr txBox="1"/>
          <p:nvPr/>
        </p:nvSpPr>
        <p:spPr>
          <a:xfrm>
            <a:off x="8452896"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47" name="Shape 44"/>
          <p:cNvSpPr/>
          <p:nvPr/>
        </p:nvSpPr>
        <p:spPr>
          <a:xfrm>
            <a:off x="9164117" y="3794760"/>
            <a:ext cx="1020105" cy="640080"/>
          </a:xfrm>
          <a:prstGeom prst="roundRect">
            <a:avLst>
              <a:gd name="adj" fmla="val 11429"/>
            </a:avLst>
          </a:prstGeom>
          <a:solidFill>
            <a:srgbClr val="FBEDEB"/>
          </a:solidFill>
          <a:ln w="25400">
            <a:solidFill>
              <a:srgbClr val="B83227"/>
            </a:solidFill>
            <a:prstDash val="dash"/>
          </a:ln>
        </p:spPr>
      </p:sp>
      <p:sp>
        <p:nvSpPr>
          <p:cNvPr id="48" name="Text 45"/>
          <p:cNvSpPr txBox="1"/>
          <p:nvPr/>
        </p:nvSpPr>
        <p:spPr>
          <a:xfrm>
            <a:off x="9164117"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49" name="Shape 46"/>
          <p:cNvSpPr/>
          <p:nvPr/>
        </p:nvSpPr>
        <p:spPr>
          <a:xfrm>
            <a:off x="8035381" y="4526280"/>
            <a:ext cx="2148840" cy="292608"/>
          </a:xfrm>
          <a:prstGeom prst="roundRect">
            <a:avLst>
              <a:gd name="adj" fmla="val 15625"/>
            </a:avLst>
          </a:prstGeom>
          <a:solidFill>
            <a:schemeClr val="accent6"/>
          </a:solidFill>
          <a:ln w="12700">
            <a:solidFill>
              <a:srgbClr val="FFFFFF">
                <a:alpha val="0"/>
              </a:srgbClr>
            </a:solidFill>
            <a:prstDash val="solid"/>
          </a:ln>
        </p:spPr>
      </p:sp>
      <p:sp>
        <p:nvSpPr>
          <p:cNvPr id="50" name="Text 47"/>
          <p:cNvSpPr txBox="1"/>
          <p:nvPr/>
        </p:nvSpPr>
        <p:spPr>
          <a:xfrm>
            <a:off x="8035381" y="452628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51" name="Shape 48"/>
          <p:cNvSpPr/>
          <p:nvPr/>
        </p:nvSpPr>
        <p:spPr>
          <a:xfrm>
            <a:off x="548640" y="5440680"/>
            <a:ext cx="11091672" cy="822960"/>
          </a:xfrm>
          <a:prstGeom prst="roundRect">
            <a:avLst>
              <a:gd name="adj" fmla="val 8889"/>
            </a:avLst>
          </a:prstGeom>
          <a:solidFill>
            <a:schemeClr val="tx2"/>
          </a:solidFill>
          <a:ln w="12700">
            <a:solidFill>
              <a:srgbClr val="FFFFFF">
                <a:alpha val="0"/>
              </a:srgbClr>
            </a:solidFill>
            <a:prstDash val="solid"/>
          </a:ln>
        </p:spPr>
      </p:sp>
      <p:sp>
        <p:nvSpPr>
          <p:cNvPr id="52" name="Text 49"/>
          <p:cNvSpPr txBox="1"/>
          <p:nvPr/>
        </p:nvSpPr>
        <p:spPr>
          <a:xfrm>
            <a:off x="822960" y="5440680"/>
            <a:ext cx="10607040" cy="822960"/>
          </a:xfrm>
          <a:prstGeom prst="rect">
            <a:avLst/>
          </a:prstGeom>
          <a:noFill/>
          <a:ln/>
        </p:spPr>
        <p:txBody>
          <a:bodyPr wrap="square" lIns="0" tIns="0" rIns="0" bIns="0" rtlCol="0" anchor="ctr"/>
          <a:lstStyle/>
          <a:p>
            <a:pPr algn="l" indent="0" marL="0">
              <a:buNone/>
            </a:pPr>
            <a:r>
              <a:rPr lang="en-US" sz="1900" dirty="0">
                <a:solidFill>
                  <a:schemeClr val="bg1"/>
                </a:solidFill>
              </a:rPr>
              <a:t>En subordonnée, les deux verbes se retrouvent </a:t>
            </a:r>
            <a:r>
              <a:rPr lang="en-US" sz="1900" b="1" dirty="0">
                <a:solidFill>
                  <a:schemeClr val="bg1"/>
                </a:solidFill>
              </a:rPr>
              <a:t>ensemble à la fin</a:t>
            </a:r>
            <a:r>
              <a:rPr lang="en-US" sz="1900" dirty="0">
                <a:solidFill>
                  <a:schemeClr val="bg1"/>
                </a:solidFill>
              </a:rPr>
              <a:t>. Verbe séparable : </a:t>
            </a:r>
            <a:r>
              <a:rPr lang="en-US" sz="1900" i="1" dirty="0">
                <a:solidFill>
                  <a:schemeClr val="bg1"/>
                </a:solidFill>
              </a:rPr>
              <a:t>omdat ik je morgen </a:t>
            </a:r>
            <a:r>
              <a:rPr lang="en-US" sz="1900" b="1" i="1" dirty="0">
                <a:solidFill>
                  <a:schemeClr val="accent6"/>
                </a:solidFill>
              </a:rPr>
              <a:t>opbel</a:t>
            </a:r>
            <a:r>
              <a:rPr lang="en-US" sz="1900" dirty="0">
                <a:solidFill>
                  <a:schemeClr val="bg1"/>
                </a:solidFill>
              </a:rPr>
              <a:t> (recollé).</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pont ou wagon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4270248" y="1508760"/>
            <a:ext cx="3657600" cy="100584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800" b="1" dirty="0">
                <a:solidFill>
                  <a:srgbClr val="1B2333"/>
                </a:solidFill>
              </a:rPr>
              <a:t>Quel mot relie ?</a:t>
            </a:r>
            <a:endParaRPr lang="en-US" sz="1800" dirty="0"/>
          </a:p>
        </p:txBody>
      </p:sp>
      <p:sp>
        <p:nvSpPr>
          <p:cNvPr id="6" name="Shape 3"/>
          <p:cNvSpPr/>
          <p:nvPr/>
        </p:nvSpPr>
        <p:spPr>
          <a:xfrm flipH="1">
            <a:off x="3108960" y="2011680"/>
            <a:ext cx="1161288" cy="685800"/>
          </a:xfrm>
          <a:prstGeom prst="line">
            <a:avLst/>
          </a:prstGeom>
          <a:noFill/>
          <a:ln w="31750">
            <a:solidFill>
              <a:srgbClr val="2A6FB0"/>
            </a:solidFill>
            <a:prstDash val="solid"/>
            <a:tailEnd type="triangle"/>
          </a:ln>
        </p:spPr>
      </p:sp>
      <p:sp>
        <p:nvSpPr>
          <p:cNvPr id="7" name="Shape 4"/>
          <p:cNvSpPr/>
          <p:nvPr/>
        </p:nvSpPr>
        <p:spPr>
          <a:xfrm>
            <a:off x="7927848" y="2011680"/>
            <a:ext cx="1124712" cy="685800"/>
          </a:xfrm>
          <a:prstGeom prst="line">
            <a:avLst/>
          </a:prstGeom>
          <a:noFill/>
          <a:ln w="31750">
            <a:solidFill>
              <a:srgbClr val="D9700F"/>
            </a:solidFill>
            <a:prstDash val="solid"/>
            <a:tailEnd type="triangle"/>
          </a:ln>
        </p:spPr>
      </p:sp>
      <p:sp>
        <p:nvSpPr>
          <p:cNvPr id="8" name="Shape 5"/>
          <p:cNvSpPr/>
          <p:nvPr/>
        </p:nvSpPr>
        <p:spPr>
          <a:xfrm>
            <a:off x="548640" y="2743200"/>
            <a:ext cx="5120640" cy="1920240"/>
          </a:xfrm>
          <a:prstGeom prst="roundRect">
            <a:avLst>
              <a:gd name="adj" fmla="val 3810"/>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548640" y="2743200"/>
            <a:ext cx="5120640" cy="548640"/>
          </a:xfrm>
          <a:prstGeom prst="roundRect">
            <a:avLst>
              <a:gd name="adj" fmla="val 13333"/>
            </a:avLst>
          </a:prstGeom>
          <a:solidFill>
            <a:schemeClr val="accent2"/>
          </a:solidFill>
          <a:ln w="12700">
            <a:solidFill>
              <a:srgbClr val="FFFFFF">
                <a:alpha val="0"/>
              </a:srgbClr>
            </a:solidFill>
            <a:prstDash val="solid"/>
          </a:ln>
        </p:spPr>
      </p:sp>
      <p:sp>
        <p:nvSpPr>
          <p:cNvPr id="10" name="Text 7"/>
          <p:cNvSpPr txBox="1"/>
          <p:nvPr/>
        </p:nvSpPr>
        <p:spPr>
          <a:xfrm>
            <a:off x="731520"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PONT : </a:t>
            </a:r>
            <a:r>
              <a:rPr lang="en-US" sz="1700" b="1" i="1" dirty="0">
                <a:solidFill>
                  <a:schemeClr val="bg1"/>
                </a:solidFill>
              </a:rPr>
              <a:t>en · maar · want · of</a:t>
            </a:r>
            <a:r>
              <a:rPr lang="en-US" sz="1700" b="1" dirty="0">
                <a:solidFill>
                  <a:schemeClr val="bg1"/>
                </a:solidFill>
              </a:rPr>
              <a:t> (ou) · </a:t>
            </a:r>
            <a:r>
              <a:rPr lang="en-US" sz="1700" b="1" i="1" dirty="0">
                <a:solidFill>
                  <a:schemeClr val="bg1"/>
                </a:solidFill>
              </a:rPr>
              <a:t>dus</a:t>
            </a:r>
            <a:endParaRPr lang="en-US" sz="1700" dirty="0"/>
          </a:p>
        </p:txBody>
      </p:sp>
      <p:sp>
        <p:nvSpPr>
          <p:cNvPr id="11" name="Text 8"/>
          <p:cNvSpPr txBox="1"/>
          <p:nvPr/>
        </p:nvSpPr>
        <p:spPr>
          <a:xfrm>
            <a:off x="777240"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rien ne bouge</a:t>
            </a:r>
            <a:endParaRPr lang="en-US" sz="1900" dirty="0"/>
          </a:p>
          <a:p>
            <a:pPr algn="l" indent="0" marL="0">
              <a:spcAft>
                <a:spcPts val="600"/>
              </a:spcAft>
              <a:buNone/>
            </a:pPr>
            <a:r>
              <a:rPr lang="en-US" sz="1900" i="1" dirty="0">
                <a:solidFill>
                  <a:schemeClr val="tx1"/>
                </a:solidFill>
              </a:rPr>
              <a:t>Ik </a:t>
            </a:r>
            <a:r>
              <a:rPr lang="en-US" sz="1900" b="1" i="1" dirty="0">
                <a:solidFill>
                  <a:schemeClr val="accent6"/>
                </a:solidFill>
              </a:rPr>
              <a:t>ben</a:t>
            </a:r>
            <a:r>
              <a:rPr lang="en-US" sz="1900" i="1" dirty="0">
                <a:solidFill>
                  <a:schemeClr val="tx1"/>
                </a:solidFill>
              </a:rPr>
              <a:t> moe, maar ik </a:t>
            </a:r>
            <a:r>
              <a:rPr lang="en-US" sz="1900" b="1" i="1" dirty="0">
                <a:solidFill>
                  <a:schemeClr val="accent6"/>
                </a:solidFill>
              </a:rPr>
              <a:t>werk</a:t>
            </a:r>
            <a:r>
              <a:rPr lang="en-US" sz="1900" i="1" dirty="0">
                <a:solidFill>
                  <a:schemeClr val="tx1"/>
                </a:solidFill>
              </a:rPr>
              <a:t> nog.</a:t>
            </a:r>
            <a:endParaRPr lang="en-US" sz="1900" dirty="0"/>
          </a:p>
        </p:txBody>
      </p:sp>
      <p:sp>
        <p:nvSpPr>
          <p:cNvPr id="12" name="Shape 9"/>
          <p:cNvSpPr/>
          <p:nvPr/>
        </p:nvSpPr>
        <p:spPr>
          <a:xfrm>
            <a:off x="6519672" y="2743200"/>
            <a:ext cx="5120640" cy="1920240"/>
          </a:xfrm>
          <a:prstGeom prst="roundRect">
            <a:avLst>
              <a:gd name="adj" fmla="val 381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519672" y="2743200"/>
            <a:ext cx="5120640" cy="548640"/>
          </a:xfrm>
          <a:prstGeom prst="roundRect">
            <a:avLst>
              <a:gd name="adj" fmla="val 13333"/>
            </a:avLst>
          </a:prstGeom>
          <a:solidFill>
            <a:schemeClr val="accent1"/>
          </a:solidFill>
          <a:ln w="12700">
            <a:solidFill>
              <a:srgbClr val="FFFFFF">
                <a:alpha val="0"/>
              </a:srgbClr>
            </a:solidFill>
            <a:prstDash val="solid"/>
          </a:ln>
        </p:spPr>
      </p:sp>
      <p:sp>
        <p:nvSpPr>
          <p:cNvPr id="14" name="Text 11"/>
          <p:cNvSpPr txBox="1"/>
          <p:nvPr/>
        </p:nvSpPr>
        <p:spPr>
          <a:xfrm>
            <a:off x="6702552"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WAGON : </a:t>
            </a:r>
            <a:r>
              <a:rPr lang="en-US" sz="1700" b="1" i="1" dirty="0">
                <a:solidFill>
                  <a:schemeClr val="bg1"/>
                </a:solidFill>
              </a:rPr>
              <a:t>omdat · dat · als · of</a:t>
            </a:r>
            <a:r>
              <a:rPr lang="en-US" sz="1700" b="1" dirty="0">
                <a:solidFill>
                  <a:schemeClr val="bg1"/>
                </a:solidFill>
              </a:rPr>
              <a:t> (si)</a:t>
            </a:r>
            <a:endParaRPr lang="en-US" sz="1700" dirty="0"/>
          </a:p>
        </p:txBody>
      </p:sp>
      <p:sp>
        <p:nvSpPr>
          <p:cNvPr id="15" name="Text 12"/>
          <p:cNvSpPr txBox="1"/>
          <p:nvPr/>
        </p:nvSpPr>
        <p:spPr>
          <a:xfrm>
            <a:off x="6748272"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verbe à la fin</a:t>
            </a:r>
            <a:endParaRPr lang="en-US" sz="1900" dirty="0"/>
          </a:p>
          <a:p>
            <a:pPr algn="l" indent="0" marL="0">
              <a:spcAft>
                <a:spcPts val="600"/>
              </a:spcAft>
              <a:buNone/>
            </a:pPr>
            <a:r>
              <a:rPr lang="en-US" sz="1900" i="1" dirty="0">
                <a:solidFill>
                  <a:schemeClr val="tx1"/>
                </a:solidFill>
              </a:rPr>
              <a:t>… omdat ik moe </a:t>
            </a:r>
            <a:r>
              <a:rPr lang="en-US" sz="1900" b="1" i="1" dirty="0">
                <a:solidFill>
                  <a:schemeClr val="accent6"/>
                </a:solidFill>
              </a:rPr>
              <a:t>ben</a:t>
            </a:r>
            <a:r>
              <a:rPr lang="en-US" sz="1900" i="1" dirty="0">
                <a:solidFill>
                  <a:schemeClr val="tx1"/>
                </a:solidFill>
              </a:rPr>
              <a:t>.</a:t>
            </a:r>
            <a:endParaRPr lang="en-US" sz="1900" dirty="0"/>
          </a:p>
        </p:txBody>
      </p:sp>
      <p:sp>
        <p:nvSpPr>
          <p:cNvPr id="16" name="Shape 13"/>
          <p:cNvSpPr/>
          <p:nvPr/>
        </p:nvSpPr>
        <p:spPr>
          <a:xfrm>
            <a:off x="9079992" y="4663440"/>
            <a:ext cx="914" cy="274320"/>
          </a:xfrm>
          <a:prstGeom prst="line">
            <a:avLst/>
          </a:prstGeom>
          <a:noFill/>
          <a:ln w="25400">
            <a:solidFill>
              <a:srgbClr val="4A5A70"/>
            </a:solidFill>
            <a:prstDash val="solid"/>
            <a:tailEnd type="triangle"/>
          </a:ln>
        </p:spPr>
      </p:sp>
      <p:sp>
        <p:nvSpPr>
          <p:cNvPr id="17" name="Text 14"/>
          <p:cNvSpPr/>
          <p:nvPr/>
        </p:nvSpPr>
        <p:spPr>
          <a:xfrm>
            <a:off x="6519672" y="4937760"/>
            <a:ext cx="3017520" cy="914400"/>
          </a:xfrm>
          <a:prstGeom prst="diamond">
            <a:avLst/>
          </a:prstGeom>
          <a:solidFill>
            <a:srgbClr val="EEF3F8"/>
          </a:solidFill>
          <a:ln w="15875">
            <a:solidFill>
              <a:srgbClr val="17375E"/>
            </a:solidFill>
          </a:ln>
        </p:spPr>
        <p:txBody>
          <a:bodyPr wrap="square" lIns="0" tIns="0" rIns="0" bIns="0" rtlCol="0" anchor="ctr"/>
          <a:lstStyle/>
          <a:p>
            <a:pPr algn="ctr" indent="0" marL="0">
              <a:buNone/>
            </a:pPr>
            <a:r>
              <a:rPr lang="en-US" sz="1300" b="1" dirty="0">
                <a:solidFill>
                  <a:srgbClr val="1B2333"/>
                </a:solidFill>
              </a:rPr>
              <a:t>Le wagon est en tête ?</a:t>
            </a:r>
            <a:endParaRPr lang="en-US" sz="1300" dirty="0"/>
          </a:p>
        </p:txBody>
      </p:sp>
      <p:sp>
        <p:nvSpPr>
          <p:cNvPr id="18" name="Shape 15"/>
          <p:cNvSpPr/>
          <p:nvPr/>
        </p:nvSpPr>
        <p:spPr>
          <a:xfrm>
            <a:off x="9555480" y="5394960"/>
            <a:ext cx="274320" cy="914"/>
          </a:xfrm>
          <a:prstGeom prst="line">
            <a:avLst/>
          </a:prstGeom>
          <a:noFill/>
          <a:ln w="25400">
            <a:solidFill>
              <a:srgbClr val="2E7D4F"/>
            </a:solidFill>
            <a:prstDash val="solid"/>
            <a:tailEnd type="triangle"/>
          </a:ln>
        </p:spPr>
      </p:sp>
      <p:sp>
        <p:nvSpPr>
          <p:cNvPr id="19" name="Text 16"/>
          <p:cNvSpPr txBox="1"/>
          <p:nvPr/>
        </p:nvSpPr>
        <p:spPr>
          <a:xfrm>
            <a:off x="9509760" y="5029200"/>
            <a:ext cx="457200" cy="274320"/>
          </a:xfrm>
          <a:prstGeom prst="rect">
            <a:avLst/>
          </a:prstGeom>
          <a:noFill/>
          <a:ln/>
        </p:spPr>
        <p:txBody>
          <a:bodyPr wrap="square" lIns="0" tIns="0" rIns="0" bIns="0" rtlCol="0" anchor="t"/>
          <a:lstStyle/>
          <a:p>
            <a:pPr algn="l" indent="0" marL="0">
              <a:buNone/>
            </a:pPr>
            <a:r>
              <a:rPr lang="en-US" sz="1100" b="1" dirty="0">
                <a:solidFill>
                  <a:schemeClr val="accent3"/>
                </a:solidFill>
              </a:rPr>
              <a:t>OUI</a:t>
            </a:r>
            <a:endParaRPr lang="en-US" sz="1100" dirty="0"/>
          </a:p>
        </p:txBody>
      </p:sp>
      <p:sp>
        <p:nvSpPr>
          <p:cNvPr id="20" name="Shape 17"/>
          <p:cNvSpPr/>
          <p:nvPr/>
        </p:nvSpPr>
        <p:spPr>
          <a:xfrm>
            <a:off x="9875520" y="4937760"/>
            <a:ext cx="1764792" cy="914400"/>
          </a:xfrm>
          <a:prstGeom prst="roundRect">
            <a:avLst>
              <a:gd name="adj" fmla="val 8000"/>
            </a:avLst>
          </a:prstGeom>
          <a:solidFill>
            <a:schemeClr val="accent6"/>
          </a:solidFill>
          <a:ln w="12700">
            <a:solidFill>
              <a:srgbClr val="FFFFFF">
                <a:alpha val="0"/>
              </a:srgbClr>
            </a:solidFill>
            <a:prstDash val="solid"/>
          </a:ln>
        </p:spPr>
      </p:sp>
      <p:sp>
        <p:nvSpPr>
          <p:cNvPr id="21" name="Text 18"/>
          <p:cNvSpPr txBox="1"/>
          <p:nvPr/>
        </p:nvSpPr>
        <p:spPr>
          <a:xfrm>
            <a:off x="9875520" y="4937760"/>
            <a:ext cx="1764792" cy="914400"/>
          </a:xfrm>
          <a:prstGeom prst="rect">
            <a:avLst/>
          </a:prstGeom>
          <a:noFill/>
          <a:ln/>
        </p:spPr>
        <p:txBody>
          <a:bodyPr wrap="square" lIns="0" tIns="0" rIns="0" bIns="0" rtlCol="0" anchor="ctr"/>
          <a:lstStyle/>
          <a:p>
            <a:pPr algn="ctr" indent="0" marL="0">
              <a:buNone/>
            </a:pPr>
            <a:r>
              <a:rPr lang="en-US" sz="1500" b="1" dirty="0">
                <a:solidFill>
                  <a:schemeClr val="bg1"/>
                </a:solidFill>
              </a:rPr>
              <a:t>verbe, verbe !</a:t>
            </a:r>
            <a:endParaRPr lang="en-US" sz="1500" dirty="0"/>
          </a:p>
        </p:txBody>
      </p:sp>
      <p:sp>
        <p:nvSpPr>
          <p:cNvPr id="22" name="Text 19"/>
          <p:cNvSpPr txBox="1"/>
          <p:nvPr/>
        </p:nvSpPr>
        <p:spPr>
          <a:xfrm>
            <a:off x="548640" y="5029200"/>
            <a:ext cx="5760720" cy="777240"/>
          </a:xfrm>
          <a:prstGeom prst="rect">
            <a:avLst/>
          </a:prstGeom>
          <a:noFill/>
          <a:ln/>
        </p:spPr>
        <p:txBody>
          <a:bodyPr wrap="square" lIns="0" tIns="0" rIns="0" bIns="0" rtlCol="0" anchor="ctr"/>
          <a:lstStyle/>
          <a:p>
            <a:pPr algn="l" indent="0" marL="0">
              <a:buNone/>
            </a:pPr>
            <a:r>
              <a:rPr lang="en-US" sz="1900" b="1" dirty="0">
                <a:solidFill>
                  <a:schemeClr val="tx1"/>
                </a:solidFill>
              </a:rPr>
              <a:t>Wagon en tête</a:t>
            </a:r>
            <a:r>
              <a:rPr lang="en-US" sz="1900" dirty="0">
                <a:solidFill>
                  <a:schemeClr val="tx1"/>
                </a:solidFill>
              </a:rPr>
              <a:t> : </a:t>
            </a:r>
            <a:r>
              <a:rPr lang="en-US" sz="1900" b="1" i="1" dirty="0">
                <a:solidFill>
                  <a:schemeClr val="tx1"/>
                </a:solidFill>
              </a:rPr>
              <a:t>Als</a:t>
            </a:r>
            <a:r>
              <a:rPr lang="en-US" sz="1900" i="1" dirty="0">
                <a:solidFill>
                  <a:schemeClr val="tx1"/>
                </a:solidFill>
              </a:rPr>
              <a:t> ik moe </a:t>
            </a:r>
            <a:r>
              <a:rPr lang="en-US" sz="1900" b="1" i="1" dirty="0">
                <a:solidFill>
                  <a:schemeClr val="accent6"/>
                </a:solidFill>
              </a:rPr>
              <a:t>ben</a:t>
            </a:r>
            <a:r>
              <a:rPr lang="en-US" sz="1900" i="1" dirty="0">
                <a:solidFill>
                  <a:schemeClr val="tx1"/>
                </a:solidFill>
              </a:rPr>
              <a:t>, </a:t>
            </a:r>
            <a:r>
              <a:rPr lang="en-US" sz="1900" b="1" i="1" dirty="0">
                <a:solidFill>
                  <a:schemeClr val="accent6"/>
                </a:solidFill>
              </a:rPr>
              <a:t>drink</a:t>
            </a:r>
            <a:r>
              <a:rPr lang="en-US" sz="1900" i="1" dirty="0">
                <a:solidFill>
                  <a:schemeClr val="tx1"/>
                </a:solidFill>
              </a:rPr>
              <a:t> ik koffie.</a:t>
            </a:r>
            <a:endParaRPr lang="en-US" sz="1900" dirty="0"/>
          </a:p>
        </p:txBody>
      </p:sp>
      <p:pic>
        <p:nvPicPr>
          <p:cNvPr id="23"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Random">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Inversion, rejet ou rien ?</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in">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Du pont au wagon</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bon mot</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Juist of fout?</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topwatch">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Waarom? en 1 minute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Clock">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Désolé, je suis en retard !</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8" name="Shape 4"/>
          <p:cNvSpPr/>
          <p:nvPr/>
        </p:nvSpPr>
        <p:spPr>
          <a:xfrm>
            <a:off x="548640"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gisteren</a:t>
            </a:r>
            <a:endParaRPr lang="en-US" sz="2200" dirty="0"/>
          </a:p>
        </p:txBody>
      </p:sp>
      <p:sp>
        <p:nvSpPr>
          <p:cNvPr id="10" name="Shape 6"/>
          <p:cNvSpPr/>
          <p:nvPr/>
        </p:nvSpPr>
        <p:spPr>
          <a:xfrm>
            <a:off x="2816352"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862072"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omdat</a:t>
            </a:r>
            <a:endParaRPr lang="en-US" sz="2200" dirty="0"/>
          </a:p>
        </p:txBody>
      </p:sp>
      <p:sp>
        <p:nvSpPr>
          <p:cNvPr id="12" name="Shape 8"/>
          <p:cNvSpPr/>
          <p:nvPr/>
        </p:nvSpPr>
        <p:spPr>
          <a:xfrm>
            <a:off x="5084064"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5129784"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dikwijls</a:t>
            </a:r>
            <a:endParaRPr lang="en-US" sz="2200" dirty="0"/>
          </a:p>
        </p:txBody>
      </p:sp>
      <p:sp>
        <p:nvSpPr>
          <p:cNvPr id="14" name="Shape 10"/>
          <p:cNvSpPr/>
          <p:nvPr/>
        </p:nvSpPr>
        <p:spPr>
          <a:xfrm>
            <a:off x="7351776"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7397496"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als</a:t>
            </a:r>
            <a:endParaRPr lang="en-US" sz="2200" dirty="0"/>
          </a:p>
        </p:txBody>
      </p:sp>
      <p:sp>
        <p:nvSpPr>
          <p:cNvPr id="16" name="Shape 12"/>
          <p:cNvSpPr/>
          <p:nvPr/>
        </p:nvSpPr>
        <p:spPr>
          <a:xfrm>
            <a:off x="9619488"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9665208"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want</a:t>
            </a:r>
            <a:endParaRPr lang="en-US" sz="2200" dirty="0"/>
          </a:p>
        </p:txBody>
      </p:sp>
      <p:sp>
        <p:nvSpPr>
          <p:cNvPr id="18" name="Shape 14"/>
          <p:cNvSpPr/>
          <p:nvPr/>
        </p:nvSpPr>
        <p:spPr>
          <a:xfrm>
            <a:off x="548640"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594360"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en</a:t>
            </a:r>
            <a:endParaRPr lang="en-US" sz="2200" dirty="0"/>
          </a:p>
        </p:txBody>
      </p:sp>
      <p:sp>
        <p:nvSpPr>
          <p:cNvPr id="20" name="Shape 16"/>
          <p:cNvSpPr/>
          <p:nvPr/>
        </p:nvSpPr>
        <p:spPr>
          <a:xfrm>
            <a:off x="2816352"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2862072"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maar</a:t>
            </a:r>
            <a:endParaRPr lang="en-US" sz="2200" dirty="0"/>
          </a:p>
        </p:txBody>
      </p:sp>
      <p:sp>
        <p:nvSpPr>
          <p:cNvPr id="22" name="Shape 18"/>
          <p:cNvSpPr/>
          <p:nvPr/>
        </p:nvSpPr>
        <p:spPr>
          <a:xfrm>
            <a:off x="5084064"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5129784"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dat</a:t>
            </a:r>
            <a:endParaRPr lang="en-US" sz="2200" dirty="0"/>
          </a:p>
        </p:txBody>
      </p:sp>
      <p:sp>
        <p:nvSpPr>
          <p:cNvPr id="24" name="Shape 20"/>
          <p:cNvSpPr/>
          <p:nvPr/>
        </p:nvSpPr>
        <p:spPr>
          <a:xfrm>
            <a:off x="7351776"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7397496"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soms</a:t>
            </a:r>
            <a:endParaRPr lang="en-US" sz="2200" dirty="0"/>
          </a:p>
        </p:txBody>
      </p:sp>
      <p:sp>
        <p:nvSpPr>
          <p:cNvPr id="26" name="Shape 22"/>
          <p:cNvSpPr/>
          <p:nvPr/>
        </p:nvSpPr>
        <p:spPr>
          <a:xfrm>
            <a:off x="9619488"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9665208"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morgen</a:t>
            </a:r>
            <a:endParaRPr lang="en-US" sz="2200" dirty="0"/>
          </a:p>
        </p:txBody>
      </p:sp>
      <p:sp>
        <p:nvSpPr>
          <p:cNvPr id="28" name="Shape 24"/>
          <p:cNvSpPr/>
          <p:nvPr/>
        </p:nvSpPr>
        <p:spPr>
          <a:xfrm>
            <a:off x="548640" y="3532632"/>
            <a:ext cx="3520440" cy="2758440"/>
          </a:xfrm>
          <a:prstGeom prst="roundRect">
            <a:avLst>
              <a:gd name="adj" fmla="val 2652"/>
            </a:avLst>
          </a:prstGeom>
          <a:solidFill>
            <a:schemeClr val="accent2">
              <a:alpha val="10000"/>
            </a:schemeClr>
          </a:solidFill>
          <a:ln w="25400">
            <a:solidFill>
              <a:srgbClr val="2A6FB0"/>
            </a:solidFill>
            <a:prstDash val="solid"/>
          </a:ln>
        </p:spPr>
      </p:sp>
      <p:sp>
        <p:nvSpPr>
          <p:cNvPr id="29" name="Shape 25"/>
          <p:cNvSpPr/>
          <p:nvPr/>
        </p:nvSpPr>
        <p:spPr>
          <a:xfrm>
            <a:off x="548640" y="3532632"/>
            <a:ext cx="3520440" cy="777240"/>
          </a:xfrm>
          <a:prstGeom prst="roundRect">
            <a:avLst>
              <a:gd name="adj" fmla="val 9412"/>
            </a:avLst>
          </a:prstGeom>
          <a:solidFill>
            <a:schemeClr val="accent2"/>
          </a:solidFill>
          <a:ln w="12700">
            <a:solidFill>
              <a:srgbClr val="FFFFFF">
                <a:alpha val="0"/>
              </a:srgbClr>
            </a:solidFill>
            <a:prstDash val="solid"/>
          </a:ln>
        </p:spPr>
      </p:sp>
      <p:sp>
        <p:nvSpPr>
          <p:cNvPr id="30" name="Text 26"/>
          <p:cNvSpPr txBox="1"/>
          <p:nvPr/>
        </p:nvSpPr>
        <p:spPr>
          <a:xfrm>
            <a:off x="548640"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31" name="Text 27"/>
          <p:cNvSpPr txBox="1"/>
          <p:nvPr/>
        </p:nvSpPr>
        <p:spPr>
          <a:xfrm>
            <a:off x="548640"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32" name="Shape 28"/>
          <p:cNvSpPr/>
          <p:nvPr/>
        </p:nvSpPr>
        <p:spPr>
          <a:xfrm>
            <a:off x="4334256" y="3532632"/>
            <a:ext cx="3520440"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4334256" y="3532632"/>
            <a:ext cx="3520440" cy="777240"/>
          </a:xfrm>
          <a:prstGeom prst="roundRect">
            <a:avLst>
              <a:gd name="adj" fmla="val 9412"/>
            </a:avLst>
          </a:prstGeom>
          <a:solidFill>
            <a:schemeClr val="accent1"/>
          </a:solidFill>
          <a:ln w="12700">
            <a:solidFill>
              <a:srgbClr val="FFFFFF">
                <a:alpha val="0"/>
              </a:srgbClr>
            </a:solidFill>
            <a:prstDash val="solid"/>
          </a:ln>
        </p:spPr>
      </p:sp>
      <p:sp>
        <p:nvSpPr>
          <p:cNvPr id="34" name="Text 30"/>
          <p:cNvSpPr txBox="1"/>
          <p:nvPr/>
        </p:nvSpPr>
        <p:spPr>
          <a:xfrm>
            <a:off x="4334256"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35" name="Text 31"/>
          <p:cNvSpPr txBox="1"/>
          <p:nvPr/>
        </p:nvSpPr>
        <p:spPr>
          <a:xfrm>
            <a:off x="4334256"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36" name="Shape 32"/>
          <p:cNvSpPr/>
          <p:nvPr/>
        </p:nvSpPr>
        <p:spPr>
          <a:xfrm>
            <a:off x="8119872" y="3532632"/>
            <a:ext cx="3520440" cy="2758440"/>
          </a:xfrm>
          <a:prstGeom prst="roundRect">
            <a:avLst>
              <a:gd name="adj" fmla="val 2652"/>
            </a:avLst>
          </a:prstGeom>
          <a:solidFill>
            <a:schemeClr val="accent5">
              <a:alpha val="10000"/>
            </a:schemeClr>
          </a:solidFill>
          <a:ln w="25400">
            <a:solidFill>
              <a:srgbClr val="4A5A70"/>
            </a:solidFill>
            <a:prstDash val="solid"/>
          </a:ln>
        </p:spPr>
      </p:sp>
      <p:sp>
        <p:nvSpPr>
          <p:cNvPr id="37" name="Shape 33"/>
          <p:cNvSpPr/>
          <p:nvPr/>
        </p:nvSpPr>
        <p:spPr>
          <a:xfrm>
            <a:off x="8119872" y="3532632"/>
            <a:ext cx="3520440" cy="777240"/>
          </a:xfrm>
          <a:prstGeom prst="roundRect">
            <a:avLst>
              <a:gd name="adj" fmla="val 9412"/>
            </a:avLst>
          </a:prstGeom>
          <a:solidFill>
            <a:schemeClr val="accent5"/>
          </a:solidFill>
          <a:ln w="12700">
            <a:solidFill>
              <a:srgbClr val="FFFFFF">
                <a:alpha val="0"/>
              </a:srgbClr>
            </a:solidFill>
            <a:prstDash val="solid"/>
          </a:ln>
        </p:spPr>
      </p:sp>
      <p:sp>
        <p:nvSpPr>
          <p:cNvPr id="38" name="Text 34"/>
          <p:cNvSpPr txBox="1"/>
          <p:nvPr/>
        </p:nvSpPr>
        <p:spPr>
          <a:xfrm>
            <a:off x="8119872"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39" name="Text 35"/>
          <p:cNvSpPr txBox="1"/>
          <p:nvPr/>
        </p:nvSpPr>
        <p:spPr>
          <a:xfrm>
            <a:off x="8119872"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9" name="Shape 5"/>
          <p:cNvSpPr/>
          <p:nvPr/>
        </p:nvSpPr>
        <p:spPr>
          <a:xfrm>
            <a:off x="548640" y="2023872"/>
            <a:ext cx="3520440" cy="4267200"/>
          </a:xfrm>
          <a:prstGeom prst="roundRect">
            <a:avLst>
              <a:gd name="adj" fmla="val 2078"/>
            </a:avLst>
          </a:prstGeom>
          <a:solidFill>
            <a:schemeClr val="accent2">
              <a:alpha val="10000"/>
            </a:schemeClr>
          </a:solidFill>
          <a:ln w="25400">
            <a:solidFill>
              <a:srgbClr val="2A6FB0"/>
            </a:solidFill>
            <a:prstDash val="solid"/>
          </a:ln>
        </p:spPr>
      </p:sp>
      <p:sp>
        <p:nvSpPr>
          <p:cNvPr id="10" name="Shape 6"/>
          <p:cNvSpPr/>
          <p:nvPr/>
        </p:nvSpPr>
        <p:spPr>
          <a:xfrm>
            <a:off x="548640" y="2023872"/>
            <a:ext cx="3520440" cy="777240"/>
          </a:xfrm>
          <a:prstGeom prst="roundRect">
            <a:avLst>
              <a:gd name="adj" fmla="val 9412"/>
            </a:avLst>
          </a:prstGeom>
          <a:solidFill>
            <a:schemeClr val="accent2"/>
          </a:solidFill>
          <a:ln w="12700">
            <a:solidFill>
              <a:srgbClr val="FFFFFF">
                <a:alpha val="0"/>
              </a:srgbClr>
            </a:solidFill>
            <a:prstDash val="solid"/>
          </a:ln>
        </p:spPr>
      </p:sp>
      <p:sp>
        <p:nvSpPr>
          <p:cNvPr id="11" name="Text 7"/>
          <p:cNvSpPr txBox="1"/>
          <p:nvPr/>
        </p:nvSpPr>
        <p:spPr>
          <a:xfrm>
            <a:off x="548640"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12" name="Text 8"/>
          <p:cNvSpPr txBox="1"/>
          <p:nvPr/>
        </p:nvSpPr>
        <p:spPr>
          <a:xfrm>
            <a:off x="548640"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13" name="Text 9"/>
          <p:cNvSpPr txBox="1"/>
          <p:nvPr/>
        </p:nvSpPr>
        <p:spPr>
          <a:xfrm>
            <a:off x="548640"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gisteren</a:t>
            </a:r>
            <a:endParaRPr lang="en-US" sz="2600" dirty="0"/>
          </a:p>
        </p:txBody>
      </p:sp>
      <p:sp>
        <p:nvSpPr>
          <p:cNvPr id="14" name="Text 10"/>
          <p:cNvSpPr txBox="1"/>
          <p:nvPr/>
        </p:nvSpPr>
        <p:spPr>
          <a:xfrm>
            <a:off x="548640"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dikwijls</a:t>
            </a:r>
            <a:endParaRPr lang="en-US" sz="2600" dirty="0"/>
          </a:p>
        </p:txBody>
      </p:sp>
      <p:sp>
        <p:nvSpPr>
          <p:cNvPr id="15" name="Text 11"/>
          <p:cNvSpPr txBox="1"/>
          <p:nvPr/>
        </p:nvSpPr>
        <p:spPr>
          <a:xfrm>
            <a:off x="548640"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soms</a:t>
            </a:r>
            <a:endParaRPr lang="en-US" sz="2600" dirty="0"/>
          </a:p>
        </p:txBody>
      </p:sp>
      <p:sp>
        <p:nvSpPr>
          <p:cNvPr id="16" name="Text 12"/>
          <p:cNvSpPr txBox="1"/>
          <p:nvPr/>
        </p:nvSpPr>
        <p:spPr>
          <a:xfrm>
            <a:off x="548640" y="4639056"/>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morgen</a:t>
            </a:r>
            <a:endParaRPr lang="en-US" sz="2600" dirty="0"/>
          </a:p>
        </p:txBody>
      </p:sp>
      <p:sp>
        <p:nvSpPr>
          <p:cNvPr id="17" name="Shape 13"/>
          <p:cNvSpPr/>
          <p:nvPr/>
        </p:nvSpPr>
        <p:spPr>
          <a:xfrm>
            <a:off x="4334256" y="2023872"/>
            <a:ext cx="3520440" cy="4267200"/>
          </a:xfrm>
          <a:prstGeom prst="roundRect">
            <a:avLst>
              <a:gd name="adj" fmla="val 2078"/>
            </a:avLst>
          </a:prstGeom>
          <a:solidFill>
            <a:schemeClr val="accent1">
              <a:alpha val="10000"/>
            </a:schemeClr>
          </a:solidFill>
          <a:ln w="25400">
            <a:solidFill>
              <a:srgbClr val="D9700F"/>
            </a:solidFill>
            <a:prstDash val="solid"/>
          </a:ln>
        </p:spPr>
      </p:sp>
      <p:sp>
        <p:nvSpPr>
          <p:cNvPr id="18" name="Shape 14"/>
          <p:cNvSpPr/>
          <p:nvPr/>
        </p:nvSpPr>
        <p:spPr>
          <a:xfrm>
            <a:off x="4334256" y="2023872"/>
            <a:ext cx="3520440" cy="777240"/>
          </a:xfrm>
          <a:prstGeom prst="roundRect">
            <a:avLst>
              <a:gd name="adj" fmla="val 9412"/>
            </a:avLst>
          </a:prstGeom>
          <a:solidFill>
            <a:schemeClr val="accent1"/>
          </a:solidFill>
          <a:ln w="12700">
            <a:solidFill>
              <a:srgbClr val="FFFFFF">
                <a:alpha val="0"/>
              </a:srgbClr>
            </a:solidFill>
            <a:prstDash val="solid"/>
          </a:ln>
        </p:spPr>
      </p:sp>
      <p:sp>
        <p:nvSpPr>
          <p:cNvPr id="19" name="Text 15"/>
          <p:cNvSpPr txBox="1"/>
          <p:nvPr/>
        </p:nvSpPr>
        <p:spPr>
          <a:xfrm>
            <a:off x="4334256"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20" name="Text 16"/>
          <p:cNvSpPr txBox="1"/>
          <p:nvPr/>
        </p:nvSpPr>
        <p:spPr>
          <a:xfrm>
            <a:off x="4334256"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21" name="Text 17"/>
          <p:cNvSpPr txBox="1"/>
          <p:nvPr/>
        </p:nvSpPr>
        <p:spPr>
          <a:xfrm>
            <a:off x="4334256"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omdat</a:t>
            </a:r>
            <a:endParaRPr lang="en-US" sz="2600" dirty="0"/>
          </a:p>
        </p:txBody>
      </p:sp>
      <p:sp>
        <p:nvSpPr>
          <p:cNvPr id="22" name="Text 18"/>
          <p:cNvSpPr txBox="1"/>
          <p:nvPr/>
        </p:nvSpPr>
        <p:spPr>
          <a:xfrm>
            <a:off x="4334256"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als</a:t>
            </a:r>
            <a:endParaRPr lang="en-US" sz="2600" dirty="0"/>
          </a:p>
        </p:txBody>
      </p:sp>
      <p:sp>
        <p:nvSpPr>
          <p:cNvPr id="23" name="Text 19"/>
          <p:cNvSpPr txBox="1"/>
          <p:nvPr/>
        </p:nvSpPr>
        <p:spPr>
          <a:xfrm>
            <a:off x="4334256"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dat</a:t>
            </a:r>
            <a:endParaRPr lang="en-US" sz="2600" dirty="0"/>
          </a:p>
        </p:txBody>
      </p:sp>
      <p:sp>
        <p:nvSpPr>
          <p:cNvPr id="24" name="Shape 20"/>
          <p:cNvSpPr/>
          <p:nvPr/>
        </p:nvSpPr>
        <p:spPr>
          <a:xfrm>
            <a:off x="8119872" y="2023872"/>
            <a:ext cx="3520440" cy="4267200"/>
          </a:xfrm>
          <a:prstGeom prst="roundRect">
            <a:avLst>
              <a:gd name="adj" fmla="val 2078"/>
            </a:avLst>
          </a:prstGeom>
          <a:solidFill>
            <a:schemeClr val="accent5">
              <a:alpha val="10000"/>
            </a:schemeClr>
          </a:solidFill>
          <a:ln w="25400">
            <a:solidFill>
              <a:srgbClr val="4A5A70"/>
            </a:solidFill>
            <a:prstDash val="solid"/>
          </a:ln>
        </p:spPr>
      </p:sp>
      <p:sp>
        <p:nvSpPr>
          <p:cNvPr id="25" name="Shape 21"/>
          <p:cNvSpPr/>
          <p:nvPr/>
        </p:nvSpPr>
        <p:spPr>
          <a:xfrm>
            <a:off x="8119872" y="2023872"/>
            <a:ext cx="3520440" cy="777240"/>
          </a:xfrm>
          <a:prstGeom prst="roundRect">
            <a:avLst>
              <a:gd name="adj" fmla="val 9412"/>
            </a:avLst>
          </a:prstGeom>
          <a:solidFill>
            <a:schemeClr val="accent5"/>
          </a:solidFill>
          <a:ln w="12700">
            <a:solidFill>
              <a:srgbClr val="FFFFFF">
                <a:alpha val="0"/>
              </a:srgbClr>
            </a:solidFill>
            <a:prstDash val="solid"/>
          </a:ln>
        </p:spPr>
      </p:sp>
      <p:sp>
        <p:nvSpPr>
          <p:cNvPr id="26" name="Text 22"/>
          <p:cNvSpPr txBox="1"/>
          <p:nvPr/>
        </p:nvSpPr>
        <p:spPr>
          <a:xfrm>
            <a:off x="8119872"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27" name="Text 23"/>
          <p:cNvSpPr txBox="1"/>
          <p:nvPr/>
        </p:nvSpPr>
        <p:spPr>
          <a:xfrm>
            <a:off x="8119872"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8" name="Text 24"/>
          <p:cNvSpPr txBox="1"/>
          <p:nvPr/>
        </p:nvSpPr>
        <p:spPr>
          <a:xfrm>
            <a:off x="8119872"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want</a:t>
            </a:r>
            <a:endParaRPr lang="en-US" sz="2600" dirty="0"/>
          </a:p>
        </p:txBody>
      </p:sp>
      <p:sp>
        <p:nvSpPr>
          <p:cNvPr id="29" name="Text 25"/>
          <p:cNvSpPr txBox="1"/>
          <p:nvPr/>
        </p:nvSpPr>
        <p:spPr>
          <a:xfrm>
            <a:off x="8119872"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en</a:t>
            </a:r>
            <a:endParaRPr lang="en-US" sz="2600" dirty="0"/>
          </a:p>
        </p:txBody>
      </p:sp>
      <p:sp>
        <p:nvSpPr>
          <p:cNvPr id="30" name="Text 26"/>
          <p:cNvSpPr txBox="1"/>
          <p:nvPr/>
        </p:nvSpPr>
        <p:spPr>
          <a:xfrm>
            <a:off x="8119872"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maar</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8" name="Shape 4"/>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1" name="Text 7"/>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2" name="Shape 8"/>
          <p:cNvSpPr/>
          <p:nvPr/>
        </p:nvSpPr>
        <p:spPr>
          <a:xfrm>
            <a:off x="6492240" y="2268220"/>
            <a:ext cx="594360" cy="914"/>
          </a:xfrm>
          <a:prstGeom prst="line">
            <a:avLst/>
          </a:prstGeom>
          <a:noFill/>
          <a:ln w="38100">
            <a:solidFill>
              <a:srgbClr val="D9700F"/>
            </a:solidFill>
            <a:prstDash val="solid"/>
            <a:tailEnd type="triangle"/>
          </a:ln>
        </p:spPr>
      </p:sp>
      <p:sp>
        <p:nvSpPr>
          <p:cNvPr id="13" name="Text 9"/>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4" name="Shape 10"/>
          <p:cNvSpPr/>
          <p:nvPr/>
        </p:nvSpPr>
        <p:spPr>
          <a:xfrm>
            <a:off x="7132320" y="1978152"/>
            <a:ext cx="4507992" cy="616712"/>
          </a:xfrm>
          <a:prstGeom prst="roundRect">
            <a:avLst>
              <a:gd name="adj" fmla="val 11862"/>
            </a:avLst>
          </a:prstGeom>
          <a:solidFill>
            <a:schemeClr val="bg1"/>
          </a:solidFill>
          <a:ln w="15875">
            <a:solidFill>
              <a:srgbClr val="D9700F"/>
            </a:solidFill>
            <a:prstDash val="solid"/>
          </a:ln>
        </p:spPr>
      </p:sp>
      <p:sp>
        <p:nvSpPr>
          <p:cNvPr id="15" name="Shape 11"/>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8" name="Text 14"/>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19" name="Shape 15"/>
          <p:cNvSpPr/>
          <p:nvPr/>
        </p:nvSpPr>
        <p:spPr>
          <a:xfrm>
            <a:off x="6492240" y="2994660"/>
            <a:ext cx="594360" cy="914"/>
          </a:xfrm>
          <a:prstGeom prst="line">
            <a:avLst/>
          </a:prstGeom>
          <a:noFill/>
          <a:ln w="38100">
            <a:solidFill>
              <a:srgbClr val="D9700F"/>
            </a:solidFill>
            <a:prstDash val="solid"/>
            <a:tailEnd type="triangle"/>
          </a:ln>
        </p:spPr>
      </p:sp>
      <p:sp>
        <p:nvSpPr>
          <p:cNvPr id="20" name="Text 16"/>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1" name="Shape 17"/>
          <p:cNvSpPr/>
          <p:nvPr/>
        </p:nvSpPr>
        <p:spPr>
          <a:xfrm>
            <a:off x="7132320" y="2704592"/>
            <a:ext cx="4507992" cy="616712"/>
          </a:xfrm>
          <a:prstGeom prst="roundRect">
            <a:avLst>
              <a:gd name="adj" fmla="val 11862"/>
            </a:avLst>
          </a:prstGeom>
          <a:solidFill>
            <a:schemeClr val="bg1"/>
          </a:solidFill>
          <a:ln w="15875">
            <a:solidFill>
              <a:srgbClr val="D9700F"/>
            </a:solidFill>
            <a:prstDash val="solid"/>
          </a:ln>
        </p:spPr>
      </p:sp>
      <p:sp>
        <p:nvSpPr>
          <p:cNvPr id="22" name="Shape 18"/>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5" name="Text 21"/>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6" name="Shape 22"/>
          <p:cNvSpPr/>
          <p:nvPr/>
        </p:nvSpPr>
        <p:spPr>
          <a:xfrm>
            <a:off x="6492240" y="3721100"/>
            <a:ext cx="594360" cy="914"/>
          </a:xfrm>
          <a:prstGeom prst="line">
            <a:avLst/>
          </a:prstGeom>
          <a:noFill/>
          <a:ln w="38100">
            <a:solidFill>
              <a:srgbClr val="D9700F"/>
            </a:solidFill>
            <a:prstDash val="solid"/>
            <a:tailEnd type="triangle"/>
          </a:ln>
        </p:spPr>
      </p:sp>
      <p:sp>
        <p:nvSpPr>
          <p:cNvPr id="27" name="Text 23"/>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8" name="Shape 24"/>
          <p:cNvSpPr/>
          <p:nvPr/>
        </p:nvSpPr>
        <p:spPr>
          <a:xfrm>
            <a:off x="7132320" y="3431032"/>
            <a:ext cx="4507992" cy="616712"/>
          </a:xfrm>
          <a:prstGeom prst="roundRect">
            <a:avLst>
              <a:gd name="adj" fmla="val 11862"/>
            </a:avLst>
          </a:prstGeom>
          <a:solidFill>
            <a:schemeClr val="bg1"/>
          </a:solidFill>
          <a:ln w="15875">
            <a:solidFill>
              <a:srgbClr val="D9700F"/>
            </a:solidFill>
            <a:prstDash val="solid"/>
          </a:ln>
        </p:spPr>
      </p:sp>
      <p:sp>
        <p:nvSpPr>
          <p:cNvPr id="29" name="Shape 25"/>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2" name="Text 28"/>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3" name="Shape 29"/>
          <p:cNvSpPr/>
          <p:nvPr/>
        </p:nvSpPr>
        <p:spPr>
          <a:xfrm>
            <a:off x="6492240" y="4447540"/>
            <a:ext cx="594360" cy="914"/>
          </a:xfrm>
          <a:prstGeom prst="line">
            <a:avLst/>
          </a:prstGeom>
          <a:noFill/>
          <a:ln w="38100">
            <a:solidFill>
              <a:srgbClr val="D9700F"/>
            </a:solidFill>
            <a:prstDash val="solid"/>
            <a:tailEnd type="triangle"/>
          </a:ln>
        </p:spPr>
      </p:sp>
      <p:sp>
        <p:nvSpPr>
          <p:cNvPr id="34" name="Text 30"/>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5" name="Shape 31"/>
          <p:cNvSpPr/>
          <p:nvPr/>
        </p:nvSpPr>
        <p:spPr>
          <a:xfrm>
            <a:off x="7132320" y="4157472"/>
            <a:ext cx="4507992" cy="616712"/>
          </a:xfrm>
          <a:prstGeom prst="roundRect">
            <a:avLst>
              <a:gd name="adj" fmla="val 11862"/>
            </a:avLst>
          </a:prstGeom>
          <a:solidFill>
            <a:schemeClr val="bg1"/>
          </a:solidFill>
          <a:ln w="15875">
            <a:solidFill>
              <a:srgbClr val="D9700F"/>
            </a:solidFill>
            <a:prstDash val="solid"/>
          </a:ln>
        </p:spPr>
      </p:sp>
      <p:sp>
        <p:nvSpPr>
          <p:cNvPr id="36" name="Shape 32"/>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9" name="Text 35"/>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0" name="Shape 36"/>
          <p:cNvSpPr/>
          <p:nvPr/>
        </p:nvSpPr>
        <p:spPr>
          <a:xfrm>
            <a:off x="6492240" y="5173980"/>
            <a:ext cx="594360" cy="914"/>
          </a:xfrm>
          <a:prstGeom prst="line">
            <a:avLst/>
          </a:prstGeom>
          <a:noFill/>
          <a:ln w="38100">
            <a:solidFill>
              <a:srgbClr val="D9700F"/>
            </a:solidFill>
            <a:prstDash val="solid"/>
            <a:tailEnd type="triangle"/>
          </a:ln>
        </p:spPr>
      </p:sp>
      <p:sp>
        <p:nvSpPr>
          <p:cNvPr id="41" name="Text 37"/>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2" name="Shape 38"/>
          <p:cNvSpPr/>
          <p:nvPr/>
        </p:nvSpPr>
        <p:spPr>
          <a:xfrm>
            <a:off x="7132320" y="4883912"/>
            <a:ext cx="4507992" cy="616712"/>
          </a:xfrm>
          <a:prstGeom prst="roundRect">
            <a:avLst>
              <a:gd name="adj" fmla="val 11862"/>
            </a:avLst>
          </a:prstGeom>
          <a:solidFill>
            <a:schemeClr val="bg1"/>
          </a:solidFill>
          <a:ln w="15875">
            <a:solidFill>
              <a:srgbClr val="D9700F"/>
            </a:solidFill>
            <a:prstDash val="solid"/>
          </a:ln>
        </p:spPr>
      </p:sp>
      <p:sp>
        <p:nvSpPr>
          <p:cNvPr id="43" name="Shape 39"/>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6" name="Text 42"/>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47" name="Shape 43"/>
          <p:cNvSpPr/>
          <p:nvPr/>
        </p:nvSpPr>
        <p:spPr>
          <a:xfrm>
            <a:off x="6492240" y="5900420"/>
            <a:ext cx="594360" cy="914"/>
          </a:xfrm>
          <a:prstGeom prst="line">
            <a:avLst/>
          </a:prstGeom>
          <a:noFill/>
          <a:ln w="38100">
            <a:solidFill>
              <a:srgbClr val="D9700F"/>
            </a:solidFill>
            <a:prstDash val="solid"/>
            <a:tailEnd type="triangle"/>
          </a:ln>
        </p:spPr>
      </p:sp>
      <p:sp>
        <p:nvSpPr>
          <p:cNvPr id="48" name="Text 44"/>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9" name="Shape 45"/>
          <p:cNvSpPr/>
          <p:nvPr/>
        </p:nvSpPr>
        <p:spPr>
          <a:xfrm>
            <a:off x="7132320" y="5610352"/>
            <a:ext cx="4507992" cy="616712"/>
          </a:xfrm>
          <a:prstGeom prst="roundRect">
            <a:avLst>
              <a:gd name="adj" fmla="val 11862"/>
            </a:avLst>
          </a:prstGeom>
          <a:solidFill>
            <a:schemeClr val="bg1"/>
          </a:solidFill>
          <a:ln w="15875">
            <a:solidFill>
              <a:srgbClr val="D9700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9" name="Shape 5"/>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2" name="Text 8"/>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3" name="Shape 9"/>
          <p:cNvSpPr/>
          <p:nvPr/>
        </p:nvSpPr>
        <p:spPr>
          <a:xfrm>
            <a:off x="6492240" y="2268220"/>
            <a:ext cx="594360" cy="914"/>
          </a:xfrm>
          <a:prstGeom prst="line">
            <a:avLst/>
          </a:prstGeom>
          <a:noFill/>
          <a:ln w="38100">
            <a:solidFill>
              <a:srgbClr val="D9700F"/>
            </a:solidFill>
            <a:prstDash val="solid"/>
            <a:tailEnd type="triangle"/>
          </a:ln>
        </p:spPr>
      </p:sp>
      <p:sp>
        <p:nvSpPr>
          <p:cNvPr id="14" name="Text 10"/>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5" name="Shape 11"/>
          <p:cNvSpPr/>
          <p:nvPr/>
        </p:nvSpPr>
        <p:spPr>
          <a:xfrm>
            <a:off x="7132320" y="1978152"/>
            <a:ext cx="4507992" cy="616712"/>
          </a:xfrm>
          <a:prstGeom prst="roundRect">
            <a:avLst>
              <a:gd name="adj" fmla="val 11862"/>
            </a:avLst>
          </a:prstGeom>
          <a:solidFill>
            <a:srgbClr val="FDF1E6"/>
          </a:solidFill>
          <a:ln w="15875">
            <a:solidFill>
              <a:srgbClr val="D9700F"/>
            </a:solidFill>
            <a:prstDash val="solid"/>
          </a:ln>
        </p:spPr>
      </p:sp>
      <p:sp>
        <p:nvSpPr>
          <p:cNvPr id="16" name="Text 12"/>
          <p:cNvSpPr txBox="1"/>
          <p:nvPr/>
        </p:nvSpPr>
        <p:spPr>
          <a:xfrm>
            <a:off x="7269480" y="19781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geen auto </a:t>
            </a:r>
            <a:r>
              <a:rPr lang="en-US" sz="1900" b="1" i="1" dirty="0">
                <a:solidFill>
                  <a:schemeClr val="accent6"/>
                </a:solidFill>
              </a:rPr>
              <a:t>heb</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0" name="Text 16"/>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21" name="Shape 17"/>
          <p:cNvSpPr/>
          <p:nvPr/>
        </p:nvSpPr>
        <p:spPr>
          <a:xfrm>
            <a:off x="6492240" y="2994660"/>
            <a:ext cx="594360" cy="914"/>
          </a:xfrm>
          <a:prstGeom prst="line">
            <a:avLst/>
          </a:prstGeom>
          <a:noFill/>
          <a:ln w="38100">
            <a:solidFill>
              <a:srgbClr val="D9700F"/>
            </a:solidFill>
            <a:prstDash val="solid"/>
            <a:tailEnd type="triangle"/>
          </a:ln>
        </p:spPr>
      </p:sp>
      <p:sp>
        <p:nvSpPr>
          <p:cNvPr id="22" name="Text 18"/>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3" name="Shape 19"/>
          <p:cNvSpPr/>
          <p:nvPr/>
        </p:nvSpPr>
        <p:spPr>
          <a:xfrm>
            <a:off x="7132320" y="2704592"/>
            <a:ext cx="4507992" cy="616712"/>
          </a:xfrm>
          <a:prstGeom prst="roundRect">
            <a:avLst>
              <a:gd name="adj" fmla="val 11862"/>
            </a:avLst>
          </a:prstGeom>
          <a:solidFill>
            <a:srgbClr val="FDF1E6"/>
          </a:solidFill>
          <a:ln w="15875">
            <a:solidFill>
              <a:srgbClr val="D9700F"/>
            </a:solidFill>
            <a:prstDash val="solid"/>
          </a:ln>
        </p:spPr>
      </p:sp>
      <p:sp>
        <p:nvSpPr>
          <p:cNvPr id="24" name="Text 20"/>
          <p:cNvSpPr txBox="1"/>
          <p:nvPr/>
        </p:nvSpPr>
        <p:spPr>
          <a:xfrm>
            <a:off x="7269480" y="270459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vrijdag </a:t>
            </a:r>
            <a:r>
              <a:rPr lang="en-US" sz="1900" b="1" i="1" dirty="0">
                <a:solidFill>
                  <a:schemeClr val="accent6"/>
                </a:solidFill>
              </a:rPr>
              <a:t>is</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8" name="Text 24"/>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9" name="Shape 25"/>
          <p:cNvSpPr/>
          <p:nvPr/>
        </p:nvSpPr>
        <p:spPr>
          <a:xfrm>
            <a:off x="6492240" y="3721100"/>
            <a:ext cx="594360" cy="914"/>
          </a:xfrm>
          <a:prstGeom prst="line">
            <a:avLst/>
          </a:prstGeom>
          <a:noFill/>
          <a:ln w="38100">
            <a:solidFill>
              <a:srgbClr val="D9700F"/>
            </a:solidFill>
            <a:prstDash val="solid"/>
            <a:tailEnd type="triangle"/>
          </a:ln>
        </p:spPr>
      </p:sp>
      <p:sp>
        <p:nvSpPr>
          <p:cNvPr id="30" name="Text 26"/>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1" name="Shape 27"/>
          <p:cNvSpPr/>
          <p:nvPr/>
        </p:nvSpPr>
        <p:spPr>
          <a:xfrm>
            <a:off x="7132320" y="3431032"/>
            <a:ext cx="4507992" cy="616712"/>
          </a:xfrm>
          <a:prstGeom prst="roundRect">
            <a:avLst>
              <a:gd name="adj" fmla="val 11862"/>
            </a:avLst>
          </a:prstGeom>
          <a:solidFill>
            <a:srgbClr val="FDF1E6"/>
          </a:solidFill>
          <a:ln w="15875">
            <a:solidFill>
              <a:srgbClr val="D9700F"/>
            </a:solidFill>
            <a:prstDash val="solid"/>
          </a:ln>
        </p:spPr>
      </p:sp>
      <p:sp>
        <p:nvSpPr>
          <p:cNvPr id="32" name="Text 28"/>
          <p:cNvSpPr txBox="1"/>
          <p:nvPr/>
        </p:nvSpPr>
        <p:spPr>
          <a:xfrm>
            <a:off x="7269480" y="343103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hij een vraag </a:t>
            </a:r>
            <a:r>
              <a:rPr lang="en-US" sz="1900" b="1" i="1" dirty="0">
                <a:solidFill>
                  <a:schemeClr val="accent6"/>
                </a:solidFill>
              </a:rPr>
              <a:t>heeft</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6" name="Text 32"/>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7" name="Shape 33"/>
          <p:cNvSpPr/>
          <p:nvPr/>
        </p:nvSpPr>
        <p:spPr>
          <a:xfrm>
            <a:off x="6492240" y="4447540"/>
            <a:ext cx="594360" cy="914"/>
          </a:xfrm>
          <a:prstGeom prst="line">
            <a:avLst/>
          </a:prstGeom>
          <a:noFill/>
          <a:ln w="38100">
            <a:solidFill>
              <a:srgbClr val="D9700F"/>
            </a:solidFill>
            <a:prstDash val="solid"/>
            <a:tailEnd type="triangle"/>
          </a:ln>
        </p:spPr>
      </p:sp>
      <p:sp>
        <p:nvSpPr>
          <p:cNvPr id="38" name="Text 34"/>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9" name="Shape 35"/>
          <p:cNvSpPr/>
          <p:nvPr/>
        </p:nvSpPr>
        <p:spPr>
          <a:xfrm>
            <a:off x="7132320" y="4157472"/>
            <a:ext cx="4507992" cy="616712"/>
          </a:xfrm>
          <a:prstGeom prst="roundRect">
            <a:avLst>
              <a:gd name="adj" fmla="val 11862"/>
            </a:avLst>
          </a:prstGeom>
          <a:solidFill>
            <a:srgbClr val="FDF1E6"/>
          </a:solidFill>
          <a:ln w="15875">
            <a:solidFill>
              <a:srgbClr val="D9700F"/>
            </a:solidFill>
            <a:prstDash val="solid"/>
          </a:ln>
        </p:spPr>
      </p:sp>
      <p:sp>
        <p:nvSpPr>
          <p:cNvPr id="40" name="Text 36"/>
          <p:cNvSpPr txBox="1"/>
          <p:nvPr/>
        </p:nvSpPr>
        <p:spPr>
          <a:xfrm>
            <a:off x="7269480" y="415747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goedkoop </a:t>
            </a:r>
            <a:r>
              <a:rPr lang="en-US" sz="1900" b="1" i="1" dirty="0">
                <a:solidFill>
                  <a:schemeClr val="accent6"/>
                </a:solidFill>
              </a:rPr>
              <a:t>is</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4" name="Text 40"/>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5" name="Shape 41"/>
          <p:cNvSpPr/>
          <p:nvPr/>
        </p:nvSpPr>
        <p:spPr>
          <a:xfrm>
            <a:off x="6492240" y="5173980"/>
            <a:ext cx="594360" cy="914"/>
          </a:xfrm>
          <a:prstGeom prst="line">
            <a:avLst/>
          </a:prstGeom>
          <a:noFill/>
          <a:ln w="38100">
            <a:solidFill>
              <a:srgbClr val="D9700F"/>
            </a:solidFill>
            <a:prstDash val="solid"/>
            <a:tailEnd type="triangle"/>
          </a:ln>
        </p:spPr>
      </p:sp>
      <p:sp>
        <p:nvSpPr>
          <p:cNvPr id="46" name="Text 42"/>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7" name="Shape 43"/>
          <p:cNvSpPr/>
          <p:nvPr/>
        </p:nvSpPr>
        <p:spPr>
          <a:xfrm>
            <a:off x="7132320" y="4883912"/>
            <a:ext cx="4507992" cy="616712"/>
          </a:xfrm>
          <a:prstGeom prst="roundRect">
            <a:avLst>
              <a:gd name="adj" fmla="val 11862"/>
            </a:avLst>
          </a:prstGeom>
          <a:solidFill>
            <a:srgbClr val="FDF1E6"/>
          </a:solidFill>
          <a:ln w="15875">
            <a:solidFill>
              <a:srgbClr val="D9700F"/>
            </a:solidFill>
            <a:prstDash val="solid"/>
          </a:ln>
        </p:spPr>
      </p:sp>
      <p:sp>
        <p:nvSpPr>
          <p:cNvPr id="48" name="Text 44"/>
          <p:cNvSpPr txBox="1"/>
          <p:nvPr/>
        </p:nvSpPr>
        <p:spPr>
          <a:xfrm>
            <a:off x="7269480" y="488391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in Brussel </a:t>
            </a:r>
            <a:r>
              <a:rPr lang="en-US" sz="1900" b="1" i="1" dirty="0">
                <a:solidFill>
                  <a:schemeClr val="accent6"/>
                </a:solidFill>
              </a:rPr>
              <a:t>werk</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52" name="Text 48"/>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53" name="Shape 49"/>
          <p:cNvSpPr/>
          <p:nvPr/>
        </p:nvSpPr>
        <p:spPr>
          <a:xfrm>
            <a:off x="6492240" y="5900420"/>
            <a:ext cx="594360" cy="914"/>
          </a:xfrm>
          <a:prstGeom prst="line">
            <a:avLst/>
          </a:prstGeom>
          <a:noFill/>
          <a:ln w="38100">
            <a:solidFill>
              <a:srgbClr val="D9700F"/>
            </a:solidFill>
            <a:prstDash val="solid"/>
            <a:tailEnd type="triangle"/>
          </a:ln>
        </p:spPr>
      </p:sp>
      <p:sp>
        <p:nvSpPr>
          <p:cNvPr id="54" name="Text 50"/>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55" name="Shape 51"/>
          <p:cNvSpPr/>
          <p:nvPr/>
        </p:nvSpPr>
        <p:spPr>
          <a:xfrm>
            <a:off x="7132320" y="5610352"/>
            <a:ext cx="4507992" cy="616712"/>
          </a:xfrm>
          <a:prstGeom prst="roundRect">
            <a:avLst>
              <a:gd name="adj" fmla="val 11862"/>
            </a:avLst>
          </a:prstGeom>
          <a:solidFill>
            <a:srgbClr val="FDF1E6"/>
          </a:solidFill>
          <a:ln w="15875">
            <a:solidFill>
              <a:srgbClr val="D9700F"/>
            </a:solidFill>
            <a:prstDash val="solid"/>
          </a:ln>
        </p:spPr>
      </p:sp>
      <p:sp>
        <p:nvSpPr>
          <p:cNvPr id="56" name="Text 52"/>
          <p:cNvSpPr txBox="1"/>
          <p:nvPr/>
        </p:nvSpPr>
        <p:spPr>
          <a:xfrm>
            <a:off x="7269480" y="56103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a:t>
            </a:r>
            <a:r>
              <a:rPr lang="en-US" sz="1900" b="1" i="1" dirty="0">
                <a:solidFill>
                  <a:schemeClr val="accent6"/>
                </a:solidFill>
              </a:rPr>
              <a:t>moet werken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8" name="Text 4"/>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i="1" dirty="0">
                <a:solidFill>
                  <a:schemeClr val="accent5"/>
                </a:solidFill>
              </a:rPr>
              <a:t>…………</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i="1" dirty="0">
                <a:solidFill>
                  <a:schemeClr val="accent5"/>
                </a:solidFill>
              </a:rPr>
              <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i="1" dirty="0">
                <a:solidFill>
                  <a:schemeClr val="accent5"/>
                </a:solidFill>
              </a:rPr>
              <a:t>…………</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i="1" dirty="0">
                <a:solidFill>
                  <a:schemeClr val="accent5"/>
                </a:solidFill>
              </a:rPr>
              <a:t>…………</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i="1" dirty="0">
                <a:solidFill>
                  <a:schemeClr val="accent5"/>
                </a:solidFill>
              </a:rPr>
              <a: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i="1" dirty="0">
                <a:solidFill>
                  <a:schemeClr val="accent5"/>
                </a:solidFill>
              </a:rPr>
              <a:t>…………</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i="1" dirty="0">
                <a:solidFill>
                  <a:schemeClr val="accent5"/>
                </a:solidFill>
              </a:rPr>
              <a:t>…………</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i="1" dirty="0">
                <a:solidFill>
                  <a:schemeClr val="accent5"/>
                </a:solidFill>
              </a:rPr>
              <a:t>…………</a:t>
            </a:r>
            <a:r>
              <a:rPr lang="en-US" sz="2000" i="1" dirty="0">
                <a:solidFill>
                  <a:schemeClr val="tx1"/>
                </a:solidFill>
              </a:rPr>
              <a:t> ze een nieuwe job heeft.</a:t>
            </a:r>
            <a:endParaRPr lang="en-US" sz="2000" dirty="0"/>
          </a:p>
        </p:txBody>
      </p:sp>
      <p:sp>
        <p:nvSpPr>
          <p:cNvPr id="9" name="Shape 5"/>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0" name="Text 6"/>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1" name="Shape 7"/>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2" name="Text 8"/>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3" name="Shape 9"/>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4" name="Text 10"/>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5" name="Shape 11"/>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6" name="Text 12"/>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7" name="Shape 13"/>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8" name="Text 14"/>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19" name="Shape 15"/>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0" name="Text 16"/>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1" name="Shape 17"/>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2" name="Text 18"/>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3" name="Shape 19"/>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4" name="Text 20"/>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5" name="Shape 21"/>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6" name="Text 22"/>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7" name="Text 23"/>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9" name="Text 5"/>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b="1" i="1" dirty="0">
                <a:solidFill>
                  <a:schemeClr val="accent3"/>
                </a:solidFill>
              </a:rPr>
              <a:t>en</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b="1" i="1" dirty="0">
                <a:solidFill>
                  <a:schemeClr val="accent3"/>
                </a:solidFill>
              </a:rPr>
              <a:t>dat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b="1" i="1" dirty="0">
                <a:solidFill>
                  <a:schemeClr val="accent3"/>
                </a:solidFill>
              </a:rPr>
              <a:t>Als</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b="1" i="1" dirty="0">
                <a:solidFill>
                  <a:schemeClr val="accent3"/>
                </a:solidFill>
              </a:rPr>
              <a:t>maar</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b="1" i="1" dirty="0">
                <a:solidFill>
                  <a:schemeClr val="accent3"/>
                </a:solidFill>
              </a:rPr>
              <a:t>want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b="1" i="1" dirty="0">
                <a:solidFill>
                  <a:schemeClr val="accent3"/>
                </a:solidFill>
              </a:rPr>
              <a:t>of</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b="1" i="1" dirty="0">
                <a:solidFill>
                  <a:schemeClr val="accent3"/>
                </a:solidFill>
              </a:rPr>
              <a:t>dus</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b="1" i="1" dirty="0">
                <a:solidFill>
                  <a:schemeClr val="accent3"/>
                </a:solidFill>
              </a:rPr>
              <a:t>omdat</a:t>
            </a:r>
            <a:r>
              <a:rPr lang="en-US" sz="2000" i="1" dirty="0">
                <a:solidFill>
                  <a:schemeClr val="tx1"/>
                </a:solidFill>
              </a:rPr>
              <a:t> ze een nieuwe job heeft.</a:t>
            </a:r>
            <a:endParaRPr lang="en-US" sz="2000" dirty="0"/>
          </a:p>
        </p:txBody>
      </p:sp>
      <p:sp>
        <p:nvSpPr>
          <p:cNvPr id="10" name="Shape 6"/>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1" name="Text 7"/>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2" name="Shape 8"/>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3" name="Text 9"/>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4" name="Shape 10"/>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5" name="Text 11"/>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6" name="Shape 12"/>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7" name="Text 13"/>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8" name="Shape 14"/>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9" name="Text 15"/>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20" name="Shape 16"/>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1" name="Text 17"/>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2" name="Shape 18"/>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3" name="Text 19"/>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4" name="Shape 20"/>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5" name="Text 21"/>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6" name="Shape 22"/>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7" name="Text 23"/>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8" name="Text 24"/>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8" name="Shape 4"/>
          <p:cNvSpPr/>
          <p:nvPr/>
        </p:nvSpPr>
        <p:spPr>
          <a:xfrm>
            <a:off x="548640" y="1932432"/>
            <a:ext cx="5440680" cy="986790"/>
          </a:xfrm>
          <a:prstGeom prst="roundRect">
            <a:avLst>
              <a:gd name="adj" fmla="val 7413"/>
            </a:avLst>
          </a:prstGeom>
          <a:solidFill>
            <a:schemeClr val="bg1"/>
          </a:solidFill>
          <a:ln w="15875">
            <a:solidFill>
              <a:srgbClr val="D5DCE6"/>
            </a:solidFill>
            <a:prstDash val="solid"/>
          </a:ln>
        </p:spPr>
      </p:sp>
      <p:sp>
        <p:nvSpPr>
          <p:cNvPr id="9" name="Shape 5"/>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Text 7"/>
          <p:cNvSpPr txBox="1"/>
          <p:nvPr/>
        </p:nvSpPr>
        <p:spPr>
          <a:xfrm>
            <a:off x="1097280"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2" name="Image 1" descr="Check">    </p:cNvPr>
          <p:cNvPicPr>
            <a:picLocks noChangeAspect="1"/>
          </p:cNvPicPr>
          <p:nvPr/>
        </p:nvPicPr>
        <p:blipFill>
          <a:blip r:embed="rId2"/>
          <a:stretch>
            <a:fillRect/>
          </a:stretch>
        </p:blipFill>
        <p:spPr>
          <a:xfrm>
            <a:off x="5166360" y="2288667"/>
            <a:ext cx="274320" cy="274320"/>
          </a:xfrm>
          <a:prstGeom prst="rect">
            <a:avLst/>
          </a:prstGeom>
        </p:spPr>
      </p:pic>
      <p:pic>
        <p:nvPicPr>
          <p:cNvPr id="13" name="Image 2" descr="Times">    </p:cNvPr>
          <p:cNvPicPr>
            <a:picLocks noChangeAspect="1"/>
          </p:cNvPicPr>
          <p:nvPr/>
        </p:nvPicPr>
        <p:blipFill>
          <a:blip r:embed="rId3"/>
          <a:stretch>
            <a:fillRect/>
          </a:stretch>
        </p:blipFill>
        <p:spPr>
          <a:xfrm>
            <a:off x="5532120" y="2288667"/>
            <a:ext cx="274320" cy="274320"/>
          </a:xfrm>
          <a:prstGeom prst="rect">
            <a:avLst/>
          </a:prstGeom>
        </p:spPr>
      </p:pic>
      <p:sp>
        <p:nvSpPr>
          <p:cNvPr id="14" name="Shape 8"/>
          <p:cNvSpPr/>
          <p:nvPr/>
        </p:nvSpPr>
        <p:spPr>
          <a:xfrm>
            <a:off x="6199632" y="1932432"/>
            <a:ext cx="5440680" cy="986790"/>
          </a:xfrm>
          <a:prstGeom prst="roundRect">
            <a:avLst>
              <a:gd name="adj" fmla="val 7413"/>
            </a:avLst>
          </a:prstGeom>
          <a:solidFill>
            <a:schemeClr val="bg1"/>
          </a:solidFill>
          <a:ln w="15875">
            <a:solidFill>
              <a:srgbClr val="D5DCE6"/>
            </a:solidFill>
            <a:prstDash val="solid"/>
          </a:ln>
        </p:spPr>
      </p:sp>
      <p:sp>
        <p:nvSpPr>
          <p:cNvPr id="15" name="Shape 9"/>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6" name="Text 10"/>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Text 11"/>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8" name="Image 3" descr="Check">    </p:cNvPr>
          <p:cNvPicPr>
            <a:picLocks noChangeAspect="1"/>
          </p:cNvPicPr>
          <p:nvPr/>
        </p:nvPicPr>
        <p:blipFill>
          <a:blip r:embed="rId4"/>
          <a:stretch>
            <a:fillRect/>
          </a:stretch>
        </p:blipFill>
        <p:spPr>
          <a:xfrm>
            <a:off x="10817352" y="2288667"/>
            <a:ext cx="274320" cy="274320"/>
          </a:xfrm>
          <a:prstGeom prst="rect">
            <a:avLst/>
          </a:prstGeom>
        </p:spPr>
      </p:pic>
      <p:pic>
        <p:nvPicPr>
          <p:cNvPr id="19" name="Image 4" descr="Times">    </p:cNvPr>
          <p:cNvPicPr>
            <a:picLocks noChangeAspect="1"/>
          </p:cNvPicPr>
          <p:nvPr/>
        </p:nvPicPr>
        <p:blipFill>
          <a:blip r:embed="rId5"/>
          <a:stretch>
            <a:fillRect/>
          </a:stretch>
        </p:blipFill>
        <p:spPr>
          <a:xfrm>
            <a:off x="11183112" y="2288667"/>
            <a:ext cx="274320" cy="274320"/>
          </a:xfrm>
          <a:prstGeom prst="rect">
            <a:avLst/>
          </a:prstGeom>
        </p:spPr>
      </p:pic>
      <p:sp>
        <p:nvSpPr>
          <p:cNvPr id="20" name="Shape 12"/>
          <p:cNvSpPr/>
          <p:nvPr/>
        </p:nvSpPr>
        <p:spPr>
          <a:xfrm>
            <a:off x="548640" y="3056382"/>
            <a:ext cx="5440680" cy="986790"/>
          </a:xfrm>
          <a:prstGeom prst="roundRect">
            <a:avLst>
              <a:gd name="adj" fmla="val 7413"/>
            </a:avLst>
          </a:prstGeom>
          <a:solidFill>
            <a:schemeClr val="bg1"/>
          </a:solidFill>
          <a:ln w="15875">
            <a:solidFill>
              <a:srgbClr val="D5DCE6"/>
            </a:solidFill>
            <a:prstDash val="solid"/>
          </a:ln>
        </p:spPr>
      </p:sp>
      <p:sp>
        <p:nvSpPr>
          <p:cNvPr id="21" name="Shape 13"/>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4"/>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5"/>
          <p:cNvSpPr txBox="1"/>
          <p:nvPr/>
        </p:nvSpPr>
        <p:spPr>
          <a:xfrm>
            <a:off x="1097280"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5" descr="Check">    </p:cNvPr>
          <p:cNvPicPr>
            <a:picLocks noChangeAspect="1"/>
          </p:cNvPicPr>
          <p:nvPr/>
        </p:nvPicPr>
        <p:blipFill>
          <a:blip r:embed="rId6"/>
          <a:stretch>
            <a:fillRect/>
          </a:stretch>
        </p:blipFill>
        <p:spPr>
          <a:xfrm>
            <a:off x="5166360" y="3412617"/>
            <a:ext cx="274320" cy="274320"/>
          </a:xfrm>
          <a:prstGeom prst="rect">
            <a:avLst/>
          </a:prstGeom>
        </p:spPr>
      </p:pic>
      <p:pic>
        <p:nvPicPr>
          <p:cNvPr id="25" name="Image 6" descr="Times">    </p:cNvPr>
          <p:cNvPicPr>
            <a:picLocks noChangeAspect="1"/>
          </p:cNvPicPr>
          <p:nvPr/>
        </p:nvPicPr>
        <p:blipFill>
          <a:blip r:embed="rId7"/>
          <a:stretch>
            <a:fillRect/>
          </a:stretch>
        </p:blipFill>
        <p:spPr>
          <a:xfrm>
            <a:off x="5532120" y="3412617"/>
            <a:ext cx="274320" cy="274320"/>
          </a:xfrm>
          <a:prstGeom prst="rect">
            <a:avLst/>
          </a:prstGeom>
        </p:spPr>
      </p:pic>
      <p:sp>
        <p:nvSpPr>
          <p:cNvPr id="26" name="Shape 16"/>
          <p:cNvSpPr/>
          <p:nvPr/>
        </p:nvSpPr>
        <p:spPr>
          <a:xfrm>
            <a:off x="6199632" y="3056382"/>
            <a:ext cx="5440680" cy="986790"/>
          </a:xfrm>
          <a:prstGeom prst="roundRect">
            <a:avLst>
              <a:gd name="adj" fmla="val 7413"/>
            </a:avLst>
          </a:prstGeom>
          <a:solidFill>
            <a:schemeClr val="bg1"/>
          </a:solidFill>
          <a:ln w="15875">
            <a:solidFill>
              <a:srgbClr val="D5DCE6"/>
            </a:solidFill>
            <a:prstDash val="solid"/>
          </a:ln>
        </p:spPr>
      </p:sp>
      <p:sp>
        <p:nvSpPr>
          <p:cNvPr id="27" name="Shape 17"/>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18"/>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19"/>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7" descr="Check">    </p:cNvPr>
          <p:cNvPicPr>
            <a:picLocks noChangeAspect="1"/>
          </p:cNvPicPr>
          <p:nvPr/>
        </p:nvPicPr>
        <p:blipFill>
          <a:blip r:embed="rId8"/>
          <a:stretch>
            <a:fillRect/>
          </a:stretch>
        </p:blipFill>
        <p:spPr>
          <a:xfrm>
            <a:off x="10817352" y="3412617"/>
            <a:ext cx="274320" cy="274320"/>
          </a:xfrm>
          <a:prstGeom prst="rect">
            <a:avLst/>
          </a:prstGeom>
        </p:spPr>
      </p:pic>
      <p:pic>
        <p:nvPicPr>
          <p:cNvPr id="31" name="Image 8" descr="Times">    </p:cNvPr>
          <p:cNvPicPr>
            <a:picLocks noChangeAspect="1"/>
          </p:cNvPicPr>
          <p:nvPr/>
        </p:nvPicPr>
        <p:blipFill>
          <a:blip r:embed="rId9"/>
          <a:stretch>
            <a:fillRect/>
          </a:stretch>
        </p:blipFill>
        <p:spPr>
          <a:xfrm>
            <a:off x="11183112" y="3412617"/>
            <a:ext cx="274320" cy="274320"/>
          </a:xfrm>
          <a:prstGeom prst="rect">
            <a:avLst/>
          </a:prstGeom>
        </p:spPr>
      </p:pic>
      <p:sp>
        <p:nvSpPr>
          <p:cNvPr id="32" name="Shape 20"/>
          <p:cNvSpPr/>
          <p:nvPr/>
        </p:nvSpPr>
        <p:spPr>
          <a:xfrm>
            <a:off x="548640" y="4180332"/>
            <a:ext cx="5440680" cy="986790"/>
          </a:xfrm>
          <a:prstGeom prst="roundRect">
            <a:avLst>
              <a:gd name="adj" fmla="val 7413"/>
            </a:avLst>
          </a:prstGeom>
          <a:solidFill>
            <a:schemeClr val="bg1"/>
          </a:solidFill>
          <a:ln w="15875">
            <a:solidFill>
              <a:srgbClr val="D5DCE6"/>
            </a:solidFill>
            <a:prstDash val="solid"/>
          </a:ln>
        </p:spPr>
      </p:sp>
      <p:sp>
        <p:nvSpPr>
          <p:cNvPr id="33" name="Shape 21"/>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4" name="Text 22"/>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5" name="Text 23"/>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6" name="Image 9" descr="Check">    </p:cNvPr>
          <p:cNvPicPr>
            <a:picLocks noChangeAspect="1"/>
          </p:cNvPicPr>
          <p:nvPr/>
        </p:nvPicPr>
        <p:blipFill>
          <a:blip r:embed="rId10"/>
          <a:stretch>
            <a:fillRect/>
          </a:stretch>
        </p:blipFill>
        <p:spPr>
          <a:xfrm>
            <a:off x="5166360" y="4536567"/>
            <a:ext cx="274320" cy="274320"/>
          </a:xfrm>
          <a:prstGeom prst="rect">
            <a:avLst/>
          </a:prstGeom>
        </p:spPr>
      </p:pic>
      <p:pic>
        <p:nvPicPr>
          <p:cNvPr id="37" name="Image 10" descr="Times">    </p:cNvPr>
          <p:cNvPicPr>
            <a:picLocks noChangeAspect="1"/>
          </p:cNvPicPr>
          <p:nvPr/>
        </p:nvPicPr>
        <p:blipFill>
          <a:blip r:embed="rId11"/>
          <a:stretch>
            <a:fillRect/>
          </a:stretch>
        </p:blipFill>
        <p:spPr>
          <a:xfrm>
            <a:off x="5532120" y="4536567"/>
            <a:ext cx="274320" cy="274320"/>
          </a:xfrm>
          <a:prstGeom prst="rect">
            <a:avLst/>
          </a:prstGeom>
        </p:spPr>
      </p:pic>
      <p:sp>
        <p:nvSpPr>
          <p:cNvPr id="38" name="Shape 24"/>
          <p:cNvSpPr/>
          <p:nvPr/>
        </p:nvSpPr>
        <p:spPr>
          <a:xfrm>
            <a:off x="6199632" y="4180332"/>
            <a:ext cx="5440680" cy="986790"/>
          </a:xfrm>
          <a:prstGeom prst="roundRect">
            <a:avLst>
              <a:gd name="adj" fmla="val 7413"/>
            </a:avLst>
          </a:prstGeom>
          <a:solidFill>
            <a:schemeClr val="bg1"/>
          </a:solidFill>
          <a:ln w="15875">
            <a:solidFill>
              <a:srgbClr val="D5DCE6"/>
            </a:solidFill>
            <a:prstDash val="solid"/>
          </a:ln>
        </p:spPr>
      </p:sp>
      <p:sp>
        <p:nvSpPr>
          <p:cNvPr id="39" name="Shape 25"/>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40" name="Text 26"/>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1" name="Text 27"/>
          <p:cNvSpPr txBox="1"/>
          <p:nvPr/>
        </p:nvSpPr>
        <p:spPr>
          <a:xfrm>
            <a:off x="6748272"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2" name="Image 11" descr="Check">    </p:cNvPr>
          <p:cNvPicPr>
            <a:picLocks noChangeAspect="1"/>
          </p:cNvPicPr>
          <p:nvPr/>
        </p:nvPicPr>
        <p:blipFill>
          <a:blip r:embed="rId12"/>
          <a:stretch>
            <a:fillRect/>
          </a:stretch>
        </p:blipFill>
        <p:spPr>
          <a:xfrm>
            <a:off x="10817352" y="4536567"/>
            <a:ext cx="274320" cy="274320"/>
          </a:xfrm>
          <a:prstGeom prst="rect">
            <a:avLst/>
          </a:prstGeom>
        </p:spPr>
      </p:pic>
      <p:pic>
        <p:nvPicPr>
          <p:cNvPr id="43" name="Image 12" descr="Times">    </p:cNvPr>
          <p:cNvPicPr>
            <a:picLocks noChangeAspect="1"/>
          </p:cNvPicPr>
          <p:nvPr/>
        </p:nvPicPr>
        <p:blipFill>
          <a:blip r:embed="rId13"/>
          <a:stretch>
            <a:fillRect/>
          </a:stretch>
        </p:blipFill>
        <p:spPr>
          <a:xfrm>
            <a:off x="11183112" y="4536567"/>
            <a:ext cx="274320" cy="274320"/>
          </a:xfrm>
          <a:prstGeom prst="rect">
            <a:avLst/>
          </a:prstGeom>
        </p:spPr>
      </p:pic>
      <p:sp>
        <p:nvSpPr>
          <p:cNvPr id="44" name="Shape 28"/>
          <p:cNvSpPr/>
          <p:nvPr/>
        </p:nvSpPr>
        <p:spPr>
          <a:xfrm>
            <a:off x="548640" y="5304282"/>
            <a:ext cx="5440680" cy="986790"/>
          </a:xfrm>
          <a:prstGeom prst="roundRect">
            <a:avLst>
              <a:gd name="adj" fmla="val 7413"/>
            </a:avLst>
          </a:prstGeom>
          <a:solidFill>
            <a:schemeClr val="bg1"/>
          </a:solidFill>
          <a:ln w="15875">
            <a:solidFill>
              <a:srgbClr val="D5DCE6"/>
            </a:solidFill>
            <a:prstDash val="solid"/>
          </a:ln>
        </p:spPr>
      </p:sp>
      <p:sp>
        <p:nvSpPr>
          <p:cNvPr id="45" name="Shape 29"/>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6" name="Text 30"/>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7" name="Text 31"/>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8" name="Image 13" descr="Check">    </p:cNvPr>
          <p:cNvPicPr>
            <a:picLocks noChangeAspect="1"/>
          </p:cNvPicPr>
          <p:nvPr/>
        </p:nvPicPr>
        <p:blipFill>
          <a:blip r:embed="rId14"/>
          <a:stretch>
            <a:fillRect/>
          </a:stretch>
        </p:blipFill>
        <p:spPr>
          <a:xfrm>
            <a:off x="5166360" y="5660517"/>
            <a:ext cx="274320" cy="274320"/>
          </a:xfrm>
          <a:prstGeom prst="rect">
            <a:avLst/>
          </a:prstGeom>
        </p:spPr>
      </p:pic>
      <p:pic>
        <p:nvPicPr>
          <p:cNvPr id="49" name="Image 14" descr="Times">    </p:cNvPr>
          <p:cNvPicPr>
            <a:picLocks noChangeAspect="1"/>
          </p:cNvPicPr>
          <p:nvPr/>
        </p:nvPicPr>
        <p:blipFill>
          <a:blip r:embed="rId15"/>
          <a:stretch>
            <a:fillRect/>
          </a:stretch>
        </p:blipFill>
        <p:spPr>
          <a:xfrm>
            <a:off x="5532120" y="5660517"/>
            <a:ext cx="274320" cy="274320"/>
          </a:xfrm>
          <a:prstGeom prst="rect">
            <a:avLst/>
          </a:prstGeom>
        </p:spPr>
      </p:pic>
      <p:sp>
        <p:nvSpPr>
          <p:cNvPr id="50" name="Shape 32"/>
          <p:cNvSpPr/>
          <p:nvPr/>
        </p:nvSpPr>
        <p:spPr>
          <a:xfrm>
            <a:off x="6199632" y="5304282"/>
            <a:ext cx="5440680" cy="986790"/>
          </a:xfrm>
          <a:prstGeom prst="roundRect">
            <a:avLst>
              <a:gd name="adj" fmla="val 7413"/>
            </a:avLst>
          </a:prstGeom>
          <a:solidFill>
            <a:schemeClr val="bg1"/>
          </a:solidFill>
          <a:ln w="15875">
            <a:solidFill>
              <a:srgbClr val="D5DCE6"/>
            </a:solidFill>
            <a:prstDash val="solid"/>
          </a:ln>
        </p:spPr>
      </p:sp>
      <p:sp>
        <p:nvSpPr>
          <p:cNvPr id="51" name="Shape 33"/>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52" name="Text 34"/>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3" name="Text 35"/>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4" name="Image 15" descr="Check">    </p:cNvPr>
          <p:cNvPicPr>
            <a:picLocks noChangeAspect="1"/>
          </p:cNvPicPr>
          <p:nvPr/>
        </p:nvPicPr>
        <p:blipFill>
          <a:blip r:embed="rId16"/>
          <a:stretch>
            <a:fillRect/>
          </a:stretch>
        </p:blipFill>
        <p:spPr>
          <a:xfrm>
            <a:off x="10817352" y="5660517"/>
            <a:ext cx="274320" cy="274320"/>
          </a:xfrm>
          <a:prstGeom prst="rect">
            <a:avLst/>
          </a:prstGeom>
        </p:spPr>
      </p:pic>
      <p:pic>
        <p:nvPicPr>
          <p:cNvPr id="55" name="Image 16" descr="Times">    </p:cNvPr>
          <p:cNvPicPr>
            <a:picLocks noChangeAspect="1"/>
          </p:cNvPicPr>
          <p:nvPr/>
        </p:nvPicPr>
        <p:blipFill>
          <a:blip r:embed="rId17"/>
          <a:stretch>
            <a:fillRect/>
          </a:stretch>
        </p:blipFill>
        <p:spPr>
          <a:xfrm>
            <a:off x="11183112" y="5660517"/>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9" name="Shape 5"/>
          <p:cNvSpPr/>
          <p:nvPr/>
        </p:nvSpPr>
        <p:spPr>
          <a:xfrm>
            <a:off x="548640" y="1932432"/>
            <a:ext cx="5440680" cy="986790"/>
          </a:xfrm>
          <a:prstGeom prst="roundRect">
            <a:avLst>
              <a:gd name="adj" fmla="val 7413"/>
            </a:avLst>
          </a:prstGeom>
          <a:solidFill>
            <a:srgbClr val="FBEDEB"/>
          </a:solidFill>
          <a:ln w="25400">
            <a:solidFill>
              <a:srgbClr val="B83227"/>
            </a:solidFill>
            <a:prstDash val="solid"/>
          </a:ln>
        </p:spPr>
      </p:sp>
      <p:sp>
        <p:nvSpPr>
          <p:cNvPr id="10" name="Shape 6"/>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2" name="Text 8"/>
          <p:cNvSpPr txBox="1"/>
          <p:nvPr/>
        </p:nvSpPr>
        <p:spPr>
          <a:xfrm>
            <a:off x="1097280" y="19781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3" name="Image 1" descr="TimesCircle">    </p:cNvPr>
          <p:cNvPicPr>
            <a:picLocks noChangeAspect="1"/>
          </p:cNvPicPr>
          <p:nvPr/>
        </p:nvPicPr>
        <p:blipFill>
          <a:blip r:embed="rId2"/>
          <a:stretch>
            <a:fillRect/>
          </a:stretch>
        </p:blipFill>
        <p:spPr>
          <a:xfrm>
            <a:off x="5440680" y="2069592"/>
            <a:ext cx="384048" cy="384048"/>
          </a:xfrm>
          <a:prstGeom prst="rect">
            <a:avLst/>
          </a:prstGeom>
        </p:spPr>
      </p:pic>
      <p:sp>
        <p:nvSpPr>
          <p:cNvPr id="14" name="Text 9"/>
          <p:cNvSpPr txBox="1"/>
          <p:nvPr/>
        </p:nvSpPr>
        <p:spPr>
          <a:xfrm>
            <a:off x="1097280" y="24258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omdat ik ziek </a:t>
            </a:r>
            <a:r>
              <a:rPr lang="en-US" sz="1600" b="1" i="1" dirty="0">
                <a:solidFill>
                  <a:schemeClr val="accent3"/>
                </a:solidFill>
              </a:rPr>
              <a:t>ben</a:t>
            </a:r>
            <a:endParaRPr lang="en-US" sz="1600" dirty="0"/>
          </a:p>
        </p:txBody>
      </p:sp>
      <p:sp>
        <p:nvSpPr>
          <p:cNvPr id="15" name="Shape 10"/>
          <p:cNvSpPr/>
          <p:nvPr/>
        </p:nvSpPr>
        <p:spPr>
          <a:xfrm>
            <a:off x="6199632" y="1932432"/>
            <a:ext cx="5440680" cy="986790"/>
          </a:xfrm>
          <a:prstGeom prst="roundRect">
            <a:avLst>
              <a:gd name="adj" fmla="val 7413"/>
            </a:avLst>
          </a:prstGeom>
          <a:solidFill>
            <a:srgbClr val="EDF6F0"/>
          </a:solidFill>
          <a:ln w="25400">
            <a:solidFill>
              <a:srgbClr val="2E7D4F"/>
            </a:solidFill>
            <a:prstDash val="solid"/>
          </a:ln>
        </p:spPr>
      </p:sp>
      <p:sp>
        <p:nvSpPr>
          <p:cNvPr id="16" name="Shape 11"/>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7" name="Text 12"/>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Text 13"/>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9" name="Image 2" descr="CheckCircle">    </p:cNvPr>
          <p:cNvPicPr>
            <a:picLocks noChangeAspect="1"/>
          </p:cNvPicPr>
          <p:nvPr/>
        </p:nvPicPr>
        <p:blipFill>
          <a:blip r:embed="rId3"/>
          <a:stretch>
            <a:fillRect/>
          </a:stretch>
        </p:blipFill>
        <p:spPr>
          <a:xfrm>
            <a:off x="11091672" y="2069592"/>
            <a:ext cx="384048" cy="384048"/>
          </a:xfrm>
          <a:prstGeom prst="rect">
            <a:avLst/>
          </a:prstGeom>
        </p:spPr>
      </p:pic>
      <p:sp>
        <p:nvSpPr>
          <p:cNvPr id="20" name="Shape 14"/>
          <p:cNvSpPr/>
          <p:nvPr/>
        </p:nvSpPr>
        <p:spPr>
          <a:xfrm>
            <a:off x="548640" y="3056382"/>
            <a:ext cx="5440680" cy="986790"/>
          </a:xfrm>
          <a:prstGeom prst="roundRect">
            <a:avLst>
              <a:gd name="adj" fmla="val 7413"/>
            </a:avLst>
          </a:prstGeom>
          <a:solidFill>
            <a:srgbClr val="FBEDEB"/>
          </a:solidFill>
          <a:ln w="25400">
            <a:solidFill>
              <a:srgbClr val="B83227"/>
            </a:solidFill>
            <a:prstDash val="solid"/>
          </a:ln>
        </p:spPr>
      </p:sp>
      <p:sp>
        <p:nvSpPr>
          <p:cNvPr id="21" name="Shape 15"/>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6"/>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7"/>
          <p:cNvSpPr txBox="1"/>
          <p:nvPr/>
        </p:nvSpPr>
        <p:spPr>
          <a:xfrm>
            <a:off x="1097280" y="310210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3" descr="TimesCircle">    </p:cNvPr>
          <p:cNvPicPr>
            <a:picLocks noChangeAspect="1"/>
          </p:cNvPicPr>
          <p:nvPr/>
        </p:nvPicPr>
        <p:blipFill>
          <a:blip r:embed="rId4"/>
          <a:stretch>
            <a:fillRect/>
          </a:stretch>
        </p:blipFill>
        <p:spPr>
          <a:xfrm>
            <a:off x="5440680" y="3193542"/>
            <a:ext cx="384048" cy="384048"/>
          </a:xfrm>
          <a:prstGeom prst="rect">
            <a:avLst/>
          </a:prstGeom>
        </p:spPr>
      </p:pic>
      <p:sp>
        <p:nvSpPr>
          <p:cNvPr id="25" name="Text 18"/>
          <p:cNvSpPr txBox="1"/>
          <p:nvPr/>
        </p:nvSpPr>
        <p:spPr>
          <a:xfrm>
            <a:off x="1097280" y="354977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Als het regent, </a:t>
            </a:r>
            <a:r>
              <a:rPr lang="en-US" sz="1600" b="1" i="1" dirty="0">
                <a:solidFill>
                  <a:schemeClr val="accent3"/>
                </a:solidFill>
              </a:rPr>
              <a:t>neem ik</a:t>
            </a:r>
            <a:r>
              <a:rPr lang="en-US" sz="1600" b="1" i="1" dirty="0">
                <a:solidFill>
                  <a:schemeClr val="accent3"/>
                </a:solidFill>
              </a:rPr>
              <a:t> de bus.</a:t>
            </a:r>
            <a:endParaRPr lang="en-US" sz="1600" dirty="0"/>
          </a:p>
        </p:txBody>
      </p:sp>
      <p:sp>
        <p:nvSpPr>
          <p:cNvPr id="26" name="Shape 19"/>
          <p:cNvSpPr/>
          <p:nvPr/>
        </p:nvSpPr>
        <p:spPr>
          <a:xfrm>
            <a:off x="6199632" y="3056382"/>
            <a:ext cx="5440680" cy="986790"/>
          </a:xfrm>
          <a:prstGeom prst="roundRect">
            <a:avLst>
              <a:gd name="adj" fmla="val 7413"/>
            </a:avLst>
          </a:prstGeom>
          <a:solidFill>
            <a:srgbClr val="EDF6F0"/>
          </a:solidFill>
          <a:ln w="25400">
            <a:solidFill>
              <a:srgbClr val="2E7D4F"/>
            </a:solidFill>
            <a:prstDash val="solid"/>
          </a:ln>
        </p:spPr>
      </p:sp>
      <p:sp>
        <p:nvSpPr>
          <p:cNvPr id="27" name="Shape 20"/>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21"/>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22"/>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4" descr="CheckCircle">    </p:cNvPr>
          <p:cNvPicPr>
            <a:picLocks noChangeAspect="1"/>
          </p:cNvPicPr>
          <p:nvPr/>
        </p:nvPicPr>
        <p:blipFill>
          <a:blip r:embed="rId5"/>
          <a:stretch>
            <a:fillRect/>
          </a:stretch>
        </p:blipFill>
        <p:spPr>
          <a:xfrm>
            <a:off x="11091672" y="3193542"/>
            <a:ext cx="384048" cy="384048"/>
          </a:xfrm>
          <a:prstGeom prst="rect">
            <a:avLst/>
          </a:prstGeom>
        </p:spPr>
      </p:pic>
      <p:sp>
        <p:nvSpPr>
          <p:cNvPr id="31" name="Shape 23"/>
          <p:cNvSpPr/>
          <p:nvPr/>
        </p:nvSpPr>
        <p:spPr>
          <a:xfrm>
            <a:off x="548640" y="4180332"/>
            <a:ext cx="5440680" cy="986790"/>
          </a:xfrm>
          <a:prstGeom prst="roundRect">
            <a:avLst>
              <a:gd name="adj" fmla="val 7413"/>
            </a:avLst>
          </a:prstGeom>
          <a:solidFill>
            <a:srgbClr val="EDF6F0"/>
          </a:solidFill>
          <a:ln w="25400">
            <a:solidFill>
              <a:srgbClr val="2E7D4F"/>
            </a:solidFill>
            <a:prstDash val="solid"/>
          </a:ln>
        </p:spPr>
      </p:sp>
      <p:sp>
        <p:nvSpPr>
          <p:cNvPr id="32" name="Shape 24"/>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3" name="Text 25"/>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Text 26"/>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5" name="Image 5" descr="CheckCircle">    </p:cNvPr>
          <p:cNvPicPr>
            <a:picLocks noChangeAspect="1"/>
          </p:cNvPicPr>
          <p:nvPr/>
        </p:nvPicPr>
        <p:blipFill>
          <a:blip r:embed="rId6"/>
          <a:stretch>
            <a:fillRect/>
          </a:stretch>
        </p:blipFill>
        <p:spPr>
          <a:xfrm>
            <a:off x="5440680" y="4317492"/>
            <a:ext cx="384048" cy="384048"/>
          </a:xfrm>
          <a:prstGeom prst="rect">
            <a:avLst/>
          </a:prstGeom>
        </p:spPr>
      </p:pic>
      <p:sp>
        <p:nvSpPr>
          <p:cNvPr id="36" name="Shape 27"/>
          <p:cNvSpPr/>
          <p:nvPr/>
        </p:nvSpPr>
        <p:spPr>
          <a:xfrm>
            <a:off x="6199632" y="4180332"/>
            <a:ext cx="5440680" cy="986790"/>
          </a:xfrm>
          <a:prstGeom prst="roundRect">
            <a:avLst>
              <a:gd name="adj" fmla="val 7413"/>
            </a:avLst>
          </a:prstGeom>
          <a:solidFill>
            <a:srgbClr val="FBEDEB"/>
          </a:solidFill>
          <a:ln w="25400">
            <a:solidFill>
              <a:srgbClr val="B83227"/>
            </a:solidFill>
            <a:prstDash val="solid"/>
          </a:ln>
        </p:spPr>
      </p:sp>
      <p:sp>
        <p:nvSpPr>
          <p:cNvPr id="37" name="Shape 28"/>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38" name="Text 29"/>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39" name="Text 30"/>
          <p:cNvSpPr txBox="1"/>
          <p:nvPr/>
        </p:nvSpPr>
        <p:spPr>
          <a:xfrm>
            <a:off x="6748272" y="42260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0" name="Image 6" descr="TimesCircle">    </p:cNvPr>
          <p:cNvPicPr>
            <a:picLocks noChangeAspect="1"/>
          </p:cNvPicPr>
          <p:nvPr/>
        </p:nvPicPr>
        <p:blipFill>
          <a:blip r:embed="rId7"/>
          <a:stretch>
            <a:fillRect/>
          </a:stretch>
        </p:blipFill>
        <p:spPr>
          <a:xfrm>
            <a:off x="11091672" y="4317492"/>
            <a:ext cx="384048" cy="384048"/>
          </a:xfrm>
          <a:prstGeom prst="rect">
            <a:avLst/>
          </a:prstGeom>
        </p:spPr>
      </p:pic>
      <p:sp>
        <p:nvSpPr>
          <p:cNvPr id="41" name="Text 31"/>
          <p:cNvSpPr txBox="1"/>
          <p:nvPr/>
        </p:nvSpPr>
        <p:spPr>
          <a:xfrm>
            <a:off x="6748272" y="46737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Ik vraag me af </a:t>
            </a:r>
            <a:r>
              <a:rPr lang="en-US" sz="1600" b="1" i="1" dirty="0">
                <a:solidFill>
                  <a:schemeClr val="accent3"/>
                </a:solidFill>
              </a:rPr>
              <a:t>of</a:t>
            </a:r>
            <a:r>
              <a:rPr lang="en-US" sz="1600" b="1" i="1" dirty="0">
                <a:solidFill>
                  <a:schemeClr val="accent3"/>
                </a:solidFill>
              </a:rPr>
              <a:t> hij komt.</a:t>
            </a:r>
            <a:endParaRPr lang="en-US" sz="1600" dirty="0"/>
          </a:p>
        </p:txBody>
      </p:sp>
      <p:sp>
        <p:nvSpPr>
          <p:cNvPr id="42" name="Shape 32"/>
          <p:cNvSpPr/>
          <p:nvPr/>
        </p:nvSpPr>
        <p:spPr>
          <a:xfrm>
            <a:off x="548640" y="5304282"/>
            <a:ext cx="5440680" cy="986790"/>
          </a:xfrm>
          <a:prstGeom prst="roundRect">
            <a:avLst>
              <a:gd name="adj" fmla="val 7413"/>
            </a:avLst>
          </a:prstGeom>
          <a:solidFill>
            <a:srgbClr val="EDF6F0"/>
          </a:solidFill>
          <a:ln w="25400">
            <a:solidFill>
              <a:srgbClr val="2E7D4F"/>
            </a:solidFill>
            <a:prstDash val="solid"/>
          </a:ln>
        </p:spPr>
      </p:sp>
      <p:sp>
        <p:nvSpPr>
          <p:cNvPr id="43" name="Shape 33"/>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4" name="Text 34"/>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5" name="Text 35"/>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6" name="Image 7" descr="CheckCircle">    </p:cNvPr>
          <p:cNvPicPr>
            <a:picLocks noChangeAspect="1"/>
          </p:cNvPicPr>
          <p:nvPr/>
        </p:nvPicPr>
        <p:blipFill>
          <a:blip r:embed="rId8"/>
          <a:stretch>
            <a:fillRect/>
          </a:stretch>
        </p:blipFill>
        <p:spPr>
          <a:xfrm>
            <a:off x="5440680" y="5441442"/>
            <a:ext cx="384048" cy="384048"/>
          </a:xfrm>
          <a:prstGeom prst="rect">
            <a:avLst/>
          </a:prstGeom>
        </p:spPr>
      </p:pic>
      <p:sp>
        <p:nvSpPr>
          <p:cNvPr id="47" name="Shape 36"/>
          <p:cNvSpPr/>
          <p:nvPr/>
        </p:nvSpPr>
        <p:spPr>
          <a:xfrm>
            <a:off x="6199632" y="5304282"/>
            <a:ext cx="5440680" cy="986790"/>
          </a:xfrm>
          <a:prstGeom prst="roundRect">
            <a:avLst>
              <a:gd name="adj" fmla="val 7413"/>
            </a:avLst>
          </a:prstGeom>
          <a:solidFill>
            <a:srgbClr val="EDF6F0"/>
          </a:solidFill>
          <a:ln w="25400">
            <a:solidFill>
              <a:srgbClr val="2E7D4F"/>
            </a:solidFill>
            <a:prstDash val="solid"/>
          </a:ln>
        </p:spPr>
      </p:sp>
      <p:sp>
        <p:nvSpPr>
          <p:cNvPr id="48" name="Shape 37"/>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49" name="Text 38"/>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0" name="Text 39"/>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1" name="Image 8" descr="CheckCircle">    </p:cNvPr>
          <p:cNvPicPr>
            <a:picLocks noChangeAspect="1"/>
          </p:cNvPicPr>
          <p:nvPr/>
        </p:nvPicPr>
        <p:blipFill>
          <a:blip r:embed="rId9"/>
          <a:stretch>
            <a:fillRect/>
          </a:stretch>
        </p:blipFill>
        <p:spPr>
          <a:xfrm>
            <a:off x="11091672" y="5441442"/>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Waarom? en 1 minute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508760"/>
            <a:ext cx="6949440" cy="640080"/>
          </a:xfrm>
          <a:prstGeom prst="rect">
            <a:avLst/>
          </a:prstGeom>
          <a:noFill/>
          <a:ln/>
        </p:spPr>
        <p:txBody>
          <a:bodyPr wrap="square" lIns="0" tIns="0" rIns="0" bIns="0" rtlCol="0" anchor="ctr"/>
          <a:lstStyle/>
          <a:p>
            <a:pPr algn="l" indent="0" marL="0">
              <a:buNone/>
            </a:pPr>
            <a:r>
              <a:rPr lang="en-US" sz="2800" b="1" i="1" dirty="0">
                <a:solidFill>
                  <a:schemeClr val="tx2"/>
                </a:solidFill>
                <a:latin typeface="+mj-lt" pitchFamily="34" charset="0"/>
                <a:ea typeface="+mj-lt" pitchFamily="34" charset="-122"/>
                <a:cs typeface="+mj-lt" pitchFamily="34" charset="-120"/>
              </a:rPr>
              <a:t>Waarom is … belangrijk?</a:t>
            </a:r>
            <a:endParaRPr lang="en-US" sz="2800" dirty="0"/>
          </a:p>
        </p:txBody>
      </p:sp>
      <p:sp>
        <p:nvSpPr>
          <p:cNvPr id="7" name="Shape 4"/>
          <p:cNvSpPr/>
          <p:nvPr/>
        </p:nvSpPr>
        <p:spPr>
          <a:xfrm>
            <a:off x="54864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8" name="Image 0" descr="speaking head">    </p:cNvPr>
          <p:cNvPicPr>
            <a:picLocks noChangeAspect="1"/>
          </p:cNvPicPr>
          <p:nvPr/>
        </p:nvPicPr>
        <p:blipFill>
          <a:blip r:embed="rId1"/>
          <a:stretch>
            <a:fillRect/>
          </a:stretch>
        </p:blipFill>
        <p:spPr>
          <a:xfrm>
            <a:off x="1234440" y="2423160"/>
            <a:ext cx="822960" cy="822960"/>
          </a:xfrm>
          <a:prstGeom prst="rect">
            <a:avLst/>
          </a:prstGeom>
        </p:spPr>
      </p:pic>
      <p:sp>
        <p:nvSpPr>
          <p:cNvPr id="9" name="Text 5"/>
          <p:cNvSpPr txBox="1"/>
          <p:nvPr/>
        </p:nvSpPr>
        <p:spPr>
          <a:xfrm>
            <a:off x="54864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Nederlands</a:t>
            </a:r>
            <a:endParaRPr lang="en-US" sz="1900" dirty="0"/>
          </a:p>
        </p:txBody>
      </p:sp>
      <p:sp>
        <p:nvSpPr>
          <p:cNvPr id="10" name="Shape 6"/>
          <p:cNvSpPr/>
          <p:nvPr/>
        </p:nvSpPr>
        <p:spPr>
          <a:xfrm>
            <a:off x="292608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1" name="Image 1" descr="person running">    </p:cNvPr>
          <p:cNvPicPr>
            <a:picLocks noChangeAspect="1"/>
          </p:cNvPicPr>
          <p:nvPr/>
        </p:nvPicPr>
        <p:blipFill>
          <a:blip r:embed="rId2"/>
          <a:stretch>
            <a:fillRect/>
          </a:stretch>
        </p:blipFill>
        <p:spPr>
          <a:xfrm>
            <a:off x="3611880" y="2423160"/>
            <a:ext cx="822960" cy="822960"/>
          </a:xfrm>
          <a:prstGeom prst="rect">
            <a:avLst/>
          </a:prstGeom>
        </p:spPr>
      </p:pic>
      <p:sp>
        <p:nvSpPr>
          <p:cNvPr id="12" name="Text 7"/>
          <p:cNvSpPr txBox="1"/>
          <p:nvPr/>
        </p:nvSpPr>
        <p:spPr>
          <a:xfrm>
            <a:off x="292608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sport</a:t>
            </a:r>
            <a:endParaRPr lang="en-US" sz="1900" dirty="0"/>
          </a:p>
        </p:txBody>
      </p:sp>
      <p:sp>
        <p:nvSpPr>
          <p:cNvPr id="13" name="Shape 8"/>
          <p:cNvSpPr/>
          <p:nvPr/>
        </p:nvSpPr>
        <p:spPr>
          <a:xfrm>
            <a:off x="530352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handshake">    </p:cNvPr>
          <p:cNvPicPr>
            <a:picLocks noChangeAspect="1"/>
          </p:cNvPicPr>
          <p:nvPr/>
        </p:nvPicPr>
        <p:blipFill>
          <a:blip r:embed="rId3"/>
          <a:stretch>
            <a:fillRect/>
          </a:stretch>
        </p:blipFill>
        <p:spPr>
          <a:xfrm>
            <a:off x="5989320" y="2423160"/>
            <a:ext cx="822960" cy="822960"/>
          </a:xfrm>
          <a:prstGeom prst="rect">
            <a:avLst/>
          </a:prstGeom>
        </p:spPr>
      </p:pic>
      <p:sp>
        <p:nvSpPr>
          <p:cNvPr id="15" name="Text 9"/>
          <p:cNvSpPr txBox="1"/>
          <p:nvPr/>
        </p:nvSpPr>
        <p:spPr>
          <a:xfrm>
            <a:off x="530352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teamwerk</a:t>
            </a:r>
            <a:endParaRPr lang="en-US" sz="1900" dirty="0"/>
          </a:p>
        </p:txBody>
      </p:sp>
      <p:sp>
        <p:nvSpPr>
          <p:cNvPr id="16" name="Shape 10"/>
          <p:cNvSpPr/>
          <p:nvPr/>
        </p:nvSpPr>
        <p:spPr>
          <a:xfrm>
            <a:off x="54864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7" name="Image 3" descr="woman teacher">    </p:cNvPr>
          <p:cNvPicPr>
            <a:picLocks noChangeAspect="1"/>
          </p:cNvPicPr>
          <p:nvPr/>
        </p:nvPicPr>
        <p:blipFill>
          <a:blip r:embed="rId4"/>
          <a:stretch>
            <a:fillRect/>
          </a:stretch>
        </p:blipFill>
        <p:spPr>
          <a:xfrm>
            <a:off x="1234440" y="4206240"/>
            <a:ext cx="822960" cy="822960"/>
          </a:xfrm>
          <a:prstGeom prst="rect">
            <a:avLst/>
          </a:prstGeom>
        </p:spPr>
      </p:pic>
      <p:sp>
        <p:nvSpPr>
          <p:cNvPr id="18" name="Text 11"/>
          <p:cNvSpPr txBox="1"/>
          <p:nvPr/>
        </p:nvSpPr>
        <p:spPr>
          <a:xfrm>
            <a:off x="548640" y="5074920"/>
            <a:ext cx="2194560" cy="502920"/>
          </a:xfrm>
          <a:prstGeom prst="rect">
            <a:avLst/>
          </a:prstGeom>
          <a:noFill/>
          <a:ln/>
        </p:spPr>
        <p:txBody>
          <a:bodyPr wrap="square" lIns="0" tIns="0" rIns="0" bIns="0" rtlCol="0" anchor="ctr"/>
          <a:lstStyle/>
          <a:p>
            <a:pPr algn="ctr" indent="0" marL="0">
              <a:buNone/>
            </a:pPr>
            <a:r>
              <a:rPr lang="en-US" sz="1500" b="1" i="1" dirty="0">
                <a:solidFill>
                  <a:schemeClr val="tx1"/>
                </a:solidFill>
              </a:rPr>
              <a:t>een goede leraar</a:t>
            </a:r>
            <a:endParaRPr lang="en-US" sz="1500" dirty="0"/>
          </a:p>
        </p:txBody>
      </p:sp>
      <p:sp>
        <p:nvSpPr>
          <p:cNvPr id="19" name="Shape 12"/>
          <p:cNvSpPr/>
          <p:nvPr/>
        </p:nvSpPr>
        <p:spPr>
          <a:xfrm>
            <a:off x="292608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0" name="Image 4" descr="beach with umbrella">    </p:cNvPr>
          <p:cNvPicPr>
            <a:picLocks noChangeAspect="1"/>
          </p:cNvPicPr>
          <p:nvPr/>
        </p:nvPicPr>
        <p:blipFill>
          <a:blip r:embed="rId5"/>
          <a:stretch>
            <a:fillRect/>
          </a:stretch>
        </p:blipFill>
        <p:spPr>
          <a:xfrm>
            <a:off x="3611880" y="4206240"/>
            <a:ext cx="822960" cy="822960"/>
          </a:xfrm>
          <a:prstGeom prst="rect">
            <a:avLst/>
          </a:prstGeom>
        </p:spPr>
      </p:pic>
      <p:sp>
        <p:nvSpPr>
          <p:cNvPr id="21" name="Text 13"/>
          <p:cNvSpPr txBox="1"/>
          <p:nvPr/>
        </p:nvSpPr>
        <p:spPr>
          <a:xfrm>
            <a:off x="292608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vakantie</a:t>
            </a:r>
            <a:endParaRPr lang="en-US" sz="1900" dirty="0"/>
          </a:p>
        </p:txBody>
      </p:sp>
      <p:sp>
        <p:nvSpPr>
          <p:cNvPr id="22" name="Shape 14"/>
          <p:cNvSpPr/>
          <p:nvPr/>
        </p:nvSpPr>
        <p:spPr>
          <a:xfrm>
            <a:off x="530352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5" descr="hot beverage">    </p:cNvPr>
          <p:cNvPicPr>
            <a:picLocks noChangeAspect="1"/>
          </p:cNvPicPr>
          <p:nvPr/>
        </p:nvPicPr>
        <p:blipFill>
          <a:blip r:embed="rId6"/>
          <a:stretch>
            <a:fillRect/>
          </a:stretch>
        </p:blipFill>
        <p:spPr>
          <a:xfrm>
            <a:off x="5989320" y="4206240"/>
            <a:ext cx="822960" cy="822960"/>
          </a:xfrm>
          <a:prstGeom prst="rect">
            <a:avLst/>
          </a:prstGeom>
        </p:spPr>
      </p:pic>
      <p:sp>
        <p:nvSpPr>
          <p:cNvPr id="24" name="Text 15"/>
          <p:cNvSpPr txBox="1"/>
          <p:nvPr/>
        </p:nvSpPr>
        <p:spPr>
          <a:xfrm>
            <a:off x="530352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koffie</a:t>
            </a:r>
            <a:endParaRPr lang="en-US" sz="1900" dirty="0"/>
          </a:p>
        </p:txBody>
      </p:sp>
      <p:pic>
        <p:nvPicPr>
          <p:cNvPr id="25" name="Image 6" descr="stopwatch">    </p:cNvPr>
          <p:cNvPicPr>
            <a:picLocks noChangeAspect="1"/>
          </p:cNvPicPr>
          <p:nvPr/>
        </p:nvPicPr>
        <p:blipFill>
          <a:blip r:embed="rId7"/>
          <a:stretch>
            <a:fillRect/>
          </a:stretch>
        </p:blipFill>
        <p:spPr>
          <a:xfrm>
            <a:off x="7818120" y="1554480"/>
            <a:ext cx="1005840" cy="1005840"/>
          </a:xfrm>
          <a:prstGeom prst="rect">
            <a:avLst/>
          </a:prstGeom>
        </p:spPr>
      </p:pic>
      <p:sp>
        <p:nvSpPr>
          <p:cNvPr id="26" name="Shape 16"/>
          <p:cNvSpPr/>
          <p:nvPr/>
        </p:nvSpPr>
        <p:spPr>
          <a:xfrm>
            <a:off x="9006840" y="1691640"/>
            <a:ext cx="2633472" cy="731520"/>
          </a:xfrm>
          <a:prstGeom prst="roundRect">
            <a:avLst>
              <a:gd name="adj" fmla="val 50000"/>
            </a:avLst>
          </a:prstGeom>
          <a:solidFill>
            <a:schemeClr val="accent3"/>
          </a:solidFill>
          <a:ln w="12700">
            <a:solidFill>
              <a:srgbClr val="FFFFFF">
                <a:alpha val="0"/>
              </a:srgbClr>
            </a:solidFill>
            <a:prstDash val="solid"/>
          </a:ln>
        </p:spPr>
      </p:sp>
      <p:sp>
        <p:nvSpPr>
          <p:cNvPr id="27" name="Text 17"/>
          <p:cNvSpPr txBox="1"/>
          <p:nvPr/>
        </p:nvSpPr>
        <p:spPr>
          <a:xfrm>
            <a:off x="9006840" y="1691640"/>
            <a:ext cx="2633472" cy="731520"/>
          </a:xfrm>
          <a:prstGeom prst="rect">
            <a:avLst/>
          </a:prstGeom>
          <a:noFill/>
          <a:ln/>
        </p:spPr>
        <p:txBody>
          <a:bodyPr wrap="square" lIns="0" tIns="0" rIns="0" bIns="0" rtlCol="0" anchor="ctr"/>
          <a:lstStyle/>
          <a:p>
            <a:pPr algn="ctr" indent="0" marL="0">
              <a:buNone/>
            </a:pPr>
            <a:r>
              <a:rPr lang="en-US" sz="2600" b="1" dirty="0">
                <a:solidFill>
                  <a:schemeClr val="bg1"/>
                </a:solidFill>
              </a:rPr>
              <a:t>Start!</a:t>
            </a:r>
            <a:endParaRPr lang="en-US" sz="2600" dirty="0"/>
          </a:p>
        </p:txBody>
      </p:sp>
      <p:sp>
        <p:nvSpPr>
          <p:cNvPr id="28" name="Text 18"/>
          <p:cNvSpPr txBox="1"/>
          <p:nvPr/>
        </p:nvSpPr>
        <p:spPr>
          <a:xfrm>
            <a:off x="7818120" y="2697480"/>
            <a:ext cx="3822192" cy="2194560"/>
          </a:xfrm>
          <a:prstGeom prst="rect">
            <a:avLst/>
          </a:prstGeom>
          <a:noFill/>
          <a:ln/>
        </p:spPr>
        <p:txBody>
          <a:bodyPr wrap="square" lIns="0" tIns="0" rIns="0" bIns="0" rtlCol="0" anchor="t"/>
          <a:lstStyle/>
          <a:p>
            <a:pPr algn="l" indent="0" marL="0">
              <a:spcAft>
                <a:spcPts val="800"/>
              </a:spcAft>
              <a:buNone/>
            </a:pPr>
            <a:r>
              <a:rPr lang="en-US" sz="1700" b="1" dirty="0">
                <a:solidFill>
                  <a:schemeClr val="tx1"/>
                </a:solidFill>
              </a:rPr>
              <a:t>1.</a:t>
            </a:r>
            <a:r>
              <a:rPr lang="en-US" sz="1700" dirty="0">
                <a:solidFill>
                  <a:schemeClr val="tx1"/>
                </a:solidFill>
              </a:rPr>
              <a:t> Par deux, tirez une tuile.</a:t>
            </a:r>
            <a:endParaRPr lang="en-US" sz="1700" dirty="0"/>
          </a:p>
          <a:p>
            <a:pPr algn="l" indent="0" marL="0">
              <a:spcAft>
                <a:spcPts val="800"/>
              </a:spcAft>
              <a:buNone/>
            </a:pPr>
            <a:r>
              <a:rPr lang="en-US" sz="1700" b="1" dirty="0">
                <a:solidFill>
                  <a:schemeClr val="tx1"/>
                </a:solidFill>
              </a:rPr>
              <a:t>2.</a:t>
            </a:r>
            <a:r>
              <a:rPr lang="en-US" sz="1700" dirty="0">
                <a:solidFill>
                  <a:schemeClr val="tx1"/>
                </a:solidFill>
              </a:rPr>
              <a:t> 1 minute : un maximum de raisons.</a:t>
            </a:r>
            <a:endParaRPr lang="en-US" sz="1700" dirty="0"/>
          </a:p>
          <a:p>
            <a:pPr algn="l" indent="0" marL="0">
              <a:spcAft>
                <a:spcPts val="800"/>
              </a:spcAft>
              <a:buNone/>
            </a:pPr>
            <a:r>
              <a:rPr lang="en-US" sz="1700" b="1" dirty="0">
                <a:solidFill>
                  <a:schemeClr val="tx1"/>
                </a:solidFill>
              </a:rPr>
              <a:t>3.</a:t>
            </a:r>
            <a:r>
              <a:rPr lang="en-US" sz="1700" dirty="0">
                <a:solidFill>
                  <a:schemeClr val="tx1"/>
                </a:solidFill>
              </a:rPr>
              <a:t> 1 point par phrase correcte (</a:t>
            </a:r>
            <a:r>
              <a:rPr lang="en-US" sz="1700" i="1" dirty="0">
                <a:solidFill>
                  <a:schemeClr val="tx1"/>
                </a:solidFill>
              </a:rPr>
              <a:t>want</a:t>
            </a:r>
            <a:r>
              <a:rPr lang="en-US" sz="1700" dirty="0">
                <a:solidFill>
                  <a:schemeClr val="tx1"/>
                </a:solidFill>
              </a:rPr>
              <a:t> : verbe en ②, </a:t>
            </a:r>
            <a:r>
              <a:rPr lang="en-US" sz="1700" i="1" dirty="0">
                <a:solidFill>
                  <a:schemeClr val="tx1"/>
                </a:solidFill>
              </a:rPr>
              <a:t>omdat</a:t>
            </a:r>
            <a:r>
              <a:rPr lang="en-US" sz="1700" dirty="0">
                <a:solidFill>
                  <a:schemeClr val="tx1"/>
                </a:solidFill>
              </a:rPr>
              <a:t> : verbe à la fin).</a:t>
            </a:r>
            <a:endParaRPr lang="en-US" sz="1700" dirty="0"/>
          </a:p>
        </p:txBody>
      </p:sp>
      <p:sp>
        <p:nvSpPr>
          <p:cNvPr id="29" name="Shape 19"/>
          <p:cNvSpPr/>
          <p:nvPr/>
        </p:nvSpPr>
        <p:spPr>
          <a:xfrm>
            <a:off x="7818120" y="4983480"/>
            <a:ext cx="3822192" cy="1280160"/>
          </a:xfrm>
          <a:prstGeom prst="roundRect">
            <a:avLst>
              <a:gd name="adj" fmla="val 5714"/>
            </a:avLst>
          </a:prstGeom>
          <a:solidFill>
            <a:schemeClr val="bg2"/>
          </a:solidFill>
          <a:ln w="12700">
            <a:solidFill>
              <a:srgbClr val="D5DCE6"/>
            </a:solidFill>
            <a:prstDash val="solid"/>
          </a:ln>
        </p:spPr>
      </p:sp>
      <p:sp>
        <p:nvSpPr>
          <p:cNvPr id="30" name="Text 20"/>
          <p:cNvSpPr txBox="1"/>
          <p:nvPr/>
        </p:nvSpPr>
        <p:spPr>
          <a:xfrm>
            <a:off x="7955280" y="4983480"/>
            <a:ext cx="3611880" cy="1280160"/>
          </a:xfrm>
          <a:prstGeom prst="rect">
            <a:avLst/>
          </a:prstGeom>
          <a:noFill/>
          <a:ln/>
        </p:spPr>
        <p:txBody>
          <a:bodyPr wrap="square" lIns="0" tIns="0" rIns="0" bIns="0" rtlCol="0" anchor="ctr"/>
          <a:lstStyle/>
          <a:p>
            <a:pPr algn="l" indent="0" marL="0">
              <a:spcAft>
                <a:spcPts val="600"/>
              </a:spcAft>
              <a:buNone/>
            </a:pPr>
            <a:r>
              <a:rPr lang="en-US" sz="1600" i="1" dirty="0">
                <a:solidFill>
                  <a:schemeClr val="tx1"/>
                </a:solidFill>
              </a:rPr>
              <a:t>… is belangrijk, </a:t>
            </a:r>
            <a:r>
              <a:rPr lang="en-US" sz="1600" b="1" i="1" dirty="0">
                <a:solidFill>
                  <a:schemeClr val="tx1"/>
                </a:solidFill>
              </a:rPr>
              <a:t>want</a:t>
            </a:r>
            <a:r>
              <a:rPr lang="en-US" sz="1600" i="1" dirty="0">
                <a:solidFill>
                  <a:schemeClr val="tx1"/>
                </a:solidFill>
              </a:rPr>
              <a:t> het is …</a:t>
            </a:r>
            <a:endParaRPr lang="en-US" sz="1600" dirty="0"/>
          </a:p>
          <a:p>
            <a:pPr algn="l" indent="0" marL="0">
              <a:spcAft>
                <a:spcPts val="600"/>
              </a:spcAft>
              <a:buNone/>
            </a:pPr>
            <a:r>
              <a:rPr lang="en-US" sz="1600" i="1" dirty="0">
                <a:solidFill>
                  <a:schemeClr val="tx1"/>
                </a:solidFill>
              </a:rPr>
              <a:t>… is belangrijk </a:t>
            </a:r>
            <a:r>
              <a:rPr lang="en-US" sz="1600" b="1" i="1" dirty="0">
                <a:solidFill>
                  <a:schemeClr val="tx1"/>
                </a:solidFill>
              </a:rPr>
              <a:t>omdat</a:t>
            </a:r>
            <a:r>
              <a:rPr lang="en-US" sz="1600" i="1" dirty="0">
                <a:solidFill>
                  <a:schemeClr val="tx1"/>
                </a:solidFill>
              </a:rPr>
              <a:t> je … kunt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Désolé, je suis en retard !</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vous arrivez en retard à une réunion. Excusez-vous et donnez la raison (</a:t>
            </a:r>
            <a:r>
              <a:rPr lang="en-US" sz="1700" i="1" dirty="0">
                <a:solidFill>
                  <a:schemeClr val="tx1"/>
                </a:solidFill>
              </a:rPr>
              <a:t>omdat</a:t>
            </a:r>
            <a:r>
              <a:rPr lang="en-US" sz="1700" dirty="0">
                <a:solidFill>
                  <a:schemeClr val="tx1"/>
                </a:solidFill>
              </a:rPr>
              <a:t>).</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Cheffe d’équipe</a:t>
            </a:r>
            <a:r>
              <a:rPr lang="en-US" sz="1700" dirty="0">
                <a:solidFill>
                  <a:schemeClr val="tx1"/>
                </a:solidFill>
              </a:rPr>
              <a:t> : demandez </a:t>
            </a:r>
            <a:r>
              <a:rPr lang="en-US" sz="1700" i="1" dirty="0">
                <a:solidFill>
                  <a:schemeClr val="tx1"/>
                </a:solidFill>
              </a:rPr>
              <a:t>Waarom?</a:t>
            </a:r>
            <a:r>
              <a:rPr lang="en-US" sz="1700" dirty="0">
                <a:solidFill>
                  <a:schemeClr val="tx1"/>
                </a:solidFill>
              </a:rPr>
              <a:t>, puis réagissez.</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Sorry dat ik te laat ben. · Excuseer, mevrouw. · Ik ben te laat omdat… · Geen probleem. · Ga zitten. · Gelukkig ben je er nu!</a:t>
            </a:r>
            <a:endParaRPr lang="en-US" sz="1600" dirty="0"/>
          </a:p>
        </p:txBody>
      </p:sp>
      <p:sp>
        <p:nvSpPr>
          <p:cNvPr id="17" name="Shape 14"/>
          <p:cNvSpPr/>
          <p:nvPr/>
        </p:nvSpPr>
        <p:spPr>
          <a:xfrm>
            <a:off x="8074152" y="1481328"/>
            <a:ext cx="3566160" cy="4809744"/>
          </a:xfrm>
          <a:prstGeom prst="roundRect">
            <a:avLst>
              <a:gd name="adj" fmla="val 2051"/>
            </a:avLst>
          </a:prstGeom>
          <a:solidFill>
            <a:schemeClr val="bg2"/>
          </a:solidFill>
          <a:ln w="12700">
            <a:solidFill>
              <a:srgbClr val="D5DCE6"/>
            </a:solidFill>
            <a:prstDash val="solid"/>
          </a:ln>
        </p:spPr>
      </p:sp>
      <p:sp>
        <p:nvSpPr>
          <p:cNvPr id="18" name="Text 15"/>
          <p:cNvSpPr txBox="1"/>
          <p:nvPr/>
        </p:nvSpPr>
        <p:spPr>
          <a:xfrm>
            <a:off x="8074152" y="1554480"/>
            <a:ext cx="3566160"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LES EXCUSES</a:t>
            </a:r>
            <a:endParaRPr lang="en-US" sz="1200" dirty="0"/>
          </a:p>
        </p:txBody>
      </p:sp>
      <p:pic>
        <p:nvPicPr>
          <p:cNvPr id="19" name="Image 0" descr="train">    </p:cNvPr>
          <p:cNvPicPr>
            <a:picLocks noChangeAspect="1"/>
          </p:cNvPicPr>
          <p:nvPr/>
        </p:nvPicPr>
        <p:blipFill>
          <a:blip r:embed="rId1"/>
          <a:stretch>
            <a:fillRect/>
          </a:stretch>
        </p:blipFill>
        <p:spPr>
          <a:xfrm>
            <a:off x="8211312" y="1984248"/>
            <a:ext cx="566928" cy="566928"/>
          </a:xfrm>
          <a:prstGeom prst="rect">
            <a:avLst/>
          </a:prstGeom>
        </p:spPr>
      </p:pic>
      <p:sp>
        <p:nvSpPr>
          <p:cNvPr id="20" name="Text 16"/>
          <p:cNvSpPr txBox="1"/>
          <p:nvPr/>
        </p:nvSpPr>
        <p:spPr>
          <a:xfrm>
            <a:off x="8897112" y="193852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de trein heeft vertraging</a:t>
            </a:r>
            <a:endParaRPr lang="en-US" sz="1400" dirty="0"/>
          </a:p>
        </p:txBody>
      </p:sp>
      <p:pic>
        <p:nvPicPr>
          <p:cNvPr id="21" name="Image 1" descr="automobile">    </p:cNvPr>
          <p:cNvPicPr>
            <a:picLocks noChangeAspect="1"/>
          </p:cNvPicPr>
          <p:nvPr/>
        </p:nvPicPr>
        <p:blipFill>
          <a:blip r:embed="rId2"/>
          <a:stretch>
            <a:fillRect/>
          </a:stretch>
        </p:blipFill>
        <p:spPr>
          <a:xfrm>
            <a:off x="8211312" y="2694432"/>
            <a:ext cx="566928" cy="566928"/>
          </a:xfrm>
          <a:prstGeom prst="rect">
            <a:avLst/>
          </a:prstGeom>
        </p:spPr>
      </p:pic>
      <p:sp>
        <p:nvSpPr>
          <p:cNvPr id="22" name="Text 17"/>
          <p:cNvSpPr txBox="1"/>
          <p:nvPr/>
        </p:nvSpPr>
        <p:spPr>
          <a:xfrm>
            <a:off x="8897112" y="2648712"/>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ik sta in de file</a:t>
            </a:r>
            <a:endParaRPr lang="en-US" sz="1400" dirty="0"/>
          </a:p>
        </p:txBody>
      </p:sp>
      <p:pic>
        <p:nvPicPr>
          <p:cNvPr id="23" name="Image 2" descr="alarm clock">    </p:cNvPr>
          <p:cNvPicPr>
            <a:picLocks noChangeAspect="1"/>
          </p:cNvPicPr>
          <p:nvPr/>
        </p:nvPicPr>
        <p:blipFill>
          <a:blip r:embed="rId3"/>
          <a:stretch>
            <a:fillRect/>
          </a:stretch>
        </p:blipFill>
        <p:spPr>
          <a:xfrm>
            <a:off x="8211312" y="3404616"/>
            <a:ext cx="566928" cy="566928"/>
          </a:xfrm>
          <a:prstGeom prst="rect">
            <a:avLst/>
          </a:prstGeom>
        </p:spPr>
      </p:pic>
      <p:sp>
        <p:nvSpPr>
          <p:cNvPr id="24" name="Text 18"/>
          <p:cNvSpPr txBox="1"/>
          <p:nvPr/>
        </p:nvSpPr>
        <p:spPr>
          <a:xfrm>
            <a:off x="8897112" y="3358896"/>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wekker is kapot</a:t>
            </a:r>
            <a:endParaRPr lang="en-US" sz="1400" dirty="0"/>
          </a:p>
        </p:txBody>
      </p:sp>
      <p:pic>
        <p:nvPicPr>
          <p:cNvPr id="25" name="Image 3" descr="baby">    </p:cNvPr>
          <p:cNvPicPr>
            <a:picLocks noChangeAspect="1"/>
          </p:cNvPicPr>
          <p:nvPr/>
        </p:nvPicPr>
        <p:blipFill>
          <a:blip r:embed="rId4"/>
          <a:stretch>
            <a:fillRect/>
          </a:stretch>
        </p:blipFill>
        <p:spPr>
          <a:xfrm>
            <a:off x="8211312" y="4114800"/>
            <a:ext cx="566928" cy="566928"/>
          </a:xfrm>
          <a:prstGeom prst="rect">
            <a:avLst/>
          </a:prstGeom>
        </p:spPr>
      </p:pic>
      <p:sp>
        <p:nvSpPr>
          <p:cNvPr id="26" name="Text 19"/>
          <p:cNvSpPr txBox="1"/>
          <p:nvPr/>
        </p:nvSpPr>
        <p:spPr>
          <a:xfrm>
            <a:off x="8897112" y="4069080"/>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kind is ziek</a:t>
            </a:r>
            <a:endParaRPr lang="en-US" sz="1400" dirty="0"/>
          </a:p>
        </p:txBody>
      </p:sp>
      <p:pic>
        <p:nvPicPr>
          <p:cNvPr id="27" name="Image 4" descr="cloud with rain">    </p:cNvPr>
          <p:cNvPicPr>
            <a:picLocks noChangeAspect="1"/>
          </p:cNvPicPr>
          <p:nvPr/>
        </p:nvPicPr>
        <p:blipFill>
          <a:blip r:embed="rId5"/>
          <a:stretch>
            <a:fillRect/>
          </a:stretch>
        </p:blipFill>
        <p:spPr>
          <a:xfrm>
            <a:off x="8211312" y="4824984"/>
            <a:ext cx="566928" cy="566928"/>
          </a:xfrm>
          <a:prstGeom prst="rect">
            <a:avLst/>
          </a:prstGeom>
        </p:spPr>
      </p:pic>
      <p:sp>
        <p:nvSpPr>
          <p:cNvPr id="28" name="Text 20"/>
          <p:cNvSpPr txBox="1"/>
          <p:nvPr/>
        </p:nvSpPr>
        <p:spPr>
          <a:xfrm>
            <a:off x="8897112" y="4779264"/>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het regent heel hard</a:t>
            </a:r>
            <a:endParaRPr lang="en-US" sz="1400" dirty="0"/>
          </a:p>
        </p:txBody>
      </p:sp>
      <p:pic>
        <p:nvPicPr>
          <p:cNvPr id="29" name="Image 5" descr="bicycle">    </p:cNvPr>
          <p:cNvPicPr>
            <a:picLocks noChangeAspect="1"/>
          </p:cNvPicPr>
          <p:nvPr/>
        </p:nvPicPr>
        <p:blipFill>
          <a:blip r:embed="rId6"/>
          <a:stretch>
            <a:fillRect/>
          </a:stretch>
        </p:blipFill>
        <p:spPr>
          <a:xfrm>
            <a:off x="8211312" y="5535168"/>
            <a:ext cx="566928" cy="566928"/>
          </a:xfrm>
          <a:prstGeom prst="rect">
            <a:avLst/>
          </a:prstGeom>
        </p:spPr>
      </p:pic>
      <p:sp>
        <p:nvSpPr>
          <p:cNvPr id="30" name="Text 21"/>
          <p:cNvSpPr txBox="1"/>
          <p:nvPr/>
        </p:nvSpPr>
        <p:spPr>
          <a:xfrm>
            <a:off x="8897112" y="548944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fiets heeft een lekke band</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maar</a:t>
            </a:r>
            <a:r>
              <a:rPr lang="en-US" sz="2000" dirty="0">
                <a:solidFill>
                  <a:schemeClr val="tx1"/>
                </a:solidFill>
              </a:rPr>
              <a:t> : </a:t>
            </a:r>
            <a:r>
              <a:rPr lang="en-US" sz="2000" i="1" dirty="0">
                <a:solidFill>
                  <a:schemeClr val="tx1"/>
                </a:solidFill>
              </a:rPr>
              <a:t>Ik ben moe. Ik werk nog.</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omdat</a:t>
            </a:r>
            <a:r>
              <a:rPr lang="en-US" sz="2000" dirty="0">
                <a:solidFill>
                  <a:schemeClr val="tx1"/>
                </a:solidFill>
              </a:rPr>
              <a:t> : </a:t>
            </a:r>
            <a:r>
              <a:rPr lang="en-US" sz="2000" i="1" dirty="0">
                <a:solidFill>
                  <a:schemeClr val="tx1"/>
                </a:solidFill>
              </a:rPr>
              <a:t>Ik blijf thuis. Ik ben ziek.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Als het regent, …… (ik / nemen / de bus).</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Relier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Accrocher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Expliquer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EnvelopeOpenTex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Een mail opstellen</a:t>
            </a:r>
            <a:r>
              <a:rPr lang="en-US" sz="1800" dirty="0">
                <a:solidFill>
                  <a:schemeClr val="bg1"/>
                </a:solidFill>
              </a:rPr>
              <a:t> — écrire un e-mail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9 — Zinnen verbinden — Relier deux phrases</dc:title>
  <dc:subject>Néerlandais 1 — Langue en situation, en milieu professionnel</dc:subject>
  <dc:creator>A. Jouniaux</dc:creator>
  <cp:lastModifiedBy>A. Jouniaux</cp:lastModifiedBy>
  <cp:revision>1</cp:revision>
  <dcterms:created xsi:type="dcterms:W3CDTF">2026-10-04T18:33:14Z</dcterms:created>
  <dcterms:modified xsi:type="dcterms:W3CDTF">2026-10-04T18:33:14Z</dcterms:modified>
</cp:coreProperties>
</file>
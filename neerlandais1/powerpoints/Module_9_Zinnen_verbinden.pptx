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5b9a35a-96bb-d5be-ee8b-17b11a0706b4}">
          <p14:sldIdLst>
            <p14:sldId id="256"/>
          </p14:sldIdLst>
        </p14:section>
        <p14:section name="Découvrir" id="{4db03fc1-19e0-97bb-82be-8fdef2d50af2}">
          <p14:sldIdLst>
            <p14:sldId id="257"/>
            <p14:sldId id="258"/>
            <p14:sldId id="259"/>
          </p14:sldIdLst>
        </p14:section>
        <p14:section name="Comprendre" id="{ff4172a8-9a26-23db-39c2-8b24003d94f0}">
          <p14:sldIdLst>
            <p14:sldId id="260"/>
            <p14:sldId id="261"/>
            <p14:sldId id="262"/>
            <p14:sldId id="263"/>
            <p14:sldId id="264"/>
            <p14:sldId id="265"/>
            <p14:sldId id="266"/>
            <p14:sldId id="267"/>
            <p14:sldId id="268"/>
            <p14:sldId id="269"/>
          </p14:sldIdLst>
        </p14:section>
        <p14:section name="JIJ NU ! — Oefeningen" id="{979ad7a7-dcb8-885d-727a-809bf3a3abbc}">
          <p14:sldIdLst>
            <p14:sldId id="270"/>
            <p14:sldId id="271"/>
            <p14:sldId id="272"/>
            <p14:sldId id="273"/>
            <p14:sldId id="274"/>
            <p14:sldId id="275"/>
            <p14:sldId id="276"/>
            <p14:sldId id="277"/>
            <p14:sldId id="278"/>
            <p14:sldId id="279"/>
            <p14:sldId id="280"/>
          </p14:sldIdLst>
        </p14:section>
        <p14:section name="Clôture" id="{44a0a608-2fef-864e-9c21-c4c411db435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2026-10-05T10:24:01Z</dcterms:created>
  <dcterms:modified xsi:type="dcterms:W3CDTF">2026-10-05T10:24:01Z</dcterms:modified>
</cp:coreProperties>
</file>
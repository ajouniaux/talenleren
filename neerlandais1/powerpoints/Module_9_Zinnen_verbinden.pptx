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dbb5dff-25cb-45cf-c258-db440940c42b}">
          <p14:sldIdLst>
            <p14:sldId id="256"/>
          </p14:sldIdLst>
        </p14:section>
        <p14:section name="Découvrir" id="{af9e6d35-4542-d307-69b3-bc0ab58a9b4f}">
          <p14:sldIdLst>
            <p14:sldId id="257"/>
            <p14:sldId id="258"/>
            <p14:sldId id="259"/>
          </p14:sldIdLst>
        </p14:section>
        <p14:section name="Comprendre" id="{2c548d62-9ddf-77ab-fc03-547fc9e762fb}">
          <p14:sldIdLst>
            <p14:sldId id="260"/>
            <p14:sldId id="261"/>
            <p14:sldId id="262"/>
            <p14:sldId id="263"/>
            <p14:sldId id="264"/>
            <p14:sldId id="265"/>
            <p14:sldId id="266"/>
            <p14:sldId id="267"/>
            <p14:sldId id="268"/>
            <p14:sldId id="269"/>
          </p14:sldIdLst>
        </p14:section>
        <p14:section name="JIJ NU ! — Oefeningen" id="{e888563c-513d-d40b-19fd-6bfe52597083}">
          <p14:sldIdLst>
            <p14:sldId id="270"/>
            <p14:sldId id="271"/>
            <p14:sldId id="272"/>
            <p14:sldId id="273"/>
            <p14:sldId id="274"/>
            <p14:sldId id="275"/>
            <p14:sldId id="276"/>
            <p14:sldId id="277"/>
            <p14:sldId id="278"/>
            <p14:sldId id="279"/>
            <p14:sldId id="280"/>
          </p14:sldIdLst>
        </p14:section>
        <p14:section name="Clôture" id="{db4ad98b-1da5-ba90-af54-05c35a515b35}">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2026-10-06T11:50:01Z</dcterms:created>
  <dcterms:modified xsi:type="dcterms:W3CDTF">2026-10-06T11:50:01Z</dcterms:modified>
</cp:coreProperties>
</file>
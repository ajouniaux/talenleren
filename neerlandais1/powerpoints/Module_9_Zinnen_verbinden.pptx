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84cf9f4-e289-20a3-39e0-fd00ff2e4056}">
          <p14:sldIdLst>
            <p14:sldId id="256"/>
          </p14:sldIdLst>
        </p14:section>
        <p14:section name="Découvrir" id="{d1271ed2-c06e-18e5-c607-e3727959e1c9}">
          <p14:sldIdLst>
            <p14:sldId id="257"/>
            <p14:sldId id="258"/>
            <p14:sldId id="259"/>
          </p14:sldIdLst>
        </p14:section>
        <p14:section name="Comprendre" id="{832ac3ed-19d0-2495-1b6a-29785388bce0}">
          <p14:sldIdLst>
            <p14:sldId id="260"/>
            <p14:sldId id="261"/>
            <p14:sldId id="262"/>
            <p14:sldId id="263"/>
            <p14:sldId id="264"/>
            <p14:sldId id="265"/>
            <p14:sldId id="266"/>
            <p14:sldId id="267"/>
            <p14:sldId id="268"/>
            <p14:sldId id="269"/>
          </p14:sldIdLst>
        </p14:section>
        <p14:section name="JIJ NU ! — Oefeningen" id="{30a6b1a9-e04a-810f-f711-4d65f549280d}">
          <p14:sldIdLst>
            <p14:sldId id="270"/>
            <p14:sldId id="271"/>
            <p14:sldId id="272"/>
            <p14:sldId id="273"/>
            <p14:sldId id="274"/>
            <p14:sldId id="275"/>
            <p14:sldId id="276"/>
            <p14:sldId id="277"/>
            <p14:sldId id="278"/>
            <p14:sldId id="279"/>
            <p14:sldId id="280"/>
          </p14:sldIdLst>
        </p14:section>
        <p14:section name="Clôture" id="{3aa2e2a9-be5d-2076-99e0-d288c95dc4dc}">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2026-10-05T19:06:49Z</dcterms:created>
  <dcterms:modified xsi:type="dcterms:W3CDTF">2026-10-05T19:06:49Z</dcterms:modified>
</cp:coreProperties>
</file>
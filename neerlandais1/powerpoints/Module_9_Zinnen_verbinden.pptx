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ea00932-0a06-e1a1-cecb-e64bbf68f8c7}">
          <p14:sldIdLst>
            <p14:sldId id="256"/>
          </p14:sldIdLst>
        </p14:section>
        <p14:section name="Découvrir" id="{5988e563-844f-ca94-4085-630e7c51e03e}">
          <p14:sldIdLst>
            <p14:sldId id="257"/>
            <p14:sldId id="258"/>
            <p14:sldId id="259"/>
          </p14:sldIdLst>
        </p14:section>
        <p14:section name="Comprendre" id="{d624dfa3-2966-07e3-fe1f-e5295a79a1dc}">
          <p14:sldIdLst>
            <p14:sldId id="260"/>
            <p14:sldId id="261"/>
            <p14:sldId id="262"/>
            <p14:sldId id="263"/>
            <p14:sldId id="264"/>
            <p14:sldId id="265"/>
            <p14:sldId id="266"/>
            <p14:sldId id="267"/>
            <p14:sldId id="268"/>
            <p14:sldId id="269"/>
          </p14:sldIdLst>
        </p14:section>
        <p14:section name="JIJ NU ! — Oefeningen" id="{7473b17d-fdcc-1b4d-9667-f628eab59302}">
          <p14:sldIdLst>
            <p14:sldId id="270"/>
            <p14:sldId id="271"/>
            <p14:sldId id="272"/>
            <p14:sldId id="273"/>
            <p14:sldId id="274"/>
            <p14:sldId id="275"/>
            <p14:sldId id="276"/>
            <p14:sldId id="277"/>
            <p14:sldId id="278"/>
            <p14:sldId id="279"/>
            <p14:sldId id="280"/>
          </p14:sldIdLst>
        </p14:section>
        <p14:section name="Clôture" id="{68b8e7ff-3ec7-a37d-7d25-46e1bb6c688b}">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2026-10-05T15:46:43Z</dcterms:created>
  <dcterms:modified xsi:type="dcterms:W3CDTF">2026-10-05T15:46:43Z</dcterms:modified>
</cp:coreProperties>
</file>
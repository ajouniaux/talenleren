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7a2fd76-a965-3899-9086-f5a146ad4354}">
          <p14:sldIdLst>
            <p14:sldId id="256"/>
          </p14:sldIdLst>
        </p14:section>
        <p14:section name="Découvrir" id="{73eb5ce2-b765-82c1-e54d-0f21f1e5fe28}">
          <p14:sldIdLst>
            <p14:sldId id="257"/>
            <p14:sldId id="258"/>
            <p14:sldId id="259"/>
          </p14:sldIdLst>
        </p14:section>
        <p14:section name="Comprendre" id="{7fc0c6df-ed59-efd3-6c61-8bafd9625df3}">
          <p14:sldIdLst>
            <p14:sldId id="260"/>
            <p14:sldId id="261"/>
            <p14:sldId id="262"/>
            <p14:sldId id="263"/>
            <p14:sldId id="264"/>
            <p14:sldId id="265"/>
            <p14:sldId id="266"/>
            <p14:sldId id="267"/>
            <p14:sldId id="268"/>
            <p14:sldId id="269"/>
          </p14:sldIdLst>
        </p14:section>
        <p14:section name="JIJ NU ! — Oefeningen" id="{ffc68c78-47be-4772-c8b4-382cffc1a394}">
          <p14:sldIdLst>
            <p14:sldId id="270"/>
            <p14:sldId id="271"/>
            <p14:sldId id="272"/>
            <p14:sldId id="273"/>
            <p14:sldId id="274"/>
            <p14:sldId id="275"/>
            <p14:sldId id="276"/>
            <p14:sldId id="277"/>
            <p14:sldId id="278"/>
            <p14:sldId id="279"/>
            <p14:sldId id="280"/>
          </p14:sldIdLst>
        </p14:section>
        <p14:section name="Clôture" id="{7c0a6837-349b-d2b8-8923-44362ff0d17c}">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2026-10-06T17:53:40Z</dcterms:created>
  <dcterms:modified xsi:type="dcterms:W3CDTF">2026-10-06T17:53:40Z</dcterms:modified>
</cp:coreProperties>
</file>
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bfdc3f8-8f29-b8af-bc40-be1f10d40ae2}">
          <p14:sldIdLst>
            <p14:sldId id="256"/>
          </p14:sldIdLst>
        </p14:section>
        <p14:section name="Découvrir" id="{f47c38b3-982d-127e-9293-c38a01bf1ae6}">
          <p14:sldIdLst>
            <p14:sldId id="257"/>
            <p14:sldId id="258"/>
            <p14:sldId id="259"/>
          </p14:sldIdLst>
        </p14:section>
        <p14:section name="Comprendre" id="{3ff861a7-fc8a-9b53-b17e-9eacc4d44646}">
          <p14:sldIdLst>
            <p14:sldId id="260"/>
            <p14:sldId id="261"/>
            <p14:sldId id="262"/>
            <p14:sldId id="263"/>
            <p14:sldId id="264"/>
            <p14:sldId id="265"/>
            <p14:sldId id="266"/>
            <p14:sldId id="267"/>
            <p14:sldId id="268"/>
            <p14:sldId id="269"/>
          </p14:sldIdLst>
        </p14:section>
        <p14:section name="JIJ NU ! — Oefeningen" id="{55968f9c-acab-80af-f0f9-a1e7fe991849}">
          <p14:sldIdLst>
            <p14:sldId id="270"/>
            <p14:sldId id="271"/>
            <p14:sldId id="272"/>
            <p14:sldId id="273"/>
            <p14:sldId id="274"/>
            <p14:sldId id="275"/>
            <p14:sldId id="276"/>
            <p14:sldId id="277"/>
            <p14:sldId id="278"/>
            <p14:sldId id="279"/>
            <p14:sldId id="280"/>
          </p14:sldIdLst>
        </p14:section>
        <p14:section name="Clôture" id="{f61f09e7-a649-6417-d34e-3faec65cd25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2026-10-06T08:28:14Z</dcterms:created>
  <dcterms:modified xsi:type="dcterms:W3CDTF">2026-10-06T08:28:14Z</dcterms:modified>
</cp:coreProperties>
</file>
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c21135d-9f40-d2fc-b06e-8d2829d6dbec}">
          <p14:sldIdLst>
            <p14:sldId id="256"/>
          </p14:sldIdLst>
        </p14:section>
        <p14:section name="Découvrir" id="{540b3f07-25cb-b903-43d3-bc5dfc1da3c5}">
          <p14:sldIdLst>
            <p14:sldId id="257"/>
            <p14:sldId id="258"/>
          </p14:sldIdLst>
        </p14:section>
        <p14:section name="Comprendre" id="{e19f32c0-0187-d4dc-bce2-614eca28c39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ebeff033-f756-14e8-af4f-447aabf47c51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dd2a858-4848-70d1-1f8f-16c28e91072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les blocs 1 à 4.
Réponses :
1. werkte · woonden.
2. was · had · ging.
3. Toen ik klein was, speelde ik voetbal.
Bilan : faites relire la frise des 19 modules et choisir un module à retravailler. Bloc 5 : les possessifs et démonstratifs (M20), l'adjectif (M21), les relatifs (M22), er / daar / waar (M23) et les particules modales (M24,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4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5, M20 </a:t>
            </a:r>
            <a:r>
              <a:rPr lang="en-US" sz="1800" i="1" dirty="0">
                <a:solidFill>
                  <a:schemeClr val="bg1"/>
                </a:solidFill>
              </a:rPr>
              <a:t>Van wie is dit?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4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2026-10-06T11:50:05Z</dcterms:created>
  <dcterms:modified xsi:type="dcterms:W3CDTF">2026-10-06T11:50:05Z</dcterms:modified>
</cp:coreProperties>
</file>
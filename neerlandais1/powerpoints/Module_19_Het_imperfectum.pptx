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a5dfff9-1ef8-6c81-138d-682e049a97e2}">
          <p14:sldIdLst>
            <p14:sldId id="256"/>
          </p14:sldIdLst>
        </p14:section>
        <p14:section name="Découvrir" id="{a8466169-0ad2-6d0e-17eb-9e4fc63837fc}">
          <p14:sldIdLst>
            <p14:sldId id="257"/>
            <p14:sldId id="258"/>
          </p14:sldIdLst>
        </p14:section>
        <p14:section name="Comprendre" id="{5d857f40-bac0-b699-84ca-99f71ccabe6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8c4ae4aa-5ca3-24a1-50a5-37990ed1e01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c2e7f07-9239-a3b2-6935-77af7d249ac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2026-10-05T10:24:05Z</dcterms:created>
  <dcterms:modified xsi:type="dcterms:W3CDTF">2026-10-05T10:24:05Z</dcterms:modified>
</cp:coreProperties>
</file>
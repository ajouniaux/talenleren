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5e4d4d5e-06c5-7529-bd99-625c3a181fc7}">
          <p14:sldIdLst>
            <p14:sldId id="256"/>
          </p14:sldIdLst>
        </p14:section>
        <p14:section name="Découvrir" id="{8f1de223-1a92-85c2-60f8-1203d83c03fc}">
          <p14:sldIdLst>
            <p14:sldId id="257"/>
            <p14:sldId id="258"/>
          </p14:sldIdLst>
        </p14:section>
        <p14:section name="Comprendre" id="{cf6131aa-fdee-1fcb-d3c5-e3537a92b248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0e5e3e43-9063-aad9-d66a-460ef4ee8d4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e3ab314-a686-bc8c-2ed7-ec447bc43fe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les blocs 1 à 4.
Réponses :
1. werkte · woonden.
2. was · had · ging.
3. Toen ik klein was, speelde ik voetbal.
Bilan : faites relire la frise des 19 modules et choisir un module à retravailler. Bloc 5 : les possessifs et démonstratifs (M20), l'adjectif (M21), les relatifs (M22), er / daar / waar (M23) et les particules modales (M24,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4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5, M20 </a:t>
            </a:r>
            <a:r>
              <a:rPr lang="en-US" sz="1800" i="1" dirty="0">
                <a:solidFill>
                  <a:schemeClr val="bg1"/>
                </a:solidFill>
              </a:rPr>
              <a:t>Van wie is dit?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4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2026-10-06T08:28:17Z</dcterms:created>
  <dcterms:modified xsi:type="dcterms:W3CDTF">2026-10-06T08:28:17Z</dcterms:modified>
</cp:coreProperties>
</file>
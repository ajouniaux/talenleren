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4884ae7-e336-72a1-2f3b-a4cef849c874}">
          <p14:sldIdLst>
            <p14:sldId id="256"/>
          </p14:sldIdLst>
        </p14:section>
        <p14:section name="Découvrir" id="{6a4f7ea9-8957-39a6-678a-04f0e0d6f546}">
          <p14:sldIdLst>
            <p14:sldId id="257"/>
            <p14:sldId id="258"/>
          </p14:sldIdLst>
        </p14:section>
        <p14:section name="Comprendre" id="{4b2c7b3c-6789-f123-3cc8-f9ff7f01ea7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8121b95-ba89-c667-b5df-0cb115ef814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695b04d-69ed-6ba8-1bfc-42803b59532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2026-10-05T11:25:57Z</dcterms:created>
  <dcterms:modified xsi:type="dcterms:W3CDTF">2026-10-05T11:25:57Z</dcterms:modified>
</cp:coreProperties>
</file>
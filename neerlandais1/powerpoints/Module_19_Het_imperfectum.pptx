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41baf8c-307e-af2c-d905-f62aae819be1}">
          <p14:sldIdLst>
            <p14:sldId id="256"/>
          </p14:sldIdLst>
        </p14:section>
        <p14:section name="Découvrir" id="{c4de7eff-3102-24ae-9c78-d2cd050e93fd}">
          <p14:sldIdLst>
            <p14:sldId id="257"/>
            <p14:sldId id="258"/>
          </p14:sldIdLst>
        </p14:section>
        <p14:section name="Comprendre" id="{ecb8ddbb-3780-50ef-b513-2c5c0a6a775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fe7c050-588f-3118-3eea-9a20ec15c8a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de020c3-d01c-565d-5549-321da1e43b6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2026-10-05T07:24:45Z</dcterms:created>
  <dcterms:modified xsi:type="dcterms:W3CDTF">2026-10-05T07:24:45Z</dcterms:modified>
</cp:coreProperties>
</file>
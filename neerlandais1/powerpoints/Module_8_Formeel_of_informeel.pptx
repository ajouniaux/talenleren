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fdc1c10-a0c3-35a6-7bf2-b5551fb4b755}">
          <p14:sldIdLst>
            <p14:sldId id="256"/>
          </p14:sldIdLst>
        </p14:section>
        <p14:section name="Découvrir" id="{c9e269aa-0ab6-7907-6ad8-26222d36da03}">
          <p14:sldIdLst>
            <p14:sldId id="257"/>
            <p14:sldId id="258"/>
            <p14:sldId id="259"/>
          </p14:sldIdLst>
        </p14:section>
        <p14:section name="Comprendre" id="{b3392c79-82e3-59c2-835d-fd2d4abb19ad}">
          <p14:sldIdLst>
            <p14:sldId id="260"/>
            <p14:sldId id="261"/>
            <p14:sldId id="262"/>
            <p14:sldId id="263"/>
            <p14:sldId id="264"/>
            <p14:sldId id="265"/>
            <p14:sldId id="266"/>
            <p14:sldId id="267"/>
            <p14:sldId id="268"/>
            <p14:sldId id="269"/>
          </p14:sldIdLst>
        </p14:section>
        <p14:section name="JIJ NU ! — Oefeningen" id="{2721b29a-f941-4f43-7283-5478f035c28a}">
          <p14:sldIdLst>
            <p14:sldId id="270"/>
            <p14:sldId id="271"/>
            <p14:sldId id="272"/>
            <p14:sldId id="273"/>
            <p14:sldId id="274"/>
            <p14:sldId id="275"/>
            <p14:sldId id="276"/>
            <p14:sldId id="277"/>
            <p14:sldId id="278"/>
            <p14:sldId id="279"/>
            <p14:sldId id="280"/>
            <p14:sldId id="281"/>
            <p14:sldId id="282"/>
            <p14:sldId id="283"/>
          </p14:sldIdLst>
        </p14:section>
        <p14:section name="Clôture" id="{f3206d73-77a0-02ef-9d48-9c4053f40d9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2026-10-06T11:50:00Z</dcterms:created>
  <dcterms:modified xsi:type="dcterms:W3CDTF">2026-10-06T11:50:00Z</dcterms:modified>
</cp:coreProperties>
</file>
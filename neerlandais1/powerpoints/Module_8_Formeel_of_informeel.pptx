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df6c8e5-3e14-e7d5-97f2-fe191bb18553}">
          <p14:sldIdLst>
            <p14:sldId id="256"/>
          </p14:sldIdLst>
        </p14:section>
        <p14:section name="Découvrir" id="{519250f7-9b8b-cc52-384b-c1055b0ea016}">
          <p14:sldIdLst>
            <p14:sldId id="257"/>
            <p14:sldId id="258"/>
            <p14:sldId id="259"/>
          </p14:sldIdLst>
        </p14:section>
        <p14:section name="Comprendre" id="{eceb42bb-fddd-3fce-3ee2-3577fc7c4187}">
          <p14:sldIdLst>
            <p14:sldId id="260"/>
            <p14:sldId id="261"/>
            <p14:sldId id="262"/>
            <p14:sldId id="263"/>
            <p14:sldId id="264"/>
            <p14:sldId id="265"/>
            <p14:sldId id="266"/>
            <p14:sldId id="267"/>
            <p14:sldId id="268"/>
            <p14:sldId id="269"/>
          </p14:sldIdLst>
        </p14:section>
        <p14:section name="JIJ NU ! — Oefeningen" id="{6ef3fce9-e440-60d0-3601-e6a7e28668c3}">
          <p14:sldIdLst>
            <p14:sldId id="270"/>
            <p14:sldId id="271"/>
            <p14:sldId id="272"/>
            <p14:sldId id="273"/>
            <p14:sldId id="274"/>
            <p14:sldId id="275"/>
            <p14:sldId id="276"/>
            <p14:sldId id="277"/>
            <p14:sldId id="278"/>
            <p14:sldId id="279"/>
            <p14:sldId id="280"/>
            <p14:sldId id="281"/>
            <p14:sldId id="282"/>
            <p14:sldId id="283"/>
          </p14:sldIdLst>
        </p14:section>
        <p14:section name="Clôture" id="{dc9bf2a8-fa87-071e-1535-e849909a65cd}">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au M29.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2026-10-05T07:24:42Z</dcterms:created>
  <dcterms:modified xsi:type="dcterms:W3CDTF">2026-10-05T07:24:42Z</dcterms:modified>
</cp:coreProperties>
</file>
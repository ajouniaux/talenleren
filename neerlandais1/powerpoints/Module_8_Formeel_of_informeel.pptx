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7147af6-4767-ac2a-a6be-cec3a94d0f05}">
          <p14:sldIdLst>
            <p14:sldId id="256"/>
          </p14:sldIdLst>
        </p14:section>
        <p14:section name="Découvrir" id="{31b9d8b3-b685-5e37-8fba-0adc6052432a}">
          <p14:sldIdLst>
            <p14:sldId id="257"/>
            <p14:sldId id="258"/>
            <p14:sldId id="259"/>
          </p14:sldIdLst>
        </p14:section>
        <p14:section name="Comprendre" id="{b42deabf-da86-a025-742c-d5bf104fcfd6}">
          <p14:sldIdLst>
            <p14:sldId id="260"/>
            <p14:sldId id="261"/>
            <p14:sldId id="262"/>
            <p14:sldId id="263"/>
            <p14:sldId id="264"/>
            <p14:sldId id="265"/>
            <p14:sldId id="266"/>
            <p14:sldId id="267"/>
            <p14:sldId id="268"/>
            <p14:sldId id="269"/>
          </p14:sldIdLst>
        </p14:section>
        <p14:section name="JIJ NU ! — Oefeningen" id="{74f5c7a9-0675-ebc9-1a1a-c00e2614a9b4}">
          <p14:sldIdLst>
            <p14:sldId id="270"/>
            <p14:sldId id="271"/>
            <p14:sldId id="272"/>
            <p14:sldId id="273"/>
            <p14:sldId id="274"/>
            <p14:sldId id="275"/>
            <p14:sldId id="276"/>
            <p14:sldId id="277"/>
            <p14:sldId id="278"/>
            <p14:sldId id="279"/>
            <p14:sldId id="280"/>
            <p14:sldId id="281"/>
            <p14:sldId id="282"/>
            <p14:sldId id="283"/>
          </p14:sldIdLst>
        </p14:section>
        <p14:section name="Clôture" id="{69191dba-bbb6-4871-9531-40aed29f421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2026-10-06T17:53:39Z</dcterms:created>
  <dcterms:modified xsi:type="dcterms:W3CDTF">2026-10-06T17:53:39Z</dcterms:modified>
</cp:coreProperties>
</file>
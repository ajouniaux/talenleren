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e4988b3c-eddc-a3a7-2eb6-9071b788781c}">
          <p14:sldIdLst>
            <p14:sldId id="256"/>
          </p14:sldIdLst>
        </p14:section>
        <p14:section name="Découvrir" id="{2e5d5196-d9f0-3c43-b6db-af2833146b9f}">
          <p14:sldIdLst>
            <p14:sldId id="257"/>
            <p14:sldId id="258"/>
            <p14:sldId id="259"/>
          </p14:sldIdLst>
        </p14:section>
        <p14:section name="Comprendre" id="{b99ab2cc-fb6e-98ca-027a-3c94fe9a9328}">
          <p14:sldIdLst>
            <p14:sldId id="260"/>
            <p14:sldId id="261"/>
            <p14:sldId id="262"/>
            <p14:sldId id="263"/>
            <p14:sldId id="264"/>
            <p14:sldId id="265"/>
            <p14:sldId id="266"/>
            <p14:sldId id="267"/>
            <p14:sldId id="268"/>
            <p14:sldId id="269"/>
          </p14:sldIdLst>
        </p14:section>
        <p14:section name="JIJ NU ! — Oefeningen" id="{71375c76-7295-e8b0-3321-ef4c7773c9ec}">
          <p14:sldIdLst>
            <p14:sldId id="270"/>
            <p14:sldId id="271"/>
            <p14:sldId id="272"/>
            <p14:sldId id="273"/>
            <p14:sldId id="274"/>
            <p14:sldId id="275"/>
            <p14:sldId id="276"/>
            <p14:sldId id="277"/>
            <p14:sldId id="278"/>
            <p14:sldId id="279"/>
            <p14:sldId id="280"/>
            <p14:sldId id="281"/>
            <p14:sldId id="282"/>
            <p14:sldId id="283"/>
          </p14:sldIdLst>
        </p14:section>
        <p14:section name="Clôture" id="{e4cfac9c-3c02-c02c-05ef-e384775810f3}">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sentir l'enjeu : la même idée, deux registres.
Question d'entrée : « Qui parle à qui ? Comment le savez-vous ? » Relevez les indices : la salutation, le titre, le prénom. 't = het (oral).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Rappelez ce qui a été vu au M2 (je / u, Dag!). Aujourd'hui, on passe du « savoir » au « savoir-faire social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Observer les marqueurs de registre dans deux mini-dialogues (reprise des photos de l'archive, en illustrations).
Faites lister les différences : mevrouw + nom / prénom ; u / jou ; Goedemorgen / Hoi ; dank u / prima. Ce sont les « curseurs » de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 registre comme un ensemble cohérent de choix.
L'erreur typique n'est pas de choisir le mauvais registre, mais de mélanger (Hoe gaat het met je, mevrouw Claes?). L'exercice 5 (le détective) porte sur ce mélange.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Décider du registre selon la situation (complète l'arbre « vous → u / jullie » du M2).
En Flandre comme aux Pays-Bas, le tutoiement entre collègues est très courant, plus qu'en France. En cas de doute, commencez par u ; l'autre proposera Zeg maar je s'il le souhaite.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salutation adaptée à l'heure.
Goedenacht ne sert pas à saluer en arrivant : on le dit en partant ou en allant dormir. Correction par rapport à l'archive : on écrit Goedemorgen, meneer de directeur (minuscules).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Répondre avec nuance (reprise de l'échelle de l'archive).
best goed = plutôt bien (≠ « le meilleur »). Het kan beter (« ça pourrait aller mieux ») vient de l'archive. Faites un tour de classe : chacun choisit un niveau et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poliment dans les deux registres.
Ik moet weg = je dois y aller (informel, de l'archive). Doei! est très néerlandais ; en Flandre, on entend surtout Daag! et Salut!.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les petits mots de la politesse quotidienne.
Correction par rapport à l'archive : Dank u wel, ik wens u een fijne dag! = « Merci, je vous souhaite une bonne journée » (formel). Dank je wel, nog een fijne dag! = « Merci, bonne journée ! » (informel). Les traductions étaient inversées. Dankjewel / dankuwel en un mot sont aussi acceptés.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demande avec les verbes de modalité (lien M4).
graag adoucit willen (« je voudrais bien »). Ik zou graag … willen (conditionnel) est à reconnaître seulement : il est travaillé au M29. alstublieft (poli) / alsjeblieft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paires lexicales familier ↔ soutenu (reprise de la diapo 11 de l'archive).
Ces mots formels servent surtout à l'écrit (mails, lettres officielles : M10). Note : deelnemen et meedelen sont des verbes à particule (Ik neem deel, M3). En Belgique, job et helaas sont neutres : on peut les écrire dans un mail 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l'erreur de cohérence.
Le possessif suit le pronom : u → uw, je → je / jouw. C'est l'erreur de l'activité « Léa » de l'archive, simplifiée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Gérer un appel professionnel simple.
U spreekt met… = « C'est … à l'appareil ». trager (plus lentement) est courant en Belgique ; aux Pays-Bas, on dit plutôt langzamer. Cette diapo prépare l'exercice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tableau est la référence pour les exercices 3 à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à 3 en séance 1 ; 4 à 7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orale formelle complète (archive « Meer situaties » n° 7).
Beterschap! = « Bon rétablissement ! ». Ik geef het door = « je transmets ». Inversez les rôles. Variante : appeler l'employeur (ziekmelding), préparation directe du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Kunt u uw naam spellen?
2. Ik wil graag een afspraak maken.
3. Informel.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2.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8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Formeel of informeel?</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Choisir le bon registre</a:t>
            </a:r>
            <a:endParaRPr lang="en-US" sz="2000" dirty="0"/>
          </a:p>
          <a:p>
            <a:pPr algn="l" indent="0" marL="0">
              <a:buNone/>
            </a:pPr>
            <a:r>
              <a:rPr lang="en-US" sz="2000" b="1" dirty="0">
                <a:solidFill>
                  <a:srgbClr val="FFFFFF"/>
                </a:solidFill>
              </a:rPr>
              <a:t>je of u?</a:t>
            </a:r>
            <a:endParaRPr lang="en-US" sz="2000" dirty="0"/>
          </a:p>
        </p:txBody>
      </p:sp>
      <p:sp>
        <p:nvSpPr>
          <p:cNvPr id="5" name="Shape 3"/>
          <p:cNvSpPr/>
          <p:nvPr/>
        </p:nvSpPr>
        <p:spPr>
          <a:xfrm>
            <a:off x="649224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6675120" y="1325880"/>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FORMEEL</a:t>
            </a:r>
            <a:endParaRPr lang="en-US" sz="1200" dirty="0"/>
          </a:p>
        </p:txBody>
      </p:sp>
      <p:pic>
        <p:nvPicPr>
          <p:cNvPr id="7" name="Image 0" descr="handshake">    </p:cNvPr>
          <p:cNvPicPr>
            <a:picLocks noChangeAspect="1"/>
          </p:cNvPicPr>
          <p:nvPr/>
        </p:nvPicPr>
        <p:blipFill>
          <a:blip r:embed="rId1"/>
          <a:stretch>
            <a:fillRect/>
          </a:stretch>
        </p:blipFill>
        <p:spPr>
          <a:xfrm>
            <a:off x="6903720" y="1828800"/>
            <a:ext cx="1645920" cy="1645920"/>
          </a:xfrm>
          <a:prstGeom prst="rect">
            <a:avLst/>
          </a:prstGeom>
        </p:spPr>
      </p:pic>
      <p:sp>
        <p:nvSpPr>
          <p:cNvPr id="8" name="Shape 5"/>
          <p:cNvSpPr/>
          <p:nvPr/>
        </p:nvSpPr>
        <p:spPr>
          <a:xfrm>
            <a:off x="6675120" y="3703320"/>
            <a:ext cx="2103120" cy="1737360"/>
          </a:xfrm>
          <a:prstGeom prst="roundRect">
            <a:avLst>
              <a:gd name="adj" fmla="val 10526"/>
            </a:avLst>
          </a:prstGeom>
          <a:solidFill>
            <a:schemeClr val="accent2">
              <a:alpha val="15000"/>
            </a:schemeClr>
          </a:solidFill>
          <a:ln w="15875">
            <a:solidFill>
              <a:srgbClr val="2A6FB0"/>
            </a:solidFill>
            <a:prstDash val="solid"/>
          </a:ln>
        </p:spPr>
      </p:sp>
      <p:sp>
        <p:nvSpPr>
          <p:cNvPr id="9" name="Text 6"/>
          <p:cNvSpPr txBox="1"/>
          <p:nvPr/>
        </p:nvSpPr>
        <p:spPr>
          <a:xfrm>
            <a:off x="676656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Goedemorgen, meneer De Vos.</a:t>
            </a:r>
            <a:endParaRPr lang="en-US" sz="1700" dirty="0"/>
          </a:p>
        </p:txBody>
      </p:sp>
      <p:sp>
        <p:nvSpPr>
          <p:cNvPr id="10" name="Shape 7"/>
          <p:cNvSpPr/>
          <p:nvPr/>
        </p:nvSpPr>
        <p:spPr>
          <a:xfrm>
            <a:off x="914400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ag"/>
          <p:cNvSpPr/>
          <p:nvPr/>
        </p:nvSpPr>
        <p:spPr>
          <a:xfrm>
            <a:off x="9326880" y="1325880"/>
            <a:ext cx="1336853"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INFORMEEL</a:t>
            </a:r>
            <a:endParaRPr lang="en-US" sz="1200" dirty="0"/>
          </a:p>
        </p:txBody>
      </p:sp>
      <p:pic>
        <p:nvPicPr>
          <p:cNvPr id="12" name="Image 1" descr="people hugging">    </p:cNvPr>
          <p:cNvPicPr>
            <a:picLocks noChangeAspect="1"/>
          </p:cNvPicPr>
          <p:nvPr/>
        </p:nvPicPr>
        <p:blipFill>
          <a:blip r:embed="rId2"/>
          <a:stretch>
            <a:fillRect/>
          </a:stretch>
        </p:blipFill>
        <p:spPr>
          <a:xfrm>
            <a:off x="9555480" y="1828800"/>
            <a:ext cx="1645920" cy="1645920"/>
          </a:xfrm>
          <a:prstGeom prst="rect">
            <a:avLst/>
          </a:prstGeom>
        </p:spPr>
      </p:pic>
      <p:sp>
        <p:nvSpPr>
          <p:cNvPr id="13" name="Shape 9"/>
          <p:cNvSpPr/>
          <p:nvPr/>
        </p:nvSpPr>
        <p:spPr>
          <a:xfrm>
            <a:off x="9326880" y="3703320"/>
            <a:ext cx="2103120" cy="1737360"/>
          </a:xfrm>
          <a:prstGeom prst="roundRect">
            <a:avLst>
              <a:gd name="adj" fmla="val 10526"/>
            </a:avLst>
          </a:prstGeom>
          <a:solidFill>
            <a:schemeClr val="accent1">
              <a:alpha val="15000"/>
            </a:schemeClr>
          </a:solidFill>
          <a:ln w="15875">
            <a:solidFill>
              <a:srgbClr val="D9700F"/>
            </a:solidFill>
            <a:prstDash val="solid"/>
          </a:ln>
        </p:spPr>
      </p:sp>
      <p:sp>
        <p:nvSpPr>
          <p:cNvPr id="14" name="Text 10"/>
          <p:cNvSpPr txBox="1"/>
          <p:nvPr/>
        </p:nvSpPr>
        <p:spPr>
          <a:xfrm>
            <a:off x="941832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Hoi Lia, ’t is al even geleden!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lidersH">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je</a:t>
            </a:r>
            <a:r>
              <a:rPr lang="en-US" sz="2000" dirty="0">
                <a:solidFill>
                  <a:schemeClr val="tx1"/>
                </a:solidFill>
              </a:rPr>
              <a:t> ou </a:t>
            </a:r>
            <a:r>
              <a:rPr lang="en-US" sz="2000" i="1" dirty="0">
                <a:solidFill>
                  <a:schemeClr val="tx1"/>
                </a:solidFill>
              </a:rPr>
              <a:t>u</a:t>
            </a:r>
            <a:r>
              <a:rPr lang="en-US" sz="2000" dirty="0">
                <a:solidFill>
                  <a:schemeClr val="tx1"/>
                </a:solidFill>
              </a:rPr>
              <a:t>… et je reste </a:t>
            </a:r>
            <a:r>
              <a:rPr lang="en-US" sz="2000" b="1" dirty="0">
                <a:solidFill>
                  <a:schemeClr val="tx1"/>
                </a:solidFill>
              </a:rPr>
              <a:t>cohérent</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mmentDot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Réagir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salue, je remercie, je m’excuse et je prends congé dans le bon registre.</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hone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fais une demande polie, en face à face et au téléphone.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deux scènes, deux registres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4709160"/>
          </a:xfrm>
          <a:prstGeom prst="roundRect">
            <a:avLst>
              <a:gd name="adj" fmla="val 1553"/>
            </a:avLst>
          </a:prstGeom>
          <a:solidFill>
            <a:schemeClr val="tx2">
              <a:alpha val="8000"/>
            </a:schemeClr>
          </a:solidFill>
          <a:ln w="25400">
            <a:solidFill>
              <a:srgbClr val="17375E"/>
            </a:solidFill>
            <a:prstDash val="solid"/>
          </a:ln>
        </p:spPr>
      </p:sp>
      <p:sp>
        <p:nvSpPr>
          <p:cNvPr id="6" name="Shape 3"/>
          <p:cNvSpPr/>
          <p:nvPr/>
        </p:nvSpPr>
        <p:spPr>
          <a:xfrm>
            <a:off x="548640" y="1554480"/>
            <a:ext cx="5413248" cy="54864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FORMEEL · en réunion</a:t>
            </a:r>
            <a:endParaRPr lang="en-US" sz="1700" dirty="0"/>
          </a:p>
        </p:txBody>
      </p:sp>
      <p:pic>
        <p:nvPicPr>
          <p:cNvPr id="8" name="Image 0" descr="office building">    </p:cNvPr>
          <p:cNvPicPr>
            <a:picLocks noChangeAspect="1"/>
          </p:cNvPicPr>
          <p:nvPr/>
        </p:nvPicPr>
        <p:blipFill>
          <a:blip r:embed="rId1"/>
          <a:stretch>
            <a:fillRect/>
          </a:stretch>
        </p:blipFill>
        <p:spPr>
          <a:xfrm>
            <a:off x="5349240" y="1600200"/>
            <a:ext cx="457200" cy="457200"/>
          </a:xfrm>
          <a:prstGeom prst="rect">
            <a:avLst/>
          </a:prstGeom>
        </p:spPr>
      </p:pic>
      <p:pic>
        <p:nvPicPr>
          <p:cNvPr id="9" name="Image 1" descr="man office worker">    </p:cNvPr>
          <p:cNvPicPr>
            <a:picLocks noChangeAspect="1"/>
          </p:cNvPicPr>
          <p:nvPr/>
        </p:nvPicPr>
        <p:blipFill>
          <a:blip r:embed="rId2"/>
          <a:stretch>
            <a:fillRect/>
          </a:stretch>
        </p:blipFill>
        <p:spPr>
          <a:xfrm>
            <a:off x="822960" y="2468880"/>
            <a:ext cx="640080" cy="640080"/>
          </a:xfrm>
          <a:prstGeom prst="rect">
            <a:avLst/>
          </a:prstGeom>
        </p:spPr>
      </p:pic>
      <p:sp>
        <p:nvSpPr>
          <p:cNvPr id="10" name="Shape 5"/>
          <p:cNvSpPr/>
          <p:nvPr/>
        </p:nvSpPr>
        <p:spPr>
          <a:xfrm>
            <a:off x="1600200" y="2377440"/>
            <a:ext cx="3886200" cy="914400"/>
          </a:xfrm>
          <a:prstGeom prst="roundRect">
            <a:avLst>
              <a:gd name="adj" fmla="val 20000"/>
            </a:avLst>
          </a:prstGeom>
          <a:solidFill>
            <a:srgbClr val="FFFFFF"/>
          </a:solidFill>
          <a:ln w="15875">
            <a:solidFill>
              <a:srgbClr val="17375E"/>
            </a:solidFill>
            <a:prstDash val="solid"/>
          </a:ln>
        </p:spPr>
      </p:sp>
      <p:sp>
        <p:nvSpPr>
          <p:cNvPr id="11" name="Text 6"/>
          <p:cNvSpPr txBox="1"/>
          <p:nvPr/>
        </p:nvSpPr>
        <p:spPr>
          <a:xfrm>
            <a:off x="1783080" y="237744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Goedemorgen, </a:t>
            </a:r>
            <a:r>
              <a:rPr lang="en-US" sz="2000" b="1" i="1" dirty="0">
                <a:solidFill>
                  <a:schemeClr val="accent1"/>
                </a:solidFill>
              </a:rPr>
              <a:t>mevrouw Claes</a:t>
            </a:r>
            <a:r>
              <a:rPr lang="en-US" sz="2000" i="1" dirty="0">
                <a:solidFill>
                  <a:schemeClr val="tx1"/>
                </a:solidFill>
              </a:rPr>
              <a:t>.</a:t>
            </a:r>
            <a:endParaRPr lang="en-US" sz="2000" dirty="0"/>
          </a:p>
        </p:txBody>
      </p:sp>
      <p:pic>
        <p:nvPicPr>
          <p:cNvPr id="12" name="Image 2" descr="woman office worker">    </p:cNvPr>
          <p:cNvPicPr>
            <a:picLocks noChangeAspect="1"/>
          </p:cNvPicPr>
          <p:nvPr/>
        </p:nvPicPr>
        <p:blipFill>
          <a:blip r:embed="rId3"/>
          <a:stretch>
            <a:fillRect/>
          </a:stretch>
        </p:blipFill>
        <p:spPr>
          <a:xfrm>
            <a:off x="5120640" y="3703320"/>
            <a:ext cx="640080" cy="640080"/>
          </a:xfrm>
          <a:prstGeom prst="rect">
            <a:avLst/>
          </a:prstGeom>
        </p:spPr>
      </p:pic>
      <p:sp>
        <p:nvSpPr>
          <p:cNvPr id="13" name="Shape 7"/>
          <p:cNvSpPr/>
          <p:nvPr/>
        </p:nvSpPr>
        <p:spPr>
          <a:xfrm>
            <a:off x="1097280" y="3611880"/>
            <a:ext cx="3886200" cy="914400"/>
          </a:xfrm>
          <a:prstGeom prst="roundRect">
            <a:avLst>
              <a:gd name="adj" fmla="val 20000"/>
            </a:avLst>
          </a:prstGeom>
          <a:solidFill>
            <a:srgbClr val="FFFFFF"/>
          </a:solidFill>
          <a:ln w="15875">
            <a:solidFill>
              <a:srgbClr val="17375E"/>
            </a:solidFill>
            <a:prstDash val="solid"/>
          </a:ln>
        </p:spPr>
      </p:sp>
      <p:sp>
        <p:nvSpPr>
          <p:cNvPr id="14" name="Text 8"/>
          <p:cNvSpPr txBox="1"/>
          <p:nvPr/>
        </p:nvSpPr>
        <p:spPr>
          <a:xfrm>
            <a:off x="1280160" y="361188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Hoe gaat het met </a:t>
            </a:r>
            <a:r>
              <a:rPr lang="en-US" sz="2000" b="1" i="1" dirty="0">
                <a:solidFill>
                  <a:schemeClr val="accent1"/>
                </a:solidFill>
              </a:rPr>
              <a:t>u</a:t>
            </a:r>
            <a:r>
              <a:rPr lang="en-US" sz="2000" i="1" dirty="0">
                <a:solidFill>
                  <a:schemeClr val="tx1"/>
                </a:solidFill>
              </a:rPr>
              <a:t>?</a:t>
            </a:r>
            <a:endParaRPr lang="en-US" sz="2000" dirty="0"/>
          </a:p>
        </p:txBody>
      </p:sp>
      <p:pic>
        <p:nvPicPr>
          <p:cNvPr id="15" name="Image 3" descr="man office worker">    </p:cNvPr>
          <p:cNvPicPr>
            <a:picLocks noChangeAspect="1"/>
          </p:cNvPicPr>
          <p:nvPr/>
        </p:nvPicPr>
        <p:blipFill>
          <a:blip r:embed="rId4"/>
          <a:stretch>
            <a:fillRect/>
          </a:stretch>
        </p:blipFill>
        <p:spPr>
          <a:xfrm>
            <a:off x="822960" y="4937760"/>
            <a:ext cx="640080" cy="640080"/>
          </a:xfrm>
          <a:prstGeom prst="rect">
            <a:avLst/>
          </a:prstGeom>
        </p:spPr>
      </p:pic>
      <p:sp>
        <p:nvSpPr>
          <p:cNvPr id="16" name="Shape 9"/>
          <p:cNvSpPr/>
          <p:nvPr/>
        </p:nvSpPr>
        <p:spPr>
          <a:xfrm>
            <a:off x="1600200" y="4846320"/>
            <a:ext cx="3886200" cy="914400"/>
          </a:xfrm>
          <a:prstGeom prst="roundRect">
            <a:avLst>
              <a:gd name="adj" fmla="val 20000"/>
            </a:avLst>
          </a:prstGeom>
          <a:solidFill>
            <a:srgbClr val="FFFFFF"/>
          </a:solidFill>
          <a:ln w="15875">
            <a:solidFill>
              <a:srgbClr val="17375E"/>
            </a:solidFill>
            <a:prstDash val="solid"/>
          </a:ln>
        </p:spPr>
      </p:sp>
      <p:sp>
        <p:nvSpPr>
          <p:cNvPr id="17" name="Text 10"/>
          <p:cNvSpPr txBox="1"/>
          <p:nvPr/>
        </p:nvSpPr>
        <p:spPr>
          <a:xfrm>
            <a:off x="1783080" y="484632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 </a:t>
            </a:r>
            <a:r>
              <a:rPr lang="en-US" sz="2000" b="1" i="1" dirty="0">
                <a:solidFill>
                  <a:schemeClr val="accent1"/>
                </a:solidFill>
              </a:rPr>
              <a:t>dank u</a:t>
            </a:r>
            <a:r>
              <a:rPr lang="en-US" sz="2000" i="1" dirty="0">
                <a:solidFill>
                  <a:schemeClr val="tx1"/>
                </a:solidFill>
              </a:rPr>
              <a:t>. En met </a:t>
            </a:r>
            <a:r>
              <a:rPr lang="en-US" sz="2000" b="1" i="1" dirty="0">
                <a:solidFill>
                  <a:schemeClr val="accent1"/>
                </a:solidFill>
              </a:rPr>
              <a:t>u</a:t>
            </a:r>
            <a:r>
              <a:rPr lang="en-US" sz="2000" i="1" dirty="0">
                <a:solidFill>
                  <a:schemeClr val="tx1"/>
                </a:solidFill>
              </a:rPr>
              <a:t>?</a:t>
            </a:r>
            <a:endParaRPr lang="en-US" sz="2000" dirty="0"/>
          </a:p>
        </p:txBody>
      </p:sp>
      <p:sp>
        <p:nvSpPr>
          <p:cNvPr id="18" name="Shape 11"/>
          <p:cNvSpPr/>
          <p:nvPr/>
        </p:nvSpPr>
        <p:spPr>
          <a:xfrm>
            <a:off x="6227064" y="1554480"/>
            <a:ext cx="5413248" cy="4709160"/>
          </a:xfrm>
          <a:prstGeom prst="roundRect">
            <a:avLst>
              <a:gd name="adj" fmla="val 1553"/>
            </a:avLst>
          </a:prstGeom>
          <a:solidFill>
            <a:srgbClr val="5B9BD5">
              <a:alpha val="15000"/>
            </a:srgbClr>
          </a:solidFill>
          <a:ln w="25400">
            <a:solidFill>
              <a:srgbClr val="5B9BD5"/>
            </a:solidFill>
            <a:prstDash val="solid"/>
          </a:ln>
        </p:spPr>
      </p:sp>
      <p:sp>
        <p:nvSpPr>
          <p:cNvPr id="19" name="Shape 12"/>
          <p:cNvSpPr/>
          <p:nvPr/>
        </p:nvSpPr>
        <p:spPr>
          <a:xfrm>
            <a:off x="6227064" y="1554480"/>
            <a:ext cx="5413248" cy="548640"/>
          </a:xfrm>
          <a:prstGeom prst="roundRect">
            <a:avLst>
              <a:gd name="adj" fmla="val 13333"/>
            </a:avLst>
          </a:prstGeom>
          <a:solidFill>
            <a:srgbClr val="5B9BD5"/>
          </a:solidFill>
          <a:ln w="12700">
            <a:solidFill>
              <a:srgbClr val="FFFFFF">
                <a:alpha val="0"/>
              </a:srgbClr>
            </a:solidFill>
            <a:prstDash val="solid"/>
          </a:ln>
        </p:spPr>
      </p:sp>
      <p:sp>
        <p:nvSpPr>
          <p:cNvPr id="20" name="Text 13"/>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INFORMEEL · à la machine à café</a:t>
            </a:r>
            <a:endParaRPr lang="en-US" sz="1700" dirty="0"/>
          </a:p>
        </p:txBody>
      </p:sp>
      <p:pic>
        <p:nvPicPr>
          <p:cNvPr id="21" name="Image 4" descr="hot beverage">    </p:cNvPr>
          <p:cNvPicPr>
            <a:picLocks noChangeAspect="1"/>
          </p:cNvPicPr>
          <p:nvPr/>
        </p:nvPicPr>
        <p:blipFill>
          <a:blip r:embed="rId5"/>
          <a:stretch>
            <a:fillRect/>
          </a:stretch>
        </p:blipFill>
        <p:spPr>
          <a:xfrm>
            <a:off x="11027664" y="1600200"/>
            <a:ext cx="457200" cy="457200"/>
          </a:xfrm>
          <a:prstGeom prst="rect">
            <a:avLst/>
          </a:prstGeom>
        </p:spPr>
      </p:pic>
      <p:pic>
        <p:nvPicPr>
          <p:cNvPr id="22" name="Image 5" descr="man office worker">    </p:cNvPr>
          <p:cNvPicPr>
            <a:picLocks noChangeAspect="1"/>
          </p:cNvPicPr>
          <p:nvPr/>
        </p:nvPicPr>
        <p:blipFill>
          <a:blip r:embed="rId6"/>
          <a:stretch>
            <a:fillRect/>
          </a:stretch>
        </p:blipFill>
        <p:spPr>
          <a:xfrm>
            <a:off x="6501384" y="2468880"/>
            <a:ext cx="640080" cy="640080"/>
          </a:xfrm>
          <a:prstGeom prst="rect">
            <a:avLst/>
          </a:prstGeom>
        </p:spPr>
      </p:pic>
      <p:sp>
        <p:nvSpPr>
          <p:cNvPr id="23" name="Shape 14"/>
          <p:cNvSpPr/>
          <p:nvPr/>
        </p:nvSpPr>
        <p:spPr>
          <a:xfrm>
            <a:off x="7278624" y="2377440"/>
            <a:ext cx="3886200" cy="914400"/>
          </a:xfrm>
          <a:prstGeom prst="roundRect">
            <a:avLst>
              <a:gd name="adj" fmla="val 20000"/>
            </a:avLst>
          </a:prstGeom>
          <a:solidFill>
            <a:srgbClr val="FFFFFF"/>
          </a:solidFill>
          <a:ln w="15875">
            <a:solidFill>
              <a:srgbClr val="5B9BD5"/>
            </a:solidFill>
            <a:prstDash val="solid"/>
          </a:ln>
        </p:spPr>
      </p:sp>
      <p:sp>
        <p:nvSpPr>
          <p:cNvPr id="24" name="Text 15"/>
          <p:cNvSpPr txBox="1"/>
          <p:nvPr/>
        </p:nvSpPr>
        <p:spPr>
          <a:xfrm>
            <a:off x="7461504" y="237744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Hoi Tom</a:t>
            </a:r>
            <a:r>
              <a:rPr lang="en-US" sz="2000" i="1" dirty="0">
                <a:solidFill>
                  <a:schemeClr val="tx1"/>
                </a:solidFill>
              </a:rPr>
              <a:t>!</a:t>
            </a:r>
            <a:endParaRPr lang="en-US" sz="2000" dirty="0"/>
          </a:p>
        </p:txBody>
      </p:sp>
      <p:pic>
        <p:nvPicPr>
          <p:cNvPr id="25" name="Image 6" descr="woman office worker">    </p:cNvPr>
          <p:cNvPicPr>
            <a:picLocks noChangeAspect="1"/>
          </p:cNvPicPr>
          <p:nvPr/>
        </p:nvPicPr>
        <p:blipFill>
          <a:blip r:embed="rId7"/>
          <a:stretch>
            <a:fillRect/>
          </a:stretch>
        </p:blipFill>
        <p:spPr>
          <a:xfrm>
            <a:off x="10799064" y="3703320"/>
            <a:ext cx="640080" cy="640080"/>
          </a:xfrm>
          <a:prstGeom prst="rect">
            <a:avLst/>
          </a:prstGeom>
        </p:spPr>
      </p:pic>
      <p:sp>
        <p:nvSpPr>
          <p:cNvPr id="26" name="Shape 16"/>
          <p:cNvSpPr/>
          <p:nvPr/>
        </p:nvSpPr>
        <p:spPr>
          <a:xfrm>
            <a:off x="6775704" y="3611880"/>
            <a:ext cx="3886200" cy="914400"/>
          </a:xfrm>
          <a:prstGeom prst="roundRect">
            <a:avLst>
              <a:gd name="adj" fmla="val 20000"/>
            </a:avLst>
          </a:prstGeom>
          <a:solidFill>
            <a:srgbClr val="FFFFFF"/>
          </a:solidFill>
          <a:ln w="15875">
            <a:solidFill>
              <a:srgbClr val="5B9BD5"/>
            </a:solidFill>
            <a:prstDash val="solid"/>
          </a:ln>
        </p:spPr>
      </p:sp>
      <p:sp>
        <p:nvSpPr>
          <p:cNvPr id="27" name="Text 17"/>
          <p:cNvSpPr txBox="1"/>
          <p:nvPr/>
        </p:nvSpPr>
        <p:spPr>
          <a:xfrm>
            <a:off x="6958584" y="361188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Alles goed</a:t>
            </a:r>
            <a:r>
              <a:rPr lang="en-US" sz="2000" i="1" dirty="0">
                <a:solidFill>
                  <a:schemeClr val="tx1"/>
                </a:solidFill>
              </a:rPr>
              <a:t>?</a:t>
            </a:r>
            <a:endParaRPr lang="en-US" sz="2000" dirty="0"/>
          </a:p>
        </p:txBody>
      </p:sp>
      <p:pic>
        <p:nvPicPr>
          <p:cNvPr id="28" name="Image 7" descr="man office worker">    </p:cNvPr>
          <p:cNvPicPr>
            <a:picLocks noChangeAspect="1"/>
          </p:cNvPicPr>
          <p:nvPr/>
        </p:nvPicPr>
        <p:blipFill>
          <a:blip r:embed="rId8"/>
          <a:stretch>
            <a:fillRect/>
          </a:stretch>
        </p:blipFill>
        <p:spPr>
          <a:xfrm>
            <a:off x="6501384" y="4937760"/>
            <a:ext cx="640080" cy="640080"/>
          </a:xfrm>
          <a:prstGeom prst="rect">
            <a:avLst/>
          </a:prstGeom>
        </p:spPr>
      </p:pic>
      <p:sp>
        <p:nvSpPr>
          <p:cNvPr id="29" name="Shape 18"/>
          <p:cNvSpPr/>
          <p:nvPr/>
        </p:nvSpPr>
        <p:spPr>
          <a:xfrm>
            <a:off x="7278624" y="4846320"/>
            <a:ext cx="3886200" cy="914400"/>
          </a:xfrm>
          <a:prstGeom prst="roundRect">
            <a:avLst>
              <a:gd name="adj" fmla="val 20000"/>
            </a:avLst>
          </a:prstGeom>
          <a:solidFill>
            <a:srgbClr val="FFFFFF"/>
          </a:solidFill>
          <a:ln w="15875">
            <a:solidFill>
              <a:srgbClr val="5B9BD5"/>
            </a:solidFill>
            <a:prstDash val="solid"/>
          </a:ln>
        </p:spPr>
      </p:sp>
      <p:sp>
        <p:nvSpPr>
          <p:cNvPr id="30" name="Text 19"/>
          <p:cNvSpPr txBox="1"/>
          <p:nvPr/>
        </p:nvSpPr>
        <p:spPr>
          <a:xfrm>
            <a:off x="7461504" y="484632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Prima</a:t>
            </a:r>
            <a:r>
              <a:rPr lang="en-US" sz="2000" i="1" dirty="0">
                <a:solidFill>
                  <a:schemeClr val="tx1"/>
                </a:solidFill>
              </a:rPr>
              <a:t>, en met </a:t>
            </a:r>
            <a:r>
              <a:rPr lang="en-US" sz="2000" b="1" i="1" dirty="0">
                <a:solidFill>
                  <a:schemeClr val="accent1"/>
                </a:solidFill>
              </a:rPr>
              <a:t>jou</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6 curseurs du registre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4160520"/>
          </a:xfrm>
          <a:prstGeom prst="roundRect">
            <a:avLst>
              <a:gd name="adj" fmla="val 1758"/>
            </a:avLst>
          </a:prstGeom>
          <a:solidFill>
            <a:srgbClr val="2B3445"/>
          </a:solidFill>
          <a:ln w="12700">
            <a:solidFill>
              <a:srgbClr val="FFFFFF">
                <a:alpha val="0"/>
              </a:srgbClr>
            </a:solidFill>
            <a:prstDash val="solid"/>
          </a:ln>
        </p:spPr>
      </p:sp>
      <p:sp>
        <p:nvSpPr>
          <p:cNvPr id="6" name="Text 3"/>
          <p:cNvSpPr txBox="1"/>
          <p:nvPr/>
        </p:nvSpPr>
        <p:spPr>
          <a:xfrm>
            <a:off x="2743200" y="1572768"/>
            <a:ext cx="2743200" cy="320040"/>
          </a:xfrm>
          <a:prstGeom prst="rect">
            <a:avLst/>
          </a:prstGeom>
          <a:noFill/>
          <a:ln/>
        </p:spPr>
        <p:txBody>
          <a:bodyPr wrap="square" lIns="0" tIns="0" rIns="0" bIns="0" rtlCol="0" anchor="t"/>
          <a:lstStyle/>
          <a:p>
            <a:pPr algn="l" indent="0" marL="0">
              <a:buNone/>
            </a:pPr>
            <a:r>
              <a:rPr lang="en-US" sz="1300" b="1" spc="200" kern="0" dirty="0">
                <a:solidFill>
                  <a:srgbClr val="5B9BD5"/>
                </a:solidFill>
              </a:rPr>
              <a:t>INFORMEEL</a:t>
            </a:r>
            <a:endParaRPr lang="en-US" sz="1300" dirty="0"/>
          </a:p>
        </p:txBody>
      </p:sp>
      <p:sp>
        <p:nvSpPr>
          <p:cNvPr id="7" name="Text 4"/>
          <p:cNvSpPr txBox="1"/>
          <p:nvPr/>
        </p:nvSpPr>
        <p:spPr>
          <a:xfrm>
            <a:off x="8229600" y="1572768"/>
            <a:ext cx="3200400" cy="320040"/>
          </a:xfrm>
          <a:prstGeom prst="rect">
            <a:avLst/>
          </a:prstGeom>
          <a:noFill/>
          <a:ln/>
        </p:spPr>
        <p:txBody>
          <a:bodyPr wrap="square" lIns="0" tIns="0" rIns="0" bIns="0" rtlCol="0" anchor="t"/>
          <a:lstStyle/>
          <a:p>
            <a:pPr algn="r" indent="0" marL="0">
              <a:buNone/>
            </a:pPr>
            <a:r>
              <a:rPr lang="en-US" sz="1300" b="1" spc="200" kern="0" dirty="0">
                <a:solidFill>
                  <a:srgbClr val="F2C14E"/>
                </a:solidFill>
              </a:rPr>
              <a:t>FORMEEL</a:t>
            </a:r>
            <a:endParaRPr lang="en-US" sz="1300" dirty="0"/>
          </a:p>
        </p:txBody>
      </p:sp>
      <p:sp>
        <p:nvSpPr>
          <p:cNvPr id="8" name="Text 5"/>
          <p:cNvSpPr txBox="1"/>
          <p:nvPr/>
        </p:nvSpPr>
        <p:spPr>
          <a:xfrm>
            <a:off x="731520" y="196596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Pronom</a:t>
            </a:r>
            <a:endParaRPr lang="en-US" sz="1600" dirty="0"/>
          </a:p>
        </p:txBody>
      </p:sp>
      <p:sp>
        <p:nvSpPr>
          <p:cNvPr id="9" name="Text 6"/>
          <p:cNvSpPr txBox="1"/>
          <p:nvPr/>
        </p:nvSpPr>
        <p:spPr>
          <a:xfrm>
            <a:off x="2697480" y="196596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jij</a:t>
            </a:r>
            <a:endParaRPr lang="en-US" sz="1600" dirty="0"/>
          </a:p>
        </p:txBody>
      </p:sp>
      <p:sp>
        <p:nvSpPr>
          <p:cNvPr id="10" name="Shape 7"/>
          <p:cNvSpPr/>
          <p:nvPr/>
        </p:nvSpPr>
        <p:spPr>
          <a:xfrm>
            <a:off x="5120640" y="2167128"/>
            <a:ext cx="2926080" cy="100584"/>
          </a:xfrm>
          <a:prstGeom prst="roundRect">
            <a:avLst>
              <a:gd name="adj" fmla="val 45455"/>
            </a:avLst>
          </a:prstGeom>
          <a:solidFill>
            <a:srgbClr val="6B7A90"/>
          </a:solidFill>
          <a:ln w="12700">
            <a:solidFill>
              <a:srgbClr val="FFFFFF">
                <a:alpha val="0"/>
              </a:srgbClr>
            </a:solidFill>
            <a:prstDash val="solid"/>
          </a:ln>
        </p:spPr>
      </p:sp>
      <p:sp>
        <p:nvSpPr>
          <p:cNvPr id="11" name="Shape 8"/>
          <p:cNvSpPr/>
          <p:nvPr/>
        </p:nvSpPr>
        <p:spPr>
          <a:xfrm>
            <a:off x="7635240" y="2039112"/>
            <a:ext cx="384048" cy="365760"/>
          </a:xfrm>
          <a:prstGeom prst="roundRect">
            <a:avLst>
              <a:gd name="adj" fmla="val 15000"/>
            </a:avLst>
          </a:prstGeom>
          <a:solidFill>
            <a:srgbClr val="F2C14E"/>
          </a:solidFill>
          <a:ln w="12700">
            <a:solidFill>
              <a:srgbClr val="FFFFFF"/>
            </a:solidFill>
            <a:prstDash val="solid"/>
          </a:ln>
        </p:spPr>
      </p:sp>
      <p:sp>
        <p:nvSpPr>
          <p:cNvPr id="12" name="Text 9"/>
          <p:cNvSpPr txBox="1"/>
          <p:nvPr/>
        </p:nvSpPr>
        <p:spPr>
          <a:xfrm>
            <a:off x="8183880" y="196596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a:t>
            </a:r>
            <a:endParaRPr lang="en-US" sz="1600" dirty="0"/>
          </a:p>
        </p:txBody>
      </p:sp>
      <p:sp>
        <p:nvSpPr>
          <p:cNvPr id="13" name="Text 10"/>
          <p:cNvSpPr txBox="1"/>
          <p:nvPr/>
        </p:nvSpPr>
        <p:spPr>
          <a:xfrm>
            <a:off x="731520" y="2569464"/>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Verbe</a:t>
            </a:r>
            <a:endParaRPr lang="en-US" sz="1600" dirty="0"/>
          </a:p>
        </p:txBody>
      </p:sp>
      <p:sp>
        <p:nvSpPr>
          <p:cNvPr id="14" name="Text 11"/>
          <p:cNvSpPr txBox="1"/>
          <p:nvPr/>
        </p:nvSpPr>
        <p:spPr>
          <a:xfrm>
            <a:off x="2697480" y="2569464"/>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werk je?</a:t>
            </a:r>
            <a:endParaRPr lang="en-US" sz="1600" dirty="0"/>
          </a:p>
        </p:txBody>
      </p:sp>
      <p:sp>
        <p:nvSpPr>
          <p:cNvPr id="15" name="Shape 12"/>
          <p:cNvSpPr/>
          <p:nvPr/>
        </p:nvSpPr>
        <p:spPr>
          <a:xfrm>
            <a:off x="5120640" y="2770632"/>
            <a:ext cx="2926080" cy="100584"/>
          </a:xfrm>
          <a:prstGeom prst="roundRect">
            <a:avLst>
              <a:gd name="adj" fmla="val 45455"/>
            </a:avLst>
          </a:prstGeom>
          <a:solidFill>
            <a:srgbClr val="6B7A90"/>
          </a:solidFill>
          <a:ln w="12700">
            <a:solidFill>
              <a:srgbClr val="FFFFFF">
                <a:alpha val="0"/>
              </a:srgbClr>
            </a:solidFill>
            <a:prstDash val="solid"/>
          </a:ln>
        </p:spPr>
      </p:sp>
      <p:sp>
        <p:nvSpPr>
          <p:cNvPr id="16" name="Shape 13"/>
          <p:cNvSpPr/>
          <p:nvPr/>
        </p:nvSpPr>
        <p:spPr>
          <a:xfrm>
            <a:off x="7635240" y="2642616"/>
            <a:ext cx="384048" cy="365760"/>
          </a:xfrm>
          <a:prstGeom prst="roundRect">
            <a:avLst>
              <a:gd name="adj" fmla="val 15000"/>
            </a:avLst>
          </a:prstGeom>
          <a:solidFill>
            <a:srgbClr val="F2C14E"/>
          </a:solidFill>
          <a:ln w="12700">
            <a:solidFill>
              <a:srgbClr val="FFFFFF"/>
            </a:solidFill>
            <a:prstDash val="solid"/>
          </a:ln>
        </p:spPr>
      </p:sp>
      <p:sp>
        <p:nvSpPr>
          <p:cNvPr id="17" name="Text 14"/>
          <p:cNvSpPr txBox="1"/>
          <p:nvPr/>
        </p:nvSpPr>
        <p:spPr>
          <a:xfrm>
            <a:off x="8183880" y="2569464"/>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werkt u?</a:t>
            </a:r>
            <a:endParaRPr lang="en-US" sz="1600" dirty="0"/>
          </a:p>
        </p:txBody>
      </p:sp>
      <p:sp>
        <p:nvSpPr>
          <p:cNvPr id="18" name="Text 15"/>
          <p:cNvSpPr txBox="1"/>
          <p:nvPr/>
        </p:nvSpPr>
        <p:spPr>
          <a:xfrm>
            <a:off x="731520" y="3172968"/>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Possessif</a:t>
            </a:r>
            <a:endParaRPr lang="en-US" sz="1600" dirty="0"/>
          </a:p>
        </p:txBody>
      </p:sp>
      <p:sp>
        <p:nvSpPr>
          <p:cNvPr id="19" name="Text 16"/>
          <p:cNvSpPr txBox="1"/>
          <p:nvPr/>
        </p:nvSpPr>
        <p:spPr>
          <a:xfrm>
            <a:off x="2697480" y="3172968"/>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jouw</a:t>
            </a:r>
            <a:endParaRPr lang="en-US" sz="1600" dirty="0"/>
          </a:p>
        </p:txBody>
      </p:sp>
      <p:sp>
        <p:nvSpPr>
          <p:cNvPr id="20" name="Shape 17"/>
          <p:cNvSpPr/>
          <p:nvPr/>
        </p:nvSpPr>
        <p:spPr>
          <a:xfrm>
            <a:off x="5120640" y="3374136"/>
            <a:ext cx="2926080" cy="100584"/>
          </a:xfrm>
          <a:prstGeom prst="roundRect">
            <a:avLst>
              <a:gd name="adj" fmla="val 45455"/>
            </a:avLst>
          </a:prstGeom>
          <a:solidFill>
            <a:srgbClr val="6B7A90"/>
          </a:solidFill>
          <a:ln w="12700">
            <a:solidFill>
              <a:srgbClr val="FFFFFF">
                <a:alpha val="0"/>
              </a:srgbClr>
            </a:solidFill>
            <a:prstDash val="solid"/>
          </a:ln>
        </p:spPr>
      </p:sp>
      <p:sp>
        <p:nvSpPr>
          <p:cNvPr id="21" name="Shape 18"/>
          <p:cNvSpPr/>
          <p:nvPr/>
        </p:nvSpPr>
        <p:spPr>
          <a:xfrm>
            <a:off x="7635240" y="3246120"/>
            <a:ext cx="384048" cy="365760"/>
          </a:xfrm>
          <a:prstGeom prst="roundRect">
            <a:avLst>
              <a:gd name="adj" fmla="val 15000"/>
            </a:avLst>
          </a:prstGeom>
          <a:solidFill>
            <a:srgbClr val="F2C14E"/>
          </a:solidFill>
          <a:ln w="12700">
            <a:solidFill>
              <a:srgbClr val="FFFFFF"/>
            </a:solidFill>
            <a:prstDash val="solid"/>
          </a:ln>
        </p:spPr>
      </p:sp>
      <p:sp>
        <p:nvSpPr>
          <p:cNvPr id="22" name="Text 19"/>
          <p:cNvSpPr txBox="1"/>
          <p:nvPr/>
        </p:nvSpPr>
        <p:spPr>
          <a:xfrm>
            <a:off x="8183880" y="3172968"/>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uw</a:t>
            </a:r>
            <a:endParaRPr lang="en-US" sz="1600" dirty="0"/>
          </a:p>
        </p:txBody>
      </p:sp>
      <p:sp>
        <p:nvSpPr>
          <p:cNvPr id="23" name="Text 20"/>
          <p:cNvSpPr txBox="1"/>
          <p:nvPr/>
        </p:nvSpPr>
        <p:spPr>
          <a:xfrm>
            <a:off x="731520" y="3776472"/>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Salutation</a:t>
            </a:r>
            <a:endParaRPr lang="en-US" sz="1600" dirty="0"/>
          </a:p>
        </p:txBody>
      </p:sp>
      <p:sp>
        <p:nvSpPr>
          <p:cNvPr id="24" name="Text 21"/>
          <p:cNvSpPr txBox="1"/>
          <p:nvPr/>
        </p:nvSpPr>
        <p:spPr>
          <a:xfrm>
            <a:off x="2697480" y="3776472"/>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Hoi! / Hallo!</a:t>
            </a:r>
            <a:endParaRPr lang="en-US" sz="1600" dirty="0"/>
          </a:p>
        </p:txBody>
      </p:sp>
      <p:sp>
        <p:nvSpPr>
          <p:cNvPr id="25" name="Shape 22"/>
          <p:cNvSpPr/>
          <p:nvPr/>
        </p:nvSpPr>
        <p:spPr>
          <a:xfrm>
            <a:off x="5120640" y="3977640"/>
            <a:ext cx="2926080" cy="100584"/>
          </a:xfrm>
          <a:prstGeom prst="roundRect">
            <a:avLst>
              <a:gd name="adj" fmla="val 45455"/>
            </a:avLst>
          </a:prstGeom>
          <a:solidFill>
            <a:srgbClr val="6B7A90"/>
          </a:solidFill>
          <a:ln w="12700">
            <a:solidFill>
              <a:srgbClr val="FFFFFF">
                <a:alpha val="0"/>
              </a:srgbClr>
            </a:solidFill>
            <a:prstDash val="solid"/>
          </a:ln>
        </p:spPr>
      </p:sp>
      <p:sp>
        <p:nvSpPr>
          <p:cNvPr id="26" name="Shape 23"/>
          <p:cNvSpPr/>
          <p:nvPr/>
        </p:nvSpPr>
        <p:spPr>
          <a:xfrm>
            <a:off x="7635240" y="3849624"/>
            <a:ext cx="384048" cy="365760"/>
          </a:xfrm>
          <a:prstGeom prst="roundRect">
            <a:avLst>
              <a:gd name="adj" fmla="val 15000"/>
            </a:avLst>
          </a:prstGeom>
          <a:solidFill>
            <a:srgbClr val="F2C14E"/>
          </a:solidFill>
          <a:ln w="12700">
            <a:solidFill>
              <a:srgbClr val="FFFFFF"/>
            </a:solidFill>
            <a:prstDash val="solid"/>
          </a:ln>
        </p:spPr>
      </p:sp>
      <p:sp>
        <p:nvSpPr>
          <p:cNvPr id="27" name="Text 24"/>
          <p:cNvSpPr txBox="1"/>
          <p:nvPr/>
        </p:nvSpPr>
        <p:spPr>
          <a:xfrm>
            <a:off x="8183880" y="3776472"/>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Goedemorgen, mevrouw…</a:t>
            </a:r>
            <a:endParaRPr lang="en-US" sz="1600" dirty="0"/>
          </a:p>
        </p:txBody>
      </p:sp>
      <p:sp>
        <p:nvSpPr>
          <p:cNvPr id="28" name="Text 25"/>
          <p:cNvSpPr txBox="1"/>
          <p:nvPr/>
        </p:nvSpPr>
        <p:spPr>
          <a:xfrm>
            <a:off x="731520" y="4379976"/>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Mots</a:t>
            </a:r>
            <a:endParaRPr lang="en-US" sz="1600" dirty="0"/>
          </a:p>
        </p:txBody>
      </p:sp>
      <p:sp>
        <p:nvSpPr>
          <p:cNvPr id="29" name="Text 26"/>
          <p:cNvSpPr txBox="1"/>
          <p:nvPr/>
        </p:nvSpPr>
        <p:spPr>
          <a:xfrm>
            <a:off x="2697480" y="4379976"/>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krijgen, vragen</a:t>
            </a:r>
            <a:endParaRPr lang="en-US" sz="1600" dirty="0"/>
          </a:p>
        </p:txBody>
      </p:sp>
      <p:sp>
        <p:nvSpPr>
          <p:cNvPr id="30" name="Shape 27"/>
          <p:cNvSpPr/>
          <p:nvPr/>
        </p:nvSpPr>
        <p:spPr>
          <a:xfrm>
            <a:off x="5120640" y="4581144"/>
            <a:ext cx="2926080" cy="100584"/>
          </a:xfrm>
          <a:prstGeom prst="roundRect">
            <a:avLst>
              <a:gd name="adj" fmla="val 45455"/>
            </a:avLst>
          </a:prstGeom>
          <a:solidFill>
            <a:srgbClr val="6B7A90"/>
          </a:solidFill>
          <a:ln w="12700">
            <a:solidFill>
              <a:srgbClr val="FFFFFF">
                <a:alpha val="0"/>
              </a:srgbClr>
            </a:solidFill>
            <a:prstDash val="solid"/>
          </a:ln>
        </p:spPr>
      </p:sp>
      <p:sp>
        <p:nvSpPr>
          <p:cNvPr id="31" name="Shape 28"/>
          <p:cNvSpPr/>
          <p:nvPr/>
        </p:nvSpPr>
        <p:spPr>
          <a:xfrm>
            <a:off x="7635240" y="4453128"/>
            <a:ext cx="384048" cy="365760"/>
          </a:xfrm>
          <a:prstGeom prst="roundRect">
            <a:avLst>
              <a:gd name="adj" fmla="val 15000"/>
            </a:avLst>
          </a:prstGeom>
          <a:solidFill>
            <a:srgbClr val="F2C14E"/>
          </a:solidFill>
          <a:ln w="12700">
            <a:solidFill>
              <a:srgbClr val="FFFFFF"/>
            </a:solidFill>
            <a:prstDash val="solid"/>
          </a:ln>
        </p:spPr>
      </p:sp>
      <p:sp>
        <p:nvSpPr>
          <p:cNvPr id="32" name="Text 29"/>
          <p:cNvSpPr txBox="1"/>
          <p:nvPr/>
        </p:nvSpPr>
        <p:spPr>
          <a:xfrm>
            <a:off x="8183880" y="4379976"/>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ontvangen, verzoeken</a:t>
            </a:r>
            <a:endParaRPr lang="en-US" sz="1600" dirty="0"/>
          </a:p>
        </p:txBody>
      </p:sp>
      <p:sp>
        <p:nvSpPr>
          <p:cNvPr id="33" name="Text 30"/>
          <p:cNvSpPr txBox="1"/>
          <p:nvPr/>
        </p:nvSpPr>
        <p:spPr>
          <a:xfrm>
            <a:off x="731520" y="498348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Clôture</a:t>
            </a:r>
            <a:endParaRPr lang="en-US" sz="1600" dirty="0"/>
          </a:p>
        </p:txBody>
      </p:sp>
      <p:sp>
        <p:nvSpPr>
          <p:cNvPr id="34" name="Text 31"/>
          <p:cNvSpPr txBox="1"/>
          <p:nvPr/>
        </p:nvSpPr>
        <p:spPr>
          <a:xfrm>
            <a:off x="2697480" y="498348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Daag! / Groetjes</a:t>
            </a:r>
            <a:endParaRPr lang="en-US" sz="1600" dirty="0"/>
          </a:p>
        </p:txBody>
      </p:sp>
      <p:sp>
        <p:nvSpPr>
          <p:cNvPr id="35" name="Shape 32"/>
          <p:cNvSpPr/>
          <p:nvPr/>
        </p:nvSpPr>
        <p:spPr>
          <a:xfrm>
            <a:off x="5120640" y="5184648"/>
            <a:ext cx="2926080" cy="100584"/>
          </a:xfrm>
          <a:prstGeom prst="roundRect">
            <a:avLst>
              <a:gd name="adj" fmla="val 45455"/>
            </a:avLst>
          </a:prstGeom>
          <a:solidFill>
            <a:srgbClr val="6B7A90"/>
          </a:solidFill>
          <a:ln w="12700">
            <a:solidFill>
              <a:srgbClr val="FFFFFF">
                <a:alpha val="0"/>
              </a:srgbClr>
            </a:solidFill>
            <a:prstDash val="solid"/>
          </a:ln>
        </p:spPr>
      </p:sp>
      <p:sp>
        <p:nvSpPr>
          <p:cNvPr id="36" name="Shape 33"/>
          <p:cNvSpPr/>
          <p:nvPr/>
        </p:nvSpPr>
        <p:spPr>
          <a:xfrm>
            <a:off x="7635240" y="5056632"/>
            <a:ext cx="384048" cy="365760"/>
          </a:xfrm>
          <a:prstGeom prst="roundRect">
            <a:avLst>
              <a:gd name="adj" fmla="val 15000"/>
            </a:avLst>
          </a:prstGeom>
          <a:solidFill>
            <a:srgbClr val="F2C14E"/>
          </a:solidFill>
          <a:ln w="12700">
            <a:solidFill>
              <a:srgbClr val="FFFFFF"/>
            </a:solidFill>
            <a:prstDash val="solid"/>
          </a:ln>
        </p:spPr>
      </p:sp>
      <p:sp>
        <p:nvSpPr>
          <p:cNvPr id="37" name="Text 34"/>
          <p:cNvSpPr txBox="1"/>
          <p:nvPr/>
        </p:nvSpPr>
        <p:spPr>
          <a:xfrm>
            <a:off x="8183880" y="498348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Tot ziens / Met vriendelijke groet</a:t>
            </a:r>
            <a:endParaRPr lang="en-US" sz="1600" dirty="0"/>
          </a:p>
        </p:txBody>
      </p:sp>
      <p:sp>
        <p:nvSpPr>
          <p:cNvPr id="38" name="Shape 35"/>
          <p:cNvSpPr/>
          <p:nvPr/>
        </p:nvSpPr>
        <p:spPr>
          <a:xfrm>
            <a:off x="548640" y="5806440"/>
            <a:ext cx="11091672" cy="475488"/>
          </a:xfrm>
          <a:prstGeom prst="roundRect">
            <a:avLst>
              <a:gd name="adj" fmla="val 15385"/>
            </a:avLst>
          </a:prstGeom>
          <a:solidFill>
            <a:schemeClr val="accent1"/>
          </a:solidFill>
          <a:ln w="12700">
            <a:solidFill>
              <a:srgbClr val="FFFFFF">
                <a:alpha val="0"/>
              </a:srgbClr>
            </a:solidFill>
            <a:prstDash val="solid"/>
          </a:ln>
        </p:spPr>
      </p:sp>
      <p:sp>
        <p:nvSpPr>
          <p:cNvPr id="39" name="Text 36"/>
          <p:cNvSpPr txBox="1"/>
          <p:nvPr/>
        </p:nvSpPr>
        <p:spPr>
          <a:xfrm>
            <a:off x="777240" y="5806440"/>
            <a:ext cx="10698480" cy="475488"/>
          </a:xfrm>
          <a:prstGeom prst="rect">
            <a:avLst/>
          </a:prstGeom>
          <a:noFill/>
          <a:ln/>
        </p:spPr>
        <p:txBody>
          <a:bodyPr wrap="square" lIns="0" tIns="0" rIns="0" bIns="0" rtlCol="0" anchor="ctr"/>
          <a:lstStyle/>
          <a:p>
            <a:pPr algn="l" indent="0" marL="0">
              <a:buNone/>
            </a:pPr>
            <a:r>
              <a:rPr lang="en-US" sz="1800" dirty="0">
                <a:solidFill>
                  <a:schemeClr val="bg1"/>
                </a:solidFill>
              </a:rPr>
              <a:t>Règle d’or : </a:t>
            </a:r>
            <a:r>
              <a:rPr lang="en-US" sz="1800" b="1" dirty="0">
                <a:solidFill>
                  <a:schemeClr val="bg1"/>
                </a:solidFill>
              </a:rPr>
              <a:t>tous les curseurs du même côté.</a:t>
            </a:r>
            <a:r>
              <a:rPr lang="en-US" sz="1800" dirty="0">
                <a:solidFill>
                  <a:schemeClr val="bg1"/>
                </a:solidFill>
              </a:rPr>
              <a:t> L’erreur typique, c’est de </a:t>
            </a:r>
            <a:r>
              <a:rPr lang="en-US" sz="1800" b="1" dirty="0">
                <a:solidFill>
                  <a:schemeClr val="bg1"/>
                </a:solidFill>
              </a:rPr>
              <a:t>mélanger</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qui dit-on u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291840" y="2514600"/>
            <a:ext cx="914" cy="256032"/>
          </a:xfrm>
          <a:prstGeom prst="line">
            <a:avLst/>
          </a:prstGeom>
          <a:noFill/>
          <a:ln w="22225">
            <a:solidFill>
              <a:srgbClr val="4A5A70"/>
            </a:solidFill>
            <a:prstDash val="solid"/>
            <a:tailEnd type="triangle"/>
          </a:ln>
        </p:spPr>
      </p:sp>
      <p:sp>
        <p:nvSpPr>
          <p:cNvPr id="6" name="Text 3"/>
          <p:cNvSpPr txBox="1"/>
          <p:nvPr/>
        </p:nvSpPr>
        <p:spPr>
          <a:xfrm>
            <a:off x="3383280" y="249631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7" name="Text 4"/>
          <p:cNvSpPr/>
          <p:nvPr/>
        </p:nvSpPr>
        <p:spPr>
          <a:xfrm>
            <a:off x="548640" y="160020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Premier contact, client, administration ?</a:t>
            </a:r>
            <a:endParaRPr lang="en-US" sz="1600" dirty="0"/>
          </a:p>
        </p:txBody>
      </p:sp>
      <p:sp>
        <p:nvSpPr>
          <p:cNvPr id="8" name="Shape 5"/>
          <p:cNvSpPr/>
          <p:nvPr/>
        </p:nvSpPr>
        <p:spPr>
          <a:xfrm>
            <a:off x="6053328" y="2057400"/>
            <a:ext cx="896112" cy="914"/>
          </a:xfrm>
          <a:prstGeom prst="line">
            <a:avLst/>
          </a:prstGeom>
          <a:noFill/>
          <a:ln w="25400">
            <a:solidFill>
              <a:srgbClr val="2E7D4F"/>
            </a:solidFill>
            <a:prstDash val="solid"/>
            <a:tailEnd type="triangle"/>
          </a:ln>
        </p:spPr>
      </p:sp>
      <p:sp>
        <p:nvSpPr>
          <p:cNvPr id="9" name="Text 6"/>
          <p:cNvSpPr txBox="1"/>
          <p:nvPr/>
        </p:nvSpPr>
        <p:spPr>
          <a:xfrm>
            <a:off x="6126480" y="170992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0" name="Shape 7"/>
          <p:cNvSpPr/>
          <p:nvPr/>
        </p:nvSpPr>
        <p:spPr>
          <a:xfrm>
            <a:off x="6995160" y="1709928"/>
            <a:ext cx="2103120" cy="694944"/>
          </a:xfrm>
          <a:prstGeom prst="roundRect">
            <a:avLst>
              <a:gd name="adj" fmla="val 10526"/>
            </a:avLst>
          </a:prstGeom>
          <a:solidFill>
            <a:schemeClr val="tx2"/>
          </a:solidFill>
          <a:ln w="12700">
            <a:solidFill>
              <a:srgbClr val="FFFFFF">
                <a:alpha val="0"/>
              </a:srgbClr>
            </a:solidFill>
            <a:prstDash val="solid"/>
          </a:ln>
        </p:spPr>
      </p:sp>
      <p:sp>
        <p:nvSpPr>
          <p:cNvPr id="11" name="Text 8"/>
          <p:cNvSpPr txBox="1"/>
          <p:nvPr/>
        </p:nvSpPr>
        <p:spPr>
          <a:xfrm>
            <a:off x="6995160" y="170992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12" name="Shape 9"/>
          <p:cNvSpPr/>
          <p:nvPr/>
        </p:nvSpPr>
        <p:spPr>
          <a:xfrm>
            <a:off x="3291840" y="3703320"/>
            <a:ext cx="914" cy="256032"/>
          </a:xfrm>
          <a:prstGeom prst="line">
            <a:avLst/>
          </a:prstGeom>
          <a:noFill/>
          <a:ln w="22225">
            <a:solidFill>
              <a:srgbClr val="4A5A70"/>
            </a:solidFill>
            <a:prstDash val="solid"/>
            <a:tailEnd type="triangle"/>
          </a:ln>
        </p:spPr>
      </p:sp>
      <p:sp>
        <p:nvSpPr>
          <p:cNvPr id="13" name="Text 10"/>
          <p:cNvSpPr txBox="1"/>
          <p:nvPr/>
        </p:nvSpPr>
        <p:spPr>
          <a:xfrm>
            <a:off x="3383280" y="368503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4" name="Text 11"/>
          <p:cNvSpPr/>
          <p:nvPr/>
        </p:nvSpPr>
        <p:spPr>
          <a:xfrm>
            <a:off x="548640" y="278892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Supérieur ou personne plus âgée ?</a:t>
            </a:r>
            <a:endParaRPr lang="en-US" sz="1600" dirty="0"/>
          </a:p>
        </p:txBody>
      </p:sp>
      <p:sp>
        <p:nvSpPr>
          <p:cNvPr id="15" name="Shape 12"/>
          <p:cNvSpPr/>
          <p:nvPr/>
        </p:nvSpPr>
        <p:spPr>
          <a:xfrm>
            <a:off x="6053328" y="3246120"/>
            <a:ext cx="896112" cy="914"/>
          </a:xfrm>
          <a:prstGeom prst="line">
            <a:avLst/>
          </a:prstGeom>
          <a:noFill/>
          <a:ln w="25400">
            <a:solidFill>
              <a:srgbClr val="2E7D4F"/>
            </a:solidFill>
            <a:prstDash val="solid"/>
            <a:tailEnd type="triangle"/>
          </a:ln>
        </p:spPr>
      </p:sp>
      <p:sp>
        <p:nvSpPr>
          <p:cNvPr id="16" name="Text 13"/>
          <p:cNvSpPr txBox="1"/>
          <p:nvPr/>
        </p:nvSpPr>
        <p:spPr>
          <a:xfrm>
            <a:off x="6126480" y="289864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7" name="Shape 14"/>
          <p:cNvSpPr/>
          <p:nvPr/>
        </p:nvSpPr>
        <p:spPr>
          <a:xfrm>
            <a:off x="6995160" y="2898648"/>
            <a:ext cx="2103120" cy="694944"/>
          </a:xfrm>
          <a:prstGeom prst="roundRect">
            <a:avLst>
              <a:gd name="adj" fmla="val 10526"/>
            </a:avLst>
          </a:prstGeom>
          <a:solidFill>
            <a:schemeClr val="tx2"/>
          </a:solidFill>
          <a:ln w="12700">
            <a:solidFill>
              <a:srgbClr val="FFFFFF">
                <a:alpha val="0"/>
              </a:srgbClr>
            </a:solidFill>
            <a:prstDash val="solid"/>
          </a:ln>
        </p:spPr>
      </p:sp>
      <p:sp>
        <p:nvSpPr>
          <p:cNvPr id="18" name="Text 15"/>
          <p:cNvSpPr txBox="1"/>
          <p:nvPr/>
        </p:nvSpPr>
        <p:spPr>
          <a:xfrm>
            <a:off x="6995160" y="289864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r>
              <a:rPr lang="en-US" sz="2200" dirty="0">
                <a:solidFill>
                  <a:schemeClr val="bg1"/>
                </a:solidFill>
              </a:rPr>
              <a:t> (au début)</a:t>
            </a:r>
            <a:endParaRPr lang="en-US" sz="2200" dirty="0"/>
          </a:p>
        </p:txBody>
      </p:sp>
      <p:sp>
        <p:nvSpPr>
          <p:cNvPr id="19" name="Text 16"/>
          <p:cNvSpPr/>
          <p:nvPr/>
        </p:nvSpPr>
        <p:spPr>
          <a:xfrm>
            <a:off x="548640" y="397764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Collègue, ami, enfant, famille ?</a:t>
            </a:r>
            <a:endParaRPr lang="en-US" sz="1600" dirty="0"/>
          </a:p>
        </p:txBody>
      </p:sp>
      <p:sp>
        <p:nvSpPr>
          <p:cNvPr id="20" name="Shape 17"/>
          <p:cNvSpPr/>
          <p:nvPr/>
        </p:nvSpPr>
        <p:spPr>
          <a:xfrm>
            <a:off x="6053328" y="4434840"/>
            <a:ext cx="896112" cy="914"/>
          </a:xfrm>
          <a:prstGeom prst="line">
            <a:avLst/>
          </a:prstGeom>
          <a:noFill/>
          <a:ln w="25400">
            <a:solidFill>
              <a:srgbClr val="2E7D4F"/>
            </a:solidFill>
            <a:prstDash val="solid"/>
            <a:tailEnd type="triangle"/>
          </a:ln>
        </p:spPr>
      </p:sp>
      <p:sp>
        <p:nvSpPr>
          <p:cNvPr id="21" name="Text 18"/>
          <p:cNvSpPr txBox="1"/>
          <p:nvPr/>
        </p:nvSpPr>
        <p:spPr>
          <a:xfrm>
            <a:off x="6126480" y="408736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22" name="Shape 19"/>
          <p:cNvSpPr/>
          <p:nvPr/>
        </p:nvSpPr>
        <p:spPr>
          <a:xfrm>
            <a:off x="6995160" y="4087368"/>
            <a:ext cx="2103120" cy="694944"/>
          </a:xfrm>
          <a:prstGeom prst="roundRect">
            <a:avLst>
              <a:gd name="adj" fmla="val 10526"/>
            </a:avLst>
          </a:prstGeom>
          <a:solidFill>
            <a:srgbClr val="5B9BD5"/>
          </a:solidFill>
          <a:ln w="12700">
            <a:solidFill>
              <a:srgbClr val="FFFFFF">
                <a:alpha val="0"/>
              </a:srgbClr>
            </a:solidFill>
            <a:prstDash val="solid"/>
          </a:ln>
        </p:spPr>
      </p:sp>
      <p:sp>
        <p:nvSpPr>
          <p:cNvPr id="23" name="Text 20"/>
          <p:cNvSpPr txBox="1"/>
          <p:nvPr/>
        </p:nvSpPr>
        <p:spPr>
          <a:xfrm>
            <a:off x="6995160" y="408736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je</a:t>
            </a:r>
            <a:endParaRPr lang="en-US" sz="2200" dirty="0"/>
          </a:p>
        </p:txBody>
      </p:sp>
      <p:sp>
        <p:nvSpPr>
          <p:cNvPr id="24" name="Shape 21"/>
          <p:cNvSpPr/>
          <p:nvPr/>
        </p:nvSpPr>
        <p:spPr>
          <a:xfrm>
            <a:off x="9326880" y="1600200"/>
            <a:ext cx="2313432" cy="3108960"/>
          </a:xfrm>
          <a:prstGeom prst="roundRect">
            <a:avLst>
              <a:gd name="adj" fmla="val 395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9509760" y="1764792"/>
            <a:ext cx="566928" cy="566928"/>
          </a:xfrm>
          <a:prstGeom prst="ellipse">
            <a:avLst/>
          </a:prstGeom>
          <a:solidFill>
            <a:schemeClr val="accent1"/>
          </a:solidFill>
          <a:ln w="12700">
            <a:solidFill>
              <a:srgbClr val="FFFFFF">
                <a:alpha val="0"/>
              </a:srgbClr>
            </a:solidFill>
            <a:prstDash val="solid"/>
          </a:ln>
        </p:spPr>
      </p:sp>
      <p:pic>
        <p:nvPicPr>
          <p:cNvPr id="26" name="Image 0" descr="Lightbulb">    </p:cNvPr>
          <p:cNvPicPr>
            <a:picLocks noChangeAspect="1"/>
          </p:cNvPicPr>
          <p:nvPr/>
        </p:nvPicPr>
        <p:blipFill>
          <a:blip r:embed="rId1"/>
          <a:stretch>
            <a:fillRect/>
          </a:stretch>
        </p:blipFill>
        <p:spPr>
          <a:xfrm>
            <a:off x="9645823" y="1900855"/>
            <a:ext cx="294803" cy="294803"/>
          </a:xfrm>
          <a:prstGeom prst="rect">
            <a:avLst/>
          </a:prstGeom>
        </p:spPr>
      </p:pic>
      <p:sp>
        <p:nvSpPr>
          <p:cNvPr id="27" name="Text 23"/>
          <p:cNvSpPr txBox="1"/>
          <p:nvPr/>
        </p:nvSpPr>
        <p:spPr>
          <a:xfrm>
            <a:off x="10222992" y="1746504"/>
            <a:ext cx="1280160" cy="603504"/>
          </a:xfrm>
          <a:prstGeom prst="rect">
            <a:avLst/>
          </a:prstGeom>
          <a:noFill/>
          <a:ln/>
        </p:spPr>
        <p:txBody>
          <a:bodyPr wrap="square" lIns="0" tIns="0" rIns="0" bIns="0" rtlCol="0" anchor="ctr"/>
          <a:lstStyle/>
          <a:p>
            <a:pPr algn="l" indent="0" marL="0">
              <a:buNone/>
            </a:pPr>
            <a:r>
              <a:rPr lang="en-US" sz="1900" b="1" dirty="0">
                <a:solidFill>
                  <a:schemeClr val="accent1"/>
                </a:solidFill>
              </a:rPr>
              <a:t>Dans le doute</a:t>
            </a:r>
            <a:endParaRPr lang="en-US" sz="1900" dirty="0"/>
          </a:p>
        </p:txBody>
      </p:sp>
      <p:sp>
        <p:nvSpPr>
          <p:cNvPr id="28" name="Text 24"/>
          <p:cNvSpPr txBox="1"/>
          <p:nvPr/>
        </p:nvSpPr>
        <p:spPr>
          <a:xfrm>
            <a:off x="9528048" y="2468880"/>
            <a:ext cx="1911096" cy="21305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Commencez par </a:t>
            </a:r>
            <a:r>
              <a:rPr lang="en-US" sz="1800" i="1" dirty="0">
                <a:solidFill>
                  <a:schemeClr val="tx1"/>
                </a:solidFill>
              </a:rPr>
              <a:t>u</a:t>
            </a:r>
            <a:r>
              <a:rPr lang="en-US" sz="1800" dirty="0">
                <a:solidFill>
                  <a:schemeClr val="tx1"/>
                </a:solidFill>
              </a:rPr>
              <a:t>.</a:t>
            </a:r>
            <a:endParaRPr lang="en-US" sz="1800" dirty="0"/>
          </a:p>
          <a:p>
            <a:pPr algn="l" indent="0" marL="0">
              <a:spcAft>
                <a:spcPts val="600"/>
              </a:spcAft>
              <a:buNone/>
            </a:pPr>
            <a:r>
              <a:rPr lang="en-US" sz="1800" dirty="0">
                <a:solidFill>
                  <a:schemeClr val="tx1"/>
                </a:solidFill>
              </a:rPr>
              <a:t>L’autre propose le </a:t>
            </a:r>
            <a:r>
              <a:rPr lang="en-US" sz="1800" i="1" dirty="0">
                <a:solidFill>
                  <a:schemeClr val="tx1"/>
                </a:solidFill>
              </a:rPr>
              <a:t>je</a:t>
            </a:r>
            <a:r>
              <a:rPr lang="en-US" sz="1800" dirty="0">
                <a:solidFill>
                  <a:schemeClr val="tx1"/>
                </a:solidFill>
              </a:rPr>
              <a:t>.</a:t>
            </a:r>
            <a:endParaRPr lang="en-US" sz="1800" dirty="0"/>
          </a:p>
        </p:txBody>
      </p:sp>
      <p:sp>
        <p:nvSpPr>
          <p:cNvPr id="29" name="Shape 25"/>
          <p:cNvSpPr/>
          <p:nvPr/>
        </p:nvSpPr>
        <p:spPr>
          <a:xfrm>
            <a:off x="548640" y="5257800"/>
            <a:ext cx="11091672" cy="1005840"/>
          </a:xfrm>
          <a:prstGeom prst="roundRect">
            <a:avLst>
              <a:gd name="adj" fmla="val 7273"/>
            </a:avLst>
          </a:prstGeom>
          <a:solidFill>
            <a:schemeClr val="accent3">
              <a:alpha val="12000"/>
            </a:schemeClr>
          </a:solidFill>
          <a:ln w="15875">
            <a:solidFill>
              <a:srgbClr val="2E7D4F"/>
            </a:solidFill>
            <a:prstDash val="solid"/>
          </a:ln>
        </p:spPr>
      </p:sp>
      <p:pic>
        <p:nvPicPr>
          <p:cNvPr id="30" name="Image 1" descr="handshake">    </p:cNvPr>
          <p:cNvPicPr>
            <a:picLocks noChangeAspect="1"/>
          </p:cNvPicPr>
          <p:nvPr/>
        </p:nvPicPr>
        <p:blipFill>
          <a:blip r:embed="rId2"/>
          <a:stretch>
            <a:fillRect/>
          </a:stretch>
        </p:blipFill>
        <p:spPr>
          <a:xfrm>
            <a:off x="777240" y="5376672"/>
            <a:ext cx="777240" cy="777240"/>
          </a:xfrm>
          <a:prstGeom prst="rect">
            <a:avLst/>
          </a:prstGeom>
        </p:spPr>
      </p:pic>
      <p:sp>
        <p:nvSpPr>
          <p:cNvPr id="31" name="Text 26"/>
          <p:cNvSpPr txBox="1"/>
          <p:nvPr/>
        </p:nvSpPr>
        <p:spPr>
          <a:xfrm>
            <a:off x="1783080" y="5257800"/>
            <a:ext cx="9692640" cy="1005840"/>
          </a:xfrm>
          <a:prstGeom prst="rect">
            <a:avLst/>
          </a:prstGeom>
          <a:noFill/>
          <a:ln/>
        </p:spPr>
        <p:txBody>
          <a:bodyPr wrap="square" lIns="0" tIns="0" rIns="0" bIns="0" rtlCol="0" anchor="ctr"/>
          <a:lstStyle/>
          <a:p>
            <a:pPr algn="l" indent="0" marL="0">
              <a:buNone/>
            </a:pPr>
            <a:r>
              <a:rPr lang="en-US" sz="2100" dirty="0">
                <a:solidFill>
                  <a:schemeClr val="tx1"/>
                </a:solidFill>
              </a:rPr>
              <a:t>On passe au </a:t>
            </a:r>
            <a:r>
              <a:rPr lang="en-US" sz="2100" i="1" dirty="0">
                <a:solidFill>
                  <a:schemeClr val="tx1"/>
                </a:solidFill>
              </a:rPr>
              <a:t>je</a:t>
            </a:r>
            <a:r>
              <a:rPr lang="en-US" sz="2100" dirty="0">
                <a:solidFill>
                  <a:schemeClr val="tx1"/>
                </a:solidFill>
              </a:rPr>
              <a:t> quand l’autre le propose : </a:t>
            </a:r>
            <a:r>
              <a:rPr lang="en-US" sz="2100" b="1" i="1" dirty="0">
                <a:solidFill>
                  <a:schemeClr val="tx1"/>
                </a:solidFill>
              </a:rPr>
              <a:t>Zeg maar je!</a:t>
            </a:r>
            <a:r>
              <a:rPr lang="en-US" sz="2100" dirty="0">
                <a:solidFill>
                  <a:schemeClr val="tx1"/>
                </a:solidFill>
              </a:rPr>
              <a:t> = Tu peux me tutoyer !</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Saluer selon le moment de la journée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11091672" cy="868680"/>
          </a:xfrm>
          <a:prstGeom prst="roundRect">
            <a:avLst>
              <a:gd name="adj" fmla="val 8421"/>
            </a:avLst>
          </a:prstGeom>
          <a:solidFill>
            <a:schemeClr val="bg2"/>
          </a:solidFill>
          <a:ln w="12700">
            <a:solidFill>
              <a:srgbClr val="D5DCE6"/>
            </a:solidFill>
            <a:prstDash val="solid"/>
          </a:ln>
        </p:spPr>
      </p:sp>
      <p:sp>
        <p:nvSpPr>
          <p:cNvPr id="6" name="Text 3"/>
          <p:cNvSpPr txBox="1"/>
          <p:nvPr/>
        </p:nvSpPr>
        <p:spPr>
          <a:xfrm>
            <a:off x="777240" y="1572768"/>
            <a:ext cx="2194560" cy="868680"/>
          </a:xfrm>
          <a:prstGeom prst="rect">
            <a:avLst/>
          </a:prstGeom>
          <a:noFill/>
          <a:ln/>
        </p:spPr>
        <p:txBody>
          <a:bodyPr wrap="square" lIns="0" tIns="0" rIns="0" bIns="0" rtlCol="0" anchor="ctr"/>
          <a:lstStyle/>
          <a:p>
            <a:pPr algn="l" indent="0" marL="0">
              <a:buNone/>
            </a:pPr>
            <a:r>
              <a:rPr lang="en-US" sz="1800" b="1" dirty="0">
                <a:solidFill>
                  <a:schemeClr val="tx2"/>
                </a:solidFill>
              </a:rPr>
              <a:t>Passe-partout :</a:t>
            </a:r>
            <a:endParaRPr lang="en-US" sz="1800" dirty="0"/>
          </a:p>
        </p:txBody>
      </p:sp>
      <p:sp>
        <p:nvSpPr>
          <p:cNvPr id="7" name="Text 4"/>
          <p:cNvSpPr txBox="1"/>
          <p:nvPr/>
        </p:nvSpPr>
        <p:spPr>
          <a:xfrm>
            <a:off x="2926080" y="1572768"/>
            <a:ext cx="1188720" cy="868680"/>
          </a:xfrm>
          <a:prstGeom prst="rect">
            <a:avLst/>
          </a:prstGeom>
          <a:noFill/>
          <a:ln/>
        </p:spPr>
        <p:txBody>
          <a:bodyPr wrap="square" lIns="0" tIns="0" rIns="0" bIns="0" rtlCol="0" anchor="ctr"/>
          <a:lstStyle/>
          <a:p>
            <a:pPr algn="l" indent="0" marL="0">
              <a:buNone/>
            </a:pPr>
            <a:r>
              <a:rPr lang="en-US" sz="2400" b="1" i="1" dirty="0">
                <a:solidFill>
                  <a:schemeClr val="tx1"/>
                </a:solidFill>
              </a:rPr>
              <a:t>Dag!</a:t>
            </a:r>
            <a:endParaRPr lang="en-US" sz="2400" dirty="0"/>
          </a:p>
        </p:txBody>
      </p:sp>
      <p:sp>
        <p:nvSpPr>
          <p:cNvPr id="8" name="Shape 5"/>
          <p:cNvSpPr/>
          <p:nvPr/>
        </p:nvSpPr>
        <p:spPr>
          <a:xfrm>
            <a:off x="4069080" y="1828800"/>
            <a:ext cx="347472" cy="347472"/>
          </a:xfrm>
          <a:prstGeom prst="ellipse">
            <a:avLst/>
          </a:prstGeom>
          <a:solidFill>
            <a:schemeClr val="tx2"/>
          </a:solidFill>
          <a:ln w="12700">
            <a:solidFill>
              <a:srgbClr val="FFFFFF">
                <a:alpha val="0"/>
              </a:srgbClr>
            </a:solidFill>
            <a:prstDash val="solid"/>
          </a:ln>
        </p:spPr>
      </p:sp>
      <p:sp>
        <p:nvSpPr>
          <p:cNvPr id="9" name="Text 6"/>
          <p:cNvSpPr txBox="1"/>
          <p:nvPr/>
        </p:nvSpPr>
        <p:spPr>
          <a:xfrm>
            <a:off x="406908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10" name="Shape 7"/>
          <p:cNvSpPr/>
          <p:nvPr/>
        </p:nvSpPr>
        <p:spPr>
          <a:xfrm>
            <a:off x="4462272" y="1828800"/>
            <a:ext cx="347472" cy="347472"/>
          </a:xfrm>
          <a:prstGeom prst="ellipse">
            <a:avLst/>
          </a:prstGeom>
          <a:solidFill>
            <a:srgbClr val="5B9BD5"/>
          </a:solidFill>
          <a:ln w="12700">
            <a:solidFill>
              <a:srgbClr val="FFFFFF">
                <a:alpha val="0"/>
              </a:srgbClr>
            </a:solidFill>
            <a:prstDash val="solid"/>
          </a:ln>
        </p:spPr>
      </p:sp>
      <p:sp>
        <p:nvSpPr>
          <p:cNvPr id="11" name="Text 8"/>
          <p:cNvSpPr txBox="1"/>
          <p:nvPr/>
        </p:nvSpPr>
        <p:spPr>
          <a:xfrm>
            <a:off x="4462272"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2" name="Text 9"/>
          <p:cNvSpPr txBox="1"/>
          <p:nvPr/>
        </p:nvSpPr>
        <p:spPr>
          <a:xfrm>
            <a:off x="5577840" y="1572768"/>
            <a:ext cx="2377440" cy="868680"/>
          </a:xfrm>
          <a:prstGeom prst="rect">
            <a:avLst/>
          </a:prstGeom>
          <a:noFill/>
          <a:ln/>
        </p:spPr>
        <p:txBody>
          <a:bodyPr wrap="square" lIns="0" tIns="0" rIns="0" bIns="0" rtlCol="0" anchor="ctr"/>
          <a:lstStyle/>
          <a:p>
            <a:pPr algn="l" indent="0" marL="0">
              <a:buNone/>
            </a:pPr>
            <a:r>
              <a:rPr lang="en-US" sz="2400" i="1" dirty="0">
                <a:solidFill>
                  <a:schemeClr val="tx1"/>
                </a:solidFill>
              </a:rPr>
              <a:t>Hallo! · Hoi!</a:t>
            </a:r>
            <a:endParaRPr lang="en-US" sz="2400" dirty="0"/>
          </a:p>
        </p:txBody>
      </p:sp>
      <p:sp>
        <p:nvSpPr>
          <p:cNvPr id="13" name="Shape 10"/>
          <p:cNvSpPr/>
          <p:nvPr/>
        </p:nvSpPr>
        <p:spPr>
          <a:xfrm>
            <a:off x="7818120" y="1828800"/>
            <a:ext cx="347472" cy="347472"/>
          </a:xfrm>
          <a:prstGeom prst="ellipse">
            <a:avLst/>
          </a:prstGeom>
          <a:solidFill>
            <a:srgbClr val="5B9BD5"/>
          </a:solidFill>
          <a:ln w="12700">
            <a:solidFill>
              <a:srgbClr val="FFFFFF">
                <a:alpha val="0"/>
              </a:srgbClr>
            </a:solidFill>
            <a:prstDash val="solid"/>
          </a:ln>
        </p:spPr>
      </p:sp>
      <p:sp>
        <p:nvSpPr>
          <p:cNvPr id="14" name="Text 11"/>
          <p:cNvSpPr txBox="1"/>
          <p:nvPr/>
        </p:nvSpPr>
        <p:spPr>
          <a:xfrm>
            <a:off x="781812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5" name="Shape 12"/>
          <p:cNvSpPr/>
          <p:nvPr/>
        </p:nvSpPr>
        <p:spPr>
          <a:xfrm>
            <a:off x="548640" y="3291840"/>
            <a:ext cx="2772918" cy="384048"/>
          </a:xfrm>
          <a:prstGeom prst="rect">
            <a:avLst/>
          </a:prstGeom>
          <a:solidFill>
            <a:srgbClr val="F6C27E"/>
          </a:solidFill>
          <a:ln w="12700">
            <a:solidFill>
              <a:srgbClr val="FFFFFF">
                <a:alpha val="0"/>
              </a:srgbClr>
            </a:solidFill>
            <a:prstDash val="solid"/>
          </a:ln>
        </p:spPr>
      </p:sp>
      <p:sp>
        <p:nvSpPr>
          <p:cNvPr id="16" name="Text 13"/>
          <p:cNvSpPr txBox="1"/>
          <p:nvPr/>
        </p:nvSpPr>
        <p:spPr>
          <a:xfrm>
            <a:off x="548640"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6 u</a:t>
            </a:r>
            <a:endParaRPr lang="en-US" sz="1200" dirty="0"/>
          </a:p>
        </p:txBody>
      </p:sp>
      <p:pic>
        <p:nvPicPr>
          <p:cNvPr id="17" name="Image 0" descr="sunrise">    </p:cNvPr>
          <p:cNvPicPr>
            <a:picLocks noChangeAspect="1"/>
          </p:cNvPicPr>
          <p:nvPr/>
        </p:nvPicPr>
        <p:blipFill>
          <a:blip r:embed="rId1"/>
          <a:stretch>
            <a:fillRect/>
          </a:stretch>
        </p:blipFill>
        <p:spPr>
          <a:xfrm>
            <a:off x="1615059" y="2606040"/>
            <a:ext cx="640080" cy="640080"/>
          </a:xfrm>
          <a:prstGeom prst="rect">
            <a:avLst/>
          </a:prstGeom>
        </p:spPr>
      </p:pic>
      <p:sp>
        <p:nvSpPr>
          <p:cNvPr id="18" name="Shape 14"/>
          <p:cNvSpPr/>
          <p:nvPr/>
        </p:nvSpPr>
        <p:spPr>
          <a:xfrm>
            <a:off x="658368" y="4114800"/>
            <a:ext cx="2553462" cy="1417320"/>
          </a:xfrm>
          <a:prstGeom prst="roundRect">
            <a:avLst>
              <a:gd name="adj" fmla="val 5161"/>
            </a:avLst>
          </a:prstGeom>
          <a:solidFill>
            <a:schemeClr val="bg1"/>
          </a:solidFill>
          <a:ln w="31750">
            <a:solidFill>
              <a:srgbClr val="F6C27E"/>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658368"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Goedemorgen</a:t>
            </a:r>
            <a:endParaRPr lang="en-US" sz="2400" dirty="0"/>
          </a:p>
        </p:txBody>
      </p:sp>
      <p:sp>
        <p:nvSpPr>
          <p:cNvPr id="20" name="Text 16"/>
          <p:cNvSpPr txBox="1"/>
          <p:nvPr/>
        </p:nvSpPr>
        <p:spPr>
          <a:xfrm>
            <a:off x="658368"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 12 u</a:t>
            </a:r>
            <a:endParaRPr lang="en-US" sz="1600" dirty="0"/>
          </a:p>
        </p:txBody>
      </p:sp>
      <p:sp>
        <p:nvSpPr>
          <p:cNvPr id="21" name="Shape 17"/>
          <p:cNvSpPr/>
          <p:nvPr/>
        </p:nvSpPr>
        <p:spPr>
          <a:xfrm>
            <a:off x="3321558" y="3291840"/>
            <a:ext cx="2772918" cy="384048"/>
          </a:xfrm>
          <a:prstGeom prst="rect">
            <a:avLst/>
          </a:prstGeom>
          <a:solidFill>
            <a:srgbClr val="F2D25A"/>
          </a:solidFill>
          <a:ln w="12700">
            <a:solidFill>
              <a:srgbClr val="FFFFFF">
                <a:alpha val="0"/>
              </a:srgbClr>
            </a:solidFill>
            <a:prstDash val="solid"/>
          </a:ln>
        </p:spPr>
      </p:sp>
      <p:sp>
        <p:nvSpPr>
          <p:cNvPr id="22" name="Text 18"/>
          <p:cNvSpPr txBox="1"/>
          <p:nvPr/>
        </p:nvSpPr>
        <p:spPr>
          <a:xfrm>
            <a:off x="3321558"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12 u</a:t>
            </a:r>
            <a:endParaRPr lang="en-US" sz="1200" dirty="0"/>
          </a:p>
        </p:txBody>
      </p:sp>
      <p:pic>
        <p:nvPicPr>
          <p:cNvPr id="23" name="Image 1" descr="sun">    </p:cNvPr>
          <p:cNvPicPr>
            <a:picLocks noChangeAspect="1"/>
          </p:cNvPicPr>
          <p:nvPr/>
        </p:nvPicPr>
        <p:blipFill>
          <a:blip r:embed="rId2"/>
          <a:stretch>
            <a:fillRect/>
          </a:stretch>
        </p:blipFill>
        <p:spPr>
          <a:xfrm>
            <a:off x="4387977" y="2606040"/>
            <a:ext cx="640080" cy="640080"/>
          </a:xfrm>
          <a:prstGeom prst="rect">
            <a:avLst/>
          </a:prstGeom>
        </p:spPr>
      </p:pic>
      <p:sp>
        <p:nvSpPr>
          <p:cNvPr id="24" name="Shape 19"/>
          <p:cNvSpPr/>
          <p:nvPr/>
        </p:nvSpPr>
        <p:spPr>
          <a:xfrm>
            <a:off x="3431286" y="4114800"/>
            <a:ext cx="2553462" cy="1417320"/>
          </a:xfrm>
          <a:prstGeom prst="roundRect">
            <a:avLst>
              <a:gd name="adj" fmla="val 5161"/>
            </a:avLst>
          </a:prstGeom>
          <a:solidFill>
            <a:schemeClr val="bg1"/>
          </a:solidFill>
          <a:ln w="31750">
            <a:solidFill>
              <a:srgbClr val="F2D25A"/>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3431286"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Goedemiddag</a:t>
            </a:r>
            <a:endParaRPr lang="en-US" sz="2400" dirty="0"/>
          </a:p>
        </p:txBody>
      </p:sp>
      <p:sp>
        <p:nvSpPr>
          <p:cNvPr id="26" name="Text 21"/>
          <p:cNvSpPr txBox="1"/>
          <p:nvPr/>
        </p:nvSpPr>
        <p:spPr>
          <a:xfrm>
            <a:off x="3431286"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12 → 18 u</a:t>
            </a:r>
            <a:endParaRPr lang="en-US" sz="1600" dirty="0"/>
          </a:p>
        </p:txBody>
      </p:sp>
      <p:sp>
        <p:nvSpPr>
          <p:cNvPr id="27" name="Shape 22"/>
          <p:cNvSpPr/>
          <p:nvPr/>
        </p:nvSpPr>
        <p:spPr>
          <a:xfrm>
            <a:off x="6094476" y="3291840"/>
            <a:ext cx="2772918" cy="384048"/>
          </a:xfrm>
          <a:prstGeom prst="rect">
            <a:avLst/>
          </a:prstGeom>
          <a:solidFill>
            <a:srgbClr val="E3864E"/>
          </a:solidFill>
          <a:ln w="12700">
            <a:solidFill>
              <a:srgbClr val="FFFFFF">
                <a:alpha val="0"/>
              </a:srgbClr>
            </a:solidFill>
            <a:prstDash val="solid"/>
          </a:ln>
        </p:spPr>
      </p:sp>
      <p:sp>
        <p:nvSpPr>
          <p:cNvPr id="28" name="Text 23"/>
          <p:cNvSpPr txBox="1"/>
          <p:nvPr/>
        </p:nvSpPr>
        <p:spPr>
          <a:xfrm>
            <a:off x="6094476"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18 u</a:t>
            </a:r>
            <a:endParaRPr lang="en-US" sz="1200" dirty="0"/>
          </a:p>
        </p:txBody>
      </p:sp>
      <p:pic>
        <p:nvPicPr>
          <p:cNvPr id="29" name="Image 2" descr="sunset">    </p:cNvPr>
          <p:cNvPicPr>
            <a:picLocks noChangeAspect="1"/>
          </p:cNvPicPr>
          <p:nvPr/>
        </p:nvPicPr>
        <p:blipFill>
          <a:blip r:embed="rId3"/>
          <a:stretch>
            <a:fillRect/>
          </a:stretch>
        </p:blipFill>
        <p:spPr>
          <a:xfrm>
            <a:off x="7160895" y="2606040"/>
            <a:ext cx="640080" cy="640080"/>
          </a:xfrm>
          <a:prstGeom prst="rect">
            <a:avLst/>
          </a:prstGeom>
        </p:spPr>
      </p:pic>
      <p:sp>
        <p:nvSpPr>
          <p:cNvPr id="30" name="Shape 24"/>
          <p:cNvSpPr/>
          <p:nvPr/>
        </p:nvSpPr>
        <p:spPr>
          <a:xfrm>
            <a:off x="6204204" y="4114800"/>
            <a:ext cx="2553462" cy="1417320"/>
          </a:xfrm>
          <a:prstGeom prst="roundRect">
            <a:avLst>
              <a:gd name="adj" fmla="val 5161"/>
            </a:avLst>
          </a:prstGeom>
          <a:solidFill>
            <a:schemeClr val="bg1"/>
          </a:solidFill>
          <a:ln w="31750">
            <a:solidFill>
              <a:srgbClr val="E3864E"/>
            </a:solidFill>
            <a:prstDash val="solid"/>
          </a:ln>
          <a:effectLst>
            <a:outerShdw sx="100000" sy="100000" kx="0" ky="0" algn="bl" rotWithShape="0" blurRad="101600" dist="25400" dir="3600000">
              <a:srgbClr val="000000">
                <a:alpha val="16000"/>
              </a:srgbClr>
            </a:outerShdw>
          </a:effectLst>
        </p:spPr>
      </p:sp>
      <p:sp>
        <p:nvSpPr>
          <p:cNvPr id="31" name="Text 25"/>
          <p:cNvSpPr txBox="1"/>
          <p:nvPr/>
        </p:nvSpPr>
        <p:spPr>
          <a:xfrm>
            <a:off x="6204204"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Goedenavond</a:t>
            </a:r>
            <a:endParaRPr lang="en-US" sz="2400" dirty="0"/>
          </a:p>
        </p:txBody>
      </p:sp>
      <p:sp>
        <p:nvSpPr>
          <p:cNvPr id="32" name="Text 26"/>
          <p:cNvSpPr txBox="1"/>
          <p:nvPr/>
        </p:nvSpPr>
        <p:spPr>
          <a:xfrm>
            <a:off x="6204204"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après 18 u</a:t>
            </a:r>
            <a:endParaRPr lang="en-US" sz="1600" dirty="0"/>
          </a:p>
        </p:txBody>
      </p:sp>
      <p:sp>
        <p:nvSpPr>
          <p:cNvPr id="33" name="Shape 27"/>
          <p:cNvSpPr/>
          <p:nvPr/>
        </p:nvSpPr>
        <p:spPr>
          <a:xfrm>
            <a:off x="8867394" y="3291840"/>
            <a:ext cx="2772918" cy="384048"/>
          </a:xfrm>
          <a:prstGeom prst="rect">
            <a:avLst/>
          </a:prstGeom>
          <a:solidFill>
            <a:srgbClr val="3E4E7A"/>
          </a:solidFill>
          <a:ln w="12700">
            <a:solidFill>
              <a:srgbClr val="FFFFFF">
                <a:alpha val="0"/>
              </a:srgbClr>
            </a:solidFill>
            <a:prstDash val="solid"/>
          </a:ln>
        </p:spPr>
      </p:sp>
      <p:sp>
        <p:nvSpPr>
          <p:cNvPr id="34" name="Text 28"/>
          <p:cNvSpPr txBox="1"/>
          <p:nvPr/>
        </p:nvSpPr>
        <p:spPr>
          <a:xfrm>
            <a:off x="8867394"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22 u</a:t>
            </a:r>
            <a:endParaRPr lang="en-US" sz="1200" dirty="0"/>
          </a:p>
        </p:txBody>
      </p:sp>
      <p:pic>
        <p:nvPicPr>
          <p:cNvPr id="35" name="Image 3" descr="night with stars">    </p:cNvPr>
          <p:cNvPicPr>
            <a:picLocks noChangeAspect="1"/>
          </p:cNvPicPr>
          <p:nvPr/>
        </p:nvPicPr>
        <p:blipFill>
          <a:blip r:embed="rId4"/>
          <a:stretch>
            <a:fillRect/>
          </a:stretch>
        </p:blipFill>
        <p:spPr>
          <a:xfrm>
            <a:off x="9933813" y="2606040"/>
            <a:ext cx="640080" cy="640080"/>
          </a:xfrm>
          <a:prstGeom prst="rect">
            <a:avLst/>
          </a:prstGeom>
        </p:spPr>
      </p:pic>
      <p:sp>
        <p:nvSpPr>
          <p:cNvPr id="36" name="Shape 29"/>
          <p:cNvSpPr/>
          <p:nvPr/>
        </p:nvSpPr>
        <p:spPr>
          <a:xfrm>
            <a:off x="8977122" y="4114800"/>
            <a:ext cx="2553462" cy="1417320"/>
          </a:xfrm>
          <a:prstGeom prst="roundRect">
            <a:avLst>
              <a:gd name="adj" fmla="val 5161"/>
            </a:avLst>
          </a:prstGeom>
          <a:solidFill>
            <a:schemeClr val="bg1"/>
          </a:solidFill>
          <a:ln w="31750">
            <a:solidFill>
              <a:srgbClr val="3E4E7A"/>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8977122"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Goedenacht</a:t>
            </a:r>
            <a:endParaRPr lang="en-US" sz="2400" dirty="0"/>
          </a:p>
        </p:txBody>
      </p:sp>
      <p:sp>
        <p:nvSpPr>
          <p:cNvPr id="38" name="Text 31"/>
          <p:cNvSpPr txBox="1"/>
          <p:nvPr/>
        </p:nvSpPr>
        <p:spPr>
          <a:xfrm>
            <a:off x="8977122"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au coucher</a:t>
            </a:r>
            <a:endParaRPr lang="en-US" sz="1600" dirty="0"/>
          </a:p>
        </p:txBody>
      </p:sp>
      <p:sp>
        <p:nvSpPr>
          <p:cNvPr id="39" name="Text 32"/>
          <p:cNvSpPr txBox="1"/>
          <p:nvPr/>
        </p:nvSpPr>
        <p:spPr>
          <a:xfrm>
            <a:off x="11091672" y="3703320"/>
            <a:ext cx="548640" cy="274320"/>
          </a:xfrm>
          <a:prstGeom prst="rect">
            <a:avLst/>
          </a:prstGeom>
          <a:noFill/>
          <a:ln/>
        </p:spPr>
        <p:txBody>
          <a:bodyPr wrap="square" lIns="0" tIns="0" rIns="0" bIns="0" rtlCol="0" anchor="t"/>
          <a:lstStyle/>
          <a:p>
            <a:pPr algn="r" indent="0" marL="0">
              <a:buNone/>
            </a:pPr>
            <a:r>
              <a:rPr lang="en-US" sz="1200" dirty="0">
                <a:solidFill>
                  <a:schemeClr val="accent5"/>
                </a:solidFill>
              </a:rPr>
              <a:t>24 u</a:t>
            </a:r>
            <a:endParaRPr lang="en-US" sz="1200" dirty="0"/>
          </a:p>
        </p:txBody>
      </p:sp>
      <p:sp>
        <p:nvSpPr>
          <p:cNvPr id="40" name="Text 33"/>
          <p:cNvSpPr txBox="1"/>
          <p:nvPr/>
        </p:nvSpPr>
        <p:spPr>
          <a:xfrm>
            <a:off x="548640" y="5760720"/>
            <a:ext cx="11091672" cy="457200"/>
          </a:xfrm>
          <a:prstGeom prst="rect">
            <a:avLst/>
          </a:prstGeom>
          <a:noFill/>
          <a:ln/>
        </p:spPr>
        <p:txBody>
          <a:bodyPr wrap="square" lIns="0" tIns="0" rIns="0" bIns="0" rtlCol="0" anchor="t"/>
          <a:lstStyle/>
          <a:p>
            <a:pPr algn="ctr" indent="0" marL="0">
              <a:buNone/>
            </a:pPr>
            <a:r>
              <a:rPr lang="en-US" sz="1600" i="1" dirty="0">
                <a:solidFill>
                  <a:schemeClr val="accent6"/>
                </a:solidFill>
              </a:rPr>
              <a:t>⚠ </a:t>
            </a:r>
            <a:r>
              <a:rPr lang="en-US" sz="1600" i="1" dirty="0">
                <a:solidFill>
                  <a:schemeClr val="accent6"/>
                </a:solidFill>
              </a:rPr>
              <a:t>Goedenacht</a:t>
            </a:r>
            <a:r>
              <a:rPr lang="en-US" sz="1600" i="1" dirty="0">
                <a:solidFill>
                  <a:schemeClr val="accent6"/>
                </a:solidFill>
              </a:rPr>
              <a:t> ne sert pas à saluer en arrivant : on le dit en partant le soir ou en allant dormir.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Hoe gaat het? — l’échelle des réponses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822960" y="1572768"/>
            <a:ext cx="457200" cy="4608576"/>
          </a:xfrm>
          <a:prstGeom prst="roundRect">
            <a:avLst>
              <a:gd name="adj" fmla="val 50000"/>
            </a:avLst>
          </a:prstGeom>
          <a:solidFill>
            <a:schemeClr val="bg2"/>
          </a:solidFill>
          <a:ln w="12700">
            <a:solidFill>
              <a:srgbClr val="D5DCE6"/>
            </a:solidFill>
            <a:prstDash val="solid"/>
          </a:ln>
        </p:spPr>
      </p:sp>
      <p:sp>
        <p:nvSpPr>
          <p:cNvPr id="6" name="Shape 3"/>
          <p:cNvSpPr/>
          <p:nvPr/>
        </p:nvSpPr>
        <p:spPr>
          <a:xfrm>
            <a:off x="896112" y="1645920"/>
            <a:ext cx="310896" cy="512064"/>
          </a:xfrm>
          <a:prstGeom prst="roundRect">
            <a:avLst>
              <a:gd name="adj" fmla="val 29412"/>
            </a:avLst>
          </a:prstGeom>
          <a:solidFill>
            <a:srgbClr val="2E7D4F"/>
          </a:solidFill>
          <a:ln w="12700">
            <a:solidFill>
              <a:srgbClr val="FFFFFF">
                <a:alpha val="0"/>
              </a:srgbClr>
            </a:solidFill>
            <a:prstDash val="solid"/>
          </a:ln>
        </p:spPr>
      </p:sp>
      <p:sp>
        <p:nvSpPr>
          <p:cNvPr id="7" name="Shape 4"/>
          <p:cNvSpPr/>
          <p:nvPr/>
        </p:nvSpPr>
        <p:spPr>
          <a:xfrm>
            <a:off x="1325880" y="1901952"/>
            <a:ext cx="365760" cy="914"/>
          </a:xfrm>
          <a:prstGeom prst="line">
            <a:avLst/>
          </a:prstGeom>
          <a:noFill/>
          <a:ln w="25400">
            <a:solidFill>
              <a:srgbClr val="2E7D4F"/>
            </a:solidFill>
            <a:prstDash val="solid"/>
          </a:ln>
        </p:spPr>
      </p:sp>
      <p:pic>
        <p:nvPicPr>
          <p:cNvPr id="8" name="Image 0" descr="star struck">    </p:cNvPr>
          <p:cNvPicPr>
            <a:picLocks noChangeAspect="1"/>
          </p:cNvPicPr>
          <p:nvPr/>
        </p:nvPicPr>
        <p:blipFill>
          <a:blip r:embed="rId1"/>
          <a:stretch>
            <a:fillRect/>
          </a:stretch>
        </p:blipFill>
        <p:spPr>
          <a:xfrm>
            <a:off x="1783080" y="1645920"/>
            <a:ext cx="512064" cy="512064"/>
          </a:xfrm>
          <a:prstGeom prst="rect">
            <a:avLst/>
          </a:prstGeom>
        </p:spPr>
      </p:pic>
      <p:sp>
        <p:nvSpPr>
          <p:cNvPr id="9" name="Text 5"/>
          <p:cNvSpPr txBox="1"/>
          <p:nvPr/>
        </p:nvSpPr>
        <p:spPr>
          <a:xfrm>
            <a:off x="2423160" y="1572768"/>
            <a:ext cx="3840480" cy="658368"/>
          </a:xfrm>
          <a:prstGeom prst="rect">
            <a:avLst/>
          </a:prstGeom>
          <a:noFill/>
          <a:ln/>
        </p:spPr>
        <p:txBody>
          <a:bodyPr wrap="square" lIns="0" tIns="0" rIns="0" bIns="0" rtlCol="0" anchor="ctr"/>
          <a:lstStyle/>
          <a:p>
            <a:pPr algn="l" indent="0" marL="0">
              <a:buNone/>
            </a:pPr>
            <a:r>
              <a:rPr lang="en-US" sz="2000" b="1" i="1" dirty="0">
                <a:solidFill>
                  <a:schemeClr val="tx1"/>
                </a:solidFill>
              </a:rPr>
              <a:t>Uitstekend!</a:t>
            </a:r>
            <a:endParaRPr lang="en-US" sz="2000" dirty="0"/>
          </a:p>
        </p:txBody>
      </p:sp>
      <p:sp>
        <p:nvSpPr>
          <p:cNvPr id="10" name="Shape 6"/>
          <p:cNvSpPr/>
          <p:nvPr/>
        </p:nvSpPr>
        <p:spPr>
          <a:xfrm>
            <a:off x="896112" y="2304288"/>
            <a:ext cx="310896" cy="512064"/>
          </a:xfrm>
          <a:prstGeom prst="roundRect">
            <a:avLst>
              <a:gd name="adj" fmla="val 29412"/>
            </a:avLst>
          </a:prstGeom>
          <a:solidFill>
            <a:srgbClr val="5A9A4A"/>
          </a:solidFill>
          <a:ln w="12700">
            <a:solidFill>
              <a:srgbClr val="FFFFFF">
                <a:alpha val="0"/>
              </a:srgbClr>
            </a:solidFill>
            <a:prstDash val="solid"/>
          </a:ln>
        </p:spPr>
      </p:sp>
      <p:sp>
        <p:nvSpPr>
          <p:cNvPr id="11" name="Shape 7"/>
          <p:cNvSpPr/>
          <p:nvPr/>
        </p:nvSpPr>
        <p:spPr>
          <a:xfrm>
            <a:off x="1325880" y="2560320"/>
            <a:ext cx="365760" cy="914"/>
          </a:xfrm>
          <a:prstGeom prst="line">
            <a:avLst/>
          </a:prstGeom>
          <a:noFill/>
          <a:ln w="25400">
            <a:solidFill>
              <a:srgbClr val="5A9A4A"/>
            </a:solidFill>
            <a:prstDash val="solid"/>
          </a:ln>
        </p:spPr>
      </p:sp>
      <p:pic>
        <p:nvPicPr>
          <p:cNvPr id="12" name="Image 1" descr="grinning face with big eyes">    </p:cNvPr>
          <p:cNvPicPr>
            <a:picLocks noChangeAspect="1"/>
          </p:cNvPicPr>
          <p:nvPr/>
        </p:nvPicPr>
        <p:blipFill>
          <a:blip r:embed="rId2"/>
          <a:stretch>
            <a:fillRect/>
          </a:stretch>
        </p:blipFill>
        <p:spPr>
          <a:xfrm>
            <a:off x="1783080" y="2304288"/>
            <a:ext cx="512064" cy="512064"/>
          </a:xfrm>
          <a:prstGeom prst="rect">
            <a:avLst/>
          </a:prstGeom>
        </p:spPr>
      </p:pic>
      <p:sp>
        <p:nvSpPr>
          <p:cNvPr id="13" name="Text 8"/>
          <p:cNvSpPr txBox="1"/>
          <p:nvPr/>
        </p:nvSpPr>
        <p:spPr>
          <a:xfrm>
            <a:off x="2423160" y="223113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Heel goed / Zeer goed</a:t>
            </a:r>
            <a:endParaRPr lang="en-US" sz="2000" dirty="0"/>
          </a:p>
        </p:txBody>
      </p:sp>
      <p:sp>
        <p:nvSpPr>
          <p:cNvPr id="14" name="Shape 9"/>
          <p:cNvSpPr/>
          <p:nvPr/>
        </p:nvSpPr>
        <p:spPr>
          <a:xfrm>
            <a:off x="896112" y="2962656"/>
            <a:ext cx="310896" cy="512064"/>
          </a:xfrm>
          <a:prstGeom prst="roundRect">
            <a:avLst>
              <a:gd name="adj" fmla="val 29412"/>
            </a:avLst>
          </a:prstGeom>
          <a:solidFill>
            <a:srgbClr val="8DB04A"/>
          </a:solidFill>
          <a:ln w="12700">
            <a:solidFill>
              <a:srgbClr val="FFFFFF">
                <a:alpha val="0"/>
              </a:srgbClr>
            </a:solidFill>
            <a:prstDash val="solid"/>
          </a:ln>
        </p:spPr>
      </p:sp>
      <p:sp>
        <p:nvSpPr>
          <p:cNvPr id="15" name="Shape 10"/>
          <p:cNvSpPr/>
          <p:nvPr/>
        </p:nvSpPr>
        <p:spPr>
          <a:xfrm>
            <a:off x="1325880" y="3218688"/>
            <a:ext cx="365760" cy="914"/>
          </a:xfrm>
          <a:prstGeom prst="line">
            <a:avLst/>
          </a:prstGeom>
          <a:noFill/>
          <a:ln w="25400">
            <a:solidFill>
              <a:srgbClr val="8DB04A"/>
            </a:solidFill>
            <a:prstDash val="solid"/>
          </a:ln>
        </p:spPr>
      </p:sp>
      <p:pic>
        <p:nvPicPr>
          <p:cNvPr id="16" name="Image 2" descr="slightly smiling face">    </p:cNvPr>
          <p:cNvPicPr>
            <a:picLocks noChangeAspect="1"/>
          </p:cNvPicPr>
          <p:nvPr/>
        </p:nvPicPr>
        <p:blipFill>
          <a:blip r:embed="rId3"/>
          <a:stretch>
            <a:fillRect/>
          </a:stretch>
        </p:blipFill>
        <p:spPr>
          <a:xfrm>
            <a:off x="1783080" y="2962656"/>
            <a:ext cx="512064" cy="512064"/>
          </a:xfrm>
          <a:prstGeom prst="rect">
            <a:avLst/>
          </a:prstGeom>
        </p:spPr>
      </p:pic>
      <p:sp>
        <p:nvSpPr>
          <p:cNvPr id="17" name="Text 11"/>
          <p:cNvSpPr txBox="1"/>
          <p:nvPr/>
        </p:nvSpPr>
        <p:spPr>
          <a:xfrm>
            <a:off x="2423160" y="2889504"/>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Goed</a:t>
            </a:r>
            <a:endParaRPr lang="en-US" sz="2000" dirty="0"/>
          </a:p>
        </p:txBody>
      </p:sp>
      <p:sp>
        <p:nvSpPr>
          <p:cNvPr id="18" name="Shape 12"/>
          <p:cNvSpPr/>
          <p:nvPr/>
        </p:nvSpPr>
        <p:spPr>
          <a:xfrm>
            <a:off x="896112" y="3621024"/>
            <a:ext cx="310896" cy="512064"/>
          </a:xfrm>
          <a:prstGeom prst="roundRect">
            <a:avLst>
              <a:gd name="adj" fmla="val 29412"/>
            </a:avLst>
          </a:prstGeom>
          <a:solidFill>
            <a:srgbClr val="C9B83C"/>
          </a:solidFill>
          <a:ln w="12700">
            <a:solidFill>
              <a:srgbClr val="FFFFFF">
                <a:alpha val="0"/>
              </a:srgbClr>
            </a:solidFill>
            <a:prstDash val="solid"/>
          </a:ln>
        </p:spPr>
      </p:sp>
      <p:sp>
        <p:nvSpPr>
          <p:cNvPr id="19" name="Shape 13"/>
          <p:cNvSpPr/>
          <p:nvPr/>
        </p:nvSpPr>
        <p:spPr>
          <a:xfrm>
            <a:off x="1325880" y="3877056"/>
            <a:ext cx="365760" cy="914"/>
          </a:xfrm>
          <a:prstGeom prst="line">
            <a:avLst/>
          </a:prstGeom>
          <a:noFill/>
          <a:ln w="25400">
            <a:solidFill>
              <a:srgbClr val="C9B83C"/>
            </a:solidFill>
            <a:prstDash val="solid"/>
          </a:ln>
        </p:spPr>
      </p:sp>
      <p:pic>
        <p:nvPicPr>
          <p:cNvPr id="20" name="Image 3" descr="smiling face with smiling eyes">    </p:cNvPr>
          <p:cNvPicPr>
            <a:picLocks noChangeAspect="1"/>
          </p:cNvPicPr>
          <p:nvPr/>
        </p:nvPicPr>
        <p:blipFill>
          <a:blip r:embed="rId4"/>
          <a:stretch>
            <a:fillRect/>
          </a:stretch>
        </p:blipFill>
        <p:spPr>
          <a:xfrm>
            <a:off x="1783080" y="3621024"/>
            <a:ext cx="512064" cy="512064"/>
          </a:xfrm>
          <a:prstGeom prst="rect">
            <a:avLst/>
          </a:prstGeom>
        </p:spPr>
      </p:pic>
      <p:sp>
        <p:nvSpPr>
          <p:cNvPr id="21" name="Text 14"/>
          <p:cNvSpPr txBox="1"/>
          <p:nvPr/>
        </p:nvSpPr>
        <p:spPr>
          <a:xfrm>
            <a:off x="2423160" y="3547872"/>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Best goed / Vrij goed</a:t>
            </a:r>
            <a:endParaRPr lang="en-US" sz="2000" dirty="0"/>
          </a:p>
        </p:txBody>
      </p:sp>
      <p:sp>
        <p:nvSpPr>
          <p:cNvPr id="22" name="Shape 15"/>
          <p:cNvSpPr/>
          <p:nvPr/>
        </p:nvSpPr>
        <p:spPr>
          <a:xfrm>
            <a:off x="896112" y="4279392"/>
            <a:ext cx="310896" cy="512064"/>
          </a:xfrm>
          <a:prstGeom prst="roundRect">
            <a:avLst>
              <a:gd name="adj" fmla="val 29412"/>
            </a:avLst>
          </a:prstGeom>
          <a:solidFill>
            <a:srgbClr val="E3A13B"/>
          </a:solidFill>
          <a:ln w="12700">
            <a:solidFill>
              <a:srgbClr val="FFFFFF">
                <a:alpha val="0"/>
              </a:srgbClr>
            </a:solidFill>
            <a:prstDash val="solid"/>
          </a:ln>
        </p:spPr>
      </p:sp>
      <p:sp>
        <p:nvSpPr>
          <p:cNvPr id="23" name="Shape 16"/>
          <p:cNvSpPr/>
          <p:nvPr/>
        </p:nvSpPr>
        <p:spPr>
          <a:xfrm>
            <a:off x="1325880" y="4535424"/>
            <a:ext cx="365760" cy="914"/>
          </a:xfrm>
          <a:prstGeom prst="line">
            <a:avLst/>
          </a:prstGeom>
          <a:noFill/>
          <a:ln w="25400">
            <a:solidFill>
              <a:srgbClr val="E3A13B"/>
            </a:solidFill>
            <a:prstDash val="solid"/>
          </a:ln>
        </p:spPr>
      </p:sp>
      <p:pic>
        <p:nvPicPr>
          <p:cNvPr id="24" name="Image 4" descr="neutral face">    </p:cNvPr>
          <p:cNvPicPr>
            <a:picLocks noChangeAspect="1"/>
          </p:cNvPicPr>
          <p:nvPr/>
        </p:nvPicPr>
        <p:blipFill>
          <a:blip r:embed="rId5"/>
          <a:stretch>
            <a:fillRect/>
          </a:stretch>
        </p:blipFill>
        <p:spPr>
          <a:xfrm>
            <a:off x="1783080" y="4279392"/>
            <a:ext cx="512064" cy="512064"/>
          </a:xfrm>
          <a:prstGeom prst="rect">
            <a:avLst/>
          </a:prstGeom>
        </p:spPr>
      </p:pic>
      <p:sp>
        <p:nvSpPr>
          <p:cNvPr id="25" name="Text 17"/>
          <p:cNvSpPr txBox="1"/>
          <p:nvPr/>
        </p:nvSpPr>
        <p:spPr>
          <a:xfrm>
            <a:off x="2423160" y="4206240"/>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Het gaat.</a:t>
            </a:r>
            <a:endParaRPr lang="en-US" sz="2000" dirty="0"/>
          </a:p>
        </p:txBody>
      </p:sp>
      <p:sp>
        <p:nvSpPr>
          <p:cNvPr id="26" name="Shape 18"/>
          <p:cNvSpPr/>
          <p:nvPr/>
        </p:nvSpPr>
        <p:spPr>
          <a:xfrm>
            <a:off x="896112" y="4937760"/>
            <a:ext cx="310896" cy="512064"/>
          </a:xfrm>
          <a:prstGeom prst="roundRect">
            <a:avLst>
              <a:gd name="adj" fmla="val 29412"/>
            </a:avLst>
          </a:prstGeom>
          <a:solidFill>
            <a:srgbClr val="DD7A35"/>
          </a:solidFill>
          <a:ln w="12700">
            <a:solidFill>
              <a:srgbClr val="FFFFFF">
                <a:alpha val="0"/>
              </a:srgbClr>
            </a:solidFill>
            <a:prstDash val="solid"/>
          </a:ln>
        </p:spPr>
      </p:sp>
      <p:sp>
        <p:nvSpPr>
          <p:cNvPr id="27" name="Shape 19"/>
          <p:cNvSpPr/>
          <p:nvPr/>
        </p:nvSpPr>
        <p:spPr>
          <a:xfrm>
            <a:off x="1325880" y="5193792"/>
            <a:ext cx="365760" cy="914"/>
          </a:xfrm>
          <a:prstGeom prst="line">
            <a:avLst/>
          </a:prstGeom>
          <a:noFill/>
          <a:ln w="25400">
            <a:solidFill>
              <a:srgbClr val="DD7A35"/>
            </a:solidFill>
            <a:prstDash val="solid"/>
          </a:ln>
        </p:spPr>
      </p:sp>
      <p:pic>
        <p:nvPicPr>
          <p:cNvPr id="28" name="Image 5" descr="confused face">    </p:cNvPr>
          <p:cNvPicPr>
            <a:picLocks noChangeAspect="1"/>
          </p:cNvPicPr>
          <p:nvPr/>
        </p:nvPicPr>
        <p:blipFill>
          <a:blip r:embed="rId6"/>
          <a:stretch>
            <a:fillRect/>
          </a:stretch>
        </p:blipFill>
        <p:spPr>
          <a:xfrm>
            <a:off x="1783080" y="4937760"/>
            <a:ext cx="512064" cy="512064"/>
          </a:xfrm>
          <a:prstGeom prst="rect">
            <a:avLst/>
          </a:prstGeom>
        </p:spPr>
      </p:pic>
      <p:sp>
        <p:nvSpPr>
          <p:cNvPr id="29" name="Text 20"/>
          <p:cNvSpPr txBox="1"/>
          <p:nvPr/>
        </p:nvSpPr>
        <p:spPr>
          <a:xfrm>
            <a:off x="2423160" y="4864608"/>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Niet zo goed.</a:t>
            </a:r>
            <a:endParaRPr lang="en-US" sz="2000" dirty="0"/>
          </a:p>
        </p:txBody>
      </p:sp>
      <p:sp>
        <p:nvSpPr>
          <p:cNvPr id="30" name="Shape 21"/>
          <p:cNvSpPr/>
          <p:nvPr/>
        </p:nvSpPr>
        <p:spPr>
          <a:xfrm>
            <a:off x="896112" y="5596128"/>
            <a:ext cx="310896" cy="512064"/>
          </a:xfrm>
          <a:prstGeom prst="roundRect">
            <a:avLst>
              <a:gd name="adj" fmla="val 29412"/>
            </a:avLst>
          </a:prstGeom>
          <a:solidFill>
            <a:srgbClr val="B83227"/>
          </a:solidFill>
          <a:ln w="12700">
            <a:solidFill>
              <a:srgbClr val="FFFFFF">
                <a:alpha val="0"/>
              </a:srgbClr>
            </a:solidFill>
            <a:prstDash val="solid"/>
          </a:ln>
        </p:spPr>
      </p:sp>
      <p:sp>
        <p:nvSpPr>
          <p:cNvPr id="31" name="Shape 22"/>
          <p:cNvSpPr/>
          <p:nvPr/>
        </p:nvSpPr>
        <p:spPr>
          <a:xfrm>
            <a:off x="1325880" y="5852160"/>
            <a:ext cx="365760" cy="914"/>
          </a:xfrm>
          <a:prstGeom prst="line">
            <a:avLst/>
          </a:prstGeom>
          <a:noFill/>
          <a:ln w="25400">
            <a:solidFill>
              <a:srgbClr val="B83227"/>
            </a:solidFill>
            <a:prstDash val="solid"/>
          </a:ln>
        </p:spPr>
      </p:sp>
      <p:pic>
        <p:nvPicPr>
          <p:cNvPr id="32" name="Image 6" descr="face with thermometer">    </p:cNvPr>
          <p:cNvPicPr>
            <a:picLocks noChangeAspect="1"/>
          </p:cNvPicPr>
          <p:nvPr/>
        </p:nvPicPr>
        <p:blipFill>
          <a:blip r:embed="rId7"/>
          <a:stretch>
            <a:fillRect/>
          </a:stretch>
        </p:blipFill>
        <p:spPr>
          <a:xfrm>
            <a:off x="1783080" y="5596128"/>
            <a:ext cx="512064" cy="512064"/>
          </a:xfrm>
          <a:prstGeom prst="rect">
            <a:avLst/>
          </a:prstGeom>
        </p:spPr>
      </p:pic>
      <p:sp>
        <p:nvSpPr>
          <p:cNvPr id="33" name="Text 23"/>
          <p:cNvSpPr txBox="1"/>
          <p:nvPr/>
        </p:nvSpPr>
        <p:spPr>
          <a:xfrm>
            <a:off x="2423160" y="552297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Slecht.</a:t>
            </a:r>
            <a:endParaRPr lang="en-US" sz="2000" dirty="0"/>
          </a:p>
        </p:txBody>
      </p:sp>
      <p:sp>
        <p:nvSpPr>
          <p:cNvPr id="34" name="Shape 24"/>
          <p:cNvSpPr/>
          <p:nvPr/>
        </p:nvSpPr>
        <p:spPr>
          <a:xfrm>
            <a:off x="6675120" y="1737360"/>
            <a:ext cx="4965192" cy="1097280"/>
          </a:xfrm>
          <a:prstGeom prst="roundRect">
            <a:avLst>
              <a:gd name="adj" fmla="val 15000"/>
            </a:avLst>
          </a:prstGeom>
          <a:solidFill>
            <a:schemeClr val="tx2">
              <a:alpha val="12000"/>
            </a:schemeClr>
          </a:solidFill>
          <a:ln w="15875">
            <a:solidFill>
              <a:srgbClr val="17375E"/>
            </a:solidFill>
            <a:prstDash val="solid"/>
          </a:ln>
        </p:spPr>
      </p:sp>
      <p:sp>
        <p:nvSpPr>
          <p:cNvPr id="35" name="Text 25"/>
          <p:cNvSpPr txBox="1"/>
          <p:nvPr/>
        </p:nvSpPr>
        <p:spPr>
          <a:xfrm>
            <a:off x="6839712" y="173736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Formeel</a:t>
            </a:r>
            <a:r>
              <a:rPr lang="en-US" sz="2100" dirty="0">
                <a:solidFill>
                  <a:schemeClr val="tx1"/>
                </a:solidFill>
              </a:rPr>
              <a:t> : </a:t>
            </a:r>
            <a:r>
              <a:rPr lang="en-US" sz="2100" i="1" dirty="0">
                <a:solidFill>
                  <a:schemeClr val="tx1"/>
                </a:solidFill>
              </a:rPr>
              <a:t>Goed, dank u. En met u?</a:t>
            </a:r>
            <a:endParaRPr lang="en-US" sz="2100" dirty="0"/>
          </a:p>
        </p:txBody>
      </p:sp>
      <p:sp>
        <p:nvSpPr>
          <p:cNvPr id="36" name="Shape 26"/>
          <p:cNvSpPr/>
          <p:nvPr/>
        </p:nvSpPr>
        <p:spPr>
          <a:xfrm>
            <a:off x="6675120" y="3063240"/>
            <a:ext cx="4965192" cy="1097280"/>
          </a:xfrm>
          <a:prstGeom prst="roundRect">
            <a:avLst>
              <a:gd name="adj" fmla="val 15000"/>
            </a:avLst>
          </a:prstGeom>
          <a:solidFill>
            <a:srgbClr val="5B9BD5">
              <a:alpha val="20000"/>
            </a:srgbClr>
          </a:solidFill>
          <a:ln w="15875">
            <a:solidFill>
              <a:srgbClr val="5B9BD5"/>
            </a:solidFill>
            <a:prstDash val="solid"/>
          </a:ln>
        </p:spPr>
      </p:sp>
      <p:sp>
        <p:nvSpPr>
          <p:cNvPr id="37" name="Text 27"/>
          <p:cNvSpPr txBox="1"/>
          <p:nvPr/>
        </p:nvSpPr>
        <p:spPr>
          <a:xfrm>
            <a:off x="6839712" y="306324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Informeel</a:t>
            </a:r>
            <a:r>
              <a:rPr lang="en-US" sz="2100" dirty="0">
                <a:solidFill>
                  <a:schemeClr val="tx1"/>
                </a:solidFill>
              </a:rPr>
              <a:t> : </a:t>
            </a:r>
            <a:r>
              <a:rPr lang="en-US" sz="2100" i="1" dirty="0">
                <a:solidFill>
                  <a:schemeClr val="tx1"/>
                </a:solidFill>
              </a:rPr>
              <a:t>Prima! En met jou?</a:t>
            </a:r>
            <a:endParaRPr lang="en-US" sz="2100" dirty="0"/>
          </a:p>
        </p:txBody>
      </p:sp>
      <p:sp>
        <p:nvSpPr>
          <p:cNvPr id="38" name="Shape 28"/>
          <p:cNvSpPr/>
          <p:nvPr/>
        </p:nvSpPr>
        <p:spPr>
          <a:xfrm>
            <a:off x="6675120" y="4434840"/>
            <a:ext cx="4965192" cy="1737360"/>
          </a:xfrm>
          <a:prstGeom prst="roundRect">
            <a:avLst>
              <a:gd name="adj" fmla="val 4211"/>
            </a:avLst>
          </a:prstGeom>
          <a:solidFill>
            <a:schemeClr val="accent1">
              <a:alpha val="12000"/>
            </a:schemeClr>
          </a:solidFill>
          <a:ln w="15875">
            <a:solidFill>
              <a:srgbClr val="D9700F"/>
            </a:solidFill>
            <a:prstDash val="solid"/>
          </a:ln>
        </p:spPr>
      </p:sp>
      <p:sp>
        <p:nvSpPr>
          <p:cNvPr id="39" name="Text 29"/>
          <p:cNvSpPr txBox="1"/>
          <p:nvPr/>
        </p:nvSpPr>
        <p:spPr>
          <a:xfrm>
            <a:off x="6903720" y="4434840"/>
            <a:ext cx="4572000" cy="1737360"/>
          </a:xfrm>
          <a:prstGeom prst="rect">
            <a:avLst/>
          </a:prstGeom>
          <a:noFill/>
          <a:ln/>
        </p:spPr>
        <p:txBody>
          <a:bodyPr wrap="square" lIns="0" tIns="0" rIns="0" bIns="0" rtlCol="0" anchor="ctr"/>
          <a:lstStyle/>
          <a:p>
            <a:pPr algn="l" indent="0" marL="0">
              <a:spcAft>
                <a:spcPts val="800"/>
              </a:spcAft>
              <a:buNone/>
            </a:pPr>
            <a:r>
              <a:rPr lang="en-US" sz="1700" b="1" dirty="0">
                <a:solidFill>
                  <a:schemeClr val="tx1"/>
                </a:solidFill>
              </a:rPr>
              <a:t>best goed</a:t>
            </a:r>
            <a:r>
              <a:rPr lang="en-US" sz="1700" dirty="0">
                <a:solidFill>
                  <a:schemeClr val="tx1"/>
                </a:solidFill>
              </a:rPr>
              <a:t> = plutôt bien (≠ « le meilleur »)</a:t>
            </a:r>
            <a:endParaRPr lang="en-US" sz="1700" dirty="0"/>
          </a:p>
          <a:p>
            <a:pPr algn="l" indent="0" marL="0">
              <a:spcAft>
                <a:spcPts val="800"/>
              </a:spcAft>
              <a:buNone/>
            </a:pPr>
            <a:r>
              <a:rPr lang="en-US" sz="1700" i="1" dirty="0">
                <a:solidFill>
                  <a:schemeClr val="tx1"/>
                </a:solidFill>
              </a:rPr>
              <a:t>Het kan beter.</a:t>
            </a:r>
            <a:r>
              <a:rPr lang="en-US" sz="1700" dirty="0">
                <a:solidFill>
                  <a:schemeClr val="tx1"/>
                </a:solidFill>
              </a:rPr>
              <a:t> = Ça pourrait aller mieux.</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13248" cy="4709160"/>
          </a:xfrm>
          <a:prstGeom prst="roundRect">
            <a:avLst>
              <a:gd name="adj" fmla="val 1553"/>
            </a:avLst>
          </a:prstGeom>
          <a:solidFill>
            <a:schemeClr val="bg1"/>
          </a:solidFill>
          <a:ln w="31750">
            <a:solidFill>
              <a:srgbClr val="5B9BD5"/>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1005840"/>
          </a:xfrm>
          <a:prstGeom prst="roundRect">
            <a:avLst>
              <a:gd name="adj" fmla="val 7273"/>
            </a:avLst>
          </a:prstGeom>
          <a:solidFill>
            <a:srgbClr val="5B9BD5"/>
          </a:solidFill>
          <a:ln w="12700">
            <a:solidFill>
              <a:srgbClr val="FFFFFF">
                <a:alpha val="0"/>
              </a:srgbClr>
            </a:solidFill>
            <a:prstDash val="solid"/>
          </a:ln>
        </p:spPr>
      </p:sp>
      <p:pic>
        <p:nvPicPr>
          <p:cNvPr id="7" name="Image 0" descr="waving hand">    </p:cNvPr>
          <p:cNvPicPr>
            <a:picLocks noChangeAspect="1"/>
          </p:cNvPicPr>
          <p:nvPr/>
        </p:nvPicPr>
        <p:blipFill>
          <a:blip r:embed="rId1"/>
          <a:stretch>
            <a:fillRect/>
          </a:stretch>
        </p:blipFill>
        <p:spPr>
          <a:xfrm>
            <a:off x="777240" y="1645920"/>
            <a:ext cx="822960" cy="822960"/>
          </a:xfrm>
          <a:prstGeom prst="rect">
            <a:avLst/>
          </a:prstGeom>
        </p:spPr>
      </p:pic>
      <p:sp>
        <p:nvSpPr>
          <p:cNvPr id="8" name="Text 4"/>
          <p:cNvSpPr txBox="1"/>
          <p:nvPr/>
        </p:nvSpPr>
        <p:spPr>
          <a:xfrm>
            <a:off x="1783080"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INFORMEEL</a:t>
            </a:r>
            <a:endParaRPr lang="en-US" sz="2600" dirty="0"/>
          </a:p>
        </p:txBody>
      </p:sp>
      <p:sp>
        <p:nvSpPr>
          <p:cNvPr id="9" name="Text 5"/>
          <p:cNvSpPr txBox="1"/>
          <p:nvPr/>
        </p:nvSpPr>
        <p:spPr>
          <a:xfrm>
            <a:off x="868680"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Daag!</a:t>
            </a:r>
            <a:endParaRPr lang="en-US" sz="2400" dirty="0"/>
          </a:p>
        </p:txBody>
      </p:sp>
      <p:sp>
        <p:nvSpPr>
          <p:cNvPr id="10" name="Text 6"/>
          <p:cNvSpPr txBox="1"/>
          <p:nvPr/>
        </p:nvSpPr>
        <p:spPr>
          <a:xfrm>
            <a:off x="868680"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Salut !</a:t>
            </a:r>
            <a:endParaRPr lang="en-US" sz="1400" dirty="0"/>
          </a:p>
        </p:txBody>
      </p:sp>
      <p:sp>
        <p:nvSpPr>
          <p:cNvPr id="11" name="Text 7"/>
          <p:cNvSpPr txBox="1"/>
          <p:nvPr/>
        </p:nvSpPr>
        <p:spPr>
          <a:xfrm>
            <a:off x="868680"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straks!</a:t>
            </a:r>
            <a:endParaRPr lang="en-US" sz="2400" dirty="0"/>
          </a:p>
        </p:txBody>
      </p:sp>
      <p:sp>
        <p:nvSpPr>
          <p:cNvPr id="12" name="Text 8"/>
          <p:cNvSpPr txBox="1"/>
          <p:nvPr/>
        </p:nvSpPr>
        <p:spPr>
          <a:xfrm>
            <a:off x="868680"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tout à l’heure !</a:t>
            </a:r>
            <a:endParaRPr lang="en-US" sz="1400" dirty="0"/>
          </a:p>
        </p:txBody>
      </p:sp>
      <p:sp>
        <p:nvSpPr>
          <p:cNvPr id="13" name="Text 9"/>
          <p:cNvSpPr txBox="1"/>
          <p:nvPr/>
        </p:nvSpPr>
        <p:spPr>
          <a:xfrm>
            <a:off x="868680"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morgen!</a:t>
            </a:r>
            <a:endParaRPr lang="en-US" sz="2400" dirty="0"/>
          </a:p>
        </p:txBody>
      </p:sp>
      <p:sp>
        <p:nvSpPr>
          <p:cNvPr id="14" name="Text 10"/>
          <p:cNvSpPr txBox="1"/>
          <p:nvPr/>
        </p:nvSpPr>
        <p:spPr>
          <a:xfrm>
            <a:off x="868680"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demain !</a:t>
            </a:r>
            <a:endParaRPr lang="en-US" sz="1400" dirty="0"/>
          </a:p>
        </p:txBody>
      </p:sp>
      <p:sp>
        <p:nvSpPr>
          <p:cNvPr id="15" name="Text 11"/>
          <p:cNvSpPr txBox="1"/>
          <p:nvPr/>
        </p:nvSpPr>
        <p:spPr>
          <a:xfrm>
            <a:off x="868680"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de volgende!</a:t>
            </a:r>
            <a:endParaRPr lang="en-US" sz="2400" dirty="0"/>
          </a:p>
        </p:txBody>
      </p:sp>
      <p:sp>
        <p:nvSpPr>
          <p:cNvPr id="16" name="Text 12"/>
          <p:cNvSpPr txBox="1"/>
          <p:nvPr/>
        </p:nvSpPr>
        <p:spPr>
          <a:xfrm>
            <a:off x="868680"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la prochaine !</a:t>
            </a:r>
            <a:endParaRPr lang="en-US" sz="1400" dirty="0"/>
          </a:p>
        </p:txBody>
      </p:sp>
      <p:sp>
        <p:nvSpPr>
          <p:cNvPr id="17" name="Shape 13"/>
          <p:cNvSpPr/>
          <p:nvPr/>
        </p:nvSpPr>
        <p:spPr>
          <a:xfrm>
            <a:off x="6227064" y="1554480"/>
            <a:ext cx="5413248" cy="4709160"/>
          </a:xfrm>
          <a:prstGeom prst="roundRect">
            <a:avLst>
              <a:gd name="adj" fmla="val 1553"/>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6227064" y="1554480"/>
            <a:ext cx="5413248" cy="1005840"/>
          </a:xfrm>
          <a:prstGeom prst="roundRect">
            <a:avLst>
              <a:gd name="adj" fmla="val 7273"/>
            </a:avLst>
          </a:prstGeom>
          <a:solidFill>
            <a:schemeClr val="tx2"/>
          </a:solidFill>
          <a:ln w="12700">
            <a:solidFill>
              <a:srgbClr val="FFFFFF">
                <a:alpha val="0"/>
              </a:srgbClr>
            </a:solidFill>
            <a:prstDash val="solid"/>
          </a:ln>
        </p:spPr>
      </p:sp>
      <p:pic>
        <p:nvPicPr>
          <p:cNvPr id="19" name="Image 1" descr="handshake">    </p:cNvPr>
          <p:cNvPicPr>
            <a:picLocks noChangeAspect="1"/>
          </p:cNvPicPr>
          <p:nvPr/>
        </p:nvPicPr>
        <p:blipFill>
          <a:blip r:embed="rId2"/>
          <a:stretch>
            <a:fillRect/>
          </a:stretch>
        </p:blipFill>
        <p:spPr>
          <a:xfrm>
            <a:off x="6455664" y="1645920"/>
            <a:ext cx="822960" cy="822960"/>
          </a:xfrm>
          <a:prstGeom prst="rect">
            <a:avLst/>
          </a:prstGeom>
        </p:spPr>
      </p:pic>
      <p:sp>
        <p:nvSpPr>
          <p:cNvPr id="20" name="Text 15"/>
          <p:cNvSpPr txBox="1"/>
          <p:nvPr/>
        </p:nvSpPr>
        <p:spPr>
          <a:xfrm>
            <a:off x="7461504"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FORMEEL</a:t>
            </a:r>
            <a:endParaRPr lang="en-US" sz="2600" dirty="0"/>
          </a:p>
        </p:txBody>
      </p:sp>
      <p:sp>
        <p:nvSpPr>
          <p:cNvPr id="21" name="Text 16"/>
          <p:cNvSpPr txBox="1"/>
          <p:nvPr/>
        </p:nvSpPr>
        <p:spPr>
          <a:xfrm>
            <a:off x="6547104"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ziens!</a:t>
            </a:r>
            <a:endParaRPr lang="en-US" sz="2400" dirty="0"/>
          </a:p>
        </p:txBody>
      </p:sp>
      <p:sp>
        <p:nvSpPr>
          <p:cNvPr id="22" name="Text 17"/>
          <p:cNvSpPr txBox="1"/>
          <p:nvPr/>
        </p:nvSpPr>
        <p:spPr>
          <a:xfrm>
            <a:off x="6547104"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Au revoir !</a:t>
            </a:r>
            <a:endParaRPr lang="en-US" sz="1400" dirty="0"/>
          </a:p>
        </p:txBody>
      </p:sp>
      <p:sp>
        <p:nvSpPr>
          <p:cNvPr id="23" name="Text 18"/>
          <p:cNvSpPr txBox="1"/>
          <p:nvPr/>
        </p:nvSpPr>
        <p:spPr>
          <a:xfrm>
            <a:off x="6547104"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Nog een prettige dag!</a:t>
            </a:r>
            <a:endParaRPr lang="en-US" sz="2400" dirty="0"/>
          </a:p>
        </p:txBody>
      </p:sp>
      <p:sp>
        <p:nvSpPr>
          <p:cNvPr id="24" name="Text 19"/>
          <p:cNvSpPr txBox="1"/>
          <p:nvPr/>
        </p:nvSpPr>
        <p:spPr>
          <a:xfrm>
            <a:off x="6547104"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journée !</a:t>
            </a:r>
            <a:endParaRPr lang="en-US" sz="1400" dirty="0"/>
          </a:p>
        </p:txBody>
      </p:sp>
      <p:sp>
        <p:nvSpPr>
          <p:cNvPr id="25" name="Text 20"/>
          <p:cNvSpPr txBox="1"/>
          <p:nvPr/>
        </p:nvSpPr>
        <p:spPr>
          <a:xfrm>
            <a:off x="6547104"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binnenkort!</a:t>
            </a:r>
            <a:endParaRPr lang="en-US" sz="2400" dirty="0"/>
          </a:p>
        </p:txBody>
      </p:sp>
      <p:sp>
        <p:nvSpPr>
          <p:cNvPr id="26" name="Text 21"/>
          <p:cNvSpPr txBox="1"/>
          <p:nvPr/>
        </p:nvSpPr>
        <p:spPr>
          <a:xfrm>
            <a:off x="6547104"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bientôt !</a:t>
            </a:r>
            <a:endParaRPr lang="en-US" sz="1400" dirty="0"/>
          </a:p>
        </p:txBody>
      </p:sp>
      <p:sp>
        <p:nvSpPr>
          <p:cNvPr id="27" name="Text 22"/>
          <p:cNvSpPr txBox="1"/>
          <p:nvPr/>
        </p:nvSpPr>
        <p:spPr>
          <a:xfrm>
            <a:off x="6547104"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Een fijne avond nog!</a:t>
            </a:r>
            <a:endParaRPr lang="en-US" sz="2400" dirty="0"/>
          </a:p>
        </p:txBody>
      </p:sp>
      <p:sp>
        <p:nvSpPr>
          <p:cNvPr id="28" name="Text 23"/>
          <p:cNvSpPr txBox="1"/>
          <p:nvPr/>
        </p:nvSpPr>
        <p:spPr>
          <a:xfrm>
            <a:off x="6547104"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soirée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Remercier et s’excuser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5448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3"/>
                </a:solidFill>
              </a:rPr>
              <a:t>MERCI</a:t>
            </a:r>
            <a:endParaRPr lang="en-US" sz="1500" dirty="0"/>
          </a:p>
        </p:txBody>
      </p:sp>
      <p:pic>
        <p:nvPicPr>
          <p:cNvPr id="6" name="Image 0" descr="folded hands">    </p:cNvPr>
          <p:cNvPicPr>
            <a:picLocks noChangeAspect="1"/>
          </p:cNvPicPr>
          <p:nvPr/>
        </p:nvPicPr>
        <p:blipFill>
          <a:blip r:embed="rId1"/>
          <a:stretch>
            <a:fillRect/>
          </a:stretch>
        </p:blipFill>
        <p:spPr>
          <a:xfrm>
            <a:off x="548640" y="1965960"/>
            <a:ext cx="1005840" cy="1005840"/>
          </a:xfrm>
          <a:prstGeom prst="rect">
            <a:avLst/>
          </a:prstGeom>
        </p:spPr>
      </p:pic>
      <p:sp>
        <p:nvSpPr>
          <p:cNvPr id="7" name="Shape 3"/>
          <p:cNvSpPr/>
          <p:nvPr/>
        </p:nvSpPr>
        <p:spPr>
          <a:xfrm>
            <a:off x="1783080" y="2423160"/>
            <a:ext cx="2377440" cy="868680"/>
          </a:xfrm>
          <a:prstGeom prst="roundRect">
            <a:avLst>
              <a:gd name="adj" fmla="val 8421"/>
            </a:avLst>
          </a:prstGeom>
          <a:solidFill>
            <a:srgbClr val="BFD7F0"/>
          </a:solidFill>
          <a:ln w="12700">
            <a:solidFill>
              <a:srgbClr val="FFFFFF">
                <a:alpha val="0"/>
              </a:srgbClr>
            </a:solidFill>
            <a:prstDash val="solid"/>
          </a:ln>
        </p:spPr>
      </p:sp>
      <p:sp>
        <p:nvSpPr>
          <p:cNvPr id="8" name="Text 4"/>
          <p:cNvSpPr txBox="1"/>
          <p:nvPr/>
        </p:nvSpPr>
        <p:spPr>
          <a:xfrm>
            <a:off x="1874520" y="2468880"/>
            <a:ext cx="2194560" cy="548640"/>
          </a:xfrm>
          <a:prstGeom prst="rect">
            <a:avLst/>
          </a:prstGeom>
          <a:noFill/>
          <a:ln/>
        </p:spPr>
        <p:txBody>
          <a:bodyPr wrap="square" lIns="0" tIns="0" rIns="0" bIns="0" rtlCol="0" anchor="ctr"/>
          <a:lstStyle/>
          <a:p>
            <a:pPr algn="ctr" indent="0" marL="0">
              <a:buNone/>
            </a:pPr>
            <a:r>
              <a:rPr lang="en-US" sz="1800" b="1" i="1" dirty="0">
                <a:solidFill>
                  <a:schemeClr val="tx2"/>
                </a:solidFill>
              </a:rPr>
              <a:t>Merci!</a:t>
            </a:r>
            <a:endParaRPr lang="en-US" sz="1800" dirty="0"/>
          </a:p>
        </p:txBody>
      </p:sp>
      <p:sp>
        <p:nvSpPr>
          <p:cNvPr id="9" name="Text 5"/>
          <p:cNvSpPr txBox="1"/>
          <p:nvPr/>
        </p:nvSpPr>
        <p:spPr>
          <a:xfrm>
            <a:off x="1874520" y="2971800"/>
            <a:ext cx="2194560" cy="292608"/>
          </a:xfrm>
          <a:prstGeom prst="rect">
            <a:avLst/>
          </a:prstGeom>
          <a:noFill/>
          <a:ln/>
        </p:spPr>
        <p:txBody>
          <a:bodyPr wrap="square" lIns="0" tIns="0" rIns="0" bIns="0" rtlCol="0" anchor="t"/>
          <a:lstStyle/>
          <a:p>
            <a:pPr algn="ctr" indent="0" marL="0">
              <a:buNone/>
            </a:pPr>
            <a:r>
              <a:rPr lang="en-US" sz="1200" i="1" dirty="0">
                <a:solidFill>
                  <a:schemeClr val="tx2"/>
                </a:solidFill>
              </a:rPr>
              <a:t>(BE, inf.)</a:t>
            </a:r>
            <a:endParaRPr lang="en-US" sz="1200" dirty="0"/>
          </a:p>
        </p:txBody>
      </p:sp>
      <p:sp>
        <p:nvSpPr>
          <p:cNvPr id="10" name="Shape 6"/>
          <p:cNvSpPr/>
          <p:nvPr/>
        </p:nvSpPr>
        <p:spPr>
          <a:xfrm>
            <a:off x="4297680" y="2167128"/>
            <a:ext cx="2377440" cy="1124712"/>
          </a:xfrm>
          <a:prstGeom prst="roundRect">
            <a:avLst>
              <a:gd name="adj" fmla="val 6504"/>
            </a:avLst>
          </a:prstGeom>
          <a:solidFill>
            <a:srgbClr val="5B9BD5"/>
          </a:solidFill>
          <a:ln w="12700">
            <a:solidFill>
              <a:srgbClr val="FFFFFF">
                <a:alpha val="0"/>
              </a:srgbClr>
            </a:solidFill>
            <a:prstDash val="solid"/>
          </a:ln>
        </p:spPr>
      </p:sp>
      <p:sp>
        <p:nvSpPr>
          <p:cNvPr id="11" name="Text 7"/>
          <p:cNvSpPr txBox="1"/>
          <p:nvPr/>
        </p:nvSpPr>
        <p:spPr>
          <a:xfrm>
            <a:off x="4389120" y="2212848"/>
            <a:ext cx="2194560" cy="804672"/>
          </a:xfrm>
          <a:prstGeom prst="rect">
            <a:avLst/>
          </a:prstGeom>
          <a:noFill/>
          <a:ln/>
        </p:spPr>
        <p:txBody>
          <a:bodyPr wrap="square" lIns="0" tIns="0" rIns="0" bIns="0" rtlCol="0" anchor="ctr"/>
          <a:lstStyle/>
          <a:p>
            <a:pPr algn="ctr" indent="0" marL="0">
              <a:buNone/>
            </a:pPr>
            <a:r>
              <a:rPr lang="en-US" sz="1800" b="1" i="1" dirty="0">
                <a:solidFill>
                  <a:schemeClr val="bg1"/>
                </a:solidFill>
              </a:rPr>
              <a:t>Bedankt! · Dank je wel!</a:t>
            </a:r>
            <a:endParaRPr lang="en-US" sz="1800" dirty="0"/>
          </a:p>
        </p:txBody>
      </p:sp>
      <p:sp>
        <p:nvSpPr>
          <p:cNvPr id="12" name="Text 8"/>
          <p:cNvSpPr txBox="1"/>
          <p:nvPr/>
        </p:nvSpPr>
        <p:spPr>
          <a:xfrm>
            <a:off x="43891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(inf.)</a:t>
            </a:r>
            <a:endParaRPr lang="en-US" sz="1200" dirty="0"/>
          </a:p>
        </p:txBody>
      </p:sp>
      <p:sp>
        <p:nvSpPr>
          <p:cNvPr id="13" name="Shape 9"/>
          <p:cNvSpPr/>
          <p:nvPr/>
        </p:nvSpPr>
        <p:spPr>
          <a:xfrm>
            <a:off x="6812280" y="1911096"/>
            <a:ext cx="2377440" cy="1380744"/>
          </a:xfrm>
          <a:prstGeom prst="roundRect">
            <a:avLst>
              <a:gd name="adj" fmla="val 5298"/>
            </a:avLst>
          </a:prstGeom>
          <a:solidFill>
            <a:schemeClr val="tx2"/>
          </a:solidFill>
          <a:ln w="12700">
            <a:solidFill>
              <a:srgbClr val="FFFFFF">
                <a:alpha val="0"/>
              </a:srgbClr>
            </a:solidFill>
            <a:prstDash val="solid"/>
          </a:ln>
        </p:spPr>
      </p:sp>
      <p:sp>
        <p:nvSpPr>
          <p:cNvPr id="14" name="Text 10"/>
          <p:cNvSpPr txBox="1"/>
          <p:nvPr/>
        </p:nvSpPr>
        <p:spPr>
          <a:xfrm>
            <a:off x="6903720" y="1956816"/>
            <a:ext cx="2194560" cy="1060704"/>
          </a:xfrm>
          <a:prstGeom prst="rect">
            <a:avLst/>
          </a:prstGeom>
          <a:noFill/>
          <a:ln/>
        </p:spPr>
        <p:txBody>
          <a:bodyPr wrap="square" lIns="0" tIns="0" rIns="0" bIns="0" rtlCol="0" anchor="ctr"/>
          <a:lstStyle/>
          <a:p>
            <a:pPr algn="ctr" indent="0" marL="0">
              <a:buNone/>
            </a:pPr>
            <a:r>
              <a:rPr lang="en-US" sz="1800" b="1" i="1" dirty="0">
                <a:solidFill>
                  <a:schemeClr val="bg1"/>
                </a:solidFill>
              </a:rPr>
              <a:t>Dank u wel!</a:t>
            </a:r>
            <a:endParaRPr lang="en-US" sz="1800" dirty="0"/>
          </a:p>
        </p:txBody>
      </p:sp>
      <p:sp>
        <p:nvSpPr>
          <p:cNvPr id="15" name="Text 11"/>
          <p:cNvSpPr txBox="1"/>
          <p:nvPr/>
        </p:nvSpPr>
        <p:spPr>
          <a:xfrm>
            <a:off x="69037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(formel)</a:t>
            </a:r>
            <a:endParaRPr lang="en-US" sz="1200" dirty="0"/>
          </a:p>
        </p:txBody>
      </p:sp>
      <p:sp>
        <p:nvSpPr>
          <p:cNvPr id="16" name="Shape 12"/>
          <p:cNvSpPr/>
          <p:nvPr/>
        </p:nvSpPr>
        <p:spPr>
          <a:xfrm>
            <a:off x="9418320" y="2167128"/>
            <a:ext cx="2221992" cy="1124712"/>
          </a:xfrm>
          <a:prstGeom prst="roundRect">
            <a:avLst>
              <a:gd name="adj" fmla="val 6504"/>
            </a:avLst>
          </a:prstGeom>
          <a:solidFill>
            <a:schemeClr val="accent3">
              <a:alpha val="15000"/>
            </a:schemeClr>
          </a:solidFill>
          <a:ln w="19050">
            <a:solidFill>
              <a:srgbClr val="2E7D4F"/>
            </a:solidFill>
            <a:prstDash val="solid"/>
          </a:ln>
        </p:spPr>
      </p:sp>
      <p:sp>
        <p:nvSpPr>
          <p:cNvPr id="17" name="Text 13"/>
          <p:cNvSpPr txBox="1"/>
          <p:nvPr/>
        </p:nvSpPr>
        <p:spPr>
          <a:xfrm>
            <a:off x="9509760" y="2167128"/>
            <a:ext cx="2057400" cy="1124712"/>
          </a:xfrm>
          <a:prstGeom prst="rect">
            <a:avLst/>
          </a:prstGeom>
          <a:noFill/>
          <a:ln/>
        </p:spPr>
        <p:txBody>
          <a:bodyPr wrap="square" lIns="0" tIns="0" rIns="0" bIns="0" rtlCol="0" anchor="ctr"/>
          <a:lstStyle/>
          <a:p>
            <a:pPr algn="ctr" indent="0" marL="0">
              <a:spcAft>
                <a:spcPts val="200"/>
              </a:spcAft>
              <a:buNone/>
            </a:pPr>
            <a:r>
              <a:rPr lang="en-US" sz="1600" dirty="0">
                <a:solidFill>
                  <a:schemeClr val="tx1"/>
                </a:solidFill>
              </a:rPr>
              <a:t>↩ </a:t>
            </a:r>
            <a:r>
              <a:rPr lang="en-US" sz="1600" i="1" dirty="0">
                <a:solidFill>
                  <a:schemeClr val="tx1"/>
                </a:solidFill>
              </a:rPr>
              <a:t>Graag gedaan!</a:t>
            </a:r>
            <a:endParaRPr lang="en-US" sz="1600" dirty="0"/>
          </a:p>
          <a:p>
            <a:pPr algn="ctr" indent="0" marL="0">
              <a:spcAft>
                <a:spcPts val="200"/>
              </a:spcAft>
              <a:buNone/>
            </a:pPr>
            <a:r>
              <a:rPr lang="en-US" sz="1600" i="1" dirty="0">
                <a:solidFill>
                  <a:schemeClr val="tx1"/>
                </a:solidFill>
              </a:rPr>
              <a:t>Geen probleem!</a:t>
            </a:r>
            <a:endParaRPr lang="en-US" sz="1600" dirty="0"/>
          </a:p>
        </p:txBody>
      </p:sp>
      <p:sp>
        <p:nvSpPr>
          <p:cNvPr id="18" name="Shape 14"/>
          <p:cNvSpPr/>
          <p:nvPr/>
        </p:nvSpPr>
        <p:spPr>
          <a:xfrm>
            <a:off x="548640" y="3657600"/>
            <a:ext cx="11091672" cy="914"/>
          </a:xfrm>
          <a:prstGeom prst="line">
            <a:avLst/>
          </a:prstGeom>
          <a:noFill/>
          <a:ln w="12700">
            <a:solidFill>
              <a:srgbClr val="D5DCE6"/>
            </a:solidFill>
            <a:prstDash val="solid"/>
          </a:ln>
        </p:spPr>
      </p:sp>
      <p:sp>
        <p:nvSpPr>
          <p:cNvPr id="19" name="Text 15"/>
          <p:cNvSpPr txBox="1"/>
          <p:nvPr/>
        </p:nvSpPr>
        <p:spPr>
          <a:xfrm>
            <a:off x="548640" y="379476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6"/>
                </a:solidFill>
              </a:rPr>
              <a:t>PARDON</a:t>
            </a:r>
            <a:endParaRPr lang="en-US" sz="1500" dirty="0"/>
          </a:p>
        </p:txBody>
      </p:sp>
      <p:pic>
        <p:nvPicPr>
          <p:cNvPr id="20" name="Image 1" descr="flushed face">    </p:cNvPr>
          <p:cNvPicPr>
            <a:picLocks noChangeAspect="1"/>
          </p:cNvPicPr>
          <p:nvPr/>
        </p:nvPicPr>
        <p:blipFill>
          <a:blip r:embed="rId2"/>
          <a:stretch>
            <a:fillRect/>
          </a:stretch>
        </p:blipFill>
        <p:spPr>
          <a:xfrm>
            <a:off x="548640" y="4206240"/>
            <a:ext cx="1005840" cy="1005840"/>
          </a:xfrm>
          <a:prstGeom prst="rect">
            <a:avLst/>
          </a:prstGeom>
        </p:spPr>
      </p:pic>
      <p:sp>
        <p:nvSpPr>
          <p:cNvPr id="21" name="Shape 16"/>
          <p:cNvSpPr/>
          <p:nvPr/>
        </p:nvSpPr>
        <p:spPr>
          <a:xfrm>
            <a:off x="178308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7"/>
          <p:cNvSpPr txBox="1"/>
          <p:nvPr/>
        </p:nvSpPr>
        <p:spPr>
          <a:xfrm>
            <a:off x="187452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Sorry! · Excuseer! (BE)</a:t>
            </a:r>
            <a:endParaRPr lang="en-US" sz="1900" dirty="0"/>
          </a:p>
        </p:txBody>
      </p:sp>
      <p:sp>
        <p:nvSpPr>
          <p:cNvPr id="23" name="Text 18"/>
          <p:cNvSpPr txBox="1"/>
          <p:nvPr/>
        </p:nvSpPr>
        <p:spPr>
          <a:xfrm>
            <a:off x="187452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pardon, désolé</a:t>
            </a:r>
            <a:endParaRPr lang="en-US" sz="1400" dirty="0"/>
          </a:p>
        </p:txBody>
      </p:sp>
      <p:sp>
        <p:nvSpPr>
          <p:cNvPr id="24" name="Shape 19"/>
          <p:cNvSpPr/>
          <p:nvPr/>
        </p:nvSpPr>
        <p:spPr>
          <a:xfrm>
            <a:off x="507492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516636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Pardon!</a:t>
            </a:r>
            <a:endParaRPr lang="en-US" sz="1900" dirty="0"/>
          </a:p>
        </p:txBody>
      </p:sp>
      <p:sp>
        <p:nvSpPr>
          <p:cNvPr id="26" name="Text 21"/>
          <p:cNvSpPr txBox="1"/>
          <p:nvPr/>
        </p:nvSpPr>
        <p:spPr>
          <a:xfrm>
            <a:off x="516636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pour passer, interpeller</a:t>
            </a:r>
            <a:endParaRPr lang="en-US" sz="1400" dirty="0"/>
          </a:p>
        </p:txBody>
      </p:sp>
      <p:sp>
        <p:nvSpPr>
          <p:cNvPr id="27" name="Shape 22"/>
          <p:cNvSpPr/>
          <p:nvPr/>
        </p:nvSpPr>
        <p:spPr>
          <a:xfrm>
            <a:off x="836676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Text 23"/>
          <p:cNvSpPr txBox="1"/>
          <p:nvPr/>
        </p:nvSpPr>
        <p:spPr>
          <a:xfrm>
            <a:off x="845820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Het spijt me.</a:t>
            </a:r>
            <a:endParaRPr lang="en-US" sz="1900" dirty="0"/>
          </a:p>
        </p:txBody>
      </p:sp>
      <p:sp>
        <p:nvSpPr>
          <p:cNvPr id="29" name="Text 24"/>
          <p:cNvSpPr txBox="1"/>
          <p:nvPr/>
        </p:nvSpPr>
        <p:spPr>
          <a:xfrm>
            <a:off x="845820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je suis désolé·e</a:t>
            </a:r>
            <a:endParaRPr lang="en-US" sz="1400" dirty="0"/>
          </a:p>
        </p:txBody>
      </p:sp>
      <p:sp>
        <p:nvSpPr>
          <p:cNvPr id="30" name="Shape 25"/>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sp>
        <p:nvSpPr>
          <p:cNvPr id="31" name="Text 26"/>
          <p:cNvSpPr txBox="1"/>
          <p:nvPr/>
        </p:nvSpPr>
        <p:spPr>
          <a:xfrm>
            <a:off x="777240" y="5577840"/>
            <a:ext cx="10698480" cy="685800"/>
          </a:xfrm>
          <a:prstGeom prst="rect">
            <a:avLst/>
          </a:prstGeom>
          <a:noFill/>
          <a:ln/>
        </p:spPr>
        <p:txBody>
          <a:bodyPr wrap="square" lIns="0" tIns="0" rIns="0" bIns="0" rtlCol="0" anchor="ctr"/>
          <a:lstStyle/>
          <a:p>
            <a:pPr algn="l" indent="0" marL="0">
              <a:buNone/>
            </a:pPr>
            <a:r>
              <a:rPr lang="en-US" sz="1700" i="1" dirty="0">
                <a:solidFill>
                  <a:schemeClr val="tx1"/>
                </a:solidFill>
              </a:rPr>
              <a:t>Dank u wel, ik wens u een fijne dag!</a:t>
            </a:r>
            <a:r>
              <a:rPr lang="en-US" sz="1700" dirty="0">
                <a:solidFill>
                  <a:schemeClr val="tx1"/>
                </a:solidFill>
              </a:rPr>
              <a:t> = Merci, je vous souhaite une bonne journée !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55648"/>
            <a:ext cx="658368" cy="658368"/>
          </a:xfrm>
          <a:prstGeom prst="ellipse">
            <a:avLst/>
          </a:prstGeom>
          <a:solidFill>
            <a:schemeClr val="tx2"/>
          </a:solidFill>
          <a:ln w="12700">
            <a:solidFill>
              <a:srgbClr val="FFFFFF">
                <a:alpha val="0"/>
              </a:srgbClr>
            </a:solidFill>
            <a:prstDash val="solid"/>
          </a:ln>
        </p:spPr>
      </p:sp>
      <p:pic>
        <p:nvPicPr>
          <p:cNvPr id="7" name="Image 0" descr="Question">    </p:cNvPr>
          <p:cNvPicPr>
            <a:picLocks noChangeAspect="1"/>
          </p:cNvPicPr>
          <p:nvPr/>
        </p:nvPicPr>
        <p:blipFill>
          <a:blip r:embed="rId1"/>
          <a:stretch>
            <a:fillRect/>
          </a:stretch>
        </p:blipFill>
        <p:spPr>
          <a:xfrm>
            <a:off x="871240" y="1913656"/>
            <a:ext cx="342351" cy="342351"/>
          </a:xfrm>
          <a:prstGeom prst="rect">
            <a:avLst/>
          </a:prstGeom>
        </p:spPr>
      </p:pic>
      <p:sp>
        <p:nvSpPr>
          <p:cNvPr id="8" name="Text 4"/>
          <p:cNvSpPr txBox="1"/>
          <p:nvPr/>
        </p:nvSpPr>
        <p:spPr>
          <a:xfrm>
            <a:off x="1554480" y="1618488"/>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Mag ik iets vragen?</a:t>
            </a:r>
            <a:endParaRPr lang="en-US" sz="2000" dirty="0"/>
          </a:p>
        </p:txBody>
      </p:sp>
      <p:sp>
        <p:nvSpPr>
          <p:cNvPr id="9" name="Text 5"/>
          <p:cNvSpPr txBox="1"/>
          <p:nvPr/>
        </p:nvSpPr>
        <p:spPr>
          <a:xfrm>
            <a:off x="1554480" y="2139696"/>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Puis-je poser une question ?</a:t>
            </a:r>
            <a:endParaRPr lang="en-US" sz="1400" dirty="0"/>
          </a:p>
        </p:txBody>
      </p:sp>
      <p:sp>
        <p:nvSpPr>
          <p:cNvPr id="10" name="Shape 6"/>
          <p:cNvSpPr/>
          <p:nvPr/>
        </p:nvSpPr>
        <p:spPr>
          <a:xfrm>
            <a:off x="548640" y="2752344"/>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713232" y="2935224"/>
            <a:ext cx="658368" cy="658368"/>
          </a:xfrm>
          <a:prstGeom prst="ellipse">
            <a:avLst/>
          </a:prstGeom>
          <a:solidFill>
            <a:schemeClr val="tx2"/>
          </a:solidFill>
          <a:ln w="12700">
            <a:solidFill>
              <a:srgbClr val="FFFFFF">
                <a:alpha val="0"/>
              </a:srgbClr>
            </a:solidFill>
            <a:prstDash val="solid"/>
          </a:ln>
        </p:spPr>
      </p:sp>
      <p:pic>
        <p:nvPicPr>
          <p:cNvPr id="12" name="Image 1" descr="HandsHelping">    </p:cNvPr>
          <p:cNvPicPr>
            <a:picLocks noChangeAspect="1"/>
          </p:cNvPicPr>
          <p:nvPr/>
        </p:nvPicPr>
        <p:blipFill>
          <a:blip r:embed="rId2"/>
          <a:stretch>
            <a:fillRect/>
          </a:stretch>
        </p:blipFill>
        <p:spPr>
          <a:xfrm>
            <a:off x="871240" y="3093232"/>
            <a:ext cx="342351" cy="342351"/>
          </a:xfrm>
          <a:prstGeom prst="rect">
            <a:avLst/>
          </a:prstGeom>
        </p:spPr>
      </p:pic>
      <p:sp>
        <p:nvSpPr>
          <p:cNvPr id="13" name="Text 8"/>
          <p:cNvSpPr txBox="1"/>
          <p:nvPr/>
        </p:nvSpPr>
        <p:spPr>
          <a:xfrm>
            <a:off x="1554480" y="2798064"/>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Kunt u me helpen, alstublieft?</a:t>
            </a:r>
            <a:endParaRPr lang="en-US" sz="2000" dirty="0"/>
          </a:p>
        </p:txBody>
      </p:sp>
      <p:sp>
        <p:nvSpPr>
          <p:cNvPr id="14" name="Text 9"/>
          <p:cNvSpPr txBox="1"/>
          <p:nvPr/>
        </p:nvSpPr>
        <p:spPr>
          <a:xfrm>
            <a:off x="1554480" y="3319272"/>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Pouvez-vous m’aider, s’il vous plaît ?</a:t>
            </a:r>
            <a:endParaRPr lang="en-US" sz="1400" dirty="0"/>
          </a:p>
        </p:txBody>
      </p:sp>
      <p:sp>
        <p:nvSpPr>
          <p:cNvPr id="15" name="Shape 10"/>
          <p:cNvSpPr/>
          <p:nvPr/>
        </p:nvSpPr>
        <p:spPr>
          <a:xfrm>
            <a:off x="548640" y="3931920"/>
            <a:ext cx="6035040" cy="1024128"/>
          </a:xfrm>
          <a:prstGeom prst="roundRect">
            <a:avLst>
              <a:gd name="adj" fmla="val 7143"/>
            </a:avLst>
          </a:prstGeom>
          <a:solidFill>
            <a:schemeClr val="bg1"/>
          </a:solidFill>
          <a:ln w="25400">
            <a:solidFill>
              <a:srgbClr val="5B9BD5"/>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713232" y="4114800"/>
            <a:ext cx="658368" cy="658368"/>
          </a:xfrm>
          <a:prstGeom prst="ellipse">
            <a:avLst/>
          </a:prstGeom>
          <a:solidFill>
            <a:srgbClr val="5B9BD5"/>
          </a:solidFill>
          <a:ln w="12700">
            <a:solidFill>
              <a:srgbClr val="FFFFFF">
                <a:alpha val="0"/>
              </a:srgbClr>
            </a:solidFill>
            <a:prstDash val="solid"/>
          </a:ln>
        </p:spPr>
      </p:sp>
      <p:pic>
        <p:nvPicPr>
          <p:cNvPr id="17" name="Image 2" descr="HandsHelping">    </p:cNvPr>
          <p:cNvPicPr>
            <a:picLocks noChangeAspect="1"/>
          </p:cNvPicPr>
          <p:nvPr/>
        </p:nvPicPr>
        <p:blipFill>
          <a:blip r:embed="rId3"/>
          <a:stretch>
            <a:fillRect/>
          </a:stretch>
        </p:blipFill>
        <p:spPr>
          <a:xfrm>
            <a:off x="871240" y="4272808"/>
            <a:ext cx="342351" cy="342351"/>
          </a:xfrm>
          <a:prstGeom prst="rect">
            <a:avLst/>
          </a:prstGeom>
        </p:spPr>
      </p:pic>
      <p:sp>
        <p:nvSpPr>
          <p:cNvPr id="18" name="Text 12"/>
          <p:cNvSpPr txBox="1"/>
          <p:nvPr/>
        </p:nvSpPr>
        <p:spPr>
          <a:xfrm>
            <a:off x="1554480" y="3977640"/>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 je me helpen?</a:t>
            </a:r>
            <a:endParaRPr lang="en-US" sz="2000" dirty="0"/>
          </a:p>
        </p:txBody>
      </p:sp>
      <p:sp>
        <p:nvSpPr>
          <p:cNvPr id="19" name="Text 13"/>
          <p:cNvSpPr txBox="1"/>
          <p:nvPr/>
        </p:nvSpPr>
        <p:spPr>
          <a:xfrm>
            <a:off x="1554480" y="4498848"/>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Tu peux m’aider ?</a:t>
            </a:r>
            <a:endParaRPr lang="en-US" sz="1400" dirty="0"/>
          </a:p>
        </p:txBody>
      </p:sp>
      <p:sp>
        <p:nvSpPr>
          <p:cNvPr id="20" name="Shape 14"/>
          <p:cNvSpPr/>
          <p:nvPr/>
        </p:nvSpPr>
        <p:spPr>
          <a:xfrm>
            <a:off x="548640" y="5111496"/>
            <a:ext cx="6035040" cy="1024128"/>
          </a:xfrm>
          <a:prstGeom prst="roundRect">
            <a:avLst>
              <a:gd name="adj" fmla="val 714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713232" y="5294376"/>
            <a:ext cx="658368" cy="658368"/>
          </a:xfrm>
          <a:prstGeom prst="ellipse">
            <a:avLst/>
          </a:prstGeom>
          <a:solidFill>
            <a:schemeClr val="accent1"/>
          </a:solidFill>
          <a:ln w="12700">
            <a:solidFill>
              <a:srgbClr val="FFFFFF">
                <a:alpha val="0"/>
              </a:srgbClr>
            </a:solidFill>
            <a:prstDash val="solid"/>
          </a:ln>
        </p:spPr>
      </p:sp>
      <p:pic>
        <p:nvPicPr>
          <p:cNvPr id="22" name="Image 3" descr="CalendarAlt">    </p:cNvPr>
          <p:cNvPicPr>
            <a:picLocks noChangeAspect="1"/>
          </p:cNvPicPr>
          <p:nvPr/>
        </p:nvPicPr>
        <p:blipFill>
          <a:blip r:embed="rId4"/>
          <a:stretch>
            <a:fillRect/>
          </a:stretch>
        </p:blipFill>
        <p:spPr>
          <a:xfrm>
            <a:off x="871240" y="5452384"/>
            <a:ext cx="342351" cy="342351"/>
          </a:xfrm>
          <a:prstGeom prst="rect">
            <a:avLst/>
          </a:prstGeom>
        </p:spPr>
      </p:pic>
      <p:sp>
        <p:nvSpPr>
          <p:cNvPr id="23" name="Text 16"/>
          <p:cNvSpPr txBox="1"/>
          <p:nvPr/>
        </p:nvSpPr>
        <p:spPr>
          <a:xfrm>
            <a:off x="1554480" y="5157216"/>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Ik wil </a:t>
            </a:r>
            <a:r>
              <a:rPr lang="en-US" sz="2000" b="1" i="1" dirty="0">
                <a:solidFill>
                  <a:schemeClr val="tx1"/>
                </a:solidFill>
              </a:rPr>
              <a:t>graag</a:t>
            </a:r>
            <a:r>
              <a:rPr lang="en-US" sz="2000" b="1" i="1" dirty="0">
                <a:solidFill>
                  <a:schemeClr val="tx1"/>
                </a:solidFill>
              </a:rPr>
              <a:t> een afspraak maken.</a:t>
            </a:r>
            <a:endParaRPr lang="en-US" sz="2000" dirty="0"/>
          </a:p>
        </p:txBody>
      </p:sp>
      <p:sp>
        <p:nvSpPr>
          <p:cNvPr id="24" name="Text 17"/>
          <p:cNvSpPr txBox="1"/>
          <p:nvPr/>
        </p:nvSpPr>
        <p:spPr>
          <a:xfrm>
            <a:off x="1554480" y="5678424"/>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Je voudrais prendre rendez-vous.</a:t>
            </a:r>
            <a:endParaRPr lang="en-US" sz="1400" dirty="0"/>
          </a:p>
        </p:txBody>
      </p:sp>
      <p:sp>
        <p:nvSpPr>
          <p:cNvPr id="25" name="Shape 18"/>
          <p:cNvSpPr/>
          <p:nvPr/>
        </p:nvSpPr>
        <p:spPr>
          <a:xfrm>
            <a:off x="6858000" y="1572768"/>
            <a:ext cx="478231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26" name="tag"/>
          <p:cNvSpPr/>
          <p:nvPr/>
        </p:nvSpPr>
        <p:spPr>
          <a:xfrm>
            <a:off x="7040880" y="173736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7" name="Text 20"/>
          <p:cNvSpPr txBox="1"/>
          <p:nvPr/>
        </p:nvSpPr>
        <p:spPr>
          <a:xfrm>
            <a:off x="7132320" y="2075688"/>
            <a:ext cx="4233672" cy="1257300"/>
          </a:xfrm>
          <a:prstGeom prst="rect">
            <a:avLst/>
          </a:prstGeom>
          <a:noFill/>
          <a:ln/>
        </p:spPr>
        <p:txBody>
          <a:bodyPr wrap="square" lIns="0" tIns="0" rIns="0" bIns="0" rtlCol="0" anchor="ctr"/>
          <a:lstStyle/>
          <a:p>
            <a:pPr algn="l" indent="0" marL="0">
              <a:buNone/>
            </a:pPr>
            <a:r>
              <a:rPr lang="en-US" sz="1900" dirty="0">
                <a:solidFill>
                  <a:schemeClr val="tx1"/>
                </a:solidFill>
              </a:rPr>
              <a:t>« Je veux un café » → </a:t>
            </a:r>
            <a:r>
              <a:rPr lang="en-US" sz="1900" i="1" dirty="0">
                <a:solidFill>
                  <a:schemeClr val="tx1"/>
                </a:solidFill>
              </a:rPr>
              <a:t>Ik wil een koffie.</a:t>
            </a:r>
            <a:r>
              <a:rPr lang="en-US" sz="1900" dirty="0">
                <a:solidFill>
                  <a:schemeClr val="tx1"/>
                </a:solidFill>
              </a:rPr>
              <a:t> </a:t>
            </a:r>
            <a:r>
              <a:rPr lang="en-US" sz="1900" strike="sngStrike" dirty="0">
                <a:solidFill>
                  <a:schemeClr val="accent6"/>
                </a:solidFill>
              </a:rPr>
              <a:t>(brusque)</a:t>
            </a:r>
            <a:endParaRPr lang="en-US" sz="1900" dirty="0"/>
          </a:p>
        </p:txBody>
      </p:sp>
      <p:pic>
        <p:nvPicPr>
          <p:cNvPr id="28" name="Image 4" descr="ArrowDown">    </p:cNvPr>
          <p:cNvPicPr>
            <a:picLocks noChangeAspect="1"/>
          </p:cNvPicPr>
          <p:nvPr/>
        </p:nvPicPr>
        <p:blipFill>
          <a:blip r:embed="rId5"/>
          <a:stretch>
            <a:fillRect/>
          </a:stretch>
        </p:blipFill>
        <p:spPr>
          <a:xfrm>
            <a:off x="7132320" y="3314700"/>
            <a:ext cx="237744" cy="237744"/>
          </a:xfrm>
          <a:prstGeom prst="rect">
            <a:avLst/>
          </a:prstGeom>
        </p:spPr>
      </p:pic>
      <p:sp>
        <p:nvSpPr>
          <p:cNvPr id="29" name="Shape 21"/>
          <p:cNvSpPr/>
          <p:nvPr/>
        </p:nvSpPr>
        <p:spPr>
          <a:xfrm>
            <a:off x="7086600" y="3543300"/>
            <a:ext cx="4325112" cy="1220724"/>
          </a:xfrm>
          <a:prstGeom prst="roundRect">
            <a:avLst>
              <a:gd name="adj" fmla="val 5993"/>
            </a:avLst>
          </a:prstGeom>
          <a:solidFill>
            <a:schemeClr val="accent3">
              <a:alpha val="12000"/>
            </a:schemeClr>
          </a:solidFill>
          <a:ln w="15875">
            <a:solidFill>
              <a:srgbClr val="2E7D4F"/>
            </a:solidFill>
            <a:prstDash val="solid"/>
          </a:ln>
        </p:spPr>
      </p:sp>
      <p:sp>
        <p:nvSpPr>
          <p:cNvPr id="30" name="Text 22"/>
          <p:cNvSpPr txBox="1"/>
          <p:nvPr/>
        </p:nvSpPr>
        <p:spPr>
          <a:xfrm>
            <a:off x="7223760" y="3543300"/>
            <a:ext cx="4050792" cy="1220724"/>
          </a:xfrm>
          <a:prstGeom prst="rect">
            <a:avLst/>
          </a:prstGeom>
          <a:noFill/>
          <a:ln/>
        </p:spPr>
        <p:txBody>
          <a:bodyPr wrap="square" lIns="0" tIns="0" rIns="0" bIns="0" rtlCol="0" anchor="ctr"/>
          <a:lstStyle/>
          <a:p>
            <a:pPr algn="l" indent="0" marL="0">
              <a:buNone/>
            </a:pPr>
            <a:r>
              <a:rPr lang="en-US" sz="1900" i="1" dirty="0">
                <a:solidFill>
                  <a:schemeClr val="tx1"/>
                </a:solidFill>
              </a:rPr>
              <a:t>Ik wil </a:t>
            </a:r>
            <a:r>
              <a:rPr lang="en-US" sz="1900" b="1" i="1" dirty="0">
                <a:solidFill>
                  <a:schemeClr val="tx1"/>
                </a:solidFill>
              </a:rPr>
              <a:t>graag</a:t>
            </a:r>
            <a:r>
              <a:rPr lang="en-US" sz="1900" i="1" dirty="0">
                <a:solidFill>
                  <a:schemeClr val="tx1"/>
                </a:solidFill>
              </a:rPr>
              <a:t> een koffie.</a:t>
            </a:r>
            <a:r>
              <a:rPr lang="en-US" sz="1900" dirty="0">
                <a:solidFill>
                  <a:schemeClr val="tx1"/>
                </a:solidFill>
              </a:rPr>
              <a:t>
</a:t>
            </a:r>
            <a:r>
              <a:rPr lang="en-US" sz="1900" i="1" dirty="0">
                <a:solidFill>
                  <a:schemeClr val="tx1"/>
                </a:solidFill>
              </a:rPr>
              <a:t>Een koffie, alstublieft.</a:t>
            </a:r>
            <a:endParaRPr lang="en-US" sz="1900" dirty="0"/>
          </a:p>
        </p:txBody>
      </p:sp>
      <p:sp>
        <p:nvSpPr>
          <p:cNvPr id="31" name="Shape 23"/>
          <p:cNvSpPr/>
          <p:nvPr/>
        </p:nvSpPr>
        <p:spPr>
          <a:xfrm>
            <a:off x="6858000" y="5074920"/>
            <a:ext cx="4782312" cy="1188720"/>
          </a:xfrm>
          <a:prstGeom prst="roundRect">
            <a:avLst>
              <a:gd name="adj" fmla="val 6154"/>
            </a:avLst>
          </a:prstGeom>
          <a:solidFill>
            <a:schemeClr val="bg2"/>
          </a:solidFill>
          <a:ln w="12700">
            <a:solidFill>
              <a:srgbClr val="D5DCE6"/>
            </a:solidFill>
            <a:prstDash val="solid"/>
          </a:ln>
        </p:spPr>
      </p:sp>
      <p:sp>
        <p:nvSpPr>
          <p:cNvPr id="32" name="Text 24"/>
          <p:cNvSpPr txBox="1"/>
          <p:nvPr/>
        </p:nvSpPr>
        <p:spPr>
          <a:xfrm>
            <a:off x="7040880" y="5074920"/>
            <a:ext cx="4480560" cy="1188720"/>
          </a:xfrm>
          <a:prstGeom prst="rect">
            <a:avLst/>
          </a:prstGeom>
          <a:noFill/>
          <a:ln/>
        </p:spPr>
        <p:txBody>
          <a:bodyPr wrap="square" lIns="0" tIns="0" rIns="0" bIns="0" rtlCol="0" anchor="ctr"/>
          <a:lstStyle/>
          <a:p>
            <a:pPr algn="l" indent="0" marL="0">
              <a:spcAft>
                <a:spcPts val="600"/>
              </a:spcAft>
              <a:buNone/>
            </a:pPr>
            <a:r>
              <a:rPr lang="en-US" sz="1700" i="1" dirty="0">
                <a:solidFill>
                  <a:schemeClr val="tx1"/>
                </a:solidFill>
              </a:rPr>
              <a:t>alstublieft</a:t>
            </a:r>
            <a:r>
              <a:rPr lang="en-US" sz="1700" dirty="0">
                <a:solidFill>
                  <a:schemeClr val="tx1"/>
                </a:solidFill>
              </a:rPr>
              <a:t> = s’il vous plaît (poli)</a:t>
            </a:r>
            <a:endParaRPr lang="en-US" sz="1700" dirty="0"/>
          </a:p>
          <a:p>
            <a:pPr algn="l" indent="0" marL="0">
              <a:spcAft>
                <a:spcPts val="600"/>
              </a:spcAft>
              <a:buNone/>
            </a:pPr>
            <a:r>
              <a:rPr lang="en-US" sz="1700" i="1" dirty="0">
                <a:solidFill>
                  <a:schemeClr val="tx1"/>
                </a:solidFill>
              </a:rPr>
              <a:t>alsjeblieft</a:t>
            </a:r>
            <a:r>
              <a:rPr lang="en-US" sz="1700" dirty="0">
                <a:solidFill>
                  <a:schemeClr val="tx1"/>
                </a:solidFill>
              </a:rPr>
              <a:t> = s’il te plaît (familier)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qui changent de registre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08760"/>
            <a:ext cx="3291840" cy="320040"/>
          </a:xfrm>
          <a:prstGeom prst="rect">
            <a:avLst/>
          </a:prstGeom>
          <a:noFill/>
          <a:ln/>
        </p:spPr>
        <p:txBody>
          <a:bodyPr wrap="square" lIns="0" tIns="0" rIns="0" bIns="0" rtlCol="0" anchor="t"/>
          <a:lstStyle/>
          <a:p>
            <a:pPr algn="ctr" indent="0" marL="0">
              <a:buNone/>
            </a:pPr>
            <a:r>
              <a:rPr lang="en-US" sz="1300" b="1" spc="200" kern="0" dirty="0">
                <a:solidFill>
                  <a:srgbClr val="5B9BD5"/>
                </a:solidFill>
              </a:rPr>
              <a:t>INFORMEEL</a:t>
            </a:r>
            <a:endParaRPr lang="en-US" sz="1300" dirty="0"/>
          </a:p>
        </p:txBody>
      </p:sp>
      <p:sp>
        <p:nvSpPr>
          <p:cNvPr id="6" name="Text 3"/>
          <p:cNvSpPr txBox="1"/>
          <p:nvPr/>
        </p:nvSpPr>
        <p:spPr>
          <a:xfrm>
            <a:off x="7891272" y="1508760"/>
            <a:ext cx="3749040" cy="320040"/>
          </a:xfrm>
          <a:prstGeom prst="rect">
            <a:avLst/>
          </a:prstGeom>
          <a:noFill/>
          <a:ln/>
        </p:spPr>
        <p:txBody>
          <a:bodyPr wrap="square" lIns="0" tIns="0" rIns="0" bIns="0" rtlCol="0" anchor="t"/>
          <a:lstStyle/>
          <a:p>
            <a:pPr algn="ctr" indent="0" marL="0">
              <a:buNone/>
            </a:pPr>
            <a:r>
              <a:rPr lang="en-US" sz="1300" b="1" spc="200" kern="0" dirty="0">
                <a:solidFill>
                  <a:schemeClr val="tx2"/>
                </a:solidFill>
              </a:rPr>
              <a:t>FORMEEL</a:t>
            </a:r>
            <a:endParaRPr lang="en-US" sz="1300" dirty="0"/>
          </a:p>
        </p:txBody>
      </p:sp>
      <p:sp>
        <p:nvSpPr>
          <p:cNvPr id="7" name="Shape 4"/>
          <p:cNvSpPr/>
          <p:nvPr/>
        </p:nvSpPr>
        <p:spPr>
          <a:xfrm>
            <a:off x="3840480" y="2121408"/>
            <a:ext cx="4050792" cy="914"/>
          </a:xfrm>
          <a:prstGeom prst="line">
            <a:avLst/>
          </a:prstGeom>
          <a:noFill/>
          <a:ln w="19050">
            <a:solidFill>
              <a:srgbClr val="B8C2CF"/>
            </a:solidFill>
            <a:prstDash val="solid"/>
          </a:ln>
        </p:spPr>
      </p:sp>
      <p:sp>
        <p:nvSpPr>
          <p:cNvPr id="8" name="Shape 5"/>
          <p:cNvSpPr/>
          <p:nvPr/>
        </p:nvSpPr>
        <p:spPr>
          <a:xfrm>
            <a:off x="548640" y="1828800"/>
            <a:ext cx="3291840" cy="585216"/>
          </a:xfrm>
          <a:prstGeom prst="roundRect">
            <a:avLst>
              <a:gd name="adj" fmla="val 50000"/>
            </a:avLst>
          </a:prstGeom>
          <a:solidFill>
            <a:srgbClr val="5B9BD5"/>
          </a:solidFill>
          <a:ln w="12700">
            <a:solidFill>
              <a:srgbClr val="FFFFFF">
                <a:alpha val="0"/>
              </a:srgbClr>
            </a:solidFill>
            <a:prstDash val="solid"/>
          </a:ln>
        </p:spPr>
      </p:sp>
      <p:sp>
        <p:nvSpPr>
          <p:cNvPr id="9" name="Text 6"/>
          <p:cNvSpPr txBox="1"/>
          <p:nvPr/>
        </p:nvSpPr>
        <p:spPr>
          <a:xfrm>
            <a:off x="548640" y="182880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meedoen</a:t>
            </a:r>
            <a:endParaRPr lang="en-US" sz="2100" dirty="0"/>
          </a:p>
        </p:txBody>
      </p:sp>
      <p:sp>
        <p:nvSpPr>
          <p:cNvPr id="10" name="Shape 7"/>
          <p:cNvSpPr/>
          <p:nvPr/>
        </p:nvSpPr>
        <p:spPr>
          <a:xfrm>
            <a:off x="7891272" y="1828800"/>
            <a:ext cx="3749040" cy="585216"/>
          </a:xfrm>
          <a:prstGeom prst="roundRect">
            <a:avLst>
              <a:gd name="adj" fmla="val 50000"/>
            </a:avLst>
          </a:prstGeom>
          <a:solidFill>
            <a:schemeClr val="tx2"/>
          </a:solidFill>
          <a:ln w="12700">
            <a:solidFill>
              <a:srgbClr val="FFFFFF">
                <a:alpha val="0"/>
              </a:srgbClr>
            </a:solidFill>
            <a:prstDash val="solid"/>
          </a:ln>
        </p:spPr>
      </p:sp>
      <p:sp>
        <p:nvSpPr>
          <p:cNvPr id="11" name="Text 8"/>
          <p:cNvSpPr txBox="1"/>
          <p:nvPr/>
        </p:nvSpPr>
        <p:spPr>
          <a:xfrm>
            <a:off x="7891272" y="182880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deelnemen</a:t>
            </a:r>
            <a:endParaRPr lang="en-US" sz="2000" dirty="0"/>
          </a:p>
        </p:txBody>
      </p:sp>
      <p:sp>
        <p:nvSpPr>
          <p:cNvPr id="12" name="Shape 9"/>
          <p:cNvSpPr/>
          <p:nvPr/>
        </p:nvSpPr>
        <p:spPr>
          <a:xfrm>
            <a:off x="4572000" y="1901952"/>
            <a:ext cx="2587752" cy="438912"/>
          </a:xfrm>
          <a:prstGeom prst="roundRect">
            <a:avLst>
              <a:gd name="adj" fmla="val 50000"/>
            </a:avLst>
          </a:prstGeom>
          <a:solidFill>
            <a:srgbClr val="FFFFFF"/>
          </a:solidFill>
          <a:ln w="12700">
            <a:solidFill>
              <a:srgbClr val="D5DCE6"/>
            </a:solidFill>
            <a:prstDash val="solid"/>
          </a:ln>
        </p:spPr>
      </p:sp>
      <p:sp>
        <p:nvSpPr>
          <p:cNvPr id="13" name="Text 10"/>
          <p:cNvSpPr txBox="1"/>
          <p:nvPr/>
        </p:nvSpPr>
        <p:spPr>
          <a:xfrm>
            <a:off x="4572000" y="190195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participer</a:t>
            </a:r>
            <a:endParaRPr lang="en-US" sz="1500" dirty="0"/>
          </a:p>
        </p:txBody>
      </p:sp>
      <p:sp>
        <p:nvSpPr>
          <p:cNvPr id="14" name="Shape 11"/>
          <p:cNvSpPr/>
          <p:nvPr/>
        </p:nvSpPr>
        <p:spPr>
          <a:xfrm>
            <a:off x="3840480" y="2798064"/>
            <a:ext cx="4050792" cy="914"/>
          </a:xfrm>
          <a:prstGeom prst="line">
            <a:avLst/>
          </a:prstGeom>
          <a:noFill/>
          <a:ln w="19050">
            <a:solidFill>
              <a:srgbClr val="B8C2CF"/>
            </a:solidFill>
            <a:prstDash val="solid"/>
          </a:ln>
        </p:spPr>
      </p:sp>
      <p:sp>
        <p:nvSpPr>
          <p:cNvPr id="15" name="Shape 12"/>
          <p:cNvSpPr/>
          <p:nvPr/>
        </p:nvSpPr>
        <p:spPr>
          <a:xfrm>
            <a:off x="548640" y="2505456"/>
            <a:ext cx="3291840" cy="585216"/>
          </a:xfrm>
          <a:prstGeom prst="roundRect">
            <a:avLst>
              <a:gd name="adj" fmla="val 50000"/>
            </a:avLst>
          </a:prstGeom>
          <a:solidFill>
            <a:srgbClr val="5B9BD5"/>
          </a:solidFill>
          <a:ln w="12700">
            <a:solidFill>
              <a:srgbClr val="FFFFFF">
                <a:alpha val="0"/>
              </a:srgbClr>
            </a:solidFill>
            <a:prstDash val="solid"/>
          </a:ln>
        </p:spPr>
      </p:sp>
      <p:sp>
        <p:nvSpPr>
          <p:cNvPr id="16" name="Text 13"/>
          <p:cNvSpPr txBox="1"/>
          <p:nvPr/>
        </p:nvSpPr>
        <p:spPr>
          <a:xfrm>
            <a:off x="548640" y="2505456"/>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vragen</a:t>
            </a:r>
            <a:endParaRPr lang="en-US" sz="2100" dirty="0"/>
          </a:p>
        </p:txBody>
      </p:sp>
      <p:sp>
        <p:nvSpPr>
          <p:cNvPr id="17" name="Shape 14"/>
          <p:cNvSpPr/>
          <p:nvPr/>
        </p:nvSpPr>
        <p:spPr>
          <a:xfrm>
            <a:off x="7891272" y="2505456"/>
            <a:ext cx="3749040" cy="585216"/>
          </a:xfrm>
          <a:prstGeom prst="roundRect">
            <a:avLst>
              <a:gd name="adj" fmla="val 50000"/>
            </a:avLst>
          </a:prstGeom>
          <a:solidFill>
            <a:schemeClr val="tx2"/>
          </a:solidFill>
          <a:ln w="12700">
            <a:solidFill>
              <a:srgbClr val="FFFFFF">
                <a:alpha val="0"/>
              </a:srgbClr>
            </a:solidFill>
            <a:prstDash val="solid"/>
          </a:ln>
        </p:spPr>
      </p:sp>
      <p:sp>
        <p:nvSpPr>
          <p:cNvPr id="18" name="Text 15"/>
          <p:cNvSpPr txBox="1"/>
          <p:nvPr/>
        </p:nvSpPr>
        <p:spPr>
          <a:xfrm>
            <a:off x="7891272" y="2505456"/>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verzoeken</a:t>
            </a:r>
            <a:endParaRPr lang="en-US" sz="2000" dirty="0"/>
          </a:p>
        </p:txBody>
      </p:sp>
      <p:sp>
        <p:nvSpPr>
          <p:cNvPr id="19" name="Shape 16"/>
          <p:cNvSpPr/>
          <p:nvPr/>
        </p:nvSpPr>
        <p:spPr>
          <a:xfrm>
            <a:off x="4572000" y="2578608"/>
            <a:ext cx="2587752" cy="438912"/>
          </a:xfrm>
          <a:prstGeom prst="roundRect">
            <a:avLst>
              <a:gd name="adj" fmla="val 50000"/>
            </a:avLst>
          </a:prstGeom>
          <a:solidFill>
            <a:srgbClr val="FFFFFF"/>
          </a:solidFill>
          <a:ln w="12700">
            <a:solidFill>
              <a:srgbClr val="D5DCE6"/>
            </a:solidFill>
            <a:prstDash val="solid"/>
          </a:ln>
        </p:spPr>
      </p:sp>
      <p:sp>
        <p:nvSpPr>
          <p:cNvPr id="20" name="Text 17"/>
          <p:cNvSpPr txBox="1"/>
          <p:nvPr/>
        </p:nvSpPr>
        <p:spPr>
          <a:xfrm>
            <a:off x="4572000" y="2578608"/>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demander</a:t>
            </a:r>
            <a:endParaRPr lang="en-US" sz="1500" dirty="0"/>
          </a:p>
        </p:txBody>
      </p:sp>
      <p:sp>
        <p:nvSpPr>
          <p:cNvPr id="21" name="Shape 18"/>
          <p:cNvSpPr/>
          <p:nvPr/>
        </p:nvSpPr>
        <p:spPr>
          <a:xfrm>
            <a:off x="3840480" y="3474720"/>
            <a:ext cx="4050792" cy="914"/>
          </a:xfrm>
          <a:prstGeom prst="line">
            <a:avLst/>
          </a:prstGeom>
          <a:noFill/>
          <a:ln w="19050">
            <a:solidFill>
              <a:srgbClr val="B8C2CF"/>
            </a:solidFill>
            <a:prstDash val="solid"/>
          </a:ln>
        </p:spPr>
      </p:sp>
      <p:sp>
        <p:nvSpPr>
          <p:cNvPr id="22" name="Shape 19"/>
          <p:cNvSpPr/>
          <p:nvPr/>
        </p:nvSpPr>
        <p:spPr>
          <a:xfrm>
            <a:off x="548640" y="3182112"/>
            <a:ext cx="3291840" cy="585216"/>
          </a:xfrm>
          <a:prstGeom prst="roundRect">
            <a:avLst>
              <a:gd name="adj" fmla="val 50000"/>
            </a:avLst>
          </a:prstGeom>
          <a:solidFill>
            <a:srgbClr val="5B9BD5"/>
          </a:solidFill>
          <a:ln w="12700">
            <a:solidFill>
              <a:srgbClr val="FFFFFF">
                <a:alpha val="0"/>
              </a:srgbClr>
            </a:solidFill>
            <a:prstDash val="solid"/>
          </a:ln>
        </p:spPr>
      </p:sp>
      <p:sp>
        <p:nvSpPr>
          <p:cNvPr id="23" name="Text 20"/>
          <p:cNvSpPr txBox="1"/>
          <p:nvPr/>
        </p:nvSpPr>
        <p:spPr>
          <a:xfrm>
            <a:off x="548640" y="3182112"/>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vertellen</a:t>
            </a:r>
            <a:endParaRPr lang="en-US" sz="2100" dirty="0"/>
          </a:p>
        </p:txBody>
      </p:sp>
      <p:sp>
        <p:nvSpPr>
          <p:cNvPr id="24" name="Shape 21"/>
          <p:cNvSpPr/>
          <p:nvPr/>
        </p:nvSpPr>
        <p:spPr>
          <a:xfrm>
            <a:off x="7891272" y="3182112"/>
            <a:ext cx="3749040" cy="585216"/>
          </a:xfrm>
          <a:prstGeom prst="roundRect">
            <a:avLst>
              <a:gd name="adj" fmla="val 50000"/>
            </a:avLst>
          </a:prstGeom>
          <a:solidFill>
            <a:schemeClr val="tx2"/>
          </a:solidFill>
          <a:ln w="12700">
            <a:solidFill>
              <a:srgbClr val="FFFFFF">
                <a:alpha val="0"/>
              </a:srgbClr>
            </a:solidFill>
            <a:prstDash val="solid"/>
          </a:ln>
        </p:spPr>
      </p:sp>
      <p:sp>
        <p:nvSpPr>
          <p:cNvPr id="25" name="Text 22"/>
          <p:cNvSpPr txBox="1"/>
          <p:nvPr/>
        </p:nvSpPr>
        <p:spPr>
          <a:xfrm>
            <a:off x="7891272" y="3182112"/>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meedelen</a:t>
            </a:r>
            <a:endParaRPr lang="en-US" sz="2000" dirty="0"/>
          </a:p>
        </p:txBody>
      </p:sp>
      <p:sp>
        <p:nvSpPr>
          <p:cNvPr id="26" name="Shape 23"/>
          <p:cNvSpPr/>
          <p:nvPr/>
        </p:nvSpPr>
        <p:spPr>
          <a:xfrm>
            <a:off x="4572000" y="3255264"/>
            <a:ext cx="2587752" cy="438912"/>
          </a:xfrm>
          <a:prstGeom prst="roundRect">
            <a:avLst>
              <a:gd name="adj" fmla="val 50000"/>
            </a:avLst>
          </a:prstGeom>
          <a:solidFill>
            <a:srgbClr val="FFFFFF"/>
          </a:solidFill>
          <a:ln w="12700">
            <a:solidFill>
              <a:srgbClr val="D5DCE6"/>
            </a:solidFill>
            <a:prstDash val="solid"/>
          </a:ln>
        </p:spPr>
      </p:sp>
      <p:sp>
        <p:nvSpPr>
          <p:cNvPr id="27" name="Text 24"/>
          <p:cNvSpPr txBox="1"/>
          <p:nvPr/>
        </p:nvSpPr>
        <p:spPr>
          <a:xfrm>
            <a:off x="4572000" y="3255264"/>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communiquer</a:t>
            </a:r>
            <a:endParaRPr lang="en-US" sz="1500" dirty="0"/>
          </a:p>
        </p:txBody>
      </p:sp>
      <p:sp>
        <p:nvSpPr>
          <p:cNvPr id="28" name="Shape 25"/>
          <p:cNvSpPr/>
          <p:nvPr/>
        </p:nvSpPr>
        <p:spPr>
          <a:xfrm>
            <a:off x="3840480" y="4151376"/>
            <a:ext cx="4050792" cy="914"/>
          </a:xfrm>
          <a:prstGeom prst="line">
            <a:avLst/>
          </a:prstGeom>
          <a:noFill/>
          <a:ln w="19050">
            <a:solidFill>
              <a:srgbClr val="B8C2CF"/>
            </a:solidFill>
            <a:prstDash val="solid"/>
          </a:ln>
        </p:spPr>
      </p:sp>
      <p:sp>
        <p:nvSpPr>
          <p:cNvPr id="29" name="Shape 26"/>
          <p:cNvSpPr/>
          <p:nvPr/>
        </p:nvSpPr>
        <p:spPr>
          <a:xfrm>
            <a:off x="548640" y="3858768"/>
            <a:ext cx="3291840" cy="585216"/>
          </a:xfrm>
          <a:prstGeom prst="roundRect">
            <a:avLst>
              <a:gd name="adj" fmla="val 50000"/>
            </a:avLst>
          </a:prstGeom>
          <a:solidFill>
            <a:srgbClr val="5B9BD5"/>
          </a:solidFill>
          <a:ln w="12700">
            <a:solidFill>
              <a:srgbClr val="FFFFFF">
                <a:alpha val="0"/>
              </a:srgbClr>
            </a:solidFill>
            <a:prstDash val="solid"/>
          </a:ln>
        </p:spPr>
      </p:sp>
      <p:sp>
        <p:nvSpPr>
          <p:cNvPr id="30" name="Text 27"/>
          <p:cNvSpPr txBox="1"/>
          <p:nvPr/>
        </p:nvSpPr>
        <p:spPr>
          <a:xfrm>
            <a:off x="548640" y="3858768"/>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nu</a:t>
            </a:r>
            <a:endParaRPr lang="en-US" sz="2100" dirty="0"/>
          </a:p>
        </p:txBody>
      </p:sp>
      <p:sp>
        <p:nvSpPr>
          <p:cNvPr id="31" name="Shape 28"/>
          <p:cNvSpPr/>
          <p:nvPr/>
        </p:nvSpPr>
        <p:spPr>
          <a:xfrm>
            <a:off x="7891272" y="3858768"/>
            <a:ext cx="3749040" cy="585216"/>
          </a:xfrm>
          <a:prstGeom prst="roundRect">
            <a:avLst>
              <a:gd name="adj" fmla="val 50000"/>
            </a:avLst>
          </a:prstGeom>
          <a:solidFill>
            <a:schemeClr val="tx2"/>
          </a:solidFill>
          <a:ln w="12700">
            <a:solidFill>
              <a:srgbClr val="FFFFFF">
                <a:alpha val="0"/>
              </a:srgbClr>
            </a:solidFill>
            <a:prstDash val="solid"/>
          </a:ln>
        </p:spPr>
      </p:sp>
      <p:sp>
        <p:nvSpPr>
          <p:cNvPr id="32" name="Text 29"/>
          <p:cNvSpPr txBox="1"/>
          <p:nvPr/>
        </p:nvSpPr>
        <p:spPr>
          <a:xfrm>
            <a:off x="7891272" y="3858768"/>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momenteel</a:t>
            </a:r>
            <a:endParaRPr lang="en-US" sz="2000" dirty="0"/>
          </a:p>
        </p:txBody>
      </p:sp>
      <p:sp>
        <p:nvSpPr>
          <p:cNvPr id="33" name="Shape 30"/>
          <p:cNvSpPr/>
          <p:nvPr/>
        </p:nvSpPr>
        <p:spPr>
          <a:xfrm>
            <a:off x="4572000" y="3931920"/>
            <a:ext cx="2587752" cy="438912"/>
          </a:xfrm>
          <a:prstGeom prst="roundRect">
            <a:avLst>
              <a:gd name="adj" fmla="val 50000"/>
            </a:avLst>
          </a:prstGeom>
          <a:solidFill>
            <a:srgbClr val="FFFFFF"/>
          </a:solidFill>
          <a:ln w="12700">
            <a:solidFill>
              <a:srgbClr val="D5DCE6"/>
            </a:solidFill>
            <a:prstDash val="solid"/>
          </a:ln>
        </p:spPr>
      </p:sp>
      <p:sp>
        <p:nvSpPr>
          <p:cNvPr id="34" name="Text 31"/>
          <p:cNvSpPr txBox="1"/>
          <p:nvPr/>
        </p:nvSpPr>
        <p:spPr>
          <a:xfrm>
            <a:off x="4572000" y="3931920"/>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maintenant</a:t>
            </a:r>
            <a:endParaRPr lang="en-US" sz="1500" dirty="0"/>
          </a:p>
        </p:txBody>
      </p:sp>
      <p:sp>
        <p:nvSpPr>
          <p:cNvPr id="35" name="Shape 32"/>
          <p:cNvSpPr/>
          <p:nvPr/>
        </p:nvSpPr>
        <p:spPr>
          <a:xfrm>
            <a:off x="3840480" y="4828032"/>
            <a:ext cx="4050792" cy="914"/>
          </a:xfrm>
          <a:prstGeom prst="line">
            <a:avLst/>
          </a:prstGeom>
          <a:noFill/>
          <a:ln w="19050">
            <a:solidFill>
              <a:srgbClr val="B8C2CF"/>
            </a:solidFill>
            <a:prstDash val="solid"/>
          </a:ln>
        </p:spPr>
      </p:sp>
      <p:sp>
        <p:nvSpPr>
          <p:cNvPr id="36" name="Shape 33"/>
          <p:cNvSpPr/>
          <p:nvPr/>
        </p:nvSpPr>
        <p:spPr>
          <a:xfrm>
            <a:off x="548640" y="4535424"/>
            <a:ext cx="3291840" cy="585216"/>
          </a:xfrm>
          <a:prstGeom prst="roundRect">
            <a:avLst>
              <a:gd name="adj" fmla="val 50000"/>
            </a:avLst>
          </a:prstGeom>
          <a:solidFill>
            <a:srgbClr val="5B9BD5"/>
          </a:solidFill>
          <a:ln w="12700">
            <a:solidFill>
              <a:srgbClr val="FFFFFF">
                <a:alpha val="0"/>
              </a:srgbClr>
            </a:solidFill>
            <a:prstDash val="solid"/>
          </a:ln>
        </p:spPr>
      </p:sp>
      <p:sp>
        <p:nvSpPr>
          <p:cNvPr id="37" name="Text 34"/>
          <p:cNvSpPr txBox="1"/>
          <p:nvPr/>
        </p:nvSpPr>
        <p:spPr>
          <a:xfrm>
            <a:off x="548640" y="4535424"/>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krijgen</a:t>
            </a:r>
            <a:endParaRPr lang="en-US" sz="2100" dirty="0"/>
          </a:p>
        </p:txBody>
      </p:sp>
      <p:sp>
        <p:nvSpPr>
          <p:cNvPr id="38" name="Shape 35"/>
          <p:cNvSpPr/>
          <p:nvPr/>
        </p:nvSpPr>
        <p:spPr>
          <a:xfrm>
            <a:off x="7891272" y="4535424"/>
            <a:ext cx="3749040" cy="585216"/>
          </a:xfrm>
          <a:prstGeom prst="roundRect">
            <a:avLst>
              <a:gd name="adj" fmla="val 50000"/>
            </a:avLst>
          </a:prstGeom>
          <a:solidFill>
            <a:schemeClr val="tx2"/>
          </a:solidFill>
          <a:ln w="12700">
            <a:solidFill>
              <a:srgbClr val="FFFFFF">
                <a:alpha val="0"/>
              </a:srgbClr>
            </a:solidFill>
            <a:prstDash val="solid"/>
          </a:ln>
        </p:spPr>
      </p:sp>
      <p:sp>
        <p:nvSpPr>
          <p:cNvPr id="39" name="Text 36"/>
          <p:cNvSpPr txBox="1"/>
          <p:nvPr/>
        </p:nvSpPr>
        <p:spPr>
          <a:xfrm>
            <a:off x="7891272" y="4535424"/>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ontvangen</a:t>
            </a:r>
            <a:endParaRPr lang="en-US" sz="2000" dirty="0"/>
          </a:p>
        </p:txBody>
      </p:sp>
      <p:sp>
        <p:nvSpPr>
          <p:cNvPr id="40" name="Shape 37"/>
          <p:cNvSpPr/>
          <p:nvPr/>
        </p:nvSpPr>
        <p:spPr>
          <a:xfrm>
            <a:off x="4572000" y="4608576"/>
            <a:ext cx="2587752" cy="438912"/>
          </a:xfrm>
          <a:prstGeom prst="roundRect">
            <a:avLst>
              <a:gd name="adj" fmla="val 50000"/>
            </a:avLst>
          </a:prstGeom>
          <a:solidFill>
            <a:srgbClr val="FFFFFF"/>
          </a:solidFill>
          <a:ln w="12700">
            <a:solidFill>
              <a:srgbClr val="D5DCE6"/>
            </a:solidFill>
            <a:prstDash val="solid"/>
          </a:ln>
        </p:spPr>
      </p:sp>
      <p:sp>
        <p:nvSpPr>
          <p:cNvPr id="41" name="Text 38"/>
          <p:cNvSpPr txBox="1"/>
          <p:nvPr/>
        </p:nvSpPr>
        <p:spPr>
          <a:xfrm>
            <a:off x="4572000" y="4608576"/>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recevoir</a:t>
            </a:r>
            <a:endParaRPr lang="en-US" sz="1500" dirty="0"/>
          </a:p>
        </p:txBody>
      </p:sp>
      <p:sp>
        <p:nvSpPr>
          <p:cNvPr id="42" name="Shape 39"/>
          <p:cNvSpPr/>
          <p:nvPr/>
        </p:nvSpPr>
        <p:spPr>
          <a:xfrm>
            <a:off x="3840480" y="5504688"/>
            <a:ext cx="4050792" cy="914"/>
          </a:xfrm>
          <a:prstGeom prst="line">
            <a:avLst/>
          </a:prstGeom>
          <a:noFill/>
          <a:ln w="19050">
            <a:solidFill>
              <a:srgbClr val="B8C2CF"/>
            </a:solidFill>
            <a:prstDash val="solid"/>
          </a:ln>
        </p:spPr>
      </p:sp>
      <p:sp>
        <p:nvSpPr>
          <p:cNvPr id="43" name="Shape 40"/>
          <p:cNvSpPr/>
          <p:nvPr/>
        </p:nvSpPr>
        <p:spPr>
          <a:xfrm>
            <a:off x="548640" y="5212080"/>
            <a:ext cx="3291840" cy="585216"/>
          </a:xfrm>
          <a:prstGeom prst="roundRect">
            <a:avLst>
              <a:gd name="adj" fmla="val 50000"/>
            </a:avLst>
          </a:prstGeom>
          <a:solidFill>
            <a:srgbClr val="5B9BD5"/>
          </a:solidFill>
          <a:ln w="12700">
            <a:solidFill>
              <a:srgbClr val="FFFFFF">
                <a:alpha val="0"/>
              </a:srgbClr>
            </a:solidFill>
            <a:prstDash val="solid"/>
          </a:ln>
        </p:spPr>
      </p:sp>
      <p:sp>
        <p:nvSpPr>
          <p:cNvPr id="44" name="Text 41"/>
          <p:cNvSpPr txBox="1"/>
          <p:nvPr/>
        </p:nvSpPr>
        <p:spPr>
          <a:xfrm>
            <a:off x="548640" y="521208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Groetjes</a:t>
            </a:r>
            <a:endParaRPr lang="en-US" sz="2100" dirty="0"/>
          </a:p>
        </p:txBody>
      </p:sp>
      <p:sp>
        <p:nvSpPr>
          <p:cNvPr id="45" name="Shape 42"/>
          <p:cNvSpPr/>
          <p:nvPr/>
        </p:nvSpPr>
        <p:spPr>
          <a:xfrm>
            <a:off x="7891272" y="5212080"/>
            <a:ext cx="3749040" cy="585216"/>
          </a:xfrm>
          <a:prstGeom prst="roundRect">
            <a:avLst>
              <a:gd name="adj" fmla="val 50000"/>
            </a:avLst>
          </a:prstGeom>
          <a:solidFill>
            <a:schemeClr val="tx2"/>
          </a:solidFill>
          <a:ln w="12700">
            <a:solidFill>
              <a:srgbClr val="FFFFFF">
                <a:alpha val="0"/>
              </a:srgbClr>
            </a:solidFill>
            <a:prstDash val="solid"/>
          </a:ln>
        </p:spPr>
      </p:sp>
      <p:sp>
        <p:nvSpPr>
          <p:cNvPr id="46" name="Text 43"/>
          <p:cNvSpPr txBox="1"/>
          <p:nvPr/>
        </p:nvSpPr>
        <p:spPr>
          <a:xfrm>
            <a:off x="7891272" y="521208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Met vriendelijke groet</a:t>
            </a:r>
            <a:endParaRPr lang="en-US" sz="2000" dirty="0"/>
          </a:p>
        </p:txBody>
      </p:sp>
      <p:sp>
        <p:nvSpPr>
          <p:cNvPr id="47" name="Shape 44"/>
          <p:cNvSpPr/>
          <p:nvPr/>
        </p:nvSpPr>
        <p:spPr>
          <a:xfrm>
            <a:off x="4572000" y="5285232"/>
            <a:ext cx="2587752" cy="438912"/>
          </a:xfrm>
          <a:prstGeom prst="roundRect">
            <a:avLst>
              <a:gd name="adj" fmla="val 50000"/>
            </a:avLst>
          </a:prstGeom>
          <a:solidFill>
            <a:srgbClr val="FFFFFF"/>
          </a:solidFill>
          <a:ln w="12700">
            <a:solidFill>
              <a:srgbClr val="D5DCE6"/>
            </a:solidFill>
            <a:prstDash val="solid"/>
          </a:ln>
        </p:spPr>
      </p:sp>
      <p:sp>
        <p:nvSpPr>
          <p:cNvPr id="48" name="Text 45"/>
          <p:cNvSpPr txBox="1"/>
          <p:nvPr/>
        </p:nvSpPr>
        <p:spPr>
          <a:xfrm>
            <a:off x="4572000" y="528523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salutations</a:t>
            </a:r>
            <a:endParaRPr lang="en-US" sz="1500" dirty="0"/>
          </a:p>
        </p:txBody>
      </p:sp>
      <p:sp>
        <p:nvSpPr>
          <p:cNvPr id="49" name="Text 4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Les mots formels servent surtout à l’</a:t>
            </a:r>
            <a:r>
              <a:rPr lang="en-US" sz="1500" b="1" i="1" dirty="0">
                <a:solidFill>
                  <a:schemeClr val="accent5"/>
                </a:solidFill>
              </a:rPr>
              <a:t>écrit</a:t>
            </a:r>
            <a:r>
              <a:rPr lang="en-US" sz="1500" i="1" dirty="0">
                <a:solidFill>
                  <a:schemeClr val="accent5"/>
                </a:solidFill>
              </a:rPr>
              <a:t> (mails, lettres : M10). </a:t>
            </a:r>
            <a:r>
              <a:rPr lang="en-US" sz="1500" i="1" dirty="0">
                <a:solidFill>
                  <a:schemeClr val="accent5"/>
                </a:solidFill>
              </a:rPr>
              <a:t>Ik neem deel</a:t>
            </a:r>
            <a:r>
              <a:rPr lang="en-US" sz="1500" i="1" dirty="0">
                <a:solidFill>
                  <a:schemeClr val="accent5"/>
                </a:solidFill>
              </a:rPr>
              <a:t> : verbe à particule (M3).</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ne pas mélanger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TimesCircle">    </p:cNvPr>
          <p:cNvPicPr>
            <a:picLocks noChangeAspect="1"/>
          </p:cNvPicPr>
          <p:nvPr/>
        </p:nvPicPr>
        <p:blipFill>
          <a:blip r:embed="rId1"/>
          <a:stretch>
            <a:fillRect/>
          </a:stretch>
        </p:blipFill>
        <p:spPr>
          <a:xfrm>
            <a:off x="868680" y="2267712"/>
            <a:ext cx="411480" cy="411480"/>
          </a:xfrm>
          <a:prstGeom prst="rect">
            <a:avLst/>
          </a:prstGeom>
        </p:spPr>
      </p:pic>
      <p:sp>
        <p:nvSpPr>
          <p:cNvPr id="8" name="Text 4"/>
          <p:cNvSpPr txBox="1"/>
          <p:nvPr/>
        </p:nvSpPr>
        <p:spPr>
          <a:xfrm>
            <a:off x="1463040" y="2103120"/>
            <a:ext cx="9966960" cy="777240"/>
          </a:xfrm>
          <a:prstGeom prst="rect">
            <a:avLst/>
          </a:prstGeom>
          <a:noFill/>
          <a:ln/>
        </p:spPr>
        <p:txBody>
          <a:bodyPr wrap="square" lIns="0" tIns="0" rIns="0" bIns="0" rtlCol="0" anchor="ctr"/>
          <a:lstStyle/>
          <a:p>
            <a:pPr algn="l" indent="0" marL="0">
              <a:buNone/>
            </a:pPr>
            <a:r>
              <a:rPr lang="en-US" sz="2200" i="1" dirty="0">
                <a:solidFill>
                  <a:schemeClr val="tx1"/>
                </a:solidFill>
              </a:rPr>
              <a:t>Goedemorgen, mevrouw Claes, hoe gaat het met </a:t>
            </a:r>
            <a:r>
              <a:rPr lang="en-US" sz="2200" i="1" strike="sngStrike" dirty="0">
                <a:solidFill>
                  <a:schemeClr val="accent6"/>
                </a:solidFill>
              </a:rPr>
              <a:t>je</a:t>
            </a:r>
            <a:r>
              <a:rPr lang="en-US" sz="2200" i="1" dirty="0">
                <a:solidFill>
                  <a:schemeClr val="tx1"/>
                </a:solidFill>
              </a:rPr>
              <a:t>? Kunt u </a:t>
            </a:r>
            <a:r>
              <a:rPr lang="en-US" sz="2200" i="1" strike="sngStrike" dirty="0">
                <a:solidFill>
                  <a:schemeClr val="accent6"/>
                </a:solidFill>
              </a:rPr>
              <a:t>je</a:t>
            </a:r>
            <a:r>
              <a:rPr lang="en-US" sz="2200" i="1" dirty="0">
                <a:solidFill>
                  <a:schemeClr val="tx1"/>
                </a:solidFill>
              </a:rPr>
              <a:t> adres geven?</a:t>
            </a:r>
            <a:endParaRPr lang="en-US" sz="2200" dirty="0"/>
          </a:p>
        </p:txBody>
      </p:sp>
      <p:pic>
        <p:nvPicPr>
          <p:cNvPr id="9" name="Image 1" descr="ArrowDown">    </p:cNvPr>
          <p:cNvPicPr>
            <a:picLocks noChangeAspect="1"/>
          </p:cNvPicPr>
          <p:nvPr/>
        </p:nvPicPr>
        <p:blipFill>
          <a:blip r:embed="rId2"/>
          <a:stretch>
            <a:fillRect/>
          </a:stretch>
        </p:blipFill>
        <p:spPr>
          <a:xfrm>
            <a:off x="5897880" y="2971800"/>
            <a:ext cx="365760" cy="365760"/>
          </a:xfrm>
          <a:prstGeom prst="rect">
            <a:avLst/>
          </a:prstGeom>
        </p:spPr>
      </p:pic>
      <p:sp>
        <p:nvSpPr>
          <p:cNvPr id="10" name="Shape 5"/>
          <p:cNvSpPr/>
          <p:nvPr/>
        </p:nvSpPr>
        <p:spPr>
          <a:xfrm>
            <a:off x="822960" y="347472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1" name="tag"/>
          <p:cNvSpPr/>
          <p:nvPr/>
        </p:nvSpPr>
        <p:spPr>
          <a:xfrm>
            <a:off x="1005840" y="3858768"/>
            <a:ext cx="1183996" cy="365760"/>
          </a:xfrm>
          <a:prstGeom prst="roundRect">
            <a:avLst>
              <a:gd name="adj" fmla="val 12500"/>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FORMEEL</a:t>
            </a:r>
            <a:endParaRPr lang="en-US" sz="1300" dirty="0"/>
          </a:p>
        </p:txBody>
      </p:sp>
      <p:pic>
        <p:nvPicPr>
          <p:cNvPr id="12" name="Image 2" descr="CheckCircle">    </p:cNvPr>
          <p:cNvPicPr>
            <a:picLocks noChangeAspect="1"/>
          </p:cNvPicPr>
          <p:nvPr/>
        </p:nvPicPr>
        <p:blipFill>
          <a:blip r:embed="rId3"/>
          <a:stretch>
            <a:fillRect/>
          </a:stretch>
        </p:blipFill>
        <p:spPr>
          <a:xfrm>
            <a:off x="2331720" y="3858768"/>
            <a:ext cx="365760" cy="365760"/>
          </a:xfrm>
          <a:prstGeom prst="rect">
            <a:avLst/>
          </a:prstGeom>
        </p:spPr>
      </p:pic>
      <p:sp>
        <p:nvSpPr>
          <p:cNvPr id="13" name="Text 7"/>
          <p:cNvSpPr txBox="1"/>
          <p:nvPr/>
        </p:nvSpPr>
        <p:spPr>
          <a:xfrm>
            <a:off x="2880360" y="347472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Goedemorgen, mevrouw Claes, hoe gaat het met </a:t>
            </a:r>
            <a:r>
              <a:rPr lang="en-US" sz="2100" b="1" i="1" dirty="0">
                <a:solidFill>
                  <a:schemeClr val="accent3"/>
                </a:solidFill>
              </a:rPr>
              <a:t>u</a:t>
            </a:r>
            <a:r>
              <a:rPr lang="en-US" sz="2100" i="1" dirty="0">
                <a:solidFill>
                  <a:schemeClr val="tx1"/>
                </a:solidFill>
              </a:rPr>
              <a:t>? Kunt u </a:t>
            </a:r>
            <a:r>
              <a:rPr lang="en-US" sz="2100" b="1" i="1" dirty="0">
                <a:solidFill>
                  <a:schemeClr val="accent3"/>
                </a:solidFill>
              </a:rPr>
              <a:t>uw</a:t>
            </a:r>
            <a:r>
              <a:rPr lang="en-US" sz="2100" i="1" dirty="0">
                <a:solidFill>
                  <a:schemeClr val="tx1"/>
                </a:solidFill>
              </a:rPr>
              <a:t> adres geven?</a:t>
            </a:r>
            <a:endParaRPr lang="en-US" sz="2100" dirty="0"/>
          </a:p>
        </p:txBody>
      </p:sp>
      <p:sp>
        <p:nvSpPr>
          <p:cNvPr id="14" name="Shape 8"/>
          <p:cNvSpPr/>
          <p:nvPr/>
        </p:nvSpPr>
        <p:spPr>
          <a:xfrm>
            <a:off x="822960" y="480060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5" name="tag"/>
          <p:cNvSpPr/>
          <p:nvPr/>
        </p:nvSpPr>
        <p:spPr>
          <a:xfrm>
            <a:off x="1005840" y="5184648"/>
            <a:ext cx="1417777" cy="365760"/>
          </a:xfrm>
          <a:prstGeom prst="roundRect">
            <a:avLst>
              <a:gd name="adj" fmla="val 12500"/>
            </a:avLst>
          </a:prstGeom>
          <a:solidFill>
            <a:srgbClr val="5B9BD5"/>
          </a:solidFill>
          <a:ln/>
        </p:spPr>
        <p:txBody>
          <a:bodyPr wrap="square" lIns="0" tIns="0" rIns="0" bIns="0" rtlCol="0" anchor="ctr"/>
          <a:lstStyle/>
          <a:p>
            <a:pPr algn="ctr" indent="0" marL="0">
              <a:buNone/>
            </a:pPr>
            <a:r>
              <a:rPr lang="en-US" sz="1300" b="1" spc="100" kern="0" dirty="0">
                <a:solidFill>
                  <a:srgbClr val="FFFFFF"/>
                </a:solidFill>
              </a:rPr>
              <a:t>INFORMEEL</a:t>
            </a:r>
            <a:endParaRPr lang="en-US" sz="1300" dirty="0"/>
          </a:p>
        </p:txBody>
      </p:sp>
      <p:pic>
        <p:nvPicPr>
          <p:cNvPr id="16" name="Image 3" descr="CheckCircle">    </p:cNvPr>
          <p:cNvPicPr>
            <a:picLocks noChangeAspect="1"/>
          </p:cNvPicPr>
          <p:nvPr/>
        </p:nvPicPr>
        <p:blipFill>
          <a:blip r:embed="rId4"/>
          <a:stretch>
            <a:fillRect/>
          </a:stretch>
        </p:blipFill>
        <p:spPr>
          <a:xfrm>
            <a:off x="2331720" y="5184648"/>
            <a:ext cx="365760" cy="365760"/>
          </a:xfrm>
          <a:prstGeom prst="rect">
            <a:avLst/>
          </a:prstGeom>
        </p:spPr>
      </p:pic>
      <p:sp>
        <p:nvSpPr>
          <p:cNvPr id="17" name="Text 10"/>
          <p:cNvSpPr txBox="1"/>
          <p:nvPr/>
        </p:nvSpPr>
        <p:spPr>
          <a:xfrm>
            <a:off x="2880360" y="480060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Hoi Lies, hoe gaat het met </a:t>
            </a:r>
            <a:r>
              <a:rPr lang="en-US" sz="2100" b="1" i="1" dirty="0">
                <a:solidFill>
                  <a:schemeClr val="accent3"/>
                </a:solidFill>
              </a:rPr>
              <a:t>je</a:t>
            </a:r>
            <a:r>
              <a:rPr lang="en-US" sz="2100" i="1" dirty="0">
                <a:solidFill>
                  <a:schemeClr val="tx1"/>
                </a:solidFill>
              </a:rPr>
              <a:t>? Kun </a:t>
            </a:r>
            <a:r>
              <a:rPr lang="en-US" sz="2100" b="1" i="1" dirty="0">
                <a:solidFill>
                  <a:schemeClr val="accent3"/>
                </a:solidFill>
              </a:rPr>
              <a:t>je</a:t>
            </a:r>
            <a:r>
              <a:rPr lang="en-US" sz="2100" i="1" dirty="0">
                <a:solidFill>
                  <a:schemeClr val="tx1"/>
                </a:solidFill>
              </a:rPr>
              <a:t> </a:t>
            </a:r>
            <a:r>
              <a:rPr lang="en-US" sz="2100" b="1" i="1" dirty="0">
                <a:solidFill>
                  <a:schemeClr val="accent3"/>
                </a:solidFill>
              </a:rPr>
              <a:t>je</a:t>
            </a:r>
            <a:r>
              <a:rPr lang="en-US" sz="2100" i="1" dirty="0">
                <a:solidFill>
                  <a:schemeClr val="tx1"/>
                </a:solidFill>
              </a:rPr>
              <a:t> adres geven?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téléphone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822960" y="1508760"/>
            <a:ext cx="6309360" cy="4754880"/>
          </a:xfrm>
          <a:prstGeom prst="roundRect">
            <a:avLst>
              <a:gd name="adj" fmla="val 4808"/>
            </a:avLst>
          </a:prstGeom>
          <a:solidFill>
            <a:srgbClr val="1B2333"/>
          </a:solidFill>
          <a:ln w="12700">
            <a:solidFill>
              <a:srgbClr val="FFFFFF">
                <a:alpha val="0"/>
              </a:srgbClr>
            </a:solidFill>
            <a:prstDash val="solid"/>
          </a:ln>
        </p:spPr>
      </p:sp>
      <p:sp>
        <p:nvSpPr>
          <p:cNvPr id="6" name="Shape 3"/>
          <p:cNvSpPr/>
          <p:nvPr/>
        </p:nvSpPr>
        <p:spPr>
          <a:xfrm>
            <a:off x="960120" y="1783080"/>
            <a:ext cx="6035040" cy="4206240"/>
          </a:xfrm>
          <a:prstGeom prst="roundRect">
            <a:avLst>
              <a:gd name="adj" fmla="val 1739"/>
            </a:avLst>
          </a:prstGeom>
          <a:solidFill>
            <a:srgbClr val="F4F7FB"/>
          </a:solidFill>
          <a:ln w="12700">
            <a:solidFill>
              <a:srgbClr val="FFFFFF">
                <a:alpha val="0"/>
              </a:srgbClr>
            </a:solidFill>
            <a:prstDash val="solid"/>
          </a:ln>
        </p:spPr>
      </p:sp>
      <p:sp>
        <p:nvSpPr>
          <p:cNvPr id="7" name="Shape 4"/>
          <p:cNvSpPr/>
          <p:nvPr/>
        </p:nvSpPr>
        <p:spPr>
          <a:xfrm>
            <a:off x="3520440" y="1600200"/>
            <a:ext cx="914400" cy="91440"/>
          </a:xfrm>
          <a:prstGeom prst="roundRect">
            <a:avLst>
              <a:gd name="adj" fmla="val 50000"/>
            </a:avLst>
          </a:prstGeom>
          <a:solidFill>
            <a:srgbClr val="4A5A70"/>
          </a:solidFill>
          <a:ln w="12700">
            <a:solidFill>
              <a:srgbClr val="FFFFFF">
                <a:alpha val="0"/>
              </a:srgbClr>
            </a:solidFill>
            <a:prstDash val="solid"/>
          </a:ln>
        </p:spPr>
      </p:sp>
      <p:pic>
        <p:nvPicPr>
          <p:cNvPr id="8" name="Image 0" descr="woman office worker">    </p:cNvPr>
          <p:cNvPicPr>
            <a:picLocks noChangeAspect="1"/>
          </p:cNvPicPr>
          <p:nvPr/>
        </p:nvPicPr>
        <p:blipFill>
          <a:blip r:embed="rId1"/>
          <a:stretch>
            <a:fillRect/>
          </a:stretch>
        </p:blipFill>
        <p:spPr>
          <a:xfrm>
            <a:off x="1051560" y="2011680"/>
            <a:ext cx="548640" cy="548640"/>
          </a:xfrm>
          <a:prstGeom prst="rect">
            <a:avLst/>
          </a:prstGeom>
        </p:spPr>
      </p:pic>
      <p:sp>
        <p:nvSpPr>
          <p:cNvPr id="9" name="Shape 5"/>
          <p:cNvSpPr/>
          <p:nvPr/>
        </p:nvSpPr>
        <p:spPr>
          <a:xfrm>
            <a:off x="1691640" y="1920240"/>
            <a:ext cx="4389120" cy="731520"/>
          </a:xfrm>
          <a:prstGeom prst="roundRect">
            <a:avLst>
              <a:gd name="adj" fmla="val 22500"/>
            </a:avLst>
          </a:prstGeom>
          <a:solidFill>
            <a:schemeClr val="tx2"/>
          </a:solidFill>
          <a:ln w="12700">
            <a:solidFill>
              <a:srgbClr val="FFFFFF">
                <a:alpha val="0"/>
              </a:srgbClr>
            </a:solidFill>
            <a:prstDash val="solid"/>
          </a:ln>
        </p:spPr>
      </p:sp>
      <p:sp>
        <p:nvSpPr>
          <p:cNvPr id="10" name="Text 6"/>
          <p:cNvSpPr txBox="1"/>
          <p:nvPr/>
        </p:nvSpPr>
        <p:spPr>
          <a:xfrm>
            <a:off x="1828800" y="1920240"/>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Peeters &amp; Co, goedemorgen.</a:t>
            </a:r>
            <a:endParaRPr lang="en-US" sz="1800" dirty="0"/>
          </a:p>
        </p:txBody>
      </p:sp>
      <p:pic>
        <p:nvPicPr>
          <p:cNvPr id="11" name="Image 1" descr="man office worker">    </p:cNvPr>
          <p:cNvPicPr>
            <a:picLocks noChangeAspect="1"/>
          </p:cNvPicPr>
          <p:nvPr/>
        </p:nvPicPr>
        <p:blipFill>
          <a:blip r:embed="rId2"/>
          <a:stretch>
            <a:fillRect/>
          </a:stretch>
        </p:blipFill>
        <p:spPr>
          <a:xfrm>
            <a:off x="6309360" y="3227832"/>
            <a:ext cx="548640" cy="548640"/>
          </a:xfrm>
          <a:prstGeom prst="rect">
            <a:avLst/>
          </a:prstGeom>
        </p:spPr>
      </p:pic>
      <p:sp>
        <p:nvSpPr>
          <p:cNvPr id="12" name="Shape 7"/>
          <p:cNvSpPr/>
          <p:nvPr/>
        </p:nvSpPr>
        <p:spPr>
          <a:xfrm>
            <a:off x="1828800" y="2907792"/>
            <a:ext cx="4389120" cy="1188720"/>
          </a:xfrm>
          <a:prstGeom prst="roundRect">
            <a:avLst>
              <a:gd name="adj" fmla="val 13846"/>
            </a:avLst>
          </a:prstGeom>
          <a:solidFill>
            <a:schemeClr val="accent3"/>
          </a:solidFill>
          <a:ln w="12700">
            <a:solidFill>
              <a:srgbClr val="FFFFFF">
                <a:alpha val="0"/>
              </a:srgbClr>
            </a:solidFill>
            <a:prstDash val="solid"/>
          </a:ln>
        </p:spPr>
      </p:sp>
      <p:sp>
        <p:nvSpPr>
          <p:cNvPr id="13" name="Text 8"/>
          <p:cNvSpPr txBox="1"/>
          <p:nvPr/>
        </p:nvSpPr>
        <p:spPr>
          <a:xfrm>
            <a:off x="1965960" y="2907792"/>
            <a:ext cx="4114800" cy="1188720"/>
          </a:xfrm>
          <a:prstGeom prst="rect">
            <a:avLst/>
          </a:prstGeom>
          <a:noFill/>
          <a:ln/>
        </p:spPr>
        <p:txBody>
          <a:bodyPr wrap="square" lIns="0" tIns="0" rIns="0" bIns="0" rtlCol="0" anchor="ctr"/>
          <a:lstStyle/>
          <a:p>
            <a:pPr algn="l" indent="0" marL="0">
              <a:buNone/>
            </a:pPr>
            <a:r>
              <a:rPr lang="en-US" sz="1800" i="1" dirty="0">
                <a:solidFill>
                  <a:schemeClr val="bg1"/>
                </a:solidFill>
              </a:rPr>
              <a:t>Goedemorgen, u spreekt met Karim Benali. Mag ik mevrouw Claes spreken?</a:t>
            </a:r>
            <a:endParaRPr lang="en-US" sz="1800" dirty="0"/>
          </a:p>
        </p:txBody>
      </p:sp>
      <p:pic>
        <p:nvPicPr>
          <p:cNvPr id="14" name="Image 2" descr="woman office worker">    </p:cNvPr>
          <p:cNvPicPr>
            <a:picLocks noChangeAspect="1"/>
          </p:cNvPicPr>
          <p:nvPr/>
        </p:nvPicPr>
        <p:blipFill>
          <a:blip r:embed="rId3"/>
          <a:stretch>
            <a:fillRect/>
          </a:stretch>
        </p:blipFill>
        <p:spPr>
          <a:xfrm>
            <a:off x="1051560" y="4443984"/>
            <a:ext cx="548640" cy="548640"/>
          </a:xfrm>
          <a:prstGeom prst="rect">
            <a:avLst/>
          </a:prstGeom>
        </p:spPr>
      </p:pic>
      <p:sp>
        <p:nvSpPr>
          <p:cNvPr id="15" name="Shape 9"/>
          <p:cNvSpPr/>
          <p:nvPr/>
        </p:nvSpPr>
        <p:spPr>
          <a:xfrm>
            <a:off x="1691640" y="4352544"/>
            <a:ext cx="4389120" cy="731520"/>
          </a:xfrm>
          <a:prstGeom prst="roundRect">
            <a:avLst>
              <a:gd name="adj" fmla="val 22500"/>
            </a:avLst>
          </a:prstGeom>
          <a:solidFill>
            <a:schemeClr val="tx2"/>
          </a:solidFill>
          <a:ln w="12700">
            <a:solidFill>
              <a:srgbClr val="FFFFFF">
                <a:alpha val="0"/>
              </a:srgbClr>
            </a:solidFill>
            <a:prstDash val="solid"/>
          </a:ln>
        </p:spPr>
      </p:sp>
      <p:sp>
        <p:nvSpPr>
          <p:cNvPr id="16" name="Text 10"/>
          <p:cNvSpPr txBox="1"/>
          <p:nvPr/>
        </p:nvSpPr>
        <p:spPr>
          <a:xfrm>
            <a:off x="1828800" y="4352544"/>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Een ogenblik, alstublieft.</a:t>
            </a:r>
            <a:endParaRPr lang="en-US" sz="1800" dirty="0"/>
          </a:p>
        </p:txBody>
      </p:sp>
      <p:sp>
        <p:nvSpPr>
          <p:cNvPr id="17" name="Shape 11"/>
          <p:cNvSpPr/>
          <p:nvPr/>
        </p:nvSpPr>
        <p:spPr>
          <a:xfrm>
            <a:off x="7452360" y="1508760"/>
            <a:ext cx="4187952" cy="4754880"/>
          </a:xfrm>
          <a:prstGeom prst="roundRect">
            <a:avLst>
              <a:gd name="adj" fmla="val 218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7635240" y="1673352"/>
            <a:ext cx="566928" cy="566928"/>
          </a:xfrm>
          <a:prstGeom prst="ellipse">
            <a:avLst/>
          </a:prstGeom>
          <a:solidFill>
            <a:schemeClr val="accent1"/>
          </a:solidFill>
          <a:ln w="12700">
            <a:solidFill>
              <a:srgbClr val="FFFFFF">
                <a:alpha val="0"/>
              </a:srgbClr>
            </a:solidFill>
            <a:prstDash val="solid"/>
          </a:ln>
        </p:spPr>
      </p:sp>
      <p:pic>
        <p:nvPicPr>
          <p:cNvPr id="19" name="Image 3" descr="LifeRing">    </p:cNvPr>
          <p:cNvPicPr>
            <a:picLocks noChangeAspect="1"/>
          </p:cNvPicPr>
          <p:nvPr/>
        </p:nvPicPr>
        <p:blipFill>
          <a:blip r:embed="rId4"/>
          <a:stretch>
            <a:fillRect/>
          </a:stretch>
        </p:blipFill>
        <p:spPr>
          <a:xfrm>
            <a:off x="7771303" y="1809415"/>
            <a:ext cx="294803" cy="294803"/>
          </a:xfrm>
          <a:prstGeom prst="rect">
            <a:avLst/>
          </a:prstGeom>
        </p:spPr>
      </p:pic>
      <p:sp>
        <p:nvSpPr>
          <p:cNvPr id="20" name="Text 13"/>
          <p:cNvSpPr txBox="1"/>
          <p:nvPr/>
        </p:nvSpPr>
        <p:spPr>
          <a:xfrm>
            <a:off x="8348472" y="1655064"/>
            <a:ext cx="3154680" cy="603504"/>
          </a:xfrm>
          <a:prstGeom prst="rect">
            <a:avLst/>
          </a:prstGeom>
          <a:noFill/>
          <a:ln/>
        </p:spPr>
        <p:txBody>
          <a:bodyPr wrap="square" lIns="0" tIns="0" rIns="0" bIns="0" rtlCol="0" anchor="ctr"/>
          <a:lstStyle/>
          <a:p>
            <a:pPr algn="l" indent="0" marL="0">
              <a:buNone/>
            </a:pPr>
            <a:r>
              <a:rPr lang="en-US" sz="1900" b="1" dirty="0">
                <a:solidFill>
                  <a:schemeClr val="accent1"/>
                </a:solidFill>
              </a:rPr>
              <a:t>Phrases de survie</a:t>
            </a:r>
            <a:endParaRPr lang="en-US" sz="1900" dirty="0"/>
          </a:p>
        </p:txBody>
      </p:sp>
      <p:sp>
        <p:nvSpPr>
          <p:cNvPr id="21" name="Text 14"/>
          <p:cNvSpPr txBox="1"/>
          <p:nvPr/>
        </p:nvSpPr>
        <p:spPr>
          <a:xfrm>
            <a:off x="7653528" y="2377440"/>
            <a:ext cx="3785616" cy="3776472"/>
          </a:xfrm>
          <a:prstGeom prst="rect">
            <a:avLst/>
          </a:prstGeom>
          <a:noFill/>
          <a:ln/>
        </p:spPr>
        <p:txBody>
          <a:bodyPr wrap="square" lIns="0" tIns="0" rIns="0" bIns="0" rtlCol="0" anchor="t"/>
          <a:lstStyle/>
          <a:p>
            <a:pPr algn="l" indent="0" marL="0">
              <a:spcAft>
                <a:spcPts val="1200"/>
              </a:spcAft>
              <a:buNone/>
            </a:pPr>
            <a:r>
              <a:rPr lang="en-US" sz="1900" i="1" dirty="0">
                <a:solidFill>
                  <a:schemeClr val="tx1"/>
                </a:solidFill>
              </a:rPr>
              <a:t>Met wie spreek ik?</a:t>
            </a:r>
            <a:endParaRPr lang="en-US" sz="1900" dirty="0"/>
          </a:p>
          <a:p>
            <a:pPr algn="l" indent="0" marL="0">
              <a:spcAft>
                <a:spcPts val="1200"/>
              </a:spcAft>
              <a:buNone/>
            </a:pPr>
            <a:r>
              <a:rPr lang="en-US" sz="1900" i="1" dirty="0">
                <a:solidFill>
                  <a:schemeClr val="tx1"/>
                </a:solidFill>
              </a:rPr>
              <a:t>Kunt u dat herhalen?</a:t>
            </a:r>
            <a:endParaRPr lang="en-US" sz="1900" dirty="0"/>
          </a:p>
          <a:p>
            <a:pPr algn="l" indent="0" marL="0">
              <a:spcAft>
                <a:spcPts val="1200"/>
              </a:spcAft>
              <a:buNone/>
            </a:pPr>
            <a:r>
              <a:rPr lang="en-US" sz="1900" i="1" dirty="0">
                <a:solidFill>
                  <a:schemeClr val="tx1"/>
                </a:solidFill>
              </a:rPr>
              <a:t>Kunt u wat trager spreken?</a:t>
            </a:r>
            <a:endParaRPr lang="en-US" sz="1900" dirty="0"/>
          </a:p>
          <a:p>
            <a:pPr algn="l" indent="0" marL="0">
              <a:spcAft>
                <a:spcPts val="1200"/>
              </a:spcAft>
              <a:buNone/>
            </a:pPr>
            <a:r>
              <a:rPr lang="en-US" sz="1900" i="1" dirty="0">
                <a:solidFill>
                  <a:schemeClr val="tx1"/>
                </a:solidFill>
              </a:rPr>
              <a:t>Ik bel later terug.</a:t>
            </a:r>
            <a:endParaRPr lang="en-US" sz="1900" dirty="0"/>
          </a:p>
          <a:p>
            <a:pPr algn="l" indent="0" marL="0">
              <a:spcAft>
                <a:spcPts val="1200"/>
              </a:spcAft>
              <a:buNone/>
            </a:pPr>
            <a:r>
              <a:rPr lang="en-US" sz="1900" b="1" dirty="0">
                <a:solidFill>
                  <a:schemeClr val="tx1"/>
                </a:solidFill>
              </a:rPr>
              <a:t>U spreekt met…</a:t>
            </a:r>
            <a:r>
              <a:rPr lang="en-US" sz="1900" dirty="0">
                <a:solidFill>
                  <a:schemeClr val="tx1"/>
                </a:solidFill>
              </a:rPr>
              <a:t> = C’est … à l’appareil.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registre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194560"/>
                <a:gridCol w="3931920"/>
                <a:gridCol w="4965192"/>
              </a:tblGrid>
              <a:tr h="54864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600" b="1" dirty="0">
                          <a:solidFill>
                            <a:srgbClr val="FFFFFF"/>
                          </a:solidFill>
                        </a:rPr>
                        <a:t>Informeel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5B9BD5"/>
                    </a:solidFill>
                  </a:tcPr>
                </a:tc>
                <a:tc>
                  <a:txBody>
                    <a:bodyPr/>
                    <a:lstStyle/>
                    <a:p>
                      <a:pPr algn="l" indent="0" marL="0">
                        <a:buNone/>
                      </a:pPr>
                      <a:r>
                        <a:rPr lang="en-US" sz="1600" b="1" dirty="0">
                          <a:solidFill>
                            <a:srgbClr val="FFFFFF"/>
                          </a:solidFill>
                        </a:rPr>
                        <a:t>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1900" b="1" dirty="0">
                          <a:solidFill>
                            <a:schemeClr val="tx1"/>
                          </a:solidFill>
                        </a:rPr>
                        <a:t>saluer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Hoi! · Hallo!</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Goedemorgen, mevrouw…</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ça va ?</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Alles goed?</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Hoe gaat het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répondre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Prima, en met jou?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 dank u. En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demander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Kun je…?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Kunt u…, alstublieft?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remercier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Merci! · Bedankt!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Dank u wel.</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s’excuser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Sorry!</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Excuseer. · Het spijt me.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partir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Daag! · Tot straks!</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Tot ziens! · Nog een prettige dag!</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bl>
          </a:graphicData>
        </a:graphic>
      </p:graphicFrame>
      <p:pic>
        <p:nvPicPr>
          <p:cNvPr id="6"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BalanceSca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Formel ou informel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paires</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ommentDots">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 dites-vous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ExchangeAlt">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Familier → poli</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Build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Une journée au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Phone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téléphone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8" name="Shape 4"/>
          <p:cNvSpPr/>
          <p:nvPr/>
        </p:nvSpPr>
        <p:spPr>
          <a:xfrm>
            <a:off x="548640"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9" name="Image 1" descr="memo">    </p:cNvPr>
          <p:cNvPicPr>
            <a:picLocks noChangeAspect="1"/>
          </p:cNvPicPr>
          <p:nvPr/>
        </p:nvPicPr>
        <p:blipFill>
          <a:blip r:embed="rId2"/>
          <a:stretch>
            <a:fillRect/>
          </a:stretch>
        </p:blipFill>
        <p:spPr>
          <a:xfrm>
            <a:off x="640080" y="2087880"/>
            <a:ext cx="512064" cy="512064"/>
          </a:xfrm>
          <a:prstGeom prst="rect">
            <a:avLst/>
          </a:prstGeom>
        </p:spPr>
      </p:pic>
      <p:sp>
        <p:nvSpPr>
          <p:cNvPr id="10" name="Text 5"/>
          <p:cNvSpPr txBox="1"/>
          <p:nvPr/>
        </p:nvSpPr>
        <p:spPr>
          <a:xfrm>
            <a:off x="1234440"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rapport opstellen</a:t>
            </a:r>
            <a:endParaRPr lang="en-US" sz="1500" dirty="0"/>
          </a:p>
        </p:txBody>
      </p:sp>
      <p:sp>
        <p:nvSpPr>
          <p:cNvPr id="11" name="Shape 6"/>
          <p:cNvSpPr/>
          <p:nvPr/>
        </p:nvSpPr>
        <p:spPr>
          <a:xfrm>
            <a:off x="3355848"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2" name="Image 2" descr="man office worker">    </p:cNvPr>
          <p:cNvPicPr>
            <a:picLocks noChangeAspect="1"/>
          </p:cNvPicPr>
          <p:nvPr/>
        </p:nvPicPr>
        <p:blipFill>
          <a:blip r:embed="rId3"/>
          <a:stretch>
            <a:fillRect/>
          </a:stretch>
        </p:blipFill>
        <p:spPr>
          <a:xfrm>
            <a:off x="3447288" y="2087880"/>
            <a:ext cx="512064" cy="512064"/>
          </a:xfrm>
          <a:prstGeom prst="rect">
            <a:avLst/>
          </a:prstGeom>
        </p:spPr>
      </p:pic>
      <p:sp>
        <p:nvSpPr>
          <p:cNvPr id="13" name="Text 7"/>
          <p:cNvSpPr txBox="1"/>
          <p:nvPr/>
        </p:nvSpPr>
        <p:spPr>
          <a:xfrm>
            <a:off x="4041648"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de directeur praten</a:t>
            </a:r>
            <a:endParaRPr lang="en-US" sz="1500" dirty="0"/>
          </a:p>
        </p:txBody>
      </p:sp>
      <p:sp>
        <p:nvSpPr>
          <p:cNvPr id="14" name="Shape 8"/>
          <p:cNvSpPr/>
          <p:nvPr/>
        </p:nvSpPr>
        <p:spPr>
          <a:xfrm>
            <a:off x="6163056"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5" name="Image 3" descr="angry face">    </p:cNvPr>
          <p:cNvPicPr>
            <a:picLocks noChangeAspect="1"/>
          </p:cNvPicPr>
          <p:nvPr/>
        </p:nvPicPr>
        <p:blipFill>
          <a:blip r:embed="rId4"/>
          <a:stretch>
            <a:fillRect/>
          </a:stretch>
        </p:blipFill>
        <p:spPr>
          <a:xfrm>
            <a:off x="6254496" y="2087880"/>
            <a:ext cx="512064" cy="512064"/>
          </a:xfrm>
          <a:prstGeom prst="rect">
            <a:avLst/>
          </a:prstGeom>
        </p:spPr>
      </p:pic>
      <p:sp>
        <p:nvSpPr>
          <p:cNvPr id="16" name="Text 9"/>
          <p:cNvSpPr txBox="1"/>
          <p:nvPr/>
        </p:nvSpPr>
        <p:spPr>
          <a:xfrm>
            <a:off x="6848856"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klachtenbrief schrijven</a:t>
            </a:r>
            <a:endParaRPr lang="en-US" sz="1500" dirty="0"/>
          </a:p>
        </p:txBody>
      </p:sp>
      <p:sp>
        <p:nvSpPr>
          <p:cNvPr id="17" name="Shape 10"/>
          <p:cNvSpPr/>
          <p:nvPr/>
        </p:nvSpPr>
        <p:spPr>
          <a:xfrm>
            <a:off x="8970264"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8" name="Image 4" descr="e mail">    </p:cNvPr>
          <p:cNvPicPr>
            <a:picLocks noChangeAspect="1"/>
          </p:cNvPicPr>
          <p:nvPr/>
        </p:nvPicPr>
        <p:blipFill>
          <a:blip r:embed="rId5"/>
          <a:stretch>
            <a:fillRect/>
          </a:stretch>
        </p:blipFill>
        <p:spPr>
          <a:xfrm>
            <a:off x="9061704" y="2087880"/>
            <a:ext cx="512064" cy="512064"/>
          </a:xfrm>
          <a:prstGeom prst="rect">
            <a:avLst/>
          </a:prstGeom>
        </p:spPr>
      </p:pic>
      <p:sp>
        <p:nvSpPr>
          <p:cNvPr id="19" name="Text 11"/>
          <p:cNvSpPr txBox="1"/>
          <p:nvPr/>
        </p:nvSpPr>
        <p:spPr>
          <a:xfrm>
            <a:off x="9656064"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e-mail naar je neef sturen</a:t>
            </a:r>
            <a:endParaRPr lang="en-US" sz="1500" dirty="0"/>
          </a:p>
        </p:txBody>
      </p:sp>
      <p:sp>
        <p:nvSpPr>
          <p:cNvPr id="20" name="Shape 12"/>
          <p:cNvSpPr/>
          <p:nvPr/>
        </p:nvSpPr>
        <p:spPr>
          <a:xfrm>
            <a:off x="548640"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1" name="Image 5" descr="mobile phone">    </p:cNvPr>
          <p:cNvPicPr>
            <a:picLocks noChangeAspect="1"/>
          </p:cNvPicPr>
          <p:nvPr/>
        </p:nvPicPr>
        <p:blipFill>
          <a:blip r:embed="rId6"/>
          <a:stretch>
            <a:fillRect/>
          </a:stretch>
        </p:blipFill>
        <p:spPr>
          <a:xfrm>
            <a:off x="640080" y="3048000"/>
            <a:ext cx="512064" cy="512064"/>
          </a:xfrm>
          <a:prstGeom prst="rect">
            <a:avLst/>
          </a:prstGeom>
        </p:spPr>
      </p:pic>
      <p:sp>
        <p:nvSpPr>
          <p:cNvPr id="22" name="Text 13"/>
          <p:cNvSpPr txBox="1"/>
          <p:nvPr/>
        </p:nvSpPr>
        <p:spPr>
          <a:xfrm>
            <a:off x="1234440"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sms’je sturen</a:t>
            </a:r>
            <a:endParaRPr lang="en-US" sz="1500" dirty="0"/>
          </a:p>
        </p:txBody>
      </p:sp>
      <p:sp>
        <p:nvSpPr>
          <p:cNvPr id="23" name="Shape 14"/>
          <p:cNvSpPr/>
          <p:nvPr/>
        </p:nvSpPr>
        <p:spPr>
          <a:xfrm>
            <a:off x="3355848"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4" name="Image 6" descr="people hugging">    </p:cNvPr>
          <p:cNvPicPr>
            <a:picLocks noChangeAspect="1"/>
          </p:cNvPicPr>
          <p:nvPr/>
        </p:nvPicPr>
        <p:blipFill>
          <a:blip r:embed="rId7"/>
          <a:stretch>
            <a:fillRect/>
          </a:stretch>
        </p:blipFill>
        <p:spPr>
          <a:xfrm>
            <a:off x="3447288" y="3048000"/>
            <a:ext cx="512064" cy="512064"/>
          </a:xfrm>
          <a:prstGeom prst="rect">
            <a:avLst/>
          </a:prstGeom>
        </p:spPr>
      </p:pic>
      <p:sp>
        <p:nvSpPr>
          <p:cNvPr id="25" name="Text 15"/>
          <p:cNvSpPr txBox="1"/>
          <p:nvPr/>
        </p:nvSpPr>
        <p:spPr>
          <a:xfrm>
            <a:off x="4041648"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vrienden praten</a:t>
            </a:r>
            <a:endParaRPr lang="en-US" sz="1500" dirty="0"/>
          </a:p>
        </p:txBody>
      </p:sp>
      <p:sp>
        <p:nvSpPr>
          <p:cNvPr id="26" name="Shape 16"/>
          <p:cNvSpPr/>
          <p:nvPr/>
        </p:nvSpPr>
        <p:spPr>
          <a:xfrm>
            <a:off x="6163056"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7" name="Image 7" descr="telephone receiver">    </p:cNvPr>
          <p:cNvPicPr>
            <a:picLocks noChangeAspect="1"/>
          </p:cNvPicPr>
          <p:nvPr/>
        </p:nvPicPr>
        <p:blipFill>
          <a:blip r:embed="rId8"/>
          <a:stretch>
            <a:fillRect/>
          </a:stretch>
        </p:blipFill>
        <p:spPr>
          <a:xfrm>
            <a:off x="6254496" y="3048000"/>
            <a:ext cx="512064" cy="512064"/>
          </a:xfrm>
          <a:prstGeom prst="rect">
            <a:avLst/>
          </a:prstGeom>
        </p:spPr>
      </p:pic>
      <p:sp>
        <p:nvSpPr>
          <p:cNvPr id="28" name="Text 17"/>
          <p:cNvSpPr txBox="1"/>
          <p:nvPr/>
        </p:nvSpPr>
        <p:spPr>
          <a:xfrm>
            <a:off x="6848856"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klant opbellen</a:t>
            </a:r>
            <a:endParaRPr lang="en-US" sz="1500" dirty="0"/>
          </a:p>
        </p:txBody>
      </p:sp>
      <p:sp>
        <p:nvSpPr>
          <p:cNvPr id="29" name="Shape 18"/>
          <p:cNvSpPr/>
          <p:nvPr/>
        </p:nvSpPr>
        <p:spPr>
          <a:xfrm>
            <a:off x="8970264"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30" name="Image 8" descr="sandwich">    </p:cNvPr>
          <p:cNvPicPr>
            <a:picLocks noChangeAspect="1"/>
          </p:cNvPicPr>
          <p:nvPr/>
        </p:nvPicPr>
        <p:blipFill>
          <a:blip r:embed="rId9"/>
          <a:stretch>
            <a:fillRect/>
          </a:stretch>
        </p:blipFill>
        <p:spPr>
          <a:xfrm>
            <a:off x="9061704" y="3048000"/>
            <a:ext cx="512064" cy="512064"/>
          </a:xfrm>
          <a:prstGeom prst="rect">
            <a:avLst/>
          </a:prstGeom>
        </p:spPr>
      </p:pic>
      <p:sp>
        <p:nvSpPr>
          <p:cNvPr id="31" name="Text 19"/>
          <p:cNvSpPr txBox="1"/>
          <p:nvPr/>
        </p:nvSpPr>
        <p:spPr>
          <a:xfrm>
            <a:off x="9656064"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je collega lunchen</a:t>
            </a:r>
            <a:endParaRPr lang="en-US" sz="1500" dirty="0"/>
          </a:p>
        </p:txBody>
      </p:sp>
      <p:sp>
        <p:nvSpPr>
          <p:cNvPr id="32" name="Shape 20"/>
          <p:cNvSpPr/>
          <p:nvPr/>
        </p:nvSpPr>
        <p:spPr>
          <a:xfrm>
            <a:off x="548640" y="3989832"/>
            <a:ext cx="5468112" cy="2301240"/>
          </a:xfrm>
          <a:prstGeom prst="roundRect">
            <a:avLst>
              <a:gd name="adj" fmla="val 3179"/>
            </a:avLst>
          </a:prstGeom>
          <a:solidFill>
            <a:schemeClr val="tx2">
              <a:alpha val="10000"/>
            </a:schemeClr>
          </a:solidFill>
          <a:ln w="25400">
            <a:solidFill>
              <a:srgbClr val="17375E"/>
            </a:solidFill>
            <a:prstDash val="solid"/>
          </a:ln>
        </p:spPr>
      </p:sp>
      <p:sp>
        <p:nvSpPr>
          <p:cNvPr id="33" name="Shape 21"/>
          <p:cNvSpPr/>
          <p:nvPr/>
        </p:nvSpPr>
        <p:spPr>
          <a:xfrm>
            <a:off x="548640" y="3989832"/>
            <a:ext cx="5468112" cy="502920"/>
          </a:xfrm>
          <a:prstGeom prst="roundRect">
            <a:avLst>
              <a:gd name="adj" fmla="val 14545"/>
            </a:avLst>
          </a:prstGeom>
          <a:solidFill>
            <a:schemeClr val="tx2"/>
          </a:solidFill>
          <a:ln w="12700">
            <a:solidFill>
              <a:srgbClr val="FFFFFF">
                <a:alpha val="0"/>
              </a:srgbClr>
            </a:solidFill>
            <a:prstDash val="solid"/>
          </a:ln>
        </p:spPr>
      </p:sp>
      <p:sp>
        <p:nvSpPr>
          <p:cNvPr id="34" name="Text 22"/>
          <p:cNvSpPr txBox="1"/>
          <p:nvPr/>
        </p:nvSpPr>
        <p:spPr>
          <a:xfrm>
            <a:off x="54864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sp>
        <p:nvSpPr>
          <p:cNvPr id="35" name="Shape 23"/>
          <p:cNvSpPr/>
          <p:nvPr/>
        </p:nvSpPr>
        <p:spPr>
          <a:xfrm>
            <a:off x="6172200" y="3989832"/>
            <a:ext cx="5468112" cy="2301240"/>
          </a:xfrm>
          <a:prstGeom prst="roundRect">
            <a:avLst>
              <a:gd name="adj" fmla="val 3179"/>
            </a:avLst>
          </a:prstGeom>
          <a:solidFill>
            <a:srgbClr val="5B9BD5">
              <a:alpha val="10000"/>
            </a:srgbClr>
          </a:solidFill>
          <a:ln w="25400">
            <a:solidFill>
              <a:srgbClr val="5B9BD5"/>
            </a:solidFill>
            <a:prstDash val="solid"/>
          </a:ln>
        </p:spPr>
      </p:sp>
      <p:sp>
        <p:nvSpPr>
          <p:cNvPr id="36" name="Shape 24"/>
          <p:cNvSpPr/>
          <p:nvPr/>
        </p:nvSpPr>
        <p:spPr>
          <a:xfrm>
            <a:off x="6172200" y="3989832"/>
            <a:ext cx="5468112" cy="502920"/>
          </a:xfrm>
          <a:prstGeom prst="roundRect">
            <a:avLst>
              <a:gd name="adj" fmla="val 14545"/>
            </a:avLst>
          </a:prstGeom>
          <a:solidFill>
            <a:srgbClr val="5B9BD5"/>
          </a:solidFill>
          <a:ln w="12700">
            <a:solidFill>
              <a:srgbClr val="FFFFFF">
                <a:alpha val="0"/>
              </a:srgbClr>
            </a:solidFill>
            <a:prstDash val="solid"/>
          </a:ln>
        </p:spPr>
      </p:sp>
      <p:sp>
        <p:nvSpPr>
          <p:cNvPr id="37" name="Text 25"/>
          <p:cNvSpPr txBox="1"/>
          <p:nvPr/>
        </p:nvSpPr>
        <p:spPr>
          <a:xfrm>
            <a:off x="617220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9" name="Shape 5"/>
          <p:cNvSpPr/>
          <p:nvPr/>
        </p:nvSpPr>
        <p:spPr>
          <a:xfrm>
            <a:off x="54864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10" name="Shape 6"/>
          <p:cNvSpPr/>
          <p:nvPr/>
        </p:nvSpPr>
        <p:spPr>
          <a:xfrm>
            <a:off x="548640" y="2023872"/>
            <a:ext cx="5468112" cy="502920"/>
          </a:xfrm>
          <a:prstGeom prst="roundRect">
            <a:avLst>
              <a:gd name="adj" fmla="val 14545"/>
            </a:avLst>
          </a:prstGeom>
          <a:solidFill>
            <a:schemeClr val="tx2"/>
          </a:solidFill>
          <a:ln w="12700">
            <a:solidFill>
              <a:srgbClr val="FFFFFF">
                <a:alpha val="0"/>
              </a:srgbClr>
            </a:solidFill>
            <a:prstDash val="solid"/>
          </a:ln>
        </p:spPr>
      </p:sp>
      <p:sp>
        <p:nvSpPr>
          <p:cNvPr id="11" name="Text 7"/>
          <p:cNvSpPr txBox="1"/>
          <p:nvPr/>
        </p:nvSpPr>
        <p:spPr>
          <a:xfrm>
            <a:off x="54864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pic>
        <p:nvPicPr>
          <p:cNvPr id="12" name="Image 1" descr="memo">    </p:cNvPr>
          <p:cNvPicPr>
            <a:picLocks noChangeAspect="1"/>
          </p:cNvPicPr>
          <p:nvPr/>
        </p:nvPicPr>
        <p:blipFill>
          <a:blip r:embed="rId2"/>
          <a:stretch>
            <a:fillRect/>
          </a:stretch>
        </p:blipFill>
        <p:spPr>
          <a:xfrm>
            <a:off x="822960" y="2801112"/>
            <a:ext cx="548640" cy="548640"/>
          </a:xfrm>
          <a:prstGeom prst="rect">
            <a:avLst/>
          </a:prstGeom>
        </p:spPr>
      </p:pic>
      <p:sp>
        <p:nvSpPr>
          <p:cNvPr id="13" name="Text 8"/>
          <p:cNvSpPr txBox="1"/>
          <p:nvPr/>
        </p:nvSpPr>
        <p:spPr>
          <a:xfrm>
            <a:off x="155448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rapport opstellen</a:t>
            </a:r>
            <a:endParaRPr lang="en-US" sz="2000" dirty="0"/>
          </a:p>
        </p:txBody>
      </p:sp>
      <p:pic>
        <p:nvPicPr>
          <p:cNvPr id="14" name="Image 2" descr="man office worker">    </p:cNvPr>
          <p:cNvPicPr>
            <a:picLocks noChangeAspect="1"/>
          </p:cNvPicPr>
          <p:nvPr/>
        </p:nvPicPr>
        <p:blipFill>
          <a:blip r:embed="rId3"/>
          <a:stretch>
            <a:fillRect/>
          </a:stretch>
        </p:blipFill>
        <p:spPr>
          <a:xfrm>
            <a:off x="822960" y="3715512"/>
            <a:ext cx="548640" cy="548640"/>
          </a:xfrm>
          <a:prstGeom prst="rect">
            <a:avLst/>
          </a:prstGeom>
        </p:spPr>
      </p:pic>
      <p:sp>
        <p:nvSpPr>
          <p:cNvPr id="15" name="Text 9"/>
          <p:cNvSpPr txBox="1"/>
          <p:nvPr/>
        </p:nvSpPr>
        <p:spPr>
          <a:xfrm>
            <a:off x="155448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de directeur praten</a:t>
            </a:r>
            <a:endParaRPr lang="en-US" sz="2000" dirty="0"/>
          </a:p>
        </p:txBody>
      </p:sp>
      <p:pic>
        <p:nvPicPr>
          <p:cNvPr id="16" name="Image 3" descr="angry face">    </p:cNvPr>
          <p:cNvPicPr>
            <a:picLocks noChangeAspect="1"/>
          </p:cNvPicPr>
          <p:nvPr/>
        </p:nvPicPr>
        <p:blipFill>
          <a:blip r:embed="rId4"/>
          <a:stretch>
            <a:fillRect/>
          </a:stretch>
        </p:blipFill>
        <p:spPr>
          <a:xfrm>
            <a:off x="822960" y="4629912"/>
            <a:ext cx="548640" cy="548640"/>
          </a:xfrm>
          <a:prstGeom prst="rect">
            <a:avLst/>
          </a:prstGeom>
        </p:spPr>
      </p:pic>
      <p:sp>
        <p:nvSpPr>
          <p:cNvPr id="17" name="Text 10"/>
          <p:cNvSpPr txBox="1"/>
          <p:nvPr/>
        </p:nvSpPr>
        <p:spPr>
          <a:xfrm>
            <a:off x="155448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klachtenbrief schrijven</a:t>
            </a:r>
            <a:endParaRPr lang="en-US" sz="2000" dirty="0"/>
          </a:p>
        </p:txBody>
      </p:sp>
      <p:pic>
        <p:nvPicPr>
          <p:cNvPr id="18" name="Image 4" descr="telephone receiver">    </p:cNvPr>
          <p:cNvPicPr>
            <a:picLocks noChangeAspect="1"/>
          </p:cNvPicPr>
          <p:nvPr/>
        </p:nvPicPr>
        <p:blipFill>
          <a:blip r:embed="rId5"/>
          <a:stretch>
            <a:fillRect/>
          </a:stretch>
        </p:blipFill>
        <p:spPr>
          <a:xfrm>
            <a:off x="822960" y="5544312"/>
            <a:ext cx="548640" cy="548640"/>
          </a:xfrm>
          <a:prstGeom prst="rect">
            <a:avLst/>
          </a:prstGeom>
        </p:spPr>
      </p:pic>
      <p:sp>
        <p:nvSpPr>
          <p:cNvPr id="19" name="Text 11"/>
          <p:cNvSpPr txBox="1"/>
          <p:nvPr/>
        </p:nvSpPr>
        <p:spPr>
          <a:xfrm>
            <a:off x="155448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klant opbellen</a:t>
            </a:r>
            <a:endParaRPr lang="en-US" sz="2000" dirty="0"/>
          </a:p>
        </p:txBody>
      </p:sp>
      <p:sp>
        <p:nvSpPr>
          <p:cNvPr id="20" name="Shape 12"/>
          <p:cNvSpPr/>
          <p:nvPr/>
        </p:nvSpPr>
        <p:spPr>
          <a:xfrm>
            <a:off x="6172200" y="2023872"/>
            <a:ext cx="5468112" cy="4267200"/>
          </a:xfrm>
          <a:prstGeom prst="roundRect">
            <a:avLst>
              <a:gd name="adj" fmla="val 1714"/>
            </a:avLst>
          </a:prstGeom>
          <a:solidFill>
            <a:srgbClr val="5B9BD5">
              <a:alpha val="10000"/>
            </a:srgbClr>
          </a:solidFill>
          <a:ln w="25400">
            <a:solidFill>
              <a:srgbClr val="5B9BD5"/>
            </a:solidFill>
            <a:prstDash val="solid"/>
          </a:ln>
        </p:spPr>
      </p:sp>
      <p:sp>
        <p:nvSpPr>
          <p:cNvPr id="21" name="Shape 13"/>
          <p:cNvSpPr/>
          <p:nvPr/>
        </p:nvSpPr>
        <p:spPr>
          <a:xfrm>
            <a:off x="6172200" y="2023872"/>
            <a:ext cx="5468112" cy="502920"/>
          </a:xfrm>
          <a:prstGeom prst="roundRect">
            <a:avLst>
              <a:gd name="adj" fmla="val 14545"/>
            </a:avLst>
          </a:prstGeom>
          <a:solidFill>
            <a:srgbClr val="5B9BD5"/>
          </a:solidFill>
          <a:ln w="12700">
            <a:solidFill>
              <a:srgbClr val="FFFFFF">
                <a:alpha val="0"/>
              </a:srgbClr>
            </a:solidFill>
            <a:prstDash val="solid"/>
          </a:ln>
        </p:spPr>
      </p:sp>
      <p:sp>
        <p:nvSpPr>
          <p:cNvPr id="22" name="Text 14"/>
          <p:cNvSpPr txBox="1"/>
          <p:nvPr/>
        </p:nvSpPr>
        <p:spPr>
          <a:xfrm>
            <a:off x="617220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pic>
        <p:nvPicPr>
          <p:cNvPr id="23" name="Image 5" descr="e mail">    </p:cNvPr>
          <p:cNvPicPr>
            <a:picLocks noChangeAspect="1"/>
          </p:cNvPicPr>
          <p:nvPr/>
        </p:nvPicPr>
        <p:blipFill>
          <a:blip r:embed="rId6"/>
          <a:stretch>
            <a:fillRect/>
          </a:stretch>
        </p:blipFill>
        <p:spPr>
          <a:xfrm>
            <a:off x="6446520" y="2801112"/>
            <a:ext cx="548640" cy="548640"/>
          </a:xfrm>
          <a:prstGeom prst="rect">
            <a:avLst/>
          </a:prstGeom>
        </p:spPr>
      </p:pic>
      <p:sp>
        <p:nvSpPr>
          <p:cNvPr id="24" name="Text 15"/>
          <p:cNvSpPr txBox="1"/>
          <p:nvPr/>
        </p:nvSpPr>
        <p:spPr>
          <a:xfrm>
            <a:off x="717804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e-mail naar je neef sturen</a:t>
            </a:r>
            <a:endParaRPr lang="en-US" sz="2000" dirty="0"/>
          </a:p>
        </p:txBody>
      </p:sp>
      <p:pic>
        <p:nvPicPr>
          <p:cNvPr id="25" name="Image 6" descr="mobile phone">    </p:cNvPr>
          <p:cNvPicPr>
            <a:picLocks noChangeAspect="1"/>
          </p:cNvPicPr>
          <p:nvPr/>
        </p:nvPicPr>
        <p:blipFill>
          <a:blip r:embed="rId7"/>
          <a:stretch>
            <a:fillRect/>
          </a:stretch>
        </p:blipFill>
        <p:spPr>
          <a:xfrm>
            <a:off x="6446520" y="3715512"/>
            <a:ext cx="548640" cy="548640"/>
          </a:xfrm>
          <a:prstGeom prst="rect">
            <a:avLst/>
          </a:prstGeom>
        </p:spPr>
      </p:pic>
      <p:sp>
        <p:nvSpPr>
          <p:cNvPr id="26" name="Text 16"/>
          <p:cNvSpPr txBox="1"/>
          <p:nvPr/>
        </p:nvSpPr>
        <p:spPr>
          <a:xfrm>
            <a:off x="717804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sms’je sturen</a:t>
            </a:r>
            <a:endParaRPr lang="en-US" sz="2000" dirty="0"/>
          </a:p>
        </p:txBody>
      </p:sp>
      <p:pic>
        <p:nvPicPr>
          <p:cNvPr id="27" name="Image 7" descr="people hugging">    </p:cNvPr>
          <p:cNvPicPr>
            <a:picLocks noChangeAspect="1"/>
          </p:cNvPicPr>
          <p:nvPr/>
        </p:nvPicPr>
        <p:blipFill>
          <a:blip r:embed="rId8"/>
          <a:stretch>
            <a:fillRect/>
          </a:stretch>
        </p:blipFill>
        <p:spPr>
          <a:xfrm>
            <a:off x="6446520" y="4629912"/>
            <a:ext cx="548640" cy="548640"/>
          </a:xfrm>
          <a:prstGeom prst="rect">
            <a:avLst/>
          </a:prstGeom>
        </p:spPr>
      </p:pic>
      <p:sp>
        <p:nvSpPr>
          <p:cNvPr id="28" name="Text 17"/>
          <p:cNvSpPr txBox="1"/>
          <p:nvPr/>
        </p:nvSpPr>
        <p:spPr>
          <a:xfrm>
            <a:off x="717804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vrienden praten</a:t>
            </a:r>
            <a:endParaRPr lang="en-US" sz="2000" dirty="0"/>
          </a:p>
        </p:txBody>
      </p:sp>
      <p:pic>
        <p:nvPicPr>
          <p:cNvPr id="29" name="Image 8" descr="sandwich">    </p:cNvPr>
          <p:cNvPicPr>
            <a:picLocks noChangeAspect="1"/>
          </p:cNvPicPr>
          <p:nvPr/>
        </p:nvPicPr>
        <p:blipFill>
          <a:blip r:embed="rId9"/>
          <a:stretch>
            <a:fillRect/>
          </a:stretch>
        </p:blipFill>
        <p:spPr>
          <a:xfrm>
            <a:off x="6446520" y="5544312"/>
            <a:ext cx="548640" cy="548640"/>
          </a:xfrm>
          <a:prstGeom prst="rect">
            <a:avLst/>
          </a:prstGeom>
        </p:spPr>
      </p:pic>
      <p:sp>
        <p:nvSpPr>
          <p:cNvPr id="30" name="Text 18"/>
          <p:cNvSpPr txBox="1"/>
          <p:nvPr/>
        </p:nvSpPr>
        <p:spPr>
          <a:xfrm>
            <a:off x="717804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je collega lunchen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8" name="Shape 4"/>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9" name="Text 5"/>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0" name="Shape 6"/>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1" name="Text 7"/>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2" name="Shape 8"/>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13" name="Text 9"/>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14" name="Shape 10"/>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15" name="Text 11"/>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16" name="Shape 12"/>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17" name="Text 13"/>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18" name="Shape 14"/>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19" name="Text 15"/>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0" name="Shape 16"/>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1" name="Text 17"/>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2" name="Shape 18"/>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23" name="Text 19"/>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24" name="Shape 20"/>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25" name="Text 21"/>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26" name="Shape 22"/>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27" name="Text 23"/>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28" name="Shape 24"/>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29" name="Text 25"/>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0" name="Shape 26"/>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1" name="Text 27"/>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9" name="Shape 5"/>
          <p:cNvSpPr/>
          <p:nvPr/>
        </p:nvSpPr>
        <p:spPr>
          <a:xfrm>
            <a:off x="3794760" y="2288032"/>
            <a:ext cx="3611880" cy="1422400"/>
          </a:xfrm>
          <a:prstGeom prst="line">
            <a:avLst/>
          </a:prstGeom>
          <a:noFill/>
          <a:ln w="28575">
            <a:solidFill>
              <a:srgbClr val="17375E"/>
            </a:solidFill>
            <a:prstDash val="solid"/>
            <a:tailEnd type="triangle"/>
          </a:ln>
        </p:spPr>
      </p:sp>
      <p:sp>
        <p:nvSpPr>
          <p:cNvPr id="10" name="Shape 6"/>
          <p:cNvSpPr/>
          <p:nvPr/>
        </p:nvSpPr>
        <p:spPr>
          <a:xfrm>
            <a:off x="3794760" y="2999232"/>
            <a:ext cx="3611880" cy="2844800"/>
          </a:xfrm>
          <a:prstGeom prst="line">
            <a:avLst/>
          </a:prstGeom>
          <a:noFill/>
          <a:ln w="28575">
            <a:solidFill>
              <a:srgbClr val="17375E"/>
            </a:solidFill>
            <a:prstDash val="solid"/>
            <a:tailEnd type="triangle"/>
          </a:ln>
        </p:spPr>
      </p:sp>
      <p:sp>
        <p:nvSpPr>
          <p:cNvPr id="11" name="Shape 7"/>
          <p:cNvSpPr/>
          <p:nvPr/>
        </p:nvSpPr>
        <p:spPr>
          <a:xfrm flipV="1">
            <a:off x="3794760" y="2999232"/>
            <a:ext cx="3611880" cy="711200"/>
          </a:xfrm>
          <a:prstGeom prst="line">
            <a:avLst/>
          </a:prstGeom>
          <a:noFill/>
          <a:ln w="28575">
            <a:solidFill>
              <a:srgbClr val="17375E"/>
            </a:solidFill>
            <a:prstDash val="solid"/>
            <a:tailEnd type="triangle"/>
          </a:ln>
        </p:spPr>
      </p:sp>
      <p:sp>
        <p:nvSpPr>
          <p:cNvPr id="12" name="Shape 8"/>
          <p:cNvSpPr/>
          <p:nvPr/>
        </p:nvSpPr>
        <p:spPr>
          <a:xfrm>
            <a:off x="3794760" y="4421632"/>
            <a:ext cx="3611880" cy="711200"/>
          </a:xfrm>
          <a:prstGeom prst="line">
            <a:avLst/>
          </a:prstGeom>
          <a:noFill/>
          <a:ln w="28575">
            <a:solidFill>
              <a:srgbClr val="17375E"/>
            </a:solidFill>
            <a:prstDash val="solid"/>
            <a:tailEnd type="triangle"/>
          </a:ln>
        </p:spPr>
      </p:sp>
      <p:sp>
        <p:nvSpPr>
          <p:cNvPr id="13" name="Shape 9"/>
          <p:cNvSpPr/>
          <p:nvPr/>
        </p:nvSpPr>
        <p:spPr>
          <a:xfrm flipV="1">
            <a:off x="3794760" y="4421632"/>
            <a:ext cx="3611880" cy="711200"/>
          </a:xfrm>
          <a:prstGeom prst="line">
            <a:avLst/>
          </a:prstGeom>
          <a:noFill/>
          <a:ln w="28575">
            <a:solidFill>
              <a:srgbClr val="17375E"/>
            </a:solidFill>
            <a:prstDash val="solid"/>
            <a:tailEnd type="triangle"/>
          </a:ln>
        </p:spPr>
      </p:sp>
      <p:sp>
        <p:nvSpPr>
          <p:cNvPr id="14" name="Shape 10"/>
          <p:cNvSpPr/>
          <p:nvPr/>
        </p:nvSpPr>
        <p:spPr>
          <a:xfrm flipV="1">
            <a:off x="3794760" y="2288032"/>
            <a:ext cx="3611880" cy="3556000"/>
          </a:xfrm>
          <a:prstGeom prst="line">
            <a:avLst/>
          </a:prstGeom>
          <a:noFill/>
          <a:ln w="28575">
            <a:solidFill>
              <a:srgbClr val="17375E"/>
            </a:solidFill>
            <a:prstDash val="solid"/>
            <a:tailEnd type="triangle"/>
          </a:ln>
        </p:spPr>
      </p:sp>
      <p:sp>
        <p:nvSpPr>
          <p:cNvPr id="15" name="Shape 11"/>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16" name="Text 12"/>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7" name="Shape 13"/>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8" name="Text 14"/>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9" name="Shape 15"/>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20" name="Text 16"/>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21" name="Shape 17"/>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22" name="Text 18"/>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23" name="Shape 19"/>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24" name="Text 20"/>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25" name="Shape 21"/>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26" name="Text 22"/>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7" name="Shape 23"/>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8" name="Text 24"/>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9" name="Shape 25"/>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30" name="Text 26"/>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31" name="Shape 27"/>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32" name="Text 28"/>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33" name="Shape 29"/>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34" name="Text 30"/>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35" name="Shape 31"/>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36" name="Text 32"/>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7" name="Shape 33"/>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8" name="Text 34"/>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39" name="Text 35"/>
          <p:cNvSpPr txBox="1"/>
          <p:nvPr/>
        </p:nvSpPr>
        <p:spPr>
          <a:xfrm>
            <a:off x="4023360" y="5879592"/>
            <a:ext cx="3200400" cy="365760"/>
          </a:xfrm>
          <a:prstGeom prst="rect">
            <a:avLst/>
          </a:prstGeom>
          <a:noFill/>
          <a:ln/>
        </p:spPr>
        <p:txBody>
          <a:bodyPr wrap="square" lIns="0" tIns="0" rIns="0" bIns="0" rtlCol="0" anchor="t"/>
          <a:lstStyle/>
          <a:p>
            <a:pPr algn="ctr" indent="0" marL="0">
              <a:buNone/>
            </a:pPr>
            <a:r>
              <a:rPr lang="en-US" sz="1600" b="1" dirty="0">
                <a:solidFill>
                  <a:schemeClr val="accent3"/>
                </a:solidFill>
              </a:rPr>
              <a:t>1c · 2f · 3b · 4e · 5d · 6a</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8" name="Shape 4"/>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1"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2" name="Text 7"/>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3" name="Shape 8"/>
          <p:cNvSpPr/>
          <p:nvPr/>
        </p:nvSpPr>
        <p:spPr>
          <a:xfrm>
            <a:off x="731520" y="3700272"/>
            <a:ext cx="2286000" cy="914"/>
          </a:xfrm>
          <a:prstGeom prst="line">
            <a:avLst/>
          </a:prstGeom>
          <a:noFill/>
          <a:ln w="12700">
            <a:solidFill>
              <a:srgbClr val="B8C2CF"/>
            </a:solidFill>
            <a:prstDash val="sysDot"/>
          </a:ln>
        </p:spPr>
      </p:sp>
      <p:sp>
        <p:nvSpPr>
          <p:cNvPr id="14" name="Shape 9"/>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16" name="Text 11"/>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7"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18" name="Text 12"/>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19" name="Shape 13"/>
          <p:cNvSpPr/>
          <p:nvPr/>
        </p:nvSpPr>
        <p:spPr>
          <a:xfrm>
            <a:off x="3538728" y="3700272"/>
            <a:ext cx="2286000" cy="914"/>
          </a:xfrm>
          <a:prstGeom prst="line">
            <a:avLst/>
          </a:prstGeom>
          <a:noFill/>
          <a:ln w="12700">
            <a:solidFill>
              <a:srgbClr val="B8C2CF"/>
            </a:solidFill>
            <a:prstDash val="sysDot"/>
          </a:ln>
        </p:spPr>
      </p:sp>
      <p:sp>
        <p:nvSpPr>
          <p:cNvPr id="20" name="Shape 14"/>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2" name="Text 16"/>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23"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24" name="Text 17"/>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25" name="Shape 18"/>
          <p:cNvSpPr/>
          <p:nvPr/>
        </p:nvSpPr>
        <p:spPr>
          <a:xfrm>
            <a:off x="6345936" y="3700272"/>
            <a:ext cx="2286000" cy="914"/>
          </a:xfrm>
          <a:prstGeom prst="line">
            <a:avLst/>
          </a:prstGeom>
          <a:noFill/>
          <a:ln w="12700">
            <a:solidFill>
              <a:srgbClr val="B8C2CF"/>
            </a:solidFill>
            <a:prstDash val="sysDot"/>
          </a:ln>
        </p:spPr>
      </p:sp>
      <p:sp>
        <p:nvSpPr>
          <p:cNvPr id="26" name="Shape 1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28" name="Text 2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30" name="Text 2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31" name="Shape 23"/>
          <p:cNvSpPr/>
          <p:nvPr/>
        </p:nvSpPr>
        <p:spPr>
          <a:xfrm>
            <a:off x="9153144" y="3700272"/>
            <a:ext cx="2286000" cy="914"/>
          </a:xfrm>
          <a:prstGeom prst="line">
            <a:avLst/>
          </a:prstGeom>
          <a:noFill/>
          <a:ln w="12700">
            <a:solidFill>
              <a:srgbClr val="B8C2CF"/>
            </a:solidFill>
            <a:prstDash val="sysDot"/>
          </a:ln>
        </p:spPr>
      </p:sp>
      <p:sp>
        <p:nvSpPr>
          <p:cNvPr id="32" name="Shape 24"/>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34" name="Text 26"/>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35"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36" name="Text 27"/>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37" name="Shape 28"/>
          <p:cNvSpPr/>
          <p:nvPr/>
        </p:nvSpPr>
        <p:spPr>
          <a:xfrm>
            <a:off x="731520" y="5971032"/>
            <a:ext cx="2286000" cy="914"/>
          </a:xfrm>
          <a:prstGeom prst="line">
            <a:avLst/>
          </a:prstGeom>
          <a:noFill/>
          <a:ln w="12700">
            <a:solidFill>
              <a:srgbClr val="B8C2CF"/>
            </a:solidFill>
            <a:prstDash val="sysDot"/>
          </a:ln>
        </p:spPr>
      </p:sp>
      <p:sp>
        <p:nvSpPr>
          <p:cNvPr id="38" name="Shape 29"/>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0"/>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40" name="Text 31"/>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41"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42" name="Text 32"/>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43" name="Shape 33"/>
          <p:cNvSpPr/>
          <p:nvPr/>
        </p:nvSpPr>
        <p:spPr>
          <a:xfrm>
            <a:off x="3538728" y="5971032"/>
            <a:ext cx="2286000" cy="914"/>
          </a:xfrm>
          <a:prstGeom prst="line">
            <a:avLst/>
          </a:prstGeom>
          <a:noFill/>
          <a:ln w="12700">
            <a:solidFill>
              <a:srgbClr val="B8C2CF"/>
            </a:solidFill>
            <a:prstDash val="sysDot"/>
          </a:ln>
        </p:spPr>
      </p:sp>
      <p:sp>
        <p:nvSpPr>
          <p:cNvPr id="44" name="Shape 34"/>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5"/>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46" name="Text 36"/>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47"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48" name="Text 37"/>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49" name="Shape 38"/>
          <p:cNvSpPr/>
          <p:nvPr/>
        </p:nvSpPr>
        <p:spPr>
          <a:xfrm>
            <a:off x="6345936" y="5971032"/>
            <a:ext cx="2286000" cy="914"/>
          </a:xfrm>
          <a:prstGeom prst="line">
            <a:avLst/>
          </a:prstGeom>
          <a:noFill/>
          <a:ln w="12700">
            <a:solidFill>
              <a:srgbClr val="B8C2CF"/>
            </a:solidFill>
            <a:prstDash val="sysDot"/>
          </a:ln>
        </p:spPr>
      </p:sp>
      <p:sp>
        <p:nvSpPr>
          <p:cNvPr id="50" name="Shape 39"/>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0"/>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52" name="Text 41"/>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53"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54" name="Text 42"/>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55" name="Shape 43"/>
          <p:cNvSpPr/>
          <p:nvPr/>
        </p:nvSpPr>
        <p:spPr>
          <a:xfrm>
            <a:off x="9153144" y="5971032"/>
            <a:ext cx="22860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9" name="Shape 5"/>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1" name="Text 7"/>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2"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3" name="Text 8"/>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4" name="Shape 9"/>
          <p:cNvSpPr/>
          <p:nvPr/>
        </p:nvSpPr>
        <p:spPr>
          <a:xfrm>
            <a:off x="1115568" y="2060448"/>
            <a:ext cx="329184" cy="329184"/>
          </a:xfrm>
          <a:prstGeom prst="ellipse">
            <a:avLst/>
          </a:prstGeom>
          <a:solidFill>
            <a:srgbClr val="5B9BD5"/>
          </a:solidFill>
          <a:ln w="12700">
            <a:solidFill>
              <a:srgbClr val="FFFFFF">
                <a:alpha val="0"/>
              </a:srgbClr>
            </a:solidFill>
            <a:prstDash val="solid"/>
          </a:ln>
        </p:spPr>
      </p:sp>
      <p:sp>
        <p:nvSpPr>
          <p:cNvPr id="15" name="Text 10"/>
          <p:cNvSpPr txBox="1"/>
          <p:nvPr/>
        </p:nvSpPr>
        <p:spPr>
          <a:xfrm>
            <a:off x="1115568"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16" name="Shape 11"/>
          <p:cNvSpPr/>
          <p:nvPr/>
        </p:nvSpPr>
        <p:spPr>
          <a:xfrm>
            <a:off x="640080"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17" name="Text 12"/>
          <p:cNvSpPr txBox="1"/>
          <p:nvPr/>
        </p:nvSpPr>
        <p:spPr>
          <a:xfrm>
            <a:off x="731520"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Dag, ik ben Karim. Aangenaam!</a:t>
            </a:r>
            <a:endParaRPr lang="en-US" sz="1500" dirty="0"/>
          </a:p>
        </p:txBody>
      </p:sp>
      <p:sp>
        <p:nvSpPr>
          <p:cNvPr id="18" name="Shape 13"/>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4"/>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21"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22" name="Text 16"/>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23" name="Shape 17"/>
          <p:cNvSpPr/>
          <p:nvPr/>
        </p:nvSpPr>
        <p:spPr>
          <a:xfrm>
            <a:off x="3922776" y="2060448"/>
            <a:ext cx="329184" cy="329184"/>
          </a:xfrm>
          <a:prstGeom prst="ellipse">
            <a:avLst/>
          </a:prstGeom>
          <a:solidFill>
            <a:schemeClr val="tx2"/>
          </a:solidFill>
          <a:ln w="12700">
            <a:solidFill>
              <a:srgbClr val="FFFFFF">
                <a:alpha val="0"/>
              </a:srgbClr>
            </a:solidFill>
            <a:prstDash val="solid"/>
          </a:ln>
        </p:spPr>
      </p:sp>
      <p:sp>
        <p:nvSpPr>
          <p:cNvPr id="24" name="Text 18"/>
          <p:cNvSpPr txBox="1"/>
          <p:nvPr/>
        </p:nvSpPr>
        <p:spPr>
          <a:xfrm>
            <a:off x="3922776"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25" name="Shape 19"/>
          <p:cNvSpPr/>
          <p:nvPr/>
        </p:nvSpPr>
        <p:spPr>
          <a:xfrm>
            <a:off x="3447288"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26" name="Text 20"/>
          <p:cNvSpPr txBox="1"/>
          <p:nvPr/>
        </p:nvSpPr>
        <p:spPr>
          <a:xfrm>
            <a:off x="3538728"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de rekening, alstublieft?</a:t>
            </a:r>
            <a:endParaRPr lang="en-US" sz="1500" dirty="0"/>
          </a:p>
        </p:txBody>
      </p:sp>
      <p:sp>
        <p:nvSpPr>
          <p:cNvPr id="27" name="Shape 21"/>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30"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31" name="Text 24"/>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32" name="Shape 25"/>
          <p:cNvSpPr/>
          <p:nvPr/>
        </p:nvSpPr>
        <p:spPr>
          <a:xfrm>
            <a:off x="6729984" y="2060448"/>
            <a:ext cx="329184" cy="329184"/>
          </a:xfrm>
          <a:prstGeom prst="ellipse">
            <a:avLst/>
          </a:prstGeom>
          <a:solidFill>
            <a:schemeClr val="tx2"/>
          </a:solidFill>
          <a:ln w="12700">
            <a:solidFill>
              <a:srgbClr val="FFFFFF">
                <a:alpha val="0"/>
              </a:srgbClr>
            </a:solidFill>
            <a:prstDash val="solid"/>
          </a:ln>
        </p:spPr>
      </p:sp>
      <p:sp>
        <p:nvSpPr>
          <p:cNvPr id="33" name="Text 26"/>
          <p:cNvSpPr txBox="1"/>
          <p:nvPr/>
        </p:nvSpPr>
        <p:spPr>
          <a:xfrm>
            <a:off x="6729984"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34" name="Shape 27"/>
          <p:cNvSpPr/>
          <p:nvPr/>
        </p:nvSpPr>
        <p:spPr>
          <a:xfrm>
            <a:off x="6254496"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35" name="Text 28"/>
          <p:cNvSpPr txBox="1"/>
          <p:nvPr/>
        </p:nvSpPr>
        <p:spPr>
          <a:xfrm>
            <a:off x="6345936"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Een brood, alstublieft.</a:t>
            </a:r>
            <a:endParaRPr lang="en-US" sz="1500" dirty="0"/>
          </a:p>
        </p:txBody>
      </p:sp>
      <p:sp>
        <p:nvSpPr>
          <p:cNvPr id="36" name="Shape 2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38" name="Text 3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3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40" name="Text 3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41" name="Shape 33"/>
          <p:cNvSpPr/>
          <p:nvPr/>
        </p:nvSpPr>
        <p:spPr>
          <a:xfrm>
            <a:off x="9537192" y="2060448"/>
            <a:ext cx="329184" cy="329184"/>
          </a:xfrm>
          <a:prstGeom prst="ellipse">
            <a:avLst/>
          </a:prstGeom>
          <a:solidFill>
            <a:srgbClr val="5B9BD5"/>
          </a:solidFill>
          <a:ln w="12700">
            <a:solidFill>
              <a:srgbClr val="FFFFFF">
                <a:alpha val="0"/>
              </a:srgbClr>
            </a:solidFill>
            <a:prstDash val="solid"/>
          </a:ln>
        </p:spPr>
      </p:sp>
      <p:sp>
        <p:nvSpPr>
          <p:cNvPr id="42" name="Text 34"/>
          <p:cNvSpPr txBox="1"/>
          <p:nvPr/>
        </p:nvSpPr>
        <p:spPr>
          <a:xfrm>
            <a:off x="9537192"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43" name="Shape 35"/>
          <p:cNvSpPr/>
          <p:nvPr/>
        </p:nvSpPr>
        <p:spPr>
          <a:xfrm>
            <a:off x="9061704"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44" name="Text 36"/>
          <p:cNvSpPr txBox="1"/>
          <p:nvPr/>
        </p:nvSpPr>
        <p:spPr>
          <a:xfrm>
            <a:off x="9153144"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Dank je wel, dat is lief van je!</a:t>
            </a:r>
            <a:endParaRPr lang="en-US" sz="1500" dirty="0"/>
          </a:p>
        </p:txBody>
      </p:sp>
      <p:sp>
        <p:nvSpPr>
          <p:cNvPr id="45" name="Shape 37"/>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8"/>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47" name="Text 39"/>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48"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49" name="Text 40"/>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50" name="Shape 41"/>
          <p:cNvSpPr/>
          <p:nvPr/>
        </p:nvSpPr>
        <p:spPr>
          <a:xfrm>
            <a:off x="1115568" y="4331208"/>
            <a:ext cx="329184" cy="329184"/>
          </a:xfrm>
          <a:prstGeom prst="ellipse">
            <a:avLst/>
          </a:prstGeom>
          <a:solidFill>
            <a:schemeClr val="tx2"/>
          </a:solidFill>
          <a:ln w="12700">
            <a:solidFill>
              <a:srgbClr val="FFFFFF">
                <a:alpha val="0"/>
              </a:srgbClr>
            </a:solidFill>
            <a:prstDash val="solid"/>
          </a:ln>
        </p:spPr>
      </p:sp>
      <p:sp>
        <p:nvSpPr>
          <p:cNvPr id="51" name="Text 42"/>
          <p:cNvSpPr txBox="1"/>
          <p:nvPr/>
        </p:nvSpPr>
        <p:spPr>
          <a:xfrm>
            <a:off x="1115568"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52" name="Shape 43"/>
          <p:cNvSpPr/>
          <p:nvPr/>
        </p:nvSpPr>
        <p:spPr>
          <a:xfrm>
            <a:off x="640080"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53" name="Text 44"/>
          <p:cNvSpPr txBox="1"/>
          <p:nvPr/>
        </p:nvSpPr>
        <p:spPr>
          <a:xfrm>
            <a:off x="731520"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Goedemorgen, mevrouw!</a:t>
            </a:r>
            <a:endParaRPr lang="en-US" sz="1500" dirty="0"/>
          </a:p>
        </p:txBody>
      </p:sp>
      <p:sp>
        <p:nvSpPr>
          <p:cNvPr id="54" name="Shape 45"/>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6"/>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56" name="Text 47"/>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57"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58" name="Text 48"/>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59" name="Shape 49"/>
          <p:cNvSpPr/>
          <p:nvPr/>
        </p:nvSpPr>
        <p:spPr>
          <a:xfrm>
            <a:off x="3922776" y="4331208"/>
            <a:ext cx="329184" cy="329184"/>
          </a:xfrm>
          <a:prstGeom prst="ellipse">
            <a:avLst/>
          </a:prstGeom>
          <a:solidFill>
            <a:schemeClr val="tx2"/>
          </a:solidFill>
          <a:ln w="12700">
            <a:solidFill>
              <a:srgbClr val="FFFFFF">
                <a:alpha val="0"/>
              </a:srgbClr>
            </a:solidFill>
            <a:prstDash val="solid"/>
          </a:ln>
        </p:spPr>
      </p:sp>
      <p:sp>
        <p:nvSpPr>
          <p:cNvPr id="60" name="Text 50"/>
          <p:cNvSpPr txBox="1"/>
          <p:nvPr/>
        </p:nvSpPr>
        <p:spPr>
          <a:xfrm>
            <a:off x="3922776"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61" name="Shape 51"/>
          <p:cNvSpPr/>
          <p:nvPr/>
        </p:nvSpPr>
        <p:spPr>
          <a:xfrm>
            <a:off x="3447288"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62" name="Text 52"/>
          <p:cNvSpPr txBox="1"/>
          <p:nvPr/>
        </p:nvSpPr>
        <p:spPr>
          <a:xfrm>
            <a:off x="3538728"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Pardon, waar is het station?</a:t>
            </a:r>
            <a:endParaRPr lang="en-US" sz="1500" dirty="0"/>
          </a:p>
        </p:txBody>
      </p:sp>
      <p:sp>
        <p:nvSpPr>
          <p:cNvPr id="63" name="Shape 53"/>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65" name="Text 55"/>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66"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67" name="Text 56"/>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68" name="Shape 57"/>
          <p:cNvSpPr/>
          <p:nvPr/>
        </p:nvSpPr>
        <p:spPr>
          <a:xfrm>
            <a:off x="6729984" y="4331208"/>
            <a:ext cx="329184" cy="329184"/>
          </a:xfrm>
          <a:prstGeom prst="ellipse">
            <a:avLst/>
          </a:prstGeom>
          <a:solidFill>
            <a:schemeClr val="tx2"/>
          </a:solidFill>
          <a:ln w="12700">
            <a:solidFill>
              <a:srgbClr val="FFFFFF">
                <a:alpha val="0"/>
              </a:srgbClr>
            </a:solidFill>
            <a:prstDash val="solid"/>
          </a:ln>
        </p:spPr>
      </p:sp>
      <p:sp>
        <p:nvSpPr>
          <p:cNvPr id="69" name="Text 58"/>
          <p:cNvSpPr txBox="1"/>
          <p:nvPr/>
        </p:nvSpPr>
        <p:spPr>
          <a:xfrm>
            <a:off x="6729984"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0" name="Shape 59"/>
          <p:cNvSpPr/>
          <p:nvPr/>
        </p:nvSpPr>
        <p:spPr>
          <a:xfrm>
            <a:off x="6254496"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71" name="Text 60"/>
          <p:cNvSpPr txBox="1"/>
          <p:nvPr/>
        </p:nvSpPr>
        <p:spPr>
          <a:xfrm>
            <a:off x="6345936"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volgende week verlof nemen?</a:t>
            </a:r>
            <a:endParaRPr lang="en-US" sz="1500" dirty="0"/>
          </a:p>
        </p:txBody>
      </p:sp>
      <p:sp>
        <p:nvSpPr>
          <p:cNvPr id="72" name="Shape 61"/>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62"/>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75"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76" name="Text 64"/>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77" name="Shape 65"/>
          <p:cNvSpPr/>
          <p:nvPr/>
        </p:nvSpPr>
        <p:spPr>
          <a:xfrm>
            <a:off x="9537192" y="4331208"/>
            <a:ext cx="329184" cy="329184"/>
          </a:xfrm>
          <a:prstGeom prst="ellipse">
            <a:avLst/>
          </a:prstGeom>
          <a:solidFill>
            <a:schemeClr val="tx2"/>
          </a:solidFill>
          <a:ln w="12700">
            <a:solidFill>
              <a:srgbClr val="FFFFFF">
                <a:alpha val="0"/>
              </a:srgbClr>
            </a:solidFill>
            <a:prstDash val="solid"/>
          </a:ln>
        </p:spPr>
      </p:sp>
      <p:sp>
        <p:nvSpPr>
          <p:cNvPr id="78" name="Text 66"/>
          <p:cNvSpPr txBox="1"/>
          <p:nvPr/>
        </p:nvSpPr>
        <p:spPr>
          <a:xfrm>
            <a:off x="9537192"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9" name="Shape 67"/>
          <p:cNvSpPr/>
          <p:nvPr/>
        </p:nvSpPr>
        <p:spPr>
          <a:xfrm>
            <a:off x="9061704"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80" name="Text 68"/>
          <p:cNvSpPr txBox="1"/>
          <p:nvPr/>
        </p:nvSpPr>
        <p:spPr>
          <a:xfrm>
            <a:off x="9153144"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Excuseer! / Pardon!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1" name="Text 7"/>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2" name="Shape 8"/>
          <p:cNvSpPr/>
          <p:nvPr/>
        </p:nvSpPr>
        <p:spPr>
          <a:xfrm>
            <a:off x="4297680" y="2186559"/>
            <a:ext cx="594360" cy="914"/>
          </a:xfrm>
          <a:prstGeom prst="line">
            <a:avLst/>
          </a:prstGeom>
          <a:noFill/>
          <a:ln w="31750">
            <a:solidFill>
              <a:srgbClr val="D9700F"/>
            </a:solidFill>
            <a:prstDash val="solid"/>
            <a:tailEnd type="triangle"/>
          </a:ln>
        </p:spPr>
      </p:sp>
      <p:sp>
        <p:nvSpPr>
          <p:cNvPr id="13" name="Shape 9"/>
          <p:cNvSpPr/>
          <p:nvPr/>
        </p:nvSpPr>
        <p:spPr>
          <a:xfrm>
            <a:off x="4937760" y="1969008"/>
            <a:ext cx="6702552" cy="453390"/>
          </a:xfrm>
          <a:prstGeom prst="roundRect">
            <a:avLst>
              <a:gd name="adj" fmla="val 16134"/>
            </a:avLst>
          </a:prstGeom>
          <a:solidFill>
            <a:schemeClr val="bg1"/>
          </a:solidFill>
          <a:ln w="15875">
            <a:solidFill>
              <a:srgbClr val="17375E"/>
            </a:solidFill>
            <a:prstDash val="solid"/>
          </a:ln>
        </p:spPr>
      </p:sp>
      <p:sp>
        <p:nvSpPr>
          <p:cNvPr id="14" name="Shape 10"/>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Shape 12"/>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7" name="Text 13"/>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18" name="Shape 14"/>
          <p:cNvSpPr/>
          <p:nvPr/>
        </p:nvSpPr>
        <p:spPr>
          <a:xfrm>
            <a:off x="4297680" y="2731389"/>
            <a:ext cx="594360" cy="914"/>
          </a:xfrm>
          <a:prstGeom prst="line">
            <a:avLst/>
          </a:prstGeom>
          <a:noFill/>
          <a:ln w="31750">
            <a:solidFill>
              <a:srgbClr val="D9700F"/>
            </a:solidFill>
            <a:prstDash val="solid"/>
            <a:tailEnd type="triangle"/>
          </a:ln>
        </p:spPr>
      </p:sp>
      <p:sp>
        <p:nvSpPr>
          <p:cNvPr id="19" name="Shape 15"/>
          <p:cNvSpPr/>
          <p:nvPr/>
        </p:nvSpPr>
        <p:spPr>
          <a:xfrm>
            <a:off x="4937760" y="2513838"/>
            <a:ext cx="6702552" cy="453390"/>
          </a:xfrm>
          <a:prstGeom prst="roundRect">
            <a:avLst>
              <a:gd name="adj" fmla="val 16134"/>
            </a:avLst>
          </a:prstGeom>
          <a:solidFill>
            <a:schemeClr val="bg1"/>
          </a:solidFill>
          <a:ln w="15875">
            <a:solidFill>
              <a:srgbClr val="17375E"/>
            </a:solidFill>
            <a:prstDash val="solid"/>
          </a:ln>
        </p:spPr>
      </p:sp>
      <p:sp>
        <p:nvSpPr>
          <p:cNvPr id="20" name="Shape 16"/>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Shape 18"/>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3" name="Text 19"/>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4" name="Shape 20"/>
          <p:cNvSpPr/>
          <p:nvPr/>
        </p:nvSpPr>
        <p:spPr>
          <a:xfrm>
            <a:off x="4297680" y="3276219"/>
            <a:ext cx="594360" cy="914"/>
          </a:xfrm>
          <a:prstGeom prst="line">
            <a:avLst/>
          </a:prstGeom>
          <a:noFill/>
          <a:ln w="31750">
            <a:solidFill>
              <a:srgbClr val="D9700F"/>
            </a:solidFill>
            <a:prstDash val="solid"/>
            <a:tailEnd type="triangle"/>
          </a:ln>
        </p:spPr>
      </p:sp>
      <p:sp>
        <p:nvSpPr>
          <p:cNvPr id="25" name="Shape 21"/>
          <p:cNvSpPr/>
          <p:nvPr/>
        </p:nvSpPr>
        <p:spPr>
          <a:xfrm>
            <a:off x="4937760" y="3058668"/>
            <a:ext cx="6702552" cy="453390"/>
          </a:xfrm>
          <a:prstGeom prst="roundRect">
            <a:avLst>
              <a:gd name="adj" fmla="val 16134"/>
            </a:avLst>
          </a:prstGeom>
          <a:solidFill>
            <a:schemeClr val="bg1"/>
          </a:solidFill>
          <a:ln w="15875">
            <a:solidFill>
              <a:srgbClr val="17375E"/>
            </a:solidFill>
            <a:prstDash val="solid"/>
          </a:ln>
        </p:spPr>
      </p:sp>
      <p:sp>
        <p:nvSpPr>
          <p:cNvPr id="26" name="Shape 22"/>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Shape 24"/>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29" name="Text 25"/>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0" name="Shape 26"/>
          <p:cNvSpPr/>
          <p:nvPr/>
        </p:nvSpPr>
        <p:spPr>
          <a:xfrm>
            <a:off x="4297680" y="3821049"/>
            <a:ext cx="594360" cy="914"/>
          </a:xfrm>
          <a:prstGeom prst="line">
            <a:avLst/>
          </a:prstGeom>
          <a:noFill/>
          <a:ln w="31750">
            <a:solidFill>
              <a:srgbClr val="D9700F"/>
            </a:solidFill>
            <a:prstDash val="solid"/>
            <a:tailEnd type="triangle"/>
          </a:ln>
        </p:spPr>
      </p:sp>
      <p:sp>
        <p:nvSpPr>
          <p:cNvPr id="31" name="Shape 27"/>
          <p:cNvSpPr/>
          <p:nvPr/>
        </p:nvSpPr>
        <p:spPr>
          <a:xfrm>
            <a:off x="4937760" y="3603498"/>
            <a:ext cx="6702552" cy="453390"/>
          </a:xfrm>
          <a:prstGeom prst="roundRect">
            <a:avLst>
              <a:gd name="adj" fmla="val 16134"/>
            </a:avLst>
          </a:prstGeom>
          <a:solidFill>
            <a:schemeClr val="bg1"/>
          </a:solidFill>
          <a:ln w="15875">
            <a:solidFill>
              <a:srgbClr val="17375E"/>
            </a:solidFill>
            <a:prstDash val="solid"/>
          </a:ln>
        </p:spPr>
      </p:sp>
      <p:sp>
        <p:nvSpPr>
          <p:cNvPr id="32" name="Shape 28"/>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Shape 30"/>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35" name="Text 31"/>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36" name="Shape 32"/>
          <p:cNvSpPr/>
          <p:nvPr/>
        </p:nvSpPr>
        <p:spPr>
          <a:xfrm>
            <a:off x="4297680" y="4365879"/>
            <a:ext cx="594360" cy="914"/>
          </a:xfrm>
          <a:prstGeom prst="line">
            <a:avLst/>
          </a:prstGeom>
          <a:noFill/>
          <a:ln w="31750">
            <a:solidFill>
              <a:srgbClr val="D9700F"/>
            </a:solidFill>
            <a:prstDash val="solid"/>
            <a:tailEnd type="triangle"/>
          </a:ln>
        </p:spPr>
      </p:sp>
      <p:sp>
        <p:nvSpPr>
          <p:cNvPr id="37" name="Shape 33"/>
          <p:cNvSpPr/>
          <p:nvPr/>
        </p:nvSpPr>
        <p:spPr>
          <a:xfrm>
            <a:off x="4937760" y="4148328"/>
            <a:ext cx="6702552" cy="453390"/>
          </a:xfrm>
          <a:prstGeom prst="roundRect">
            <a:avLst>
              <a:gd name="adj" fmla="val 16134"/>
            </a:avLst>
          </a:prstGeom>
          <a:solidFill>
            <a:schemeClr val="bg1"/>
          </a:solidFill>
          <a:ln w="15875">
            <a:solidFill>
              <a:srgbClr val="17375E"/>
            </a:solidFill>
            <a:prstDash val="solid"/>
          </a:ln>
        </p:spPr>
      </p:sp>
      <p:sp>
        <p:nvSpPr>
          <p:cNvPr id="38" name="Shape 34"/>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Shape 36"/>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1" name="Text 37"/>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2" name="Shape 38"/>
          <p:cNvSpPr/>
          <p:nvPr/>
        </p:nvSpPr>
        <p:spPr>
          <a:xfrm>
            <a:off x="4297680" y="4910709"/>
            <a:ext cx="594360" cy="914"/>
          </a:xfrm>
          <a:prstGeom prst="line">
            <a:avLst/>
          </a:prstGeom>
          <a:noFill/>
          <a:ln w="31750">
            <a:solidFill>
              <a:srgbClr val="D9700F"/>
            </a:solidFill>
            <a:prstDash val="solid"/>
            <a:tailEnd type="triangle"/>
          </a:ln>
        </p:spPr>
      </p:sp>
      <p:sp>
        <p:nvSpPr>
          <p:cNvPr id="43" name="Shape 39"/>
          <p:cNvSpPr/>
          <p:nvPr/>
        </p:nvSpPr>
        <p:spPr>
          <a:xfrm>
            <a:off x="4937760" y="4693158"/>
            <a:ext cx="6702552" cy="453390"/>
          </a:xfrm>
          <a:prstGeom prst="roundRect">
            <a:avLst>
              <a:gd name="adj" fmla="val 16134"/>
            </a:avLst>
          </a:prstGeom>
          <a:solidFill>
            <a:schemeClr val="bg1"/>
          </a:solidFill>
          <a:ln w="15875">
            <a:solidFill>
              <a:srgbClr val="17375E"/>
            </a:solidFill>
            <a:prstDash val="solid"/>
          </a:ln>
        </p:spPr>
      </p:sp>
      <p:sp>
        <p:nvSpPr>
          <p:cNvPr id="44" name="Shape 4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6" name="Shape 42"/>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48" name="Shape 44"/>
          <p:cNvSpPr/>
          <p:nvPr/>
        </p:nvSpPr>
        <p:spPr>
          <a:xfrm>
            <a:off x="4297680" y="5455539"/>
            <a:ext cx="594360" cy="914"/>
          </a:xfrm>
          <a:prstGeom prst="line">
            <a:avLst/>
          </a:prstGeom>
          <a:noFill/>
          <a:ln w="31750">
            <a:solidFill>
              <a:srgbClr val="D9700F"/>
            </a:solidFill>
            <a:prstDash val="solid"/>
            <a:tailEnd type="triangle"/>
          </a:ln>
        </p:spPr>
      </p:sp>
      <p:sp>
        <p:nvSpPr>
          <p:cNvPr id="49" name="Shape 45"/>
          <p:cNvSpPr/>
          <p:nvPr/>
        </p:nvSpPr>
        <p:spPr>
          <a:xfrm>
            <a:off x="4937760" y="5237988"/>
            <a:ext cx="6702552" cy="453390"/>
          </a:xfrm>
          <a:prstGeom prst="roundRect">
            <a:avLst>
              <a:gd name="adj" fmla="val 16134"/>
            </a:avLst>
          </a:prstGeom>
          <a:solidFill>
            <a:schemeClr val="bg1"/>
          </a:solidFill>
          <a:ln w="15875">
            <a:solidFill>
              <a:srgbClr val="17375E"/>
            </a:solidFill>
            <a:prstDash val="solid"/>
          </a:ln>
        </p:spPr>
      </p:sp>
      <p:sp>
        <p:nvSpPr>
          <p:cNvPr id="50" name="Shape 46"/>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1" name="Text 47"/>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2" name="Shape 48"/>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53" name="Text 49"/>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54" name="Shape 50"/>
          <p:cNvSpPr/>
          <p:nvPr/>
        </p:nvSpPr>
        <p:spPr>
          <a:xfrm>
            <a:off x="4297680" y="6000369"/>
            <a:ext cx="594360" cy="914"/>
          </a:xfrm>
          <a:prstGeom prst="line">
            <a:avLst/>
          </a:prstGeom>
          <a:noFill/>
          <a:ln w="31750">
            <a:solidFill>
              <a:srgbClr val="D9700F"/>
            </a:solidFill>
            <a:prstDash val="solid"/>
            <a:tailEnd type="triangle"/>
          </a:ln>
        </p:spPr>
      </p:sp>
      <p:sp>
        <p:nvSpPr>
          <p:cNvPr id="55" name="Shape 51"/>
          <p:cNvSpPr/>
          <p:nvPr/>
        </p:nvSpPr>
        <p:spPr>
          <a:xfrm>
            <a:off x="4937760" y="5782818"/>
            <a:ext cx="6702552" cy="453390"/>
          </a:xfrm>
          <a:prstGeom prst="roundRect">
            <a:avLst>
              <a:gd name="adj" fmla="val 16134"/>
            </a:avLst>
          </a:prstGeom>
          <a:solidFill>
            <a:schemeClr val="bg1"/>
          </a:solidFill>
          <a:ln w="15875">
            <a:solidFill>
              <a:srgbClr val="17375E"/>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2" name="Text 8"/>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3" name="Shape 9"/>
          <p:cNvSpPr/>
          <p:nvPr/>
        </p:nvSpPr>
        <p:spPr>
          <a:xfrm>
            <a:off x="4297680" y="2186559"/>
            <a:ext cx="594360" cy="914"/>
          </a:xfrm>
          <a:prstGeom prst="line">
            <a:avLst/>
          </a:prstGeom>
          <a:noFill/>
          <a:ln w="31750">
            <a:solidFill>
              <a:srgbClr val="D9700F"/>
            </a:solidFill>
            <a:prstDash val="solid"/>
            <a:tailEnd type="triangle"/>
          </a:ln>
        </p:spPr>
      </p:sp>
      <p:sp>
        <p:nvSpPr>
          <p:cNvPr id="14" name="Shape 10"/>
          <p:cNvSpPr/>
          <p:nvPr/>
        </p:nvSpPr>
        <p:spPr>
          <a:xfrm>
            <a:off x="4937760" y="1969008"/>
            <a:ext cx="6702552" cy="453390"/>
          </a:xfrm>
          <a:prstGeom prst="roundRect">
            <a:avLst>
              <a:gd name="adj" fmla="val 16134"/>
            </a:avLst>
          </a:prstGeom>
          <a:solidFill>
            <a:srgbClr val="E6EBF2"/>
          </a:solidFill>
          <a:ln w="15875">
            <a:solidFill>
              <a:srgbClr val="17375E"/>
            </a:solidFill>
            <a:prstDash val="solid"/>
          </a:ln>
        </p:spPr>
      </p:sp>
      <p:sp>
        <p:nvSpPr>
          <p:cNvPr id="15" name="Text 11"/>
          <p:cNvSpPr txBox="1"/>
          <p:nvPr/>
        </p:nvSpPr>
        <p:spPr>
          <a:xfrm>
            <a:off x="5074920" y="196900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Goedemorgen, meneer Peeters, kunt u me helpen?</a:t>
            </a:r>
            <a:endParaRPr lang="en-US" sz="1700" dirty="0"/>
          </a:p>
        </p:txBody>
      </p:sp>
      <p:sp>
        <p:nvSpPr>
          <p:cNvPr id="16" name="Shape 12"/>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Shape 14"/>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9" name="Text 15"/>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20" name="Shape 16"/>
          <p:cNvSpPr/>
          <p:nvPr/>
        </p:nvSpPr>
        <p:spPr>
          <a:xfrm>
            <a:off x="4297680" y="2731389"/>
            <a:ext cx="594360" cy="914"/>
          </a:xfrm>
          <a:prstGeom prst="line">
            <a:avLst/>
          </a:prstGeom>
          <a:noFill/>
          <a:ln w="31750">
            <a:solidFill>
              <a:srgbClr val="D9700F"/>
            </a:solidFill>
            <a:prstDash val="solid"/>
            <a:tailEnd type="triangle"/>
          </a:ln>
        </p:spPr>
      </p:sp>
      <p:sp>
        <p:nvSpPr>
          <p:cNvPr id="21" name="Shape 17"/>
          <p:cNvSpPr/>
          <p:nvPr/>
        </p:nvSpPr>
        <p:spPr>
          <a:xfrm>
            <a:off x="4937760" y="2513838"/>
            <a:ext cx="6702552" cy="453390"/>
          </a:xfrm>
          <a:prstGeom prst="roundRect">
            <a:avLst>
              <a:gd name="adj" fmla="val 16134"/>
            </a:avLst>
          </a:prstGeom>
          <a:solidFill>
            <a:srgbClr val="E6EBF2"/>
          </a:solidFill>
          <a:ln w="15875">
            <a:solidFill>
              <a:srgbClr val="17375E"/>
            </a:solidFill>
            <a:prstDash val="solid"/>
          </a:ln>
        </p:spPr>
      </p:sp>
      <p:sp>
        <p:nvSpPr>
          <p:cNvPr id="22" name="Text 18"/>
          <p:cNvSpPr txBox="1"/>
          <p:nvPr/>
        </p:nvSpPr>
        <p:spPr>
          <a:xfrm>
            <a:off x="5074920" y="251383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Hebt u even tijd?</a:t>
            </a:r>
            <a:endParaRPr lang="en-US" sz="1700" dirty="0"/>
          </a:p>
        </p:txBody>
      </p:sp>
      <p:sp>
        <p:nvSpPr>
          <p:cNvPr id="23" name="Shape 19"/>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Shape 21"/>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6" name="Text 22"/>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7" name="Shape 23"/>
          <p:cNvSpPr/>
          <p:nvPr/>
        </p:nvSpPr>
        <p:spPr>
          <a:xfrm>
            <a:off x="4297680" y="3276219"/>
            <a:ext cx="594360" cy="914"/>
          </a:xfrm>
          <a:prstGeom prst="line">
            <a:avLst/>
          </a:prstGeom>
          <a:noFill/>
          <a:ln w="31750">
            <a:solidFill>
              <a:srgbClr val="D9700F"/>
            </a:solidFill>
            <a:prstDash val="solid"/>
            <a:tailEnd type="triangle"/>
          </a:ln>
        </p:spPr>
      </p:sp>
      <p:sp>
        <p:nvSpPr>
          <p:cNvPr id="28" name="Shape 24"/>
          <p:cNvSpPr/>
          <p:nvPr/>
        </p:nvSpPr>
        <p:spPr>
          <a:xfrm>
            <a:off x="4937760" y="3058668"/>
            <a:ext cx="6702552" cy="453390"/>
          </a:xfrm>
          <a:prstGeom prst="roundRect">
            <a:avLst>
              <a:gd name="adj" fmla="val 16134"/>
            </a:avLst>
          </a:prstGeom>
          <a:solidFill>
            <a:srgbClr val="E6EBF2"/>
          </a:solidFill>
          <a:ln w="15875">
            <a:solidFill>
              <a:srgbClr val="17375E"/>
            </a:solidFill>
            <a:prstDash val="solid"/>
          </a:ln>
        </p:spPr>
      </p:sp>
      <p:sp>
        <p:nvSpPr>
          <p:cNvPr id="29" name="Text 25"/>
          <p:cNvSpPr txBox="1"/>
          <p:nvPr/>
        </p:nvSpPr>
        <p:spPr>
          <a:xfrm>
            <a:off x="5074920" y="305866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Wilt u een koffie?</a:t>
            </a:r>
            <a:endParaRPr lang="en-US" sz="1700" dirty="0"/>
          </a:p>
        </p:txBody>
      </p:sp>
      <p:sp>
        <p:nvSpPr>
          <p:cNvPr id="30" name="Shape 26"/>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Shape 28"/>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33" name="Text 29"/>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4" name="Shape 30"/>
          <p:cNvSpPr/>
          <p:nvPr/>
        </p:nvSpPr>
        <p:spPr>
          <a:xfrm>
            <a:off x="4297680" y="3821049"/>
            <a:ext cx="594360" cy="914"/>
          </a:xfrm>
          <a:prstGeom prst="line">
            <a:avLst/>
          </a:prstGeom>
          <a:noFill/>
          <a:ln w="31750">
            <a:solidFill>
              <a:srgbClr val="D9700F"/>
            </a:solidFill>
            <a:prstDash val="solid"/>
            <a:tailEnd type="triangle"/>
          </a:ln>
        </p:spPr>
      </p:sp>
      <p:sp>
        <p:nvSpPr>
          <p:cNvPr id="35" name="Shape 31"/>
          <p:cNvSpPr/>
          <p:nvPr/>
        </p:nvSpPr>
        <p:spPr>
          <a:xfrm>
            <a:off x="4937760" y="3603498"/>
            <a:ext cx="6702552" cy="453390"/>
          </a:xfrm>
          <a:prstGeom prst="roundRect">
            <a:avLst>
              <a:gd name="adj" fmla="val 16134"/>
            </a:avLst>
          </a:prstGeom>
          <a:solidFill>
            <a:srgbClr val="E6EBF2"/>
          </a:solidFill>
          <a:ln w="15875">
            <a:solidFill>
              <a:srgbClr val="17375E"/>
            </a:solidFill>
            <a:prstDash val="solid"/>
          </a:ln>
        </p:spPr>
      </p:sp>
      <p:sp>
        <p:nvSpPr>
          <p:cNvPr id="36" name="Text 32"/>
          <p:cNvSpPr txBox="1"/>
          <p:nvPr/>
        </p:nvSpPr>
        <p:spPr>
          <a:xfrm>
            <a:off x="5074920" y="360349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Hoe gaat het met u?</a:t>
            </a:r>
            <a:endParaRPr lang="en-US" sz="1700" dirty="0"/>
          </a:p>
        </p:txBody>
      </p:sp>
      <p:sp>
        <p:nvSpPr>
          <p:cNvPr id="37" name="Shape 33"/>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9" name="Shape 35"/>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40" name="Text 36"/>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41" name="Shape 37"/>
          <p:cNvSpPr/>
          <p:nvPr/>
        </p:nvSpPr>
        <p:spPr>
          <a:xfrm>
            <a:off x="4297680" y="4365879"/>
            <a:ext cx="594360" cy="914"/>
          </a:xfrm>
          <a:prstGeom prst="line">
            <a:avLst/>
          </a:prstGeom>
          <a:noFill/>
          <a:ln w="31750">
            <a:solidFill>
              <a:srgbClr val="D9700F"/>
            </a:solidFill>
            <a:prstDash val="solid"/>
            <a:tailEnd type="triangle"/>
          </a:ln>
        </p:spPr>
      </p:sp>
      <p:sp>
        <p:nvSpPr>
          <p:cNvPr id="42" name="Shape 38"/>
          <p:cNvSpPr/>
          <p:nvPr/>
        </p:nvSpPr>
        <p:spPr>
          <a:xfrm>
            <a:off x="4937760" y="4148328"/>
            <a:ext cx="6702552" cy="453390"/>
          </a:xfrm>
          <a:prstGeom prst="roundRect">
            <a:avLst>
              <a:gd name="adj" fmla="val 16134"/>
            </a:avLst>
          </a:prstGeom>
          <a:solidFill>
            <a:srgbClr val="E6EBF2"/>
          </a:solidFill>
          <a:ln w="15875">
            <a:solidFill>
              <a:srgbClr val="17375E"/>
            </a:solidFill>
            <a:prstDash val="solid"/>
          </a:ln>
        </p:spPr>
      </p:sp>
      <p:sp>
        <p:nvSpPr>
          <p:cNvPr id="43" name="Text 39"/>
          <p:cNvSpPr txBox="1"/>
          <p:nvPr/>
        </p:nvSpPr>
        <p:spPr>
          <a:xfrm>
            <a:off x="5074920" y="414832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Wat is uw adres?</a:t>
            </a:r>
            <a:endParaRPr lang="en-US" sz="1700" dirty="0"/>
          </a:p>
        </p:txBody>
      </p:sp>
      <p:sp>
        <p:nvSpPr>
          <p:cNvPr id="44" name="Shape 40"/>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6" name="Shape 42"/>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8" name="Shape 44"/>
          <p:cNvSpPr/>
          <p:nvPr/>
        </p:nvSpPr>
        <p:spPr>
          <a:xfrm>
            <a:off x="4297680" y="4910709"/>
            <a:ext cx="594360" cy="914"/>
          </a:xfrm>
          <a:prstGeom prst="line">
            <a:avLst/>
          </a:prstGeom>
          <a:noFill/>
          <a:ln w="31750">
            <a:solidFill>
              <a:srgbClr val="D9700F"/>
            </a:solidFill>
            <a:prstDash val="solid"/>
            <a:tailEnd type="triangle"/>
          </a:ln>
        </p:spPr>
      </p:sp>
      <p:sp>
        <p:nvSpPr>
          <p:cNvPr id="49" name="Shape 45"/>
          <p:cNvSpPr/>
          <p:nvPr/>
        </p:nvSpPr>
        <p:spPr>
          <a:xfrm>
            <a:off x="4937760" y="4693158"/>
            <a:ext cx="6702552" cy="453390"/>
          </a:xfrm>
          <a:prstGeom prst="roundRect">
            <a:avLst>
              <a:gd name="adj" fmla="val 16134"/>
            </a:avLst>
          </a:prstGeom>
          <a:solidFill>
            <a:srgbClr val="E6EBF2"/>
          </a:solidFill>
          <a:ln w="15875">
            <a:solidFill>
              <a:srgbClr val="17375E"/>
            </a:solidFill>
            <a:prstDash val="solid"/>
          </a:ln>
        </p:spPr>
      </p:sp>
      <p:sp>
        <p:nvSpPr>
          <p:cNvPr id="50" name="Text 46"/>
          <p:cNvSpPr txBox="1"/>
          <p:nvPr/>
        </p:nvSpPr>
        <p:spPr>
          <a:xfrm>
            <a:off x="5074920" y="469315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Met vriendelijke groet, Karim Benali</a:t>
            </a:r>
            <a:endParaRPr lang="en-US" sz="1700" dirty="0"/>
          </a:p>
        </p:txBody>
      </p:sp>
      <p:sp>
        <p:nvSpPr>
          <p:cNvPr id="51" name="Shape 47"/>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2" name="Text 48"/>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3" name="Shape 49"/>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54" name="Text 50"/>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55" name="Shape 51"/>
          <p:cNvSpPr/>
          <p:nvPr/>
        </p:nvSpPr>
        <p:spPr>
          <a:xfrm>
            <a:off x="4297680" y="5455539"/>
            <a:ext cx="594360" cy="914"/>
          </a:xfrm>
          <a:prstGeom prst="line">
            <a:avLst/>
          </a:prstGeom>
          <a:noFill/>
          <a:ln w="31750">
            <a:solidFill>
              <a:srgbClr val="D9700F"/>
            </a:solidFill>
            <a:prstDash val="solid"/>
            <a:tailEnd type="triangle"/>
          </a:ln>
        </p:spPr>
      </p:sp>
      <p:sp>
        <p:nvSpPr>
          <p:cNvPr id="56" name="Shape 52"/>
          <p:cNvSpPr/>
          <p:nvPr/>
        </p:nvSpPr>
        <p:spPr>
          <a:xfrm>
            <a:off x="4937760" y="5237988"/>
            <a:ext cx="6702552" cy="453390"/>
          </a:xfrm>
          <a:prstGeom prst="roundRect">
            <a:avLst>
              <a:gd name="adj" fmla="val 16134"/>
            </a:avLst>
          </a:prstGeom>
          <a:solidFill>
            <a:srgbClr val="E6EBF2"/>
          </a:solidFill>
          <a:ln w="15875">
            <a:solidFill>
              <a:srgbClr val="17375E"/>
            </a:solidFill>
            <a:prstDash val="solid"/>
          </a:ln>
        </p:spPr>
      </p:sp>
      <p:sp>
        <p:nvSpPr>
          <p:cNvPr id="57" name="Text 53"/>
          <p:cNvSpPr txBox="1"/>
          <p:nvPr/>
        </p:nvSpPr>
        <p:spPr>
          <a:xfrm>
            <a:off x="5074920" y="523798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wil graag een afspraak maken.</a:t>
            </a:r>
            <a:endParaRPr lang="en-US" sz="1700" dirty="0"/>
          </a:p>
        </p:txBody>
      </p:sp>
      <p:sp>
        <p:nvSpPr>
          <p:cNvPr id="58" name="Shape 54"/>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9" name="Text 55"/>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0" name="Shape 56"/>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61" name="Text 57"/>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62" name="Shape 58"/>
          <p:cNvSpPr/>
          <p:nvPr/>
        </p:nvSpPr>
        <p:spPr>
          <a:xfrm>
            <a:off x="4297680" y="6000369"/>
            <a:ext cx="594360" cy="914"/>
          </a:xfrm>
          <a:prstGeom prst="line">
            <a:avLst/>
          </a:prstGeom>
          <a:noFill/>
          <a:ln w="31750">
            <a:solidFill>
              <a:srgbClr val="D9700F"/>
            </a:solidFill>
            <a:prstDash val="solid"/>
            <a:tailEnd type="triangle"/>
          </a:ln>
        </p:spPr>
      </p:sp>
      <p:sp>
        <p:nvSpPr>
          <p:cNvPr id="63" name="Shape 59"/>
          <p:cNvSpPr/>
          <p:nvPr/>
        </p:nvSpPr>
        <p:spPr>
          <a:xfrm>
            <a:off x="4937760" y="5782818"/>
            <a:ext cx="6702552" cy="453390"/>
          </a:xfrm>
          <a:prstGeom prst="roundRect">
            <a:avLst>
              <a:gd name="adj" fmla="val 16134"/>
            </a:avLst>
          </a:prstGeom>
          <a:solidFill>
            <a:srgbClr val="E6EBF2"/>
          </a:solidFill>
          <a:ln w="15875">
            <a:solidFill>
              <a:srgbClr val="17375E"/>
            </a:solidFill>
            <a:prstDash val="solid"/>
          </a:ln>
        </p:spPr>
      </p:sp>
      <p:sp>
        <p:nvSpPr>
          <p:cNvPr id="64" name="Text 60"/>
          <p:cNvSpPr txBox="1"/>
          <p:nvPr/>
        </p:nvSpPr>
        <p:spPr>
          <a:xfrm>
            <a:off x="5074920" y="578281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Tot 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Shape 6"/>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1" name="Shape 7"/>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2" name="Shape 8"/>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3" name="Text 9"/>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4" name="Text 10"/>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dirty="0">
                <a:solidFill>
                  <a:schemeClr val="tx1"/>
                </a:solidFill>
              </a:rPr>
              <a:t>je</a:t>
            </a:r>
            <a:r>
              <a:rPr lang="en-US" sz="2100" i="1" dirty="0">
                <a:solidFill>
                  <a:schemeClr val="tx1"/>
                </a:solidFill>
              </a:rPr>
              <a:t>? Ik stuur u de documenten voor de vergadering. </a:t>
            </a:r>
            <a:r>
              <a:rPr lang="en-US" sz="2100" i="1" dirty="0">
                <a:solidFill>
                  <a:schemeClr val="tx1"/>
                </a:solidFill>
              </a:rPr>
              <a:t>Kun je</a:t>
            </a:r>
            <a:r>
              <a:rPr lang="en-US" sz="2100" i="1" dirty="0">
                <a:solidFill>
                  <a:schemeClr val="tx1"/>
                </a:solidFill>
              </a:rPr>
              <a:t> ze vandaag lezen? Uw collega Tom heeft </a:t>
            </a:r>
            <a:r>
              <a:rPr lang="en-US" sz="2100" i="1" dirty="0">
                <a:solidFill>
                  <a:schemeClr val="tx1"/>
                </a:solidFill>
              </a:rPr>
              <a:t>je</a:t>
            </a:r>
            <a:r>
              <a:rPr lang="en-US" sz="2100" i="1" dirty="0">
                <a:solidFill>
                  <a:schemeClr val="tx1"/>
                </a:solidFill>
              </a:rPr>
              <a:t> adres niet.</a:t>
            </a:r>
            <a:endParaRPr lang="en-US" sz="2100" dirty="0"/>
          </a:p>
          <a:p>
            <a:pPr algn="l" indent="0" marL="0">
              <a:spcAft>
                <a:spcPts val="1000"/>
              </a:spcAft>
              <a:buNone/>
            </a:pPr>
            <a:r>
              <a:rPr lang="en-US" sz="2100" i="1" dirty="0">
                <a:solidFill>
                  <a:schemeClr val="tx1"/>
                </a:solidFill>
              </a:rPr>
              <a:t>Groetjes</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5"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6" name="Shape 11"/>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7" name="Text 12"/>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Shape 7"/>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2" name="Shape 8"/>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3" name="Shape 9"/>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4" name="Text 10"/>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5" name="Text 11"/>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strike="sngStrike" dirty="0">
                <a:solidFill>
                  <a:schemeClr val="accent6"/>
                </a:solidFill>
              </a:rPr>
              <a:t>je</a:t>
            </a:r>
            <a:r>
              <a:rPr lang="en-US" sz="2100" b="1" i="1" dirty="0">
                <a:solidFill>
                  <a:schemeClr val="accent3"/>
                </a:solidFill>
              </a:rPr>
              <a:t> u</a:t>
            </a:r>
            <a:r>
              <a:rPr lang="en-US" sz="2100" i="1" dirty="0">
                <a:solidFill>
                  <a:schemeClr val="tx1"/>
                </a:solidFill>
              </a:rPr>
              <a:t>? Ik stuur u de documenten voor de vergadering. </a:t>
            </a:r>
            <a:r>
              <a:rPr lang="en-US" sz="2100" i="1" strike="sngStrike" dirty="0">
                <a:solidFill>
                  <a:schemeClr val="accent6"/>
                </a:solidFill>
              </a:rPr>
              <a:t>Kun je</a:t>
            </a:r>
            <a:r>
              <a:rPr lang="en-US" sz="2100" b="1" i="1" dirty="0">
                <a:solidFill>
                  <a:schemeClr val="accent3"/>
                </a:solidFill>
              </a:rPr>
              <a:t> Kunt u</a:t>
            </a:r>
            <a:r>
              <a:rPr lang="en-US" sz="2100" i="1" dirty="0">
                <a:solidFill>
                  <a:schemeClr val="tx1"/>
                </a:solidFill>
              </a:rPr>
              <a:t> ze vandaag lezen? Uw collega Tom heeft </a:t>
            </a:r>
            <a:r>
              <a:rPr lang="en-US" sz="2100" i="1" strike="sngStrike" dirty="0">
                <a:solidFill>
                  <a:schemeClr val="accent6"/>
                </a:solidFill>
              </a:rPr>
              <a:t>je</a:t>
            </a:r>
            <a:r>
              <a:rPr lang="en-US" sz="2100" b="1" i="1" dirty="0">
                <a:solidFill>
                  <a:schemeClr val="accent3"/>
                </a:solidFill>
              </a:rPr>
              <a:t> uw</a:t>
            </a:r>
            <a:r>
              <a:rPr lang="en-US" sz="2100" i="1" dirty="0">
                <a:solidFill>
                  <a:schemeClr val="tx1"/>
                </a:solidFill>
              </a:rPr>
              <a:t> adres niet.</a:t>
            </a:r>
            <a:endParaRPr lang="en-US" sz="2100" dirty="0"/>
          </a:p>
          <a:p>
            <a:pPr algn="l" indent="0" marL="0">
              <a:spcAft>
                <a:spcPts val="1000"/>
              </a:spcAft>
              <a:buNone/>
            </a:pPr>
            <a:r>
              <a:rPr lang="en-US" sz="2100" i="1" strike="sngStrike" dirty="0">
                <a:solidFill>
                  <a:schemeClr val="accent6"/>
                </a:solidFill>
              </a:rPr>
              <a:t>Groetjes</a:t>
            </a:r>
            <a:r>
              <a:rPr lang="en-US" sz="2100" b="1" i="1" dirty="0">
                <a:solidFill>
                  <a:schemeClr val="accent3"/>
                </a:solidFill>
              </a:rPr>
              <a:t> Met vriendelijke groet</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6"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7" name="Shape 12"/>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8" name="Text 13"/>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19" name="Text 14"/>
          <p:cNvSpPr txBox="1"/>
          <p:nvPr/>
        </p:nvSpPr>
        <p:spPr>
          <a:xfrm>
            <a:off x="9052560" y="4858512"/>
            <a:ext cx="2587752" cy="1097280"/>
          </a:xfrm>
          <a:prstGeom prst="rect">
            <a:avLst/>
          </a:prstGeom>
          <a:noFill/>
          <a:ln/>
        </p:spPr>
        <p:txBody>
          <a:bodyPr wrap="square" lIns="0" tIns="0" rIns="0" bIns="0" rtlCol="0" anchor="t"/>
          <a:lstStyle/>
          <a:p>
            <a:pPr algn="l" indent="0" marL="0">
              <a:buNone/>
            </a:pPr>
            <a:r>
              <a:rPr lang="en-US" sz="1500" i="1" dirty="0">
                <a:solidFill>
                  <a:schemeClr val="accent5"/>
                </a:solidFill>
              </a:rPr>
              <a:t>Leurres : </a:t>
            </a:r>
            <a:r>
              <a:rPr lang="en-US" sz="1500" i="1" dirty="0">
                <a:solidFill>
                  <a:schemeClr val="accent5"/>
                </a:solidFill>
              </a:rPr>
              <a:t>Ik stuur u… · Uw collega</a:t>
            </a:r>
            <a:r>
              <a:rPr lang="en-US" sz="1500" i="1" dirty="0">
                <a:solidFill>
                  <a:schemeClr val="accent5"/>
                </a:solidFill>
              </a:rPr>
              <a:t> sont corrects.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8" name="Shape 4"/>
          <p:cNvSpPr/>
          <p:nvPr/>
        </p:nvSpPr>
        <p:spPr>
          <a:xfrm>
            <a:off x="548640" y="2343912"/>
            <a:ext cx="11091672" cy="914"/>
          </a:xfrm>
          <a:prstGeom prst="line">
            <a:avLst/>
          </a:prstGeom>
          <a:noFill/>
          <a:ln w="38100">
            <a:solidFill>
              <a:srgbClr val="D9700F"/>
            </a:solidFill>
            <a:prstDash val="solid"/>
            <a:tailEnd type="triangle"/>
          </a:ln>
        </p:spPr>
      </p:sp>
      <p:sp>
        <p:nvSpPr>
          <p:cNvPr id="9" name="Shape 5"/>
          <p:cNvSpPr/>
          <p:nvPr/>
        </p:nvSpPr>
        <p:spPr>
          <a:xfrm>
            <a:off x="1437894" y="1932432"/>
            <a:ext cx="822960" cy="822960"/>
          </a:xfrm>
          <a:prstGeom prst="ellipse">
            <a:avLst/>
          </a:prstGeom>
          <a:solidFill>
            <a:schemeClr val="bg1"/>
          </a:solidFill>
          <a:ln w="31750">
            <a:solidFill>
              <a:srgbClr val="D9700F"/>
            </a:solidFill>
            <a:prstDash val="solid"/>
          </a:ln>
        </p:spPr>
      </p:sp>
      <p:pic>
        <p:nvPicPr>
          <p:cNvPr id="10"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1" name="Text 6"/>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2" name="Shape 7"/>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3" name="Text 8"/>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4" name="Shape 9"/>
          <p:cNvSpPr/>
          <p:nvPr/>
        </p:nvSpPr>
        <p:spPr>
          <a:xfrm>
            <a:off x="548640" y="4858512"/>
            <a:ext cx="2601468" cy="1432560"/>
          </a:xfrm>
          <a:prstGeom prst="roundRect">
            <a:avLst>
              <a:gd name="adj" fmla="val 12766"/>
            </a:avLst>
          </a:prstGeom>
          <a:solidFill>
            <a:srgbClr val="FFFFFF"/>
          </a:solidFill>
          <a:ln w="19050">
            <a:solidFill>
              <a:srgbClr val="4A5A70"/>
            </a:solidFill>
            <a:prstDash val="dash"/>
          </a:ln>
        </p:spPr>
      </p:sp>
      <p:pic>
        <p:nvPicPr>
          <p:cNvPr id="15" name="Image 2" descr="CommentDots">    </p:cNvPr>
          <p:cNvPicPr>
            <a:picLocks noChangeAspect="1"/>
          </p:cNvPicPr>
          <p:nvPr/>
        </p:nvPicPr>
        <p:blipFill>
          <a:blip r:embed="rId3"/>
          <a:stretch>
            <a:fillRect/>
          </a:stretch>
        </p:blipFill>
        <p:spPr>
          <a:xfrm>
            <a:off x="1575054" y="5300472"/>
            <a:ext cx="548640" cy="548640"/>
          </a:xfrm>
          <a:prstGeom prst="rect">
            <a:avLst/>
          </a:prstGeom>
        </p:spPr>
      </p:pic>
      <p:sp>
        <p:nvSpPr>
          <p:cNvPr id="16" name="Shape 10"/>
          <p:cNvSpPr/>
          <p:nvPr/>
        </p:nvSpPr>
        <p:spPr>
          <a:xfrm>
            <a:off x="4267962" y="1932432"/>
            <a:ext cx="822960" cy="822960"/>
          </a:xfrm>
          <a:prstGeom prst="ellipse">
            <a:avLst/>
          </a:prstGeom>
          <a:solidFill>
            <a:schemeClr val="bg1"/>
          </a:solidFill>
          <a:ln w="31750">
            <a:solidFill>
              <a:srgbClr val="D9700F"/>
            </a:solidFill>
            <a:prstDash val="solid"/>
          </a:ln>
        </p:spPr>
      </p:sp>
      <p:pic>
        <p:nvPicPr>
          <p:cNvPr id="17" name="Image 3" descr="nine oclock">    </p:cNvPr>
          <p:cNvPicPr>
            <a:picLocks noChangeAspect="1"/>
          </p:cNvPicPr>
          <p:nvPr/>
        </p:nvPicPr>
        <p:blipFill>
          <a:blip r:embed="rId4"/>
          <a:stretch>
            <a:fillRect/>
          </a:stretch>
        </p:blipFill>
        <p:spPr>
          <a:xfrm>
            <a:off x="4377690" y="2042160"/>
            <a:ext cx="603504" cy="603504"/>
          </a:xfrm>
          <a:prstGeom prst="rect">
            <a:avLst/>
          </a:prstGeom>
        </p:spPr>
      </p:pic>
      <p:sp>
        <p:nvSpPr>
          <p:cNvPr id="18" name="Text 11"/>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19" name="Shape 12"/>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0" name="Text 13"/>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1" name="Shape 14"/>
          <p:cNvSpPr/>
          <p:nvPr/>
        </p:nvSpPr>
        <p:spPr>
          <a:xfrm>
            <a:off x="3378708" y="4858512"/>
            <a:ext cx="2601468" cy="1432560"/>
          </a:xfrm>
          <a:prstGeom prst="roundRect">
            <a:avLst>
              <a:gd name="adj" fmla="val 12766"/>
            </a:avLst>
          </a:prstGeom>
          <a:solidFill>
            <a:srgbClr val="FFFFFF"/>
          </a:solidFill>
          <a:ln w="19050">
            <a:solidFill>
              <a:srgbClr val="4A5A70"/>
            </a:solidFill>
            <a:prstDash val="dash"/>
          </a:ln>
        </p:spPr>
      </p:sp>
      <p:pic>
        <p:nvPicPr>
          <p:cNvPr id="22" name="Image 4" descr="CommentDots">    </p:cNvPr>
          <p:cNvPicPr>
            <a:picLocks noChangeAspect="1"/>
          </p:cNvPicPr>
          <p:nvPr/>
        </p:nvPicPr>
        <p:blipFill>
          <a:blip r:embed="rId5"/>
          <a:stretch>
            <a:fillRect/>
          </a:stretch>
        </p:blipFill>
        <p:spPr>
          <a:xfrm>
            <a:off x="4405122" y="5300472"/>
            <a:ext cx="548640" cy="548640"/>
          </a:xfrm>
          <a:prstGeom prst="rect">
            <a:avLst/>
          </a:prstGeom>
        </p:spPr>
      </p:pic>
      <p:sp>
        <p:nvSpPr>
          <p:cNvPr id="23" name="Shape 15"/>
          <p:cNvSpPr/>
          <p:nvPr/>
        </p:nvSpPr>
        <p:spPr>
          <a:xfrm>
            <a:off x="7098030" y="1932432"/>
            <a:ext cx="822960" cy="822960"/>
          </a:xfrm>
          <a:prstGeom prst="ellipse">
            <a:avLst/>
          </a:prstGeom>
          <a:solidFill>
            <a:schemeClr val="bg1"/>
          </a:solidFill>
          <a:ln w="31750">
            <a:solidFill>
              <a:srgbClr val="D9700F"/>
            </a:solidFill>
            <a:prstDash val="solid"/>
          </a:ln>
        </p:spPr>
      </p:sp>
      <p:pic>
        <p:nvPicPr>
          <p:cNvPr id="24" name="Image 5" descr="twelve thirty">    </p:cNvPr>
          <p:cNvPicPr>
            <a:picLocks noChangeAspect="1"/>
          </p:cNvPicPr>
          <p:nvPr/>
        </p:nvPicPr>
        <p:blipFill>
          <a:blip r:embed="rId6"/>
          <a:stretch>
            <a:fillRect/>
          </a:stretch>
        </p:blipFill>
        <p:spPr>
          <a:xfrm>
            <a:off x="7207758" y="2042160"/>
            <a:ext cx="603504" cy="603504"/>
          </a:xfrm>
          <a:prstGeom prst="rect">
            <a:avLst/>
          </a:prstGeom>
        </p:spPr>
      </p:pic>
      <p:sp>
        <p:nvSpPr>
          <p:cNvPr id="25" name="Text 16"/>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6" name="Shape 17"/>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7" name="Text 18"/>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8" name="Shape 19"/>
          <p:cNvSpPr/>
          <p:nvPr/>
        </p:nvSpPr>
        <p:spPr>
          <a:xfrm>
            <a:off x="6208776" y="4858512"/>
            <a:ext cx="2601468" cy="1432560"/>
          </a:xfrm>
          <a:prstGeom prst="roundRect">
            <a:avLst>
              <a:gd name="adj" fmla="val 12766"/>
            </a:avLst>
          </a:prstGeom>
          <a:solidFill>
            <a:srgbClr val="FFFFFF"/>
          </a:solidFill>
          <a:ln w="19050">
            <a:solidFill>
              <a:srgbClr val="4A5A70"/>
            </a:solidFill>
            <a:prstDash val="dash"/>
          </a:ln>
        </p:spPr>
      </p:sp>
      <p:pic>
        <p:nvPicPr>
          <p:cNvPr id="29" name="Image 6" descr="CommentDots">    </p:cNvPr>
          <p:cNvPicPr>
            <a:picLocks noChangeAspect="1"/>
          </p:cNvPicPr>
          <p:nvPr/>
        </p:nvPicPr>
        <p:blipFill>
          <a:blip r:embed="rId7"/>
          <a:stretch>
            <a:fillRect/>
          </a:stretch>
        </p:blipFill>
        <p:spPr>
          <a:xfrm>
            <a:off x="7235190" y="5300472"/>
            <a:ext cx="548640" cy="548640"/>
          </a:xfrm>
          <a:prstGeom prst="rect">
            <a:avLst/>
          </a:prstGeom>
        </p:spPr>
      </p:pic>
      <p:sp>
        <p:nvSpPr>
          <p:cNvPr id="30" name="Shape 20"/>
          <p:cNvSpPr/>
          <p:nvPr/>
        </p:nvSpPr>
        <p:spPr>
          <a:xfrm>
            <a:off x="9928098" y="1932432"/>
            <a:ext cx="822960" cy="822960"/>
          </a:xfrm>
          <a:prstGeom prst="ellipse">
            <a:avLst/>
          </a:prstGeom>
          <a:solidFill>
            <a:schemeClr val="bg1"/>
          </a:solidFill>
          <a:ln w="31750">
            <a:solidFill>
              <a:srgbClr val="D9700F"/>
            </a:solidFill>
            <a:prstDash val="solid"/>
          </a:ln>
        </p:spPr>
      </p:sp>
      <p:pic>
        <p:nvPicPr>
          <p:cNvPr id="31" name="Image 7" descr="five thirty">    </p:cNvPr>
          <p:cNvPicPr>
            <a:picLocks noChangeAspect="1"/>
          </p:cNvPicPr>
          <p:nvPr/>
        </p:nvPicPr>
        <p:blipFill>
          <a:blip r:embed="rId8"/>
          <a:stretch>
            <a:fillRect/>
          </a:stretch>
        </p:blipFill>
        <p:spPr>
          <a:xfrm>
            <a:off x="10037826" y="2042160"/>
            <a:ext cx="603504" cy="603504"/>
          </a:xfrm>
          <a:prstGeom prst="rect">
            <a:avLst/>
          </a:prstGeom>
        </p:spPr>
      </p:pic>
      <p:sp>
        <p:nvSpPr>
          <p:cNvPr id="32" name="Text 21"/>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3" name="Shape 22"/>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4" name="Text 23"/>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5" name="Shape 24"/>
          <p:cNvSpPr/>
          <p:nvPr/>
        </p:nvSpPr>
        <p:spPr>
          <a:xfrm>
            <a:off x="9038844" y="4858512"/>
            <a:ext cx="2601468" cy="1432560"/>
          </a:xfrm>
          <a:prstGeom prst="roundRect">
            <a:avLst>
              <a:gd name="adj" fmla="val 12766"/>
            </a:avLst>
          </a:prstGeom>
          <a:solidFill>
            <a:srgbClr val="FFFFFF"/>
          </a:solidFill>
          <a:ln w="19050">
            <a:solidFill>
              <a:srgbClr val="4A5A70"/>
            </a:solidFill>
            <a:prstDash val="dash"/>
          </a:ln>
        </p:spPr>
      </p:sp>
      <p:pic>
        <p:nvPicPr>
          <p:cNvPr id="36" name="Image 8" descr="CommentDots">    </p:cNvPr>
          <p:cNvPicPr>
            <a:picLocks noChangeAspect="1"/>
          </p:cNvPicPr>
          <p:nvPr/>
        </p:nvPicPr>
        <p:blipFill>
          <a:blip r:embed="rId9"/>
          <a:stretch>
            <a:fillRect/>
          </a:stretch>
        </p:blipFill>
        <p:spPr>
          <a:xfrm>
            <a:off x="10065258" y="5300472"/>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9" name="Shape 5"/>
          <p:cNvSpPr/>
          <p:nvPr/>
        </p:nvSpPr>
        <p:spPr>
          <a:xfrm>
            <a:off x="548640" y="2343912"/>
            <a:ext cx="11091672" cy="914"/>
          </a:xfrm>
          <a:prstGeom prst="line">
            <a:avLst/>
          </a:prstGeom>
          <a:noFill/>
          <a:ln w="38100">
            <a:solidFill>
              <a:srgbClr val="D9700F"/>
            </a:solidFill>
            <a:prstDash val="solid"/>
            <a:tailEnd type="triangle"/>
          </a:ln>
        </p:spPr>
      </p:sp>
      <p:sp>
        <p:nvSpPr>
          <p:cNvPr id="10" name="Shape 6"/>
          <p:cNvSpPr/>
          <p:nvPr/>
        </p:nvSpPr>
        <p:spPr>
          <a:xfrm>
            <a:off x="1437894" y="1932432"/>
            <a:ext cx="822960" cy="822960"/>
          </a:xfrm>
          <a:prstGeom prst="ellipse">
            <a:avLst/>
          </a:prstGeom>
          <a:solidFill>
            <a:schemeClr val="bg1"/>
          </a:solidFill>
          <a:ln w="31750">
            <a:solidFill>
              <a:srgbClr val="D9700F"/>
            </a:solidFill>
            <a:prstDash val="solid"/>
          </a:ln>
        </p:spPr>
      </p:sp>
      <p:pic>
        <p:nvPicPr>
          <p:cNvPr id="11"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2" name="Text 7"/>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3" name="Shape 8"/>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4" name="Text 9"/>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5" name="Shape 10"/>
          <p:cNvSpPr/>
          <p:nvPr/>
        </p:nvSpPr>
        <p:spPr>
          <a:xfrm>
            <a:off x="548640" y="4858512"/>
            <a:ext cx="2601468" cy="1432560"/>
          </a:xfrm>
          <a:prstGeom prst="roundRect">
            <a:avLst>
              <a:gd name="adj" fmla="val 12766"/>
            </a:avLst>
          </a:prstGeom>
          <a:solidFill>
            <a:srgbClr val="EDF6F0"/>
          </a:solidFill>
          <a:ln w="19050">
            <a:solidFill>
              <a:srgbClr val="2E7D4F"/>
            </a:solidFill>
            <a:prstDash val="solid"/>
          </a:ln>
        </p:spPr>
      </p:sp>
      <p:sp>
        <p:nvSpPr>
          <p:cNvPr id="16" name="Text 11"/>
          <p:cNvSpPr txBox="1"/>
          <p:nvPr/>
        </p:nvSpPr>
        <p:spPr>
          <a:xfrm>
            <a:off x="685800"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Goedemorgen allemaal!</a:t>
            </a:r>
            <a:endParaRPr lang="en-US" sz="1900" dirty="0"/>
          </a:p>
        </p:txBody>
      </p:sp>
      <p:sp>
        <p:nvSpPr>
          <p:cNvPr id="17" name="Shape 12"/>
          <p:cNvSpPr/>
          <p:nvPr/>
        </p:nvSpPr>
        <p:spPr>
          <a:xfrm>
            <a:off x="4267962" y="1932432"/>
            <a:ext cx="822960" cy="822960"/>
          </a:xfrm>
          <a:prstGeom prst="ellipse">
            <a:avLst/>
          </a:prstGeom>
          <a:solidFill>
            <a:schemeClr val="bg1"/>
          </a:solidFill>
          <a:ln w="31750">
            <a:solidFill>
              <a:srgbClr val="D9700F"/>
            </a:solidFill>
            <a:prstDash val="solid"/>
          </a:ln>
        </p:spPr>
      </p:sp>
      <p:pic>
        <p:nvPicPr>
          <p:cNvPr id="18" name="Image 2" descr="nine oclock">    </p:cNvPr>
          <p:cNvPicPr>
            <a:picLocks noChangeAspect="1"/>
          </p:cNvPicPr>
          <p:nvPr/>
        </p:nvPicPr>
        <p:blipFill>
          <a:blip r:embed="rId3"/>
          <a:stretch>
            <a:fillRect/>
          </a:stretch>
        </p:blipFill>
        <p:spPr>
          <a:xfrm>
            <a:off x="4377690" y="2042160"/>
            <a:ext cx="603504" cy="603504"/>
          </a:xfrm>
          <a:prstGeom prst="rect">
            <a:avLst/>
          </a:prstGeom>
        </p:spPr>
      </p:pic>
      <p:sp>
        <p:nvSpPr>
          <p:cNvPr id="19" name="Text 13"/>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20" name="Shape 14"/>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1" name="Text 15"/>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2" name="Shape 16"/>
          <p:cNvSpPr/>
          <p:nvPr/>
        </p:nvSpPr>
        <p:spPr>
          <a:xfrm>
            <a:off x="3378708" y="4858512"/>
            <a:ext cx="2601468" cy="1432560"/>
          </a:xfrm>
          <a:prstGeom prst="roundRect">
            <a:avLst>
              <a:gd name="adj" fmla="val 12766"/>
            </a:avLst>
          </a:prstGeom>
          <a:solidFill>
            <a:srgbClr val="EDF6F0"/>
          </a:solidFill>
          <a:ln w="19050">
            <a:solidFill>
              <a:srgbClr val="2E7D4F"/>
            </a:solidFill>
            <a:prstDash val="solid"/>
          </a:ln>
        </p:spPr>
      </p:sp>
      <p:sp>
        <p:nvSpPr>
          <p:cNvPr id="23" name="Text 17"/>
          <p:cNvSpPr txBox="1"/>
          <p:nvPr/>
        </p:nvSpPr>
        <p:spPr>
          <a:xfrm>
            <a:off x="3515868"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Excuseer, mevrouw, ik ben te laat.</a:t>
            </a:r>
            <a:endParaRPr lang="en-US" sz="1900" dirty="0"/>
          </a:p>
        </p:txBody>
      </p:sp>
      <p:sp>
        <p:nvSpPr>
          <p:cNvPr id="24" name="Shape 18"/>
          <p:cNvSpPr/>
          <p:nvPr/>
        </p:nvSpPr>
        <p:spPr>
          <a:xfrm>
            <a:off x="7098030" y="1932432"/>
            <a:ext cx="822960" cy="822960"/>
          </a:xfrm>
          <a:prstGeom prst="ellipse">
            <a:avLst/>
          </a:prstGeom>
          <a:solidFill>
            <a:schemeClr val="bg1"/>
          </a:solidFill>
          <a:ln w="31750">
            <a:solidFill>
              <a:srgbClr val="D9700F"/>
            </a:solidFill>
            <a:prstDash val="solid"/>
          </a:ln>
        </p:spPr>
      </p:sp>
      <p:pic>
        <p:nvPicPr>
          <p:cNvPr id="25" name="Image 3" descr="twelve thirty">    </p:cNvPr>
          <p:cNvPicPr>
            <a:picLocks noChangeAspect="1"/>
          </p:cNvPicPr>
          <p:nvPr/>
        </p:nvPicPr>
        <p:blipFill>
          <a:blip r:embed="rId4"/>
          <a:stretch>
            <a:fillRect/>
          </a:stretch>
        </p:blipFill>
        <p:spPr>
          <a:xfrm>
            <a:off x="7207758" y="2042160"/>
            <a:ext cx="603504" cy="603504"/>
          </a:xfrm>
          <a:prstGeom prst="rect">
            <a:avLst/>
          </a:prstGeom>
        </p:spPr>
      </p:pic>
      <p:sp>
        <p:nvSpPr>
          <p:cNvPr id="26" name="Text 19"/>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7" name="Shape 20"/>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8" name="Text 21"/>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9" name="Shape 22"/>
          <p:cNvSpPr/>
          <p:nvPr/>
        </p:nvSpPr>
        <p:spPr>
          <a:xfrm>
            <a:off x="6208776" y="4858512"/>
            <a:ext cx="2601468" cy="1432560"/>
          </a:xfrm>
          <a:prstGeom prst="roundRect">
            <a:avLst>
              <a:gd name="adj" fmla="val 12766"/>
            </a:avLst>
          </a:prstGeom>
          <a:solidFill>
            <a:srgbClr val="EDF6F0"/>
          </a:solidFill>
          <a:ln w="19050">
            <a:solidFill>
              <a:srgbClr val="2E7D4F"/>
            </a:solidFill>
            <a:prstDash val="solid"/>
          </a:ln>
        </p:spPr>
      </p:sp>
      <p:sp>
        <p:nvSpPr>
          <p:cNvPr id="30" name="Text 23"/>
          <p:cNvSpPr txBox="1"/>
          <p:nvPr/>
        </p:nvSpPr>
        <p:spPr>
          <a:xfrm>
            <a:off x="6345936"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Ja, graag! Goed idee!</a:t>
            </a:r>
            <a:endParaRPr lang="en-US" sz="1900" dirty="0"/>
          </a:p>
        </p:txBody>
      </p:sp>
      <p:sp>
        <p:nvSpPr>
          <p:cNvPr id="31" name="Shape 24"/>
          <p:cNvSpPr/>
          <p:nvPr/>
        </p:nvSpPr>
        <p:spPr>
          <a:xfrm>
            <a:off x="9928098" y="1932432"/>
            <a:ext cx="822960" cy="822960"/>
          </a:xfrm>
          <a:prstGeom prst="ellipse">
            <a:avLst/>
          </a:prstGeom>
          <a:solidFill>
            <a:schemeClr val="bg1"/>
          </a:solidFill>
          <a:ln w="31750">
            <a:solidFill>
              <a:srgbClr val="D9700F"/>
            </a:solidFill>
            <a:prstDash val="solid"/>
          </a:ln>
        </p:spPr>
      </p:sp>
      <p:pic>
        <p:nvPicPr>
          <p:cNvPr id="32" name="Image 4" descr="five thirty">    </p:cNvPr>
          <p:cNvPicPr>
            <a:picLocks noChangeAspect="1"/>
          </p:cNvPicPr>
          <p:nvPr/>
        </p:nvPicPr>
        <p:blipFill>
          <a:blip r:embed="rId5"/>
          <a:stretch>
            <a:fillRect/>
          </a:stretch>
        </p:blipFill>
        <p:spPr>
          <a:xfrm>
            <a:off x="10037826" y="2042160"/>
            <a:ext cx="603504" cy="603504"/>
          </a:xfrm>
          <a:prstGeom prst="rect">
            <a:avLst/>
          </a:prstGeom>
        </p:spPr>
      </p:pic>
      <p:sp>
        <p:nvSpPr>
          <p:cNvPr id="33" name="Text 25"/>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4" name="Shape 26"/>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5" name="Text 27"/>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6" name="Shape 28"/>
          <p:cNvSpPr/>
          <p:nvPr/>
        </p:nvSpPr>
        <p:spPr>
          <a:xfrm>
            <a:off x="9038844" y="4858512"/>
            <a:ext cx="2601468" cy="1432560"/>
          </a:xfrm>
          <a:prstGeom prst="roundRect">
            <a:avLst>
              <a:gd name="adj" fmla="val 12766"/>
            </a:avLst>
          </a:prstGeom>
          <a:solidFill>
            <a:srgbClr val="EDF6F0"/>
          </a:solidFill>
          <a:ln w="19050">
            <a:solidFill>
              <a:srgbClr val="2E7D4F"/>
            </a:solidFill>
            <a:prstDash val="solid"/>
          </a:ln>
        </p:spPr>
      </p:sp>
      <p:sp>
        <p:nvSpPr>
          <p:cNvPr id="37" name="Text 29"/>
          <p:cNvSpPr txBox="1"/>
          <p:nvPr/>
        </p:nvSpPr>
        <p:spPr>
          <a:xfrm>
            <a:off x="9176004"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Tot morgen! Nog een fijne avond!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Au téléphone : l’absence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a:t>
            </a:r>
            <a:r>
              <a:rPr lang="en-US" sz="1700" dirty="0">
                <a:solidFill>
                  <a:schemeClr val="tx1"/>
                </a:solidFill>
              </a:rPr>
              <a:t> appelez l’école de langues : vous ne pouvez pas venir au cours aujourd’hui (vous êtes malade).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 êtes au secrétariat</a:t>
            </a:r>
            <a:r>
              <a:rPr lang="en-US" sz="1700" dirty="0">
                <a:solidFill>
                  <a:schemeClr val="tx1"/>
                </a:solidFill>
              </a:rPr>
              <a:t> : vous notez le nom, le groupe et la raison.</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u spreekt met… · Ik ben cursist in de groep van mevrouw Peeters. · Ik kan vandaag niet naar de les komen. · Ik ben ziek. · Met wie spreek ik? · Kunt u dat spellen? · Ik geef het door. · Beterschap!</a:t>
            </a:r>
            <a:endParaRPr lang="en-US" sz="1600" dirty="0"/>
          </a:p>
        </p:txBody>
      </p:sp>
      <p:sp>
        <p:nvSpPr>
          <p:cNvPr id="17" name="Shape 14"/>
          <p:cNvSpPr/>
          <p:nvPr/>
        </p:nvSpPr>
        <p:spPr>
          <a:xfrm>
            <a:off x="8622792" y="1481328"/>
            <a:ext cx="2468880" cy="4809744"/>
          </a:xfrm>
          <a:prstGeom prst="roundRect">
            <a:avLst>
              <a:gd name="adj" fmla="val 11111"/>
            </a:avLst>
          </a:prstGeom>
          <a:solidFill>
            <a:srgbClr val="1B2333"/>
          </a:solidFill>
          <a:ln w="12700">
            <a:solidFill>
              <a:srgbClr val="FFFFFF">
                <a:alpha val="0"/>
              </a:srgbClr>
            </a:solidFill>
            <a:prstDash val="solid"/>
          </a:ln>
        </p:spPr>
      </p:sp>
      <p:sp>
        <p:nvSpPr>
          <p:cNvPr id="18" name="Shape 15"/>
          <p:cNvSpPr/>
          <p:nvPr/>
        </p:nvSpPr>
        <p:spPr>
          <a:xfrm>
            <a:off x="8759952" y="1801368"/>
            <a:ext cx="2194560" cy="4169664"/>
          </a:xfrm>
          <a:prstGeom prst="roundRect">
            <a:avLst>
              <a:gd name="adj" fmla="val 2500"/>
            </a:avLst>
          </a:prstGeom>
          <a:solidFill>
            <a:srgbClr val="F4F7FB"/>
          </a:solidFill>
          <a:ln w="12700">
            <a:solidFill>
              <a:srgbClr val="FFFFFF">
                <a:alpha val="0"/>
              </a:srgbClr>
            </a:solidFill>
            <a:prstDash val="solid"/>
          </a:ln>
        </p:spPr>
      </p:sp>
      <p:pic>
        <p:nvPicPr>
          <p:cNvPr id="19" name="Image 0" descr="telephone receiver">    </p:cNvPr>
          <p:cNvPicPr>
            <a:picLocks noChangeAspect="1"/>
          </p:cNvPicPr>
          <p:nvPr/>
        </p:nvPicPr>
        <p:blipFill>
          <a:blip r:embed="rId1"/>
          <a:stretch>
            <a:fillRect/>
          </a:stretch>
        </p:blipFill>
        <p:spPr>
          <a:xfrm>
            <a:off x="9217152" y="2121408"/>
            <a:ext cx="1280160" cy="1280160"/>
          </a:xfrm>
          <a:prstGeom prst="rect">
            <a:avLst/>
          </a:prstGeom>
        </p:spPr>
      </p:pic>
      <p:pic>
        <p:nvPicPr>
          <p:cNvPr id="20" name="Image 1" descr="face with thermometer">    </p:cNvPr>
          <p:cNvPicPr>
            <a:picLocks noChangeAspect="1"/>
          </p:cNvPicPr>
          <p:nvPr/>
        </p:nvPicPr>
        <p:blipFill>
          <a:blip r:embed="rId2"/>
          <a:stretch>
            <a:fillRect/>
          </a:stretch>
        </p:blipFill>
        <p:spPr>
          <a:xfrm>
            <a:off x="9354312" y="3630168"/>
            <a:ext cx="1005840" cy="1005840"/>
          </a:xfrm>
          <a:prstGeom prst="rect">
            <a:avLst/>
          </a:prstGeom>
        </p:spPr>
      </p:pic>
      <p:sp>
        <p:nvSpPr>
          <p:cNvPr id="21" name="Text 16"/>
          <p:cNvSpPr txBox="1"/>
          <p:nvPr/>
        </p:nvSpPr>
        <p:spPr>
          <a:xfrm>
            <a:off x="8759952" y="4773168"/>
            <a:ext cx="2194560" cy="457200"/>
          </a:xfrm>
          <a:prstGeom prst="rect">
            <a:avLst/>
          </a:prstGeom>
          <a:noFill/>
          <a:ln/>
        </p:spPr>
        <p:txBody>
          <a:bodyPr wrap="square" lIns="0" tIns="0" rIns="0" bIns="0" rtlCol="0" anchor="t"/>
          <a:lstStyle/>
          <a:p>
            <a:pPr algn="ctr" indent="0" marL="0">
              <a:buNone/>
            </a:pPr>
            <a:r>
              <a:rPr lang="en-US" sz="2000" b="1" i="1" dirty="0">
                <a:solidFill>
                  <a:schemeClr val="accent3"/>
                </a:solidFill>
              </a:rPr>
              <a:t>Beterschap!</a:t>
            </a:r>
            <a:endParaRPr lang="en-US" sz="2000" dirty="0"/>
          </a:p>
        </p:txBody>
      </p:sp>
      <p:sp>
        <p:nvSpPr>
          <p:cNvPr id="22" name="Text 17"/>
          <p:cNvSpPr txBox="1"/>
          <p:nvPr/>
        </p:nvSpPr>
        <p:spPr>
          <a:xfrm>
            <a:off x="8759952" y="5184648"/>
            <a:ext cx="2194560" cy="365760"/>
          </a:xfrm>
          <a:prstGeom prst="rect">
            <a:avLst/>
          </a:prstGeom>
          <a:noFill/>
          <a:ln/>
        </p:spPr>
        <p:txBody>
          <a:bodyPr wrap="square" lIns="0" tIns="0" rIns="0" bIns="0" rtlCol="0" anchor="t"/>
          <a:lstStyle/>
          <a:p>
            <a:pPr algn="ctr" indent="0" marL="0">
              <a:buNone/>
            </a:pPr>
            <a:r>
              <a:rPr lang="en-US" sz="1400" i="1" dirty="0">
                <a:solidFill>
                  <a:schemeClr val="accent5"/>
                </a:solidFill>
              </a:rPr>
              <a:t>Bon rétablissement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Rendez poli : </a:t>
            </a:r>
            <a:r>
              <a:rPr lang="en-US" sz="2000" i="1" dirty="0">
                <a:solidFill>
                  <a:schemeClr val="tx1"/>
                </a:solidFill>
              </a:rPr>
              <a:t>Kun je je naam spellen?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Comment dire « Je voudrais un rendez-vous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Formel ou informel : </a:t>
            </a:r>
            <a:r>
              <a:rPr lang="en-US" sz="2000" i="1" dirty="0">
                <a:solidFill>
                  <a:schemeClr val="tx1"/>
                </a:solidFill>
              </a:rPr>
              <a:t>Groetjes, Lies</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Réagir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SteamLocomotiv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Zinnen verbinden</a:t>
            </a:r>
            <a:r>
              <a:rPr lang="en-US" sz="1800" dirty="0">
                <a:solidFill>
                  <a:schemeClr val="bg1"/>
                </a:solidFill>
              </a:rPr>
              <a:t> — </a:t>
            </a:r>
            <a:r>
              <a:rPr lang="en-US" sz="1800" i="1" dirty="0">
                <a:solidFill>
                  <a:schemeClr val="bg1"/>
                </a:solidFill>
              </a:rPr>
              <a:t>want</a:t>
            </a:r>
            <a:r>
              <a:rPr lang="en-US" sz="1800" dirty="0">
                <a:solidFill>
                  <a:schemeClr val="bg1"/>
                </a:solidFill>
              </a:rPr>
              <a:t> of </a:t>
            </a:r>
            <a:r>
              <a:rPr lang="en-US" sz="1800" i="1" dirty="0">
                <a:solidFill>
                  <a:schemeClr val="bg1"/>
                </a:solidFill>
              </a:rPr>
              <a:t>omdat</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 — Formeel of informeel? — Choisir le bon registre</dc:title>
  <dc:subject>Néerlandais 1 — Langue en situation, en milieu professionnel</dc:subject>
  <dc:creator>A. Jouniaux</dc:creator>
  <cp:lastModifiedBy>A. Jouniaux</cp:lastModifiedBy>
  <cp:revision>1</cp:revision>
  <dcterms:created xsi:type="dcterms:W3CDTF">2026-10-05T15:46:42Z</dcterms:created>
  <dcterms:modified xsi:type="dcterms:W3CDTF">2026-10-05T15:46:42Z</dcterms:modified>
</cp:coreProperties>
</file>
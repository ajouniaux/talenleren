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6e29e56-a6c4-44b7-ec7c-bbec7ef4951c}">
          <p14:sldIdLst>
            <p14:sldId id="256"/>
          </p14:sldIdLst>
        </p14:section>
        <p14:section name="Découvrir" id="{e73cfaf7-85ee-56e8-ff1c-ec2f3b5eb9d9}">
          <p14:sldIdLst>
            <p14:sldId id="257"/>
            <p14:sldId id="258"/>
            <p14:sldId id="259"/>
          </p14:sldIdLst>
        </p14:section>
        <p14:section name="Comprendre" id="{d593745e-722b-1de0-3408-1da7c0482462}">
          <p14:sldIdLst>
            <p14:sldId id="260"/>
            <p14:sldId id="261"/>
            <p14:sldId id="262"/>
            <p14:sldId id="263"/>
            <p14:sldId id="264"/>
            <p14:sldId id="265"/>
            <p14:sldId id="266"/>
            <p14:sldId id="267"/>
            <p14:sldId id="268"/>
            <p14:sldId id="269"/>
          </p14:sldIdLst>
        </p14:section>
        <p14:section name="JIJ NU ! — Oefeningen" id="{dd177fb1-7821-6377-3628-a92a7c226cdb}">
          <p14:sldIdLst>
            <p14:sldId id="270"/>
            <p14:sldId id="271"/>
            <p14:sldId id="272"/>
            <p14:sldId id="273"/>
            <p14:sldId id="274"/>
            <p14:sldId id="275"/>
            <p14:sldId id="276"/>
            <p14:sldId id="277"/>
            <p14:sldId id="278"/>
            <p14:sldId id="279"/>
            <p14:sldId id="280"/>
            <p14:sldId id="281"/>
            <p14:sldId id="282"/>
            <p14:sldId id="283"/>
          </p14:sldIdLst>
        </p14:section>
        <p14:section name="Clôture" id="{14aaa9e5-6ab7-7a49-dc9c-2cff9992998a}">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2026-10-05T19:06:49Z</dcterms:created>
  <dcterms:modified xsi:type="dcterms:W3CDTF">2026-10-05T19:06:49Z</dcterms:modified>
</cp:coreProperties>
</file>
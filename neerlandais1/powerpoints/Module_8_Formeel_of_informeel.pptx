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08f6cce-5b65-e77d-9b0c-8168949cf398}">
          <p14:sldIdLst>
            <p14:sldId id="256"/>
          </p14:sldIdLst>
        </p14:section>
        <p14:section name="Découvrir" id="{2e915930-01f7-7da7-a40e-1ec8d4844eaf}">
          <p14:sldIdLst>
            <p14:sldId id="257"/>
            <p14:sldId id="258"/>
            <p14:sldId id="259"/>
          </p14:sldIdLst>
        </p14:section>
        <p14:section name="Comprendre" id="{bfd01a00-d78d-7529-8eb6-9437b4b4b389}">
          <p14:sldIdLst>
            <p14:sldId id="260"/>
            <p14:sldId id="261"/>
            <p14:sldId id="262"/>
            <p14:sldId id="263"/>
            <p14:sldId id="264"/>
            <p14:sldId id="265"/>
            <p14:sldId id="266"/>
            <p14:sldId id="267"/>
            <p14:sldId id="268"/>
            <p14:sldId id="269"/>
          </p14:sldIdLst>
        </p14:section>
        <p14:section name="JIJ NU ! — Oefeningen" id="{5ee5a814-8fc2-676b-c6be-47b48a8f0bab}">
          <p14:sldIdLst>
            <p14:sldId id="270"/>
            <p14:sldId id="271"/>
            <p14:sldId id="272"/>
            <p14:sldId id="273"/>
            <p14:sldId id="274"/>
            <p14:sldId id="275"/>
            <p14:sldId id="276"/>
            <p14:sldId id="277"/>
            <p14:sldId id="278"/>
            <p14:sldId id="279"/>
            <p14:sldId id="280"/>
            <p14:sldId id="281"/>
            <p14:sldId id="282"/>
            <p14:sldId id="283"/>
          </p14:sldIdLst>
        </p14:section>
        <p14:section name="Clôture" id="{33b58513-a091-de7c-94a2-3e6829ac532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en Néerlandais 2.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2026-10-04T07:55:12Z</dcterms:created>
  <dcterms:modified xsi:type="dcterms:W3CDTF">2026-10-04T07:55:12Z</dcterms:modified>
</cp:coreProperties>
</file>
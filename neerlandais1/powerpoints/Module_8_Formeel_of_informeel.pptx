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25ac6012-d6f3-23e8-5f7c-368cb322f9ad}">
          <p14:sldIdLst>
            <p14:sldId id="256"/>
          </p14:sldIdLst>
        </p14:section>
        <p14:section name="Découvrir" id="{496d2231-eec1-f1e0-f821-88be9704a14b}">
          <p14:sldIdLst>
            <p14:sldId id="257"/>
            <p14:sldId id="258"/>
            <p14:sldId id="259"/>
          </p14:sldIdLst>
        </p14:section>
        <p14:section name="Comprendre" id="{7460f59b-e616-481b-4c2f-a24ed095baa2}">
          <p14:sldIdLst>
            <p14:sldId id="260"/>
            <p14:sldId id="261"/>
            <p14:sldId id="262"/>
            <p14:sldId id="263"/>
            <p14:sldId id="264"/>
            <p14:sldId id="265"/>
            <p14:sldId id="266"/>
            <p14:sldId id="267"/>
            <p14:sldId id="268"/>
            <p14:sldId id="269"/>
          </p14:sldIdLst>
        </p14:section>
        <p14:section name="JIJ NU ! — Oefeningen" id="{9b4d646e-3bc6-fbbd-1c9f-0b26cc1a1dd5}">
          <p14:sldIdLst>
            <p14:sldId id="270"/>
            <p14:sldId id="271"/>
            <p14:sldId id="272"/>
            <p14:sldId id="273"/>
            <p14:sldId id="274"/>
            <p14:sldId id="275"/>
            <p14:sldId id="276"/>
            <p14:sldId id="277"/>
            <p14:sldId id="278"/>
            <p14:sldId id="279"/>
            <p14:sldId id="280"/>
            <p14:sldId id="281"/>
            <p14:sldId id="282"/>
            <p14:sldId id="283"/>
          </p14:sldIdLst>
        </p14:section>
        <p14:section name="Clôture" id="{87c472a2-9c07-00e1-2c17-eb899c93866f}">
          <p14:sldIdLst>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Faire sentir l'enjeu : la même idée, deux registres.
Question d'entrée : « Qui parle à qui ? Comment le savez-vous ? » Relevez les indices : la salutation, le titre, le prénom. 't = het (oral).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Rendre les objectifs explicites.
Rappelez ce qui a été vu au M2 (je / u, Dag!). Aujourd'hui, on passe du « savoir » au « savoir-faire social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Observer les marqueurs de registre dans deux mini-dialogues (reprise des photos de l'archive, en illustrations).
Faites lister les différences : mevrouw + nom / prénom ; u / jou ; Goedemorgen / Hoi ; dank u / prima. Ce sont les « curseurs » de la diapo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Visualiser le registre comme un ensemble cohérent de choix.
L'erreur typique n'est pas de choisir le mauvais registre, mais de mélanger (Hoe gaat het met je, mevrouw Claes?). L'exercice 5 (le détective) porte sur ce mélange.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Décider du registre selon la situation (complète l'arbre « vous → u / jullie » du M2).
En Flandre comme aux Pays-Bas, le tutoiement entre collègues est très courant, plus qu'en France. En cas de doute, commencez par u ; l'autre proposera Zeg maar je s'il le souhaite.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la salutation adaptée à l'heure.
Goedenacht ne sert pas à saluer en arrivant : on le dit en partant ou en allant dormir. Correction par rapport à l'archive : on écrit Goedemorgen, meneer de directeur (minuscules).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Répondre avec nuance (reprise de l'échelle de l'archive).
best goed = plutôt bien (≠ « le meilleur »). Het kan beter (« ça pourrait aller mieux ») vient de l'archive. Faites un tour de classe : chacun choisit un niveau et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Partir poliment dans les deux registres.
Ik moet weg = je dois y aller (informel, de l'archive). Doei! est très néerlandais ; en Flandre, on entend surtout Daag! et Salut!.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Maîtriser les petits mots de la politesse quotidienne.
Correction par rapport à l'archive : Dank u wel, ik wens u een fijne dag! = « Merci, je vous souhaite une bonne journée » (formel). Dank je wel, nog een fijne dag! = « Merci, bonne journée ! » (informel). Les traductions étaient inversées. Dankjewel / dankuwel en un mot sont aussi acceptés.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Formuler une demande avec les verbes de modalité (lien M4).
graag adoucit willen (« je voudrais bien »). Ik zou graag … willen (conditionnel) est à reconnaître seulement : il est travaillé en Néerlandais 2. alstublieft (poli) / alsjeblieft (familier).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Reconnaître les paires lexicales familier ↔ soutenu (reprise de la diapo 11 de l'archive).
Ces mots formels servent surtout à l'écrit (mails, lettres officielles : M10). Note : deelnemen et meedelen sont des verbes à particule (Ik neem deel, M3). En Belgique, job et helaas sont neutres : on peut les écrire dans un mail formel.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Rendre visible l'erreur de cohérence.
Le possessif suit le pronom : u → uw, je → je / jouw. C'est l'erreur de l'activité « Léa » de l'archive, simplifiée 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Gérer un appel professionnel simple.
U spreekt met… = « C'est … à l'appareil ». trager (plus lentement) est courant en Belgique ; aux Pays-Bas, on dit plutôt langzamer. Cette diapo prépare l'exercice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Synthèse visuelle à photographier.
Ce tableau est la référence pour les exercices 3 à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d'exercices.
Exercices 1 à 3 en séance 1 ; 4 à 7 en séance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Classer des situations selon le registre (archive diapo 10, élargie au travail).
Discutez le cas « collègue » : au déjeuner, on est en je ; en réunion avec un client, en u. Le registre dépend de la situation, pas seulement de la personne.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Classer des situations selon le registre (archive diapo 10, élargie au travail).
Discutez le cas « collègue » : au déjeuner, on est en je ; en réunion avec un client, en u. Le registre dépend de la situation, pas seulement de la personne.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les mots familiers et soutenus.
Prolongement : les apprenants créent une phrase formelle avec deux mots de la colonne de droite.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Associer les mots familiers et soutenus.
Prolongement : les apprenants créent une phrase formelle avec deux mots de la colonne de droite.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Réagir oralement à des situations du quotidien et du travail (sélection des 30 situations de l'archive).
Les situations sont données en français : les originaux néerlandais de l'archive (Wat zeg je als…) contiennent des subordonnées vues seulement au M9. Acceptez toute réponse dans le bon registre. Les 22 autres situations de l'archive peuvent servir de réserve pour les classes rapides.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Réagir oralement à des situations du quotidien et du travail (sélection des 30 situations de l'archive).
Les situations sont données en français : les originaux néerlandais de l'archive (Wat zeg je als…) contiennent des subordonnées vues seulement au M9. Acceptez toute réponse dans le bon registre. Les 22 autres situations de l'archive peuvent servir de réserve pour les classes rapides.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Transformer un énoncé informel en énoncé formel (tous les curseurs).
N° 2 : Hebt u et Heeft u sont tous deux corrects. N° 7 : graag adoucit, et maken complète la pince (M3). N° 6 : en formel, on signe avec le nom complet.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Transformer un énoncé informel en énoncé formel (tous les curseurs).
N° 2 : Hebt u et Heeft u sont tous deux corrects. N° 7 : graag adoucit, et maken complète la pince (M3). N° 6 : en formel, on signe avec le nom complet.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Repérer les mélanges de registre dans un écrit.
Version A1 de l'activité « Léa » de l'archive. Ik stuur u… et Uw collega sont corrects : ce sont des leurres.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Repérer les mélanges de registre dans un écrit.
Version A1 de l'activité « Léa » de l'archive. Ik stuur u… et Uw collega sont corrects : ce sont des leurres.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Enchaîner les rituels sociaux au fil d'une journée de travail (reprise des situations-images de l'archive).
Jouez la frise en petits groupes, chacun prenant une vignette. Les situations « licencié » et « réveillé par le patron » de l'archive sont remplacées par des situations plus utiles. Sorry dat ik te laat ben (subordonnée) peut être donné comme bloc tout fait.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Enchaîner les rituels sociaux au fil d'une journée de travail (reprise des situations-images de l'archive).
Jouez la frise en petits groupes, chacun prenant une vignette. Les situations « licencié » et « réveillé par le patron » de l'archive sont remplacées par des situations plus utiles. Sorry dat ik te laat ben (subordonnée) peut être donné comme bloc tout fait.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Réaliser une tâche orale formelle complète (archive « Meer situaties » n° 7).
Beterschap! = « Bon rétablissement ! ». Ik geef het door = « je transmets ». Inversez les rôles. Variante : appeler l'employeur (ziekmelding), préparation directe du M10.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objectifs.
Réponses :
1. Kunt u uw naam spellen?
2. Ik wil graag een afspraak maken.
3. Informel.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1 · UE1 · Module 8 · Formeel of informeel?</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1 · UE1 · Module 8 · Formeel of informeel?</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3.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2.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slideLayout" Target="../slideLayouts/slideLayout2.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slideLayout" Target="../slideLayouts/slideLayout2.xml"/><Relationship Id="rId11"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slideLayout" Target="../slideLayouts/slideLayout2.xml"/><Relationship Id="rId1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slideLayout" Target="../slideLayouts/slideLayout2.xml"/><Relationship Id="rId11"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2.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slideLayout" Target="../slideLayouts/slideLayout2.xml"/><Relationship Id="rId1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002231"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MODULE 8 / 24</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Formeel of informeel?</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Choisir le bon registre</a:t>
            </a:r>
            <a:endParaRPr lang="en-US" sz="2000" dirty="0"/>
          </a:p>
          <a:p>
            <a:pPr algn="l" indent="0" marL="0">
              <a:buNone/>
            </a:pPr>
            <a:r>
              <a:rPr lang="en-US" sz="2000" b="1" dirty="0">
                <a:solidFill>
                  <a:srgbClr val="FFFFFF"/>
                </a:solidFill>
              </a:rPr>
              <a:t>je of u?</a:t>
            </a:r>
            <a:endParaRPr lang="en-US" sz="2000" dirty="0"/>
          </a:p>
        </p:txBody>
      </p:sp>
      <p:sp>
        <p:nvSpPr>
          <p:cNvPr id="5" name="Shape 3"/>
          <p:cNvSpPr/>
          <p:nvPr/>
        </p:nvSpPr>
        <p:spPr>
          <a:xfrm>
            <a:off x="6492240" y="1188720"/>
            <a:ext cx="2468880" cy="4480560"/>
          </a:xfrm>
          <a:prstGeom prst="roundRect">
            <a:avLst>
              <a:gd name="adj" fmla="val 4444"/>
            </a:avLst>
          </a:prstGeom>
          <a:solidFill>
            <a:srgbClr val="FFFFFF"/>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6" name="tag"/>
          <p:cNvSpPr/>
          <p:nvPr/>
        </p:nvSpPr>
        <p:spPr>
          <a:xfrm>
            <a:off x="6675120" y="1325880"/>
            <a:ext cx="1121054"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FORMEEL</a:t>
            </a:r>
            <a:endParaRPr lang="en-US" sz="1200" dirty="0"/>
          </a:p>
        </p:txBody>
      </p:sp>
      <p:pic>
        <p:nvPicPr>
          <p:cNvPr id="7" name="Image 0" descr="handshake">    </p:cNvPr>
          <p:cNvPicPr>
            <a:picLocks noChangeAspect="1"/>
          </p:cNvPicPr>
          <p:nvPr/>
        </p:nvPicPr>
        <p:blipFill>
          <a:blip r:embed="rId1"/>
          <a:stretch>
            <a:fillRect/>
          </a:stretch>
        </p:blipFill>
        <p:spPr>
          <a:xfrm>
            <a:off x="6903720" y="1828800"/>
            <a:ext cx="1645920" cy="1645920"/>
          </a:xfrm>
          <a:prstGeom prst="rect">
            <a:avLst/>
          </a:prstGeom>
        </p:spPr>
      </p:pic>
      <p:sp>
        <p:nvSpPr>
          <p:cNvPr id="8" name="Shape 5"/>
          <p:cNvSpPr/>
          <p:nvPr/>
        </p:nvSpPr>
        <p:spPr>
          <a:xfrm>
            <a:off x="6675120" y="3703320"/>
            <a:ext cx="2103120" cy="1737360"/>
          </a:xfrm>
          <a:prstGeom prst="roundRect">
            <a:avLst>
              <a:gd name="adj" fmla="val 10526"/>
            </a:avLst>
          </a:prstGeom>
          <a:solidFill>
            <a:schemeClr val="accent2">
              <a:alpha val="15000"/>
            </a:schemeClr>
          </a:solidFill>
          <a:ln w="15875">
            <a:solidFill>
              <a:srgbClr val="2A6FB0"/>
            </a:solidFill>
            <a:prstDash val="solid"/>
          </a:ln>
        </p:spPr>
      </p:sp>
      <p:sp>
        <p:nvSpPr>
          <p:cNvPr id="9" name="Text 6"/>
          <p:cNvSpPr txBox="1"/>
          <p:nvPr/>
        </p:nvSpPr>
        <p:spPr>
          <a:xfrm>
            <a:off x="6766560" y="3703320"/>
            <a:ext cx="1920240" cy="1737360"/>
          </a:xfrm>
          <a:prstGeom prst="rect">
            <a:avLst/>
          </a:prstGeom>
          <a:noFill/>
          <a:ln/>
        </p:spPr>
        <p:txBody>
          <a:bodyPr wrap="square" lIns="0" tIns="0" rIns="0" bIns="0" rtlCol="0" anchor="ctr"/>
          <a:lstStyle/>
          <a:p>
            <a:pPr algn="ctr" indent="0" marL="0">
              <a:buNone/>
            </a:pPr>
            <a:r>
              <a:rPr lang="en-US" sz="1700" i="1" dirty="0">
                <a:solidFill>
                  <a:schemeClr val="tx1"/>
                </a:solidFill>
              </a:rPr>
              <a:t>Goedemorgen, meneer De Vos.</a:t>
            </a:r>
            <a:endParaRPr lang="en-US" sz="1700" dirty="0"/>
          </a:p>
        </p:txBody>
      </p:sp>
      <p:sp>
        <p:nvSpPr>
          <p:cNvPr id="10" name="Shape 7"/>
          <p:cNvSpPr/>
          <p:nvPr/>
        </p:nvSpPr>
        <p:spPr>
          <a:xfrm>
            <a:off x="9144000" y="1188720"/>
            <a:ext cx="2468880" cy="4480560"/>
          </a:xfrm>
          <a:prstGeom prst="roundRect">
            <a:avLst>
              <a:gd name="adj" fmla="val 4444"/>
            </a:avLst>
          </a:prstGeom>
          <a:solidFill>
            <a:srgbClr val="FFFFFF"/>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11" name="tag"/>
          <p:cNvSpPr/>
          <p:nvPr/>
        </p:nvSpPr>
        <p:spPr>
          <a:xfrm>
            <a:off x="9326880" y="1325880"/>
            <a:ext cx="1336853"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INFORMEEL</a:t>
            </a:r>
            <a:endParaRPr lang="en-US" sz="1200" dirty="0"/>
          </a:p>
        </p:txBody>
      </p:sp>
      <p:pic>
        <p:nvPicPr>
          <p:cNvPr id="12" name="Image 1" descr="people hugging">    </p:cNvPr>
          <p:cNvPicPr>
            <a:picLocks noChangeAspect="1"/>
          </p:cNvPicPr>
          <p:nvPr/>
        </p:nvPicPr>
        <p:blipFill>
          <a:blip r:embed="rId2"/>
          <a:stretch>
            <a:fillRect/>
          </a:stretch>
        </p:blipFill>
        <p:spPr>
          <a:xfrm>
            <a:off x="9555480" y="1828800"/>
            <a:ext cx="1645920" cy="1645920"/>
          </a:xfrm>
          <a:prstGeom prst="rect">
            <a:avLst/>
          </a:prstGeom>
        </p:spPr>
      </p:pic>
      <p:sp>
        <p:nvSpPr>
          <p:cNvPr id="13" name="Shape 9"/>
          <p:cNvSpPr/>
          <p:nvPr/>
        </p:nvSpPr>
        <p:spPr>
          <a:xfrm>
            <a:off x="9326880" y="3703320"/>
            <a:ext cx="2103120" cy="1737360"/>
          </a:xfrm>
          <a:prstGeom prst="roundRect">
            <a:avLst>
              <a:gd name="adj" fmla="val 10526"/>
            </a:avLst>
          </a:prstGeom>
          <a:solidFill>
            <a:schemeClr val="accent1">
              <a:alpha val="15000"/>
            </a:schemeClr>
          </a:solidFill>
          <a:ln w="15875">
            <a:solidFill>
              <a:srgbClr val="D9700F"/>
            </a:solidFill>
            <a:prstDash val="solid"/>
          </a:ln>
        </p:spPr>
      </p:sp>
      <p:sp>
        <p:nvSpPr>
          <p:cNvPr id="14" name="Text 10"/>
          <p:cNvSpPr txBox="1"/>
          <p:nvPr/>
        </p:nvSpPr>
        <p:spPr>
          <a:xfrm>
            <a:off x="9418320" y="3703320"/>
            <a:ext cx="1920240" cy="1737360"/>
          </a:xfrm>
          <a:prstGeom prst="rect">
            <a:avLst/>
          </a:prstGeom>
          <a:noFill/>
          <a:ln/>
        </p:spPr>
        <p:txBody>
          <a:bodyPr wrap="square" lIns="0" tIns="0" rIns="0" bIns="0" rtlCol="0" anchor="ctr"/>
          <a:lstStyle/>
          <a:p>
            <a:pPr algn="ctr" indent="0" marL="0">
              <a:buNone/>
            </a:pPr>
            <a:r>
              <a:rPr lang="en-US" sz="1700" i="1" dirty="0">
                <a:solidFill>
                  <a:schemeClr val="tx1"/>
                </a:solidFill>
              </a:rPr>
              <a:t>Hoi Lia, ’t is al even geleden!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Missie van vandaag</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MISSIE</a:t>
            </a:r>
            <a:endParaRPr lang="en-US" sz="1200" dirty="0"/>
          </a:p>
        </p:txBody>
      </p:sp>
      <p:sp>
        <p:nvSpPr>
          <p:cNvPr id="5" name="Shape 2"/>
          <p:cNvSpPr/>
          <p:nvPr/>
        </p:nvSpPr>
        <p:spPr>
          <a:xfrm>
            <a:off x="548640" y="1554480"/>
            <a:ext cx="2865120" cy="457200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chemeClr val="accent2"/>
          </a:solidFill>
          <a:ln w="12700">
            <a:solidFill>
              <a:srgbClr val="FFFFFF">
                <a:alpha val="0"/>
              </a:srgbClr>
            </a:solidFill>
            <a:prstDash val="solid"/>
          </a:ln>
        </p:spPr>
      </p:sp>
      <p:pic>
        <p:nvPicPr>
          <p:cNvPr id="7" name="Image 0" descr="SlidersH">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Choisir</a:t>
            </a:r>
            <a:endParaRPr lang="en-US" sz="2400" dirty="0"/>
          </a:p>
        </p:txBody>
      </p:sp>
      <p:sp>
        <p:nvSpPr>
          <p:cNvPr id="9" name="Text 5"/>
          <p:cNvSpPr txBox="1"/>
          <p:nvPr/>
        </p:nvSpPr>
        <p:spPr>
          <a:xfrm>
            <a:off x="777240" y="3566160"/>
            <a:ext cx="2407920" cy="2377440"/>
          </a:xfrm>
          <a:prstGeom prst="rect">
            <a:avLst/>
          </a:prstGeom>
          <a:noFill/>
          <a:ln/>
        </p:spPr>
        <p:txBody>
          <a:bodyPr wrap="square" lIns="0" tIns="0" rIns="0" bIns="0" rtlCol="0" anchor="t"/>
          <a:lstStyle/>
          <a:p>
            <a:pPr algn="ctr" indent="0" marL="0">
              <a:buNone/>
            </a:pPr>
            <a:r>
              <a:rPr lang="en-US" sz="2000" dirty="0">
                <a:solidFill>
                  <a:schemeClr val="tx1"/>
                </a:solidFill>
              </a:rPr>
              <a:t>Je choisis </a:t>
            </a:r>
            <a:r>
              <a:rPr lang="en-US" sz="2000" i="1" dirty="0">
                <a:solidFill>
                  <a:schemeClr val="tx1"/>
                </a:solidFill>
              </a:rPr>
              <a:t>je</a:t>
            </a:r>
            <a:r>
              <a:rPr lang="en-US" sz="2000" dirty="0">
                <a:solidFill>
                  <a:schemeClr val="tx1"/>
                </a:solidFill>
              </a:rPr>
              <a:t> ou </a:t>
            </a:r>
            <a:r>
              <a:rPr lang="en-US" sz="2000" i="1" dirty="0">
                <a:solidFill>
                  <a:schemeClr val="tx1"/>
                </a:solidFill>
              </a:rPr>
              <a:t>u</a:t>
            </a:r>
            <a:r>
              <a:rPr lang="en-US" sz="2000" dirty="0">
                <a:solidFill>
                  <a:schemeClr val="tx1"/>
                </a:solidFill>
              </a:rPr>
              <a:t>… et je reste </a:t>
            </a:r>
            <a:r>
              <a:rPr lang="en-US" sz="2000" b="1" dirty="0">
                <a:solidFill>
                  <a:schemeClr val="tx1"/>
                </a:solidFill>
              </a:rPr>
              <a:t>cohérent</a:t>
            </a:r>
            <a:r>
              <a:rPr lang="en-US" sz="2000" dirty="0">
                <a:solidFill>
                  <a:schemeClr val="tx1"/>
                </a:solidFill>
              </a:rPr>
              <a:t>.</a:t>
            </a:r>
            <a:endParaRPr lang="en-US" sz="2000" dirty="0"/>
          </a:p>
        </p:txBody>
      </p:sp>
      <p:sp>
        <p:nvSpPr>
          <p:cNvPr id="10" name="Shape 6"/>
          <p:cNvSpPr/>
          <p:nvPr/>
        </p:nvSpPr>
        <p:spPr>
          <a:xfrm>
            <a:off x="3688080" y="1554480"/>
            <a:ext cx="2865120" cy="457200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chemeClr val="accent1"/>
          </a:solidFill>
          <a:ln w="12700">
            <a:solidFill>
              <a:srgbClr val="FFFFFF">
                <a:alpha val="0"/>
              </a:srgbClr>
            </a:solidFill>
            <a:prstDash val="solid"/>
          </a:ln>
        </p:spPr>
      </p:sp>
      <p:pic>
        <p:nvPicPr>
          <p:cNvPr id="12" name="Image 1" descr="CommentDots">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Réagir</a:t>
            </a:r>
            <a:endParaRPr lang="en-US" sz="2400" dirty="0"/>
          </a:p>
        </p:txBody>
      </p:sp>
      <p:sp>
        <p:nvSpPr>
          <p:cNvPr id="14" name="Text 9"/>
          <p:cNvSpPr txBox="1"/>
          <p:nvPr/>
        </p:nvSpPr>
        <p:spPr>
          <a:xfrm>
            <a:off x="3916680" y="3566160"/>
            <a:ext cx="2407920" cy="2377440"/>
          </a:xfrm>
          <a:prstGeom prst="rect">
            <a:avLst/>
          </a:prstGeom>
          <a:noFill/>
          <a:ln/>
        </p:spPr>
        <p:txBody>
          <a:bodyPr wrap="square" lIns="0" tIns="0" rIns="0" bIns="0" rtlCol="0" anchor="t"/>
          <a:lstStyle/>
          <a:p>
            <a:pPr algn="ctr" indent="0" marL="0">
              <a:buNone/>
            </a:pPr>
            <a:r>
              <a:rPr lang="en-US" sz="2000" dirty="0">
                <a:solidFill>
                  <a:schemeClr val="tx1"/>
                </a:solidFill>
              </a:rPr>
              <a:t>Je salue, je remercie, je m’excuse et je prends congé dans le bon registre.</a:t>
            </a:r>
            <a:endParaRPr lang="en-US" sz="2000" dirty="0"/>
          </a:p>
        </p:txBody>
      </p:sp>
      <p:sp>
        <p:nvSpPr>
          <p:cNvPr id="15" name="Shape 10"/>
          <p:cNvSpPr/>
          <p:nvPr/>
        </p:nvSpPr>
        <p:spPr>
          <a:xfrm>
            <a:off x="6827520" y="1554480"/>
            <a:ext cx="2865120" cy="457200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chemeClr val="accent3"/>
          </a:solidFill>
          <a:ln w="12700">
            <a:solidFill>
              <a:srgbClr val="FFFFFF">
                <a:alpha val="0"/>
              </a:srgbClr>
            </a:solidFill>
            <a:prstDash val="solid"/>
          </a:ln>
        </p:spPr>
      </p:sp>
      <p:pic>
        <p:nvPicPr>
          <p:cNvPr id="17" name="Image 2" descr="PhoneAlt">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3"/>
                </a:solidFill>
                <a:latin typeface="+mj-lt" pitchFamily="34" charset="0"/>
                <a:ea typeface="+mj-lt" pitchFamily="34" charset="-122"/>
                <a:cs typeface="+mj-lt" pitchFamily="34" charset="-120"/>
              </a:rPr>
              <a:t>Demander</a:t>
            </a:r>
            <a:endParaRPr lang="en-US" sz="2400" dirty="0"/>
          </a:p>
        </p:txBody>
      </p:sp>
      <p:sp>
        <p:nvSpPr>
          <p:cNvPr id="19" name="Text 13"/>
          <p:cNvSpPr txBox="1"/>
          <p:nvPr/>
        </p:nvSpPr>
        <p:spPr>
          <a:xfrm>
            <a:off x="7056120" y="3566160"/>
            <a:ext cx="2407920" cy="2377440"/>
          </a:xfrm>
          <a:prstGeom prst="rect">
            <a:avLst/>
          </a:prstGeom>
          <a:noFill/>
          <a:ln/>
        </p:spPr>
        <p:txBody>
          <a:bodyPr wrap="square" lIns="0" tIns="0" rIns="0" bIns="0" rtlCol="0" anchor="t"/>
          <a:lstStyle/>
          <a:p>
            <a:pPr algn="ctr" indent="0" marL="0">
              <a:buNone/>
            </a:pPr>
            <a:r>
              <a:rPr lang="en-US" sz="2000" dirty="0">
                <a:solidFill>
                  <a:schemeClr val="tx1"/>
                </a:solidFill>
              </a:rPr>
              <a:t>Je fais une demande polie, en face à face et au téléphone.</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Échauffement — deux scènes, deux registres</a:t>
            </a:r>
            <a:endParaRPr lang="en-US" sz="3000" dirty="0"/>
          </a:p>
        </p:txBody>
      </p:sp>
      <p:sp>
        <p:nvSpPr>
          <p:cNvPr id="3" name="tag"/>
          <p:cNvSpPr/>
          <p:nvPr/>
        </p:nvSpPr>
        <p:spPr>
          <a:xfrm>
            <a:off x="548640" y="237744"/>
            <a:ext cx="1770278"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ÉCHAUFFEMENT</a:t>
            </a:r>
            <a:endParaRPr lang="en-US" sz="1200" dirty="0"/>
          </a:p>
        </p:txBody>
      </p:sp>
      <p:sp>
        <p:nvSpPr>
          <p:cNvPr id="5" name="Shape 2"/>
          <p:cNvSpPr/>
          <p:nvPr/>
        </p:nvSpPr>
        <p:spPr>
          <a:xfrm>
            <a:off x="548640" y="1554480"/>
            <a:ext cx="5413248" cy="4709160"/>
          </a:xfrm>
          <a:prstGeom prst="roundRect">
            <a:avLst>
              <a:gd name="adj" fmla="val 1553"/>
            </a:avLst>
          </a:prstGeom>
          <a:solidFill>
            <a:schemeClr val="tx2">
              <a:alpha val="8000"/>
            </a:schemeClr>
          </a:solidFill>
          <a:ln w="25400">
            <a:solidFill>
              <a:srgbClr val="17375E"/>
            </a:solidFill>
            <a:prstDash val="solid"/>
          </a:ln>
        </p:spPr>
      </p:sp>
      <p:sp>
        <p:nvSpPr>
          <p:cNvPr id="6" name="Shape 3"/>
          <p:cNvSpPr/>
          <p:nvPr/>
        </p:nvSpPr>
        <p:spPr>
          <a:xfrm>
            <a:off x="548640" y="1554480"/>
            <a:ext cx="5413248" cy="548640"/>
          </a:xfrm>
          <a:prstGeom prst="roundRect">
            <a:avLst>
              <a:gd name="adj" fmla="val 13333"/>
            </a:avLst>
          </a:prstGeom>
          <a:solidFill>
            <a:schemeClr val="tx2"/>
          </a:solidFill>
          <a:ln w="12700">
            <a:solidFill>
              <a:srgbClr val="FFFFFF">
                <a:alpha val="0"/>
              </a:srgbClr>
            </a:solidFill>
            <a:prstDash val="solid"/>
          </a:ln>
        </p:spPr>
      </p:sp>
      <p:sp>
        <p:nvSpPr>
          <p:cNvPr id="7" name="Text 4"/>
          <p:cNvSpPr txBox="1"/>
          <p:nvPr/>
        </p:nvSpPr>
        <p:spPr>
          <a:xfrm>
            <a:off x="777240" y="1554480"/>
            <a:ext cx="4572000" cy="548640"/>
          </a:xfrm>
          <a:prstGeom prst="rect">
            <a:avLst/>
          </a:prstGeom>
          <a:noFill/>
          <a:ln/>
        </p:spPr>
        <p:txBody>
          <a:bodyPr wrap="square" lIns="0" tIns="0" rIns="0" bIns="0" rtlCol="0" anchor="ctr"/>
          <a:lstStyle/>
          <a:p>
            <a:pPr algn="l" indent="0" marL="0">
              <a:buNone/>
            </a:pPr>
            <a:r>
              <a:rPr lang="en-US" sz="1700" b="1" spc="100" kern="0" dirty="0">
                <a:solidFill>
                  <a:schemeClr val="bg1"/>
                </a:solidFill>
              </a:rPr>
              <a:t>FORMEEL · en réunion</a:t>
            </a:r>
            <a:endParaRPr lang="en-US" sz="1700" dirty="0"/>
          </a:p>
        </p:txBody>
      </p:sp>
      <p:pic>
        <p:nvPicPr>
          <p:cNvPr id="8" name="Image 0" descr="office building">    </p:cNvPr>
          <p:cNvPicPr>
            <a:picLocks noChangeAspect="1"/>
          </p:cNvPicPr>
          <p:nvPr/>
        </p:nvPicPr>
        <p:blipFill>
          <a:blip r:embed="rId1"/>
          <a:stretch>
            <a:fillRect/>
          </a:stretch>
        </p:blipFill>
        <p:spPr>
          <a:xfrm>
            <a:off x="5349240" y="1600200"/>
            <a:ext cx="457200" cy="457200"/>
          </a:xfrm>
          <a:prstGeom prst="rect">
            <a:avLst/>
          </a:prstGeom>
        </p:spPr>
      </p:pic>
      <p:pic>
        <p:nvPicPr>
          <p:cNvPr id="9" name="Image 1" descr="man office worker">    </p:cNvPr>
          <p:cNvPicPr>
            <a:picLocks noChangeAspect="1"/>
          </p:cNvPicPr>
          <p:nvPr/>
        </p:nvPicPr>
        <p:blipFill>
          <a:blip r:embed="rId2"/>
          <a:stretch>
            <a:fillRect/>
          </a:stretch>
        </p:blipFill>
        <p:spPr>
          <a:xfrm>
            <a:off x="822960" y="2468880"/>
            <a:ext cx="640080" cy="640080"/>
          </a:xfrm>
          <a:prstGeom prst="rect">
            <a:avLst/>
          </a:prstGeom>
        </p:spPr>
      </p:pic>
      <p:sp>
        <p:nvSpPr>
          <p:cNvPr id="10" name="Shape 5"/>
          <p:cNvSpPr/>
          <p:nvPr/>
        </p:nvSpPr>
        <p:spPr>
          <a:xfrm>
            <a:off x="1600200" y="2377440"/>
            <a:ext cx="3886200" cy="914400"/>
          </a:xfrm>
          <a:prstGeom prst="roundRect">
            <a:avLst>
              <a:gd name="adj" fmla="val 20000"/>
            </a:avLst>
          </a:prstGeom>
          <a:solidFill>
            <a:srgbClr val="FFFFFF"/>
          </a:solidFill>
          <a:ln w="15875">
            <a:solidFill>
              <a:srgbClr val="17375E"/>
            </a:solidFill>
            <a:prstDash val="solid"/>
          </a:ln>
        </p:spPr>
      </p:sp>
      <p:sp>
        <p:nvSpPr>
          <p:cNvPr id="11" name="Text 6"/>
          <p:cNvSpPr txBox="1"/>
          <p:nvPr/>
        </p:nvSpPr>
        <p:spPr>
          <a:xfrm>
            <a:off x="1783080" y="2377440"/>
            <a:ext cx="3566160" cy="914400"/>
          </a:xfrm>
          <a:prstGeom prst="rect">
            <a:avLst/>
          </a:prstGeom>
          <a:noFill/>
          <a:ln/>
        </p:spPr>
        <p:txBody>
          <a:bodyPr wrap="square" lIns="0" tIns="0" rIns="0" bIns="0" rtlCol="0" anchor="ctr"/>
          <a:lstStyle/>
          <a:p>
            <a:pPr algn="l" indent="0" marL="0">
              <a:buNone/>
            </a:pPr>
            <a:r>
              <a:rPr lang="en-US" sz="2000" i="1" dirty="0">
                <a:solidFill>
                  <a:schemeClr val="tx1"/>
                </a:solidFill>
              </a:rPr>
              <a:t>Goedemorgen, </a:t>
            </a:r>
            <a:r>
              <a:rPr lang="en-US" sz="2000" b="1" i="1" dirty="0">
                <a:solidFill>
                  <a:schemeClr val="accent1"/>
                </a:solidFill>
              </a:rPr>
              <a:t>mevrouw Claes</a:t>
            </a:r>
            <a:r>
              <a:rPr lang="en-US" sz="2000" i="1" dirty="0">
                <a:solidFill>
                  <a:schemeClr val="tx1"/>
                </a:solidFill>
              </a:rPr>
              <a:t>.</a:t>
            </a:r>
            <a:endParaRPr lang="en-US" sz="2000" dirty="0"/>
          </a:p>
        </p:txBody>
      </p:sp>
      <p:pic>
        <p:nvPicPr>
          <p:cNvPr id="12" name="Image 2" descr="woman office worker">    </p:cNvPr>
          <p:cNvPicPr>
            <a:picLocks noChangeAspect="1"/>
          </p:cNvPicPr>
          <p:nvPr/>
        </p:nvPicPr>
        <p:blipFill>
          <a:blip r:embed="rId3"/>
          <a:stretch>
            <a:fillRect/>
          </a:stretch>
        </p:blipFill>
        <p:spPr>
          <a:xfrm>
            <a:off x="5120640" y="3703320"/>
            <a:ext cx="640080" cy="640080"/>
          </a:xfrm>
          <a:prstGeom prst="rect">
            <a:avLst/>
          </a:prstGeom>
        </p:spPr>
      </p:pic>
      <p:sp>
        <p:nvSpPr>
          <p:cNvPr id="13" name="Shape 7"/>
          <p:cNvSpPr/>
          <p:nvPr/>
        </p:nvSpPr>
        <p:spPr>
          <a:xfrm>
            <a:off x="1097280" y="3611880"/>
            <a:ext cx="3886200" cy="914400"/>
          </a:xfrm>
          <a:prstGeom prst="roundRect">
            <a:avLst>
              <a:gd name="adj" fmla="val 20000"/>
            </a:avLst>
          </a:prstGeom>
          <a:solidFill>
            <a:srgbClr val="FFFFFF"/>
          </a:solidFill>
          <a:ln w="15875">
            <a:solidFill>
              <a:srgbClr val="17375E"/>
            </a:solidFill>
            <a:prstDash val="solid"/>
          </a:ln>
        </p:spPr>
      </p:sp>
      <p:sp>
        <p:nvSpPr>
          <p:cNvPr id="14" name="Text 8"/>
          <p:cNvSpPr txBox="1"/>
          <p:nvPr/>
        </p:nvSpPr>
        <p:spPr>
          <a:xfrm>
            <a:off x="1280160" y="3611880"/>
            <a:ext cx="3566160" cy="914400"/>
          </a:xfrm>
          <a:prstGeom prst="rect">
            <a:avLst/>
          </a:prstGeom>
          <a:noFill/>
          <a:ln/>
        </p:spPr>
        <p:txBody>
          <a:bodyPr wrap="square" lIns="0" tIns="0" rIns="0" bIns="0" rtlCol="0" anchor="ctr"/>
          <a:lstStyle/>
          <a:p>
            <a:pPr algn="l" indent="0" marL="0">
              <a:buNone/>
            </a:pPr>
            <a:r>
              <a:rPr lang="en-US" sz="2000" i="1" dirty="0">
                <a:solidFill>
                  <a:schemeClr val="tx1"/>
                </a:solidFill>
              </a:rPr>
              <a:t>Hoe gaat het met </a:t>
            </a:r>
            <a:r>
              <a:rPr lang="en-US" sz="2000" b="1" i="1" dirty="0">
                <a:solidFill>
                  <a:schemeClr val="accent1"/>
                </a:solidFill>
              </a:rPr>
              <a:t>u</a:t>
            </a:r>
            <a:r>
              <a:rPr lang="en-US" sz="2000" i="1" dirty="0">
                <a:solidFill>
                  <a:schemeClr val="tx1"/>
                </a:solidFill>
              </a:rPr>
              <a:t>?</a:t>
            </a:r>
            <a:endParaRPr lang="en-US" sz="2000" dirty="0"/>
          </a:p>
        </p:txBody>
      </p:sp>
      <p:pic>
        <p:nvPicPr>
          <p:cNvPr id="15" name="Image 3" descr="man office worker">    </p:cNvPr>
          <p:cNvPicPr>
            <a:picLocks noChangeAspect="1"/>
          </p:cNvPicPr>
          <p:nvPr/>
        </p:nvPicPr>
        <p:blipFill>
          <a:blip r:embed="rId4"/>
          <a:stretch>
            <a:fillRect/>
          </a:stretch>
        </p:blipFill>
        <p:spPr>
          <a:xfrm>
            <a:off x="822960" y="4937760"/>
            <a:ext cx="640080" cy="640080"/>
          </a:xfrm>
          <a:prstGeom prst="rect">
            <a:avLst/>
          </a:prstGeom>
        </p:spPr>
      </p:pic>
      <p:sp>
        <p:nvSpPr>
          <p:cNvPr id="16" name="Shape 9"/>
          <p:cNvSpPr/>
          <p:nvPr/>
        </p:nvSpPr>
        <p:spPr>
          <a:xfrm>
            <a:off x="1600200" y="4846320"/>
            <a:ext cx="3886200" cy="914400"/>
          </a:xfrm>
          <a:prstGeom prst="roundRect">
            <a:avLst>
              <a:gd name="adj" fmla="val 20000"/>
            </a:avLst>
          </a:prstGeom>
          <a:solidFill>
            <a:srgbClr val="FFFFFF"/>
          </a:solidFill>
          <a:ln w="15875">
            <a:solidFill>
              <a:srgbClr val="17375E"/>
            </a:solidFill>
            <a:prstDash val="solid"/>
          </a:ln>
        </p:spPr>
      </p:sp>
      <p:sp>
        <p:nvSpPr>
          <p:cNvPr id="17" name="Text 10"/>
          <p:cNvSpPr txBox="1"/>
          <p:nvPr/>
        </p:nvSpPr>
        <p:spPr>
          <a:xfrm>
            <a:off x="1783080" y="4846320"/>
            <a:ext cx="3566160" cy="914400"/>
          </a:xfrm>
          <a:prstGeom prst="rect">
            <a:avLst/>
          </a:prstGeom>
          <a:noFill/>
          <a:ln/>
        </p:spPr>
        <p:txBody>
          <a:bodyPr wrap="square" lIns="0" tIns="0" rIns="0" bIns="0" rtlCol="0" anchor="ctr"/>
          <a:lstStyle/>
          <a:p>
            <a:pPr algn="l" indent="0" marL="0">
              <a:buNone/>
            </a:pPr>
            <a:r>
              <a:rPr lang="en-US" sz="2000" i="1" dirty="0">
                <a:solidFill>
                  <a:schemeClr val="tx1"/>
                </a:solidFill>
              </a:rPr>
              <a:t>Goed, </a:t>
            </a:r>
            <a:r>
              <a:rPr lang="en-US" sz="2000" b="1" i="1" dirty="0">
                <a:solidFill>
                  <a:schemeClr val="accent1"/>
                </a:solidFill>
              </a:rPr>
              <a:t>dank u</a:t>
            </a:r>
            <a:r>
              <a:rPr lang="en-US" sz="2000" i="1" dirty="0">
                <a:solidFill>
                  <a:schemeClr val="tx1"/>
                </a:solidFill>
              </a:rPr>
              <a:t>. En met </a:t>
            </a:r>
            <a:r>
              <a:rPr lang="en-US" sz="2000" b="1" i="1" dirty="0">
                <a:solidFill>
                  <a:schemeClr val="accent1"/>
                </a:solidFill>
              </a:rPr>
              <a:t>u</a:t>
            </a:r>
            <a:r>
              <a:rPr lang="en-US" sz="2000" i="1" dirty="0">
                <a:solidFill>
                  <a:schemeClr val="tx1"/>
                </a:solidFill>
              </a:rPr>
              <a:t>?</a:t>
            </a:r>
            <a:endParaRPr lang="en-US" sz="2000" dirty="0"/>
          </a:p>
        </p:txBody>
      </p:sp>
      <p:sp>
        <p:nvSpPr>
          <p:cNvPr id="18" name="Shape 11"/>
          <p:cNvSpPr/>
          <p:nvPr/>
        </p:nvSpPr>
        <p:spPr>
          <a:xfrm>
            <a:off x="6227064" y="1554480"/>
            <a:ext cx="5413248" cy="4709160"/>
          </a:xfrm>
          <a:prstGeom prst="roundRect">
            <a:avLst>
              <a:gd name="adj" fmla="val 1553"/>
            </a:avLst>
          </a:prstGeom>
          <a:solidFill>
            <a:srgbClr val="5B9BD5">
              <a:alpha val="15000"/>
            </a:srgbClr>
          </a:solidFill>
          <a:ln w="25400">
            <a:solidFill>
              <a:srgbClr val="5B9BD5"/>
            </a:solidFill>
            <a:prstDash val="solid"/>
          </a:ln>
        </p:spPr>
      </p:sp>
      <p:sp>
        <p:nvSpPr>
          <p:cNvPr id="19" name="Shape 12"/>
          <p:cNvSpPr/>
          <p:nvPr/>
        </p:nvSpPr>
        <p:spPr>
          <a:xfrm>
            <a:off x="6227064" y="1554480"/>
            <a:ext cx="5413248" cy="548640"/>
          </a:xfrm>
          <a:prstGeom prst="roundRect">
            <a:avLst>
              <a:gd name="adj" fmla="val 13333"/>
            </a:avLst>
          </a:prstGeom>
          <a:solidFill>
            <a:srgbClr val="5B9BD5"/>
          </a:solidFill>
          <a:ln w="12700">
            <a:solidFill>
              <a:srgbClr val="FFFFFF">
                <a:alpha val="0"/>
              </a:srgbClr>
            </a:solidFill>
            <a:prstDash val="solid"/>
          </a:ln>
        </p:spPr>
      </p:sp>
      <p:sp>
        <p:nvSpPr>
          <p:cNvPr id="20" name="Text 13"/>
          <p:cNvSpPr txBox="1"/>
          <p:nvPr/>
        </p:nvSpPr>
        <p:spPr>
          <a:xfrm>
            <a:off x="6455664" y="1554480"/>
            <a:ext cx="4572000" cy="548640"/>
          </a:xfrm>
          <a:prstGeom prst="rect">
            <a:avLst/>
          </a:prstGeom>
          <a:noFill/>
          <a:ln/>
        </p:spPr>
        <p:txBody>
          <a:bodyPr wrap="square" lIns="0" tIns="0" rIns="0" bIns="0" rtlCol="0" anchor="ctr"/>
          <a:lstStyle/>
          <a:p>
            <a:pPr algn="l" indent="0" marL="0">
              <a:buNone/>
            </a:pPr>
            <a:r>
              <a:rPr lang="en-US" sz="1700" b="1" spc="100" kern="0" dirty="0">
                <a:solidFill>
                  <a:schemeClr val="bg1"/>
                </a:solidFill>
              </a:rPr>
              <a:t>INFORMEEL · à la machine à café</a:t>
            </a:r>
            <a:endParaRPr lang="en-US" sz="1700" dirty="0"/>
          </a:p>
        </p:txBody>
      </p:sp>
      <p:pic>
        <p:nvPicPr>
          <p:cNvPr id="21" name="Image 4" descr="hot beverage">    </p:cNvPr>
          <p:cNvPicPr>
            <a:picLocks noChangeAspect="1"/>
          </p:cNvPicPr>
          <p:nvPr/>
        </p:nvPicPr>
        <p:blipFill>
          <a:blip r:embed="rId5"/>
          <a:stretch>
            <a:fillRect/>
          </a:stretch>
        </p:blipFill>
        <p:spPr>
          <a:xfrm>
            <a:off x="11027664" y="1600200"/>
            <a:ext cx="457200" cy="457200"/>
          </a:xfrm>
          <a:prstGeom prst="rect">
            <a:avLst/>
          </a:prstGeom>
        </p:spPr>
      </p:pic>
      <p:pic>
        <p:nvPicPr>
          <p:cNvPr id="22" name="Image 5" descr="man office worker">    </p:cNvPr>
          <p:cNvPicPr>
            <a:picLocks noChangeAspect="1"/>
          </p:cNvPicPr>
          <p:nvPr/>
        </p:nvPicPr>
        <p:blipFill>
          <a:blip r:embed="rId6"/>
          <a:stretch>
            <a:fillRect/>
          </a:stretch>
        </p:blipFill>
        <p:spPr>
          <a:xfrm>
            <a:off x="6501384" y="2468880"/>
            <a:ext cx="640080" cy="640080"/>
          </a:xfrm>
          <a:prstGeom prst="rect">
            <a:avLst/>
          </a:prstGeom>
        </p:spPr>
      </p:pic>
      <p:sp>
        <p:nvSpPr>
          <p:cNvPr id="23" name="Shape 14"/>
          <p:cNvSpPr/>
          <p:nvPr/>
        </p:nvSpPr>
        <p:spPr>
          <a:xfrm>
            <a:off x="7278624" y="2377440"/>
            <a:ext cx="3886200" cy="914400"/>
          </a:xfrm>
          <a:prstGeom prst="roundRect">
            <a:avLst>
              <a:gd name="adj" fmla="val 20000"/>
            </a:avLst>
          </a:prstGeom>
          <a:solidFill>
            <a:srgbClr val="FFFFFF"/>
          </a:solidFill>
          <a:ln w="15875">
            <a:solidFill>
              <a:srgbClr val="5B9BD5"/>
            </a:solidFill>
            <a:prstDash val="solid"/>
          </a:ln>
        </p:spPr>
      </p:sp>
      <p:sp>
        <p:nvSpPr>
          <p:cNvPr id="24" name="Text 15"/>
          <p:cNvSpPr txBox="1"/>
          <p:nvPr/>
        </p:nvSpPr>
        <p:spPr>
          <a:xfrm>
            <a:off x="7461504" y="2377440"/>
            <a:ext cx="3566160" cy="914400"/>
          </a:xfrm>
          <a:prstGeom prst="rect">
            <a:avLst/>
          </a:prstGeom>
          <a:noFill/>
          <a:ln/>
        </p:spPr>
        <p:txBody>
          <a:bodyPr wrap="square" lIns="0" tIns="0" rIns="0" bIns="0" rtlCol="0" anchor="ctr"/>
          <a:lstStyle/>
          <a:p>
            <a:pPr algn="l" indent="0" marL="0">
              <a:buNone/>
            </a:pPr>
            <a:r>
              <a:rPr lang="en-US" sz="2000" b="1" i="1" dirty="0">
                <a:solidFill>
                  <a:schemeClr val="accent1"/>
                </a:solidFill>
              </a:rPr>
              <a:t>Hoi Tom</a:t>
            </a:r>
            <a:r>
              <a:rPr lang="en-US" sz="2000" i="1" dirty="0">
                <a:solidFill>
                  <a:schemeClr val="tx1"/>
                </a:solidFill>
              </a:rPr>
              <a:t>!</a:t>
            </a:r>
            <a:endParaRPr lang="en-US" sz="2000" dirty="0"/>
          </a:p>
        </p:txBody>
      </p:sp>
      <p:pic>
        <p:nvPicPr>
          <p:cNvPr id="25" name="Image 6" descr="woman office worker">    </p:cNvPr>
          <p:cNvPicPr>
            <a:picLocks noChangeAspect="1"/>
          </p:cNvPicPr>
          <p:nvPr/>
        </p:nvPicPr>
        <p:blipFill>
          <a:blip r:embed="rId7"/>
          <a:stretch>
            <a:fillRect/>
          </a:stretch>
        </p:blipFill>
        <p:spPr>
          <a:xfrm>
            <a:off x="10799064" y="3703320"/>
            <a:ext cx="640080" cy="640080"/>
          </a:xfrm>
          <a:prstGeom prst="rect">
            <a:avLst/>
          </a:prstGeom>
        </p:spPr>
      </p:pic>
      <p:sp>
        <p:nvSpPr>
          <p:cNvPr id="26" name="Shape 16"/>
          <p:cNvSpPr/>
          <p:nvPr/>
        </p:nvSpPr>
        <p:spPr>
          <a:xfrm>
            <a:off x="6775704" y="3611880"/>
            <a:ext cx="3886200" cy="914400"/>
          </a:xfrm>
          <a:prstGeom prst="roundRect">
            <a:avLst>
              <a:gd name="adj" fmla="val 20000"/>
            </a:avLst>
          </a:prstGeom>
          <a:solidFill>
            <a:srgbClr val="FFFFFF"/>
          </a:solidFill>
          <a:ln w="15875">
            <a:solidFill>
              <a:srgbClr val="5B9BD5"/>
            </a:solidFill>
            <a:prstDash val="solid"/>
          </a:ln>
        </p:spPr>
      </p:sp>
      <p:sp>
        <p:nvSpPr>
          <p:cNvPr id="27" name="Text 17"/>
          <p:cNvSpPr txBox="1"/>
          <p:nvPr/>
        </p:nvSpPr>
        <p:spPr>
          <a:xfrm>
            <a:off x="6958584" y="3611880"/>
            <a:ext cx="3566160" cy="914400"/>
          </a:xfrm>
          <a:prstGeom prst="rect">
            <a:avLst/>
          </a:prstGeom>
          <a:noFill/>
          <a:ln/>
        </p:spPr>
        <p:txBody>
          <a:bodyPr wrap="square" lIns="0" tIns="0" rIns="0" bIns="0" rtlCol="0" anchor="ctr"/>
          <a:lstStyle/>
          <a:p>
            <a:pPr algn="l" indent="0" marL="0">
              <a:buNone/>
            </a:pPr>
            <a:r>
              <a:rPr lang="en-US" sz="2000" b="1" i="1" dirty="0">
                <a:solidFill>
                  <a:schemeClr val="accent1"/>
                </a:solidFill>
              </a:rPr>
              <a:t>Alles goed</a:t>
            </a:r>
            <a:r>
              <a:rPr lang="en-US" sz="2000" i="1" dirty="0">
                <a:solidFill>
                  <a:schemeClr val="tx1"/>
                </a:solidFill>
              </a:rPr>
              <a:t>?</a:t>
            </a:r>
            <a:endParaRPr lang="en-US" sz="2000" dirty="0"/>
          </a:p>
        </p:txBody>
      </p:sp>
      <p:pic>
        <p:nvPicPr>
          <p:cNvPr id="28" name="Image 7" descr="man office worker">    </p:cNvPr>
          <p:cNvPicPr>
            <a:picLocks noChangeAspect="1"/>
          </p:cNvPicPr>
          <p:nvPr/>
        </p:nvPicPr>
        <p:blipFill>
          <a:blip r:embed="rId8"/>
          <a:stretch>
            <a:fillRect/>
          </a:stretch>
        </p:blipFill>
        <p:spPr>
          <a:xfrm>
            <a:off x="6501384" y="4937760"/>
            <a:ext cx="640080" cy="640080"/>
          </a:xfrm>
          <a:prstGeom prst="rect">
            <a:avLst/>
          </a:prstGeom>
        </p:spPr>
      </p:pic>
      <p:sp>
        <p:nvSpPr>
          <p:cNvPr id="29" name="Shape 18"/>
          <p:cNvSpPr/>
          <p:nvPr/>
        </p:nvSpPr>
        <p:spPr>
          <a:xfrm>
            <a:off x="7278624" y="4846320"/>
            <a:ext cx="3886200" cy="914400"/>
          </a:xfrm>
          <a:prstGeom prst="roundRect">
            <a:avLst>
              <a:gd name="adj" fmla="val 20000"/>
            </a:avLst>
          </a:prstGeom>
          <a:solidFill>
            <a:srgbClr val="FFFFFF"/>
          </a:solidFill>
          <a:ln w="15875">
            <a:solidFill>
              <a:srgbClr val="5B9BD5"/>
            </a:solidFill>
            <a:prstDash val="solid"/>
          </a:ln>
        </p:spPr>
      </p:sp>
      <p:sp>
        <p:nvSpPr>
          <p:cNvPr id="30" name="Text 19"/>
          <p:cNvSpPr txBox="1"/>
          <p:nvPr/>
        </p:nvSpPr>
        <p:spPr>
          <a:xfrm>
            <a:off x="7461504" y="4846320"/>
            <a:ext cx="3566160" cy="914400"/>
          </a:xfrm>
          <a:prstGeom prst="rect">
            <a:avLst/>
          </a:prstGeom>
          <a:noFill/>
          <a:ln/>
        </p:spPr>
        <p:txBody>
          <a:bodyPr wrap="square" lIns="0" tIns="0" rIns="0" bIns="0" rtlCol="0" anchor="ctr"/>
          <a:lstStyle/>
          <a:p>
            <a:pPr algn="l" indent="0" marL="0">
              <a:buNone/>
            </a:pPr>
            <a:r>
              <a:rPr lang="en-US" sz="2000" b="1" i="1" dirty="0">
                <a:solidFill>
                  <a:schemeClr val="accent1"/>
                </a:solidFill>
              </a:rPr>
              <a:t>Prima</a:t>
            </a:r>
            <a:r>
              <a:rPr lang="en-US" sz="2000" i="1" dirty="0">
                <a:solidFill>
                  <a:schemeClr val="tx1"/>
                </a:solidFill>
              </a:rPr>
              <a:t>, en met </a:t>
            </a:r>
            <a:r>
              <a:rPr lang="en-US" sz="2000" b="1" i="1" dirty="0">
                <a:solidFill>
                  <a:schemeClr val="accent1"/>
                </a:solidFill>
              </a:rPr>
              <a:t>jou</a:t>
            </a:r>
            <a:r>
              <a:rPr lang="en-US" sz="2000" i="1" dirty="0">
                <a:solidFill>
                  <a:schemeClr val="tx1"/>
                </a:solidFill>
              </a:rPr>
              <a:t>?</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6 curseurs du registre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08760"/>
            <a:ext cx="11091672" cy="4160520"/>
          </a:xfrm>
          <a:prstGeom prst="roundRect">
            <a:avLst>
              <a:gd name="adj" fmla="val 1758"/>
            </a:avLst>
          </a:prstGeom>
          <a:solidFill>
            <a:srgbClr val="2B3445"/>
          </a:solidFill>
          <a:ln w="12700">
            <a:solidFill>
              <a:srgbClr val="FFFFFF">
                <a:alpha val="0"/>
              </a:srgbClr>
            </a:solidFill>
            <a:prstDash val="solid"/>
          </a:ln>
        </p:spPr>
      </p:sp>
      <p:sp>
        <p:nvSpPr>
          <p:cNvPr id="6" name="Text 3"/>
          <p:cNvSpPr txBox="1"/>
          <p:nvPr/>
        </p:nvSpPr>
        <p:spPr>
          <a:xfrm>
            <a:off x="2743200" y="1572768"/>
            <a:ext cx="2743200" cy="320040"/>
          </a:xfrm>
          <a:prstGeom prst="rect">
            <a:avLst/>
          </a:prstGeom>
          <a:noFill/>
          <a:ln/>
        </p:spPr>
        <p:txBody>
          <a:bodyPr wrap="square" lIns="0" tIns="0" rIns="0" bIns="0" rtlCol="0" anchor="t"/>
          <a:lstStyle/>
          <a:p>
            <a:pPr algn="l" indent="0" marL="0">
              <a:buNone/>
            </a:pPr>
            <a:r>
              <a:rPr lang="en-US" sz="1300" b="1" spc="200" kern="0" dirty="0">
                <a:solidFill>
                  <a:srgbClr val="5B9BD5"/>
                </a:solidFill>
              </a:rPr>
              <a:t>INFORMEEL</a:t>
            </a:r>
            <a:endParaRPr lang="en-US" sz="1300" dirty="0"/>
          </a:p>
        </p:txBody>
      </p:sp>
      <p:sp>
        <p:nvSpPr>
          <p:cNvPr id="7" name="Text 4"/>
          <p:cNvSpPr txBox="1"/>
          <p:nvPr/>
        </p:nvSpPr>
        <p:spPr>
          <a:xfrm>
            <a:off x="8229600" y="1572768"/>
            <a:ext cx="3200400" cy="320040"/>
          </a:xfrm>
          <a:prstGeom prst="rect">
            <a:avLst/>
          </a:prstGeom>
          <a:noFill/>
          <a:ln/>
        </p:spPr>
        <p:txBody>
          <a:bodyPr wrap="square" lIns="0" tIns="0" rIns="0" bIns="0" rtlCol="0" anchor="t"/>
          <a:lstStyle/>
          <a:p>
            <a:pPr algn="r" indent="0" marL="0">
              <a:buNone/>
            </a:pPr>
            <a:r>
              <a:rPr lang="en-US" sz="1300" b="1" spc="200" kern="0" dirty="0">
                <a:solidFill>
                  <a:srgbClr val="F2C14E"/>
                </a:solidFill>
              </a:rPr>
              <a:t>FORMEEL</a:t>
            </a:r>
            <a:endParaRPr lang="en-US" sz="1300" dirty="0"/>
          </a:p>
        </p:txBody>
      </p:sp>
      <p:sp>
        <p:nvSpPr>
          <p:cNvPr id="8" name="Text 5"/>
          <p:cNvSpPr txBox="1"/>
          <p:nvPr/>
        </p:nvSpPr>
        <p:spPr>
          <a:xfrm>
            <a:off x="731520" y="1965960"/>
            <a:ext cx="1828800" cy="502920"/>
          </a:xfrm>
          <a:prstGeom prst="rect">
            <a:avLst/>
          </a:prstGeom>
          <a:noFill/>
          <a:ln/>
        </p:spPr>
        <p:txBody>
          <a:bodyPr wrap="square" lIns="0" tIns="0" rIns="0" bIns="0" rtlCol="0" anchor="ctr"/>
          <a:lstStyle/>
          <a:p>
            <a:pPr algn="l" indent="0" marL="0">
              <a:buNone/>
            </a:pPr>
            <a:r>
              <a:rPr lang="en-US" sz="1600" b="1" dirty="0">
                <a:solidFill>
                  <a:schemeClr val="bg1"/>
                </a:solidFill>
              </a:rPr>
              <a:t>Pronom</a:t>
            </a:r>
            <a:endParaRPr lang="en-US" sz="1600" dirty="0"/>
          </a:p>
        </p:txBody>
      </p:sp>
      <p:sp>
        <p:nvSpPr>
          <p:cNvPr id="9" name="Text 6"/>
          <p:cNvSpPr txBox="1"/>
          <p:nvPr/>
        </p:nvSpPr>
        <p:spPr>
          <a:xfrm>
            <a:off x="2697480" y="1965960"/>
            <a:ext cx="2468880" cy="502920"/>
          </a:xfrm>
          <a:prstGeom prst="rect">
            <a:avLst/>
          </a:prstGeom>
          <a:noFill/>
          <a:ln/>
        </p:spPr>
        <p:txBody>
          <a:bodyPr wrap="square" lIns="0" tIns="0" rIns="0" bIns="0" rtlCol="0" anchor="ctr"/>
          <a:lstStyle/>
          <a:p>
            <a:pPr algn="l" indent="0" marL="0">
              <a:buNone/>
            </a:pPr>
            <a:r>
              <a:rPr lang="en-US" sz="1600" i="1" dirty="0">
                <a:solidFill>
                  <a:srgbClr val="BFD7F0"/>
                </a:solidFill>
              </a:rPr>
              <a:t>je / jij</a:t>
            </a:r>
            <a:endParaRPr lang="en-US" sz="1600" dirty="0"/>
          </a:p>
        </p:txBody>
      </p:sp>
      <p:sp>
        <p:nvSpPr>
          <p:cNvPr id="10" name="Shape 7"/>
          <p:cNvSpPr/>
          <p:nvPr/>
        </p:nvSpPr>
        <p:spPr>
          <a:xfrm>
            <a:off x="5120640" y="2167128"/>
            <a:ext cx="2926080" cy="100584"/>
          </a:xfrm>
          <a:prstGeom prst="roundRect">
            <a:avLst>
              <a:gd name="adj" fmla="val 45455"/>
            </a:avLst>
          </a:prstGeom>
          <a:solidFill>
            <a:srgbClr val="6B7A90"/>
          </a:solidFill>
          <a:ln w="12700">
            <a:solidFill>
              <a:srgbClr val="FFFFFF">
                <a:alpha val="0"/>
              </a:srgbClr>
            </a:solidFill>
            <a:prstDash val="solid"/>
          </a:ln>
        </p:spPr>
      </p:sp>
      <p:sp>
        <p:nvSpPr>
          <p:cNvPr id="11" name="Shape 8"/>
          <p:cNvSpPr/>
          <p:nvPr/>
        </p:nvSpPr>
        <p:spPr>
          <a:xfrm>
            <a:off x="7635240" y="2039112"/>
            <a:ext cx="384048" cy="365760"/>
          </a:xfrm>
          <a:prstGeom prst="roundRect">
            <a:avLst>
              <a:gd name="adj" fmla="val 15000"/>
            </a:avLst>
          </a:prstGeom>
          <a:solidFill>
            <a:srgbClr val="F2C14E"/>
          </a:solidFill>
          <a:ln w="12700">
            <a:solidFill>
              <a:srgbClr val="FFFFFF"/>
            </a:solidFill>
            <a:prstDash val="solid"/>
          </a:ln>
        </p:spPr>
      </p:sp>
      <p:sp>
        <p:nvSpPr>
          <p:cNvPr id="12" name="Text 9"/>
          <p:cNvSpPr txBox="1"/>
          <p:nvPr/>
        </p:nvSpPr>
        <p:spPr>
          <a:xfrm>
            <a:off x="8183880" y="1965960"/>
            <a:ext cx="3337560" cy="502920"/>
          </a:xfrm>
          <a:prstGeom prst="rect">
            <a:avLst/>
          </a:prstGeom>
          <a:noFill/>
          <a:ln/>
        </p:spPr>
        <p:txBody>
          <a:bodyPr wrap="square" lIns="0" tIns="0" rIns="0" bIns="0" rtlCol="0" anchor="ctr"/>
          <a:lstStyle/>
          <a:p>
            <a:pPr algn="l" indent="0" marL="0">
              <a:buNone/>
            </a:pPr>
            <a:r>
              <a:rPr lang="en-US" sz="1600" b="1" i="1" dirty="0">
                <a:solidFill>
                  <a:srgbClr val="FFFFFF"/>
                </a:solidFill>
              </a:rPr>
              <a:t>u</a:t>
            </a:r>
            <a:endParaRPr lang="en-US" sz="1600" dirty="0"/>
          </a:p>
        </p:txBody>
      </p:sp>
      <p:sp>
        <p:nvSpPr>
          <p:cNvPr id="13" name="Text 10"/>
          <p:cNvSpPr txBox="1"/>
          <p:nvPr/>
        </p:nvSpPr>
        <p:spPr>
          <a:xfrm>
            <a:off x="731520" y="2569464"/>
            <a:ext cx="1828800" cy="502920"/>
          </a:xfrm>
          <a:prstGeom prst="rect">
            <a:avLst/>
          </a:prstGeom>
          <a:noFill/>
          <a:ln/>
        </p:spPr>
        <p:txBody>
          <a:bodyPr wrap="square" lIns="0" tIns="0" rIns="0" bIns="0" rtlCol="0" anchor="ctr"/>
          <a:lstStyle/>
          <a:p>
            <a:pPr algn="l" indent="0" marL="0">
              <a:buNone/>
            </a:pPr>
            <a:r>
              <a:rPr lang="en-US" sz="1600" b="1" dirty="0">
                <a:solidFill>
                  <a:schemeClr val="bg1"/>
                </a:solidFill>
              </a:rPr>
              <a:t>Verbe</a:t>
            </a:r>
            <a:endParaRPr lang="en-US" sz="1600" dirty="0"/>
          </a:p>
        </p:txBody>
      </p:sp>
      <p:sp>
        <p:nvSpPr>
          <p:cNvPr id="14" name="Text 11"/>
          <p:cNvSpPr txBox="1"/>
          <p:nvPr/>
        </p:nvSpPr>
        <p:spPr>
          <a:xfrm>
            <a:off x="2697480" y="2569464"/>
            <a:ext cx="2468880" cy="502920"/>
          </a:xfrm>
          <a:prstGeom prst="rect">
            <a:avLst/>
          </a:prstGeom>
          <a:noFill/>
          <a:ln/>
        </p:spPr>
        <p:txBody>
          <a:bodyPr wrap="square" lIns="0" tIns="0" rIns="0" bIns="0" rtlCol="0" anchor="ctr"/>
          <a:lstStyle/>
          <a:p>
            <a:pPr algn="l" indent="0" marL="0">
              <a:buNone/>
            </a:pPr>
            <a:r>
              <a:rPr lang="en-US" sz="1600" i="1" dirty="0">
                <a:solidFill>
                  <a:srgbClr val="BFD7F0"/>
                </a:solidFill>
              </a:rPr>
              <a:t>werk je?</a:t>
            </a:r>
            <a:endParaRPr lang="en-US" sz="1600" dirty="0"/>
          </a:p>
        </p:txBody>
      </p:sp>
      <p:sp>
        <p:nvSpPr>
          <p:cNvPr id="15" name="Shape 12"/>
          <p:cNvSpPr/>
          <p:nvPr/>
        </p:nvSpPr>
        <p:spPr>
          <a:xfrm>
            <a:off x="5120640" y="2770632"/>
            <a:ext cx="2926080" cy="100584"/>
          </a:xfrm>
          <a:prstGeom prst="roundRect">
            <a:avLst>
              <a:gd name="adj" fmla="val 45455"/>
            </a:avLst>
          </a:prstGeom>
          <a:solidFill>
            <a:srgbClr val="6B7A90"/>
          </a:solidFill>
          <a:ln w="12700">
            <a:solidFill>
              <a:srgbClr val="FFFFFF">
                <a:alpha val="0"/>
              </a:srgbClr>
            </a:solidFill>
            <a:prstDash val="solid"/>
          </a:ln>
        </p:spPr>
      </p:sp>
      <p:sp>
        <p:nvSpPr>
          <p:cNvPr id="16" name="Shape 13"/>
          <p:cNvSpPr/>
          <p:nvPr/>
        </p:nvSpPr>
        <p:spPr>
          <a:xfrm>
            <a:off x="7635240" y="2642616"/>
            <a:ext cx="384048" cy="365760"/>
          </a:xfrm>
          <a:prstGeom prst="roundRect">
            <a:avLst>
              <a:gd name="adj" fmla="val 15000"/>
            </a:avLst>
          </a:prstGeom>
          <a:solidFill>
            <a:srgbClr val="F2C14E"/>
          </a:solidFill>
          <a:ln w="12700">
            <a:solidFill>
              <a:srgbClr val="FFFFFF"/>
            </a:solidFill>
            <a:prstDash val="solid"/>
          </a:ln>
        </p:spPr>
      </p:sp>
      <p:sp>
        <p:nvSpPr>
          <p:cNvPr id="17" name="Text 14"/>
          <p:cNvSpPr txBox="1"/>
          <p:nvPr/>
        </p:nvSpPr>
        <p:spPr>
          <a:xfrm>
            <a:off x="8183880" y="2569464"/>
            <a:ext cx="3337560" cy="502920"/>
          </a:xfrm>
          <a:prstGeom prst="rect">
            <a:avLst/>
          </a:prstGeom>
          <a:noFill/>
          <a:ln/>
        </p:spPr>
        <p:txBody>
          <a:bodyPr wrap="square" lIns="0" tIns="0" rIns="0" bIns="0" rtlCol="0" anchor="ctr"/>
          <a:lstStyle/>
          <a:p>
            <a:pPr algn="l" indent="0" marL="0">
              <a:buNone/>
            </a:pPr>
            <a:r>
              <a:rPr lang="en-US" sz="1600" b="1" i="1" dirty="0">
                <a:solidFill>
                  <a:srgbClr val="FFFFFF"/>
                </a:solidFill>
              </a:rPr>
              <a:t>werkt u?</a:t>
            </a:r>
            <a:endParaRPr lang="en-US" sz="1600" dirty="0"/>
          </a:p>
        </p:txBody>
      </p:sp>
      <p:sp>
        <p:nvSpPr>
          <p:cNvPr id="18" name="Text 15"/>
          <p:cNvSpPr txBox="1"/>
          <p:nvPr/>
        </p:nvSpPr>
        <p:spPr>
          <a:xfrm>
            <a:off x="731520" y="3172968"/>
            <a:ext cx="1828800" cy="502920"/>
          </a:xfrm>
          <a:prstGeom prst="rect">
            <a:avLst/>
          </a:prstGeom>
          <a:noFill/>
          <a:ln/>
        </p:spPr>
        <p:txBody>
          <a:bodyPr wrap="square" lIns="0" tIns="0" rIns="0" bIns="0" rtlCol="0" anchor="ctr"/>
          <a:lstStyle/>
          <a:p>
            <a:pPr algn="l" indent="0" marL="0">
              <a:buNone/>
            </a:pPr>
            <a:r>
              <a:rPr lang="en-US" sz="1600" b="1" dirty="0">
                <a:solidFill>
                  <a:schemeClr val="bg1"/>
                </a:solidFill>
              </a:rPr>
              <a:t>Possessif</a:t>
            </a:r>
            <a:endParaRPr lang="en-US" sz="1600" dirty="0"/>
          </a:p>
        </p:txBody>
      </p:sp>
      <p:sp>
        <p:nvSpPr>
          <p:cNvPr id="19" name="Text 16"/>
          <p:cNvSpPr txBox="1"/>
          <p:nvPr/>
        </p:nvSpPr>
        <p:spPr>
          <a:xfrm>
            <a:off x="2697480" y="3172968"/>
            <a:ext cx="2468880" cy="502920"/>
          </a:xfrm>
          <a:prstGeom prst="rect">
            <a:avLst/>
          </a:prstGeom>
          <a:noFill/>
          <a:ln/>
        </p:spPr>
        <p:txBody>
          <a:bodyPr wrap="square" lIns="0" tIns="0" rIns="0" bIns="0" rtlCol="0" anchor="ctr"/>
          <a:lstStyle/>
          <a:p>
            <a:pPr algn="l" indent="0" marL="0">
              <a:buNone/>
            </a:pPr>
            <a:r>
              <a:rPr lang="en-US" sz="1600" i="1" dirty="0">
                <a:solidFill>
                  <a:srgbClr val="BFD7F0"/>
                </a:solidFill>
              </a:rPr>
              <a:t>je / jouw</a:t>
            </a:r>
            <a:endParaRPr lang="en-US" sz="1600" dirty="0"/>
          </a:p>
        </p:txBody>
      </p:sp>
      <p:sp>
        <p:nvSpPr>
          <p:cNvPr id="20" name="Shape 17"/>
          <p:cNvSpPr/>
          <p:nvPr/>
        </p:nvSpPr>
        <p:spPr>
          <a:xfrm>
            <a:off x="5120640" y="3374136"/>
            <a:ext cx="2926080" cy="100584"/>
          </a:xfrm>
          <a:prstGeom prst="roundRect">
            <a:avLst>
              <a:gd name="adj" fmla="val 45455"/>
            </a:avLst>
          </a:prstGeom>
          <a:solidFill>
            <a:srgbClr val="6B7A90"/>
          </a:solidFill>
          <a:ln w="12700">
            <a:solidFill>
              <a:srgbClr val="FFFFFF">
                <a:alpha val="0"/>
              </a:srgbClr>
            </a:solidFill>
            <a:prstDash val="solid"/>
          </a:ln>
        </p:spPr>
      </p:sp>
      <p:sp>
        <p:nvSpPr>
          <p:cNvPr id="21" name="Shape 18"/>
          <p:cNvSpPr/>
          <p:nvPr/>
        </p:nvSpPr>
        <p:spPr>
          <a:xfrm>
            <a:off x="7635240" y="3246120"/>
            <a:ext cx="384048" cy="365760"/>
          </a:xfrm>
          <a:prstGeom prst="roundRect">
            <a:avLst>
              <a:gd name="adj" fmla="val 15000"/>
            </a:avLst>
          </a:prstGeom>
          <a:solidFill>
            <a:srgbClr val="F2C14E"/>
          </a:solidFill>
          <a:ln w="12700">
            <a:solidFill>
              <a:srgbClr val="FFFFFF"/>
            </a:solidFill>
            <a:prstDash val="solid"/>
          </a:ln>
        </p:spPr>
      </p:sp>
      <p:sp>
        <p:nvSpPr>
          <p:cNvPr id="22" name="Text 19"/>
          <p:cNvSpPr txBox="1"/>
          <p:nvPr/>
        </p:nvSpPr>
        <p:spPr>
          <a:xfrm>
            <a:off x="8183880" y="3172968"/>
            <a:ext cx="3337560" cy="502920"/>
          </a:xfrm>
          <a:prstGeom prst="rect">
            <a:avLst/>
          </a:prstGeom>
          <a:noFill/>
          <a:ln/>
        </p:spPr>
        <p:txBody>
          <a:bodyPr wrap="square" lIns="0" tIns="0" rIns="0" bIns="0" rtlCol="0" anchor="ctr"/>
          <a:lstStyle/>
          <a:p>
            <a:pPr algn="l" indent="0" marL="0">
              <a:buNone/>
            </a:pPr>
            <a:r>
              <a:rPr lang="en-US" sz="1600" b="1" i="1" dirty="0">
                <a:solidFill>
                  <a:srgbClr val="FFFFFF"/>
                </a:solidFill>
              </a:rPr>
              <a:t>uw</a:t>
            </a:r>
            <a:endParaRPr lang="en-US" sz="1600" dirty="0"/>
          </a:p>
        </p:txBody>
      </p:sp>
      <p:sp>
        <p:nvSpPr>
          <p:cNvPr id="23" name="Text 20"/>
          <p:cNvSpPr txBox="1"/>
          <p:nvPr/>
        </p:nvSpPr>
        <p:spPr>
          <a:xfrm>
            <a:off x="731520" y="3776472"/>
            <a:ext cx="1828800" cy="502920"/>
          </a:xfrm>
          <a:prstGeom prst="rect">
            <a:avLst/>
          </a:prstGeom>
          <a:noFill/>
          <a:ln/>
        </p:spPr>
        <p:txBody>
          <a:bodyPr wrap="square" lIns="0" tIns="0" rIns="0" bIns="0" rtlCol="0" anchor="ctr"/>
          <a:lstStyle/>
          <a:p>
            <a:pPr algn="l" indent="0" marL="0">
              <a:buNone/>
            </a:pPr>
            <a:r>
              <a:rPr lang="en-US" sz="1600" b="1" dirty="0">
                <a:solidFill>
                  <a:schemeClr val="bg1"/>
                </a:solidFill>
              </a:rPr>
              <a:t>Salutation</a:t>
            </a:r>
            <a:endParaRPr lang="en-US" sz="1600" dirty="0"/>
          </a:p>
        </p:txBody>
      </p:sp>
      <p:sp>
        <p:nvSpPr>
          <p:cNvPr id="24" name="Text 21"/>
          <p:cNvSpPr txBox="1"/>
          <p:nvPr/>
        </p:nvSpPr>
        <p:spPr>
          <a:xfrm>
            <a:off x="2697480" y="3776472"/>
            <a:ext cx="2468880" cy="502920"/>
          </a:xfrm>
          <a:prstGeom prst="rect">
            <a:avLst/>
          </a:prstGeom>
          <a:noFill/>
          <a:ln/>
        </p:spPr>
        <p:txBody>
          <a:bodyPr wrap="square" lIns="0" tIns="0" rIns="0" bIns="0" rtlCol="0" anchor="ctr"/>
          <a:lstStyle/>
          <a:p>
            <a:pPr algn="l" indent="0" marL="0">
              <a:buNone/>
            </a:pPr>
            <a:r>
              <a:rPr lang="en-US" sz="1600" i="1" dirty="0">
                <a:solidFill>
                  <a:srgbClr val="BFD7F0"/>
                </a:solidFill>
              </a:rPr>
              <a:t>Hoi! / Hallo!</a:t>
            </a:r>
            <a:endParaRPr lang="en-US" sz="1600" dirty="0"/>
          </a:p>
        </p:txBody>
      </p:sp>
      <p:sp>
        <p:nvSpPr>
          <p:cNvPr id="25" name="Shape 22"/>
          <p:cNvSpPr/>
          <p:nvPr/>
        </p:nvSpPr>
        <p:spPr>
          <a:xfrm>
            <a:off x="5120640" y="3977640"/>
            <a:ext cx="2926080" cy="100584"/>
          </a:xfrm>
          <a:prstGeom prst="roundRect">
            <a:avLst>
              <a:gd name="adj" fmla="val 45455"/>
            </a:avLst>
          </a:prstGeom>
          <a:solidFill>
            <a:srgbClr val="6B7A90"/>
          </a:solidFill>
          <a:ln w="12700">
            <a:solidFill>
              <a:srgbClr val="FFFFFF">
                <a:alpha val="0"/>
              </a:srgbClr>
            </a:solidFill>
            <a:prstDash val="solid"/>
          </a:ln>
        </p:spPr>
      </p:sp>
      <p:sp>
        <p:nvSpPr>
          <p:cNvPr id="26" name="Shape 23"/>
          <p:cNvSpPr/>
          <p:nvPr/>
        </p:nvSpPr>
        <p:spPr>
          <a:xfrm>
            <a:off x="7635240" y="3849624"/>
            <a:ext cx="384048" cy="365760"/>
          </a:xfrm>
          <a:prstGeom prst="roundRect">
            <a:avLst>
              <a:gd name="adj" fmla="val 15000"/>
            </a:avLst>
          </a:prstGeom>
          <a:solidFill>
            <a:srgbClr val="F2C14E"/>
          </a:solidFill>
          <a:ln w="12700">
            <a:solidFill>
              <a:srgbClr val="FFFFFF"/>
            </a:solidFill>
            <a:prstDash val="solid"/>
          </a:ln>
        </p:spPr>
      </p:sp>
      <p:sp>
        <p:nvSpPr>
          <p:cNvPr id="27" name="Text 24"/>
          <p:cNvSpPr txBox="1"/>
          <p:nvPr/>
        </p:nvSpPr>
        <p:spPr>
          <a:xfrm>
            <a:off x="8183880" y="3776472"/>
            <a:ext cx="3337560" cy="502920"/>
          </a:xfrm>
          <a:prstGeom prst="rect">
            <a:avLst/>
          </a:prstGeom>
          <a:noFill/>
          <a:ln/>
        </p:spPr>
        <p:txBody>
          <a:bodyPr wrap="square" lIns="0" tIns="0" rIns="0" bIns="0" rtlCol="0" anchor="ctr"/>
          <a:lstStyle/>
          <a:p>
            <a:pPr algn="l" indent="0" marL="0">
              <a:buNone/>
            </a:pPr>
            <a:r>
              <a:rPr lang="en-US" sz="1600" b="1" i="1" dirty="0">
                <a:solidFill>
                  <a:srgbClr val="FFFFFF"/>
                </a:solidFill>
              </a:rPr>
              <a:t>Goedemorgen, mevrouw…</a:t>
            </a:r>
            <a:endParaRPr lang="en-US" sz="1600" dirty="0"/>
          </a:p>
        </p:txBody>
      </p:sp>
      <p:sp>
        <p:nvSpPr>
          <p:cNvPr id="28" name="Text 25"/>
          <p:cNvSpPr txBox="1"/>
          <p:nvPr/>
        </p:nvSpPr>
        <p:spPr>
          <a:xfrm>
            <a:off x="731520" y="4379976"/>
            <a:ext cx="1828800" cy="502920"/>
          </a:xfrm>
          <a:prstGeom prst="rect">
            <a:avLst/>
          </a:prstGeom>
          <a:noFill/>
          <a:ln/>
        </p:spPr>
        <p:txBody>
          <a:bodyPr wrap="square" lIns="0" tIns="0" rIns="0" bIns="0" rtlCol="0" anchor="ctr"/>
          <a:lstStyle/>
          <a:p>
            <a:pPr algn="l" indent="0" marL="0">
              <a:buNone/>
            </a:pPr>
            <a:r>
              <a:rPr lang="en-US" sz="1600" b="1" dirty="0">
                <a:solidFill>
                  <a:schemeClr val="bg1"/>
                </a:solidFill>
              </a:rPr>
              <a:t>Mots</a:t>
            </a:r>
            <a:endParaRPr lang="en-US" sz="1600" dirty="0"/>
          </a:p>
        </p:txBody>
      </p:sp>
      <p:sp>
        <p:nvSpPr>
          <p:cNvPr id="29" name="Text 26"/>
          <p:cNvSpPr txBox="1"/>
          <p:nvPr/>
        </p:nvSpPr>
        <p:spPr>
          <a:xfrm>
            <a:off x="2697480" y="4379976"/>
            <a:ext cx="2468880" cy="502920"/>
          </a:xfrm>
          <a:prstGeom prst="rect">
            <a:avLst/>
          </a:prstGeom>
          <a:noFill/>
          <a:ln/>
        </p:spPr>
        <p:txBody>
          <a:bodyPr wrap="square" lIns="0" tIns="0" rIns="0" bIns="0" rtlCol="0" anchor="ctr"/>
          <a:lstStyle/>
          <a:p>
            <a:pPr algn="l" indent="0" marL="0">
              <a:buNone/>
            </a:pPr>
            <a:r>
              <a:rPr lang="en-US" sz="1600" i="1" dirty="0">
                <a:solidFill>
                  <a:srgbClr val="BFD7F0"/>
                </a:solidFill>
              </a:rPr>
              <a:t>krijgen, vragen</a:t>
            </a:r>
            <a:endParaRPr lang="en-US" sz="1600" dirty="0"/>
          </a:p>
        </p:txBody>
      </p:sp>
      <p:sp>
        <p:nvSpPr>
          <p:cNvPr id="30" name="Shape 27"/>
          <p:cNvSpPr/>
          <p:nvPr/>
        </p:nvSpPr>
        <p:spPr>
          <a:xfrm>
            <a:off x="5120640" y="4581144"/>
            <a:ext cx="2926080" cy="100584"/>
          </a:xfrm>
          <a:prstGeom prst="roundRect">
            <a:avLst>
              <a:gd name="adj" fmla="val 45455"/>
            </a:avLst>
          </a:prstGeom>
          <a:solidFill>
            <a:srgbClr val="6B7A90"/>
          </a:solidFill>
          <a:ln w="12700">
            <a:solidFill>
              <a:srgbClr val="FFFFFF">
                <a:alpha val="0"/>
              </a:srgbClr>
            </a:solidFill>
            <a:prstDash val="solid"/>
          </a:ln>
        </p:spPr>
      </p:sp>
      <p:sp>
        <p:nvSpPr>
          <p:cNvPr id="31" name="Shape 28"/>
          <p:cNvSpPr/>
          <p:nvPr/>
        </p:nvSpPr>
        <p:spPr>
          <a:xfrm>
            <a:off x="7635240" y="4453128"/>
            <a:ext cx="384048" cy="365760"/>
          </a:xfrm>
          <a:prstGeom prst="roundRect">
            <a:avLst>
              <a:gd name="adj" fmla="val 15000"/>
            </a:avLst>
          </a:prstGeom>
          <a:solidFill>
            <a:srgbClr val="F2C14E"/>
          </a:solidFill>
          <a:ln w="12700">
            <a:solidFill>
              <a:srgbClr val="FFFFFF"/>
            </a:solidFill>
            <a:prstDash val="solid"/>
          </a:ln>
        </p:spPr>
      </p:sp>
      <p:sp>
        <p:nvSpPr>
          <p:cNvPr id="32" name="Text 29"/>
          <p:cNvSpPr txBox="1"/>
          <p:nvPr/>
        </p:nvSpPr>
        <p:spPr>
          <a:xfrm>
            <a:off x="8183880" y="4379976"/>
            <a:ext cx="3337560" cy="502920"/>
          </a:xfrm>
          <a:prstGeom prst="rect">
            <a:avLst/>
          </a:prstGeom>
          <a:noFill/>
          <a:ln/>
        </p:spPr>
        <p:txBody>
          <a:bodyPr wrap="square" lIns="0" tIns="0" rIns="0" bIns="0" rtlCol="0" anchor="ctr"/>
          <a:lstStyle/>
          <a:p>
            <a:pPr algn="l" indent="0" marL="0">
              <a:buNone/>
            </a:pPr>
            <a:r>
              <a:rPr lang="en-US" sz="1600" b="1" i="1" dirty="0">
                <a:solidFill>
                  <a:srgbClr val="FFFFFF"/>
                </a:solidFill>
              </a:rPr>
              <a:t>ontvangen, verzoeken</a:t>
            </a:r>
            <a:endParaRPr lang="en-US" sz="1600" dirty="0"/>
          </a:p>
        </p:txBody>
      </p:sp>
      <p:sp>
        <p:nvSpPr>
          <p:cNvPr id="33" name="Text 30"/>
          <p:cNvSpPr txBox="1"/>
          <p:nvPr/>
        </p:nvSpPr>
        <p:spPr>
          <a:xfrm>
            <a:off x="731520" y="4983480"/>
            <a:ext cx="1828800" cy="502920"/>
          </a:xfrm>
          <a:prstGeom prst="rect">
            <a:avLst/>
          </a:prstGeom>
          <a:noFill/>
          <a:ln/>
        </p:spPr>
        <p:txBody>
          <a:bodyPr wrap="square" lIns="0" tIns="0" rIns="0" bIns="0" rtlCol="0" anchor="ctr"/>
          <a:lstStyle/>
          <a:p>
            <a:pPr algn="l" indent="0" marL="0">
              <a:buNone/>
            </a:pPr>
            <a:r>
              <a:rPr lang="en-US" sz="1600" b="1" dirty="0">
                <a:solidFill>
                  <a:schemeClr val="bg1"/>
                </a:solidFill>
              </a:rPr>
              <a:t>Clôture</a:t>
            </a:r>
            <a:endParaRPr lang="en-US" sz="1600" dirty="0"/>
          </a:p>
        </p:txBody>
      </p:sp>
      <p:sp>
        <p:nvSpPr>
          <p:cNvPr id="34" name="Text 31"/>
          <p:cNvSpPr txBox="1"/>
          <p:nvPr/>
        </p:nvSpPr>
        <p:spPr>
          <a:xfrm>
            <a:off x="2697480" y="4983480"/>
            <a:ext cx="2468880" cy="502920"/>
          </a:xfrm>
          <a:prstGeom prst="rect">
            <a:avLst/>
          </a:prstGeom>
          <a:noFill/>
          <a:ln/>
        </p:spPr>
        <p:txBody>
          <a:bodyPr wrap="square" lIns="0" tIns="0" rIns="0" bIns="0" rtlCol="0" anchor="ctr"/>
          <a:lstStyle/>
          <a:p>
            <a:pPr algn="l" indent="0" marL="0">
              <a:buNone/>
            </a:pPr>
            <a:r>
              <a:rPr lang="en-US" sz="1600" i="1" dirty="0">
                <a:solidFill>
                  <a:srgbClr val="BFD7F0"/>
                </a:solidFill>
              </a:rPr>
              <a:t>Daag! / Groetjes</a:t>
            </a:r>
            <a:endParaRPr lang="en-US" sz="1600" dirty="0"/>
          </a:p>
        </p:txBody>
      </p:sp>
      <p:sp>
        <p:nvSpPr>
          <p:cNvPr id="35" name="Shape 32"/>
          <p:cNvSpPr/>
          <p:nvPr/>
        </p:nvSpPr>
        <p:spPr>
          <a:xfrm>
            <a:off x="5120640" y="5184648"/>
            <a:ext cx="2926080" cy="100584"/>
          </a:xfrm>
          <a:prstGeom prst="roundRect">
            <a:avLst>
              <a:gd name="adj" fmla="val 45455"/>
            </a:avLst>
          </a:prstGeom>
          <a:solidFill>
            <a:srgbClr val="6B7A90"/>
          </a:solidFill>
          <a:ln w="12700">
            <a:solidFill>
              <a:srgbClr val="FFFFFF">
                <a:alpha val="0"/>
              </a:srgbClr>
            </a:solidFill>
            <a:prstDash val="solid"/>
          </a:ln>
        </p:spPr>
      </p:sp>
      <p:sp>
        <p:nvSpPr>
          <p:cNvPr id="36" name="Shape 33"/>
          <p:cNvSpPr/>
          <p:nvPr/>
        </p:nvSpPr>
        <p:spPr>
          <a:xfrm>
            <a:off x="7635240" y="5056632"/>
            <a:ext cx="384048" cy="365760"/>
          </a:xfrm>
          <a:prstGeom prst="roundRect">
            <a:avLst>
              <a:gd name="adj" fmla="val 15000"/>
            </a:avLst>
          </a:prstGeom>
          <a:solidFill>
            <a:srgbClr val="F2C14E"/>
          </a:solidFill>
          <a:ln w="12700">
            <a:solidFill>
              <a:srgbClr val="FFFFFF"/>
            </a:solidFill>
            <a:prstDash val="solid"/>
          </a:ln>
        </p:spPr>
      </p:sp>
      <p:sp>
        <p:nvSpPr>
          <p:cNvPr id="37" name="Text 34"/>
          <p:cNvSpPr txBox="1"/>
          <p:nvPr/>
        </p:nvSpPr>
        <p:spPr>
          <a:xfrm>
            <a:off x="8183880" y="4983480"/>
            <a:ext cx="3337560" cy="502920"/>
          </a:xfrm>
          <a:prstGeom prst="rect">
            <a:avLst/>
          </a:prstGeom>
          <a:noFill/>
          <a:ln/>
        </p:spPr>
        <p:txBody>
          <a:bodyPr wrap="square" lIns="0" tIns="0" rIns="0" bIns="0" rtlCol="0" anchor="ctr"/>
          <a:lstStyle/>
          <a:p>
            <a:pPr algn="l" indent="0" marL="0">
              <a:buNone/>
            </a:pPr>
            <a:r>
              <a:rPr lang="en-US" sz="1600" b="1" i="1" dirty="0">
                <a:solidFill>
                  <a:srgbClr val="FFFFFF"/>
                </a:solidFill>
              </a:rPr>
              <a:t>Tot ziens / Met vriendelijke groet</a:t>
            </a:r>
            <a:endParaRPr lang="en-US" sz="1600" dirty="0"/>
          </a:p>
        </p:txBody>
      </p:sp>
      <p:sp>
        <p:nvSpPr>
          <p:cNvPr id="38" name="Shape 35"/>
          <p:cNvSpPr/>
          <p:nvPr/>
        </p:nvSpPr>
        <p:spPr>
          <a:xfrm>
            <a:off x="548640" y="5806440"/>
            <a:ext cx="11091672" cy="475488"/>
          </a:xfrm>
          <a:prstGeom prst="roundRect">
            <a:avLst>
              <a:gd name="adj" fmla="val 15385"/>
            </a:avLst>
          </a:prstGeom>
          <a:solidFill>
            <a:schemeClr val="accent1"/>
          </a:solidFill>
          <a:ln w="12700">
            <a:solidFill>
              <a:srgbClr val="FFFFFF">
                <a:alpha val="0"/>
              </a:srgbClr>
            </a:solidFill>
            <a:prstDash val="solid"/>
          </a:ln>
        </p:spPr>
      </p:sp>
      <p:sp>
        <p:nvSpPr>
          <p:cNvPr id="39" name="Text 36"/>
          <p:cNvSpPr txBox="1"/>
          <p:nvPr/>
        </p:nvSpPr>
        <p:spPr>
          <a:xfrm>
            <a:off x="777240" y="5806440"/>
            <a:ext cx="10698480" cy="475488"/>
          </a:xfrm>
          <a:prstGeom prst="rect">
            <a:avLst/>
          </a:prstGeom>
          <a:noFill/>
          <a:ln/>
        </p:spPr>
        <p:txBody>
          <a:bodyPr wrap="square" lIns="0" tIns="0" rIns="0" bIns="0" rtlCol="0" anchor="ctr"/>
          <a:lstStyle/>
          <a:p>
            <a:pPr algn="l" indent="0" marL="0">
              <a:buNone/>
            </a:pPr>
            <a:r>
              <a:rPr lang="en-US" sz="1800" dirty="0">
                <a:solidFill>
                  <a:schemeClr val="bg1"/>
                </a:solidFill>
              </a:rPr>
              <a:t>Règle d’or : </a:t>
            </a:r>
            <a:r>
              <a:rPr lang="en-US" sz="1800" b="1" dirty="0">
                <a:solidFill>
                  <a:schemeClr val="bg1"/>
                </a:solidFill>
              </a:rPr>
              <a:t>tous les curseurs du même côté.</a:t>
            </a:r>
            <a:r>
              <a:rPr lang="en-US" sz="1800" dirty="0">
                <a:solidFill>
                  <a:schemeClr val="bg1"/>
                </a:solidFill>
              </a:rPr>
              <a:t> L’erreur typique, c’est de </a:t>
            </a:r>
            <a:r>
              <a:rPr lang="en-US" sz="1800" b="1" dirty="0">
                <a:solidFill>
                  <a:schemeClr val="bg1"/>
                </a:solidFill>
              </a:rPr>
              <a:t>mélanger</a:t>
            </a:r>
            <a:r>
              <a:rPr lang="en-US" sz="1800" dirty="0">
                <a:solidFill>
                  <a:schemeClr val="bg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À qui dit-on u ?</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3291840" y="2514600"/>
            <a:ext cx="914" cy="256032"/>
          </a:xfrm>
          <a:prstGeom prst="line">
            <a:avLst/>
          </a:prstGeom>
          <a:noFill/>
          <a:ln w="22225">
            <a:solidFill>
              <a:srgbClr val="4A5A70"/>
            </a:solidFill>
            <a:prstDash val="solid"/>
            <a:tailEnd type="triangle"/>
          </a:ln>
        </p:spPr>
      </p:sp>
      <p:sp>
        <p:nvSpPr>
          <p:cNvPr id="6" name="Text 3"/>
          <p:cNvSpPr txBox="1"/>
          <p:nvPr/>
        </p:nvSpPr>
        <p:spPr>
          <a:xfrm>
            <a:off x="3383280" y="2496312"/>
            <a:ext cx="731520" cy="274320"/>
          </a:xfrm>
          <a:prstGeom prst="rect">
            <a:avLst/>
          </a:prstGeom>
          <a:noFill/>
          <a:ln/>
        </p:spPr>
        <p:txBody>
          <a:bodyPr wrap="square" lIns="0" tIns="0" rIns="0" bIns="0" rtlCol="0" anchor="t"/>
          <a:lstStyle/>
          <a:p>
            <a:pPr algn="l" indent="0" marL="0">
              <a:buNone/>
            </a:pPr>
            <a:r>
              <a:rPr lang="en-US" sz="1200" b="1" dirty="0">
                <a:solidFill>
                  <a:schemeClr val="accent5"/>
                </a:solidFill>
              </a:rPr>
              <a:t>NON</a:t>
            </a:r>
            <a:endParaRPr lang="en-US" sz="1200" dirty="0"/>
          </a:p>
        </p:txBody>
      </p:sp>
      <p:sp>
        <p:nvSpPr>
          <p:cNvPr id="7" name="Text 4"/>
          <p:cNvSpPr/>
          <p:nvPr/>
        </p:nvSpPr>
        <p:spPr>
          <a:xfrm>
            <a:off x="548640" y="1600200"/>
            <a:ext cx="5486400" cy="914400"/>
          </a:xfrm>
          <a:prstGeom prst="diamond">
            <a:avLst/>
          </a:prstGeom>
          <a:solidFill>
            <a:srgbClr val="EEF3F8"/>
          </a:solidFill>
          <a:ln w="19050">
            <a:solidFill>
              <a:srgbClr val="17375E"/>
            </a:solidFill>
          </a:ln>
        </p:spPr>
        <p:txBody>
          <a:bodyPr wrap="square" lIns="0" tIns="0" rIns="0" bIns="0" rtlCol="0" anchor="ctr"/>
          <a:lstStyle/>
          <a:p>
            <a:pPr algn="ctr" indent="0" marL="0">
              <a:buNone/>
            </a:pPr>
            <a:r>
              <a:rPr lang="en-US" sz="1600" b="1" dirty="0">
                <a:solidFill>
                  <a:srgbClr val="1B2333"/>
                </a:solidFill>
              </a:rPr>
              <a:t>Premier contact, client, administration ?</a:t>
            </a:r>
            <a:endParaRPr lang="en-US" sz="1600" dirty="0"/>
          </a:p>
        </p:txBody>
      </p:sp>
      <p:sp>
        <p:nvSpPr>
          <p:cNvPr id="8" name="Shape 5"/>
          <p:cNvSpPr/>
          <p:nvPr/>
        </p:nvSpPr>
        <p:spPr>
          <a:xfrm>
            <a:off x="6053328" y="2057400"/>
            <a:ext cx="896112" cy="914"/>
          </a:xfrm>
          <a:prstGeom prst="line">
            <a:avLst/>
          </a:prstGeom>
          <a:noFill/>
          <a:ln w="25400">
            <a:solidFill>
              <a:srgbClr val="2E7D4F"/>
            </a:solidFill>
            <a:prstDash val="solid"/>
            <a:tailEnd type="triangle"/>
          </a:ln>
        </p:spPr>
      </p:sp>
      <p:sp>
        <p:nvSpPr>
          <p:cNvPr id="9" name="Text 6"/>
          <p:cNvSpPr txBox="1"/>
          <p:nvPr/>
        </p:nvSpPr>
        <p:spPr>
          <a:xfrm>
            <a:off x="6126480" y="1709928"/>
            <a:ext cx="731520" cy="274320"/>
          </a:xfrm>
          <a:prstGeom prst="rect">
            <a:avLst/>
          </a:prstGeom>
          <a:noFill/>
          <a:ln/>
        </p:spPr>
        <p:txBody>
          <a:bodyPr wrap="square" lIns="0" tIns="0" rIns="0" bIns="0" rtlCol="0" anchor="t"/>
          <a:lstStyle/>
          <a:p>
            <a:pPr algn="l" indent="0" marL="0">
              <a:buNone/>
            </a:pPr>
            <a:r>
              <a:rPr lang="en-US" sz="1200" b="1" dirty="0">
                <a:solidFill>
                  <a:schemeClr val="accent3"/>
                </a:solidFill>
              </a:rPr>
              <a:t>OUI</a:t>
            </a:r>
            <a:endParaRPr lang="en-US" sz="1200" dirty="0"/>
          </a:p>
        </p:txBody>
      </p:sp>
      <p:sp>
        <p:nvSpPr>
          <p:cNvPr id="10" name="Shape 7"/>
          <p:cNvSpPr/>
          <p:nvPr/>
        </p:nvSpPr>
        <p:spPr>
          <a:xfrm>
            <a:off x="6995160" y="1709928"/>
            <a:ext cx="2103120" cy="694944"/>
          </a:xfrm>
          <a:prstGeom prst="roundRect">
            <a:avLst>
              <a:gd name="adj" fmla="val 10526"/>
            </a:avLst>
          </a:prstGeom>
          <a:solidFill>
            <a:schemeClr val="tx2"/>
          </a:solidFill>
          <a:ln w="12700">
            <a:solidFill>
              <a:srgbClr val="FFFFFF">
                <a:alpha val="0"/>
              </a:srgbClr>
            </a:solidFill>
            <a:prstDash val="solid"/>
          </a:ln>
        </p:spPr>
      </p:sp>
      <p:sp>
        <p:nvSpPr>
          <p:cNvPr id="11" name="Text 8"/>
          <p:cNvSpPr txBox="1"/>
          <p:nvPr/>
        </p:nvSpPr>
        <p:spPr>
          <a:xfrm>
            <a:off x="6995160" y="1709928"/>
            <a:ext cx="2103120" cy="694944"/>
          </a:xfrm>
          <a:prstGeom prst="rect">
            <a:avLst/>
          </a:prstGeom>
          <a:noFill/>
          <a:ln/>
        </p:spPr>
        <p:txBody>
          <a:bodyPr wrap="square" lIns="0" tIns="0" rIns="0" bIns="0" rtlCol="0" anchor="ctr"/>
          <a:lstStyle/>
          <a:p>
            <a:pPr algn="ctr" indent="0" marL="0">
              <a:buNone/>
            </a:pPr>
            <a:r>
              <a:rPr lang="en-US" sz="2200" b="1" dirty="0">
                <a:solidFill>
                  <a:schemeClr val="bg1"/>
                </a:solidFill>
              </a:rPr>
              <a:t>u</a:t>
            </a:r>
            <a:endParaRPr lang="en-US" sz="2200" dirty="0"/>
          </a:p>
        </p:txBody>
      </p:sp>
      <p:sp>
        <p:nvSpPr>
          <p:cNvPr id="12" name="Shape 9"/>
          <p:cNvSpPr/>
          <p:nvPr/>
        </p:nvSpPr>
        <p:spPr>
          <a:xfrm>
            <a:off x="3291840" y="3703320"/>
            <a:ext cx="914" cy="256032"/>
          </a:xfrm>
          <a:prstGeom prst="line">
            <a:avLst/>
          </a:prstGeom>
          <a:noFill/>
          <a:ln w="22225">
            <a:solidFill>
              <a:srgbClr val="4A5A70"/>
            </a:solidFill>
            <a:prstDash val="solid"/>
            <a:tailEnd type="triangle"/>
          </a:ln>
        </p:spPr>
      </p:sp>
      <p:sp>
        <p:nvSpPr>
          <p:cNvPr id="13" name="Text 10"/>
          <p:cNvSpPr txBox="1"/>
          <p:nvPr/>
        </p:nvSpPr>
        <p:spPr>
          <a:xfrm>
            <a:off x="3383280" y="3685032"/>
            <a:ext cx="731520" cy="274320"/>
          </a:xfrm>
          <a:prstGeom prst="rect">
            <a:avLst/>
          </a:prstGeom>
          <a:noFill/>
          <a:ln/>
        </p:spPr>
        <p:txBody>
          <a:bodyPr wrap="square" lIns="0" tIns="0" rIns="0" bIns="0" rtlCol="0" anchor="t"/>
          <a:lstStyle/>
          <a:p>
            <a:pPr algn="l" indent="0" marL="0">
              <a:buNone/>
            </a:pPr>
            <a:r>
              <a:rPr lang="en-US" sz="1200" b="1" dirty="0">
                <a:solidFill>
                  <a:schemeClr val="accent5"/>
                </a:solidFill>
              </a:rPr>
              <a:t>NON</a:t>
            </a:r>
            <a:endParaRPr lang="en-US" sz="1200" dirty="0"/>
          </a:p>
        </p:txBody>
      </p:sp>
      <p:sp>
        <p:nvSpPr>
          <p:cNvPr id="14" name="Text 11"/>
          <p:cNvSpPr/>
          <p:nvPr/>
        </p:nvSpPr>
        <p:spPr>
          <a:xfrm>
            <a:off x="548640" y="2788920"/>
            <a:ext cx="5486400" cy="914400"/>
          </a:xfrm>
          <a:prstGeom prst="diamond">
            <a:avLst/>
          </a:prstGeom>
          <a:solidFill>
            <a:srgbClr val="EEF3F8"/>
          </a:solidFill>
          <a:ln w="19050">
            <a:solidFill>
              <a:srgbClr val="17375E"/>
            </a:solidFill>
          </a:ln>
        </p:spPr>
        <p:txBody>
          <a:bodyPr wrap="square" lIns="0" tIns="0" rIns="0" bIns="0" rtlCol="0" anchor="ctr"/>
          <a:lstStyle/>
          <a:p>
            <a:pPr algn="ctr" indent="0" marL="0">
              <a:buNone/>
            </a:pPr>
            <a:r>
              <a:rPr lang="en-US" sz="1600" b="1" dirty="0">
                <a:solidFill>
                  <a:srgbClr val="1B2333"/>
                </a:solidFill>
              </a:rPr>
              <a:t>Supérieur ou personne plus âgée ?</a:t>
            </a:r>
            <a:endParaRPr lang="en-US" sz="1600" dirty="0"/>
          </a:p>
        </p:txBody>
      </p:sp>
      <p:sp>
        <p:nvSpPr>
          <p:cNvPr id="15" name="Shape 12"/>
          <p:cNvSpPr/>
          <p:nvPr/>
        </p:nvSpPr>
        <p:spPr>
          <a:xfrm>
            <a:off x="6053328" y="3246120"/>
            <a:ext cx="896112" cy="914"/>
          </a:xfrm>
          <a:prstGeom prst="line">
            <a:avLst/>
          </a:prstGeom>
          <a:noFill/>
          <a:ln w="25400">
            <a:solidFill>
              <a:srgbClr val="2E7D4F"/>
            </a:solidFill>
            <a:prstDash val="solid"/>
            <a:tailEnd type="triangle"/>
          </a:ln>
        </p:spPr>
      </p:sp>
      <p:sp>
        <p:nvSpPr>
          <p:cNvPr id="16" name="Text 13"/>
          <p:cNvSpPr txBox="1"/>
          <p:nvPr/>
        </p:nvSpPr>
        <p:spPr>
          <a:xfrm>
            <a:off x="6126480" y="2898648"/>
            <a:ext cx="731520" cy="274320"/>
          </a:xfrm>
          <a:prstGeom prst="rect">
            <a:avLst/>
          </a:prstGeom>
          <a:noFill/>
          <a:ln/>
        </p:spPr>
        <p:txBody>
          <a:bodyPr wrap="square" lIns="0" tIns="0" rIns="0" bIns="0" rtlCol="0" anchor="t"/>
          <a:lstStyle/>
          <a:p>
            <a:pPr algn="l" indent="0" marL="0">
              <a:buNone/>
            </a:pPr>
            <a:r>
              <a:rPr lang="en-US" sz="1200" b="1" dirty="0">
                <a:solidFill>
                  <a:schemeClr val="accent3"/>
                </a:solidFill>
              </a:rPr>
              <a:t>OUI</a:t>
            </a:r>
            <a:endParaRPr lang="en-US" sz="1200" dirty="0"/>
          </a:p>
        </p:txBody>
      </p:sp>
      <p:sp>
        <p:nvSpPr>
          <p:cNvPr id="17" name="Shape 14"/>
          <p:cNvSpPr/>
          <p:nvPr/>
        </p:nvSpPr>
        <p:spPr>
          <a:xfrm>
            <a:off x="6995160" y="2898648"/>
            <a:ext cx="2103120" cy="694944"/>
          </a:xfrm>
          <a:prstGeom prst="roundRect">
            <a:avLst>
              <a:gd name="adj" fmla="val 10526"/>
            </a:avLst>
          </a:prstGeom>
          <a:solidFill>
            <a:schemeClr val="tx2"/>
          </a:solidFill>
          <a:ln w="12700">
            <a:solidFill>
              <a:srgbClr val="FFFFFF">
                <a:alpha val="0"/>
              </a:srgbClr>
            </a:solidFill>
            <a:prstDash val="solid"/>
          </a:ln>
        </p:spPr>
      </p:sp>
      <p:sp>
        <p:nvSpPr>
          <p:cNvPr id="18" name="Text 15"/>
          <p:cNvSpPr txBox="1"/>
          <p:nvPr/>
        </p:nvSpPr>
        <p:spPr>
          <a:xfrm>
            <a:off x="6995160" y="2898648"/>
            <a:ext cx="2103120" cy="694944"/>
          </a:xfrm>
          <a:prstGeom prst="rect">
            <a:avLst/>
          </a:prstGeom>
          <a:noFill/>
          <a:ln/>
        </p:spPr>
        <p:txBody>
          <a:bodyPr wrap="square" lIns="0" tIns="0" rIns="0" bIns="0" rtlCol="0" anchor="ctr"/>
          <a:lstStyle/>
          <a:p>
            <a:pPr algn="ctr" indent="0" marL="0">
              <a:buNone/>
            </a:pPr>
            <a:r>
              <a:rPr lang="en-US" sz="2200" b="1" dirty="0">
                <a:solidFill>
                  <a:schemeClr val="bg1"/>
                </a:solidFill>
              </a:rPr>
              <a:t>u</a:t>
            </a:r>
            <a:r>
              <a:rPr lang="en-US" sz="2200" dirty="0">
                <a:solidFill>
                  <a:schemeClr val="bg1"/>
                </a:solidFill>
              </a:rPr>
              <a:t> (au début)</a:t>
            </a:r>
            <a:endParaRPr lang="en-US" sz="2200" dirty="0"/>
          </a:p>
        </p:txBody>
      </p:sp>
      <p:sp>
        <p:nvSpPr>
          <p:cNvPr id="19" name="Text 16"/>
          <p:cNvSpPr/>
          <p:nvPr/>
        </p:nvSpPr>
        <p:spPr>
          <a:xfrm>
            <a:off x="548640" y="3977640"/>
            <a:ext cx="5486400" cy="914400"/>
          </a:xfrm>
          <a:prstGeom prst="diamond">
            <a:avLst/>
          </a:prstGeom>
          <a:solidFill>
            <a:srgbClr val="EEF3F8"/>
          </a:solidFill>
          <a:ln w="19050">
            <a:solidFill>
              <a:srgbClr val="17375E"/>
            </a:solidFill>
          </a:ln>
        </p:spPr>
        <p:txBody>
          <a:bodyPr wrap="square" lIns="0" tIns="0" rIns="0" bIns="0" rtlCol="0" anchor="ctr"/>
          <a:lstStyle/>
          <a:p>
            <a:pPr algn="ctr" indent="0" marL="0">
              <a:buNone/>
            </a:pPr>
            <a:r>
              <a:rPr lang="en-US" sz="1600" b="1" dirty="0">
                <a:solidFill>
                  <a:srgbClr val="1B2333"/>
                </a:solidFill>
              </a:rPr>
              <a:t>Collègue, ami, enfant, famille ?</a:t>
            </a:r>
            <a:endParaRPr lang="en-US" sz="1600" dirty="0"/>
          </a:p>
        </p:txBody>
      </p:sp>
      <p:sp>
        <p:nvSpPr>
          <p:cNvPr id="20" name="Shape 17"/>
          <p:cNvSpPr/>
          <p:nvPr/>
        </p:nvSpPr>
        <p:spPr>
          <a:xfrm>
            <a:off x="6053328" y="4434840"/>
            <a:ext cx="896112" cy="914"/>
          </a:xfrm>
          <a:prstGeom prst="line">
            <a:avLst/>
          </a:prstGeom>
          <a:noFill/>
          <a:ln w="25400">
            <a:solidFill>
              <a:srgbClr val="2E7D4F"/>
            </a:solidFill>
            <a:prstDash val="solid"/>
            <a:tailEnd type="triangle"/>
          </a:ln>
        </p:spPr>
      </p:sp>
      <p:sp>
        <p:nvSpPr>
          <p:cNvPr id="21" name="Text 18"/>
          <p:cNvSpPr txBox="1"/>
          <p:nvPr/>
        </p:nvSpPr>
        <p:spPr>
          <a:xfrm>
            <a:off x="6126480" y="4087368"/>
            <a:ext cx="731520" cy="274320"/>
          </a:xfrm>
          <a:prstGeom prst="rect">
            <a:avLst/>
          </a:prstGeom>
          <a:noFill/>
          <a:ln/>
        </p:spPr>
        <p:txBody>
          <a:bodyPr wrap="square" lIns="0" tIns="0" rIns="0" bIns="0" rtlCol="0" anchor="t"/>
          <a:lstStyle/>
          <a:p>
            <a:pPr algn="l" indent="0" marL="0">
              <a:buNone/>
            </a:pPr>
            <a:r>
              <a:rPr lang="en-US" sz="1200" b="1" dirty="0">
                <a:solidFill>
                  <a:schemeClr val="accent3"/>
                </a:solidFill>
              </a:rPr>
              <a:t>OUI</a:t>
            </a:r>
            <a:endParaRPr lang="en-US" sz="1200" dirty="0"/>
          </a:p>
        </p:txBody>
      </p:sp>
      <p:sp>
        <p:nvSpPr>
          <p:cNvPr id="22" name="Shape 19"/>
          <p:cNvSpPr/>
          <p:nvPr/>
        </p:nvSpPr>
        <p:spPr>
          <a:xfrm>
            <a:off x="6995160" y="4087368"/>
            <a:ext cx="2103120" cy="694944"/>
          </a:xfrm>
          <a:prstGeom prst="roundRect">
            <a:avLst>
              <a:gd name="adj" fmla="val 10526"/>
            </a:avLst>
          </a:prstGeom>
          <a:solidFill>
            <a:srgbClr val="5B9BD5"/>
          </a:solidFill>
          <a:ln w="12700">
            <a:solidFill>
              <a:srgbClr val="FFFFFF">
                <a:alpha val="0"/>
              </a:srgbClr>
            </a:solidFill>
            <a:prstDash val="solid"/>
          </a:ln>
        </p:spPr>
      </p:sp>
      <p:sp>
        <p:nvSpPr>
          <p:cNvPr id="23" name="Text 20"/>
          <p:cNvSpPr txBox="1"/>
          <p:nvPr/>
        </p:nvSpPr>
        <p:spPr>
          <a:xfrm>
            <a:off x="6995160" y="4087368"/>
            <a:ext cx="2103120" cy="694944"/>
          </a:xfrm>
          <a:prstGeom prst="rect">
            <a:avLst/>
          </a:prstGeom>
          <a:noFill/>
          <a:ln/>
        </p:spPr>
        <p:txBody>
          <a:bodyPr wrap="square" lIns="0" tIns="0" rIns="0" bIns="0" rtlCol="0" anchor="ctr"/>
          <a:lstStyle/>
          <a:p>
            <a:pPr algn="ctr" indent="0" marL="0">
              <a:buNone/>
            </a:pPr>
            <a:r>
              <a:rPr lang="en-US" sz="2200" b="1" dirty="0">
                <a:solidFill>
                  <a:schemeClr val="bg1"/>
                </a:solidFill>
              </a:rPr>
              <a:t>je</a:t>
            </a:r>
            <a:endParaRPr lang="en-US" sz="2200" dirty="0"/>
          </a:p>
        </p:txBody>
      </p:sp>
      <p:sp>
        <p:nvSpPr>
          <p:cNvPr id="24" name="Shape 21"/>
          <p:cNvSpPr/>
          <p:nvPr/>
        </p:nvSpPr>
        <p:spPr>
          <a:xfrm>
            <a:off x="9326880" y="1600200"/>
            <a:ext cx="2313432" cy="3108960"/>
          </a:xfrm>
          <a:prstGeom prst="roundRect">
            <a:avLst>
              <a:gd name="adj" fmla="val 3953"/>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5" name="Shape 22"/>
          <p:cNvSpPr/>
          <p:nvPr/>
        </p:nvSpPr>
        <p:spPr>
          <a:xfrm>
            <a:off x="9509760" y="1764792"/>
            <a:ext cx="566928" cy="566928"/>
          </a:xfrm>
          <a:prstGeom prst="ellipse">
            <a:avLst/>
          </a:prstGeom>
          <a:solidFill>
            <a:schemeClr val="accent1"/>
          </a:solidFill>
          <a:ln w="12700">
            <a:solidFill>
              <a:srgbClr val="FFFFFF">
                <a:alpha val="0"/>
              </a:srgbClr>
            </a:solidFill>
            <a:prstDash val="solid"/>
          </a:ln>
        </p:spPr>
      </p:sp>
      <p:pic>
        <p:nvPicPr>
          <p:cNvPr id="26" name="Image 0" descr="Lightbulb">    </p:cNvPr>
          <p:cNvPicPr>
            <a:picLocks noChangeAspect="1"/>
          </p:cNvPicPr>
          <p:nvPr/>
        </p:nvPicPr>
        <p:blipFill>
          <a:blip r:embed="rId1"/>
          <a:stretch>
            <a:fillRect/>
          </a:stretch>
        </p:blipFill>
        <p:spPr>
          <a:xfrm>
            <a:off x="9645823" y="1900855"/>
            <a:ext cx="294803" cy="294803"/>
          </a:xfrm>
          <a:prstGeom prst="rect">
            <a:avLst/>
          </a:prstGeom>
        </p:spPr>
      </p:pic>
      <p:sp>
        <p:nvSpPr>
          <p:cNvPr id="27" name="Text 23"/>
          <p:cNvSpPr txBox="1"/>
          <p:nvPr/>
        </p:nvSpPr>
        <p:spPr>
          <a:xfrm>
            <a:off x="10222992" y="1746504"/>
            <a:ext cx="1280160" cy="603504"/>
          </a:xfrm>
          <a:prstGeom prst="rect">
            <a:avLst/>
          </a:prstGeom>
          <a:noFill/>
          <a:ln/>
        </p:spPr>
        <p:txBody>
          <a:bodyPr wrap="square" lIns="0" tIns="0" rIns="0" bIns="0" rtlCol="0" anchor="ctr"/>
          <a:lstStyle/>
          <a:p>
            <a:pPr algn="l" indent="0" marL="0">
              <a:buNone/>
            </a:pPr>
            <a:r>
              <a:rPr lang="en-US" sz="1900" b="1" dirty="0">
                <a:solidFill>
                  <a:schemeClr val="accent1"/>
                </a:solidFill>
              </a:rPr>
              <a:t>Dans le doute</a:t>
            </a:r>
            <a:endParaRPr lang="en-US" sz="1900" dirty="0"/>
          </a:p>
        </p:txBody>
      </p:sp>
      <p:sp>
        <p:nvSpPr>
          <p:cNvPr id="28" name="Text 24"/>
          <p:cNvSpPr txBox="1"/>
          <p:nvPr/>
        </p:nvSpPr>
        <p:spPr>
          <a:xfrm>
            <a:off x="9528048" y="2468880"/>
            <a:ext cx="1911096" cy="2130552"/>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Commencez par </a:t>
            </a:r>
            <a:r>
              <a:rPr lang="en-US" sz="1800" i="1" dirty="0">
                <a:solidFill>
                  <a:schemeClr val="tx1"/>
                </a:solidFill>
              </a:rPr>
              <a:t>u</a:t>
            </a:r>
            <a:r>
              <a:rPr lang="en-US" sz="1800" dirty="0">
                <a:solidFill>
                  <a:schemeClr val="tx1"/>
                </a:solidFill>
              </a:rPr>
              <a:t>.</a:t>
            </a:r>
            <a:endParaRPr lang="en-US" sz="1800" dirty="0"/>
          </a:p>
          <a:p>
            <a:pPr algn="l" indent="0" marL="0">
              <a:spcAft>
                <a:spcPts val="600"/>
              </a:spcAft>
              <a:buNone/>
            </a:pPr>
            <a:r>
              <a:rPr lang="en-US" sz="1800" dirty="0">
                <a:solidFill>
                  <a:schemeClr val="tx1"/>
                </a:solidFill>
              </a:rPr>
              <a:t>L’autre propose le </a:t>
            </a:r>
            <a:r>
              <a:rPr lang="en-US" sz="1800" i="1" dirty="0">
                <a:solidFill>
                  <a:schemeClr val="tx1"/>
                </a:solidFill>
              </a:rPr>
              <a:t>je</a:t>
            </a:r>
            <a:r>
              <a:rPr lang="en-US" sz="1800" dirty="0">
                <a:solidFill>
                  <a:schemeClr val="tx1"/>
                </a:solidFill>
              </a:rPr>
              <a:t>.</a:t>
            </a:r>
            <a:endParaRPr lang="en-US" sz="1800" dirty="0"/>
          </a:p>
        </p:txBody>
      </p:sp>
      <p:sp>
        <p:nvSpPr>
          <p:cNvPr id="29" name="Shape 25"/>
          <p:cNvSpPr/>
          <p:nvPr/>
        </p:nvSpPr>
        <p:spPr>
          <a:xfrm>
            <a:off x="548640" y="5257800"/>
            <a:ext cx="11091672" cy="1005840"/>
          </a:xfrm>
          <a:prstGeom prst="roundRect">
            <a:avLst>
              <a:gd name="adj" fmla="val 7273"/>
            </a:avLst>
          </a:prstGeom>
          <a:solidFill>
            <a:schemeClr val="accent3">
              <a:alpha val="12000"/>
            </a:schemeClr>
          </a:solidFill>
          <a:ln w="15875">
            <a:solidFill>
              <a:srgbClr val="2E7D4F"/>
            </a:solidFill>
            <a:prstDash val="solid"/>
          </a:ln>
        </p:spPr>
      </p:sp>
      <p:pic>
        <p:nvPicPr>
          <p:cNvPr id="30" name="Image 1" descr="handshake">    </p:cNvPr>
          <p:cNvPicPr>
            <a:picLocks noChangeAspect="1"/>
          </p:cNvPicPr>
          <p:nvPr/>
        </p:nvPicPr>
        <p:blipFill>
          <a:blip r:embed="rId2"/>
          <a:stretch>
            <a:fillRect/>
          </a:stretch>
        </p:blipFill>
        <p:spPr>
          <a:xfrm>
            <a:off x="777240" y="5376672"/>
            <a:ext cx="777240" cy="777240"/>
          </a:xfrm>
          <a:prstGeom prst="rect">
            <a:avLst/>
          </a:prstGeom>
        </p:spPr>
      </p:pic>
      <p:sp>
        <p:nvSpPr>
          <p:cNvPr id="31" name="Text 26"/>
          <p:cNvSpPr txBox="1"/>
          <p:nvPr/>
        </p:nvSpPr>
        <p:spPr>
          <a:xfrm>
            <a:off x="1783080" y="5257800"/>
            <a:ext cx="9692640" cy="1005840"/>
          </a:xfrm>
          <a:prstGeom prst="rect">
            <a:avLst/>
          </a:prstGeom>
          <a:noFill/>
          <a:ln/>
        </p:spPr>
        <p:txBody>
          <a:bodyPr wrap="square" lIns="0" tIns="0" rIns="0" bIns="0" rtlCol="0" anchor="ctr"/>
          <a:lstStyle/>
          <a:p>
            <a:pPr algn="l" indent="0" marL="0">
              <a:buNone/>
            </a:pPr>
            <a:r>
              <a:rPr lang="en-US" sz="2100" dirty="0">
                <a:solidFill>
                  <a:schemeClr val="tx1"/>
                </a:solidFill>
              </a:rPr>
              <a:t>On passe au </a:t>
            </a:r>
            <a:r>
              <a:rPr lang="en-US" sz="2100" i="1" dirty="0">
                <a:solidFill>
                  <a:schemeClr val="tx1"/>
                </a:solidFill>
              </a:rPr>
              <a:t>je</a:t>
            </a:r>
            <a:r>
              <a:rPr lang="en-US" sz="2100" dirty="0">
                <a:solidFill>
                  <a:schemeClr val="tx1"/>
                </a:solidFill>
              </a:rPr>
              <a:t> quand l’autre le propose : </a:t>
            </a:r>
            <a:r>
              <a:rPr lang="en-US" sz="2100" b="1" i="1" dirty="0">
                <a:solidFill>
                  <a:schemeClr val="tx1"/>
                </a:solidFill>
              </a:rPr>
              <a:t>Zeg maar je!</a:t>
            </a:r>
            <a:r>
              <a:rPr lang="en-US" sz="2100" dirty="0">
                <a:solidFill>
                  <a:schemeClr val="tx1"/>
                </a:solidFill>
              </a:rPr>
              <a:t> = Tu peux me tutoyer !</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Saluer selon le moment de la journée</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Shape 2"/>
          <p:cNvSpPr/>
          <p:nvPr/>
        </p:nvSpPr>
        <p:spPr>
          <a:xfrm>
            <a:off x="548640" y="1572768"/>
            <a:ext cx="11091672" cy="868680"/>
          </a:xfrm>
          <a:prstGeom prst="roundRect">
            <a:avLst>
              <a:gd name="adj" fmla="val 8421"/>
            </a:avLst>
          </a:prstGeom>
          <a:solidFill>
            <a:schemeClr val="bg2"/>
          </a:solidFill>
          <a:ln w="12700">
            <a:solidFill>
              <a:srgbClr val="D5DCE6"/>
            </a:solidFill>
            <a:prstDash val="solid"/>
          </a:ln>
        </p:spPr>
      </p:sp>
      <p:sp>
        <p:nvSpPr>
          <p:cNvPr id="6" name="Text 3"/>
          <p:cNvSpPr txBox="1"/>
          <p:nvPr/>
        </p:nvSpPr>
        <p:spPr>
          <a:xfrm>
            <a:off x="777240" y="1572768"/>
            <a:ext cx="2194560" cy="868680"/>
          </a:xfrm>
          <a:prstGeom prst="rect">
            <a:avLst/>
          </a:prstGeom>
          <a:noFill/>
          <a:ln/>
        </p:spPr>
        <p:txBody>
          <a:bodyPr wrap="square" lIns="0" tIns="0" rIns="0" bIns="0" rtlCol="0" anchor="ctr"/>
          <a:lstStyle/>
          <a:p>
            <a:pPr algn="l" indent="0" marL="0">
              <a:buNone/>
            </a:pPr>
            <a:r>
              <a:rPr lang="en-US" sz="1800" b="1" dirty="0">
                <a:solidFill>
                  <a:schemeClr val="tx2"/>
                </a:solidFill>
              </a:rPr>
              <a:t>Passe-partout :</a:t>
            </a:r>
            <a:endParaRPr lang="en-US" sz="1800" dirty="0"/>
          </a:p>
        </p:txBody>
      </p:sp>
      <p:sp>
        <p:nvSpPr>
          <p:cNvPr id="7" name="Text 4"/>
          <p:cNvSpPr txBox="1"/>
          <p:nvPr/>
        </p:nvSpPr>
        <p:spPr>
          <a:xfrm>
            <a:off x="2926080" y="1572768"/>
            <a:ext cx="1188720" cy="868680"/>
          </a:xfrm>
          <a:prstGeom prst="rect">
            <a:avLst/>
          </a:prstGeom>
          <a:noFill/>
          <a:ln/>
        </p:spPr>
        <p:txBody>
          <a:bodyPr wrap="square" lIns="0" tIns="0" rIns="0" bIns="0" rtlCol="0" anchor="ctr"/>
          <a:lstStyle/>
          <a:p>
            <a:pPr algn="l" indent="0" marL="0">
              <a:buNone/>
            </a:pPr>
            <a:r>
              <a:rPr lang="en-US" sz="2400" b="1" i="1" dirty="0">
                <a:solidFill>
                  <a:schemeClr val="tx1"/>
                </a:solidFill>
              </a:rPr>
              <a:t>Dag!</a:t>
            </a:r>
            <a:endParaRPr lang="en-US" sz="2400" dirty="0"/>
          </a:p>
        </p:txBody>
      </p:sp>
      <p:sp>
        <p:nvSpPr>
          <p:cNvPr id="8" name="Shape 5"/>
          <p:cNvSpPr/>
          <p:nvPr/>
        </p:nvSpPr>
        <p:spPr>
          <a:xfrm>
            <a:off x="4069080" y="1828800"/>
            <a:ext cx="347472" cy="347472"/>
          </a:xfrm>
          <a:prstGeom prst="ellipse">
            <a:avLst/>
          </a:prstGeom>
          <a:solidFill>
            <a:schemeClr val="tx2"/>
          </a:solidFill>
          <a:ln w="12700">
            <a:solidFill>
              <a:srgbClr val="FFFFFF">
                <a:alpha val="0"/>
              </a:srgbClr>
            </a:solidFill>
            <a:prstDash val="solid"/>
          </a:ln>
        </p:spPr>
      </p:sp>
      <p:sp>
        <p:nvSpPr>
          <p:cNvPr id="9" name="Text 6"/>
          <p:cNvSpPr txBox="1"/>
          <p:nvPr/>
        </p:nvSpPr>
        <p:spPr>
          <a:xfrm>
            <a:off x="4069080" y="182880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F</a:t>
            </a:r>
            <a:endParaRPr lang="en-US" sz="1300" dirty="0"/>
          </a:p>
        </p:txBody>
      </p:sp>
      <p:sp>
        <p:nvSpPr>
          <p:cNvPr id="10" name="Shape 7"/>
          <p:cNvSpPr/>
          <p:nvPr/>
        </p:nvSpPr>
        <p:spPr>
          <a:xfrm>
            <a:off x="4462272" y="1828800"/>
            <a:ext cx="347472" cy="347472"/>
          </a:xfrm>
          <a:prstGeom prst="ellipse">
            <a:avLst/>
          </a:prstGeom>
          <a:solidFill>
            <a:srgbClr val="5B9BD5"/>
          </a:solidFill>
          <a:ln w="12700">
            <a:solidFill>
              <a:srgbClr val="FFFFFF">
                <a:alpha val="0"/>
              </a:srgbClr>
            </a:solidFill>
            <a:prstDash val="solid"/>
          </a:ln>
        </p:spPr>
      </p:sp>
      <p:sp>
        <p:nvSpPr>
          <p:cNvPr id="11" name="Text 8"/>
          <p:cNvSpPr txBox="1"/>
          <p:nvPr/>
        </p:nvSpPr>
        <p:spPr>
          <a:xfrm>
            <a:off x="4462272" y="182880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I</a:t>
            </a:r>
            <a:endParaRPr lang="en-US" sz="1300" dirty="0"/>
          </a:p>
        </p:txBody>
      </p:sp>
      <p:sp>
        <p:nvSpPr>
          <p:cNvPr id="12" name="Text 9"/>
          <p:cNvSpPr txBox="1"/>
          <p:nvPr/>
        </p:nvSpPr>
        <p:spPr>
          <a:xfrm>
            <a:off x="5577840" y="1572768"/>
            <a:ext cx="2377440" cy="868680"/>
          </a:xfrm>
          <a:prstGeom prst="rect">
            <a:avLst/>
          </a:prstGeom>
          <a:noFill/>
          <a:ln/>
        </p:spPr>
        <p:txBody>
          <a:bodyPr wrap="square" lIns="0" tIns="0" rIns="0" bIns="0" rtlCol="0" anchor="ctr"/>
          <a:lstStyle/>
          <a:p>
            <a:pPr algn="l" indent="0" marL="0">
              <a:buNone/>
            </a:pPr>
            <a:r>
              <a:rPr lang="en-US" sz="2400" i="1" dirty="0">
                <a:solidFill>
                  <a:schemeClr val="tx1"/>
                </a:solidFill>
              </a:rPr>
              <a:t>Hallo! · Hoi!</a:t>
            </a:r>
            <a:endParaRPr lang="en-US" sz="2400" dirty="0"/>
          </a:p>
        </p:txBody>
      </p:sp>
      <p:sp>
        <p:nvSpPr>
          <p:cNvPr id="13" name="Shape 10"/>
          <p:cNvSpPr/>
          <p:nvPr/>
        </p:nvSpPr>
        <p:spPr>
          <a:xfrm>
            <a:off x="7818120" y="1828800"/>
            <a:ext cx="347472" cy="347472"/>
          </a:xfrm>
          <a:prstGeom prst="ellipse">
            <a:avLst/>
          </a:prstGeom>
          <a:solidFill>
            <a:srgbClr val="5B9BD5"/>
          </a:solidFill>
          <a:ln w="12700">
            <a:solidFill>
              <a:srgbClr val="FFFFFF">
                <a:alpha val="0"/>
              </a:srgbClr>
            </a:solidFill>
            <a:prstDash val="solid"/>
          </a:ln>
        </p:spPr>
      </p:sp>
      <p:sp>
        <p:nvSpPr>
          <p:cNvPr id="14" name="Text 11"/>
          <p:cNvSpPr txBox="1"/>
          <p:nvPr/>
        </p:nvSpPr>
        <p:spPr>
          <a:xfrm>
            <a:off x="7818120" y="182880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I</a:t>
            </a:r>
            <a:endParaRPr lang="en-US" sz="1300" dirty="0"/>
          </a:p>
        </p:txBody>
      </p:sp>
      <p:sp>
        <p:nvSpPr>
          <p:cNvPr id="15" name="Shape 12"/>
          <p:cNvSpPr/>
          <p:nvPr/>
        </p:nvSpPr>
        <p:spPr>
          <a:xfrm>
            <a:off x="548640" y="3291840"/>
            <a:ext cx="2772918" cy="384048"/>
          </a:xfrm>
          <a:prstGeom prst="rect">
            <a:avLst/>
          </a:prstGeom>
          <a:solidFill>
            <a:srgbClr val="F6C27E"/>
          </a:solidFill>
          <a:ln w="12700">
            <a:solidFill>
              <a:srgbClr val="FFFFFF">
                <a:alpha val="0"/>
              </a:srgbClr>
            </a:solidFill>
            <a:prstDash val="solid"/>
          </a:ln>
        </p:spPr>
      </p:sp>
      <p:sp>
        <p:nvSpPr>
          <p:cNvPr id="16" name="Text 13"/>
          <p:cNvSpPr txBox="1"/>
          <p:nvPr/>
        </p:nvSpPr>
        <p:spPr>
          <a:xfrm>
            <a:off x="548640" y="3703320"/>
            <a:ext cx="914400" cy="274320"/>
          </a:xfrm>
          <a:prstGeom prst="rect">
            <a:avLst/>
          </a:prstGeom>
          <a:noFill/>
          <a:ln/>
        </p:spPr>
        <p:txBody>
          <a:bodyPr wrap="square" lIns="0" tIns="0" rIns="0" bIns="0" rtlCol="0" anchor="t"/>
          <a:lstStyle/>
          <a:p>
            <a:pPr algn="l" indent="0" marL="0">
              <a:buNone/>
            </a:pPr>
            <a:r>
              <a:rPr lang="en-US" sz="1200" dirty="0">
                <a:solidFill>
                  <a:schemeClr val="accent5"/>
                </a:solidFill>
              </a:rPr>
              <a:t>6 u</a:t>
            </a:r>
            <a:endParaRPr lang="en-US" sz="1200" dirty="0"/>
          </a:p>
        </p:txBody>
      </p:sp>
      <p:pic>
        <p:nvPicPr>
          <p:cNvPr id="17" name="Image 0" descr="sunrise">    </p:cNvPr>
          <p:cNvPicPr>
            <a:picLocks noChangeAspect="1"/>
          </p:cNvPicPr>
          <p:nvPr/>
        </p:nvPicPr>
        <p:blipFill>
          <a:blip r:embed="rId1"/>
          <a:stretch>
            <a:fillRect/>
          </a:stretch>
        </p:blipFill>
        <p:spPr>
          <a:xfrm>
            <a:off x="1615059" y="2606040"/>
            <a:ext cx="640080" cy="640080"/>
          </a:xfrm>
          <a:prstGeom prst="rect">
            <a:avLst/>
          </a:prstGeom>
        </p:spPr>
      </p:pic>
      <p:sp>
        <p:nvSpPr>
          <p:cNvPr id="18" name="Shape 14"/>
          <p:cNvSpPr/>
          <p:nvPr/>
        </p:nvSpPr>
        <p:spPr>
          <a:xfrm>
            <a:off x="658368" y="4114800"/>
            <a:ext cx="2553462" cy="1417320"/>
          </a:xfrm>
          <a:prstGeom prst="roundRect">
            <a:avLst>
              <a:gd name="adj" fmla="val 5161"/>
            </a:avLst>
          </a:prstGeom>
          <a:solidFill>
            <a:schemeClr val="bg1"/>
          </a:solidFill>
          <a:ln w="31750">
            <a:solidFill>
              <a:srgbClr val="F6C27E"/>
            </a:solidFill>
            <a:prstDash val="solid"/>
          </a:ln>
          <a:effectLst>
            <a:outerShdw sx="100000" sy="100000" kx="0" ky="0" algn="bl" rotWithShape="0" blurRad="101600" dist="25400" dir="3600000">
              <a:srgbClr val="000000">
                <a:alpha val="16000"/>
              </a:srgbClr>
            </a:outerShdw>
          </a:effectLst>
        </p:spPr>
      </p:sp>
      <p:sp>
        <p:nvSpPr>
          <p:cNvPr id="19" name="Text 15"/>
          <p:cNvSpPr txBox="1"/>
          <p:nvPr/>
        </p:nvSpPr>
        <p:spPr>
          <a:xfrm>
            <a:off x="658368" y="4206240"/>
            <a:ext cx="2553462" cy="685800"/>
          </a:xfrm>
          <a:prstGeom prst="rect">
            <a:avLst/>
          </a:prstGeom>
          <a:noFill/>
          <a:ln/>
        </p:spPr>
        <p:txBody>
          <a:bodyPr wrap="square" lIns="0" tIns="0" rIns="0" bIns="0" rtlCol="0" anchor="ctr"/>
          <a:lstStyle/>
          <a:p>
            <a:pPr algn="ctr" indent="0" marL="0">
              <a:buNone/>
            </a:pPr>
            <a:r>
              <a:rPr lang="en-US" sz="2400" b="1" i="1" dirty="0">
                <a:solidFill>
                  <a:schemeClr val="tx1"/>
                </a:solidFill>
                <a:latin typeface="+mj-lt" pitchFamily="34" charset="0"/>
                <a:ea typeface="+mj-lt" pitchFamily="34" charset="-122"/>
                <a:cs typeface="+mj-lt" pitchFamily="34" charset="-120"/>
              </a:rPr>
              <a:t>Goedemorgen</a:t>
            </a:r>
            <a:endParaRPr lang="en-US" sz="2400" dirty="0"/>
          </a:p>
        </p:txBody>
      </p:sp>
      <p:sp>
        <p:nvSpPr>
          <p:cNvPr id="20" name="Text 16"/>
          <p:cNvSpPr txBox="1"/>
          <p:nvPr/>
        </p:nvSpPr>
        <p:spPr>
          <a:xfrm>
            <a:off x="658368" y="4846320"/>
            <a:ext cx="2553462" cy="457200"/>
          </a:xfrm>
          <a:prstGeom prst="rect">
            <a:avLst/>
          </a:prstGeom>
          <a:noFill/>
          <a:ln/>
        </p:spPr>
        <p:txBody>
          <a:bodyPr wrap="square" lIns="0" tIns="0" rIns="0" bIns="0" rtlCol="0" anchor="ctr"/>
          <a:lstStyle/>
          <a:p>
            <a:pPr algn="ctr" indent="0" marL="0">
              <a:buNone/>
            </a:pPr>
            <a:r>
              <a:rPr lang="en-US" sz="1600" dirty="0">
                <a:solidFill>
                  <a:schemeClr val="accent5"/>
                </a:solidFill>
              </a:rPr>
              <a:t>→ 12 u</a:t>
            </a:r>
            <a:endParaRPr lang="en-US" sz="1600" dirty="0"/>
          </a:p>
        </p:txBody>
      </p:sp>
      <p:sp>
        <p:nvSpPr>
          <p:cNvPr id="21" name="Shape 17"/>
          <p:cNvSpPr/>
          <p:nvPr/>
        </p:nvSpPr>
        <p:spPr>
          <a:xfrm>
            <a:off x="3321558" y="3291840"/>
            <a:ext cx="2772918" cy="384048"/>
          </a:xfrm>
          <a:prstGeom prst="rect">
            <a:avLst/>
          </a:prstGeom>
          <a:solidFill>
            <a:srgbClr val="F2D25A"/>
          </a:solidFill>
          <a:ln w="12700">
            <a:solidFill>
              <a:srgbClr val="FFFFFF">
                <a:alpha val="0"/>
              </a:srgbClr>
            </a:solidFill>
            <a:prstDash val="solid"/>
          </a:ln>
        </p:spPr>
      </p:sp>
      <p:sp>
        <p:nvSpPr>
          <p:cNvPr id="22" name="Text 18"/>
          <p:cNvSpPr txBox="1"/>
          <p:nvPr/>
        </p:nvSpPr>
        <p:spPr>
          <a:xfrm>
            <a:off x="3321558" y="3703320"/>
            <a:ext cx="914400" cy="274320"/>
          </a:xfrm>
          <a:prstGeom prst="rect">
            <a:avLst/>
          </a:prstGeom>
          <a:noFill/>
          <a:ln/>
        </p:spPr>
        <p:txBody>
          <a:bodyPr wrap="square" lIns="0" tIns="0" rIns="0" bIns="0" rtlCol="0" anchor="t"/>
          <a:lstStyle/>
          <a:p>
            <a:pPr algn="l" indent="0" marL="0">
              <a:buNone/>
            </a:pPr>
            <a:r>
              <a:rPr lang="en-US" sz="1200" dirty="0">
                <a:solidFill>
                  <a:schemeClr val="accent5"/>
                </a:solidFill>
              </a:rPr>
              <a:t>12 u</a:t>
            </a:r>
            <a:endParaRPr lang="en-US" sz="1200" dirty="0"/>
          </a:p>
        </p:txBody>
      </p:sp>
      <p:pic>
        <p:nvPicPr>
          <p:cNvPr id="23" name="Image 1" descr="sun">    </p:cNvPr>
          <p:cNvPicPr>
            <a:picLocks noChangeAspect="1"/>
          </p:cNvPicPr>
          <p:nvPr/>
        </p:nvPicPr>
        <p:blipFill>
          <a:blip r:embed="rId2"/>
          <a:stretch>
            <a:fillRect/>
          </a:stretch>
        </p:blipFill>
        <p:spPr>
          <a:xfrm>
            <a:off x="4387977" y="2606040"/>
            <a:ext cx="640080" cy="640080"/>
          </a:xfrm>
          <a:prstGeom prst="rect">
            <a:avLst/>
          </a:prstGeom>
        </p:spPr>
      </p:pic>
      <p:sp>
        <p:nvSpPr>
          <p:cNvPr id="24" name="Shape 19"/>
          <p:cNvSpPr/>
          <p:nvPr/>
        </p:nvSpPr>
        <p:spPr>
          <a:xfrm>
            <a:off x="3431286" y="4114800"/>
            <a:ext cx="2553462" cy="1417320"/>
          </a:xfrm>
          <a:prstGeom prst="roundRect">
            <a:avLst>
              <a:gd name="adj" fmla="val 5161"/>
            </a:avLst>
          </a:prstGeom>
          <a:solidFill>
            <a:schemeClr val="bg1"/>
          </a:solidFill>
          <a:ln w="31750">
            <a:solidFill>
              <a:srgbClr val="F2D25A"/>
            </a:solidFill>
            <a:prstDash val="solid"/>
          </a:ln>
          <a:effectLst>
            <a:outerShdw sx="100000" sy="100000" kx="0" ky="0" algn="bl" rotWithShape="0" blurRad="101600" dist="25400" dir="3600000">
              <a:srgbClr val="000000">
                <a:alpha val="16000"/>
              </a:srgbClr>
            </a:outerShdw>
          </a:effectLst>
        </p:spPr>
      </p:sp>
      <p:sp>
        <p:nvSpPr>
          <p:cNvPr id="25" name="Text 20"/>
          <p:cNvSpPr txBox="1"/>
          <p:nvPr/>
        </p:nvSpPr>
        <p:spPr>
          <a:xfrm>
            <a:off x="3431286" y="4206240"/>
            <a:ext cx="2553462" cy="685800"/>
          </a:xfrm>
          <a:prstGeom prst="rect">
            <a:avLst/>
          </a:prstGeom>
          <a:noFill/>
          <a:ln/>
        </p:spPr>
        <p:txBody>
          <a:bodyPr wrap="square" lIns="0" tIns="0" rIns="0" bIns="0" rtlCol="0" anchor="ctr"/>
          <a:lstStyle/>
          <a:p>
            <a:pPr algn="ctr" indent="0" marL="0">
              <a:buNone/>
            </a:pPr>
            <a:r>
              <a:rPr lang="en-US" sz="2400" b="1" i="1" dirty="0">
                <a:solidFill>
                  <a:schemeClr val="tx1"/>
                </a:solidFill>
                <a:latin typeface="+mj-lt" pitchFamily="34" charset="0"/>
                <a:ea typeface="+mj-lt" pitchFamily="34" charset="-122"/>
                <a:cs typeface="+mj-lt" pitchFamily="34" charset="-120"/>
              </a:rPr>
              <a:t>Goedemiddag</a:t>
            </a:r>
            <a:endParaRPr lang="en-US" sz="2400" dirty="0"/>
          </a:p>
        </p:txBody>
      </p:sp>
      <p:sp>
        <p:nvSpPr>
          <p:cNvPr id="26" name="Text 21"/>
          <p:cNvSpPr txBox="1"/>
          <p:nvPr/>
        </p:nvSpPr>
        <p:spPr>
          <a:xfrm>
            <a:off x="3431286" y="4846320"/>
            <a:ext cx="2553462" cy="457200"/>
          </a:xfrm>
          <a:prstGeom prst="rect">
            <a:avLst/>
          </a:prstGeom>
          <a:noFill/>
          <a:ln/>
        </p:spPr>
        <p:txBody>
          <a:bodyPr wrap="square" lIns="0" tIns="0" rIns="0" bIns="0" rtlCol="0" anchor="ctr"/>
          <a:lstStyle/>
          <a:p>
            <a:pPr algn="ctr" indent="0" marL="0">
              <a:buNone/>
            </a:pPr>
            <a:r>
              <a:rPr lang="en-US" sz="1600" dirty="0">
                <a:solidFill>
                  <a:schemeClr val="accent5"/>
                </a:solidFill>
              </a:rPr>
              <a:t>12 → 18 u</a:t>
            </a:r>
            <a:endParaRPr lang="en-US" sz="1600" dirty="0"/>
          </a:p>
        </p:txBody>
      </p:sp>
      <p:sp>
        <p:nvSpPr>
          <p:cNvPr id="27" name="Shape 22"/>
          <p:cNvSpPr/>
          <p:nvPr/>
        </p:nvSpPr>
        <p:spPr>
          <a:xfrm>
            <a:off x="6094476" y="3291840"/>
            <a:ext cx="2772918" cy="384048"/>
          </a:xfrm>
          <a:prstGeom prst="rect">
            <a:avLst/>
          </a:prstGeom>
          <a:solidFill>
            <a:srgbClr val="E3864E"/>
          </a:solidFill>
          <a:ln w="12700">
            <a:solidFill>
              <a:srgbClr val="FFFFFF">
                <a:alpha val="0"/>
              </a:srgbClr>
            </a:solidFill>
            <a:prstDash val="solid"/>
          </a:ln>
        </p:spPr>
      </p:sp>
      <p:sp>
        <p:nvSpPr>
          <p:cNvPr id="28" name="Text 23"/>
          <p:cNvSpPr txBox="1"/>
          <p:nvPr/>
        </p:nvSpPr>
        <p:spPr>
          <a:xfrm>
            <a:off x="6094476" y="3703320"/>
            <a:ext cx="914400" cy="274320"/>
          </a:xfrm>
          <a:prstGeom prst="rect">
            <a:avLst/>
          </a:prstGeom>
          <a:noFill/>
          <a:ln/>
        </p:spPr>
        <p:txBody>
          <a:bodyPr wrap="square" lIns="0" tIns="0" rIns="0" bIns="0" rtlCol="0" anchor="t"/>
          <a:lstStyle/>
          <a:p>
            <a:pPr algn="l" indent="0" marL="0">
              <a:buNone/>
            </a:pPr>
            <a:r>
              <a:rPr lang="en-US" sz="1200" dirty="0">
                <a:solidFill>
                  <a:schemeClr val="accent5"/>
                </a:solidFill>
              </a:rPr>
              <a:t>18 u</a:t>
            </a:r>
            <a:endParaRPr lang="en-US" sz="1200" dirty="0"/>
          </a:p>
        </p:txBody>
      </p:sp>
      <p:pic>
        <p:nvPicPr>
          <p:cNvPr id="29" name="Image 2" descr="sunset">    </p:cNvPr>
          <p:cNvPicPr>
            <a:picLocks noChangeAspect="1"/>
          </p:cNvPicPr>
          <p:nvPr/>
        </p:nvPicPr>
        <p:blipFill>
          <a:blip r:embed="rId3"/>
          <a:stretch>
            <a:fillRect/>
          </a:stretch>
        </p:blipFill>
        <p:spPr>
          <a:xfrm>
            <a:off x="7160895" y="2606040"/>
            <a:ext cx="640080" cy="640080"/>
          </a:xfrm>
          <a:prstGeom prst="rect">
            <a:avLst/>
          </a:prstGeom>
        </p:spPr>
      </p:pic>
      <p:sp>
        <p:nvSpPr>
          <p:cNvPr id="30" name="Shape 24"/>
          <p:cNvSpPr/>
          <p:nvPr/>
        </p:nvSpPr>
        <p:spPr>
          <a:xfrm>
            <a:off x="6204204" y="4114800"/>
            <a:ext cx="2553462" cy="1417320"/>
          </a:xfrm>
          <a:prstGeom prst="roundRect">
            <a:avLst>
              <a:gd name="adj" fmla="val 5161"/>
            </a:avLst>
          </a:prstGeom>
          <a:solidFill>
            <a:schemeClr val="bg1"/>
          </a:solidFill>
          <a:ln w="31750">
            <a:solidFill>
              <a:srgbClr val="E3864E"/>
            </a:solidFill>
            <a:prstDash val="solid"/>
          </a:ln>
          <a:effectLst>
            <a:outerShdw sx="100000" sy="100000" kx="0" ky="0" algn="bl" rotWithShape="0" blurRad="101600" dist="25400" dir="3600000">
              <a:srgbClr val="000000">
                <a:alpha val="16000"/>
              </a:srgbClr>
            </a:outerShdw>
          </a:effectLst>
        </p:spPr>
      </p:sp>
      <p:sp>
        <p:nvSpPr>
          <p:cNvPr id="31" name="Text 25"/>
          <p:cNvSpPr txBox="1"/>
          <p:nvPr/>
        </p:nvSpPr>
        <p:spPr>
          <a:xfrm>
            <a:off x="6204204" y="4206240"/>
            <a:ext cx="2553462" cy="685800"/>
          </a:xfrm>
          <a:prstGeom prst="rect">
            <a:avLst/>
          </a:prstGeom>
          <a:noFill/>
          <a:ln/>
        </p:spPr>
        <p:txBody>
          <a:bodyPr wrap="square" lIns="0" tIns="0" rIns="0" bIns="0" rtlCol="0" anchor="ctr"/>
          <a:lstStyle/>
          <a:p>
            <a:pPr algn="ctr" indent="0" marL="0">
              <a:buNone/>
            </a:pPr>
            <a:r>
              <a:rPr lang="en-US" sz="2400" b="1" i="1" dirty="0">
                <a:solidFill>
                  <a:schemeClr val="tx1"/>
                </a:solidFill>
                <a:latin typeface="+mj-lt" pitchFamily="34" charset="0"/>
                <a:ea typeface="+mj-lt" pitchFamily="34" charset="-122"/>
                <a:cs typeface="+mj-lt" pitchFamily="34" charset="-120"/>
              </a:rPr>
              <a:t>Goedenavond</a:t>
            </a:r>
            <a:endParaRPr lang="en-US" sz="2400" dirty="0"/>
          </a:p>
        </p:txBody>
      </p:sp>
      <p:sp>
        <p:nvSpPr>
          <p:cNvPr id="32" name="Text 26"/>
          <p:cNvSpPr txBox="1"/>
          <p:nvPr/>
        </p:nvSpPr>
        <p:spPr>
          <a:xfrm>
            <a:off x="6204204" y="4846320"/>
            <a:ext cx="2553462" cy="457200"/>
          </a:xfrm>
          <a:prstGeom prst="rect">
            <a:avLst/>
          </a:prstGeom>
          <a:noFill/>
          <a:ln/>
        </p:spPr>
        <p:txBody>
          <a:bodyPr wrap="square" lIns="0" tIns="0" rIns="0" bIns="0" rtlCol="0" anchor="ctr"/>
          <a:lstStyle/>
          <a:p>
            <a:pPr algn="ctr" indent="0" marL="0">
              <a:buNone/>
            </a:pPr>
            <a:r>
              <a:rPr lang="en-US" sz="1600" dirty="0">
                <a:solidFill>
                  <a:schemeClr val="accent5"/>
                </a:solidFill>
              </a:rPr>
              <a:t>après 18 u</a:t>
            </a:r>
            <a:endParaRPr lang="en-US" sz="1600" dirty="0"/>
          </a:p>
        </p:txBody>
      </p:sp>
      <p:sp>
        <p:nvSpPr>
          <p:cNvPr id="33" name="Shape 27"/>
          <p:cNvSpPr/>
          <p:nvPr/>
        </p:nvSpPr>
        <p:spPr>
          <a:xfrm>
            <a:off x="8867394" y="3291840"/>
            <a:ext cx="2772918" cy="384048"/>
          </a:xfrm>
          <a:prstGeom prst="rect">
            <a:avLst/>
          </a:prstGeom>
          <a:solidFill>
            <a:srgbClr val="3E4E7A"/>
          </a:solidFill>
          <a:ln w="12700">
            <a:solidFill>
              <a:srgbClr val="FFFFFF">
                <a:alpha val="0"/>
              </a:srgbClr>
            </a:solidFill>
            <a:prstDash val="solid"/>
          </a:ln>
        </p:spPr>
      </p:sp>
      <p:sp>
        <p:nvSpPr>
          <p:cNvPr id="34" name="Text 28"/>
          <p:cNvSpPr txBox="1"/>
          <p:nvPr/>
        </p:nvSpPr>
        <p:spPr>
          <a:xfrm>
            <a:off x="8867394" y="3703320"/>
            <a:ext cx="914400" cy="274320"/>
          </a:xfrm>
          <a:prstGeom prst="rect">
            <a:avLst/>
          </a:prstGeom>
          <a:noFill/>
          <a:ln/>
        </p:spPr>
        <p:txBody>
          <a:bodyPr wrap="square" lIns="0" tIns="0" rIns="0" bIns="0" rtlCol="0" anchor="t"/>
          <a:lstStyle/>
          <a:p>
            <a:pPr algn="l" indent="0" marL="0">
              <a:buNone/>
            </a:pPr>
            <a:r>
              <a:rPr lang="en-US" sz="1200" dirty="0">
                <a:solidFill>
                  <a:schemeClr val="accent5"/>
                </a:solidFill>
              </a:rPr>
              <a:t>22 u</a:t>
            </a:r>
            <a:endParaRPr lang="en-US" sz="1200" dirty="0"/>
          </a:p>
        </p:txBody>
      </p:sp>
      <p:pic>
        <p:nvPicPr>
          <p:cNvPr id="35" name="Image 3" descr="night with stars">    </p:cNvPr>
          <p:cNvPicPr>
            <a:picLocks noChangeAspect="1"/>
          </p:cNvPicPr>
          <p:nvPr/>
        </p:nvPicPr>
        <p:blipFill>
          <a:blip r:embed="rId4"/>
          <a:stretch>
            <a:fillRect/>
          </a:stretch>
        </p:blipFill>
        <p:spPr>
          <a:xfrm>
            <a:off x="9933813" y="2606040"/>
            <a:ext cx="640080" cy="640080"/>
          </a:xfrm>
          <a:prstGeom prst="rect">
            <a:avLst/>
          </a:prstGeom>
        </p:spPr>
      </p:pic>
      <p:sp>
        <p:nvSpPr>
          <p:cNvPr id="36" name="Shape 29"/>
          <p:cNvSpPr/>
          <p:nvPr/>
        </p:nvSpPr>
        <p:spPr>
          <a:xfrm>
            <a:off x="8977122" y="4114800"/>
            <a:ext cx="2553462" cy="1417320"/>
          </a:xfrm>
          <a:prstGeom prst="roundRect">
            <a:avLst>
              <a:gd name="adj" fmla="val 5161"/>
            </a:avLst>
          </a:prstGeom>
          <a:solidFill>
            <a:schemeClr val="bg1"/>
          </a:solidFill>
          <a:ln w="31750">
            <a:solidFill>
              <a:srgbClr val="3E4E7A"/>
            </a:solidFill>
            <a:prstDash val="solid"/>
          </a:ln>
          <a:effectLst>
            <a:outerShdw sx="100000" sy="100000" kx="0" ky="0" algn="bl" rotWithShape="0" blurRad="101600" dist="25400" dir="3600000">
              <a:srgbClr val="000000">
                <a:alpha val="16000"/>
              </a:srgbClr>
            </a:outerShdw>
          </a:effectLst>
        </p:spPr>
      </p:sp>
      <p:sp>
        <p:nvSpPr>
          <p:cNvPr id="37" name="Text 30"/>
          <p:cNvSpPr txBox="1"/>
          <p:nvPr/>
        </p:nvSpPr>
        <p:spPr>
          <a:xfrm>
            <a:off x="8977122" y="4206240"/>
            <a:ext cx="2553462" cy="685800"/>
          </a:xfrm>
          <a:prstGeom prst="rect">
            <a:avLst/>
          </a:prstGeom>
          <a:noFill/>
          <a:ln/>
        </p:spPr>
        <p:txBody>
          <a:bodyPr wrap="square" lIns="0" tIns="0" rIns="0" bIns="0" rtlCol="0" anchor="ctr"/>
          <a:lstStyle/>
          <a:p>
            <a:pPr algn="ctr" indent="0" marL="0">
              <a:buNone/>
            </a:pPr>
            <a:r>
              <a:rPr lang="en-US" sz="2400" b="1" i="1" dirty="0">
                <a:solidFill>
                  <a:schemeClr val="tx1"/>
                </a:solidFill>
                <a:latin typeface="+mj-lt" pitchFamily="34" charset="0"/>
                <a:ea typeface="+mj-lt" pitchFamily="34" charset="-122"/>
                <a:cs typeface="+mj-lt" pitchFamily="34" charset="-120"/>
              </a:rPr>
              <a:t>Goedenacht</a:t>
            </a:r>
            <a:endParaRPr lang="en-US" sz="2400" dirty="0"/>
          </a:p>
        </p:txBody>
      </p:sp>
      <p:sp>
        <p:nvSpPr>
          <p:cNvPr id="38" name="Text 31"/>
          <p:cNvSpPr txBox="1"/>
          <p:nvPr/>
        </p:nvSpPr>
        <p:spPr>
          <a:xfrm>
            <a:off x="8977122" y="4846320"/>
            <a:ext cx="2553462" cy="457200"/>
          </a:xfrm>
          <a:prstGeom prst="rect">
            <a:avLst/>
          </a:prstGeom>
          <a:noFill/>
          <a:ln/>
        </p:spPr>
        <p:txBody>
          <a:bodyPr wrap="square" lIns="0" tIns="0" rIns="0" bIns="0" rtlCol="0" anchor="ctr"/>
          <a:lstStyle/>
          <a:p>
            <a:pPr algn="ctr" indent="0" marL="0">
              <a:buNone/>
            </a:pPr>
            <a:r>
              <a:rPr lang="en-US" sz="1600" dirty="0">
                <a:solidFill>
                  <a:schemeClr val="accent5"/>
                </a:solidFill>
              </a:rPr>
              <a:t>au coucher</a:t>
            </a:r>
            <a:endParaRPr lang="en-US" sz="1600" dirty="0"/>
          </a:p>
        </p:txBody>
      </p:sp>
      <p:sp>
        <p:nvSpPr>
          <p:cNvPr id="39" name="Text 32"/>
          <p:cNvSpPr txBox="1"/>
          <p:nvPr/>
        </p:nvSpPr>
        <p:spPr>
          <a:xfrm>
            <a:off x="11091672" y="3703320"/>
            <a:ext cx="548640" cy="274320"/>
          </a:xfrm>
          <a:prstGeom prst="rect">
            <a:avLst/>
          </a:prstGeom>
          <a:noFill/>
          <a:ln/>
        </p:spPr>
        <p:txBody>
          <a:bodyPr wrap="square" lIns="0" tIns="0" rIns="0" bIns="0" rtlCol="0" anchor="t"/>
          <a:lstStyle/>
          <a:p>
            <a:pPr algn="r" indent="0" marL="0">
              <a:buNone/>
            </a:pPr>
            <a:r>
              <a:rPr lang="en-US" sz="1200" dirty="0">
                <a:solidFill>
                  <a:schemeClr val="accent5"/>
                </a:solidFill>
              </a:rPr>
              <a:t>24 u</a:t>
            </a:r>
            <a:endParaRPr lang="en-US" sz="1200" dirty="0"/>
          </a:p>
        </p:txBody>
      </p:sp>
      <p:sp>
        <p:nvSpPr>
          <p:cNvPr id="40" name="Text 33"/>
          <p:cNvSpPr txBox="1"/>
          <p:nvPr/>
        </p:nvSpPr>
        <p:spPr>
          <a:xfrm>
            <a:off x="548640" y="5760720"/>
            <a:ext cx="11091672" cy="457200"/>
          </a:xfrm>
          <a:prstGeom prst="rect">
            <a:avLst/>
          </a:prstGeom>
          <a:noFill/>
          <a:ln/>
        </p:spPr>
        <p:txBody>
          <a:bodyPr wrap="square" lIns="0" tIns="0" rIns="0" bIns="0" rtlCol="0" anchor="t"/>
          <a:lstStyle/>
          <a:p>
            <a:pPr algn="ctr" indent="0" marL="0">
              <a:buNone/>
            </a:pPr>
            <a:r>
              <a:rPr lang="en-US" sz="1600" i="1" dirty="0">
                <a:solidFill>
                  <a:schemeClr val="accent6"/>
                </a:solidFill>
              </a:rPr>
              <a:t>⚠ </a:t>
            </a:r>
            <a:r>
              <a:rPr lang="en-US" sz="1600" i="1" dirty="0">
                <a:solidFill>
                  <a:schemeClr val="accent6"/>
                </a:solidFill>
              </a:rPr>
              <a:t>Goedenacht</a:t>
            </a:r>
            <a:r>
              <a:rPr lang="en-US" sz="1600" i="1" dirty="0">
                <a:solidFill>
                  <a:schemeClr val="accent6"/>
                </a:solidFill>
              </a:rPr>
              <a:t> ne sert pas à saluer en arrivant : on le dit en partant le soir ou en allant dormir.</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Hoe gaat het? — l’échelle des réponses</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Shape 2"/>
          <p:cNvSpPr/>
          <p:nvPr/>
        </p:nvSpPr>
        <p:spPr>
          <a:xfrm>
            <a:off x="822960" y="1572768"/>
            <a:ext cx="457200" cy="4608576"/>
          </a:xfrm>
          <a:prstGeom prst="roundRect">
            <a:avLst>
              <a:gd name="adj" fmla="val 50000"/>
            </a:avLst>
          </a:prstGeom>
          <a:solidFill>
            <a:schemeClr val="bg2"/>
          </a:solidFill>
          <a:ln w="12700">
            <a:solidFill>
              <a:srgbClr val="D5DCE6"/>
            </a:solidFill>
            <a:prstDash val="solid"/>
          </a:ln>
        </p:spPr>
      </p:sp>
      <p:sp>
        <p:nvSpPr>
          <p:cNvPr id="6" name="Shape 3"/>
          <p:cNvSpPr/>
          <p:nvPr/>
        </p:nvSpPr>
        <p:spPr>
          <a:xfrm>
            <a:off x="896112" y="1645920"/>
            <a:ext cx="310896" cy="512064"/>
          </a:xfrm>
          <a:prstGeom prst="roundRect">
            <a:avLst>
              <a:gd name="adj" fmla="val 29412"/>
            </a:avLst>
          </a:prstGeom>
          <a:solidFill>
            <a:srgbClr val="2E7D4F"/>
          </a:solidFill>
          <a:ln w="12700">
            <a:solidFill>
              <a:srgbClr val="FFFFFF">
                <a:alpha val="0"/>
              </a:srgbClr>
            </a:solidFill>
            <a:prstDash val="solid"/>
          </a:ln>
        </p:spPr>
      </p:sp>
      <p:sp>
        <p:nvSpPr>
          <p:cNvPr id="7" name="Shape 4"/>
          <p:cNvSpPr/>
          <p:nvPr/>
        </p:nvSpPr>
        <p:spPr>
          <a:xfrm>
            <a:off x="1325880" y="1901952"/>
            <a:ext cx="365760" cy="914"/>
          </a:xfrm>
          <a:prstGeom prst="line">
            <a:avLst/>
          </a:prstGeom>
          <a:noFill/>
          <a:ln w="25400">
            <a:solidFill>
              <a:srgbClr val="2E7D4F"/>
            </a:solidFill>
            <a:prstDash val="solid"/>
          </a:ln>
        </p:spPr>
      </p:sp>
      <p:pic>
        <p:nvPicPr>
          <p:cNvPr id="8" name="Image 0" descr="star struck">    </p:cNvPr>
          <p:cNvPicPr>
            <a:picLocks noChangeAspect="1"/>
          </p:cNvPicPr>
          <p:nvPr/>
        </p:nvPicPr>
        <p:blipFill>
          <a:blip r:embed="rId1"/>
          <a:stretch>
            <a:fillRect/>
          </a:stretch>
        </p:blipFill>
        <p:spPr>
          <a:xfrm>
            <a:off x="1783080" y="1645920"/>
            <a:ext cx="512064" cy="512064"/>
          </a:xfrm>
          <a:prstGeom prst="rect">
            <a:avLst/>
          </a:prstGeom>
        </p:spPr>
      </p:pic>
      <p:sp>
        <p:nvSpPr>
          <p:cNvPr id="9" name="Text 5"/>
          <p:cNvSpPr txBox="1"/>
          <p:nvPr/>
        </p:nvSpPr>
        <p:spPr>
          <a:xfrm>
            <a:off x="2423160" y="1572768"/>
            <a:ext cx="3840480" cy="658368"/>
          </a:xfrm>
          <a:prstGeom prst="rect">
            <a:avLst/>
          </a:prstGeom>
          <a:noFill/>
          <a:ln/>
        </p:spPr>
        <p:txBody>
          <a:bodyPr wrap="square" lIns="0" tIns="0" rIns="0" bIns="0" rtlCol="0" anchor="ctr"/>
          <a:lstStyle/>
          <a:p>
            <a:pPr algn="l" indent="0" marL="0">
              <a:buNone/>
            </a:pPr>
            <a:r>
              <a:rPr lang="en-US" sz="2000" b="1" i="1" dirty="0">
                <a:solidFill>
                  <a:schemeClr val="tx1"/>
                </a:solidFill>
              </a:rPr>
              <a:t>Uitstekend!</a:t>
            </a:r>
            <a:endParaRPr lang="en-US" sz="2000" dirty="0"/>
          </a:p>
        </p:txBody>
      </p:sp>
      <p:sp>
        <p:nvSpPr>
          <p:cNvPr id="10" name="Shape 6"/>
          <p:cNvSpPr/>
          <p:nvPr/>
        </p:nvSpPr>
        <p:spPr>
          <a:xfrm>
            <a:off x="896112" y="2304288"/>
            <a:ext cx="310896" cy="512064"/>
          </a:xfrm>
          <a:prstGeom prst="roundRect">
            <a:avLst>
              <a:gd name="adj" fmla="val 29412"/>
            </a:avLst>
          </a:prstGeom>
          <a:solidFill>
            <a:srgbClr val="5A9A4A"/>
          </a:solidFill>
          <a:ln w="12700">
            <a:solidFill>
              <a:srgbClr val="FFFFFF">
                <a:alpha val="0"/>
              </a:srgbClr>
            </a:solidFill>
            <a:prstDash val="solid"/>
          </a:ln>
        </p:spPr>
      </p:sp>
      <p:sp>
        <p:nvSpPr>
          <p:cNvPr id="11" name="Shape 7"/>
          <p:cNvSpPr/>
          <p:nvPr/>
        </p:nvSpPr>
        <p:spPr>
          <a:xfrm>
            <a:off x="1325880" y="2560320"/>
            <a:ext cx="365760" cy="914"/>
          </a:xfrm>
          <a:prstGeom prst="line">
            <a:avLst/>
          </a:prstGeom>
          <a:noFill/>
          <a:ln w="25400">
            <a:solidFill>
              <a:srgbClr val="5A9A4A"/>
            </a:solidFill>
            <a:prstDash val="solid"/>
          </a:ln>
        </p:spPr>
      </p:sp>
      <p:pic>
        <p:nvPicPr>
          <p:cNvPr id="12" name="Image 1" descr="grinning face with big eyes">    </p:cNvPr>
          <p:cNvPicPr>
            <a:picLocks noChangeAspect="1"/>
          </p:cNvPicPr>
          <p:nvPr/>
        </p:nvPicPr>
        <p:blipFill>
          <a:blip r:embed="rId2"/>
          <a:stretch>
            <a:fillRect/>
          </a:stretch>
        </p:blipFill>
        <p:spPr>
          <a:xfrm>
            <a:off x="1783080" y="2304288"/>
            <a:ext cx="512064" cy="512064"/>
          </a:xfrm>
          <a:prstGeom prst="rect">
            <a:avLst/>
          </a:prstGeom>
        </p:spPr>
      </p:pic>
      <p:sp>
        <p:nvSpPr>
          <p:cNvPr id="13" name="Text 8"/>
          <p:cNvSpPr txBox="1"/>
          <p:nvPr/>
        </p:nvSpPr>
        <p:spPr>
          <a:xfrm>
            <a:off x="2423160" y="2231136"/>
            <a:ext cx="3840480" cy="658368"/>
          </a:xfrm>
          <a:prstGeom prst="rect">
            <a:avLst/>
          </a:prstGeom>
          <a:noFill/>
          <a:ln/>
        </p:spPr>
        <p:txBody>
          <a:bodyPr wrap="square" lIns="0" tIns="0" rIns="0" bIns="0" rtlCol="0" anchor="ctr"/>
          <a:lstStyle/>
          <a:p>
            <a:pPr algn="l" indent="0" marL="0">
              <a:buNone/>
            </a:pPr>
            <a:r>
              <a:rPr lang="en-US" sz="2000" i="1" dirty="0">
                <a:solidFill>
                  <a:schemeClr val="tx1"/>
                </a:solidFill>
              </a:rPr>
              <a:t>Heel goed / Zeer goed</a:t>
            </a:r>
            <a:endParaRPr lang="en-US" sz="2000" dirty="0"/>
          </a:p>
        </p:txBody>
      </p:sp>
      <p:sp>
        <p:nvSpPr>
          <p:cNvPr id="14" name="Shape 9"/>
          <p:cNvSpPr/>
          <p:nvPr/>
        </p:nvSpPr>
        <p:spPr>
          <a:xfrm>
            <a:off x="896112" y="2962656"/>
            <a:ext cx="310896" cy="512064"/>
          </a:xfrm>
          <a:prstGeom prst="roundRect">
            <a:avLst>
              <a:gd name="adj" fmla="val 29412"/>
            </a:avLst>
          </a:prstGeom>
          <a:solidFill>
            <a:srgbClr val="8DB04A"/>
          </a:solidFill>
          <a:ln w="12700">
            <a:solidFill>
              <a:srgbClr val="FFFFFF">
                <a:alpha val="0"/>
              </a:srgbClr>
            </a:solidFill>
            <a:prstDash val="solid"/>
          </a:ln>
        </p:spPr>
      </p:sp>
      <p:sp>
        <p:nvSpPr>
          <p:cNvPr id="15" name="Shape 10"/>
          <p:cNvSpPr/>
          <p:nvPr/>
        </p:nvSpPr>
        <p:spPr>
          <a:xfrm>
            <a:off x="1325880" y="3218688"/>
            <a:ext cx="365760" cy="914"/>
          </a:xfrm>
          <a:prstGeom prst="line">
            <a:avLst/>
          </a:prstGeom>
          <a:noFill/>
          <a:ln w="25400">
            <a:solidFill>
              <a:srgbClr val="8DB04A"/>
            </a:solidFill>
            <a:prstDash val="solid"/>
          </a:ln>
        </p:spPr>
      </p:sp>
      <p:pic>
        <p:nvPicPr>
          <p:cNvPr id="16" name="Image 2" descr="slightly smiling face">    </p:cNvPr>
          <p:cNvPicPr>
            <a:picLocks noChangeAspect="1"/>
          </p:cNvPicPr>
          <p:nvPr/>
        </p:nvPicPr>
        <p:blipFill>
          <a:blip r:embed="rId3"/>
          <a:stretch>
            <a:fillRect/>
          </a:stretch>
        </p:blipFill>
        <p:spPr>
          <a:xfrm>
            <a:off x="1783080" y="2962656"/>
            <a:ext cx="512064" cy="512064"/>
          </a:xfrm>
          <a:prstGeom prst="rect">
            <a:avLst/>
          </a:prstGeom>
        </p:spPr>
      </p:pic>
      <p:sp>
        <p:nvSpPr>
          <p:cNvPr id="17" name="Text 11"/>
          <p:cNvSpPr txBox="1"/>
          <p:nvPr/>
        </p:nvSpPr>
        <p:spPr>
          <a:xfrm>
            <a:off x="2423160" y="2889504"/>
            <a:ext cx="3840480" cy="658368"/>
          </a:xfrm>
          <a:prstGeom prst="rect">
            <a:avLst/>
          </a:prstGeom>
          <a:noFill/>
          <a:ln/>
        </p:spPr>
        <p:txBody>
          <a:bodyPr wrap="square" lIns="0" tIns="0" rIns="0" bIns="0" rtlCol="0" anchor="ctr"/>
          <a:lstStyle/>
          <a:p>
            <a:pPr algn="l" indent="0" marL="0">
              <a:buNone/>
            </a:pPr>
            <a:r>
              <a:rPr lang="en-US" sz="2000" i="1" dirty="0">
                <a:solidFill>
                  <a:schemeClr val="tx1"/>
                </a:solidFill>
              </a:rPr>
              <a:t>Goed</a:t>
            </a:r>
            <a:endParaRPr lang="en-US" sz="2000" dirty="0"/>
          </a:p>
        </p:txBody>
      </p:sp>
      <p:sp>
        <p:nvSpPr>
          <p:cNvPr id="18" name="Shape 12"/>
          <p:cNvSpPr/>
          <p:nvPr/>
        </p:nvSpPr>
        <p:spPr>
          <a:xfrm>
            <a:off x="896112" y="3621024"/>
            <a:ext cx="310896" cy="512064"/>
          </a:xfrm>
          <a:prstGeom prst="roundRect">
            <a:avLst>
              <a:gd name="adj" fmla="val 29412"/>
            </a:avLst>
          </a:prstGeom>
          <a:solidFill>
            <a:srgbClr val="C9B83C"/>
          </a:solidFill>
          <a:ln w="12700">
            <a:solidFill>
              <a:srgbClr val="FFFFFF">
                <a:alpha val="0"/>
              </a:srgbClr>
            </a:solidFill>
            <a:prstDash val="solid"/>
          </a:ln>
        </p:spPr>
      </p:sp>
      <p:sp>
        <p:nvSpPr>
          <p:cNvPr id="19" name="Shape 13"/>
          <p:cNvSpPr/>
          <p:nvPr/>
        </p:nvSpPr>
        <p:spPr>
          <a:xfrm>
            <a:off x="1325880" y="3877056"/>
            <a:ext cx="365760" cy="914"/>
          </a:xfrm>
          <a:prstGeom prst="line">
            <a:avLst/>
          </a:prstGeom>
          <a:noFill/>
          <a:ln w="25400">
            <a:solidFill>
              <a:srgbClr val="C9B83C"/>
            </a:solidFill>
            <a:prstDash val="solid"/>
          </a:ln>
        </p:spPr>
      </p:sp>
      <p:pic>
        <p:nvPicPr>
          <p:cNvPr id="20" name="Image 3" descr="smiling face with smiling eyes">    </p:cNvPr>
          <p:cNvPicPr>
            <a:picLocks noChangeAspect="1"/>
          </p:cNvPicPr>
          <p:nvPr/>
        </p:nvPicPr>
        <p:blipFill>
          <a:blip r:embed="rId4"/>
          <a:stretch>
            <a:fillRect/>
          </a:stretch>
        </p:blipFill>
        <p:spPr>
          <a:xfrm>
            <a:off x="1783080" y="3621024"/>
            <a:ext cx="512064" cy="512064"/>
          </a:xfrm>
          <a:prstGeom prst="rect">
            <a:avLst/>
          </a:prstGeom>
        </p:spPr>
      </p:pic>
      <p:sp>
        <p:nvSpPr>
          <p:cNvPr id="21" name="Text 14"/>
          <p:cNvSpPr txBox="1"/>
          <p:nvPr/>
        </p:nvSpPr>
        <p:spPr>
          <a:xfrm>
            <a:off x="2423160" y="3547872"/>
            <a:ext cx="3840480" cy="658368"/>
          </a:xfrm>
          <a:prstGeom prst="rect">
            <a:avLst/>
          </a:prstGeom>
          <a:noFill/>
          <a:ln/>
        </p:spPr>
        <p:txBody>
          <a:bodyPr wrap="square" lIns="0" tIns="0" rIns="0" bIns="0" rtlCol="0" anchor="ctr"/>
          <a:lstStyle/>
          <a:p>
            <a:pPr algn="l" indent="0" marL="0">
              <a:buNone/>
            </a:pPr>
            <a:r>
              <a:rPr lang="en-US" sz="2000" i="1" dirty="0">
                <a:solidFill>
                  <a:schemeClr val="tx1"/>
                </a:solidFill>
              </a:rPr>
              <a:t>Best goed / Vrij goed</a:t>
            </a:r>
            <a:endParaRPr lang="en-US" sz="2000" dirty="0"/>
          </a:p>
        </p:txBody>
      </p:sp>
      <p:sp>
        <p:nvSpPr>
          <p:cNvPr id="22" name="Shape 15"/>
          <p:cNvSpPr/>
          <p:nvPr/>
        </p:nvSpPr>
        <p:spPr>
          <a:xfrm>
            <a:off x="896112" y="4279392"/>
            <a:ext cx="310896" cy="512064"/>
          </a:xfrm>
          <a:prstGeom prst="roundRect">
            <a:avLst>
              <a:gd name="adj" fmla="val 29412"/>
            </a:avLst>
          </a:prstGeom>
          <a:solidFill>
            <a:srgbClr val="E3A13B"/>
          </a:solidFill>
          <a:ln w="12700">
            <a:solidFill>
              <a:srgbClr val="FFFFFF">
                <a:alpha val="0"/>
              </a:srgbClr>
            </a:solidFill>
            <a:prstDash val="solid"/>
          </a:ln>
        </p:spPr>
      </p:sp>
      <p:sp>
        <p:nvSpPr>
          <p:cNvPr id="23" name="Shape 16"/>
          <p:cNvSpPr/>
          <p:nvPr/>
        </p:nvSpPr>
        <p:spPr>
          <a:xfrm>
            <a:off x="1325880" y="4535424"/>
            <a:ext cx="365760" cy="914"/>
          </a:xfrm>
          <a:prstGeom prst="line">
            <a:avLst/>
          </a:prstGeom>
          <a:noFill/>
          <a:ln w="25400">
            <a:solidFill>
              <a:srgbClr val="E3A13B"/>
            </a:solidFill>
            <a:prstDash val="solid"/>
          </a:ln>
        </p:spPr>
      </p:sp>
      <p:pic>
        <p:nvPicPr>
          <p:cNvPr id="24" name="Image 4" descr="neutral face">    </p:cNvPr>
          <p:cNvPicPr>
            <a:picLocks noChangeAspect="1"/>
          </p:cNvPicPr>
          <p:nvPr/>
        </p:nvPicPr>
        <p:blipFill>
          <a:blip r:embed="rId5"/>
          <a:stretch>
            <a:fillRect/>
          </a:stretch>
        </p:blipFill>
        <p:spPr>
          <a:xfrm>
            <a:off x="1783080" y="4279392"/>
            <a:ext cx="512064" cy="512064"/>
          </a:xfrm>
          <a:prstGeom prst="rect">
            <a:avLst/>
          </a:prstGeom>
        </p:spPr>
      </p:pic>
      <p:sp>
        <p:nvSpPr>
          <p:cNvPr id="25" name="Text 17"/>
          <p:cNvSpPr txBox="1"/>
          <p:nvPr/>
        </p:nvSpPr>
        <p:spPr>
          <a:xfrm>
            <a:off x="2423160" y="4206240"/>
            <a:ext cx="3840480" cy="658368"/>
          </a:xfrm>
          <a:prstGeom prst="rect">
            <a:avLst/>
          </a:prstGeom>
          <a:noFill/>
          <a:ln/>
        </p:spPr>
        <p:txBody>
          <a:bodyPr wrap="square" lIns="0" tIns="0" rIns="0" bIns="0" rtlCol="0" anchor="ctr"/>
          <a:lstStyle/>
          <a:p>
            <a:pPr algn="l" indent="0" marL="0">
              <a:buNone/>
            </a:pPr>
            <a:r>
              <a:rPr lang="en-US" sz="2000" i="1" dirty="0">
                <a:solidFill>
                  <a:schemeClr val="tx1"/>
                </a:solidFill>
              </a:rPr>
              <a:t>Het gaat.</a:t>
            </a:r>
            <a:endParaRPr lang="en-US" sz="2000" dirty="0"/>
          </a:p>
        </p:txBody>
      </p:sp>
      <p:sp>
        <p:nvSpPr>
          <p:cNvPr id="26" name="Shape 18"/>
          <p:cNvSpPr/>
          <p:nvPr/>
        </p:nvSpPr>
        <p:spPr>
          <a:xfrm>
            <a:off x="896112" y="4937760"/>
            <a:ext cx="310896" cy="512064"/>
          </a:xfrm>
          <a:prstGeom prst="roundRect">
            <a:avLst>
              <a:gd name="adj" fmla="val 29412"/>
            </a:avLst>
          </a:prstGeom>
          <a:solidFill>
            <a:srgbClr val="DD7A35"/>
          </a:solidFill>
          <a:ln w="12700">
            <a:solidFill>
              <a:srgbClr val="FFFFFF">
                <a:alpha val="0"/>
              </a:srgbClr>
            </a:solidFill>
            <a:prstDash val="solid"/>
          </a:ln>
        </p:spPr>
      </p:sp>
      <p:sp>
        <p:nvSpPr>
          <p:cNvPr id="27" name="Shape 19"/>
          <p:cNvSpPr/>
          <p:nvPr/>
        </p:nvSpPr>
        <p:spPr>
          <a:xfrm>
            <a:off x="1325880" y="5193792"/>
            <a:ext cx="365760" cy="914"/>
          </a:xfrm>
          <a:prstGeom prst="line">
            <a:avLst/>
          </a:prstGeom>
          <a:noFill/>
          <a:ln w="25400">
            <a:solidFill>
              <a:srgbClr val="DD7A35"/>
            </a:solidFill>
            <a:prstDash val="solid"/>
          </a:ln>
        </p:spPr>
      </p:sp>
      <p:pic>
        <p:nvPicPr>
          <p:cNvPr id="28" name="Image 5" descr="confused face">    </p:cNvPr>
          <p:cNvPicPr>
            <a:picLocks noChangeAspect="1"/>
          </p:cNvPicPr>
          <p:nvPr/>
        </p:nvPicPr>
        <p:blipFill>
          <a:blip r:embed="rId6"/>
          <a:stretch>
            <a:fillRect/>
          </a:stretch>
        </p:blipFill>
        <p:spPr>
          <a:xfrm>
            <a:off x="1783080" y="4937760"/>
            <a:ext cx="512064" cy="512064"/>
          </a:xfrm>
          <a:prstGeom prst="rect">
            <a:avLst/>
          </a:prstGeom>
        </p:spPr>
      </p:pic>
      <p:sp>
        <p:nvSpPr>
          <p:cNvPr id="29" name="Text 20"/>
          <p:cNvSpPr txBox="1"/>
          <p:nvPr/>
        </p:nvSpPr>
        <p:spPr>
          <a:xfrm>
            <a:off x="2423160" y="4864608"/>
            <a:ext cx="3840480" cy="658368"/>
          </a:xfrm>
          <a:prstGeom prst="rect">
            <a:avLst/>
          </a:prstGeom>
          <a:noFill/>
          <a:ln/>
        </p:spPr>
        <p:txBody>
          <a:bodyPr wrap="square" lIns="0" tIns="0" rIns="0" bIns="0" rtlCol="0" anchor="ctr"/>
          <a:lstStyle/>
          <a:p>
            <a:pPr algn="l" indent="0" marL="0">
              <a:buNone/>
            </a:pPr>
            <a:r>
              <a:rPr lang="en-US" sz="2000" i="1" dirty="0">
                <a:solidFill>
                  <a:schemeClr val="tx1"/>
                </a:solidFill>
              </a:rPr>
              <a:t>Niet zo goed.</a:t>
            </a:r>
            <a:endParaRPr lang="en-US" sz="2000" dirty="0"/>
          </a:p>
        </p:txBody>
      </p:sp>
      <p:sp>
        <p:nvSpPr>
          <p:cNvPr id="30" name="Shape 21"/>
          <p:cNvSpPr/>
          <p:nvPr/>
        </p:nvSpPr>
        <p:spPr>
          <a:xfrm>
            <a:off x="896112" y="5596128"/>
            <a:ext cx="310896" cy="512064"/>
          </a:xfrm>
          <a:prstGeom prst="roundRect">
            <a:avLst>
              <a:gd name="adj" fmla="val 29412"/>
            </a:avLst>
          </a:prstGeom>
          <a:solidFill>
            <a:srgbClr val="B83227"/>
          </a:solidFill>
          <a:ln w="12700">
            <a:solidFill>
              <a:srgbClr val="FFFFFF">
                <a:alpha val="0"/>
              </a:srgbClr>
            </a:solidFill>
            <a:prstDash val="solid"/>
          </a:ln>
        </p:spPr>
      </p:sp>
      <p:sp>
        <p:nvSpPr>
          <p:cNvPr id="31" name="Shape 22"/>
          <p:cNvSpPr/>
          <p:nvPr/>
        </p:nvSpPr>
        <p:spPr>
          <a:xfrm>
            <a:off x="1325880" y="5852160"/>
            <a:ext cx="365760" cy="914"/>
          </a:xfrm>
          <a:prstGeom prst="line">
            <a:avLst/>
          </a:prstGeom>
          <a:noFill/>
          <a:ln w="25400">
            <a:solidFill>
              <a:srgbClr val="B83227"/>
            </a:solidFill>
            <a:prstDash val="solid"/>
          </a:ln>
        </p:spPr>
      </p:sp>
      <p:pic>
        <p:nvPicPr>
          <p:cNvPr id="32" name="Image 6" descr="face with thermometer">    </p:cNvPr>
          <p:cNvPicPr>
            <a:picLocks noChangeAspect="1"/>
          </p:cNvPicPr>
          <p:nvPr/>
        </p:nvPicPr>
        <p:blipFill>
          <a:blip r:embed="rId7"/>
          <a:stretch>
            <a:fillRect/>
          </a:stretch>
        </p:blipFill>
        <p:spPr>
          <a:xfrm>
            <a:off x="1783080" y="5596128"/>
            <a:ext cx="512064" cy="512064"/>
          </a:xfrm>
          <a:prstGeom prst="rect">
            <a:avLst/>
          </a:prstGeom>
        </p:spPr>
      </p:pic>
      <p:sp>
        <p:nvSpPr>
          <p:cNvPr id="33" name="Text 23"/>
          <p:cNvSpPr txBox="1"/>
          <p:nvPr/>
        </p:nvSpPr>
        <p:spPr>
          <a:xfrm>
            <a:off x="2423160" y="5522976"/>
            <a:ext cx="3840480" cy="658368"/>
          </a:xfrm>
          <a:prstGeom prst="rect">
            <a:avLst/>
          </a:prstGeom>
          <a:noFill/>
          <a:ln/>
        </p:spPr>
        <p:txBody>
          <a:bodyPr wrap="square" lIns="0" tIns="0" rIns="0" bIns="0" rtlCol="0" anchor="ctr"/>
          <a:lstStyle/>
          <a:p>
            <a:pPr algn="l" indent="0" marL="0">
              <a:buNone/>
            </a:pPr>
            <a:r>
              <a:rPr lang="en-US" sz="2000" i="1" dirty="0">
                <a:solidFill>
                  <a:schemeClr val="tx1"/>
                </a:solidFill>
              </a:rPr>
              <a:t>Slecht.</a:t>
            </a:r>
            <a:endParaRPr lang="en-US" sz="2000" dirty="0"/>
          </a:p>
        </p:txBody>
      </p:sp>
      <p:sp>
        <p:nvSpPr>
          <p:cNvPr id="34" name="Shape 24"/>
          <p:cNvSpPr/>
          <p:nvPr/>
        </p:nvSpPr>
        <p:spPr>
          <a:xfrm>
            <a:off x="6675120" y="1737360"/>
            <a:ext cx="4965192" cy="1097280"/>
          </a:xfrm>
          <a:prstGeom prst="roundRect">
            <a:avLst>
              <a:gd name="adj" fmla="val 15000"/>
            </a:avLst>
          </a:prstGeom>
          <a:solidFill>
            <a:schemeClr val="tx2">
              <a:alpha val="12000"/>
            </a:schemeClr>
          </a:solidFill>
          <a:ln w="15875">
            <a:solidFill>
              <a:srgbClr val="17375E"/>
            </a:solidFill>
            <a:prstDash val="solid"/>
          </a:ln>
        </p:spPr>
      </p:sp>
      <p:sp>
        <p:nvSpPr>
          <p:cNvPr id="35" name="Text 25"/>
          <p:cNvSpPr txBox="1"/>
          <p:nvPr/>
        </p:nvSpPr>
        <p:spPr>
          <a:xfrm>
            <a:off x="6839712" y="1737360"/>
            <a:ext cx="4636008" cy="1097280"/>
          </a:xfrm>
          <a:prstGeom prst="rect">
            <a:avLst/>
          </a:prstGeom>
          <a:noFill/>
          <a:ln/>
        </p:spPr>
        <p:txBody>
          <a:bodyPr wrap="square" lIns="0" tIns="0" rIns="0" bIns="0" rtlCol="0" anchor="ctr"/>
          <a:lstStyle/>
          <a:p>
            <a:pPr algn="l" indent="0" marL="0">
              <a:buNone/>
            </a:pPr>
            <a:r>
              <a:rPr lang="en-US" sz="2100" b="1" dirty="0">
                <a:solidFill>
                  <a:schemeClr val="tx1"/>
                </a:solidFill>
              </a:rPr>
              <a:t>Formeel</a:t>
            </a:r>
            <a:r>
              <a:rPr lang="en-US" sz="2100" dirty="0">
                <a:solidFill>
                  <a:schemeClr val="tx1"/>
                </a:solidFill>
              </a:rPr>
              <a:t> : </a:t>
            </a:r>
            <a:r>
              <a:rPr lang="en-US" sz="2100" i="1" dirty="0">
                <a:solidFill>
                  <a:schemeClr val="tx1"/>
                </a:solidFill>
              </a:rPr>
              <a:t>Goed, dank u. En met u?</a:t>
            </a:r>
            <a:endParaRPr lang="en-US" sz="2100" dirty="0"/>
          </a:p>
        </p:txBody>
      </p:sp>
      <p:sp>
        <p:nvSpPr>
          <p:cNvPr id="36" name="Shape 26"/>
          <p:cNvSpPr/>
          <p:nvPr/>
        </p:nvSpPr>
        <p:spPr>
          <a:xfrm>
            <a:off x="6675120" y="3063240"/>
            <a:ext cx="4965192" cy="1097280"/>
          </a:xfrm>
          <a:prstGeom prst="roundRect">
            <a:avLst>
              <a:gd name="adj" fmla="val 15000"/>
            </a:avLst>
          </a:prstGeom>
          <a:solidFill>
            <a:srgbClr val="5B9BD5">
              <a:alpha val="20000"/>
            </a:srgbClr>
          </a:solidFill>
          <a:ln w="15875">
            <a:solidFill>
              <a:srgbClr val="5B9BD5"/>
            </a:solidFill>
            <a:prstDash val="solid"/>
          </a:ln>
        </p:spPr>
      </p:sp>
      <p:sp>
        <p:nvSpPr>
          <p:cNvPr id="37" name="Text 27"/>
          <p:cNvSpPr txBox="1"/>
          <p:nvPr/>
        </p:nvSpPr>
        <p:spPr>
          <a:xfrm>
            <a:off x="6839712" y="3063240"/>
            <a:ext cx="4636008" cy="1097280"/>
          </a:xfrm>
          <a:prstGeom prst="rect">
            <a:avLst/>
          </a:prstGeom>
          <a:noFill/>
          <a:ln/>
        </p:spPr>
        <p:txBody>
          <a:bodyPr wrap="square" lIns="0" tIns="0" rIns="0" bIns="0" rtlCol="0" anchor="ctr"/>
          <a:lstStyle/>
          <a:p>
            <a:pPr algn="l" indent="0" marL="0">
              <a:buNone/>
            </a:pPr>
            <a:r>
              <a:rPr lang="en-US" sz="2100" b="1" dirty="0">
                <a:solidFill>
                  <a:schemeClr val="tx1"/>
                </a:solidFill>
              </a:rPr>
              <a:t>Informeel</a:t>
            </a:r>
            <a:r>
              <a:rPr lang="en-US" sz="2100" dirty="0">
                <a:solidFill>
                  <a:schemeClr val="tx1"/>
                </a:solidFill>
              </a:rPr>
              <a:t> : </a:t>
            </a:r>
            <a:r>
              <a:rPr lang="en-US" sz="2100" i="1" dirty="0">
                <a:solidFill>
                  <a:schemeClr val="tx1"/>
                </a:solidFill>
              </a:rPr>
              <a:t>Prima! En met jou?</a:t>
            </a:r>
            <a:endParaRPr lang="en-US" sz="2100" dirty="0"/>
          </a:p>
        </p:txBody>
      </p:sp>
      <p:sp>
        <p:nvSpPr>
          <p:cNvPr id="38" name="Shape 28"/>
          <p:cNvSpPr/>
          <p:nvPr/>
        </p:nvSpPr>
        <p:spPr>
          <a:xfrm>
            <a:off x="6675120" y="4434840"/>
            <a:ext cx="4965192" cy="1737360"/>
          </a:xfrm>
          <a:prstGeom prst="roundRect">
            <a:avLst>
              <a:gd name="adj" fmla="val 4211"/>
            </a:avLst>
          </a:prstGeom>
          <a:solidFill>
            <a:schemeClr val="accent1">
              <a:alpha val="12000"/>
            </a:schemeClr>
          </a:solidFill>
          <a:ln w="15875">
            <a:solidFill>
              <a:srgbClr val="D9700F"/>
            </a:solidFill>
            <a:prstDash val="solid"/>
          </a:ln>
        </p:spPr>
      </p:sp>
      <p:sp>
        <p:nvSpPr>
          <p:cNvPr id="39" name="Text 29"/>
          <p:cNvSpPr txBox="1"/>
          <p:nvPr/>
        </p:nvSpPr>
        <p:spPr>
          <a:xfrm>
            <a:off x="6903720" y="4434840"/>
            <a:ext cx="4572000" cy="1737360"/>
          </a:xfrm>
          <a:prstGeom prst="rect">
            <a:avLst/>
          </a:prstGeom>
          <a:noFill/>
          <a:ln/>
        </p:spPr>
        <p:txBody>
          <a:bodyPr wrap="square" lIns="0" tIns="0" rIns="0" bIns="0" rtlCol="0" anchor="ctr"/>
          <a:lstStyle/>
          <a:p>
            <a:pPr algn="l" indent="0" marL="0">
              <a:spcAft>
                <a:spcPts val="800"/>
              </a:spcAft>
              <a:buNone/>
            </a:pPr>
            <a:r>
              <a:rPr lang="en-US" sz="1700" b="1" dirty="0">
                <a:solidFill>
                  <a:schemeClr val="tx1"/>
                </a:solidFill>
              </a:rPr>
              <a:t>best goed</a:t>
            </a:r>
            <a:r>
              <a:rPr lang="en-US" sz="1700" dirty="0">
                <a:solidFill>
                  <a:schemeClr val="tx1"/>
                </a:solidFill>
              </a:rPr>
              <a:t> = plutôt bien (≠ « le meilleur »)</a:t>
            </a:r>
            <a:endParaRPr lang="en-US" sz="1700" dirty="0"/>
          </a:p>
          <a:p>
            <a:pPr algn="l" indent="0" marL="0">
              <a:spcAft>
                <a:spcPts val="800"/>
              </a:spcAft>
              <a:buNone/>
            </a:pPr>
            <a:r>
              <a:rPr lang="en-US" sz="1700" i="1" dirty="0">
                <a:solidFill>
                  <a:schemeClr val="tx1"/>
                </a:solidFill>
              </a:rPr>
              <a:t>Het kan beter.</a:t>
            </a:r>
            <a:r>
              <a:rPr lang="en-US" sz="1700" dirty="0">
                <a:solidFill>
                  <a:schemeClr val="tx1"/>
                </a:solidFill>
              </a:rPr>
              <a:t> = Ça pourrait aller mieux.</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Prendre congé</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Shape 2"/>
          <p:cNvSpPr/>
          <p:nvPr/>
        </p:nvSpPr>
        <p:spPr>
          <a:xfrm>
            <a:off x="548640" y="1554480"/>
            <a:ext cx="5413248" cy="4709160"/>
          </a:xfrm>
          <a:prstGeom prst="roundRect">
            <a:avLst>
              <a:gd name="adj" fmla="val 1553"/>
            </a:avLst>
          </a:prstGeom>
          <a:solidFill>
            <a:schemeClr val="bg1"/>
          </a:solidFill>
          <a:ln w="31750">
            <a:solidFill>
              <a:srgbClr val="5B9BD5"/>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554480"/>
            <a:ext cx="5413248" cy="1005840"/>
          </a:xfrm>
          <a:prstGeom prst="roundRect">
            <a:avLst>
              <a:gd name="adj" fmla="val 7273"/>
            </a:avLst>
          </a:prstGeom>
          <a:solidFill>
            <a:srgbClr val="5B9BD5"/>
          </a:solidFill>
          <a:ln w="12700">
            <a:solidFill>
              <a:srgbClr val="FFFFFF">
                <a:alpha val="0"/>
              </a:srgbClr>
            </a:solidFill>
            <a:prstDash val="solid"/>
          </a:ln>
        </p:spPr>
      </p:sp>
      <p:pic>
        <p:nvPicPr>
          <p:cNvPr id="7" name="Image 0" descr="waving hand">    </p:cNvPr>
          <p:cNvPicPr>
            <a:picLocks noChangeAspect="1"/>
          </p:cNvPicPr>
          <p:nvPr/>
        </p:nvPicPr>
        <p:blipFill>
          <a:blip r:embed="rId1"/>
          <a:stretch>
            <a:fillRect/>
          </a:stretch>
        </p:blipFill>
        <p:spPr>
          <a:xfrm>
            <a:off x="777240" y="1645920"/>
            <a:ext cx="822960" cy="822960"/>
          </a:xfrm>
          <a:prstGeom prst="rect">
            <a:avLst/>
          </a:prstGeom>
        </p:spPr>
      </p:pic>
      <p:sp>
        <p:nvSpPr>
          <p:cNvPr id="8" name="Text 4"/>
          <p:cNvSpPr txBox="1"/>
          <p:nvPr/>
        </p:nvSpPr>
        <p:spPr>
          <a:xfrm>
            <a:off x="1783080" y="1554480"/>
            <a:ext cx="3931920" cy="1005840"/>
          </a:xfrm>
          <a:prstGeom prst="rect">
            <a:avLst/>
          </a:prstGeom>
          <a:noFill/>
          <a:ln/>
        </p:spPr>
        <p:txBody>
          <a:bodyPr wrap="square" lIns="0" tIns="0" rIns="0" bIns="0" rtlCol="0" anchor="ctr"/>
          <a:lstStyle/>
          <a:p>
            <a:pPr algn="l" indent="0" marL="0">
              <a:buNone/>
            </a:pPr>
            <a:r>
              <a:rPr lang="en-US" sz="2600" b="1" spc="200" kern="0" dirty="0">
                <a:solidFill>
                  <a:schemeClr val="bg1"/>
                </a:solidFill>
                <a:latin typeface="+mj-lt" pitchFamily="34" charset="0"/>
                <a:ea typeface="+mj-lt" pitchFamily="34" charset="-122"/>
                <a:cs typeface="+mj-lt" pitchFamily="34" charset="-120"/>
              </a:rPr>
              <a:t>INFORMEEL</a:t>
            </a:r>
            <a:endParaRPr lang="en-US" sz="2600" dirty="0"/>
          </a:p>
        </p:txBody>
      </p:sp>
      <p:sp>
        <p:nvSpPr>
          <p:cNvPr id="9" name="Text 5"/>
          <p:cNvSpPr txBox="1"/>
          <p:nvPr/>
        </p:nvSpPr>
        <p:spPr>
          <a:xfrm>
            <a:off x="868680" y="2743200"/>
            <a:ext cx="4846320" cy="502920"/>
          </a:xfrm>
          <a:prstGeom prst="rect">
            <a:avLst/>
          </a:prstGeom>
          <a:noFill/>
          <a:ln/>
        </p:spPr>
        <p:txBody>
          <a:bodyPr wrap="square" lIns="0" tIns="0" rIns="0" bIns="0" rtlCol="0" anchor="ctr"/>
          <a:lstStyle/>
          <a:p>
            <a:pPr algn="l" indent="0" marL="0">
              <a:buNone/>
            </a:pPr>
            <a:r>
              <a:rPr lang="en-US" sz="2400" b="1" i="1" dirty="0">
                <a:solidFill>
                  <a:schemeClr val="tx1"/>
                </a:solidFill>
              </a:rPr>
              <a:t>Daag!</a:t>
            </a:r>
            <a:endParaRPr lang="en-US" sz="2400" dirty="0"/>
          </a:p>
        </p:txBody>
      </p:sp>
      <p:sp>
        <p:nvSpPr>
          <p:cNvPr id="10" name="Text 6"/>
          <p:cNvSpPr txBox="1"/>
          <p:nvPr/>
        </p:nvSpPr>
        <p:spPr>
          <a:xfrm>
            <a:off x="868680" y="3200400"/>
            <a:ext cx="4846320" cy="320040"/>
          </a:xfrm>
          <a:prstGeom prst="rect">
            <a:avLst/>
          </a:prstGeom>
          <a:noFill/>
          <a:ln/>
        </p:spPr>
        <p:txBody>
          <a:bodyPr wrap="square" lIns="0" tIns="0" rIns="0" bIns="0" rtlCol="0" anchor="ctr"/>
          <a:lstStyle/>
          <a:p>
            <a:pPr algn="l" indent="0" marL="0">
              <a:buNone/>
            </a:pPr>
            <a:r>
              <a:rPr lang="en-US" sz="1400" i="1" dirty="0">
                <a:solidFill>
                  <a:schemeClr val="accent5"/>
                </a:solidFill>
              </a:rPr>
              <a:t>Salut !</a:t>
            </a:r>
            <a:endParaRPr lang="en-US" sz="1400" dirty="0"/>
          </a:p>
        </p:txBody>
      </p:sp>
      <p:sp>
        <p:nvSpPr>
          <p:cNvPr id="11" name="Text 7"/>
          <p:cNvSpPr txBox="1"/>
          <p:nvPr/>
        </p:nvSpPr>
        <p:spPr>
          <a:xfrm>
            <a:off x="868680" y="3611880"/>
            <a:ext cx="4846320" cy="502920"/>
          </a:xfrm>
          <a:prstGeom prst="rect">
            <a:avLst/>
          </a:prstGeom>
          <a:noFill/>
          <a:ln/>
        </p:spPr>
        <p:txBody>
          <a:bodyPr wrap="square" lIns="0" tIns="0" rIns="0" bIns="0" rtlCol="0" anchor="ctr"/>
          <a:lstStyle/>
          <a:p>
            <a:pPr algn="l" indent="0" marL="0">
              <a:buNone/>
            </a:pPr>
            <a:r>
              <a:rPr lang="en-US" sz="2400" b="1" i="1" dirty="0">
                <a:solidFill>
                  <a:schemeClr val="tx1"/>
                </a:solidFill>
              </a:rPr>
              <a:t>Tot straks!</a:t>
            </a:r>
            <a:endParaRPr lang="en-US" sz="2400" dirty="0"/>
          </a:p>
        </p:txBody>
      </p:sp>
      <p:sp>
        <p:nvSpPr>
          <p:cNvPr id="12" name="Text 8"/>
          <p:cNvSpPr txBox="1"/>
          <p:nvPr/>
        </p:nvSpPr>
        <p:spPr>
          <a:xfrm>
            <a:off x="868680" y="4069080"/>
            <a:ext cx="4846320" cy="320040"/>
          </a:xfrm>
          <a:prstGeom prst="rect">
            <a:avLst/>
          </a:prstGeom>
          <a:noFill/>
          <a:ln/>
        </p:spPr>
        <p:txBody>
          <a:bodyPr wrap="square" lIns="0" tIns="0" rIns="0" bIns="0" rtlCol="0" anchor="ctr"/>
          <a:lstStyle/>
          <a:p>
            <a:pPr algn="l" indent="0" marL="0">
              <a:buNone/>
            </a:pPr>
            <a:r>
              <a:rPr lang="en-US" sz="1400" i="1" dirty="0">
                <a:solidFill>
                  <a:schemeClr val="accent5"/>
                </a:solidFill>
              </a:rPr>
              <a:t>À tout à l’heure !</a:t>
            </a:r>
            <a:endParaRPr lang="en-US" sz="1400" dirty="0"/>
          </a:p>
        </p:txBody>
      </p:sp>
      <p:sp>
        <p:nvSpPr>
          <p:cNvPr id="13" name="Text 9"/>
          <p:cNvSpPr txBox="1"/>
          <p:nvPr/>
        </p:nvSpPr>
        <p:spPr>
          <a:xfrm>
            <a:off x="868680" y="4480560"/>
            <a:ext cx="4846320" cy="502920"/>
          </a:xfrm>
          <a:prstGeom prst="rect">
            <a:avLst/>
          </a:prstGeom>
          <a:noFill/>
          <a:ln/>
        </p:spPr>
        <p:txBody>
          <a:bodyPr wrap="square" lIns="0" tIns="0" rIns="0" bIns="0" rtlCol="0" anchor="ctr"/>
          <a:lstStyle/>
          <a:p>
            <a:pPr algn="l" indent="0" marL="0">
              <a:buNone/>
            </a:pPr>
            <a:r>
              <a:rPr lang="en-US" sz="2400" b="1" i="1" dirty="0">
                <a:solidFill>
                  <a:schemeClr val="tx1"/>
                </a:solidFill>
              </a:rPr>
              <a:t>Tot morgen!</a:t>
            </a:r>
            <a:endParaRPr lang="en-US" sz="2400" dirty="0"/>
          </a:p>
        </p:txBody>
      </p:sp>
      <p:sp>
        <p:nvSpPr>
          <p:cNvPr id="14" name="Text 10"/>
          <p:cNvSpPr txBox="1"/>
          <p:nvPr/>
        </p:nvSpPr>
        <p:spPr>
          <a:xfrm>
            <a:off x="868680" y="4937760"/>
            <a:ext cx="4846320" cy="320040"/>
          </a:xfrm>
          <a:prstGeom prst="rect">
            <a:avLst/>
          </a:prstGeom>
          <a:noFill/>
          <a:ln/>
        </p:spPr>
        <p:txBody>
          <a:bodyPr wrap="square" lIns="0" tIns="0" rIns="0" bIns="0" rtlCol="0" anchor="ctr"/>
          <a:lstStyle/>
          <a:p>
            <a:pPr algn="l" indent="0" marL="0">
              <a:buNone/>
            </a:pPr>
            <a:r>
              <a:rPr lang="en-US" sz="1400" i="1" dirty="0">
                <a:solidFill>
                  <a:schemeClr val="accent5"/>
                </a:solidFill>
              </a:rPr>
              <a:t>À demain !</a:t>
            </a:r>
            <a:endParaRPr lang="en-US" sz="1400" dirty="0"/>
          </a:p>
        </p:txBody>
      </p:sp>
      <p:sp>
        <p:nvSpPr>
          <p:cNvPr id="15" name="Text 11"/>
          <p:cNvSpPr txBox="1"/>
          <p:nvPr/>
        </p:nvSpPr>
        <p:spPr>
          <a:xfrm>
            <a:off x="868680" y="5349240"/>
            <a:ext cx="4846320" cy="502920"/>
          </a:xfrm>
          <a:prstGeom prst="rect">
            <a:avLst/>
          </a:prstGeom>
          <a:noFill/>
          <a:ln/>
        </p:spPr>
        <p:txBody>
          <a:bodyPr wrap="square" lIns="0" tIns="0" rIns="0" bIns="0" rtlCol="0" anchor="ctr"/>
          <a:lstStyle/>
          <a:p>
            <a:pPr algn="l" indent="0" marL="0">
              <a:buNone/>
            </a:pPr>
            <a:r>
              <a:rPr lang="en-US" sz="2400" b="1" i="1" dirty="0">
                <a:solidFill>
                  <a:schemeClr val="tx1"/>
                </a:solidFill>
              </a:rPr>
              <a:t>Tot de volgende!</a:t>
            </a:r>
            <a:endParaRPr lang="en-US" sz="2400" dirty="0"/>
          </a:p>
        </p:txBody>
      </p:sp>
      <p:sp>
        <p:nvSpPr>
          <p:cNvPr id="16" name="Text 12"/>
          <p:cNvSpPr txBox="1"/>
          <p:nvPr/>
        </p:nvSpPr>
        <p:spPr>
          <a:xfrm>
            <a:off x="868680" y="5806440"/>
            <a:ext cx="4846320" cy="320040"/>
          </a:xfrm>
          <a:prstGeom prst="rect">
            <a:avLst/>
          </a:prstGeom>
          <a:noFill/>
          <a:ln/>
        </p:spPr>
        <p:txBody>
          <a:bodyPr wrap="square" lIns="0" tIns="0" rIns="0" bIns="0" rtlCol="0" anchor="ctr"/>
          <a:lstStyle/>
          <a:p>
            <a:pPr algn="l" indent="0" marL="0">
              <a:buNone/>
            </a:pPr>
            <a:r>
              <a:rPr lang="en-US" sz="1400" i="1" dirty="0">
                <a:solidFill>
                  <a:schemeClr val="accent5"/>
                </a:solidFill>
              </a:rPr>
              <a:t>À la prochaine !</a:t>
            </a:r>
            <a:endParaRPr lang="en-US" sz="1400" dirty="0"/>
          </a:p>
        </p:txBody>
      </p:sp>
      <p:sp>
        <p:nvSpPr>
          <p:cNvPr id="17" name="Shape 13"/>
          <p:cNvSpPr/>
          <p:nvPr/>
        </p:nvSpPr>
        <p:spPr>
          <a:xfrm>
            <a:off x="6227064" y="1554480"/>
            <a:ext cx="5413248" cy="4709160"/>
          </a:xfrm>
          <a:prstGeom prst="roundRect">
            <a:avLst>
              <a:gd name="adj" fmla="val 1553"/>
            </a:avLst>
          </a:prstGeom>
          <a:solidFill>
            <a:schemeClr val="bg1"/>
          </a:solidFill>
          <a:ln w="31750">
            <a:solidFill>
              <a:srgbClr val="17375E"/>
            </a:solidFill>
            <a:prstDash val="solid"/>
          </a:ln>
          <a:effectLst>
            <a:outerShdw sx="100000" sy="100000" kx="0" ky="0" algn="bl" rotWithShape="0" blurRad="101600" dist="25400" dir="3600000">
              <a:srgbClr val="000000">
                <a:alpha val="16000"/>
              </a:srgbClr>
            </a:outerShdw>
          </a:effectLst>
        </p:spPr>
      </p:sp>
      <p:sp>
        <p:nvSpPr>
          <p:cNvPr id="18" name="Shape 14"/>
          <p:cNvSpPr/>
          <p:nvPr/>
        </p:nvSpPr>
        <p:spPr>
          <a:xfrm>
            <a:off x="6227064" y="1554480"/>
            <a:ext cx="5413248" cy="1005840"/>
          </a:xfrm>
          <a:prstGeom prst="roundRect">
            <a:avLst>
              <a:gd name="adj" fmla="val 7273"/>
            </a:avLst>
          </a:prstGeom>
          <a:solidFill>
            <a:schemeClr val="tx2"/>
          </a:solidFill>
          <a:ln w="12700">
            <a:solidFill>
              <a:srgbClr val="FFFFFF">
                <a:alpha val="0"/>
              </a:srgbClr>
            </a:solidFill>
            <a:prstDash val="solid"/>
          </a:ln>
        </p:spPr>
      </p:sp>
      <p:pic>
        <p:nvPicPr>
          <p:cNvPr id="19" name="Image 1" descr="handshake">    </p:cNvPr>
          <p:cNvPicPr>
            <a:picLocks noChangeAspect="1"/>
          </p:cNvPicPr>
          <p:nvPr/>
        </p:nvPicPr>
        <p:blipFill>
          <a:blip r:embed="rId2"/>
          <a:stretch>
            <a:fillRect/>
          </a:stretch>
        </p:blipFill>
        <p:spPr>
          <a:xfrm>
            <a:off x="6455664" y="1645920"/>
            <a:ext cx="822960" cy="822960"/>
          </a:xfrm>
          <a:prstGeom prst="rect">
            <a:avLst/>
          </a:prstGeom>
        </p:spPr>
      </p:pic>
      <p:sp>
        <p:nvSpPr>
          <p:cNvPr id="20" name="Text 15"/>
          <p:cNvSpPr txBox="1"/>
          <p:nvPr/>
        </p:nvSpPr>
        <p:spPr>
          <a:xfrm>
            <a:off x="7461504" y="1554480"/>
            <a:ext cx="3931920" cy="1005840"/>
          </a:xfrm>
          <a:prstGeom prst="rect">
            <a:avLst/>
          </a:prstGeom>
          <a:noFill/>
          <a:ln/>
        </p:spPr>
        <p:txBody>
          <a:bodyPr wrap="square" lIns="0" tIns="0" rIns="0" bIns="0" rtlCol="0" anchor="ctr"/>
          <a:lstStyle/>
          <a:p>
            <a:pPr algn="l" indent="0" marL="0">
              <a:buNone/>
            </a:pPr>
            <a:r>
              <a:rPr lang="en-US" sz="2600" b="1" spc="200" kern="0" dirty="0">
                <a:solidFill>
                  <a:schemeClr val="bg1"/>
                </a:solidFill>
                <a:latin typeface="+mj-lt" pitchFamily="34" charset="0"/>
                <a:ea typeface="+mj-lt" pitchFamily="34" charset="-122"/>
                <a:cs typeface="+mj-lt" pitchFamily="34" charset="-120"/>
              </a:rPr>
              <a:t>FORMEEL</a:t>
            </a:r>
            <a:endParaRPr lang="en-US" sz="2600" dirty="0"/>
          </a:p>
        </p:txBody>
      </p:sp>
      <p:sp>
        <p:nvSpPr>
          <p:cNvPr id="21" name="Text 16"/>
          <p:cNvSpPr txBox="1"/>
          <p:nvPr/>
        </p:nvSpPr>
        <p:spPr>
          <a:xfrm>
            <a:off x="6547104" y="2743200"/>
            <a:ext cx="4846320" cy="502920"/>
          </a:xfrm>
          <a:prstGeom prst="rect">
            <a:avLst/>
          </a:prstGeom>
          <a:noFill/>
          <a:ln/>
        </p:spPr>
        <p:txBody>
          <a:bodyPr wrap="square" lIns="0" tIns="0" rIns="0" bIns="0" rtlCol="0" anchor="ctr"/>
          <a:lstStyle/>
          <a:p>
            <a:pPr algn="l" indent="0" marL="0">
              <a:buNone/>
            </a:pPr>
            <a:r>
              <a:rPr lang="en-US" sz="2400" b="1" i="1" dirty="0">
                <a:solidFill>
                  <a:schemeClr val="tx1"/>
                </a:solidFill>
              </a:rPr>
              <a:t>Tot ziens!</a:t>
            </a:r>
            <a:endParaRPr lang="en-US" sz="2400" dirty="0"/>
          </a:p>
        </p:txBody>
      </p:sp>
      <p:sp>
        <p:nvSpPr>
          <p:cNvPr id="22" name="Text 17"/>
          <p:cNvSpPr txBox="1"/>
          <p:nvPr/>
        </p:nvSpPr>
        <p:spPr>
          <a:xfrm>
            <a:off x="6547104" y="3200400"/>
            <a:ext cx="4846320" cy="320040"/>
          </a:xfrm>
          <a:prstGeom prst="rect">
            <a:avLst/>
          </a:prstGeom>
          <a:noFill/>
          <a:ln/>
        </p:spPr>
        <p:txBody>
          <a:bodyPr wrap="square" lIns="0" tIns="0" rIns="0" bIns="0" rtlCol="0" anchor="ctr"/>
          <a:lstStyle/>
          <a:p>
            <a:pPr algn="l" indent="0" marL="0">
              <a:buNone/>
            </a:pPr>
            <a:r>
              <a:rPr lang="en-US" sz="1400" i="1" dirty="0">
                <a:solidFill>
                  <a:schemeClr val="accent5"/>
                </a:solidFill>
              </a:rPr>
              <a:t>Au revoir !</a:t>
            </a:r>
            <a:endParaRPr lang="en-US" sz="1400" dirty="0"/>
          </a:p>
        </p:txBody>
      </p:sp>
      <p:sp>
        <p:nvSpPr>
          <p:cNvPr id="23" name="Text 18"/>
          <p:cNvSpPr txBox="1"/>
          <p:nvPr/>
        </p:nvSpPr>
        <p:spPr>
          <a:xfrm>
            <a:off x="6547104" y="3611880"/>
            <a:ext cx="4846320" cy="502920"/>
          </a:xfrm>
          <a:prstGeom prst="rect">
            <a:avLst/>
          </a:prstGeom>
          <a:noFill/>
          <a:ln/>
        </p:spPr>
        <p:txBody>
          <a:bodyPr wrap="square" lIns="0" tIns="0" rIns="0" bIns="0" rtlCol="0" anchor="ctr"/>
          <a:lstStyle/>
          <a:p>
            <a:pPr algn="l" indent="0" marL="0">
              <a:buNone/>
            </a:pPr>
            <a:r>
              <a:rPr lang="en-US" sz="2400" b="1" i="1" dirty="0">
                <a:solidFill>
                  <a:schemeClr val="tx1"/>
                </a:solidFill>
              </a:rPr>
              <a:t>Nog een prettige dag!</a:t>
            </a:r>
            <a:endParaRPr lang="en-US" sz="2400" dirty="0"/>
          </a:p>
        </p:txBody>
      </p:sp>
      <p:sp>
        <p:nvSpPr>
          <p:cNvPr id="24" name="Text 19"/>
          <p:cNvSpPr txBox="1"/>
          <p:nvPr/>
        </p:nvSpPr>
        <p:spPr>
          <a:xfrm>
            <a:off x="6547104" y="4069080"/>
            <a:ext cx="4846320" cy="320040"/>
          </a:xfrm>
          <a:prstGeom prst="rect">
            <a:avLst/>
          </a:prstGeom>
          <a:noFill/>
          <a:ln/>
        </p:spPr>
        <p:txBody>
          <a:bodyPr wrap="square" lIns="0" tIns="0" rIns="0" bIns="0" rtlCol="0" anchor="ctr"/>
          <a:lstStyle/>
          <a:p>
            <a:pPr algn="l" indent="0" marL="0">
              <a:buNone/>
            </a:pPr>
            <a:r>
              <a:rPr lang="en-US" sz="1400" i="1" dirty="0">
                <a:solidFill>
                  <a:schemeClr val="accent5"/>
                </a:solidFill>
              </a:rPr>
              <a:t>Bonne journée !</a:t>
            </a:r>
            <a:endParaRPr lang="en-US" sz="1400" dirty="0"/>
          </a:p>
        </p:txBody>
      </p:sp>
      <p:sp>
        <p:nvSpPr>
          <p:cNvPr id="25" name="Text 20"/>
          <p:cNvSpPr txBox="1"/>
          <p:nvPr/>
        </p:nvSpPr>
        <p:spPr>
          <a:xfrm>
            <a:off x="6547104" y="4480560"/>
            <a:ext cx="4846320" cy="502920"/>
          </a:xfrm>
          <a:prstGeom prst="rect">
            <a:avLst/>
          </a:prstGeom>
          <a:noFill/>
          <a:ln/>
        </p:spPr>
        <p:txBody>
          <a:bodyPr wrap="square" lIns="0" tIns="0" rIns="0" bIns="0" rtlCol="0" anchor="ctr"/>
          <a:lstStyle/>
          <a:p>
            <a:pPr algn="l" indent="0" marL="0">
              <a:buNone/>
            </a:pPr>
            <a:r>
              <a:rPr lang="en-US" sz="2400" b="1" i="1" dirty="0">
                <a:solidFill>
                  <a:schemeClr val="tx1"/>
                </a:solidFill>
              </a:rPr>
              <a:t>Tot binnenkort!</a:t>
            </a:r>
            <a:endParaRPr lang="en-US" sz="2400" dirty="0"/>
          </a:p>
        </p:txBody>
      </p:sp>
      <p:sp>
        <p:nvSpPr>
          <p:cNvPr id="26" name="Text 21"/>
          <p:cNvSpPr txBox="1"/>
          <p:nvPr/>
        </p:nvSpPr>
        <p:spPr>
          <a:xfrm>
            <a:off x="6547104" y="4937760"/>
            <a:ext cx="4846320" cy="320040"/>
          </a:xfrm>
          <a:prstGeom prst="rect">
            <a:avLst/>
          </a:prstGeom>
          <a:noFill/>
          <a:ln/>
        </p:spPr>
        <p:txBody>
          <a:bodyPr wrap="square" lIns="0" tIns="0" rIns="0" bIns="0" rtlCol="0" anchor="ctr"/>
          <a:lstStyle/>
          <a:p>
            <a:pPr algn="l" indent="0" marL="0">
              <a:buNone/>
            </a:pPr>
            <a:r>
              <a:rPr lang="en-US" sz="1400" i="1" dirty="0">
                <a:solidFill>
                  <a:schemeClr val="accent5"/>
                </a:solidFill>
              </a:rPr>
              <a:t>À bientôt !</a:t>
            </a:r>
            <a:endParaRPr lang="en-US" sz="1400" dirty="0"/>
          </a:p>
        </p:txBody>
      </p:sp>
      <p:sp>
        <p:nvSpPr>
          <p:cNvPr id="27" name="Text 22"/>
          <p:cNvSpPr txBox="1"/>
          <p:nvPr/>
        </p:nvSpPr>
        <p:spPr>
          <a:xfrm>
            <a:off x="6547104" y="5349240"/>
            <a:ext cx="4846320" cy="502920"/>
          </a:xfrm>
          <a:prstGeom prst="rect">
            <a:avLst/>
          </a:prstGeom>
          <a:noFill/>
          <a:ln/>
        </p:spPr>
        <p:txBody>
          <a:bodyPr wrap="square" lIns="0" tIns="0" rIns="0" bIns="0" rtlCol="0" anchor="ctr"/>
          <a:lstStyle/>
          <a:p>
            <a:pPr algn="l" indent="0" marL="0">
              <a:buNone/>
            </a:pPr>
            <a:r>
              <a:rPr lang="en-US" sz="2400" b="1" i="1" dirty="0">
                <a:solidFill>
                  <a:schemeClr val="tx1"/>
                </a:solidFill>
              </a:rPr>
              <a:t>Een fijne avond nog!</a:t>
            </a:r>
            <a:endParaRPr lang="en-US" sz="2400" dirty="0"/>
          </a:p>
        </p:txBody>
      </p:sp>
      <p:sp>
        <p:nvSpPr>
          <p:cNvPr id="28" name="Text 23"/>
          <p:cNvSpPr txBox="1"/>
          <p:nvPr/>
        </p:nvSpPr>
        <p:spPr>
          <a:xfrm>
            <a:off x="6547104" y="5806440"/>
            <a:ext cx="4846320" cy="320040"/>
          </a:xfrm>
          <a:prstGeom prst="rect">
            <a:avLst/>
          </a:prstGeom>
          <a:noFill/>
          <a:ln/>
        </p:spPr>
        <p:txBody>
          <a:bodyPr wrap="square" lIns="0" tIns="0" rIns="0" bIns="0" rtlCol="0" anchor="ctr"/>
          <a:lstStyle/>
          <a:p>
            <a:pPr algn="l" indent="0" marL="0">
              <a:buNone/>
            </a:pPr>
            <a:r>
              <a:rPr lang="en-US" sz="1400" i="1" dirty="0">
                <a:solidFill>
                  <a:schemeClr val="accent5"/>
                </a:solidFill>
              </a:rPr>
              <a:t>Bonne soirée !</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Remercier et s’excuser</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Text 2"/>
          <p:cNvSpPr txBox="1"/>
          <p:nvPr/>
        </p:nvSpPr>
        <p:spPr>
          <a:xfrm>
            <a:off x="548640" y="1554480"/>
            <a:ext cx="2743200" cy="365760"/>
          </a:xfrm>
          <a:prstGeom prst="rect">
            <a:avLst/>
          </a:prstGeom>
          <a:noFill/>
          <a:ln/>
        </p:spPr>
        <p:txBody>
          <a:bodyPr wrap="square" lIns="0" tIns="0" rIns="0" bIns="0" rtlCol="0" anchor="t"/>
          <a:lstStyle/>
          <a:p>
            <a:pPr algn="l" indent="0" marL="0">
              <a:buNone/>
            </a:pPr>
            <a:r>
              <a:rPr lang="en-US" sz="1500" b="1" spc="200" kern="0" dirty="0">
                <a:solidFill>
                  <a:schemeClr val="accent3"/>
                </a:solidFill>
              </a:rPr>
              <a:t>MERCI</a:t>
            </a:r>
            <a:endParaRPr lang="en-US" sz="1500" dirty="0"/>
          </a:p>
        </p:txBody>
      </p:sp>
      <p:pic>
        <p:nvPicPr>
          <p:cNvPr id="6" name="Image 0" descr="folded hands">    </p:cNvPr>
          <p:cNvPicPr>
            <a:picLocks noChangeAspect="1"/>
          </p:cNvPicPr>
          <p:nvPr/>
        </p:nvPicPr>
        <p:blipFill>
          <a:blip r:embed="rId1"/>
          <a:stretch>
            <a:fillRect/>
          </a:stretch>
        </p:blipFill>
        <p:spPr>
          <a:xfrm>
            <a:off x="548640" y="1965960"/>
            <a:ext cx="1005840" cy="1005840"/>
          </a:xfrm>
          <a:prstGeom prst="rect">
            <a:avLst/>
          </a:prstGeom>
        </p:spPr>
      </p:pic>
      <p:sp>
        <p:nvSpPr>
          <p:cNvPr id="7" name="Shape 3"/>
          <p:cNvSpPr/>
          <p:nvPr/>
        </p:nvSpPr>
        <p:spPr>
          <a:xfrm>
            <a:off x="1783080" y="2423160"/>
            <a:ext cx="2377440" cy="868680"/>
          </a:xfrm>
          <a:prstGeom prst="roundRect">
            <a:avLst>
              <a:gd name="adj" fmla="val 8421"/>
            </a:avLst>
          </a:prstGeom>
          <a:solidFill>
            <a:srgbClr val="BFD7F0"/>
          </a:solidFill>
          <a:ln w="12700">
            <a:solidFill>
              <a:srgbClr val="FFFFFF">
                <a:alpha val="0"/>
              </a:srgbClr>
            </a:solidFill>
            <a:prstDash val="solid"/>
          </a:ln>
        </p:spPr>
      </p:sp>
      <p:sp>
        <p:nvSpPr>
          <p:cNvPr id="8" name="Text 4"/>
          <p:cNvSpPr txBox="1"/>
          <p:nvPr/>
        </p:nvSpPr>
        <p:spPr>
          <a:xfrm>
            <a:off x="1874520" y="2468880"/>
            <a:ext cx="2194560" cy="548640"/>
          </a:xfrm>
          <a:prstGeom prst="rect">
            <a:avLst/>
          </a:prstGeom>
          <a:noFill/>
          <a:ln/>
        </p:spPr>
        <p:txBody>
          <a:bodyPr wrap="square" lIns="0" tIns="0" rIns="0" bIns="0" rtlCol="0" anchor="ctr"/>
          <a:lstStyle/>
          <a:p>
            <a:pPr algn="ctr" indent="0" marL="0">
              <a:buNone/>
            </a:pPr>
            <a:r>
              <a:rPr lang="en-US" sz="1800" b="1" i="1" dirty="0">
                <a:solidFill>
                  <a:schemeClr val="tx2"/>
                </a:solidFill>
              </a:rPr>
              <a:t>Merci!</a:t>
            </a:r>
            <a:endParaRPr lang="en-US" sz="1800" dirty="0"/>
          </a:p>
        </p:txBody>
      </p:sp>
      <p:sp>
        <p:nvSpPr>
          <p:cNvPr id="9" name="Text 5"/>
          <p:cNvSpPr txBox="1"/>
          <p:nvPr/>
        </p:nvSpPr>
        <p:spPr>
          <a:xfrm>
            <a:off x="1874520" y="2971800"/>
            <a:ext cx="2194560" cy="292608"/>
          </a:xfrm>
          <a:prstGeom prst="rect">
            <a:avLst/>
          </a:prstGeom>
          <a:noFill/>
          <a:ln/>
        </p:spPr>
        <p:txBody>
          <a:bodyPr wrap="square" lIns="0" tIns="0" rIns="0" bIns="0" rtlCol="0" anchor="t"/>
          <a:lstStyle/>
          <a:p>
            <a:pPr algn="ctr" indent="0" marL="0">
              <a:buNone/>
            </a:pPr>
            <a:r>
              <a:rPr lang="en-US" sz="1200" i="1" dirty="0">
                <a:solidFill>
                  <a:schemeClr val="tx2"/>
                </a:solidFill>
              </a:rPr>
              <a:t>(BE, inf.)</a:t>
            </a:r>
            <a:endParaRPr lang="en-US" sz="1200" dirty="0"/>
          </a:p>
        </p:txBody>
      </p:sp>
      <p:sp>
        <p:nvSpPr>
          <p:cNvPr id="10" name="Shape 6"/>
          <p:cNvSpPr/>
          <p:nvPr/>
        </p:nvSpPr>
        <p:spPr>
          <a:xfrm>
            <a:off x="4297680" y="2167128"/>
            <a:ext cx="2377440" cy="1124712"/>
          </a:xfrm>
          <a:prstGeom prst="roundRect">
            <a:avLst>
              <a:gd name="adj" fmla="val 6504"/>
            </a:avLst>
          </a:prstGeom>
          <a:solidFill>
            <a:srgbClr val="5B9BD5"/>
          </a:solidFill>
          <a:ln w="12700">
            <a:solidFill>
              <a:srgbClr val="FFFFFF">
                <a:alpha val="0"/>
              </a:srgbClr>
            </a:solidFill>
            <a:prstDash val="solid"/>
          </a:ln>
        </p:spPr>
      </p:sp>
      <p:sp>
        <p:nvSpPr>
          <p:cNvPr id="11" name="Text 7"/>
          <p:cNvSpPr txBox="1"/>
          <p:nvPr/>
        </p:nvSpPr>
        <p:spPr>
          <a:xfrm>
            <a:off x="4389120" y="2212848"/>
            <a:ext cx="2194560" cy="804672"/>
          </a:xfrm>
          <a:prstGeom prst="rect">
            <a:avLst/>
          </a:prstGeom>
          <a:noFill/>
          <a:ln/>
        </p:spPr>
        <p:txBody>
          <a:bodyPr wrap="square" lIns="0" tIns="0" rIns="0" bIns="0" rtlCol="0" anchor="ctr"/>
          <a:lstStyle/>
          <a:p>
            <a:pPr algn="ctr" indent="0" marL="0">
              <a:buNone/>
            </a:pPr>
            <a:r>
              <a:rPr lang="en-US" sz="1800" b="1" i="1" dirty="0">
                <a:solidFill>
                  <a:schemeClr val="bg1"/>
                </a:solidFill>
              </a:rPr>
              <a:t>Bedankt! · Dank je wel!</a:t>
            </a:r>
            <a:endParaRPr lang="en-US" sz="1800" dirty="0"/>
          </a:p>
        </p:txBody>
      </p:sp>
      <p:sp>
        <p:nvSpPr>
          <p:cNvPr id="12" name="Text 8"/>
          <p:cNvSpPr txBox="1"/>
          <p:nvPr/>
        </p:nvSpPr>
        <p:spPr>
          <a:xfrm>
            <a:off x="4389120" y="2971800"/>
            <a:ext cx="2194560" cy="292608"/>
          </a:xfrm>
          <a:prstGeom prst="rect">
            <a:avLst/>
          </a:prstGeom>
          <a:noFill/>
          <a:ln/>
        </p:spPr>
        <p:txBody>
          <a:bodyPr wrap="square" lIns="0" tIns="0" rIns="0" bIns="0" rtlCol="0" anchor="t"/>
          <a:lstStyle/>
          <a:p>
            <a:pPr algn="ctr" indent="0" marL="0">
              <a:buNone/>
            </a:pPr>
            <a:r>
              <a:rPr lang="en-US" sz="1200" i="1" dirty="0">
                <a:solidFill>
                  <a:schemeClr val="bg1"/>
                </a:solidFill>
              </a:rPr>
              <a:t>(inf.)</a:t>
            </a:r>
            <a:endParaRPr lang="en-US" sz="1200" dirty="0"/>
          </a:p>
        </p:txBody>
      </p:sp>
      <p:sp>
        <p:nvSpPr>
          <p:cNvPr id="13" name="Shape 9"/>
          <p:cNvSpPr/>
          <p:nvPr/>
        </p:nvSpPr>
        <p:spPr>
          <a:xfrm>
            <a:off x="6812280" y="1911096"/>
            <a:ext cx="2377440" cy="1380744"/>
          </a:xfrm>
          <a:prstGeom prst="roundRect">
            <a:avLst>
              <a:gd name="adj" fmla="val 5298"/>
            </a:avLst>
          </a:prstGeom>
          <a:solidFill>
            <a:schemeClr val="tx2"/>
          </a:solidFill>
          <a:ln w="12700">
            <a:solidFill>
              <a:srgbClr val="FFFFFF">
                <a:alpha val="0"/>
              </a:srgbClr>
            </a:solidFill>
            <a:prstDash val="solid"/>
          </a:ln>
        </p:spPr>
      </p:sp>
      <p:sp>
        <p:nvSpPr>
          <p:cNvPr id="14" name="Text 10"/>
          <p:cNvSpPr txBox="1"/>
          <p:nvPr/>
        </p:nvSpPr>
        <p:spPr>
          <a:xfrm>
            <a:off x="6903720" y="1956816"/>
            <a:ext cx="2194560" cy="1060704"/>
          </a:xfrm>
          <a:prstGeom prst="rect">
            <a:avLst/>
          </a:prstGeom>
          <a:noFill/>
          <a:ln/>
        </p:spPr>
        <p:txBody>
          <a:bodyPr wrap="square" lIns="0" tIns="0" rIns="0" bIns="0" rtlCol="0" anchor="ctr"/>
          <a:lstStyle/>
          <a:p>
            <a:pPr algn="ctr" indent="0" marL="0">
              <a:buNone/>
            </a:pPr>
            <a:r>
              <a:rPr lang="en-US" sz="1800" b="1" i="1" dirty="0">
                <a:solidFill>
                  <a:schemeClr val="bg1"/>
                </a:solidFill>
              </a:rPr>
              <a:t>Dank u wel!</a:t>
            </a:r>
            <a:endParaRPr lang="en-US" sz="1800" dirty="0"/>
          </a:p>
        </p:txBody>
      </p:sp>
      <p:sp>
        <p:nvSpPr>
          <p:cNvPr id="15" name="Text 11"/>
          <p:cNvSpPr txBox="1"/>
          <p:nvPr/>
        </p:nvSpPr>
        <p:spPr>
          <a:xfrm>
            <a:off x="6903720" y="2971800"/>
            <a:ext cx="2194560" cy="292608"/>
          </a:xfrm>
          <a:prstGeom prst="rect">
            <a:avLst/>
          </a:prstGeom>
          <a:noFill/>
          <a:ln/>
        </p:spPr>
        <p:txBody>
          <a:bodyPr wrap="square" lIns="0" tIns="0" rIns="0" bIns="0" rtlCol="0" anchor="t"/>
          <a:lstStyle/>
          <a:p>
            <a:pPr algn="ctr" indent="0" marL="0">
              <a:buNone/>
            </a:pPr>
            <a:r>
              <a:rPr lang="en-US" sz="1200" i="1" dirty="0">
                <a:solidFill>
                  <a:schemeClr val="bg1"/>
                </a:solidFill>
              </a:rPr>
              <a:t>(formel)</a:t>
            </a:r>
            <a:endParaRPr lang="en-US" sz="1200" dirty="0"/>
          </a:p>
        </p:txBody>
      </p:sp>
      <p:sp>
        <p:nvSpPr>
          <p:cNvPr id="16" name="Shape 12"/>
          <p:cNvSpPr/>
          <p:nvPr/>
        </p:nvSpPr>
        <p:spPr>
          <a:xfrm>
            <a:off x="9418320" y="2167128"/>
            <a:ext cx="2221992" cy="1124712"/>
          </a:xfrm>
          <a:prstGeom prst="roundRect">
            <a:avLst>
              <a:gd name="adj" fmla="val 6504"/>
            </a:avLst>
          </a:prstGeom>
          <a:solidFill>
            <a:schemeClr val="accent3">
              <a:alpha val="15000"/>
            </a:schemeClr>
          </a:solidFill>
          <a:ln w="19050">
            <a:solidFill>
              <a:srgbClr val="2E7D4F"/>
            </a:solidFill>
            <a:prstDash val="solid"/>
          </a:ln>
        </p:spPr>
      </p:sp>
      <p:sp>
        <p:nvSpPr>
          <p:cNvPr id="17" name="Text 13"/>
          <p:cNvSpPr txBox="1"/>
          <p:nvPr/>
        </p:nvSpPr>
        <p:spPr>
          <a:xfrm>
            <a:off x="9509760" y="2167128"/>
            <a:ext cx="2057400" cy="1124712"/>
          </a:xfrm>
          <a:prstGeom prst="rect">
            <a:avLst/>
          </a:prstGeom>
          <a:noFill/>
          <a:ln/>
        </p:spPr>
        <p:txBody>
          <a:bodyPr wrap="square" lIns="0" tIns="0" rIns="0" bIns="0" rtlCol="0" anchor="ctr"/>
          <a:lstStyle/>
          <a:p>
            <a:pPr algn="ctr" indent="0" marL="0">
              <a:spcAft>
                <a:spcPts val="200"/>
              </a:spcAft>
              <a:buNone/>
            </a:pPr>
            <a:r>
              <a:rPr lang="en-US" sz="1600" dirty="0">
                <a:solidFill>
                  <a:schemeClr val="tx1"/>
                </a:solidFill>
              </a:rPr>
              <a:t>↩ </a:t>
            </a:r>
            <a:r>
              <a:rPr lang="en-US" sz="1600" i="1" dirty="0">
                <a:solidFill>
                  <a:schemeClr val="tx1"/>
                </a:solidFill>
              </a:rPr>
              <a:t>Graag gedaan!</a:t>
            </a:r>
            <a:endParaRPr lang="en-US" sz="1600" dirty="0"/>
          </a:p>
          <a:p>
            <a:pPr algn="ctr" indent="0" marL="0">
              <a:spcAft>
                <a:spcPts val="200"/>
              </a:spcAft>
              <a:buNone/>
            </a:pPr>
            <a:r>
              <a:rPr lang="en-US" sz="1600" i="1" dirty="0">
                <a:solidFill>
                  <a:schemeClr val="tx1"/>
                </a:solidFill>
              </a:rPr>
              <a:t>Geen probleem!</a:t>
            </a:r>
            <a:endParaRPr lang="en-US" sz="1600" dirty="0"/>
          </a:p>
        </p:txBody>
      </p:sp>
      <p:sp>
        <p:nvSpPr>
          <p:cNvPr id="18" name="Shape 14"/>
          <p:cNvSpPr/>
          <p:nvPr/>
        </p:nvSpPr>
        <p:spPr>
          <a:xfrm>
            <a:off x="548640" y="3657600"/>
            <a:ext cx="11091672" cy="914"/>
          </a:xfrm>
          <a:prstGeom prst="line">
            <a:avLst/>
          </a:prstGeom>
          <a:noFill/>
          <a:ln w="12700">
            <a:solidFill>
              <a:srgbClr val="D5DCE6"/>
            </a:solidFill>
            <a:prstDash val="solid"/>
          </a:ln>
        </p:spPr>
      </p:sp>
      <p:sp>
        <p:nvSpPr>
          <p:cNvPr id="19" name="Text 15"/>
          <p:cNvSpPr txBox="1"/>
          <p:nvPr/>
        </p:nvSpPr>
        <p:spPr>
          <a:xfrm>
            <a:off x="548640" y="3794760"/>
            <a:ext cx="2743200" cy="365760"/>
          </a:xfrm>
          <a:prstGeom prst="rect">
            <a:avLst/>
          </a:prstGeom>
          <a:noFill/>
          <a:ln/>
        </p:spPr>
        <p:txBody>
          <a:bodyPr wrap="square" lIns="0" tIns="0" rIns="0" bIns="0" rtlCol="0" anchor="t"/>
          <a:lstStyle/>
          <a:p>
            <a:pPr algn="l" indent="0" marL="0">
              <a:buNone/>
            </a:pPr>
            <a:r>
              <a:rPr lang="en-US" sz="1500" b="1" spc="200" kern="0" dirty="0">
                <a:solidFill>
                  <a:schemeClr val="accent6"/>
                </a:solidFill>
              </a:rPr>
              <a:t>PARDON</a:t>
            </a:r>
            <a:endParaRPr lang="en-US" sz="1500" dirty="0"/>
          </a:p>
        </p:txBody>
      </p:sp>
      <p:pic>
        <p:nvPicPr>
          <p:cNvPr id="20" name="Image 1" descr="flushed face">    </p:cNvPr>
          <p:cNvPicPr>
            <a:picLocks noChangeAspect="1"/>
          </p:cNvPicPr>
          <p:nvPr/>
        </p:nvPicPr>
        <p:blipFill>
          <a:blip r:embed="rId2"/>
          <a:stretch>
            <a:fillRect/>
          </a:stretch>
        </p:blipFill>
        <p:spPr>
          <a:xfrm>
            <a:off x="548640" y="4206240"/>
            <a:ext cx="1005840" cy="1005840"/>
          </a:xfrm>
          <a:prstGeom prst="rect">
            <a:avLst/>
          </a:prstGeom>
        </p:spPr>
      </p:pic>
      <p:sp>
        <p:nvSpPr>
          <p:cNvPr id="21" name="Shape 16"/>
          <p:cNvSpPr/>
          <p:nvPr/>
        </p:nvSpPr>
        <p:spPr>
          <a:xfrm>
            <a:off x="1783080" y="4251960"/>
            <a:ext cx="3108960" cy="1051560"/>
          </a:xfrm>
          <a:prstGeom prst="roundRect">
            <a:avLst>
              <a:gd name="adj" fmla="val 6957"/>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2" name="Text 17"/>
          <p:cNvSpPr txBox="1"/>
          <p:nvPr/>
        </p:nvSpPr>
        <p:spPr>
          <a:xfrm>
            <a:off x="1874520" y="4279392"/>
            <a:ext cx="2926080" cy="594360"/>
          </a:xfrm>
          <a:prstGeom prst="rect">
            <a:avLst/>
          </a:prstGeom>
          <a:noFill/>
          <a:ln/>
        </p:spPr>
        <p:txBody>
          <a:bodyPr wrap="square" lIns="0" tIns="0" rIns="0" bIns="0" rtlCol="0" anchor="ctr"/>
          <a:lstStyle/>
          <a:p>
            <a:pPr algn="ctr" indent="0" marL="0">
              <a:buNone/>
            </a:pPr>
            <a:r>
              <a:rPr lang="en-US" sz="1900" b="1" i="1" dirty="0">
                <a:solidFill>
                  <a:schemeClr val="tx1"/>
                </a:solidFill>
              </a:rPr>
              <a:t>Sorry! · Excuseer! (BE)</a:t>
            </a:r>
            <a:endParaRPr lang="en-US" sz="1900" dirty="0"/>
          </a:p>
        </p:txBody>
      </p:sp>
      <p:sp>
        <p:nvSpPr>
          <p:cNvPr id="23" name="Text 18"/>
          <p:cNvSpPr txBox="1"/>
          <p:nvPr/>
        </p:nvSpPr>
        <p:spPr>
          <a:xfrm>
            <a:off x="1874520" y="4846320"/>
            <a:ext cx="2926080" cy="365760"/>
          </a:xfrm>
          <a:prstGeom prst="rect">
            <a:avLst/>
          </a:prstGeom>
          <a:noFill/>
          <a:ln/>
        </p:spPr>
        <p:txBody>
          <a:bodyPr wrap="square" lIns="0" tIns="0" rIns="0" bIns="0" rtlCol="0" anchor="t"/>
          <a:lstStyle/>
          <a:p>
            <a:pPr algn="ctr" indent="0" marL="0">
              <a:buNone/>
            </a:pPr>
            <a:r>
              <a:rPr lang="en-US" sz="1400" i="1" dirty="0">
                <a:solidFill>
                  <a:schemeClr val="accent5"/>
                </a:solidFill>
              </a:rPr>
              <a:t>pardon, désolé</a:t>
            </a:r>
            <a:endParaRPr lang="en-US" sz="1400" dirty="0"/>
          </a:p>
        </p:txBody>
      </p:sp>
      <p:sp>
        <p:nvSpPr>
          <p:cNvPr id="24" name="Shape 19"/>
          <p:cNvSpPr/>
          <p:nvPr/>
        </p:nvSpPr>
        <p:spPr>
          <a:xfrm>
            <a:off x="5074920" y="4251960"/>
            <a:ext cx="3108960" cy="1051560"/>
          </a:xfrm>
          <a:prstGeom prst="roundRect">
            <a:avLst>
              <a:gd name="adj" fmla="val 6957"/>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5" name="Text 20"/>
          <p:cNvSpPr txBox="1"/>
          <p:nvPr/>
        </p:nvSpPr>
        <p:spPr>
          <a:xfrm>
            <a:off x="5166360" y="4279392"/>
            <a:ext cx="2926080" cy="594360"/>
          </a:xfrm>
          <a:prstGeom prst="rect">
            <a:avLst/>
          </a:prstGeom>
          <a:noFill/>
          <a:ln/>
        </p:spPr>
        <p:txBody>
          <a:bodyPr wrap="square" lIns="0" tIns="0" rIns="0" bIns="0" rtlCol="0" anchor="ctr"/>
          <a:lstStyle/>
          <a:p>
            <a:pPr algn="ctr" indent="0" marL="0">
              <a:buNone/>
            </a:pPr>
            <a:r>
              <a:rPr lang="en-US" sz="1900" b="1" i="1" dirty="0">
                <a:solidFill>
                  <a:schemeClr val="tx1"/>
                </a:solidFill>
              </a:rPr>
              <a:t>Pardon!</a:t>
            </a:r>
            <a:endParaRPr lang="en-US" sz="1900" dirty="0"/>
          </a:p>
        </p:txBody>
      </p:sp>
      <p:sp>
        <p:nvSpPr>
          <p:cNvPr id="26" name="Text 21"/>
          <p:cNvSpPr txBox="1"/>
          <p:nvPr/>
        </p:nvSpPr>
        <p:spPr>
          <a:xfrm>
            <a:off x="5166360" y="4846320"/>
            <a:ext cx="2926080" cy="365760"/>
          </a:xfrm>
          <a:prstGeom prst="rect">
            <a:avLst/>
          </a:prstGeom>
          <a:noFill/>
          <a:ln/>
        </p:spPr>
        <p:txBody>
          <a:bodyPr wrap="square" lIns="0" tIns="0" rIns="0" bIns="0" rtlCol="0" anchor="t"/>
          <a:lstStyle/>
          <a:p>
            <a:pPr algn="ctr" indent="0" marL="0">
              <a:buNone/>
            </a:pPr>
            <a:r>
              <a:rPr lang="en-US" sz="1400" i="1" dirty="0">
                <a:solidFill>
                  <a:schemeClr val="accent5"/>
                </a:solidFill>
              </a:rPr>
              <a:t>pour passer, interpeller</a:t>
            </a:r>
            <a:endParaRPr lang="en-US" sz="1400" dirty="0"/>
          </a:p>
        </p:txBody>
      </p:sp>
      <p:sp>
        <p:nvSpPr>
          <p:cNvPr id="27" name="Shape 22"/>
          <p:cNvSpPr/>
          <p:nvPr/>
        </p:nvSpPr>
        <p:spPr>
          <a:xfrm>
            <a:off x="8366760" y="4251960"/>
            <a:ext cx="3108960" cy="1051560"/>
          </a:xfrm>
          <a:prstGeom prst="roundRect">
            <a:avLst>
              <a:gd name="adj" fmla="val 6957"/>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8" name="Text 23"/>
          <p:cNvSpPr txBox="1"/>
          <p:nvPr/>
        </p:nvSpPr>
        <p:spPr>
          <a:xfrm>
            <a:off x="8458200" y="4279392"/>
            <a:ext cx="2926080" cy="594360"/>
          </a:xfrm>
          <a:prstGeom prst="rect">
            <a:avLst/>
          </a:prstGeom>
          <a:noFill/>
          <a:ln/>
        </p:spPr>
        <p:txBody>
          <a:bodyPr wrap="square" lIns="0" tIns="0" rIns="0" bIns="0" rtlCol="0" anchor="ctr"/>
          <a:lstStyle/>
          <a:p>
            <a:pPr algn="ctr" indent="0" marL="0">
              <a:buNone/>
            </a:pPr>
            <a:r>
              <a:rPr lang="en-US" sz="1900" b="1" i="1" dirty="0">
                <a:solidFill>
                  <a:schemeClr val="tx1"/>
                </a:solidFill>
              </a:rPr>
              <a:t>Het spijt me.</a:t>
            </a:r>
            <a:endParaRPr lang="en-US" sz="1900" dirty="0"/>
          </a:p>
        </p:txBody>
      </p:sp>
      <p:sp>
        <p:nvSpPr>
          <p:cNvPr id="29" name="Text 24"/>
          <p:cNvSpPr txBox="1"/>
          <p:nvPr/>
        </p:nvSpPr>
        <p:spPr>
          <a:xfrm>
            <a:off x="8458200" y="4846320"/>
            <a:ext cx="2926080" cy="365760"/>
          </a:xfrm>
          <a:prstGeom prst="rect">
            <a:avLst/>
          </a:prstGeom>
          <a:noFill/>
          <a:ln/>
        </p:spPr>
        <p:txBody>
          <a:bodyPr wrap="square" lIns="0" tIns="0" rIns="0" bIns="0" rtlCol="0" anchor="t"/>
          <a:lstStyle/>
          <a:p>
            <a:pPr algn="ctr" indent="0" marL="0">
              <a:buNone/>
            </a:pPr>
            <a:r>
              <a:rPr lang="en-US" sz="1400" i="1" dirty="0">
                <a:solidFill>
                  <a:schemeClr val="accent5"/>
                </a:solidFill>
              </a:rPr>
              <a:t>je suis désolé·e</a:t>
            </a:r>
            <a:endParaRPr lang="en-US" sz="1400" dirty="0"/>
          </a:p>
        </p:txBody>
      </p:sp>
      <p:sp>
        <p:nvSpPr>
          <p:cNvPr id="30" name="Shape 25"/>
          <p:cNvSpPr/>
          <p:nvPr/>
        </p:nvSpPr>
        <p:spPr>
          <a:xfrm>
            <a:off x="548640" y="5577840"/>
            <a:ext cx="11091672" cy="685800"/>
          </a:xfrm>
          <a:prstGeom prst="roundRect">
            <a:avLst>
              <a:gd name="adj" fmla="val 10667"/>
            </a:avLst>
          </a:prstGeom>
          <a:solidFill>
            <a:schemeClr val="accent1">
              <a:alpha val="12000"/>
            </a:schemeClr>
          </a:solidFill>
          <a:ln w="12700">
            <a:solidFill>
              <a:srgbClr val="D9700F"/>
            </a:solidFill>
            <a:prstDash val="solid"/>
          </a:ln>
        </p:spPr>
      </p:sp>
      <p:sp>
        <p:nvSpPr>
          <p:cNvPr id="31" name="Text 26"/>
          <p:cNvSpPr txBox="1"/>
          <p:nvPr/>
        </p:nvSpPr>
        <p:spPr>
          <a:xfrm>
            <a:off x="777240" y="5577840"/>
            <a:ext cx="10698480" cy="685800"/>
          </a:xfrm>
          <a:prstGeom prst="rect">
            <a:avLst/>
          </a:prstGeom>
          <a:noFill/>
          <a:ln/>
        </p:spPr>
        <p:txBody>
          <a:bodyPr wrap="square" lIns="0" tIns="0" rIns="0" bIns="0" rtlCol="0" anchor="ctr"/>
          <a:lstStyle/>
          <a:p>
            <a:pPr algn="l" indent="0" marL="0">
              <a:buNone/>
            </a:pPr>
            <a:r>
              <a:rPr lang="en-US" sz="1700" i="1" dirty="0">
                <a:solidFill>
                  <a:schemeClr val="tx1"/>
                </a:solidFill>
              </a:rPr>
              <a:t>Dank u wel, ik wens u een fijne dag!</a:t>
            </a:r>
            <a:r>
              <a:rPr lang="en-US" sz="1700" dirty="0">
                <a:solidFill>
                  <a:schemeClr val="tx1"/>
                </a:solidFill>
              </a:rPr>
              <a:t> = Merci, je vous souhaite une bonne journée ! (formel)</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Demander poliment</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72768"/>
            <a:ext cx="6035040" cy="1024128"/>
          </a:xfrm>
          <a:prstGeom prst="roundRect">
            <a:avLst>
              <a:gd name="adj" fmla="val 7143"/>
            </a:avLst>
          </a:prstGeom>
          <a:solidFill>
            <a:schemeClr val="bg1"/>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713232" y="1755648"/>
            <a:ext cx="658368" cy="658368"/>
          </a:xfrm>
          <a:prstGeom prst="ellipse">
            <a:avLst/>
          </a:prstGeom>
          <a:solidFill>
            <a:schemeClr val="tx2"/>
          </a:solidFill>
          <a:ln w="12700">
            <a:solidFill>
              <a:srgbClr val="FFFFFF">
                <a:alpha val="0"/>
              </a:srgbClr>
            </a:solidFill>
            <a:prstDash val="solid"/>
          </a:ln>
        </p:spPr>
      </p:sp>
      <p:pic>
        <p:nvPicPr>
          <p:cNvPr id="7" name="Image 0" descr="Question">    </p:cNvPr>
          <p:cNvPicPr>
            <a:picLocks noChangeAspect="1"/>
          </p:cNvPicPr>
          <p:nvPr/>
        </p:nvPicPr>
        <p:blipFill>
          <a:blip r:embed="rId1"/>
          <a:stretch>
            <a:fillRect/>
          </a:stretch>
        </p:blipFill>
        <p:spPr>
          <a:xfrm>
            <a:off x="871240" y="1913656"/>
            <a:ext cx="342351" cy="342351"/>
          </a:xfrm>
          <a:prstGeom prst="rect">
            <a:avLst/>
          </a:prstGeom>
        </p:spPr>
      </p:pic>
      <p:sp>
        <p:nvSpPr>
          <p:cNvPr id="8" name="Text 4"/>
          <p:cNvSpPr txBox="1"/>
          <p:nvPr/>
        </p:nvSpPr>
        <p:spPr>
          <a:xfrm>
            <a:off x="1554480" y="1618488"/>
            <a:ext cx="4937760" cy="566928"/>
          </a:xfrm>
          <a:prstGeom prst="rect">
            <a:avLst/>
          </a:prstGeom>
          <a:noFill/>
          <a:ln/>
        </p:spPr>
        <p:txBody>
          <a:bodyPr wrap="square" lIns="0" tIns="0" rIns="0" bIns="0" rtlCol="0" anchor="ctr"/>
          <a:lstStyle/>
          <a:p>
            <a:pPr algn="l" indent="0" marL="0">
              <a:buNone/>
            </a:pPr>
            <a:r>
              <a:rPr lang="en-US" sz="2000" b="1" i="1" dirty="0">
                <a:solidFill>
                  <a:schemeClr val="tx1"/>
                </a:solidFill>
              </a:rPr>
              <a:t>Mag ik iets vragen?</a:t>
            </a:r>
            <a:endParaRPr lang="en-US" sz="2000" dirty="0"/>
          </a:p>
        </p:txBody>
      </p:sp>
      <p:sp>
        <p:nvSpPr>
          <p:cNvPr id="9" name="Text 5"/>
          <p:cNvSpPr txBox="1"/>
          <p:nvPr/>
        </p:nvSpPr>
        <p:spPr>
          <a:xfrm>
            <a:off x="1554480" y="2139696"/>
            <a:ext cx="4937760" cy="365760"/>
          </a:xfrm>
          <a:prstGeom prst="rect">
            <a:avLst/>
          </a:prstGeom>
          <a:noFill/>
          <a:ln/>
        </p:spPr>
        <p:txBody>
          <a:bodyPr wrap="square" lIns="0" tIns="0" rIns="0" bIns="0" rtlCol="0" anchor="ctr"/>
          <a:lstStyle/>
          <a:p>
            <a:pPr algn="l" indent="0" marL="0">
              <a:buNone/>
            </a:pPr>
            <a:r>
              <a:rPr lang="en-US" sz="1400" i="1" dirty="0">
                <a:solidFill>
                  <a:schemeClr val="accent5"/>
                </a:solidFill>
              </a:rPr>
              <a:t>Puis-je poser une question ?</a:t>
            </a:r>
            <a:endParaRPr lang="en-US" sz="1400" dirty="0"/>
          </a:p>
        </p:txBody>
      </p:sp>
      <p:sp>
        <p:nvSpPr>
          <p:cNvPr id="10" name="Shape 6"/>
          <p:cNvSpPr/>
          <p:nvPr/>
        </p:nvSpPr>
        <p:spPr>
          <a:xfrm>
            <a:off x="548640" y="2752344"/>
            <a:ext cx="6035040" cy="1024128"/>
          </a:xfrm>
          <a:prstGeom prst="roundRect">
            <a:avLst>
              <a:gd name="adj" fmla="val 7143"/>
            </a:avLst>
          </a:prstGeom>
          <a:solidFill>
            <a:schemeClr val="bg1"/>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11" name="Shape 7"/>
          <p:cNvSpPr/>
          <p:nvPr/>
        </p:nvSpPr>
        <p:spPr>
          <a:xfrm>
            <a:off x="713232" y="2935224"/>
            <a:ext cx="658368" cy="658368"/>
          </a:xfrm>
          <a:prstGeom prst="ellipse">
            <a:avLst/>
          </a:prstGeom>
          <a:solidFill>
            <a:schemeClr val="tx2"/>
          </a:solidFill>
          <a:ln w="12700">
            <a:solidFill>
              <a:srgbClr val="FFFFFF">
                <a:alpha val="0"/>
              </a:srgbClr>
            </a:solidFill>
            <a:prstDash val="solid"/>
          </a:ln>
        </p:spPr>
      </p:sp>
      <p:pic>
        <p:nvPicPr>
          <p:cNvPr id="12" name="Image 1" descr="HandsHelping">    </p:cNvPr>
          <p:cNvPicPr>
            <a:picLocks noChangeAspect="1"/>
          </p:cNvPicPr>
          <p:nvPr/>
        </p:nvPicPr>
        <p:blipFill>
          <a:blip r:embed="rId2"/>
          <a:stretch>
            <a:fillRect/>
          </a:stretch>
        </p:blipFill>
        <p:spPr>
          <a:xfrm>
            <a:off x="871240" y="3093232"/>
            <a:ext cx="342351" cy="342351"/>
          </a:xfrm>
          <a:prstGeom prst="rect">
            <a:avLst/>
          </a:prstGeom>
        </p:spPr>
      </p:pic>
      <p:sp>
        <p:nvSpPr>
          <p:cNvPr id="13" name="Text 8"/>
          <p:cNvSpPr txBox="1"/>
          <p:nvPr/>
        </p:nvSpPr>
        <p:spPr>
          <a:xfrm>
            <a:off x="1554480" y="2798064"/>
            <a:ext cx="4937760" cy="566928"/>
          </a:xfrm>
          <a:prstGeom prst="rect">
            <a:avLst/>
          </a:prstGeom>
          <a:noFill/>
          <a:ln/>
        </p:spPr>
        <p:txBody>
          <a:bodyPr wrap="square" lIns="0" tIns="0" rIns="0" bIns="0" rtlCol="0" anchor="ctr"/>
          <a:lstStyle/>
          <a:p>
            <a:pPr algn="l" indent="0" marL="0">
              <a:buNone/>
            </a:pPr>
            <a:r>
              <a:rPr lang="en-US" sz="2000" b="1" i="1" dirty="0">
                <a:solidFill>
                  <a:schemeClr val="tx1"/>
                </a:solidFill>
              </a:rPr>
              <a:t>Kunt u me helpen, alstublieft?</a:t>
            </a:r>
            <a:endParaRPr lang="en-US" sz="2000" dirty="0"/>
          </a:p>
        </p:txBody>
      </p:sp>
      <p:sp>
        <p:nvSpPr>
          <p:cNvPr id="14" name="Text 9"/>
          <p:cNvSpPr txBox="1"/>
          <p:nvPr/>
        </p:nvSpPr>
        <p:spPr>
          <a:xfrm>
            <a:off x="1554480" y="3319272"/>
            <a:ext cx="4937760" cy="365760"/>
          </a:xfrm>
          <a:prstGeom prst="rect">
            <a:avLst/>
          </a:prstGeom>
          <a:noFill/>
          <a:ln/>
        </p:spPr>
        <p:txBody>
          <a:bodyPr wrap="square" lIns="0" tIns="0" rIns="0" bIns="0" rtlCol="0" anchor="ctr"/>
          <a:lstStyle/>
          <a:p>
            <a:pPr algn="l" indent="0" marL="0">
              <a:buNone/>
            </a:pPr>
            <a:r>
              <a:rPr lang="en-US" sz="1400" i="1" dirty="0">
                <a:solidFill>
                  <a:schemeClr val="accent5"/>
                </a:solidFill>
              </a:rPr>
              <a:t>Pouvez-vous m’aider, s’il vous plaît ?</a:t>
            </a:r>
            <a:endParaRPr lang="en-US" sz="1400" dirty="0"/>
          </a:p>
        </p:txBody>
      </p:sp>
      <p:sp>
        <p:nvSpPr>
          <p:cNvPr id="15" name="Shape 10"/>
          <p:cNvSpPr/>
          <p:nvPr/>
        </p:nvSpPr>
        <p:spPr>
          <a:xfrm>
            <a:off x="548640" y="3931920"/>
            <a:ext cx="6035040" cy="1024128"/>
          </a:xfrm>
          <a:prstGeom prst="roundRect">
            <a:avLst>
              <a:gd name="adj" fmla="val 7143"/>
            </a:avLst>
          </a:prstGeom>
          <a:solidFill>
            <a:schemeClr val="bg1"/>
          </a:solidFill>
          <a:ln w="25400">
            <a:solidFill>
              <a:srgbClr val="5B9BD5"/>
            </a:solidFill>
            <a:prstDash val="solid"/>
          </a:ln>
          <a:effectLst>
            <a:outerShdw sx="100000" sy="100000" kx="0" ky="0" algn="bl" rotWithShape="0" blurRad="101600" dist="25400" dir="3600000">
              <a:srgbClr val="000000">
                <a:alpha val="16000"/>
              </a:srgbClr>
            </a:outerShdw>
          </a:effectLst>
        </p:spPr>
      </p:sp>
      <p:sp>
        <p:nvSpPr>
          <p:cNvPr id="16" name="Shape 11"/>
          <p:cNvSpPr/>
          <p:nvPr/>
        </p:nvSpPr>
        <p:spPr>
          <a:xfrm>
            <a:off x="713232" y="4114800"/>
            <a:ext cx="658368" cy="658368"/>
          </a:xfrm>
          <a:prstGeom prst="ellipse">
            <a:avLst/>
          </a:prstGeom>
          <a:solidFill>
            <a:srgbClr val="5B9BD5"/>
          </a:solidFill>
          <a:ln w="12700">
            <a:solidFill>
              <a:srgbClr val="FFFFFF">
                <a:alpha val="0"/>
              </a:srgbClr>
            </a:solidFill>
            <a:prstDash val="solid"/>
          </a:ln>
        </p:spPr>
      </p:sp>
      <p:pic>
        <p:nvPicPr>
          <p:cNvPr id="17" name="Image 2" descr="HandsHelping">    </p:cNvPr>
          <p:cNvPicPr>
            <a:picLocks noChangeAspect="1"/>
          </p:cNvPicPr>
          <p:nvPr/>
        </p:nvPicPr>
        <p:blipFill>
          <a:blip r:embed="rId3"/>
          <a:stretch>
            <a:fillRect/>
          </a:stretch>
        </p:blipFill>
        <p:spPr>
          <a:xfrm>
            <a:off x="871240" y="4272808"/>
            <a:ext cx="342351" cy="342351"/>
          </a:xfrm>
          <a:prstGeom prst="rect">
            <a:avLst/>
          </a:prstGeom>
        </p:spPr>
      </p:pic>
      <p:sp>
        <p:nvSpPr>
          <p:cNvPr id="18" name="Text 12"/>
          <p:cNvSpPr txBox="1"/>
          <p:nvPr/>
        </p:nvSpPr>
        <p:spPr>
          <a:xfrm>
            <a:off x="1554480" y="3977640"/>
            <a:ext cx="4937760" cy="566928"/>
          </a:xfrm>
          <a:prstGeom prst="rect">
            <a:avLst/>
          </a:prstGeom>
          <a:noFill/>
          <a:ln/>
        </p:spPr>
        <p:txBody>
          <a:bodyPr wrap="square" lIns="0" tIns="0" rIns="0" bIns="0" rtlCol="0" anchor="ctr"/>
          <a:lstStyle/>
          <a:p>
            <a:pPr algn="l" indent="0" marL="0">
              <a:buNone/>
            </a:pPr>
            <a:r>
              <a:rPr lang="en-US" sz="2000" b="1" i="1" dirty="0">
                <a:solidFill>
                  <a:schemeClr val="tx1"/>
                </a:solidFill>
              </a:rPr>
              <a:t>Kun je me helpen?</a:t>
            </a:r>
            <a:endParaRPr lang="en-US" sz="2000" dirty="0"/>
          </a:p>
        </p:txBody>
      </p:sp>
      <p:sp>
        <p:nvSpPr>
          <p:cNvPr id="19" name="Text 13"/>
          <p:cNvSpPr txBox="1"/>
          <p:nvPr/>
        </p:nvSpPr>
        <p:spPr>
          <a:xfrm>
            <a:off x="1554480" y="4498848"/>
            <a:ext cx="4937760" cy="365760"/>
          </a:xfrm>
          <a:prstGeom prst="rect">
            <a:avLst/>
          </a:prstGeom>
          <a:noFill/>
          <a:ln/>
        </p:spPr>
        <p:txBody>
          <a:bodyPr wrap="square" lIns="0" tIns="0" rIns="0" bIns="0" rtlCol="0" anchor="ctr"/>
          <a:lstStyle/>
          <a:p>
            <a:pPr algn="l" indent="0" marL="0">
              <a:buNone/>
            </a:pPr>
            <a:r>
              <a:rPr lang="en-US" sz="1400" i="1" dirty="0">
                <a:solidFill>
                  <a:schemeClr val="accent5"/>
                </a:solidFill>
              </a:rPr>
              <a:t>Tu peux m’aider ?</a:t>
            </a:r>
            <a:endParaRPr lang="en-US" sz="1400" dirty="0"/>
          </a:p>
        </p:txBody>
      </p:sp>
      <p:sp>
        <p:nvSpPr>
          <p:cNvPr id="20" name="Shape 14"/>
          <p:cNvSpPr/>
          <p:nvPr/>
        </p:nvSpPr>
        <p:spPr>
          <a:xfrm>
            <a:off x="548640" y="5111496"/>
            <a:ext cx="6035040" cy="1024128"/>
          </a:xfrm>
          <a:prstGeom prst="roundRect">
            <a:avLst>
              <a:gd name="adj" fmla="val 7143"/>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21" name="Shape 15"/>
          <p:cNvSpPr/>
          <p:nvPr/>
        </p:nvSpPr>
        <p:spPr>
          <a:xfrm>
            <a:off x="713232" y="5294376"/>
            <a:ext cx="658368" cy="658368"/>
          </a:xfrm>
          <a:prstGeom prst="ellipse">
            <a:avLst/>
          </a:prstGeom>
          <a:solidFill>
            <a:schemeClr val="accent1"/>
          </a:solidFill>
          <a:ln w="12700">
            <a:solidFill>
              <a:srgbClr val="FFFFFF">
                <a:alpha val="0"/>
              </a:srgbClr>
            </a:solidFill>
            <a:prstDash val="solid"/>
          </a:ln>
        </p:spPr>
      </p:sp>
      <p:pic>
        <p:nvPicPr>
          <p:cNvPr id="22" name="Image 3" descr="CalendarAlt">    </p:cNvPr>
          <p:cNvPicPr>
            <a:picLocks noChangeAspect="1"/>
          </p:cNvPicPr>
          <p:nvPr/>
        </p:nvPicPr>
        <p:blipFill>
          <a:blip r:embed="rId4"/>
          <a:stretch>
            <a:fillRect/>
          </a:stretch>
        </p:blipFill>
        <p:spPr>
          <a:xfrm>
            <a:off x="871240" y="5452384"/>
            <a:ext cx="342351" cy="342351"/>
          </a:xfrm>
          <a:prstGeom prst="rect">
            <a:avLst/>
          </a:prstGeom>
        </p:spPr>
      </p:pic>
      <p:sp>
        <p:nvSpPr>
          <p:cNvPr id="23" name="Text 16"/>
          <p:cNvSpPr txBox="1"/>
          <p:nvPr/>
        </p:nvSpPr>
        <p:spPr>
          <a:xfrm>
            <a:off x="1554480" y="5157216"/>
            <a:ext cx="4937760" cy="566928"/>
          </a:xfrm>
          <a:prstGeom prst="rect">
            <a:avLst/>
          </a:prstGeom>
          <a:noFill/>
          <a:ln/>
        </p:spPr>
        <p:txBody>
          <a:bodyPr wrap="square" lIns="0" tIns="0" rIns="0" bIns="0" rtlCol="0" anchor="ctr"/>
          <a:lstStyle/>
          <a:p>
            <a:pPr algn="l" indent="0" marL="0">
              <a:buNone/>
            </a:pPr>
            <a:r>
              <a:rPr lang="en-US" sz="2000" b="1" i="1" dirty="0">
                <a:solidFill>
                  <a:schemeClr val="tx1"/>
                </a:solidFill>
              </a:rPr>
              <a:t>Ik wil </a:t>
            </a:r>
            <a:r>
              <a:rPr lang="en-US" sz="2000" b="1" i="1" dirty="0">
                <a:solidFill>
                  <a:schemeClr val="tx1"/>
                </a:solidFill>
              </a:rPr>
              <a:t>graag</a:t>
            </a:r>
            <a:r>
              <a:rPr lang="en-US" sz="2000" b="1" i="1" dirty="0">
                <a:solidFill>
                  <a:schemeClr val="tx1"/>
                </a:solidFill>
              </a:rPr>
              <a:t> een afspraak maken.</a:t>
            </a:r>
            <a:endParaRPr lang="en-US" sz="2000" dirty="0"/>
          </a:p>
        </p:txBody>
      </p:sp>
      <p:sp>
        <p:nvSpPr>
          <p:cNvPr id="24" name="Text 17"/>
          <p:cNvSpPr txBox="1"/>
          <p:nvPr/>
        </p:nvSpPr>
        <p:spPr>
          <a:xfrm>
            <a:off x="1554480" y="5678424"/>
            <a:ext cx="4937760" cy="365760"/>
          </a:xfrm>
          <a:prstGeom prst="rect">
            <a:avLst/>
          </a:prstGeom>
          <a:noFill/>
          <a:ln/>
        </p:spPr>
        <p:txBody>
          <a:bodyPr wrap="square" lIns="0" tIns="0" rIns="0" bIns="0" rtlCol="0" anchor="ctr"/>
          <a:lstStyle/>
          <a:p>
            <a:pPr algn="l" indent="0" marL="0">
              <a:buNone/>
            </a:pPr>
            <a:r>
              <a:rPr lang="en-US" sz="1400" i="1" dirty="0">
                <a:solidFill>
                  <a:schemeClr val="accent5"/>
                </a:solidFill>
              </a:rPr>
              <a:t>Je voudrais prendre rendez-vous.</a:t>
            </a:r>
            <a:endParaRPr lang="en-US" sz="1400" dirty="0"/>
          </a:p>
        </p:txBody>
      </p:sp>
      <p:sp>
        <p:nvSpPr>
          <p:cNvPr id="25" name="Shape 18"/>
          <p:cNvSpPr/>
          <p:nvPr/>
        </p:nvSpPr>
        <p:spPr>
          <a:xfrm>
            <a:off x="6858000" y="1572768"/>
            <a:ext cx="4782312" cy="3291840"/>
          </a:xfrm>
          <a:prstGeom prst="roundRect">
            <a:avLst>
              <a:gd name="adj" fmla="val 2222"/>
            </a:avLst>
          </a:prstGeom>
          <a:solidFill>
            <a:schemeClr val="accent6">
              <a:alpha val="7000"/>
            </a:schemeClr>
          </a:solidFill>
          <a:ln w="12700">
            <a:solidFill>
              <a:srgbClr val="B83227">
                <a:alpha val="60000"/>
              </a:srgbClr>
            </a:solidFill>
            <a:prstDash val="solid"/>
          </a:ln>
        </p:spPr>
      </p:sp>
      <p:sp>
        <p:nvSpPr>
          <p:cNvPr id="26" name="tag"/>
          <p:cNvSpPr/>
          <p:nvPr/>
        </p:nvSpPr>
        <p:spPr>
          <a:xfrm>
            <a:off x="7040880" y="1737360"/>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27" name="Text 20"/>
          <p:cNvSpPr txBox="1"/>
          <p:nvPr/>
        </p:nvSpPr>
        <p:spPr>
          <a:xfrm>
            <a:off x="7132320" y="2075688"/>
            <a:ext cx="4233672" cy="1257300"/>
          </a:xfrm>
          <a:prstGeom prst="rect">
            <a:avLst/>
          </a:prstGeom>
          <a:noFill/>
          <a:ln/>
        </p:spPr>
        <p:txBody>
          <a:bodyPr wrap="square" lIns="0" tIns="0" rIns="0" bIns="0" rtlCol="0" anchor="ctr"/>
          <a:lstStyle/>
          <a:p>
            <a:pPr algn="l" indent="0" marL="0">
              <a:buNone/>
            </a:pPr>
            <a:r>
              <a:rPr lang="en-US" sz="1900" dirty="0">
                <a:solidFill>
                  <a:schemeClr val="tx1"/>
                </a:solidFill>
              </a:rPr>
              <a:t>« Je veux un café » → </a:t>
            </a:r>
            <a:r>
              <a:rPr lang="en-US" sz="1900" i="1" dirty="0">
                <a:solidFill>
                  <a:schemeClr val="tx1"/>
                </a:solidFill>
              </a:rPr>
              <a:t>Ik wil een koffie.</a:t>
            </a:r>
            <a:r>
              <a:rPr lang="en-US" sz="1900" dirty="0">
                <a:solidFill>
                  <a:schemeClr val="tx1"/>
                </a:solidFill>
              </a:rPr>
              <a:t> </a:t>
            </a:r>
            <a:r>
              <a:rPr lang="en-US" sz="1900" strike="sngStrike" dirty="0">
                <a:solidFill>
                  <a:schemeClr val="accent6"/>
                </a:solidFill>
              </a:rPr>
              <a:t>(brusque)</a:t>
            </a:r>
            <a:endParaRPr lang="en-US" sz="1900" dirty="0"/>
          </a:p>
        </p:txBody>
      </p:sp>
      <p:pic>
        <p:nvPicPr>
          <p:cNvPr id="28" name="Image 4" descr="ArrowDown">    </p:cNvPr>
          <p:cNvPicPr>
            <a:picLocks noChangeAspect="1"/>
          </p:cNvPicPr>
          <p:nvPr/>
        </p:nvPicPr>
        <p:blipFill>
          <a:blip r:embed="rId5"/>
          <a:stretch>
            <a:fillRect/>
          </a:stretch>
        </p:blipFill>
        <p:spPr>
          <a:xfrm>
            <a:off x="7132320" y="3314700"/>
            <a:ext cx="237744" cy="237744"/>
          </a:xfrm>
          <a:prstGeom prst="rect">
            <a:avLst/>
          </a:prstGeom>
        </p:spPr>
      </p:pic>
      <p:sp>
        <p:nvSpPr>
          <p:cNvPr id="29" name="Shape 21"/>
          <p:cNvSpPr/>
          <p:nvPr/>
        </p:nvSpPr>
        <p:spPr>
          <a:xfrm>
            <a:off x="7086600" y="3543300"/>
            <a:ext cx="4325112" cy="1220724"/>
          </a:xfrm>
          <a:prstGeom prst="roundRect">
            <a:avLst>
              <a:gd name="adj" fmla="val 5993"/>
            </a:avLst>
          </a:prstGeom>
          <a:solidFill>
            <a:schemeClr val="accent3">
              <a:alpha val="12000"/>
            </a:schemeClr>
          </a:solidFill>
          <a:ln w="15875">
            <a:solidFill>
              <a:srgbClr val="2E7D4F"/>
            </a:solidFill>
            <a:prstDash val="solid"/>
          </a:ln>
        </p:spPr>
      </p:sp>
      <p:sp>
        <p:nvSpPr>
          <p:cNvPr id="30" name="Text 22"/>
          <p:cNvSpPr txBox="1"/>
          <p:nvPr/>
        </p:nvSpPr>
        <p:spPr>
          <a:xfrm>
            <a:off x="7223760" y="3543300"/>
            <a:ext cx="4050792" cy="1220724"/>
          </a:xfrm>
          <a:prstGeom prst="rect">
            <a:avLst/>
          </a:prstGeom>
          <a:noFill/>
          <a:ln/>
        </p:spPr>
        <p:txBody>
          <a:bodyPr wrap="square" lIns="0" tIns="0" rIns="0" bIns="0" rtlCol="0" anchor="ctr"/>
          <a:lstStyle/>
          <a:p>
            <a:pPr algn="l" indent="0" marL="0">
              <a:buNone/>
            </a:pPr>
            <a:r>
              <a:rPr lang="en-US" sz="1900" i="1" dirty="0">
                <a:solidFill>
                  <a:schemeClr val="tx1"/>
                </a:solidFill>
              </a:rPr>
              <a:t>Ik wil </a:t>
            </a:r>
            <a:r>
              <a:rPr lang="en-US" sz="1900" b="1" i="1" dirty="0">
                <a:solidFill>
                  <a:schemeClr val="tx1"/>
                </a:solidFill>
              </a:rPr>
              <a:t>graag</a:t>
            </a:r>
            <a:r>
              <a:rPr lang="en-US" sz="1900" i="1" dirty="0">
                <a:solidFill>
                  <a:schemeClr val="tx1"/>
                </a:solidFill>
              </a:rPr>
              <a:t> een koffie.</a:t>
            </a:r>
            <a:r>
              <a:rPr lang="en-US" sz="1900" dirty="0">
                <a:solidFill>
                  <a:schemeClr val="tx1"/>
                </a:solidFill>
              </a:rPr>
              <a:t>
</a:t>
            </a:r>
            <a:r>
              <a:rPr lang="en-US" sz="1900" i="1" dirty="0">
                <a:solidFill>
                  <a:schemeClr val="tx1"/>
                </a:solidFill>
              </a:rPr>
              <a:t>Een koffie, alstublieft.</a:t>
            </a:r>
            <a:endParaRPr lang="en-US" sz="1900" dirty="0"/>
          </a:p>
        </p:txBody>
      </p:sp>
      <p:sp>
        <p:nvSpPr>
          <p:cNvPr id="31" name="Shape 23"/>
          <p:cNvSpPr/>
          <p:nvPr/>
        </p:nvSpPr>
        <p:spPr>
          <a:xfrm>
            <a:off x="6858000" y="5074920"/>
            <a:ext cx="4782312" cy="1188720"/>
          </a:xfrm>
          <a:prstGeom prst="roundRect">
            <a:avLst>
              <a:gd name="adj" fmla="val 6154"/>
            </a:avLst>
          </a:prstGeom>
          <a:solidFill>
            <a:schemeClr val="bg2"/>
          </a:solidFill>
          <a:ln w="12700">
            <a:solidFill>
              <a:srgbClr val="D5DCE6"/>
            </a:solidFill>
            <a:prstDash val="solid"/>
          </a:ln>
        </p:spPr>
      </p:sp>
      <p:sp>
        <p:nvSpPr>
          <p:cNvPr id="32" name="Text 24"/>
          <p:cNvSpPr txBox="1"/>
          <p:nvPr/>
        </p:nvSpPr>
        <p:spPr>
          <a:xfrm>
            <a:off x="7040880" y="5074920"/>
            <a:ext cx="4480560" cy="1188720"/>
          </a:xfrm>
          <a:prstGeom prst="rect">
            <a:avLst/>
          </a:prstGeom>
          <a:noFill/>
          <a:ln/>
        </p:spPr>
        <p:txBody>
          <a:bodyPr wrap="square" lIns="0" tIns="0" rIns="0" bIns="0" rtlCol="0" anchor="ctr"/>
          <a:lstStyle/>
          <a:p>
            <a:pPr algn="l" indent="0" marL="0">
              <a:spcAft>
                <a:spcPts val="600"/>
              </a:spcAft>
              <a:buNone/>
            </a:pPr>
            <a:r>
              <a:rPr lang="en-US" sz="1700" i="1" dirty="0">
                <a:solidFill>
                  <a:schemeClr val="tx1"/>
                </a:solidFill>
              </a:rPr>
              <a:t>alstublieft</a:t>
            </a:r>
            <a:r>
              <a:rPr lang="en-US" sz="1700" dirty="0">
                <a:solidFill>
                  <a:schemeClr val="tx1"/>
                </a:solidFill>
              </a:rPr>
              <a:t> = s’il vous plaît (poli)</a:t>
            </a:r>
            <a:endParaRPr lang="en-US" sz="1700" dirty="0"/>
          </a:p>
          <a:p>
            <a:pPr algn="l" indent="0" marL="0">
              <a:spcAft>
                <a:spcPts val="600"/>
              </a:spcAft>
              <a:buNone/>
            </a:pPr>
            <a:r>
              <a:rPr lang="en-US" sz="1700" i="1" dirty="0">
                <a:solidFill>
                  <a:schemeClr val="tx1"/>
                </a:solidFill>
              </a:rPr>
              <a:t>alsjeblieft</a:t>
            </a:r>
            <a:r>
              <a:rPr lang="en-US" sz="1700" dirty="0">
                <a:solidFill>
                  <a:schemeClr val="tx1"/>
                </a:solidFill>
              </a:rPr>
              <a:t> = s’il te plaît (familier)</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mots qui changent de registre</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Text 2"/>
          <p:cNvSpPr txBox="1"/>
          <p:nvPr/>
        </p:nvSpPr>
        <p:spPr>
          <a:xfrm>
            <a:off x="548640" y="1508760"/>
            <a:ext cx="3291840" cy="320040"/>
          </a:xfrm>
          <a:prstGeom prst="rect">
            <a:avLst/>
          </a:prstGeom>
          <a:noFill/>
          <a:ln/>
        </p:spPr>
        <p:txBody>
          <a:bodyPr wrap="square" lIns="0" tIns="0" rIns="0" bIns="0" rtlCol="0" anchor="t"/>
          <a:lstStyle/>
          <a:p>
            <a:pPr algn="ctr" indent="0" marL="0">
              <a:buNone/>
            </a:pPr>
            <a:r>
              <a:rPr lang="en-US" sz="1300" b="1" spc="200" kern="0" dirty="0">
                <a:solidFill>
                  <a:srgbClr val="5B9BD5"/>
                </a:solidFill>
              </a:rPr>
              <a:t>INFORMEEL</a:t>
            </a:r>
            <a:endParaRPr lang="en-US" sz="1300" dirty="0"/>
          </a:p>
        </p:txBody>
      </p:sp>
      <p:sp>
        <p:nvSpPr>
          <p:cNvPr id="6" name="Text 3"/>
          <p:cNvSpPr txBox="1"/>
          <p:nvPr/>
        </p:nvSpPr>
        <p:spPr>
          <a:xfrm>
            <a:off x="7891272" y="1508760"/>
            <a:ext cx="3749040" cy="320040"/>
          </a:xfrm>
          <a:prstGeom prst="rect">
            <a:avLst/>
          </a:prstGeom>
          <a:noFill/>
          <a:ln/>
        </p:spPr>
        <p:txBody>
          <a:bodyPr wrap="square" lIns="0" tIns="0" rIns="0" bIns="0" rtlCol="0" anchor="t"/>
          <a:lstStyle/>
          <a:p>
            <a:pPr algn="ctr" indent="0" marL="0">
              <a:buNone/>
            </a:pPr>
            <a:r>
              <a:rPr lang="en-US" sz="1300" b="1" spc="200" kern="0" dirty="0">
                <a:solidFill>
                  <a:schemeClr val="tx2"/>
                </a:solidFill>
              </a:rPr>
              <a:t>FORMEEL</a:t>
            </a:r>
            <a:endParaRPr lang="en-US" sz="1300" dirty="0"/>
          </a:p>
        </p:txBody>
      </p:sp>
      <p:sp>
        <p:nvSpPr>
          <p:cNvPr id="7" name="Shape 4"/>
          <p:cNvSpPr/>
          <p:nvPr/>
        </p:nvSpPr>
        <p:spPr>
          <a:xfrm>
            <a:off x="3840480" y="2121408"/>
            <a:ext cx="4050792" cy="914"/>
          </a:xfrm>
          <a:prstGeom prst="line">
            <a:avLst/>
          </a:prstGeom>
          <a:noFill/>
          <a:ln w="19050">
            <a:solidFill>
              <a:srgbClr val="B8C2CF"/>
            </a:solidFill>
            <a:prstDash val="solid"/>
          </a:ln>
        </p:spPr>
      </p:sp>
      <p:sp>
        <p:nvSpPr>
          <p:cNvPr id="8" name="Shape 5"/>
          <p:cNvSpPr/>
          <p:nvPr/>
        </p:nvSpPr>
        <p:spPr>
          <a:xfrm>
            <a:off x="548640" y="1828800"/>
            <a:ext cx="3291840" cy="585216"/>
          </a:xfrm>
          <a:prstGeom prst="roundRect">
            <a:avLst>
              <a:gd name="adj" fmla="val 50000"/>
            </a:avLst>
          </a:prstGeom>
          <a:solidFill>
            <a:srgbClr val="5B9BD5"/>
          </a:solidFill>
          <a:ln w="12700">
            <a:solidFill>
              <a:srgbClr val="FFFFFF">
                <a:alpha val="0"/>
              </a:srgbClr>
            </a:solidFill>
            <a:prstDash val="solid"/>
          </a:ln>
        </p:spPr>
      </p:sp>
      <p:sp>
        <p:nvSpPr>
          <p:cNvPr id="9" name="Text 6"/>
          <p:cNvSpPr txBox="1"/>
          <p:nvPr/>
        </p:nvSpPr>
        <p:spPr>
          <a:xfrm>
            <a:off x="548640" y="1828800"/>
            <a:ext cx="3291840" cy="585216"/>
          </a:xfrm>
          <a:prstGeom prst="rect">
            <a:avLst/>
          </a:prstGeom>
          <a:noFill/>
          <a:ln/>
        </p:spPr>
        <p:txBody>
          <a:bodyPr wrap="square" lIns="0" tIns="0" rIns="0" bIns="0" rtlCol="0" anchor="ctr"/>
          <a:lstStyle/>
          <a:p>
            <a:pPr algn="ctr" indent="0" marL="0">
              <a:buNone/>
            </a:pPr>
            <a:r>
              <a:rPr lang="en-US" sz="2100" b="1" i="1" dirty="0">
                <a:solidFill>
                  <a:schemeClr val="bg1"/>
                </a:solidFill>
              </a:rPr>
              <a:t>meedoen</a:t>
            </a:r>
            <a:endParaRPr lang="en-US" sz="2100" dirty="0"/>
          </a:p>
        </p:txBody>
      </p:sp>
      <p:sp>
        <p:nvSpPr>
          <p:cNvPr id="10" name="Shape 7"/>
          <p:cNvSpPr/>
          <p:nvPr/>
        </p:nvSpPr>
        <p:spPr>
          <a:xfrm>
            <a:off x="7891272" y="1828800"/>
            <a:ext cx="3749040" cy="585216"/>
          </a:xfrm>
          <a:prstGeom prst="roundRect">
            <a:avLst>
              <a:gd name="adj" fmla="val 50000"/>
            </a:avLst>
          </a:prstGeom>
          <a:solidFill>
            <a:schemeClr val="tx2"/>
          </a:solidFill>
          <a:ln w="12700">
            <a:solidFill>
              <a:srgbClr val="FFFFFF">
                <a:alpha val="0"/>
              </a:srgbClr>
            </a:solidFill>
            <a:prstDash val="solid"/>
          </a:ln>
        </p:spPr>
      </p:sp>
      <p:sp>
        <p:nvSpPr>
          <p:cNvPr id="11" name="Text 8"/>
          <p:cNvSpPr txBox="1"/>
          <p:nvPr/>
        </p:nvSpPr>
        <p:spPr>
          <a:xfrm>
            <a:off x="7891272" y="1828800"/>
            <a:ext cx="3749040" cy="585216"/>
          </a:xfrm>
          <a:prstGeom prst="rect">
            <a:avLst/>
          </a:prstGeom>
          <a:noFill/>
          <a:ln/>
        </p:spPr>
        <p:txBody>
          <a:bodyPr wrap="square" lIns="0" tIns="0" rIns="0" bIns="0" rtlCol="0" anchor="ctr"/>
          <a:lstStyle/>
          <a:p>
            <a:pPr algn="ctr" indent="0" marL="0">
              <a:buNone/>
            </a:pPr>
            <a:r>
              <a:rPr lang="en-US" sz="2000" b="1" i="1" dirty="0">
                <a:solidFill>
                  <a:schemeClr val="bg1"/>
                </a:solidFill>
              </a:rPr>
              <a:t>deelnemen</a:t>
            </a:r>
            <a:endParaRPr lang="en-US" sz="2000" dirty="0"/>
          </a:p>
        </p:txBody>
      </p:sp>
      <p:sp>
        <p:nvSpPr>
          <p:cNvPr id="12" name="Shape 9"/>
          <p:cNvSpPr/>
          <p:nvPr/>
        </p:nvSpPr>
        <p:spPr>
          <a:xfrm>
            <a:off x="4572000" y="1901952"/>
            <a:ext cx="2587752" cy="438912"/>
          </a:xfrm>
          <a:prstGeom prst="roundRect">
            <a:avLst>
              <a:gd name="adj" fmla="val 50000"/>
            </a:avLst>
          </a:prstGeom>
          <a:solidFill>
            <a:srgbClr val="FFFFFF"/>
          </a:solidFill>
          <a:ln w="12700">
            <a:solidFill>
              <a:srgbClr val="D5DCE6"/>
            </a:solidFill>
            <a:prstDash val="solid"/>
          </a:ln>
        </p:spPr>
      </p:sp>
      <p:sp>
        <p:nvSpPr>
          <p:cNvPr id="13" name="Text 10"/>
          <p:cNvSpPr txBox="1"/>
          <p:nvPr/>
        </p:nvSpPr>
        <p:spPr>
          <a:xfrm>
            <a:off x="4572000" y="1901952"/>
            <a:ext cx="2587752" cy="438912"/>
          </a:xfrm>
          <a:prstGeom prst="rect">
            <a:avLst/>
          </a:prstGeom>
          <a:noFill/>
          <a:ln/>
        </p:spPr>
        <p:txBody>
          <a:bodyPr wrap="square" lIns="0" tIns="0" rIns="0" bIns="0" rtlCol="0" anchor="ctr"/>
          <a:lstStyle/>
          <a:p>
            <a:pPr algn="ctr" indent="0" marL="0">
              <a:buNone/>
            </a:pPr>
            <a:r>
              <a:rPr lang="en-US" sz="1500" i="1" dirty="0">
                <a:solidFill>
                  <a:schemeClr val="accent5"/>
                </a:solidFill>
              </a:rPr>
              <a:t>participer</a:t>
            </a:r>
            <a:endParaRPr lang="en-US" sz="1500" dirty="0"/>
          </a:p>
        </p:txBody>
      </p:sp>
      <p:sp>
        <p:nvSpPr>
          <p:cNvPr id="14" name="Shape 11"/>
          <p:cNvSpPr/>
          <p:nvPr/>
        </p:nvSpPr>
        <p:spPr>
          <a:xfrm>
            <a:off x="3840480" y="2798064"/>
            <a:ext cx="4050792" cy="914"/>
          </a:xfrm>
          <a:prstGeom prst="line">
            <a:avLst/>
          </a:prstGeom>
          <a:noFill/>
          <a:ln w="19050">
            <a:solidFill>
              <a:srgbClr val="B8C2CF"/>
            </a:solidFill>
            <a:prstDash val="solid"/>
          </a:ln>
        </p:spPr>
      </p:sp>
      <p:sp>
        <p:nvSpPr>
          <p:cNvPr id="15" name="Shape 12"/>
          <p:cNvSpPr/>
          <p:nvPr/>
        </p:nvSpPr>
        <p:spPr>
          <a:xfrm>
            <a:off x="548640" y="2505456"/>
            <a:ext cx="3291840" cy="585216"/>
          </a:xfrm>
          <a:prstGeom prst="roundRect">
            <a:avLst>
              <a:gd name="adj" fmla="val 50000"/>
            </a:avLst>
          </a:prstGeom>
          <a:solidFill>
            <a:srgbClr val="5B9BD5"/>
          </a:solidFill>
          <a:ln w="12700">
            <a:solidFill>
              <a:srgbClr val="FFFFFF">
                <a:alpha val="0"/>
              </a:srgbClr>
            </a:solidFill>
            <a:prstDash val="solid"/>
          </a:ln>
        </p:spPr>
      </p:sp>
      <p:sp>
        <p:nvSpPr>
          <p:cNvPr id="16" name="Text 13"/>
          <p:cNvSpPr txBox="1"/>
          <p:nvPr/>
        </p:nvSpPr>
        <p:spPr>
          <a:xfrm>
            <a:off x="548640" y="2505456"/>
            <a:ext cx="3291840" cy="585216"/>
          </a:xfrm>
          <a:prstGeom prst="rect">
            <a:avLst/>
          </a:prstGeom>
          <a:noFill/>
          <a:ln/>
        </p:spPr>
        <p:txBody>
          <a:bodyPr wrap="square" lIns="0" tIns="0" rIns="0" bIns="0" rtlCol="0" anchor="ctr"/>
          <a:lstStyle/>
          <a:p>
            <a:pPr algn="ctr" indent="0" marL="0">
              <a:buNone/>
            </a:pPr>
            <a:r>
              <a:rPr lang="en-US" sz="2100" b="1" i="1" dirty="0">
                <a:solidFill>
                  <a:schemeClr val="bg1"/>
                </a:solidFill>
              </a:rPr>
              <a:t>vragen</a:t>
            </a:r>
            <a:endParaRPr lang="en-US" sz="2100" dirty="0"/>
          </a:p>
        </p:txBody>
      </p:sp>
      <p:sp>
        <p:nvSpPr>
          <p:cNvPr id="17" name="Shape 14"/>
          <p:cNvSpPr/>
          <p:nvPr/>
        </p:nvSpPr>
        <p:spPr>
          <a:xfrm>
            <a:off x="7891272" y="2505456"/>
            <a:ext cx="3749040" cy="585216"/>
          </a:xfrm>
          <a:prstGeom prst="roundRect">
            <a:avLst>
              <a:gd name="adj" fmla="val 50000"/>
            </a:avLst>
          </a:prstGeom>
          <a:solidFill>
            <a:schemeClr val="tx2"/>
          </a:solidFill>
          <a:ln w="12700">
            <a:solidFill>
              <a:srgbClr val="FFFFFF">
                <a:alpha val="0"/>
              </a:srgbClr>
            </a:solidFill>
            <a:prstDash val="solid"/>
          </a:ln>
        </p:spPr>
      </p:sp>
      <p:sp>
        <p:nvSpPr>
          <p:cNvPr id="18" name="Text 15"/>
          <p:cNvSpPr txBox="1"/>
          <p:nvPr/>
        </p:nvSpPr>
        <p:spPr>
          <a:xfrm>
            <a:off x="7891272" y="2505456"/>
            <a:ext cx="3749040" cy="585216"/>
          </a:xfrm>
          <a:prstGeom prst="rect">
            <a:avLst/>
          </a:prstGeom>
          <a:noFill/>
          <a:ln/>
        </p:spPr>
        <p:txBody>
          <a:bodyPr wrap="square" lIns="0" tIns="0" rIns="0" bIns="0" rtlCol="0" anchor="ctr"/>
          <a:lstStyle/>
          <a:p>
            <a:pPr algn="ctr" indent="0" marL="0">
              <a:buNone/>
            </a:pPr>
            <a:r>
              <a:rPr lang="en-US" sz="2000" b="1" i="1" dirty="0">
                <a:solidFill>
                  <a:schemeClr val="bg1"/>
                </a:solidFill>
              </a:rPr>
              <a:t>verzoeken</a:t>
            </a:r>
            <a:endParaRPr lang="en-US" sz="2000" dirty="0"/>
          </a:p>
        </p:txBody>
      </p:sp>
      <p:sp>
        <p:nvSpPr>
          <p:cNvPr id="19" name="Shape 16"/>
          <p:cNvSpPr/>
          <p:nvPr/>
        </p:nvSpPr>
        <p:spPr>
          <a:xfrm>
            <a:off x="4572000" y="2578608"/>
            <a:ext cx="2587752" cy="438912"/>
          </a:xfrm>
          <a:prstGeom prst="roundRect">
            <a:avLst>
              <a:gd name="adj" fmla="val 50000"/>
            </a:avLst>
          </a:prstGeom>
          <a:solidFill>
            <a:srgbClr val="FFFFFF"/>
          </a:solidFill>
          <a:ln w="12700">
            <a:solidFill>
              <a:srgbClr val="D5DCE6"/>
            </a:solidFill>
            <a:prstDash val="solid"/>
          </a:ln>
        </p:spPr>
      </p:sp>
      <p:sp>
        <p:nvSpPr>
          <p:cNvPr id="20" name="Text 17"/>
          <p:cNvSpPr txBox="1"/>
          <p:nvPr/>
        </p:nvSpPr>
        <p:spPr>
          <a:xfrm>
            <a:off x="4572000" y="2578608"/>
            <a:ext cx="2587752" cy="438912"/>
          </a:xfrm>
          <a:prstGeom prst="rect">
            <a:avLst/>
          </a:prstGeom>
          <a:noFill/>
          <a:ln/>
        </p:spPr>
        <p:txBody>
          <a:bodyPr wrap="square" lIns="0" tIns="0" rIns="0" bIns="0" rtlCol="0" anchor="ctr"/>
          <a:lstStyle/>
          <a:p>
            <a:pPr algn="ctr" indent="0" marL="0">
              <a:buNone/>
            </a:pPr>
            <a:r>
              <a:rPr lang="en-US" sz="1500" i="1" dirty="0">
                <a:solidFill>
                  <a:schemeClr val="accent5"/>
                </a:solidFill>
              </a:rPr>
              <a:t>demander</a:t>
            </a:r>
            <a:endParaRPr lang="en-US" sz="1500" dirty="0"/>
          </a:p>
        </p:txBody>
      </p:sp>
      <p:sp>
        <p:nvSpPr>
          <p:cNvPr id="21" name="Shape 18"/>
          <p:cNvSpPr/>
          <p:nvPr/>
        </p:nvSpPr>
        <p:spPr>
          <a:xfrm>
            <a:off x="3840480" y="3474720"/>
            <a:ext cx="4050792" cy="914"/>
          </a:xfrm>
          <a:prstGeom prst="line">
            <a:avLst/>
          </a:prstGeom>
          <a:noFill/>
          <a:ln w="19050">
            <a:solidFill>
              <a:srgbClr val="B8C2CF"/>
            </a:solidFill>
            <a:prstDash val="solid"/>
          </a:ln>
        </p:spPr>
      </p:sp>
      <p:sp>
        <p:nvSpPr>
          <p:cNvPr id="22" name="Shape 19"/>
          <p:cNvSpPr/>
          <p:nvPr/>
        </p:nvSpPr>
        <p:spPr>
          <a:xfrm>
            <a:off x="548640" y="3182112"/>
            <a:ext cx="3291840" cy="585216"/>
          </a:xfrm>
          <a:prstGeom prst="roundRect">
            <a:avLst>
              <a:gd name="adj" fmla="val 50000"/>
            </a:avLst>
          </a:prstGeom>
          <a:solidFill>
            <a:srgbClr val="5B9BD5"/>
          </a:solidFill>
          <a:ln w="12700">
            <a:solidFill>
              <a:srgbClr val="FFFFFF">
                <a:alpha val="0"/>
              </a:srgbClr>
            </a:solidFill>
            <a:prstDash val="solid"/>
          </a:ln>
        </p:spPr>
      </p:sp>
      <p:sp>
        <p:nvSpPr>
          <p:cNvPr id="23" name="Text 20"/>
          <p:cNvSpPr txBox="1"/>
          <p:nvPr/>
        </p:nvSpPr>
        <p:spPr>
          <a:xfrm>
            <a:off x="548640" y="3182112"/>
            <a:ext cx="3291840" cy="585216"/>
          </a:xfrm>
          <a:prstGeom prst="rect">
            <a:avLst/>
          </a:prstGeom>
          <a:noFill/>
          <a:ln/>
        </p:spPr>
        <p:txBody>
          <a:bodyPr wrap="square" lIns="0" tIns="0" rIns="0" bIns="0" rtlCol="0" anchor="ctr"/>
          <a:lstStyle/>
          <a:p>
            <a:pPr algn="ctr" indent="0" marL="0">
              <a:buNone/>
            </a:pPr>
            <a:r>
              <a:rPr lang="en-US" sz="2100" b="1" i="1" dirty="0">
                <a:solidFill>
                  <a:schemeClr val="bg1"/>
                </a:solidFill>
              </a:rPr>
              <a:t>vertellen</a:t>
            </a:r>
            <a:endParaRPr lang="en-US" sz="2100" dirty="0"/>
          </a:p>
        </p:txBody>
      </p:sp>
      <p:sp>
        <p:nvSpPr>
          <p:cNvPr id="24" name="Shape 21"/>
          <p:cNvSpPr/>
          <p:nvPr/>
        </p:nvSpPr>
        <p:spPr>
          <a:xfrm>
            <a:off x="7891272" y="3182112"/>
            <a:ext cx="3749040" cy="585216"/>
          </a:xfrm>
          <a:prstGeom prst="roundRect">
            <a:avLst>
              <a:gd name="adj" fmla="val 50000"/>
            </a:avLst>
          </a:prstGeom>
          <a:solidFill>
            <a:schemeClr val="tx2"/>
          </a:solidFill>
          <a:ln w="12700">
            <a:solidFill>
              <a:srgbClr val="FFFFFF">
                <a:alpha val="0"/>
              </a:srgbClr>
            </a:solidFill>
            <a:prstDash val="solid"/>
          </a:ln>
        </p:spPr>
      </p:sp>
      <p:sp>
        <p:nvSpPr>
          <p:cNvPr id="25" name="Text 22"/>
          <p:cNvSpPr txBox="1"/>
          <p:nvPr/>
        </p:nvSpPr>
        <p:spPr>
          <a:xfrm>
            <a:off x="7891272" y="3182112"/>
            <a:ext cx="3749040" cy="585216"/>
          </a:xfrm>
          <a:prstGeom prst="rect">
            <a:avLst/>
          </a:prstGeom>
          <a:noFill/>
          <a:ln/>
        </p:spPr>
        <p:txBody>
          <a:bodyPr wrap="square" lIns="0" tIns="0" rIns="0" bIns="0" rtlCol="0" anchor="ctr"/>
          <a:lstStyle/>
          <a:p>
            <a:pPr algn="ctr" indent="0" marL="0">
              <a:buNone/>
            </a:pPr>
            <a:r>
              <a:rPr lang="en-US" sz="2000" b="1" i="1" dirty="0">
                <a:solidFill>
                  <a:schemeClr val="bg1"/>
                </a:solidFill>
              </a:rPr>
              <a:t>meedelen</a:t>
            </a:r>
            <a:endParaRPr lang="en-US" sz="2000" dirty="0"/>
          </a:p>
        </p:txBody>
      </p:sp>
      <p:sp>
        <p:nvSpPr>
          <p:cNvPr id="26" name="Shape 23"/>
          <p:cNvSpPr/>
          <p:nvPr/>
        </p:nvSpPr>
        <p:spPr>
          <a:xfrm>
            <a:off x="4572000" y="3255264"/>
            <a:ext cx="2587752" cy="438912"/>
          </a:xfrm>
          <a:prstGeom prst="roundRect">
            <a:avLst>
              <a:gd name="adj" fmla="val 50000"/>
            </a:avLst>
          </a:prstGeom>
          <a:solidFill>
            <a:srgbClr val="FFFFFF"/>
          </a:solidFill>
          <a:ln w="12700">
            <a:solidFill>
              <a:srgbClr val="D5DCE6"/>
            </a:solidFill>
            <a:prstDash val="solid"/>
          </a:ln>
        </p:spPr>
      </p:sp>
      <p:sp>
        <p:nvSpPr>
          <p:cNvPr id="27" name="Text 24"/>
          <p:cNvSpPr txBox="1"/>
          <p:nvPr/>
        </p:nvSpPr>
        <p:spPr>
          <a:xfrm>
            <a:off x="4572000" y="3255264"/>
            <a:ext cx="2587752" cy="438912"/>
          </a:xfrm>
          <a:prstGeom prst="rect">
            <a:avLst/>
          </a:prstGeom>
          <a:noFill/>
          <a:ln/>
        </p:spPr>
        <p:txBody>
          <a:bodyPr wrap="square" lIns="0" tIns="0" rIns="0" bIns="0" rtlCol="0" anchor="ctr"/>
          <a:lstStyle/>
          <a:p>
            <a:pPr algn="ctr" indent="0" marL="0">
              <a:buNone/>
            </a:pPr>
            <a:r>
              <a:rPr lang="en-US" sz="1500" i="1" dirty="0">
                <a:solidFill>
                  <a:schemeClr val="accent5"/>
                </a:solidFill>
              </a:rPr>
              <a:t>communiquer</a:t>
            </a:r>
            <a:endParaRPr lang="en-US" sz="1500" dirty="0"/>
          </a:p>
        </p:txBody>
      </p:sp>
      <p:sp>
        <p:nvSpPr>
          <p:cNvPr id="28" name="Shape 25"/>
          <p:cNvSpPr/>
          <p:nvPr/>
        </p:nvSpPr>
        <p:spPr>
          <a:xfrm>
            <a:off x="3840480" y="4151376"/>
            <a:ext cx="4050792" cy="914"/>
          </a:xfrm>
          <a:prstGeom prst="line">
            <a:avLst/>
          </a:prstGeom>
          <a:noFill/>
          <a:ln w="19050">
            <a:solidFill>
              <a:srgbClr val="B8C2CF"/>
            </a:solidFill>
            <a:prstDash val="solid"/>
          </a:ln>
        </p:spPr>
      </p:sp>
      <p:sp>
        <p:nvSpPr>
          <p:cNvPr id="29" name="Shape 26"/>
          <p:cNvSpPr/>
          <p:nvPr/>
        </p:nvSpPr>
        <p:spPr>
          <a:xfrm>
            <a:off x="548640" y="3858768"/>
            <a:ext cx="3291840" cy="585216"/>
          </a:xfrm>
          <a:prstGeom prst="roundRect">
            <a:avLst>
              <a:gd name="adj" fmla="val 50000"/>
            </a:avLst>
          </a:prstGeom>
          <a:solidFill>
            <a:srgbClr val="5B9BD5"/>
          </a:solidFill>
          <a:ln w="12700">
            <a:solidFill>
              <a:srgbClr val="FFFFFF">
                <a:alpha val="0"/>
              </a:srgbClr>
            </a:solidFill>
            <a:prstDash val="solid"/>
          </a:ln>
        </p:spPr>
      </p:sp>
      <p:sp>
        <p:nvSpPr>
          <p:cNvPr id="30" name="Text 27"/>
          <p:cNvSpPr txBox="1"/>
          <p:nvPr/>
        </p:nvSpPr>
        <p:spPr>
          <a:xfrm>
            <a:off x="548640" y="3858768"/>
            <a:ext cx="3291840" cy="585216"/>
          </a:xfrm>
          <a:prstGeom prst="rect">
            <a:avLst/>
          </a:prstGeom>
          <a:noFill/>
          <a:ln/>
        </p:spPr>
        <p:txBody>
          <a:bodyPr wrap="square" lIns="0" tIns="0" rIns="0" bIns="0" rtlCol="0" anchor="ctr"/>
          <a:lstStyle/>
          <a:p>
            <a:pPr algn="ctr" indent="0" marL="0">
              <a:buNone/>
            </a:pPr>
            <a:r>
              <a:rPr lang="en-US" sz="2100" b="1" i="1" dirty="0">
                <a:solidFill>
                  <a:schemeClr val="bg1"/>
                </a:solidFill>
              </a:rPr>
              <a:t>nu</a:t>
            </a:r>
            <a:endParaRPr lang="en-US" sz="2100" dirty="0"/>
          </a:p>
        </p:txBody>
      </p:sp>
      <p:sp>
        <p:nvSpPr>
          <p:cNvPr id="31" name="Shape 28"/>
          <p:cNvSpPr/>
          <p:nvPr/>
        </p:nvSpPr>
        <p:spPr>
          <a:xfrm>
            <a:off x="7891272" y="3858768"/>
            <a:ext cx="3749040" cy="585216"/>
          </a:xfrm>
          <a:prstGeom prst="roundRect">
            <a:avLst>
              <a:gd name="adj" fmla="val 50000"/>
            </a:avLst>
          </a:prstGeom>
          <a:solidFill>
            <a:schemeClr val="tx2"/>
          </a:solidFill>
          <a:ln w="12700">
            <a:solidFill>
              <a:srgbClr val="FFFFFF">
                <a:alpha val="0"/>
              </a:srgbClr>
            </a:solidFill>
            <a:prstDash val="solid"/>
          </a:ln>
        </p:spPr>
      </p:sp>
      <p:sp>
        <p:nvSpPr>
          <p:cNvPr id="32" name="Text 29"/>
          <p:cNvSpPr txBox="1"/>
          <p:nvPr/>
        </p:nvSpPr>
        <p:spPr>
          <a:xfrm>
            <a:off x="7891272" y="3858768"/>
            <a:ext cx="3749040" cy="585216"/>
          </a:xfrm>
          <a:prstGeom prst="rect">
            <a:avLst/>
          </a:prstGeom>
          <a:noFill/>
          <a:ln/>
        </p:spPr>
        <p:txBody>
          <a:bodyPr wrap="square" lIns="0" tIns="0" rIns="0" bIns="0" rtlCol="0" anchor="ctr"/>
          <a:lstStyle/>
          <a:p>
            <a:pPr algn="ctr" indent="0" marL="0">
              <a:buNone/>
            </a:pPr>
            <a:r>
              <a:rPr lang="en-US" sz="2000" b="1" i="1" dirty="0">
                <a:solidFill>
                  <a:schemeClr val="bg1"/>
                </a:solidFill>
              </a:rPr>
              <a:t>momenteel</a:t>
            </a:r>
            <a:endParaRPr lang="en-US" sz="2000" dirty="0"/>
          </a:p>
        </p:txBody>
      </p:sp>
      <p:sp>
        <p:nvSpPr>
          <p:cNvPr id="33" name="Shape 30"/>
          <p:cNvSpPr/>
          <p:nvPr/>
        </p:nvSpPr>
        <p:spPr>
          <a:xfrm>
            <a:off x="4572000" y="3931920"/>
            <a:ext cx="2587752" cy="438912"/>
          </a:xfrm>
          <a:prstGeom prst="roundRect">
            <a:avLst>
              <a:gd name="adj" fmla="val 50000"/>
            </a:avLst>
          </a:prstGeom>
          <a:solidFill>
            <a:srgbClr val="FFFFFF"/>
          </a:solidFill>
          <a:ln w="12700">
            <a:solidFill>
              <a:srgbClr val="D5DCE6"/>
            </a:solidFill>
            <a:prstDash val="solid"/>
          </a:ln>
        </p:spPr>
      </p:sp>
      <p:sp>
        <p:nvSpPr>
          <p:cNvPr id="34" name="Text 31"/>
          <p:cNvSpPr txBox="1"/>
          <p:nvPr/>
        </p:nvSpPr>
        <p:spPr>
          <a:xfrm>
            <a:off x="4572000" y="3931920"/>
            <a:ext cx="2587752" cy="438912"/>
          </a:xfrm>
          <a:prstGeom prst="rect">
            <a:avLst/>
          </a:prstGeom>
          <a:noFill/>
          <a:ln/>
        </p:spPr>
        <p:txBody>
          <a:bodyPr wrap="square" lIns="0" tIns="0" rIns="0" bIns="0" rtlCol="0" anchor="ctr"/>
          <a:lstStyle/>
          <a:p>
            <a:pPr algn="ctr" indent="0" marL="0">
              <a:buNone/>
            </a:pPr>
            <a:r>
              <a:rPr lang="en-US" sz="1500" i="1" dirty="0">
                <a:solidFill>
                  <a:schemeClr val="accent5"/>
                </a:solidFill>
              </a:rPr>
              <a:t>maintenant</a:t>
            </a:r>
            <a:endParaRPr lang="en-US" sz="1500" dirty="0"/>
          </a:p>
        </p:txBody>
      </p:sp>
      <p:sp>
        <p:nvSpPr>
          <p:cNvPr id="35" name="Shape 32"/>
          <p:cNvSpPr/>
          <p:nvPr/>
        </p:nvSpPr>
        <p:spPr>
          <a:xfrm>
            <a:off x="3840480" y="4828032"/>
            <a:ext cx="4050792" cy="914"/>
          </a:xfrm>
          <a:prstGeom prst="line">
            <a:avLst/>
          </a:prstGeom>
          <a:noFill/>
          <a:ln w="19050">
            <a:solidFill>
              <a:srgbClr val="B8C2CF"/>
            </a:solidFill>
            <a:prstDash val="solid"/>
          </a:ln>
        </p:spPr>
      </p:sp>
      <p:sp>
        <p:nvSpPr>
          <p:cNvPr id="36" name="Shape 33"/>
          <p:cNvSpPr/>
          <p:nvPr/>
        </p:nvSpPr>
        <p:spPr>
          <a:xfrm>
            <a:off x="548640" y="4535424"/>
            <a:ext cx="3291840" cy="585216"/>
          </a:xfrm>
          <a:prstGeom prst="roundRect">
            <a:avLst>
              <a:gd name="adj" fmla="val 50000"/>
            </a:avLst>
          </a:prstGeom>
          <a:solidFill>
            <a:srgbClr val="5B9BD5"/>
          </a:solidFill>
          <a:ln w="12700">
            <a:solidFill>
              <a:srgbClr val="FFFFFF">
                <a:alpha val="0"/>
              </a:srgbClr>
            </a:solidFill>
            <a:prstDash val="solid"/>
          </a:ln>
        </p:spPr>
      </p:sp>
      <p:sp>
        <p:nvSpPr>
          <p:cNvPr id="37" name="Text 34"/>
          <p:cNvSpPr txBox="1"/>
          <p:nvPr/>
        </p:nvSpPr>
        <p:spPr>
          <a:xfrm>
            <a:off x="548640" y="4535424"/>
            <a:ext cx="3291840" cy="585216"/>
          </a:xfrm>
          <a:prstGeom prst="rect">
            <a:avLst/>
          </a:prstGeom>
          <a:noFill/>
          <a:ln/>
        </p:spPr>
        <p:txBody>
          <a:bodyPr wrap="square" lIns="0" tIns="0" rIns="0" bIns="0" rtlCol="0" anchor="ctr"/>
          <a:lstStyle/>
          <a:p>
            <a:pPr algn="ctr" indent="0" marL="0">
              <a:buNone/>
            </a:pPr>
            <a:r>
              <a:rPr lang="en-US" sz="2100" b="1" i="1" dirty="0">
                <a:solidFill>
                  <a:schemeClr val="bg1"/>
                </a:solidFill>
              </a:rPr>
              <a:t>krijgen</a:t>
            </a:r>
            <a:endParaRPr lang="en-US" sz="2100" dirty="0"/>
          </a:p>
        </p:txBody>
      </p:sp>
      <p:sp>
        <p:nvSpPr>
          <p:cNvPr id="38" name="Shape 35"/>
          <p:cNvSpPr/>
          <p:nvPr/>
        </p:nvSpPr>
        <p:spPr>
          <a:xfrm>
            <a:off x="7891272" y="4535424"/>
            <a:ext cx="3749040" cy="585216"/>
          </a:xfrm>
          <a:prstGeom prst="roundRect">
            <a:avLst>
              <a:gd name="adj" fmla="val 50000"/>
            </a:avLst>
          </a:prstGeom>
          <a:solidFill>
            <a:schemeClr val="tx2"/>
          </a:solidFill>
          <a:ln w="12700">
            <a:solidFill>
              <a:srgbClr val="FFFFFF">
                <a:alpha val="0"/>
              </a:srgbClr>
            </a:solidFill>
            <a:prstDash val="solid"/>
          </a:ln>
        </p:spPr>
      </p:sp>
      <p:sp>
        <p:nvSpPr>
          <p:cNvPr id="39" name="Text 36"/>
          <p:cNvSpPr txBox="1"/>
          <p:nvPr/>
        </p:nvSpPr>
        <p:spPr>
          <a:xfrm>
            <a:off x="7891272" y="4535424"/>
            <a:ext cx="3749040" cy="585216"/>
          </a:xfrm>
          <a:prstGeom prst="rect">
            <a:avLst/>
          </a:prstGeom>
          <a:noFill/>
          <a:ln/>
        </p:spPr>
        <p:txBody>
          <a:bodyPr wrap="square" lIns="0" tIns="0" rIns="0" bIns="0" rtlCol="0" anchor="ctr"/>
          <a:lstStyle/>
          <a:p>
            <a:pPr algn="ctr" indent="0" marL="0">
              <a:buNone/>
            </a:pPr>
            <a:r>
              <a:rPr lang="en-US" sz="2000" b="1" i="1" dirty="0">
                <a:solidFill>
                  <a:schemeClr val="bg1"/>
                </a:solidFill>
              </a:rPr>
              <a:t>ontvangen</a:t>
            </a:r>
            <a:endParaRPr lang="en-US" sz="2000" dirty="0"/>
          </a:p>
        </p:txBody>
      </p:sp>
      <p:sp>
        <p:nvSpPr>
          <p:cNvPr id="40" name="Shape 37"/>
          <p:cNvSpPr/>
          <p:nvPr/>
        </p:nvSpPr>
        <p:spPr>
          <a:xfrm>
            <a:off x="4572000" y="4608576"/>
            <a:ext cx="2587752" cy="438912"/>
          </a:xfrm>
          <a:prstGeom prst="roundRect">
            <a:avLst>
              <a:gd name="adj" fmla="val 50000"/>
            </a:avLst>
          </a:prstGeom>
          <a:solidFill>
            <a:srgbClr val="FFFFFF"/>
          </a:solidFill>
          <a:ln w="12700">
            <a:solidFill>
              <a:srgbClr val="D5DCE6"/>
            </a:solidFill>
            <a:prstDash val="solid"/>
          </a:ln>
        </p:spPr>
      </p:sp>
      <p:sp>
        <p:nvSpPr>
          <p:cNvPr id="41" name="Text 38"/>
          <p:cNvSpPr txBox="1"/>
          <p:nvPr/>
        </p:nvSpPr>
        <p:spPr>
          <a:xfrm>
            <a:off x="4572000" y="4608576"/>
            <a:ext cx="2587752" cy="438912"/>
          </a:xfrm>
          <a:prstGeom prst="rect">
            <a:avLst/>
          </a:prstGeom>
          <a:noFill/>
          <a:ln/>
        </p:spPr>
        <p:txBody>
          <a:bodyPr wrap="square" lIns="0" tIns="0" rIns="0" bIns="0" rtlCol="0" anchor="ctr"/>
          <a:lstStyle/>
          <a:p>
            <a:pPr algn="ctr" indent="0" marL="0">
              <a:buNone/>
            </a:pPr>
            <a:r>
              <a:rPr lang="en-US" sz="1500" i="1" dirty="0">
                <a:solidFill>
                  <a:schemeClr val="accent5"/>
                </a:solidFill>
              </a:rPr>
              <a:t>recevoir</a:t>
            </a:r>
            <a:endParaRPr lang="en-US" sz="1500" dirty="0"/>
          </a:p>
        </p:txBody>
      </p:sp>
      <p:sp>
        <p:nvSpPr>
          <p:cNvPr id="42" name="Shape 39"/>
          <p:cNvSpPr/>
          <p:nvPr/>
        </p:nvSpPr>
        <p:spPr>
          <a:xfrm>
            <a:off x="3840480" y="5504688"/>
            <a:ext cx="4050792" cy="914"/>
          </a:xfrm>
          <a:prstGeom prst="line">
            <a:avLst/>
          </a:prstGeom>
          <a:noFill/>
          <a:ln w="19050">
            <a:solidFill>
              <a:srgbClr val="B8C2CF"/>
            </a:solidFill>
            <a:prstDash val="solid"/>
          </a:ln>
        </p:spPr>
      </p:sp>
      <p:sp>
        <p:nvSpPr>
          <p:cNvPr id="43" name="Shape 40"/>
          <p:cNvSpPr/>
          <p:nvPr/>
        </p:nvSpPr>
        <p:spPr>
          <a:xfrm>
            <a:off x="548640" y="5212080"/>
            <a:ext cx="3291840" cy="585216"/>
          </a:xfrm>
          <a:prstGeom prst="roundRect">
            <a:avLst>
              <a:gd name="adj" fmla="val 50000"/>
            </a:avLst>
          </a:prstGeom>
          <a:solidFill>
            <a:srgbClr val="5B9BD5"/>
          </a:solidFill>
          <a:ln w="12700">
            <a:solidFill>
              <a:srgbClr val="FFFFFF">
                <a:alpha val="0"/>
              </a:srgbClr>
            </a:solidFill>
            <a:prstDash val="solid"/>
          </a:ln>
        </p:spPr>
      </p:sp>
      <p:sp>
        <p:nvSpPr>
          <p:cNvPr id="44" name="Text 41"/>
          <p:cNvSpPr txBox="1"/>
          <p:nvPr/>
        </p:nvSpPr>
        <p:spPr>
          <a:xfrm>
            <a:off x="548640" y="5212080"/>
            <a:ext cx="3291840" cy="585216"/>
          </a:xfrm>
          <a:prstGeom prst="rect">
            <a:avLst/>
          </a:prstGeom>
          <a:noFill/>
          <a:ln/>
        </p:spPr>
        <p:txBody>
          <a:bodyPr wrap="square" lIns="0" tIns="0" rIns="0" bIns="0" rtlCol="0" anchor="ctr"/>
          <a:lstStyle/>
          <a:p>
            <a:pPr algn="ctr" indent="0" marL="0">
              <a:buNone/>
            </a:pPr>
            <a:r>
              <a:rPr lang="en-US" sz="2100" b="1" i="1" dirty="0">
                <a:solidFill>
                  <a:schemeClr val="bg1"/>
                </a:solidFill>
              </a:rPr>
              <a:t>Groetjes</a:t>
            </a:r>
            <a:endParaRPr lang="en-US" sz="2100" dirty="0"/>
          </a:p>
        </p:txBody>
      </p:sp>
      <p:sp>
        <p:nvSpPr>
          <p:cNvPr id="45" name="Shape 42"/>
          <p:cNvSpPr/>
          <p:nvPr/>
        </p:nvSpPr>
        <p:spPr>
          <a:xfrm>
            <a:off x="7891272" y="5212080"/>
            <a:ext cx="3749040" cy="585216"/>
          </a:xfrm>
          <a:prstGeom prst="roundRect">
            <a:avLst>
              <a:gd name="adj" fmla="val 50000"/>
            </a:avLst>
          </a:prstGeom>
          <a:solidFill>
            <a:schemeClr val="tx2"/>
          </a:solidFill>
          <a:ln w="12700">
            <a:solidFill>
              <a:srgbClr val="FFFFFF">
                <a:alpha val="0"/>
              </a:srgbClr>
            </a:solidFill>
            <a:prstDash val="solid"/>
          </a:ln>
        </p:spPr>
      </p:sp>
      <p:sp>
        <p:nvSpPr>
          <p:cNvPr id="46" name="Text 43"/>
          <p:cNvSpPr txBox="1"/>
          <p:nvPr/>
        </p:nvSpPr>
        <p:spPr>
          <a:xfrm>
            <a:off x="7891272" y="5212080"/>
            <a:ext cx="3749040" cy="585216"/>
          </a:xfrm>
          <a:prstGeom prst="rect">
            <a:avLst/>
          </a:prstGeom>
          <a:noFill/>
          <a:ln/>
        </p:spPr>
        <p:txBody>
          <a:bodyPr wrap="square" lIns="0" tIns="0" rIns="0" bIns="0" rtlCol="0" anchor="ctr"/>
          <a:lstStyle/>
          <a:p>
            <a:pPr algn="ctr" indent="0" marL="0">
              <a:buNone/>
            </a:pPr>
            <a:r>
              <a:rPr lang="en-US" sz="2000" b="1" i="1" dirty="0">
                <a:solidFill>
                  <a:schemeClr val="bg1"/>
                </a:solidFill>
              </a:rPr>
              <a:t>Met vriendelijke groet</a:t>
            </a:r>
            <a:endParaRPr lang="en-US" sz="2000" dirty="0"/>
          </a:p>
        </p:txBody>
      </p:sp>
      <p:sp>
        <p:nvSpPr>
          <p:cNvPr id="47" name="Shape 44"/>
          <p:cNvSpPr/>
          <p:nvPr/>
        </p:nvSpPr>
        <p:spPr>
          <a:xfrm>
            <a:off x="4572000" y="5285232"/>
            <a:ext cx="2587752" cy="438912"/>
          </a:xfrm>
          <a:prstGeom prst="roundRect">
            <a:avLst>
              <a:gd name="adj" fmla="val 50000"/>
            </a:avLst>
          </a:prstGeom>
          <a:solidFill>
            <a:srgbClr val="FFFFFF"/>
          </a:solidFill>
          <a:ln w="12700">
            <a:solidFill>
              <a:srgbClr val="D5DCE6"/>
            </a:solidFill>
            <a:prstDash val="solid"/>
          </a:ln>
        </p:spPr>
      </p:sp>
      <p:sp>
        <p:nvSpPr>
          <p:cNvPr id="48" name="Text 45"/>
          <p:cNvSpPr txBox="1"/>
          <p:nvPr/>
        </p:nvSpPr>
        <p:spPr>
          <a:xfrm>
            <a:off x="4572000" y="5285232"/>
            <a:ext cx="2587752" cy="438912"/>
          </a:xfrm>
          <a:prstGeom prst="rect">
            <a:avLst/>
          </a:prstGeom>
          <a:noFill/>
          <a:ln/>
        </p:spPr>
        <p:txBody>
          <a:bodyPr wrap="square" lIns="0" tIns="0" rIns="0" bIns="0" rtlCol="0" anchor="ctr"/>
          <a:lstStyle/>
          <a:p>
            <a:pPr algn="ctr" indent="0" marL="0">
              <a:buNone/>
            </a:pPr>
            <a:r>
              <a:rPr lang="en-US" sz="1500" i="1" dirty="0">
                <a:solidFill>
                  <a:schemeClr val="accent5"/>
                </a:solidFill>
              </a:rPr>
              <a:t>salutations</a:t>
            </a:r>
            <a:endParaRPr lang="en-US" sz="1500" dirty="0"/>
          </a:p>
        </p:txBody>
      </p:sp>
      <p:sp>
        <p:nvSpPr>
          <p:cNvPr id="49" name="Text 46"/>
          <p:cNvSpPr txBox="1"/>
          <p:nvPr/>
        </p:nvSpPr>
        <p:spPr>
          <a:xfrm>
            <a:off x="548640" y="5897880"/>
            <a:ext cx="11091672" cy="365760"/>
          </a:xfrm>
          <a:prstGeom prst="rect">
            <a:avLst/>
          </a:prstGeom>
          <a:noFill/>
          <a:ln/>
        </p:spPr>
        <p:txBody>
          <a:bodyPr wrap="square" lIns="0" tIns="0" rIns="0" bIns="0" rtlCol="0" anchor="t"/>
          <a:lstStyle/>
          <a:p>
            <a:pPr algn="ctr" indent="0" marL="0">
              <a:buNone/>
            </a:pPr>
            <a:r>
              <a:rPr lang="en-US" sz="1500" i="1" dirty="0">
                <a:solidFill>
                  <a:schemeClr val="accent5"/>
                </a:solidFill>
              </a:rPr>
              <a:t>Les mots formels servent surtout à l’</a:t>
            </a:r>
            <a:r>
              <a:rPr lang="en-US" sz="1500" b="1" i="1" dirty="0">
                <a:solidFill>
                  <a:schemeClr val="accent5"/>
                </a:solidFill>
              </a:rPr>
              <a:t>écrit</a:t>
            </a:r>
            <a:r>
              <a:rPr lang="en-US" sz="1500" i="1" dirty="0">
                <a:solidFill>
                  <a:schemeClr val="accent5"/>
                </a:solidFill>
              </a:rPr>
              <a:t> (mails, lettres : M10). </a:t>
            </a:r>
            <a:r>
              <a:rPr lang="en-US" sz="1500" i="1" dirty="0">
                <a:solidFill>
                  <a:schemeClr val="accent5"/>
                </a:solidFill>
              </a:rPr>
              <a:t>Ik neem deel</a:t>
            </a:r>
            <a:r>
              <a:rPr lang="en-US" sz="1500" i="1" dirty="0">
                <a:solidFill>
                  <a:schemeClr val="accent5"/>
                </a:solidFill>
              </a:rPr>
              <a:t> : verbe à particule (M3).</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ne pas mélanger</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54480"/>
            <a:ext cx="11091672" cy="4709160"/>
          </a:xfrm>
          <a:prstGeom prst="roundRect">
            <a:avLst>
              <a:gd name="adj" fmla="val 1553"/>
            </a:avLst>
          </a:prstGeom>
          <a:solidFill>
            <a:schemeClr val="accent6">
              <a:alpha val="6000"/>
            </a:schemeClr>
          </a:solidFill>
          <a:ln w="12700">
            <a:solidFill>
              <a:srgbClr val="B83227">
                <a:alpha val="60000"/>
              </a:srgbClr>
            </a:solidFill>
            <a:prstDash val="solid"/>
          </a:ln>
        </p:spPr>
      </p:sp>
      <p:sp>
        <p:nvSpPr>
          <p:cNvPr id="6" name="tag"/>
          <p:cNvSpPr/>
          <p:nvPr/>
        </p:nvSpPr>
        <p:spPr>
          <a:xfrm>
            <a:off x="731520" y="1691640"/>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pic>
        <p:nvPicPr>
          <p:cNvPr id="7" name="Image 0" descr="TimesCircle">    </p:cNvPr>
          <p:cNvPicPr>
            <a:picLocks noChangeAspect="1"/>
          </p:cNvPicPr>
          <p:nvPr/>
        </p:nvPicPr>
        <p:blipFill>
          <a:blip r:embed="rId1"/>
          <a:stretch>
            <a:fillRect/>
          </a:stretch>
        </p:blipFill>
        <p:spPr>
          <a:xfrm>
            <a:off x="868680" y="2267712"/>
            <a:ext cx="411480" cy="411480"/>
          </a:xfrm>
          <a:prstGeom prst="rect">
            <a:avLst/>
          </a:prstGeom>
        </p:spPr>
      </p:pic>
      <p:sp>
        <p:nvSpPr>
          <p:cNvPr id="8" name="Text 4"/>
          <p:cNvSpPr txBox="1"/>
          <p:nvPr/>
        </p:nvSpPr>
        <p:spPr>
          <a:xfrm>
            <a:off x="1463040" y="2103120"/>
            <a:ext cx="9966960" cy="777240"/>
          </a:xfrm>
          <a:prstGeom prst="rect">
            <a:avLst/>
          </a:prstGeom>
          <a:noFill/>
          <a:ln/>
        </p:spPr>
        <p:txBody>
          <a:bodyPr wrap="square" lIns="0" tIns="0" rIns="0" bIns="0" rtlCol="0" anchor="ctr"/>
          <a:lstStyle/>
          <a:p>
            <a:pPr algn="l" indent="0" marL="0">
              <a:buNone/>
            </a:pPr>
            <a:r>
              <a:rPr lang="en-US" sz="2200" i="1" dirty="0">
                <a:solidFill>
                  <a:schemeClr val="tx1"/>
                </a:solidFill>
              </a:rPr>
              <a:t>Goedemorgen, mevrouw Claes, hoe gaat het met </a:t>
            </a:r>
            <a:r>
              <a:rPr lang="en-US" sz="2200" i="1" strike="sngStrike" dirty="0">
                <a:solidFill>
                  <a:schemeClr val="accent6"/>
                </a:solidFill>
              </a:rPr>
              <a:t>je</a:t>
            </a:r>
            <a:r>
              <a:rPr lang="en-US" sz="2200" i="1" dirty="0">
                <a:solidFill>
                  <a:schemeClr val="tx1"/>
                </a:solidFill>
              </a:rPr>
              <a:t>? Kunt u </a:t>
            </a:r>
            <a:r>
              <a:rPr lang="en-US" sz="2200" i="1" strike="sngStrike" dirty="0">
                <a:solidFill>
                  <a:schemeClr val="accent6"/>
                </a:solidFill>
              </a:rPr>
              <a:t>je</a:t>
            </a:r>
            <a:r>
              <a:rPr lang="en-US" sz="2200" i="1" dirty="0">
                <a:solidFill>
                  <a:schemeClr val="tx1"/>
                </a:solidFill>
              </a:rPr>
              <a:t> adres geven?</a:t>
            </a:r>
            <a:endParaRPr lang="en-US" sz="2200" dirty="0"/>
          </a:p>
        </p:txBody>
      </p:sp>
      <p:pic>
        <p:nvPicPr>
          <p:cNvPr id="9" name="Image 1" descr="ArrowDown">    </p:cNvPr>
          <p:cNvPicPr>
            <a:picLocks noChangeAspect="1"/>
          </p:cNvPicPr>
          <p:nvPr/>
        </p:nvPicPr>
        <p:blipFill>
          <a:blip r:embed="rId2"/>
          <a:stretch>
            <a:fillRect/>
          </a:stretch>
        </p:blipFill>
        <p:spPr>
          <a:xfrm>
            <a:off x="5897880" y="2971800"/>
            <a:ext cx="365760" cy="365760"/>
          </a:xfrm>
          <a:prstGeom prst="rect">
            <a:avLst/>
          </a:prstGeom>
        </p:spPr>
      </p:pic>
      <p:sp>
        <p:nvSpPr>
          <p:cNvPr id="10" name="Shape 5"/>
          <p:cNvSpPr/>
          <p:nvPr/>
        </p:nvSpPr>
        <p:spPr>
          <a:xfrm>
            <a:off x="822960" y="3474720"/>
            <a:ext cx="10543032" cy="1143000"/>
          </a:xfrm>
          <a:prstGeom prst="roundRect">
            <a:avLst>
              <a:gd name="adj" fmla="val 6400"/>
            </a:avLst>
          </a:prstGeom>
          <a:solidFill>
            <a:schemeClr val="accent3">
              <a:alpha val="12000"/>
            </a:schemeClr>
          </a:solidFill>
          <a:ln w="15875">
            <a:solidFill>
              <a:srgbClr val="2E7D4F"/>
            </a:solidFill>
            <a:prstDash val="solid"/>
          </a:ln>
        </p:spPr>
      </p:sp>
      <p:sp>
        <p:nvSpPr>
          <p:cNvPr id="11" name="tag"/>
          <p:cNvSpPr/>
          <p:nvPr/>
        </p:nvSpPr>
        <p:spPr>
          <a:xfrm>
            <a:off x="1005840" y="3858768"/>
            <a:ext cx="1183996" cy="365760"/>
          </a:xfrm>
          <a:prstGeom prst="roundRect">
            <a:avLst>
              <a:gd name="adj" fmla="val 12500"/>
            </a:avLst>
          </a:prstGeom>
          <a:solidFill>
            <a:schemeClr val="tx2"/>
          </a:solidFill>
          <a:ln/>
        </p:spPr>
        <p:txBody>
          <a:bodyPr wrap="square" lIns="0" tIns="0" rIns="0" bIns="0" rtlCol="0" anchor="ctr"/>
          <a:lstStyle/>
          <a:p>
            <a:pPr algn="ctr" indent="0" marL="0">
              <a:buNone/>
            </a:pPr>
            <a:r>
              <a:rPr lang="en-US" sz="1300" b="1" spc="100" kern="0" dirty="0">
                <a:solidFill>
                  <a:srgbClr val="FFFFFF"/>
                </a:solidFill>
              </a:rPr>
              <a:t>FORMEEL</a:t>
            </a:r>
            <a:endParaRPr lang="en-US" sz="1300" dirty="0"/>
          </a:p>
        </p:txBody>
      </p:sp>
      <p:pic>
        <p:nvPicPr>
          <p:cNvPr id="12" name="Image 2" descr="CheckCircle">    </p:cNvPr>
          <p:cNvPicPr>
            <a:picLocks noChangeAspect="1"/>
          </p:cNvPicPr>
          <p:nvPr/>
        </p:nvPicPr>
        <p:blipFill>
          <a:blip r:embed="rId3"/>
          <a:stretch>
            <a:fillRect/>
          </a:stretch>
        </p:blipFill>
        <p:spPr>
          <a:xfrm>
            <a:off x="2331720" y="3858768"/>
            <a:ext cx="365760" cy="365760"/>
          </a:xfrm>
          <a:prstGeom prst="rect">
            <a:avLst/>
          </a:prstGeom>
        </p:spPr>
      </p:pic>
      <p:sp>
        <p:nvSpPr>
          <p:cNvPr id="13" name="Text 7"/>
          <p:cNvSpPr txBox="1"/>
          <p:nvPr/>
        </p:nvSpPr>
        <p:spPr>
          <a:xfrm>
            <a:off x="2880360" y="3474720"/>
            <a:ext cx="8321040" cy="1143000"/>
          </a:xfrm>
          <a:prstGeom prst="rect">
            <a:avLst/>
          </a:prstGeom>
          <a:noFill/>
          <a:ln/>
        </p:spPr>
        <p:txBody>
          <a:bodyPr wrap="square" lIns="0" tIns="0" rIns="0" bIns="0" rtlCol="0" anchor="ctr"/>
          <a:lstStyle/>
          <a:p>
            <a:pPr algn="l" indent="0" marL="0">
              <a:buNone/>
            </a:pPr>
            <a:r>
              <a:rPr lang="en-US" sz="2100" i="1" dirty="0">
                <a:solidFill>
                  <a:schemeClr val="tx1"/>
                </a:solidFill>
              </a:rPr>
              <a:t>Goedemorgen, mevrouw Claes, hoe gaat het met </a:t>
            </a:r>
            <a:r>
              <a:rPr lang="en-US" sz="2100" b="1" i="1" dirty="0">
                <a:solidFill>
                  <a:schemeClr val="accent3"/>
                </a:solidFill>
              </a:rPr>
              <a:t>u</a:t>
            </a:r>
            <a:r>
              <a:rPr lang="en-US" sz="2100" i="1" dirty="0">
                <a:solidFill>
                  <a:schemeClr val="tx1"/>
                </a:solidFill>
              </a:rPr>
              <a:t>? Kunt u </a:t>
            </a:r>
            <a:r>
              <a:rPr lang="en-US" sz="2100" b="1" i="1" dirty="0">
                <a:solidFill>
                  <a:schemeClr val="accent3"/>
                </a:solidFill>
              </a:rPr>
              <a:t>uw</a:t>
            </a:r>
            <a:r>
              <a:rPr lang="en-US" sz="2100" i="1" dirty="0">
                <a:solidFill>
                  <a:schemeClr val="tx1"/>
                </a:solidFill>
              </a:rPr>
              <a:t> adres geven?</a:t>
            </a:r>
            <a:endParaRPr lang="en-US" sz="2100" dirty="0"/>
          </a:p>
        </p:txBody>
      </p:sp>
      <p:sp>
        <p:nvSpPr>
          <p:cNvPr id="14" name="Shape 8"/>
          <p:cNvSpPr/>
          <p:nvPr/>
        </p:nvSpPr>
        <p:spPr>
          <a:xfrm>
            <a:off x="822960" y="4800600"/>
            <a:ext cx="10543032" cy="1143000"/>
          </a:xfrm>
          <a:prstGeom prst="roundRect">
            <a:avLst>
              <a:gd name="adj" fmla="val 6400"/>
            </a:avLst>
          </a:prstGeom>
          <a:solidFill>
            <a:schemeClr val="accent3">
              <a:alpha val="12000"/>
            </a:schemeClr>
          </a:solidFill>
          <a:ln w="15875">
            <a:solidFill>
              <a:srgbClr val="2E7D4F"/>
            </a:solidFill>
            <a:prstDash val="solid"/>
          </a:ln>
        </p:spPr>
      </p:sp>
      <p:sp>
        <p:nvSpPr>
          <p:cNvPr id="15" name="tag"/>
          <p:cNvSpPr/>
          <p:nvPr/>
        </p:nvSpPr>
        <p:spPr>
          <a:xfrm>
            <a:off x="1005840" y="5184648"/>
            <a:ext cx="1417777" cy="365760"/>
          </a:xfrm>
          <a:prstGeom prst="roundRect">
            <a:avLst>
              <a:gd name="adj" fmla="val 12500"/>
            </a:avLst>
          </a:prstGeom>
          <a:solidFill>
            <a:srgbClr val="5B9BD5"/>
          </a:solidFill>
          <a:ln/>
        </p:spPr>
        <p:txBody>
          <a:bodyPr wrap="square" lIns="0" tIns="0" rIns="0" bIns="0" rtlCol="0" anchor="ctr"/>
          <a:lstStyle/>
          <a:p>
            <a:pPr algn="ctr" indent="0" marL="0">
              <a:buNone/>
            </a:pPr>
            <a:r>
              <a:rPr lang="en-US" sz="1300" b="1" spc="100" kern="0" dirty="0">
                <a:solidFill>
                  <a:srgbClr val="FFFFFF"/>
                </a:solidFill>
              </a:rPr>
              <a:t>INFORMEEL</a:t>
            </a:r>
            <a:endParaRPr lang="en-US" sz="1300" dirty="0"/>
          </a:p>
        </p:txBody>
      </p:sp>
      <p:pic>
        <p:nvPicPr>
          <p:cNvPr id="16" name="Image 3" descr="CheckCircle">    </p:cNvPr>
          <p:cNvPicPr>
            <a:picLocks noChangeAspect="1"/>
          </p:cNvPicPr>
          <p:nvPr/>
        </p:nvPicPr>
        <p:blipFill>
          <a:blip r:embed="rId4"/>
          <a:stretch>
            <a:fillRect/>
          </a:stretch>
        </p:blipFill>
        <p:spPr>
          <a:xfrm>
            <a:off x="2331720" y="5184648"/>
            <a:ext cx="365760" cy="365760"/>
          </a:xfrm>
          <a:prstGeom prst="rect">
            <a:avLst/>
          </a:prstGeom>
        </p:spPr>
      </p:pic>
      <p:sp>
        <p:nvSpPr>
          <p:cNvPr id="17" name="Text 10"/>
          <p:cNvSpPr txBox="1"/>
          <p:nvPr/>
        </p:nvSpPr>
        <p:spPr>
          <a:xfrm>
            <a:off x="2880360" y="4800600"/>
            <a:ext cx="8321040" cy="1143000"/>
          </a:xfrm>
          <a:prstGeom prst="rect">
            <a:avLst/>
          </a:prstGeom>
          <a:noFill/>
          <a:ln/>
        </p:spPr>
        <p:txBody>
          <a:bodyPr wrap="square" lIns="0" tIns="0" rIns="0" bIns="0" rtlCol="0" anchor="ctr"/>
          <a:lstStyle/>
          <a:p>
            <a:pPr algn="l" indent="0" marL="0">
              <a:buNone/>
            </a:pPr>
            <a:r>
              <a:rPr lang="en-US" sz="2100" i="1" dirty="0">
                <a:solidFill>
                  <a:schemeClr val="tx1"/>
                </a:solidFill>
              </a:rPr>
              <a:t>Hoi Lies, hoe gaat het met </a:t>
            </a:r>
            <a:r>
              <a:rPr lang="en-US" sz="2100" b="1" i="1" dirty="0">
                <a:solidFill>
                  <a:schemeClr val="accent3"/>
                </a:solidFill>
              </a:rPr>
              <a:t>je</a:t>
            </a:r>
            <a:r>
              <a:rPr lang="en-US" sz="2100" i="1" dirty="0">
                <a:solidFill>
                  <a:schemeClr val="tx1"/>
                </a:solidFill>
              </a:rPr>
              <a:t>? Kun </a:t>
            </a:r>
            <a:r>
              <a:rPr lang="en-US" sz="2100" b="1" i="1" dirty="0">
                <a:solidFill>
                  <a:schemeClr val="accent3"/>
                </a:solidFill>
              </a:rPr>
              <a:t>je</a:t>
            </a:r>
            <a:r>
              <a:rPr lang="en-US" sz="2100" i="1" dirty="0">
                <a:solidFill>
                  <a:schemeClr val="tx1"/>
                </a:solidFill>
              </a:rPr>
              <a:t> </a:t>
            </a:r>
            <a:r>
              <a:rPr lang="en-US" sz="2100" b="1" i="1" dirty="0">
                <a:solidFill>
                  <a:schemeClr val="accent3"/>
                </a:solidFill>
              </a:rPr>
              <a:t>je</a:t>
            </a:r>
            <a:r>
              <a:rPr lang="en-US" sz="2100" i="1" dirty="0">
                <a:solidFill>
                  <a:schemeClr val="tx1"/>
                </a:solidFill>
              </a:rPr>
              <a:t> adres geven?</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Au téléphone</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5" name="Shape 2"/>
          <p:cNvSpPr/>
          <p:nvPr/>
        </p:nvSpPr>
        <p:spPr>
          <a:xfrm>
            <a:off x="822960" y="1508760"/>
            <a:ext cx="6309360" cy="4754880"/>
          </a:xfrm>
          <a:prstGeom prst="roundRect">
            <a:avLst>
              <a:gd name="adj" fmla="val 4808"/>
            </a:avLst>
          </a:prstGeom>
          <a:solidFill>
            <a:srgbClr val="1B2333"/>
          </a:solidFill>
          <a:ln w="12700">
            <a:solidFill>
              <a:srgbClr val="FFFFFF">
                <a:alpha val="0"/>
              </a:srgbClr>
            </a:solidFill>
            <a:prstDash val="solid"/>
          </a:ln>
        </p:spPr>
      </p:sp>
      <p:sp>
        <p:nvSpPr>
          <p:cNvPr id="6" name="Shape 3"/>
          <p:cNvSpPr/>
          <p:nvPr/>
        </p:nvSpPr>
        <p:spPr>
          <a:xfrm>
            <a:off x="960120" y="1783080"/>
            <a:ext cx="6035040" cy="4206240"/>
          </a:xfrm>
          <a:prstGeom prst="roundRect">
            <a:avLst>
              <a:gd name="adj" fmla="val 1739"/>
            </a:avLst>
          </a:prstGeom>
          <a:solidFill>
            <a:srgbClr val="F4F7FB"/>
          </a:solidFill>
          <a:ln w="12700">
            <a:solidFill>
              <a:srgbClr val="FFFFFF">
                <a:alpha val="0"/>
              </a:srgbClr>
            </a:solidFill>
            <a:prstDash val="solid"/>
          </a:ln>
        </p:spPr>
      </p:sp>
      <p:sp>
        <p:nvSpPr>
          <p:cNvPr id="7" name="Shape 4"/>
          <p:cNvSpPr/>
          <p:nvPr/>
        </p:nvSpPr>
        <p:spPr>
          <a:xfrm>
            <a:off x="3520440" y="1600200"/>
            <a:ext cx="914400" cy="91440"/>
          </a:xfrm>
          <a:prstGeom prst="roundRect">
            <a:avLst>
              <a:gd name="adj" fmla="val 50000"/>
            </a:avLst>
          </a:prstGeom>
          <a:solidFill>
            <a:srgbClr val="4A5A70"/>
          </a:solidFill>
          <a:ln w="12700">
            <a:solidFill>
              <a:srgbClr val="FFFFFF">
                <a:alpha val="0"/>
              </a:srgbClr>
            </a:solidFill>
            <a:prstDash val="solid"/>
          </a:ln>
        </p:spPr>
      </p:sp>
      <p:pic>
        <p:nvPicPr>
          <p:cNvPr id="8" name="Image 0" descr="woman office worker">    </p:cNvPr>
          <p:cNvPicPr>
            <a:picLocks noChangeAspect="1"/>
          </p:cNvPicPr>
          <p:nvPr/>
        </p:nvPicPr>
        <p:blipFill>
          <a:blip r:embed="rId1"/>
          <a:stretch>
            <a:fillRect/>
          </a:stretch>
        </p:blipFill>
        <p:spPr>
          <a:xfrm>
            <a:off x="1051560" y="2011680"/>
            <a:ext cx="548640" cy="548640"/>
          </a:xfrm>
          <a:prstGeom prst="rect">
            <a:avLst/>
          </a:prstGeom>
        </p:spPr>
      </p:pic>
      <p:sp>
        <p:nvSpPr>
          <p:cNvPr id="9" name="Shape 5"/>
          <p:cNvSpPr/>
          <p:nvPr/>
        </p:nvSpPr>
        <p:spPr>
          <a:xfrm>
            <a:off x="1691640" y="1920240"/>
            <a:ext cx="4389120" cy="731520"/>
          </a:xfrm>
          <a:prstGeom prst="roundRect">
            <a:avLst>
              <a:gd name="adj" fmla="val 22500"/>
            </a:avLst>
          </a:prstGeom>
          <a:solidFill>
            <a:schemeClr val="tx2"/>
          </a:solidFill>
          <a:ln w="12700">
            <a:solidFill>
              <a:srgbClr val="FFFFFF">
                <a:alpha val="0"/>
              </a:srgbClr>
            </a:solidFill>
            <a:prstDash val="solid"/>
          </a:ln>
        </p:spPr>
      </p:sp>
      <p:sp>
        <p:nvSpPr>
          <p:cNvPr id="10" name="Text 6"/>
          <p:cNvSpPr txBox="1"/>
          <p:nvPr/>
        </p:nvSpPr>
        <p:spPr>
          <a:xfrm>
            <a:off x="1828800" y="1920240"/>
            <a:ext cx="4114800" cy="731520"/>
          </a:xfrm>
          <a:prstGeom prst="rect">
            <a:avLst/>
          </a:prstGeom>
          <a:noFill/>
          <a:ln/>
        </p:spPr>
        <p:txBody>
          <a:bodyPr wrap="square" lIns="0" tIns="0" rIns="0" bIns="0" rtlCol="0" anchor="ctr"/>
          <a:lstStyle/>
          <a:p>
            <a:pPr algn="l" indent="0" marL="0">
              <a:buNone/>
            </a:pPr>
            <a:r>
              <a:rPr lang="en-US" sz="1800" i="1" dirty="0">
                <a:solidFill>
                  <a:schemeClr val="bg1"/>
                </a:solidFill>
              </a:rPr>
              <a:t>Peeters &amp; Co, goedemorgen.</a:t>
            </a:r>
            <a:endParaRPr lang="en-US" sz="1800" dirty="0"/>
          </a:p>
        </p:txBody>
      </p:sp>
      <p:pic>
        <p:nvPicPr>
          <p:cNvPr id="11" name="Image 1" descr="man office worker">    </p:cNvPr>
          <p:cNvPicPr>
            <a:picLocks noChangeAspect="1"/>
          </p:cNvPicPr>
          <p:nvPr/>
        </p:nvPicPr>
        <p:blipFill>
          <a:blip r:embed="rId2"/>
          <a:stretch>
            <a:fillRect/>
          </a:stretch>
        </p:blipFill>
        <p:spPr>
          <a:xfrm>
            <a:off x="6309360" y="3227832"/>
            <a:ext cx="548640" cy="548640"/>
          </a:xfrm>
          <a:prstGeom prst="rect">
            <a:avLst/>
          </a:prstGeom>
        </p:spPr>
      </p:pic>
      <p:sp>
        <p:nvSpPr>
          <p:cNvPr id="12" name="Shape 7"/>
          <p:cNvSpPr/>
          <p:nvPr/>
        </p:nvSpPr>
        <p:spPr>
          <a:xfrm>
            <a:off x="1828800" y="2907792"/>
            <a:ext cx="4389120" cy="1188720"/>
          </a:xfrm>
          <a:prstGeom prst="roundRect">
            <a:avLst>
              <a:gd name="adj" fmla="val 13846"/>
            </a:avLst>
          </a:prstGeom>
          <a:solidFill>
            <a:schemeClr val="accent3"/>
          </a:solidFill>
          <a:ln w="12700">
            <a:solidFill>
              <a:srgbClr val="FFFFFF">
                <a:alpha val="0"/>
              </a:srgbClr>
            </a:solidFill>
            <a:prstDash val="solid"/>
          </a:ln>
        </p:spPr>
      </p:sp>
      <p:sp>
        <p:nvSpPr>
          <p:cNvPr id="13" name="Text 8"/>
          <p:cNvSpPr txBox="1"/>
          <p:nvPr/>
        </p:nvSpPr>
        <p:spPr>
          <a:xfrm>
            <a:off x="1965960" y="2907792"/>
            <a:ext cx="4114800" cy="1188720"/>
          </a:xfrm>
          <a:prstGeom prst="rect">
            <a:avLst/>
          </a:prstGeom>
          <a:noFill/>
          <a:ln/>
        </p:spPr>
        <p:txBody>
          <a:bodyPr wrap="square" lIns="0" tIns="0" rIns="0" bIns="0" rtlCol="0" anchor="ctr"/>
          <a:lstStyle/>
          <a:p>
            <a:pPr algn="l" indent="0" marL="0">
              <a:buNone/>
            </a:pPr>
            <a:r>
              <a:rPr lang="en-US" sz="1800" i="1" dirty="0">
                <a:solidFill>
                  <a:schemeClr val="bg1"/>
                </a:solidFill>
              </a:rPr>
              <a:t>Goedemorgen, u spreekt met Karim Benali. Mag ik mevrouw Claes spreken?</a:t>
            </a:r>
            <a:endParaRPr lang="en-US" sz="1800" dirty="0"/>
          </a:p>
        </p:txBody>
      </p:sp>
      <p:pic>
        <p:nvPicPr>
          <p:cNvPr id="14" name="Image 2" descr="woman office worker">    </p:cNvPr>
          <p:cNvPicPr>
            <a:picLocks noChangeAspect="1"/>
          </p:cNvPicPr>
          <p:nvPr/>
        </p:nvPicPr>
        <p:blipFill>
          <a:blip r:embed="rId3"/>
          <a:stretch>
            <a:fillRect/>
          </a:stretch>
        </p:blipFill>
        <p:spPr>
          <a:xfrm>
            <a:off x="1051560" y="4443984"/>
            <a:ext cx="548640" cy="548640"/>
          </a:xfrm>
          <a:prstGeom prst="rect">
            <a:avLst/>
          </a:prstGeom>
        </p:spPr>
      </p:pic>
      <p:sp>
        <p:nvSpPr>
          <p:cNvPr id="15" name="Shape 9"/>
          <p:cNvSpPr/>
          <p:nvPr/>
        </p:nvSpPr>
        <p:spPr>
          <a:xfrm>
            <a:off x="1691640" y="4352544"/>
            <a:ext cx="4389120" cy="731520"/>
          </a:xfrm>
          <a:prstGeom prst="roundRect">
            <a:avLst>
              <a:gd name="adj" fmla="val 22500"/>
            </a:avLst>
          </a:prstGeom>
          <a:solidFill>
            <a:schemeClr val="tx2"/>
          </a:solidFill>
          <a:ln w="12700">
            <a:solidFill>
              <a:srgbClr val="FFFFFF">
                <a:alpha val="0"/>
              </a:srgbClr>
            </a:solidFill>
            <a:prstDash val="solid"/>
          </a:ln>
        </p:spPr>
      </p:sp>
      <p:sp>
        <p:nvSpPr>
          <p:cNvPr id="16" name="Text 10"/>
          <p:cNvSpPr txBox="1"/>
          <p:nvPr/>
        </p:nvSpPr>
        <p:spPr>
          <a:xfrm>
            <a:off x="1828800" y="4352544"/>
            <a:ext cx="4114800" cy="731520"/>
          </a:xfrm>
          <a:prstGeom prst="rect">
            <a:avLst/>
          </a:prstGeom>
          <a:noFill/>
          <a:ln/>
        </p:spPr>
        <p:txBody>
          <a:bodyPr wrap="square" lIns="0" tIns="0" rIns="0" bIns="0" rtlCol="0" anchor="ctr"/>
          <a:lstStyle/>
          <a:p>
            <a:pPr algn="l" indent="0" marL="0">
              <a:buNone/>
            </a:pPr>
            <a:r>
              <a:rPr lang="en-US" sz="1800" i="1" dirty="0">
                <a:solidFill>
                  <a:schemeClr val="bg1"/>
                </a:solidFill>
              </a:rPr>
              <a:t>Een ogenblik, alstublieft.</a:t>
            </a:r>
            <a:endParaRPr lang="en-US" sz="1800" dirty="0"/>
          </a:p>
        </p:txBody>
      </p:sp>
      <p:sp>
        <p:nvSpPr>
          <p:cNvPr id="17" name="Shape 11"/>
          <p:cNvSpPr/>
          <p:nvPr/>
        </p:nvSpPr>
        <p:spPr>
          <a:xfrm>
            <a:off x="7452360" y="1508760"/>
            <a:ext cx="4187952" cy="4754880"/>
          </a:xfrm>
          <a:prstGeom prst="roundRect">
            <a:avLst>
              <a:gd name="adj" fmla="val 2183"/>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8" name="Shape 12"/>
          <p:cNvSpPr/>
          <p:nvPr/>
        </p:nvSpPr>
        <p:spPr>
          <a:xfrm>
            <a:off x="7635240" y="1673352"/>
            <a:ext cx="566928" cy="566928"/>
          </a:xfrm>
          <a:prstGeom prst="ellipse">
            <a:avLst/>
          </a:prstGeom>
          <a:solidFill>
            <a:schemeClr val="accent1"/>
          </a:solidFill>
          <a:ln w="12700">
            <a:solidFill>
              <a:srgbClr val="FFFFFF">
                <a:alpha val="0"/>
              </a:srgbClr>
            </a:solidFill>
            <a:prstDash val="solid"/>
          </a:ln>
        </p:spPr>
      </p:sp>
      <p:pic>
        <p:nvPicPr>
          <p:cNvPr id="19" name="Image 3" descr="LifeRing">    </p:cNvPr>
          <p:cNvPicPr>
            <a:picLocks noChangeAspect="1"/>
          </p:cNvPicPr>
          <p:nvPr/>
        </p:nvPicPr>
        <p:blipFill>
          <a:blip r:embed="rId4"/>
          <a:stretch>
            <a:fillRect/>
          </a:stretch>
        </p:blipFill>
        <p:spPr>
          <a:xfrm>
            <a:off x="7771303" y="1809415"/>
            <a:ext cx="294803" cy="294803"/>
          </a:xfrm>
          <a:prstGeom prst="rect">
            <a:avLst/>
          </a:prstGeom>
        </p:spPr>
      </p:pic>
      <p:sp>
        <p:nvSpPr>
          <p:cNvPr id="20" name="Text 13"/>
          <p:cNvSpPr txBox="1"/>
          <p:nvPr/>
        </p:nvSpPr>
        <p:spPr>
          <a:xfrm>
            <a:off x="8348472" y="1655064"/>
            <a:ext cx="3154680" cy="603504"/>
          </a:xfrm>
          <a:prstGeom prst="rect">
            <a:avLst/>
          </a:prstGeom>
          <a:noFill/>
          <a:ln/>
        </p:spPr>
        <p:txBody>
          <a:bodyPr wrap="square" lIns="0" tIns="0" rIns="0" bIns="0" rtlCol="0" anchor="ctr"/>
          <a:lstStyle/>
          <a:p>
            <a:pPr algn="l" indent="0" marL="0">
              <a:buNone/>
            </a:pPr>
            <a:r>
              <a:rPr lang="en-US" sz="1900" b="1" dirty="0">
                <a:solidFill>
                  <a:schemeClr val="accent1"/>
                </a:solidFill>
              </a:rPr>
              <a:t>Phrases de survie</a:t>
            </a:r>
            <a:endParaRPr lang="en-US" sz="1900" dirty="0"/>
          </a:p>
        </p:txBody>
      </p:sp>
      <p:sp>
        <p:nvSpPr>
          <p:cNvPr id="21" name="Text 14"/>
          <p:cNvSpPr txBox="1"/>
          <p:nvPr/>
        </p:nvSpPr>
        <p:spPr>
          <a:xfrm>
            <a:off x="7653528" y="2377440"/>
            <a:ext cx="3785616" cy="3776472"/>
          </a:xfrm>
          <a:prstGeom prst="rect">
            <a:avLst/>
          </a:prstGeom>
          <a:noFill/>
          <a:ln/>
        </p:spPr>
        <p:txBody>
          <a:bodyPr wrap="square" lIns="0" tIns="0" rIns="0" bIns="0" rtlCol="0" anchor="t"/>
          <a:lstStyle/>
          <a:p>
            <a:pPr algn="l" indent="0" marL="0">
              <a:spcAft>
                <a:spcPts val="1200"/>
              </a:spcAft>
              <a:buNone/>
            </a:pPr>
            <a:r>
              <a:rPr lang="en-US" sz="1900" i="1" dirty="0">
                <a:solidFill>
                  <a:schemeClr val="tx1"/>
                </a:solidFill>
              </a:rPr>
              <a:t>Met wie spreek ik?</a:t>
            </a:r>
            <a:endParaRPr lang="en-US" sz="1900" dirty="0"/>
          </a:p>
          <a:p>
            <a:pPr algn="l" indent="0" marL="0">
              <a:spcAft>
                <a:spcPts val="1200"/>
              </a:spcAft>
              <a:buNone/>
            </a:pPr>
            <a:r>
              <a:rPr lang="en-US" sz="1900" i="1" dirty="0">
                <a:solidFill>
                  <a:schemeClr val="tx1"/>
                </a:solidFill>
              </a:rPr>
              <a:t>Kunt u dat herhalen?</a:t>
            </a:r>
            <a:endParaRPr lang="en-US" sz="1900" dirty="0"/>
          </a:p>
          <a:p>
            <a:pPr algn="l" indent="0" marL="0">
              <a:spcAft>
                <a:spcPts val="1200"/>
              </a:spcAft>
              <a:buNone/>
            </a:pPr>
            <a:r>
              <a:rPr lang="en-US" sz="1900" i="1" dirty="0">
                <a:solidFill>
                  <a:schemeClr val="tx1"/>
                </a:solidFill>
              </a:rPr>
              <a:t>Kunt u wat trager spreken?</a:t>
            </a:r>
            <a:endParaRPr lang="en-US" sz="1900" dirty="0"/>
          </a:p>
          <a:p>
            <a:pPr algn="l" indent="0" marL="0">
              <a:spcAft>
                <a:spcPts val="1200"/>
              </a:spcAft>
              <a:buNone/>
            </a:pPr>
            <a:r>
              <a:rPr lang="en-US" sz="1900" i="1" dirty="0">
                <a:solidFill>
                  <a:schemeClr val="tx1"/>
                </a:solidFill>
              </a:rPr>
              <a:t>Ik bel later terug.</a:t>
            </a:r>
            <a:endParaRPr lang="en-US" sz="1900" dirty="0"/>
          </a:p>
          <a:p>
            <a:pPr algn="l" indent="0" marL="0">
              <a:spcAft>
                <a:spcPts val="1200"/>
              </a:spcAft>
              <a:buNone/>
            </a:pPr>
            <a:r>
              <a:rPr lang="en-US" sz="1900" b="1" dirty="0">
                <a:solidFill>
                  <a:schemeClr val="tx1"/>
                </a:solidFill>
              </a:rPr>
              <a:t>U spreekt met…</a:t>
            </a:r>
            <a:r>
              <a:rPr lang="en-US" sz="1900" dirty="0">
                <a:solidFill>
                  <a:schemeClr val="tx1"/>
                </a:solidFill>
              </a:rPr>
              <a:t> = C’est … à l’appareil.</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À retenir : la carte du registre</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194560"/>
                <a:gridCol w="3931920"/>
                <a:gridCol w="4965192"/>
              </a:tblGrid>
              <a:tr h="548640">
                <a:tc>
                  <a:txBody>
                    <a:bodyPr/>
                    <a:lstStyle/>
                    <a:p>
                      <a:pPr algn="l" indent="0" marL="0">
                        <a:buNone/>
                      </a:pP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5"/>
                    </a:solidFill>
                  </a:tcPr>
                </a:tc>
                <a:tc>
                  <a:txBody>
                    <a:bodyPr/>
                    <a:lstStyle/>
                    <a:p>
                      <a:pPr algn="l" indent="0" marL="0">
                        <a:buNone/>
                      </a:pPr>
                      <a:r>
                        <a:rPr lang="en-US" sz="1600" b="1" dirty="0">
                          <a:solidFill>
                            <a:srgbClr val="FFFFFF"/>
                          </a:solidFill>
                        </a:rPr>
                        <a:t>Informeel</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5B9BD5"/>
                    </a:solidFill>
                  </a:tcPr>
                </a:tc>
                <a:tc>
                  <a:txBody>
                    <a:bodyPr/>
                    <a:lstStyle/>
                    <a:p>
                      <a:pPr algn="l" indent="0" marL="0">
                        <a:buNone/>
                      </a:pPr>
                      <a:r>
                        <a:rPr lang="en-US" sz="1600" b="1" dirty="0">
                          <a:solidFill>
                            <a:srgbClr val="FFFFFF"/>
                          </a:solidFill>
                        </a:rPr>
                        <a:t>Formeel</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548640">
                <a:tc>
                  <a:txBody>
                    <a:bodyPr/>
                    <a:lstStyle/>
                    <a:p>
                      <a:pPr algn="l" indent="0" marL="0">
                        <a:buNone/>
                      </a:pPr>
                      <a:r>
                        <a:rPr lang="en-US" sz="1900" b="1" dirty="0">
                          <a:solidFill>
                            <a:schemeClr val="tx1"/>
                          </a:solidFill>
                        </a:rPr>
                        <a:t>saluer</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i="1" dirty="0">
                          <a:solidFill>
                            <a:schemeClr val="tx1"/>
                          </a:solidFill>
                        </a:rPr>
                        <a:t>Hoi! · Hallo!</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AF2FB"/>
                    </a:solidFill>
                  </a:tcPr>
                </a:tc>
                <a:tc>
                  <a:txBody>
                    <a:bodyPr/>
                    <a:lstStyle/>
                    <a:p>
                      <a:pPr algn="l" indent="0" marL="0">
                        <a:buNone/>
                      </a:pPr>
                      <a:r>
                        <a:rPr lang="en-US" sz="1900" i="1" dirty="0">
                          <a:solidFill>
                            <a:schemeClr val="tx1"/>
                          </a:solidFill>
                        </a:rPr>
                        <a:t>Goedemorgen, mevrouw…</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6EBF2"/>
                    </a:solidFill>
                  </a:tcPr>
                </a:tc>
              </a:tr>
              <a:tr h="548640">
                <a:tc>
                  <a:txBody>
                    <a:bodyPr/>
                    <a:lstStyle/>
                    <a:p>
                      <a:pPr algn="l" indent="0" marL="0">
                        <a:buNone/>
                      </a:pPr>
                      <a:r>
                        <a:rPr lang="en-US" sz="1900" b="1" dirty="0">
                          <a:solidFill>
                            <a:schemeClr val="tx1"/>
                          </a:solidFill>
                        </a:rPr>
                        <a:t>ça va ?</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i="1" dirty="0">
                          <a:solidFill>
                            <a:schemeClr val="tx1"/>
                          </a:solidFill>
                        </a:rPr>
                        <a:t>Alles goed?</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AF2FB"/>
                    </a:solidFill>
                  </a:tcPr>
                </a:tc>
                <a:tc>
                  <a:txBody>
                    <a:bodyPr/>
                    <a:lstStyle/>
                    <a:p>
                      <a:pPr algn="l" indent="0" marL="0">
                        <a:buNone/>
                      </a:pPr>
                      <a:r>
                        <a:rPr lang="en-US" sz="1900" i="1" dirty="0">
                          <a:solidFill>
                            <a:schemeClr val="tx1"/>
                          </a:solidFill>
                        </a:rPr>
                        <a:t>Hoe gaat het met u?</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6EBF2"/>
                    </a:solidFill>
                  </a:tcPr>
                </a:tc>
              </a:tr>
              <a:tr h="548640">
                <a:tc>
                  <a:txBody>
                    <a:bodyPr/>
                    <a:lstStyle/>
                    <a:p>
                      <a:pPr algn="l" indent="0" marL="0">
                        <a:buNone/>
                      </a:pPr>
                      <a:r>
                        <a:rPr lang="en-US" sz="1900" b="1" dirty="0">
                          <a:solidFill>
                            <a:schemeClr val="tx1"/>
                          </a:solidFill>
                        </a:rPr>
                        <a:t>répondre</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i="1" dirty="0">
                          <a:solidFill>
                            <a:schemeClr val="tx1"/>
                          </a:solidFill>
                        </a:rPr>
                        <a:t>Prima, en met jou?</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AF2FB"/>
                    </a:solidFill>
                  </a:tcPr>
                </a:tc>
                <a:tc>
                  <a:txBody>
                    <a:bodyPr/>
                    <a:lstStyle/>
                    <a:p>
                      <a:pPr algn="l" indent="0" marL="0">
                        <a:buNone/>
                      </a:pPr>
                      <a:r>
                        <a:rPr lang="en-US" sz="1900" i="1" dirty="0">
                          <a:solidFill>
                            <a:schemeClr val="tx1"/>
                          </a:solidFill>
                        </a:rPr>
                        <a:t>Goed, dank u. En met u?</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6EBF2"/>
                    </a:solidFill>
                  </a:tcPr>
                </a:tc>
              </a:tr>
              <a:tr h="548640">
                <a:tc>
                  <a:txBody>
                    <a:bodyPr/>
                    <a:lstStyle/>
                    <a:p>
                      <a:pPr algn="l" indent="0" marL="0">
                        <a:buNone/>
                      </a:pPr>
                      <a:r>
                        <a:rPr lang="en-US" sz="1900" b="1" dirty="0">
                          <a:solidFill>
                            <a:schemeClr val="tx1"/>
                          </a:solidFill>
                        </a:rPr>
                        <a:t>demander</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i="1" dirty="0">
                          <a:solidFill>
                            <a:schemeClr val="tx1"/>
                          </a:solidFill>
                        </a:rPr>
                        <a:t>Kun je…?</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AF2FB"/>
                    </a:solidFill>
                  </a:tcPr>
                </a:tc>
                <a:tc>
                  <a:txBody>
                    <a:bodyPr/>
                    <a:lstStyle/>
                    <a:p>
                      <a:pPr algn="l" indent="0" marL="0">
                        <a:buNone/>
                      </a:pPr>
                      <a:r>
                        <a:rPr lang="en-US" sz="1900" i="1" dirty="0">
                          <a:solidFill>
                            <a:schemeClr val="tx1"/>
                          </a:solidFill>
                        </a:rPr>
                        <a:t>Kunt u…, alstublieft?</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6EBF2"/>
                    </a:solidFill>
                  </a:tcPr>
                </a:tc>
              </a:tr>
              <a:tr h="548640">
                <a:tc>
                  <a:txBody>
                    <a:bodyPr/>
                    <a:lstStyle/>
                    <a:p>
                      <a:pPr algn="l" indent="0" marL="0">
                        <a:buNone/>
                      </a:pPr>
                      <a:r>
                        <a:rPr lang="en-US" sz="1900" b="1" dirty="0">
                          <a:solidFill>
                            <a:schemeClr val="tx1"/>
                          </a:solidFill>
                        </a:rPr>
                        <a:t>remercier</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i="1" dirty="0">
                          <a:solidFill>
                            <a:schemeClr val="tx1"/>
                          </a:solidFill>
                        </a:rPr>
                        <a:t>Merci! · Bedankt!</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AF2FB"/>
                    </a:solidFill>
                  </a:tcPr>
                </a:tc>
                <a:tc>
                  <a:txBody>
                    <a:bodyPr/>
                    <a:lstStyle/>
                    <a:p>
                      <a:pPr algn="l" indent="0" marL="0">
                        <a:buNone/>
                      </a:pPr>
                      <a:r>
                        <a:rPr lang="en-US" sz="1900" i="1" dirty="0">
                          <a:solidFill>
                            <a:schemeClr val="tx1"/>
                          </a:solidFill>
                        </a:rPr>
                        <a:t>Dank u wel.</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6EBF2"/>
                    </a:solidFill>
                  </a:tcPr>
                </a:tc>
              </a:tr>
              <a:tr h="548640">
                <a:tc>
                  <a:txBody>
                    <a:bodyPr/>
                    <a:lstStyle/>
                    <a:p>
                      <a:pPr algn="l" indent="0" marL="0">
                        <a:buNone/>
                      </a:pPr>
                      <a:r>
                        <a:rPr lang="en-US" sz="1900" b="1" dirty="0">
                          <a:solidFill>
                            <a:schemeClr val="tx1"/>
                          </a:solidFill>
                        </a:rPr>
                        <a:t>s’excuser</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i="1" dirty="0">
                          <a:solidFill>
                            <a:schemeClr val="tx1"/>
                          </a:solidFill>
                        </a:rPr>
                        <a:t>Sorry!</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AF2FB"/>
                    </a:solidFill>
                  </a:tcPr>
                </a:tc>
                <a:tc>
                  <a:txBody>
                    <a:bodyPr/>
                    <a:lstStyle/>
                    <a:p>
                      <a:pPr algn="l" indent="0" marL="0">
                        <a:buNone/>
                      </a:pPr>
                      <a:r>
                        <a:rPr lang="en-US" sz="1900" i="1" dirty="0">
                          <a:solidFill>
                            <a:schemeClr val="tx1"/>
                          </a:solidFill>
                        </a:rPr>
                        <a:t>Excuseer. · Het spijt me.</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6EBF2"/>
                    </a:solidFill>
                  </a:tcPr>
                </a:tc>
              </a:tr>
              <a:tr h="548640">
                <a:tc>
                  <a:txBody>
                    <a:bodyPr/>
                    <a:lstStyle/>
                    <a:p>
                      <a:pPr algn="l" indent="0" marL="0">
                        <a:buNone/>
                      </a:pPr>
                      <a:r>
                        <a:rPr lang="en-US" sz="1900" b="1" dirty="0">
                          <a:solidFill>
                            <a:schemeClr val="tx1"/>
                          </a:solidFill>
                        </a:rPr>
                        <a:t>partir</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i="1" dirty="0">
                          <a:solidFill>
                            <a:schemeClr val="tx1"/>
                          </a:solidFill>
                        </a:rPr>
                        <a:t>Daag! · Tot straks!</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AF2FB"/>
                    </a:solidFill>
                  </a:tcPr>
                </a:tc>
                <a:tc>
                  <a:txBody>
                    <a:bodyPr/>
                    <a:lstStyle/>
                    <a:p>
                      <a:pPr algn="l" indent="0" marL="0">
                        <a:buNone/>
                      </a:pPr>
                      <a:r>
                        <a:rPr lang="en-US" sz="1900" i="1" dirty="0">
                          <a:solidFill>
                            <a:schemeClr val="tx1"/>
                          </a:solidFill>
                        </a:rPr>
                        <a:t>Tot ziens! · Nog een prettige dag!</a:t>
                      </a:r>
                      <a:endParaRPr lang="en-US" sz="19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6EBF2"/>
                    </a:solidFill>
                  </a:tcPr>
                </a:tc>
              </a:tr>
            </a:tbl>
          </a:graphicData>
        </a:graphic>
      </p:graphicFrame>
      <p:pic>
        <p:nvPicPr>
          <p:cNvPr id="6" name="Image 0" descr="Camera">    </p:cNvPr>
          <p:cNvPicPr>
            <a:picLocks noChangeAspect="1"/>
          </p:cNvPicPr>
          <p:nvPr/>
        </p:nvPicPr>
        <p:blipFill>
          <a:blip r:embed="rId1"/>
          <a:stretch>
            <a:fillRect/>
          </a:stretch>
        </p:blipFill>
        <p:spPr>
          <a:xfrm>
            <a:off x="11247120" y="960120"/>
            <a:ext cx="347472" cy="347472"/>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Oefeningen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JIJ NU !</a:t>
            </a:r>
            <a:endParaRPr lang="en-US" sz="5400" dirty="0"/>
          </a:p>
        </p:txBody>
      </p:sp>
      <p:sp>
        <p:nvSpPr>
          <p:cNvPr id="6" name="Shape 3"/>
          <p:cNvSpPr/>
          <p:nvPr/>
        </p:nvSpPr>
        <p:spPr>
          <a:xfrm>
            <a:off x="54864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BalanceScale">    </p:cNvPr>
          <p:cNvPicPr>
            <a:picLocks noChangeAspect="1"/>
          </p:cNvPicPr>
          <p:nvPr/>
        </p:nvPicPr>
        <p:blipFill>
          <a:blip r:embed="rId1"/>
          <a:stretch>
            <a:fillRect/>
          </a:stretch>
        </p:blipFill>
        <p:spPr>
          <a:xfrm>
            <a:off x="2183130" y="2770632"/>
            <a:ext cx="384048" cy="384048"/>
          </a:xfrm>
          <a:prstGeom prst="rect">
            <a:avLst/>
          </a:prstGeom>
        </p:spPr>
      </p:pic>
      <p:sp>
        <p:nvSpPr>
          <p:cNvPr id="10" name="Text 6"/>
          <p:cNvSpPr txBox="1"/>
          <p:nvPr/>
        </p:nvSpPr>
        <p:spPr>
          <a:xfrm>
            <a:off x="68580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Formel ou informel ?</a:t>
            </a:r>
            <a:endParaRPr lang="en-US" sz="1600" dirty="0"/>
          </a:p>
        </p:txBody>
      </p:sp>
      <p:sp>
        <p:nvSpPr>
          <p:cNvPr id="11" name="Text 7"/>
          <p:cNvSpPr txBox="1"/>
          <p:nvPr/>
        </p:nvSpPr>
        <p:spPr>
          <a:xfrm>
            <a:off x="68580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296037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3097530"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309753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Link">    </p:cNvPr>
          <p:cNvPicPr>
            <a:picLocks noChangeAspect="1"/>
          </p:cNvPicPr>
          <p:nvPr/>
        </p:nvPicPr>
        <p:blipFill>
          <a:blip r:embed="rId2"/>
          <a:stretch>
            <a:fillRect/>
          </a:stretch>
        </p:blipFill>
        <p:spPr>
          <a:xfrm>
            <a:off x="4594860" y="2770632"/>
            <a:ext cx="384048" cy="384048"/>
          </a:xfrm>
          <a:prstGeom prst="rect">
            <a:avLst/>
          </a:prstGeom>
        </p:spPr>
      </p:pic>
      <p:sp>
        <p:nvSpPr>
          <p:cNvPr id="16" name="Text 11"/>
          <p:cNvSpPr txBox="1"/>
          <p:nvPr/>
        </p:nvSpPr>
        <p:spPr>
          <a:xfrm>
            <a:off x="309753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Les paires</a:t>
            </a:r>
            <a:endParaRPr lang="en-US" sz="1600" dirty="0"/>
          </a:p>
        </p:txBody>
      </p:sp>
      <p:sp>
        <p:nvSpPr>
          <p:cNvPr id="17" name="Text 12"/>
          <p:cNvSpPr txBox="1"/>
          <p:nvPr/>
        </p:nvSpPr>
        <p:spPr>
          <a:xfrm>
            <a:off x="309753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537210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5509260"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550926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CommentDots">    </p:cNvPr>
          <p:cNvPicPr>
            <a:picLocks noChangeAspect="1"/>
          </p:cNvPicPr>
          <p:nvPr/>
        </p:nvPicPr>
        <p:blipFill>
          <a:blip r:embed="rId3"/>
          <a:stretch>
            <a:fillRect/>
          </a:stretch>
        </p:blipFill>
        <p:spPr>
          <a:xfrm>
            <a:off x="7006590" y="2770632"/>
            <a:ext cx="384048" cy="384048"/>
          </a:xfrm>
          <a:prstGeom prst="rect">
            <a:avLst/>
          </a:prstGeom>
        </p:spPr>
      </p:pic>
      <p:sp>
        <p:nvSpPr>
          <p:cNvPr id="22" name="Text 16"/>
          <p:cNvSpPr txBox="1"/>
          <p:nvPr/>
        </p:nvSpPr>
        <p:spPr>
          <a:xfrm>
            <a:off x="550926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Que dites-vous ?</a:t>
            </a:r>
            <a:endParaRPr lang="en-US" sz="1600" dirty="0"/>
          </a:p>
        </p:txBody>
      </p:sp>
      <p:sp>
        <p:nvSpPr>
          <p:cNvPr id="23" name="Text 17"/>
          <p:cNvSpPr txBox="1"/>
          <p:nvPr/>
        </p:nvSpPr>
        <p:spPr>
          <a:xfrm>
            <a:off x="550926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778383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7920990" y="27432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792099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ExchangeAlt">    </p:cNvPr>
          <p:cNvPicPr>
            <a:picLocks noChangeAspect="1"/>
          </p:cNvPicPr>
          <p:nvPr/>
        </p:nvPicPr>
        <p:blipFill>
          <a:blip r:embed="rId4"/>
          <a:stretch>
            <a:fillRect/>
          </a:stretch>
        </p:blipFill>
        <p:spPr>
          <a:xfrm>
            <a:off x="9418320" y="2770632"/>
            <a:ext cx="384048" cy="384048"/>
          </a:xfrm>
          <a:prstGeom prst="rect">
            <a:avLst/>
          </a:prstGeom>
        </p:spPr>
      </p:pic>
      <p:sp>
        <p:nvSpPr>
          <p:cNvPr id="28" name="Text 21"/>
          <p:cNvSpPr txBox="1"/>
          <p:nvPr/>
        </p:nvSpPr>
        <p:spPr>
          <a:xfrm>
            <a:off x="792099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Familier → poli</a:t>
            </a:r>
            <a:endParaRPr lang="en-US" sz="1600" dirty="0"/>
          </a:p>
        </p:txBody>
      </p:sp>
      <p:sp>
        <p:nvSpPr>
          <p:cNvPr id="29" name="Text 22"/>
          <p:cNvSpPr txBox="1"/>
          <p:nvPr/>
        </p:nvSpPr>
        <p:spPr>
          <a:xfrm>
            <a:off x="792099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54864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Search">    </p:cNvPr>
          <p:cNvPicPr>
            <a:picLocks noChangeAspect="1"/>
          </p:cNvPicPr>
          <p:nvPr/>
        </p:nvPicPr>
        <p:blipFill>
          <a:blip r:embed="rId5"/>
          <a:stretch>
            <a:fillRect/>
          </a:stretch>
        </p:blipFill>
        <p:spPr>
          <a:xfrm>
            <a:off x="2183130" y="4599432"/>
            <a:ext cx="384048" cy="384048"/>
          </a:xfrm>
          <a:prstGeom prst="rect">
            <a:avLst/>
          </a:prstGeom>
        </p:spPr>
      </p:pic>
      <p:sp>
        <p:nvSpPr>
          <p:cNvPr id="34" name="Text 26"/>
          <p:cNvSpPr txBox="1"/>
          <p:nvPr/>
        </p:nvSpPr>
        <p:spPr>
          <a:xfrm>
            <a:off x="68580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détective</a:t>
            </a:r>
            <a:endParaRPr lang="en-US" sz="1600" dirty="0"/>
          </a:p>
        </p:txBody>
      </p:sp>
      <p:sp>
        <p:nvSpPr>
          <p:cNvPr id="35" name="Text 27"/>
          <p:cNvSpPr txBox="1"/>
          <p:nvPr/>
        </p:nvSpPr>
        <p:spPr>
          <a:xfrm>
            <a:off x="68580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296037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3097530" y="45720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309753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Building">    </p:cNvPr>
          <p:cNvPicPr>
            <a:picLocks noChangeAspect="1"/>
          </p:cNvPicPr>
          <p:nvPr/>
        </p:nvPicPr>
        <p:blipFill>
          <a:blip r:embed="rId6"/>
          <a:stretch>
            <a:fillRect/>
          </a:stretch>
        </p:blipFill>
        <p:spPr>
          <a:xfrm>
            <a:off x="4594860" y="4599432"/>
            <a:ext cx="384048" cy="384048"/>
          </a:xfrm>
          <a:prstGeom prst="rect">
            <a:avLst/>
          </a:prstGeom>
        </p:spPr>
      </p:pic>
      <p:sp>
        <p:nvSpPr>
          <p:cNvPr id="40" name="Text 31"/>
          <p:cNvSpPr txBox="1"/>
          <p:nvPr/>
        </p:nvSpPr>
        <p:spPr>
          <a:xfrm>
            <a:off x="309753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Une journée au bureau</a:t>
            </a:r>
            <a:endParaRPr lang="en-US" sz="1600" dirty="0"/>
          </a:p>
        </p:txBody>
      </p:sp>
      <p:sp>
        <p:nvSpPr>
          <p:cNvPr id="41" name="Text 32"/>
          <p:cNvSpPr txBox="1"/>
          <p:nvPr/>
        </p:nvSpPr>
        <p:spPr>
          <a:xfrm>
            <a:off x="309753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2" name="Shape 33"/>
          <p:cNvSpPr/>
          <p:nvPr/>
        </p:nvSpPr>
        <p:spPr>
          <a:xfrm>
            <a:off x="537210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3" name="Shape 34"/>
          <p:cNvSpPr/>
          <p:nvPr/>
        </p:nvSpPr>
        <p:spPr>
          <a:xfrm>
            <a:off x="5509260" y="4572000"/>
            <a:ext cx="438912" cy="438912"/>
          </a:xfrm>
          <a:prstGeom prst="ellipse">
            <a:avLst/>
          </a:prstGeom>
          <a:solidFill>
            <a:schemeClr val="accent1"/>
          </a:solidFill>
          <a:ln w="12700">
            <a:solidFill>
              <a:srgbClr val="FFFFFF">
                <a:alpha val="0"/>
              </a:srgbClr>
            </a:solidFill>
            <a:prstDash val="solid"/>
          </a:ln>
        </p:spPr>
      </p:sp>
      <p:sp>
        <p:nvSpPr>
          <p:cNvPr id="44" name="Text 35"/>
          <p:cNvSpPr txBox="1"/>
          <p:nvPr/>
        </p:nvSpPr>
        <p:spPr>
          <a:xfrm>
            <a:off x="550926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pic>
        <p:nvPicPr>
          <p:cNvPr id="45" name="Image 6" descr="PhoneAlt">    </p:cNvPr>
          <p:cNvPicPr>
            <a:picLocks noChangeAspect="1"/>
          </p:cNvPicPr>
          <p:nvPr/>
        </p:nvPicPr>
        <p:blipFill>
          <a:blip r:embed="rId7"/>
          <a:stretch>
            <a:fillRect/>
          </a:stretch>
        </p:blipFill>
        <p:spPr>
          <a:xfrm>
            <a:off x="7006590" y="4599432"/>
            <a:ext cx="384048" cy="384048"/>
          </a:xfrm>
          <a:prstGeom prst="rect">
            <a:avLst/>
          </a:prstGeom>
        </p:spPr>
      </p:pic>
      <p:sp>
        <p:nvSpPr>
          <p:cNvPr id="46" name="Text 36"/>
          <p:cNvSpPr txBox="1"/>
          <p:nvPr/>
        </p:nvSpPr>
        <p:spPr>
          <a:xfrm>
            <a:off x="550926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Au téléphone</a:t>
            </a:r>
            <a:endParaRPr lang="en-US" sz="1600" dirty="0"/>
          </a:p>
        </p:txBody>
      </p:sp>
      <p:sp>
        <p:nvSpPr>
          <p:cNvPr id="47" name="Text 37"/>
          <p:cNvSpPr txBox="1"/>
          <p:nvPr/>
        </p:nvSpPr>
        <p:spPr>
          <a:xfrm>
            <a:off x="550926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48" name="Image 7" descr="man teacher">    </p:cNvPr>
          <p:cNvPicPr>
            <a:picLocks noChangeAspect="1"/>
          </p:cNvPicPr>
          <p:nvPr/>
        </p:nvPicPr>
        <p:blipFill>
          <a:blip r:embed="rId8"/>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Formel ou informel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Classez les situations.</a:t>
            </a:r>
            <a:endParaRPr lang="en-US" sz="1700" dirty="0"/>
          </a:p>
        </p:txBody>
      </p:sp>
      <p:sp>
        <p:nvSpPr>
          <p:cNvPr id="8" name="Shape 4"/>
          <p:cNvSpPr/>
          <p:nvPr/>
        </p:nvSpPr>
        <p:spPr>
          <a:xfrm>
            <a:off x="548640" y="1932432"/>
            <a:ext cx="2651760" cy="822960"/>
          </a:xfrm>
          <a:prstGeom prst="roundRect">
            <a:avLst>
              <a:gd name="adj" fmla="val 888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pic>
        <p:nvPicPr>
          <p:cNvPr id="9" name="Image 1" descr="memo">    </p:cNvPr>
          <p:cNvPicPr>
            <a:picLocks noChangeAspect="1"/>
          </p:cNvPicPr>
          <p:nvPr/>
        </p:nvPicPr>
        <p:blipFill>
          <a:blip r:embed="rId2"/>
          <a:stretch>
            <a:fillRect/>
          </a:stretch>
        </p:blipFill>
        <p:spPr>
          <a:xfrm>
            <a:off x="640080" y="2087880"/>
            <a:ext cx="512064" cy="512064"/>
          </a:xfrm>
          <a:prstGeom prst="rect">
            <a:avLst/>
          </a:prstGeom>
        </p:spPr>
      </p:pic>
      <p:sp>
        <p:nvSpPr>
          <p:cNvPr id="10" name="Text 5"/>
          <p:cNvSpPr txBox="1"/>
          <p:nvPr/>
        </p:nvSpPr>
        <p:spPr>
          <a:xfrm>
            <a:off x="1234440" y="1932432"/>
            <a:ext cx="1920240" cy="822960"/>
          </a:xfrm>
          <a:prstGeom prst="rect">
            <a:avLst/>
          </a:prstGeom>
          <a:noFill/>
          <a:ln/>
        </p:spPr>
        <p:txBody>
          <a:bodyPr wrap="square" lIns="0" tIns="0" rIns="0" bIns="0" rtlCol="0" anchor="ctr"/>
          <a:lstStyle/>
          <a:p>
            <a:pPr algn="l" indent="0" marL="0">
              <a:buNone/>
            </a:pPr>
            <a:r>
              <a:rPr lang="en-US" sz="1500" i="1" dirty="0">
                <a:solidFill>
                  <a:schemeClr val="tx1"/>
                </a:solidFill>
              </a:rPr>
              <a:t>een rapport opstellen</a:t>
            </a:r>
            <a:endParaRPr lang="en-US" sz="1500" dirty="0"/>
          </a:p>
        </p:txBody>
      </p:sp>
      <p:sp>
        <p:nvSpPr>
          <p:cNvPr id="11" name="Shape 6"/>
          <p:cNvSpPr/>
          <p:nvPr/>
        </p:nvSpPr>
        <p:spPr>
          <a:xfrm>
            <a:off x="3355848" y="1932432"/>
            <a:ext cx="2651760" cy="822960"/>
          </a:xfrm>
          <a:prstGeom prst="roundRect">
            <a:avLst>
              <a:gd name="adj" fmla="val 888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pic>
        <p:nvPicPr>
          <p:cNvPr id="12" name="Image 2" descr="man office worker">    </p:cNvPr>
          <p:cNvPicPr>
            <a:picLocks noChangeAspect="1"/>
          </p:cNvPicPr>
          <p:nvPr/>
        </p:nvPicPr>
        <p:blipFill>
          <a:blip r:embed="rId3"/>
          <a:stretch>
            <a:fillRect/>
          </a:stretch>
        </p:blipFill>
        <p:spPr>
          <a:xfrm>
            <a:off x="3447288" y="2087880"/>
            <a:ext cx="512064" cy="512064"/>
          </a:xfrm>
          <a:prstGeom prst="rect">
            <a:avLst/>
          </a:prstGeom>
        </p:spPr>
      </p:pic>
      <p:sp>
        <p:nvSpPr>
          <p:cNvPr id="13" name="Text 7"/>
          <p:cNvSpPr txBox="1"/>
          <p:nvPr/>
        </p:nvSpPr>
        <p:spPr>
          <a:xfrm>
            <a:off x="4041648" y="1932432"/>
            <a:ext cx="1920240" cy="822960"/>
          </a:xfrm>
          <a:prstGeom prst="rect">
            <a:avLst/>
          </a:prstGeom>
          <a:noFill/>
          <a:ln/>
        </p:spPr>
        <p:txBody>
          <a:bodyPr wrap="square" lIns="0" tIns="0" rIns="0" bIns="0" rtlCol="0" anchor="ctr"/>
          <a:lstStyle/>
          <a:p>
            <a:pPr algn="l" indent="0" marL="0">
              <a:buNone/>
            </a:pPr>
            <a:r>
              <a:rPr lang="en-US" sz="1500" i="1" dirty="0">
                <a:solidFill>
                  <a:schemeClr val="tx1"/>
                </a:solidFill>
              </a:rPr>
              <a:t>met de directeur praten</a:t>
            </a:r>
            <a:endParaRPr lang="en-US" sz="1500" dirty="0"/>
          </a:p>
        </p:txBody>
      </p:sp>
      <p:sp>
        <p:nvSpPr>
          <p:cNvPr id="14" name="Shape 8"/>
          <p:cNvSpPr/>
          <p:nvPr/>
        </p:nvSpPr>
        <p:spPr>
          <a:xfrm>
            <a:off x="6163056" y="1932432"/>
            <a:ext cx="2651760" cy="822960"/>
          </a:xfrm>
          <a:prstGeom prst="roundRect">
            <a:avLst>
              <a:gd name="adj" fmla="val 888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pic>
        <p:nvPicPr>
          <p:cNvPr id="15" name="Image 3" descr="angry face">    </p:cNvPr>
          <p:cNvPicPr>
            <a:picLocks noChangeAspect="1"/>
          </p:cNvPicPr>
          <p:nvPr/>
        </p:nvPicPr>
        <p:blipFill>
          <a:blip r:embed="rId4"/>
          <a:stretch>
            <a:fillRect/>
          </a:stretch>
        </p:blipFill>
        <p:spPr>
          <a:xfrm>
            <a:off x="6254496" y="2087880"/>
            <a:ext cx="512064" cy="512064"/>
          </a:xfrm>
          <a:prstGeom prst="rect">
            <a:avLst/>
          </a:prstGeom>
        </p:spPr>
      </p:pic>
      <p:sp>
        <p:nvSpPr>
          <p:cNvPr id="16" name="Text 9"/>
          <p:cNvSpPr txBox="1"/>
          <p:nvPr/>
        </p:nvSpPr>
        <p:spPr>
          <a:xfrm>
            <a:off x="6848856" y="1932432"/>
            <a:ext cx="1920240" cy="822960"/>
          </a:xfrm>
          <a:prstGeom prst="rect">
            <a:avLst/>
          </a:prstGeom>
          <a:noFill/>
          <a:ln/>
        </p:spPr>
        <p:txBody>
          <a:bodyPr wrap="square" lIns="0" tIns="0" rIns="0" bIns="0" rtlCol="0" anchor="ctr"/>
          <a:lstStyle/>
          <a:p>
            <a:pPr algn="l" indent="0" marL="0">
              <a:buNone/>
            </a:pPr>
            <a:r>
              <a:rPr lang="en-US" sz="1500" i="1" dirty="0">
                <a:solidFill>
                  <a:schemeClr val="tx1"/>
                </a:solidFill>
              </a:rPr>
              <a:t>een klachtenbrief schrijven</a:t>
            </a:r>
            <a:endParaRPr lang="en-US" sz="1500" dirty="0"/>
          </a:p>
        </p:txBody>
      </p:sp>
      <p:sp>
        <p:nvSpPr>
          <p:cNvPr id="17" name="Shape 10"/>
          <p:cNvSpPr/>
          <p:nvPr/>
        </p:nvSpPr>
        <p:spPr>
          <a:xfrm>
            <a:off x="8970264" y="1932432"/>
            <a:ext cx="2651760" cy="822960"/>
          </a:xfrm>
          <a:prstGeom prst="roundRect">
            <a:avLst>
              <a:gd name="adj" fmla="val 888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pic>
        <p:nvPicPr>
          <p:cNvPr id="18" name="Image 4" descr="e mail">    </p:cNvPr>
          <p:cNvPicPr>
            <a:picLocks noChangeAspect="1"/>
          </p:cNvPicPr>
          <p:nvPr/>
        </p:nvPicPr>
        <p:blipFill>
          <a:blip r:embed="rId5"/>
          <a:stretch>
            <a:fillRect/>
          </a:stretch>
        </p:blipFill>
        <p:spPr>
          <a:xfrm>
            <a:off x="9061704" y="2087880"/>
            <a:ext cx="512064" cy="512064"/>
          </a:xfrm>
          <a:prstGeom prst="rect">
            <a:avLst/>
          </a:prstGeom>
        </p:spPr>
      </p:pic>
      <p:sp>
        <p:nvSpPr>
          <p:cNvPr id="19" name="Text 11"/>
          <p:cNvSpPr txBox="1"/>
          <p:nvPr/>
        </p:nvSpPr>
        <p:spPr>
          <a:xfrm>
            <a:off x="9656064" y="1932432"/>
            <a:ext cx="1920240" cy="822960"/>
          </a:xfrm>
          <a:prstGeom prst="rect">
            <a:avLst/>
          </a:prstGeom>
          <a:noFill/>
          <a:ln/>
        </p:spPr>
        <p:txBody>
          <a:bodyPr wrap="square" lIns="0" tIns="0" rIns="0" bIns="0" rtlCol="0" anchor="ctr"/>
          <a:lstStyle/>
          <a:p>
            <a:pPr algn="l" indent="0" marL="0">
              <a:buNone/>
            </a:pPr>
            <a:r>
              <a:rPr lang="en-US" sz="1500" i="1" dirty="0">
                <a:solidFill>
                  <a:schemeClr val="tx1"/>
                </a:solidFill>
              </a:rPr>
              <a:t>een e-mail naar je neef sturen</a:t>
            </a:r>
            <a:endParaRPr lang="en-US" sz="1500" dirty="0"/>
          </a:p>
        </p:txBody>
      </p:sp>
      <p:sp>
        <p:nvSpPr>
          <p:cNvPr id="20" name="Shape 12"/>
          <p:cNvSpPr/>
          <p:nvPr/>
        </p:nvSpPr>
        <p:spPr>
          <a:xfrm>
            <a:off x="548640" y="2892552"/>
            <a:ext cx="2651760" cy="822960"/>
          </a:xfrm>
          <a:prstGeom prst="roundRect">
            <a:avLst>
              <a:gd name="adj" fmla="val 888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pic>
        <p:nvPicPr>
          <p:cNvPr id="21" name="Image 5" descr="mobile phone">    </p:cNvPr>
          <p:cNvPicPr>
            <a:picLocks noChangeAspect="1"/>
          </p:cNvPicPr>
          <p:nvPr/>
        </p:nvPicPr>
        <p:blipFill>
          <a:blip r:embed="rId6"/>
          <a:stretch>
            <a:fillRect/>
          </a:stretch>
        </p:blipFill>
        <p:spPr>
          <a:xfrm>
            <a:off x="640080" y="3048000"/>
            <a:ext cx="512064" cy="512064"/>
          </a:xfrm>
          <a:prstGeom prst="rect">
            <a:avLst/>
          </a:prstGeom>
        </p:spPr>
      </p:pic>
      <p:sp>
        <p:nvSpPr>
          <p:cNvPr id="22" name="Text 13"/>
          <p:cNvSpPr txBox="1"/>
          <p:nvPr/>
        </p:nvSpPr>
        <p:spPr>
          <a:xfrm>
            <a:off x="1234440" y="2892552"/>
            <a:ext cx="1920240" cy="822960"/>
          </a:xfrm>
          <a:prstGeom prst="rect">
            <a:avLst/>
          </a:prstGeom>
          <a:noFill/>
          <a:ln/>
        </p:spPr>
        <p:txBody>
          <a:bodyPr wrap="square" lIns="0" tIns="0" rIns="0" bIns="0" rtlCol="0" anchor="ctr"/>
          <a:lstStyle/>
          <a:p>
            <a:pPr algn="l" indent="0" marL="0">
              <a:buNone/>
            </a:pPr>
            <a:r>
              <a:rPr lang="en-US" sz="1500" i="1" dirty="0">
                <a:solidFill>
                  <a:schemeClr val="tx1"/>
                </a:solidFill>
              </a:rPr>
              <a:t>een sms’je sturen</a:t>
            </a:r>
            <a:endParaRPr lang="en-US" sz="1500" dirty="0"/>
          </a:p>
        </p:txBody>
      </p:sp>
      <p:sp>
        <p:nvSpPr>
          <p:cNvPr id="23" name="Shape 14"/>
          <p:cNvSpPr/>
          <p:nvPr/>
        </p:nvSpPr>
        <p:spPr>
          <a:xfrm>
            <a:off x="3355848" y="2892552"/>
            <a:ext cx="2651760" cy="822960"/>
          </a:xfrm>
          <a:prstGeom prst="roundRect">
            <a:avLst>
              <a:gd name="adj" fmla="val 888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pic>
        <p:nvPicPr>
          <p:cNvPr id="24" name="Image 6" descr="people hugging">    </p:cNvPr>
          <p:cNvPicPr>
            <a:picLocks noChangeAspect="1"/>
          </p:cNvPicPr>
          <p:nvPr/>
        </p:nvPicPr>
        <p:blipFill>
          <a:blip r:embed="rId7"/>
          <a:stretch>
            <a:fillRect/>
          </a:stretch>
        </p:blipFill>
        <p:spPr>
          <a:xfrm>
            <a:off x="3447288" y="3048000"/>
            <a:ext cx="512064" cy="512064"/>
          </a:xfrm>
          <a:prstGeom prst="rect">
            <a:avLst/>
          </a:prstGeom>
        </p:spPr>
      </p:pic>
      <p:sp>
        <p:nvSpPr>
          <p:cNvPr id="25" name="Text 15"/>
          <p:cNvSpPr txBox="1"/>
          <p:nvPr/>
        </p:nvSpPr>
        <p:spPr>
          <a:xfrm>
            <a:off x="4041648" y="2892552"/>
            <a:ext cx="1920240" cy="822960"/>
          </a:xfrm>
          <a:prstGeom prst="rect">
            <a:avLst/>
          </a:prstGeom>
          <a:noFill/>
          <a:ln/>
        </p:spPr>
        <p:txBody>
          <a:bodyPr wrap="square" lIns="0" tIns="0" rIns="0" bIns="0" rtlCol="0" anchor="ctr"/>
          <a:lstStyle/>
          <a:p>
            <a:pPr algn="l" indent="0" marL="0">
              <a:buNone/>
            </a:pPr>
            <a:r>
              <a:rPr lang="en-US" sz="1500" i="1" dirty="0">
                <a:solidFill>
                  <a:schemeClr val="tx1"/>
                </a:solidFill>
              </a:rPr>
              <a:t>met vrienden praten</a:t>
            </a:r>
            <a:endParaRPr lang="en-US" sz="1500" dirty="0"/>
          </a:p>
        </p:txBody>
      </p:sp>
      <p:sp>
        <p:nvSpPr>
          <p:cNvPr id="26" name="Shape 16"/>
          <p:cNvSpPr/>
          <p:nvPr/>
        </p:nvSpPr>
        <p:spPr>
          <a:xfrm>
            <a:off x="6163056" y="2892552"/>
            <a:ext cx="2651760" cy="822960"/>
          </a:xfrm>
          <a:prstGeom prst="roundRect">
            <a:avLst>
              <a:gd name="adj" fmla="val 888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pic>
        <p:nvPicPr>
          <p:cNvPr id="27" name="Image 7" descr="telephone receiver">    </p:cNvPr>
          <p:cNvPicPr>
            <a:picLocks noChangeAspect="1"/>
          </p:cNvPicPr>
          <p:nvPr/>
        </p:nvPicPr>
        <p:blipFill>
          <a:blip r:embed="rId8"/>
          <a:stretch>
            <a:fillRect/>
          </a:stretch>
        </p:blipFill>
        <p:spPr>
          <a:xfrm>
            <a:off x="6254496" y="3048000"/>
            <a:ext cx="512064" cy="512064"/>
          </a:xfrm>
          <a:prstGeom prst="rect">
            <a:avLst/>
          </a:prstGeom>
        </p:spPr>
      </p:pic>
      <p:sp>
        <p:nvSpPr>
          <p:cNvPr id="28" name="Text 17"/>
          <p:cNvSpPr txBox="1"/>
          <p:nvPr/>
        </p:nvSpPr>
        <p:spPr>
          <a:xfrm>
            <a:off x="6848856" y="2892552"/>
            <a:ext cx="1920240" cy="822960"/>
          </a:xfrm>
          <a:prstGeom prst="rect">
            <a:avLst/>
          </a:prstGeom>
          <a:noFill/>
          <a:ln/>
        </p:spPr>
        <p:txBody>
          <a:bodyPr wrap="square" lIns="0" tIns="0" rIns="0" bIns="0" rtlCol="0" anchor="ctr"/>
          <a:lstStyle/>
          <a:p>
            <a:pPr algn="l" indent="0" marL="0">
              <a:buNone/>
            </a:pPr>
            <a:r>
              <a:rPr lang="en-US" sz="1500" i="1" dirty="0">
                <a:solidFill>
                  <a:schemeClr val="tx1"/>
                </a:solidFill>
              </a:rPr>
              <a:t>een klant opbellen</a:t>
            </a:r>
            <a:endParaRPr lang="en-US" sz="1500" dirty="0"/>
          </a:p>
        </p:txBody>
      </p:sp>
      <p:sp>
        <p:nvSpPr>
          <p:cNvPr id="29" name="Shape 18"/>
          <p:cNvSpPr/>
          <p:nvPr/>
        </p:nvSpPr>
        <p:spPr>
          <a:xfrm>
            <a:off x="8970264" y="2892552"/>
            <a:ext cx="2651760" cy="822960"/>
          </a:xfrm>
          <a:prstGeom prst="roundRect">
            <a:avLst>
              <a:gd name="adj" fmla="val 888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pic>
        <p:nvPicPr>
          <p:cNvPr id="30" name="Image 8" descr="sandwich">    </p:cNvPr>
          <p:cNvPicPr>
            <a:picLocks noChangeAspect="1"/>
          </p:cNvPicPr>
          <p:nvPr/>
        </p:nvPicPr>
        <p:blipFill>
          <a:blip r:embed="rId9"/>
          <a:stretch>
            <a:fillRect/>
          </a:stretch>
        </p:blipFill>
        <p:spPr>
          <a:xfrm>
            <a:off x="9061704" y="3048000"/>
            <a:ext cx="512064" cy="512064"/>
          </a:xfrm>
          <a:prstGeom prst="rect">
            <a:avLst/>
          </a:prstGeom>
        </p:spPr>
      </p:pic>
      <p:sp>
        <p:nvSpPr>
          <p:cNvPr id="31" name="Text 19"/>
          <p:cNvSpPr txBox="1"/>
          <p:nvPr/>
        </p:nvSpPr>
        <p:spPr>
          <a:xfrm>
            <a:off x="9656064" y="2892552"/>
            <a:ext cx="1920240" cy="822960"/>
          </a:xfrm>
          <a:prstGeom prst="rect">
            <a:avLst/>
          </a:prstGeom>
          <a:noFill/>
          <a:ln/>
        </p:spPr>
        <p:txBody>
          <a:bodyPr wrap="square" lIns="0" tIns="0" rIns="0" bIns="0" rtlCol="0" anchor="ctr"/>
          <a:lstStyle/>
          <a:p>
            <a:pPr algn="l" indent="0" marL="0">
              <a:buNone/>
            </a:pPr>
            <a:r>
              <a:rPr lang="en-US" sz="1500" i="1" dirty="0">
                <a:solidFill>
                  <a:schemeClr val="tx1"/>
                </a:solidFill>
              </a:rPr>
              <a:t>met je collega lunchen</a:t>
            </a:r>
            <a:endParaRPr lang="en-US" sz="1500" dirty="0"/>
          </a:p>
        </p:txBody>
      </p:sp>
      <p:sp>
        <p:nvSpPr>
          <p:cNvPr id="32" name="Shape 20"/>
          <p:cNvSpPr/>
          <p:nvPr/>
        </p:nvSpPr>
        <p:spPr>
          <a:xfrm>
            <a:off x="548640" y="3989832"/>
            <a:ext cx="5468112" cy="2301240"/>
          </a:xfrm>
          <a:prstGeom prst="roundRect">
            <a:avLst>
              <a:gd name="adj" fmla="val 3179"/>
            </a:avLst>
          </a:prstGeom>
          <a:solidFill>
            <a:schemeClr val="tx2">
              <a:alpha val="10000"/>
            </a:schemeClr>
          </a:solidFill>
          <a:ln w="25400">
            <a:solidFill>
              <a:srgbClr val="17375E"/>
            </a:solidFill>
            <a:prstDash val="solid"/>
          </a:ln>
        </p:spPr>
      </p:sp>
      <p:sp>
        <p:nvSpPr>
          <p:cNvPr id="33" name="Shape 21"/>
          <p:cNvSpPr/>
          <p:nvPr/>
        </p:nvSpPr>
        <p:spPr>
          <a:xfrm>
            <a:off x="548640" y="3989832"/>
            <a:ext cx="5468112" cy="502920"/>
          </a:xfrm>
          <a:prstGeom prst="roundRect">
            <a:avLst>
              <a:gd name="adj" fmla="val 14545"/>
            </a:avLst>
          </a:prstGeom>
          <a:solidFill>
            <a:schemeClr val="tx2"/>
          </a:solidFill>
          <a:ln w="12700">
            <a:solidFill>
              <a:srgbClr val="FFFFFF">
                <a:alpha val="0"/>
              </a:srgbClr>
            </a:solidFill>
            <a:prstDash val="solid"/>
          </a:ln>
        </p:spPr>
      </p:sp>
      <p:sp>
        <p:nvSpPr>
          <p:cNvPr id="34" name="Text 22"/>
          <p:cNvSpPr txBox="1"/>
          <p:nvPr/>
        </p:nvSpPr>
        <p:spPr>
          <a:xfrm>
            <a:off x="548640" y="3989832"/>
            <a:ext cx="5468112" cy="502920"/>
          </a:xfrm>
          <a:prstGeom prst="rect">
            <a:avLst/>
          </a:prstGeom>
          <a:noFill/>
          <a:ln/>
        </p:spPr>
        <p:txBody>
          <a:bodyPr wrap="square" lIns="0" tIns="0" rIns="0" bIns="0" rtlCol="0" anchor="ctr"/>
          <a:lstStyle/>
          <a:p>
            <a:pPr algn="ctr" indent="0" marL="0">
              <a:buNone/>
            </a:pPr>
            <a:r>
              <a:rPr lang="en-US" sz="2000" b="1" spc="200" kern="0" dirty="0">
                <a:solidFill>
                  <a:schemeClr val="bg1"/>
                </a:solidFill>
              </a:rPr>
              <a:t>FORMEEL</a:t>
            </a:r>
            <a:endParaRPr lang="en-US" sz="2000" dirty="0"/>
          </a:p>
        </p:txBody>
      </p:sp>
      <p:sp>
        <p:nvSpPr>
          <p:cNvPr id="35" name="Shape 23"/>
          <p:cNvSpPr/>
          <p:nvPr/>
        </p:nvSpPr>
        <p:spPr>
          <a:xfrm>
            <a:off x="6172200" y="3989832"/>
            <a:ext cx="5468112" cy="2301240"/>
          </a:xfrm>
          <a:prstGeom prst="roundRect">
            <a:avLst>
              <a:gd name="adj" fmla="val 3179"/>
            </a:avLst>
          </a:prstGeom>
          <a:solidFill>
            <a:srgbClr val="5B9BD5">
              <a:alpha val="10000"/>
            </a:srgbClr>
          </a:solidFill>
          <a:ln w="25400">
            <a:solidFill>
              <a:srgbClr val="5B9BD5"/>
            </a:solidFill>
            <a:prstDash val="solid"/>
          </a:ln>
        </p:spPr>
      </p:sp>
      <p:sp>
        <p:nvSpPr>
          <p:cNvPr id="36" name="Shape 24"/>
          <p:cNvSpPr/>
          <p:nvPr/>
        </p:nvSpPr>
        <p:spPr>
          <a:xfrm>
            <a:off x="6172200" y="3989832"/>
            <a:ext cx="5468112" cy="502920"/>
          </a:xfrm>
          <a:prstGeom prst="roundRect">
            <a:avLst>
              <a:gd name="adj" fmla="val 14545"/>
            </a:avLst>
          </a:prstGeom>
          <a:solidFill>
            <a:srgbClr val="5B9BD5"/>
          </a:solidFill>
          <a:ln w="12700">
            <a:solidFill>
              <a:srgbClr val="FFFFFF">
                <a:alpha val="0"/>
              </a:srgbClr>
            </a:solidFill>
            <a:prstDash val="solid"/>
          </a:ln>
        </p:spPr>
      </p:sp>
      <p:sp>
        <p:nvSpPr>
          <p:cNvPr id="37" name="Text 25"/>
          <p:cNvSpPr txBox="1"/>
          <p:nvPr/>
        </p:nvSpPr>
        <p:spPr>
          <a:xfrm>
            <a:off x="6172200" y="3989832"/>
            <a:ext cx="5468112" cy="502920"/>
          </a:xfrm>
          <a:prstGeom prst="rect">
            <a:avLst/>
          </a:prstGeom>
          <a:noFill/>
          <a:ln/>
        </p:spPr>
        <p:txBody>
          <a:bodyPr wrap="square" lIns="0" tIns="0" rIns="0" bIns="0" rtlCol="0" anchor="ctr"/>
          <a:lstStyle/>
          <a:p>
            <a:pPr algn="ctr" indent="0" marL="0">
              <a:buNone/>
            </a:pPr>
            <a:r>
              <a:rPr lang="en-US" sz="2000" b="1" spc="200" kern="0" dirty="0">
                <a:solidFill>
                  <a:schemeClr val="bg1"/>
                </a:solidFill>
              </a:rPr>
              <a:t>INFORMEEL</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Formel ou informel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Classez les situations.</a:t>
            </a:r>
            <a:endParaRPr lang="en-US" sz="1700" dirty="0"/>
          </a:p>
        </p:txBody>
      </p:sp>
      <p:sp>
        <p:nvSpPr>
          <p:cNvPr id="9" name="Shape 5"/>
          <p:cNvSpPr/>
          <p:nvPr/>
        </p:nvSpPr>
        <p:spPr>
          <a:xfrm>
            <a:off x="548640" y="2023872"/>
            <a:ext cx="5468112" cy="4267200"/>
          </a:xfrm>
          <a:prstGeom prst="roundRect">
            <a:avLst>
              <a:gd name="adj" fmla="val 1714"/>
            </a:avLst>
          </a:prstGeom>
          <a:solidFill>
            <a:schemeClr val="tx2">
              <a:alpha val="10000"/>
            </a:schemeClr>
          </a:solidFill>
          <a:ln w="25400">
            <a:solidFill>
              <a:srgbClr val="17375E"/>
            </a:solidFill>
            <a:prstDash val="solid"/>
          </a:ln>
        </p:spPr>
      </p:sp>
      <p:sp>
        <p:nvSpPr>
          <p:cNvPr id="10" name="Shape 6"/>
          <p:cNvSpPr/>
          <p:nvPr/>
        </p:nvSpPr>
        <p:spPr>
          <a:xfrm>
            <a:off x="548640" y="2023872"/>
            <a:ext cx="5468112" cy="502920"/>
          </a:xfrm>
          <a:prstGeom prst="roundRect">
            <a:avLst>
              <a:gd name="adj" fmla="val 14545"/>
            </a:avLst>
          </a:prstGeom>
          <a:solidFill>
            <a:schemeClr val="tx2"/>
          </a:solidFill>
          <a:ln w="12700">
            <a:solidFill>
              <a:srgbClr val="FFFFFF">
                <a:alpha val="0"/>
              </a:srgbClr>
            </a:solidFill>
            <a:prstDash val="solid"/>
          </a:ln>
        </p:spPr>
      </p:sp>
      <p:sp>
        <p:nvSpPr>
          <p:cNvPr id="11" name="Text 7"/>
          <p:cNvSpPr txBox="1"/>
          <p:nvPr/>
        </p:nvSpPr>
        <p:spPr>
          <a:xfrm>
            <a:off x="548640" y="2023872"/>
            <a:ext cx="5468112" cy="502920"/>
          </a:xfrm>
          <a:prstGeom prst="rect">
            <a:avLst/>
          </a:prstGeom>
          <a:noFill/>
          <a:ln/>
        </p:spPr>
        <p:txBody>
          <a:bodyPr wrap="square" lIns="0" tIns="0" rIns="0" bIns="0" rtlCol="0" anchor="ctr"/>
          <a:lstStyle/>
          <a:p>
            <a:pPr algn="ctr" indent="0" marL="0">
              <a:buNone/>
            </a:pPr>
            <a:r>
              <a:rPr lang="en-US" sz="2000" b="1" spc="200" kern="0" dirty="0">
                <a:solidFill>
                  <a:schemeClr val="bg1"/>
                </a:solidFill>
              </a:rPr>
              <a:t>FORMEEL</a:t>
            </a:r>
            <a:endParaRPr lang="en-US" sz="2000" dirty="0"/>
          </a:p>
        </p:txBody>
      </p:sp>
      <p:pic>
        <p:nvPicPr>
          <p:cNvPr id="12" name="Image 1" descr="memo">    </p:cNvPr>
          <p:cNvPicPr>
            <a:picLocks noChangeAspect="1"/>
          </p:cNvPicPr>
          <p:nvPr/>
        </p:nvPicPr>
        <p:blipFill>
          <a:blip r:embed="rId2"/>
          <a:stretch>
            <a:fillRect/>
          </a:stretch>
        </p:blipFill>
        <p:spPr>
          <a:xfrm>
            <a:off x="822960" y="2801112"/>
            <a:ext cx="548640" cy="548640"/>
          </a:xfrm>
          <a:prstGeom prst="rect">
            <a:avLst/>
          </a:prstGeom>
        </p:spPr>
      </p:pic>
      <p:sp>
        <p:nvSpPr>
          <p:cNvPr id="13" name="Text 8"/>
          <p:cNvSpPr txBox="1"/>
          <p:nvPr/>
        </p:nvSpPr>
        <p:spPr>
          <a:xfrm>
            <a:off x="1554480" y="2709672"/>
            <a:ext cx="4297680" cy="731520"/>
          </a:xfrm>
          <a:prstGeom prst="rect">
            <a:avLst/>
          </a:prstGeom>
          <a:noFill/>
          <a:ln/>
        </p:spPr>
        <p:txBody>
          <a:bodyPr wrap="square" lIns="0" tIns="0" rIns="0" bIns="0" rtlCol="0" anchor="ctr"/>
          <a:lstStyle/>
          <a:p>
            <a:pPr algn="l" indent="0" marL="0">
              <a:buNone/>
            </a:pPr>
            <a:r>
              <a:rPr lang="en-US" sz="2000" i="1" dirty="0">
                <a:solidFill>
                  <a:schemeClr val="tx1"/>
                </a:solidFill>
              </a:rPr>
              <a:t>een rapport opstellen</a:t>
            </a:r>
            <a:endParaRPr lang="en-US" sz="2000" dirty="0"/>
          </a:p>
        </p:txBody>
      </p:sp>
      <p:pic>
        <p:nvPicPr>
          <p:cNvPr id="14" name="Image 2" descr="man office worker">    </p:cNvPr>
          <p:cNvPicPr>
            <a:picLocks noChangeAspect="1"/>
          </p:cNvPicPr>
          <p:nvPr/>
        </p:nvPicPr>
        <p:blipFill>
          <a:blip r:embed="rId3"/>
          <a:stretch>
            <a:fillRect/>
          </a:stretch>
        </p:blipFill>
        <p:spPr>
          <a:xfrm>
            <a:off x="822960" y="3715512"/>
            <a:ext cx="548640" cy="548640"/>
          </a:xfrm>
          <a:prstGeom prst="rect">
            <a:avLst/>
          </a:prstGeom>
        </p:spPr>
      </p:pic>
      <p:sp>
        <p:nvSpPr>
          <p:cNvPr id="15" name="Text 9"/>
          <p:cNvSpPr txBox="1"/>
          <p:nvPr/>
        </p:nvSpPr>
        <p:spPr>
          <a:xfrm>
            <a:off x="1554480" y="3624072"/>
            <a:ext cx="4297680" cy="731520"/>
          </a:xfrm>
          <a:prstGeom prst="rect">
            <a:avLst/>
          </a:prstGeom>
          <a:noFill/>
          <a:ln/>
        </p:spPr>
        <p:txBody>
          <a:bodyPr wrap="square" lIns="0" tIns="0" rIns="0" bIns="0" rtlCol="0" anchor="ctr"/>
          <a:lstStyle/>
          <a:p>
            <a:pPr algn="l" indent="0" marL="0">
              <a:buNone/>
            </a:pPr>
            <a:r>
              <a:rPr lang="en-US" sz="2000" i="1" dirty="0">
                <a:solidFill>
                  <a:schemeClr val="tx1"/>
                </a:solidFill>
              </a:rPr>
              <a:t>met de directeur praten</a:t>
            </a:r>
            <a:endParaRPr lang="en-US" sz="2000" dirty="0"/>
          </a:p>
        </p:txBody>
      </p:sp>
      <p:pic>
        <p:nvPicPr>
          <p:cNvPr id="16" name="Image 3" descr="angry face">    </p:cNvPr>
          <p:cNvPicPr>
            <a:picLocks noChangeAspect="1"/>
          </p:cNvPicPr>
          <p:nvPr/>
        </p:nvPicPr>
        <p:blipFill>
          <a:blip r:embed="rId4"/>
          <a:stretch>
            <a:fillRect/>
          </a:stretch>
        </p:blipFill>
        <p:spPr>
          <a:xfrm>
            <a:off x="822960" y="4629912"/>
            <a:ext cx="548640" cy="548640"/>
          </a:xfrm>
          <a:prstGeom prst="rect">
            <a:avLst/>
          </a:prstGeom>
        </p:spPr>
      </p:pic>
      <p:sp>
        <p:nvSpPr>
          <p:cNvPr id="17" name="Text 10"/>
          <p:cNvSpPr txBox="1"/>
          <p:nvPr/>
        </p:nvSpPr>
        <p:spPr>
          <a:xfrm>
            <a:off x="1554480" y="4538472"/>
            <a:ext cx="4297680" cy="731520"/>
          </a:xfrm>
          <a:prstGeom prst="rect">
            <a:avLst/>
          </a:prstGeom>
          <a:noFill/>
          <a:ln/>
        </p:spPr>
        <p:txBody>
          <a:bodyPr wrap="square" lIns="0" tIns="0" rIns="0" bIns="0" rtlCol="0" anchor="ctr"/>
          <a:lstStyle/>
          <a:p>
            <a:pPr algn="l" indent="0" marL="0">
              <a:buNone/>
            </a:pPr>
            <a:r>
              <a:rPr lang="en-US" sz="2000" i="1" dirty="0">
                <a:solidFill>
                  <a:schemeClr val="tx1"/>
                </a:solidFill>
              </a:rPr>
              <a:t>een klachtenbrief schrijven</a:t>
            </a:r>
            <a:endParaRPr lang="en-US" sz="2000" dirty="0"/>
          </a:p>
        </p:txBody>
      </p:sp>
      <p:pic>
        <p:nvPicPr>
          <p:cNvPr id="18" name="Image 4" descr="telephone receiver">    </p:cNvPr>
          <p:cNvPicPr>
            <a:picLocks noChangeAspect="1"/>
          </p:cNvPicPr>
          <p:nvPr/>
        </p:nvPicPr>
        <p:blipFill>
          <a:blip r:embed="rId5"/>
          <a:stretch>
            <a:fillRect/>
          </a:stretch>
        </p:blipFill>
        <p:spPr>
          <a:xfrm>
            <a:off x="822960" y="5544312"/>
            <a:ext cx="548640" cy="548640"/>
          </a:xfrm>
          <a:prstGeom prst="rect">
            <a:avLst/>
          </a:prstGeom>
        </p:spPr>
      </p:pic>
      <p:sp>
        <p:nvSpPr>
          <p:cNvPr id="19" name="Text 11"/>
          <p:cNvSpPr txBox="1"/>
          <p:nvPr/>
        </p:nvSpPr>
        <p:spPr>
          <a:xfrm>
            <a:off x="1554480" y="5452872"/>
            <a:ext cx="4297680" cy="731520"/>
          </a:xfrm>
          <a:prstGeom prst="rect">
            <a:avLst/>
          </a:prstGeom>
          <a:noFill/>
          <a:ln/>
        </p:spPr>
        <p:txBody>
          <a:bodyPr wrap="square" lIns="0" tIns="0" rIns="0" bIns="0" rtlCol="0" anchor="ctr"/>
          <a:lstStyle/>
          <a:p>
            <a:pPr algn="l" indent="0" marL="0">
              <a:buNone/>
            </a:pPr>
            <a:r>
              <a:rPr lang="en-US" sz="2000" i="1" dirty="0">
                <a:solidFill>
                  <a:schemeClr val="tx1"/>
                </a:solidFill>
              </a:rPr>
              <a:t>een klant opbellen</a:t>
            </a:r>
            <a:endParaRPr lang="en-US" sz="2000" dirty="0"/>
          </a:p>
        </p:txBody>
      </p:sp>
      <p:sp>
        <p:nvSpPr>
          <p:cNvPr id="20" name="Shape 12"/>
          <p:cNvSpPr/>
          <p:nvPr/>
        </p:nvSpPr>
        <p:spPr>
          <a:xfrm>
            <a:off x="6172200" y="2023872"/>
            <a:ext cx="5468112" cy="4267200"/>
          </a:xfrm>
          <a:prstGeom prst="roundRect">
            <a:avLst>
              <a:gd name="adj" fmla="val 1714"/>
            </a:avLst>
          </a:prstGeom>
          <a:solidFill>
            <a:srgbClr val="5B9BD5">
              <a:alpha val="10000"/>
            </a:srgbClr>
          </a:solidFill>
          <a:ln w="25400">
            <a:solidFill>
              <a:srgbClr val="5B9BD5"/>
            </a:solidFill>
            <a:prstDash val="solid"/>
          </a:ln>
        </p:spPr>
      </p:sp>
      <p:sp>
        <p:nvSpPr>
          <p:cNvPr id="21" name="Shape 13"/>
          <p:cNvSpPr/>
          <p:nvPr/>
        </p:nvSpPr>
        <p:spPr>
          <a:xfrm>
            <a:off x="6172200" y="2023872"/>
            <a:ext cx="5468112" cy="502920"/>
          </a:xfrm>
          <a:prstGeom prst="roundRect">
            <a:avLst>
              <a:gd name="adj" fmla="val 14545"/>
            </a:avLst>
          </a:prstGeom>
          <a:solidFill>
            <a:srgbClr val="5B9BD5"/>
          </a:solidFill>
          <a:ln w="12700">
            <a:solidFill>
              <a:srgbClr val="FFFFFF">
                <a:alpha val="0"/>
              </a:srgbClr>
            </a:solidFill>
            <a:prstDash val="solid"/>
          </a:ln>
        </p:spPr>
      </p:sp>
      <p:sp>
        <p:nvSpPr>
          <p:cNvPr id="22" name="Text 14"/>
          <p:cNvSpPr txBox="1"/>
          <p:nvPr/>
        </p:nvSpPr>
        <p:spPr>
          <a:xfrm>
            <a:off x="6172200" y="2023872"/>
            <a:ext cx="5468112" cy="502920"/>
          </a:xfrm>
          <a:prstGeom prst="rect">
            <a:avLst/>
          </a:prstGeom>
          <a:noFill/>
          <a:ln/>
        </p:spPr>
        <p:txBody>
          <a:bodyPr wrap="square" lIns="0" tIns="0" rIns="0" bIns="0" rtlCol="0" anchor="ctr"/>
          <a:lstStyle/>
          <a:p>
            <a:pPr algn="ctr" indent="0" marL="0">
              <a:buNone/>
            </a:pPr>
            <a:r>
              <a:rPr lang="en-US" sz="2000" b="1" spc="200" kern="0" dirty="0">
                <a:solidFill>
                  <a:schemeClr val="bg1"/>
                </a:solidFill>
              </a:rPr>
              <a:t>INFORMEEL</a:t>
            </a:r>
            <a:endParaRPr lang="en-US" sz="2000" dirty="0"/>
          </a:p>
        </p:txBody>
      </p:sp>
      <p:pic>
        <p:nvPicPr>
          <p:cNvPr id="23" name="Image 5" descr="e mail">    </p:cNvPr>
          <p:cNvPicPr>
            <a:picLocks noChangeAspect="1"/>
          </p:cNvPicPr>
          <p:nvPr/>
        </p:nvPicPr>
        <p:blipFill>
          <a:blip r:embed="rId6"/>
          <a:stretch>
            <a:fillRect/>
          </a:stretch>
        </p:blipFill>
        <p:spPr>
          <a:xfrm>
            <a:off x="6446520" y="2801112"/>
            <a:ext cx="548640" cy="548640"/>
          </a:xfrm>
          <a:prstGeom prst="rect">
            <a:avLst/>
          </a:prstGeom>
        </p:spPr>
      </p:pic>
      <p:sp>
        <p:nvSpPr>
          <p:cNvPr id="24" name="Text 15"/>
          <p:cNvSpPr txBox="1"/>
          <p:nvPr/>
        </p:nvSpPr>
        <p:spPr>
          <a:xfrm>
            <a:off x="7178040" y="2709672"/>
            <a:ext cx="4297680" cy="731520"/>
          </a:xfrm>
          <a:prstGeom prst="rect">
            <a:avLst/>
          </a:prstGeom>
          <a:noFill/>
          <a:ln/>
        </p:spPr>
        <p:txBody>
          <a:bodyPr wrap="square" lIns="0" tIns="0" rIns="0" bIns="0" rtlCol="0" anchor="ctr"/>
          <a:lstStyle/>
          <a:p>
            <a:pPr algn="l" indent="0" marL="0">
              <a:buNone/>
            </a:pPr>
            <a:r>
              <a:rPr lang="en-US" sz="2000" i="1" dirty="0">
                <a:solidFill>
                  <a:schemeClr val="tx1"/>
                </a:solidFill>
              </a:rPr>
              <a:t>een e-mail naar je neef sturen</a:t>
            </a:r>
            <a:endParaRPr lang="en-US" sz="2000" dirty="0"/>
          </a:p>
        </p:txBody>
      </p:sp>
      <p:pic>
        <p:nvPicPr>
          <p:cNvPr id="25" name="Image 6" descr="mobile phone">    </p:cNvPr>
          <p:cNvPicPr>
            <a:picLocks noChangeAspect="1"/>
          </p:cNvPicPr>
          <p:nvPr/>
        </p:nvPicPr>
        <p:blipFill>
          <a:blip r:embed="rId7"/>
          <a:stretch>
            <a:fillRect/>
          </a:stretch>
        </p:blipFill>
        <p:spPr>
          <a:xfrm>
            <a:off x="6446520" y="3715512"/>
            <a:ext cx="548640" cy="548640"/>
          </a:xfrm>
          <a:prstGeom prst="rect">
            <a:avLst/>
          </a:prstGeom>
        </p:spPr>
      </p:pic>
      <p:sp>
        <p:nvSpPr>
          <p:cNvPr id="26" name="Text 16"/>
          <p:cNvSpPr txBox="1"/>
          <p:nvPr/>
        </p:nvSpPr>
        <p:spPr>
          <a:xfrm>
            <a:off x="7178040" y="3624072"/>
            <a:ext cx="4297680" cy="731520"/>
          </a:xfrm>
          <a:prstGeom prst="rect">
            <a:avLst/>
          </a:prstGeom>
          <a:noFill/>
          <a:ln/>
        </p:spPr>
        <p:txBody>
          <a:bodyPr wrap="square" lIns="0" tIns="0" rIns="0" bIns="0" rtlCol="0" anchor="ctr"/>
          <a:lstStyle/>
          <a:p>
            <a:pPr algn="l" indent="0" marL="0">
              <a:buNone/>
            </a:pPr>
            <a:r>
              <a:rPr lang="en-US" sz="2000" i="1" dirty="0">
                <a:solidFill>
                  <a:schemeClr val="tx1"/>
                </a:solidFill>
              </a:rPr>
              <a:t>een sms’je sturen</a:t>
            </a:r>
            <a:endParaRPr lang="en-US" sz="2000" dirty="0"/>
          </a:p>
        </p:txBody>
      </p:sp>
      <p:pic>
        <p:nvPicPr>
          <p:cNvPr id="27" name="Image 7" descr="people hugging">    </p:cNvPr>
          <p:cNvPicPr>
            <a:picLocks noChangeAspect="1"/>
          </p:cNvPicPr>
          <p:nvPr/>
        </p:nvPicPr>
        <p:blipFill>
          <a:blip r:embed="rId8"/>
          <a:stretch>
            <a:fillRect/>
          </a:stretch>
        </p:blipFill>
        <p:spPr>
          <a:xfrm>
            <a:off x="6446520" y="4629912"/>
            <a:ext cx="548640" cy="548640"/>
          </a:xfrm>
          <a:prstGeom prst="rect">
            <a:avLst/>
          </a:prstGeom>
        </p:spPr>
      </p:pic>
      <p:sp>
        <p:nvSpPr>
          <p:cNvPr id="28" name="Text 17"/>
          <p:cNvSpPr txBox="1"/>
          <p:nvPr/>
        </p:nvSpPr>
        <p:spPr>
          <a:xfrm>
            <a:off x="7178040" y="4538472"/>
            <a:ext cx="4297680" cy="731520"/>
          </a:xfrm>
          <a:prstGeom prst="rect">
            <a:avLst/>
          </a:prstGeom>
          <a:noFill/>
          <a:ln/>
        </p:spPr>
        <p:txBody>
          <a:bodyPr wrap="square" lIns="0" tIns="0" rIns="0" bIns="0" rtlCol="0" anchor="ctr"/>
          <a:lstStyle/>
          <a:p>
            <a:pPr algn="l" indent="0" marL="0">
              <a:buNone/>
            </a:pPr>
            <a:r>
              <a:rPr lang="en-US" sz="2000" i="1" dirty="0">
                <a:solidFill>
                  <a:schemeClr val="tx1"/>
                </a:solidFill>
              </a:rPr>
              <a:t>met vrienden praten</a:t>
            </a:r>
            <a:endParaRPr lang="en-US" sz="2000" dirty="0"/>
          </a:p>
        </p:txBody>
      </p:sp>
      <p:pic>
        <p:nvPicPr>
          <p:cNvPr id="29" name="Image 8" descr="sandwich">    </p:cNvPr>
          <p:cNvPicPr>
            <a:picLocks noChangeAspect="1"/>
          </p:cNvPicPr>
          <p:nvPr/>
        </p:nvPicPr>
        <p:blipFill>
          <a:blip r:embed="rId9"/>
          <a:stretch>
            <a:fillRect/>
          </a:stretch>
        </p:blipFill>
        <p:spPr>
          <a:xfrm>
            <a:off x="6446520" y="5544312"/>
            <a:ext cx="548640" cy="548640"/>
          </a:xfrm>
          <a:prstGeom prst="rect">
            <a:avLst/>
          </a:prstGeom>
        </p:spPr>
      </p:pic>
      <p:sp>
        <p:nvSpPr>
          <p:cNvPr id="30" name="Text 18"/>
          <p:cNvSpPr txBox="1"/>
          <p:nvPr/>
        </p:nvSpPr>
        <p:spPr>
          <a:xfrm>
            <a:off x="7178040" y="5452872"/>
            <a:ext cx="4297680" cy="731520"/>
          </a:xfrm>
          <a:prstGeom prst="rect">
            <a:avLst/>
          </a:prstGeom>
          <a:noFill/>
          <a:ln/>
        </p:spPr>
        <p:txBody>
          <a:bodyPr wrap="square" lIns="0" tIns="0" rIns="0" bIns="0" rtlCol="0" anchor="ctr"/>
          <a:lstStyle/>
          <a:p>
            <a:pPr algn="l" indent="0" marL="0">
              <a:buNone/>
            </a:pPr>
            <a:r>
              <a:rPr lang="en-US" sz="2000" i="1" dirty="0">
                <a:solidFill>
                  <a:schemeClr val="tx1"/>
                </a:solidFill>
              </a:rPr>
              <a:t>met je collega lunchen</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Les paires de registre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Associez le mot familier (1–6) et le mot soutenu (a–f).</a:t>
            </a:r>
            <a:endParaRPr lang="en-US" sz="1700" dirty="0"/>
          </a:p>
        </p:txBody>
      </p:sp>
      <p:sp>
        <p:nvSpPr>
          <p:cNvPr id="8" name="Shape 4"/>
          <p:cNvSpPr/>
          <p:nvPr/>
        </p:nvSpPr>
        <p:spPr>
          <a:xfrm>
            <a:off x="548640" y="2005584"/>
            <a:ext cx="3200400" cy="564896"/>
          </a:xfrm>
          <a:prstGeom prst="roundRect">
            <a:avLst>
              <a:gd name="adj" fmla="val 48561"/>
            </a:avLst>
          </a:prstGeom>
          <a:solidFill>
            <a:srgbClr val="5B9BD5"/>
          </a:solidFill>
          <a:ln w="12700">
            <a:solidFill>
              <a:srgbClr val="FFFFFF">
                <a:alpha val="0"/>
              </a:srgbClr>
            </a:solidFill>
            <a:prstDash val="solid"/>
          </a:ln>
        </p:spPr>
      </p:sp>
      <p:sp>
        <p:nvSpPr>
          <p:cNvPr id="9" name="Text 5"/>
          <p:cNvSpPr txBox="1"/>
          <p:nvPr/>
        </p:nvSpPr>
        <p:spPr>
          <a:xfrm>
            <a:off x="731520" y="2005584"/>
            <a:ext cx="2926080" cy="564896"/>
          </a:xfrm>
          <a:prstGeom prst="rect">
            <a:avLst/>
          </a:prstGeom>
          <a:noFill/>
          <a:ln/>
        </p:spPr>
        <p:txBody>
          <a:bodyPr wrap="square" lIns="0" tIns="0" rIns="0" bIns="0" rtlCol="0" anchor="ctr"/>
          <a:lstStyle/>
          <a:p>
            <a:pPr algn="l" indent="0" marL="0">
              <a:buNone/>
            </a:pPr>
            <a:r>
              <a:rPr lang="en-US" sz="2000" b="1" dirty="0">
                <a:solidFill>
                  <a:schemeClr val="bg1"/>
                </a:solidFill>
              </a:rPr>
              <a:t>1</a:t>
            </a:r>
            <a:r>
              <a:rPr lang="en-US" sz="2000" dirty="0">
                <a:solidFill>
                  <a:schemeClr val="bg1"/>
                </a:solidFill>
              </a:rPr>
              <a:t>   </a:t>
            </a:r>
            <a:r>
              <a:rPr lang="en-US" sz="2000" i="1" dirty="0">
                <a:solidFill>
                  <a:schemeClr val="bg1"/>
                </a:solidFill>
              </a:rPr>
              <a:t>meedoen</a:t>
            </a:r>
            <a:endParaRPr lang="en-US" sz="2000" dirty="0"/>
          </a:p>
        </p:txBody>
      </p:sp>
      <p:sp>
        <p:nvSpPr>
          <p:cNvPr id="10" name="Shape 6"/>
          <p:cNvSpPr/>
          <p:nvPr/>
        </p:nvSpPr>
        <p:spPr>
          <a:xfrm>
            <a:off x="548640" y="2716784"/>
            <a:ext cx="3200400" cy="564896"/>
          </a:xfrm>
          <a:prstGeom prst="roundRect">
            <a:avLst>
              <a:gd name="adj" fmla="val 48561"/>
            </a:avLst>
          </a:prstGeom>
          <a:solidFill>
            <a:srgbClr val="5B9BD5"/>
          </a:solidFill>
          <a:ln w="12700">
            <a:solidFill>
              <a:srgbClr val="FFFFFF">
                <a:alpha val="0"/>
              </a:srgbClr>
            </a:solidFill>
            <a:prstDash val="solid"/>
          </a:ln>
        </p:spPr>
      </p:sp>
      <p:sp>
        <p:nvSpPr>
          <p:cNvPr id="11" name="Text 7"/>
          <p:cNvSpPr txBox="1"/>
          <p:nvPr/>
        </p:nvSpPr>
        <p:spPr>
          <a:xfrm>
            <a:off x="731520" y="2716784"/>
            <a:ext cx="2926080" cy="564896"/>
          </a:xfrm>
          <a:prstGeom prst="rect">
            <a:avLst/>
          </a:prstGeom>
          <a:noFill/>
          <a:ln/>
        </p:spPr>
        <p:txBody>
          <a:bodyPr wrap="square" lIns="0" tIns="0" rIns="0" bIns="0" rtlCol="0" anchor="ctr"/>
          <a:lstStyle/>
          <a:p>
            <a:pPr algn="l" indent="0" marL="0">
              <a:buNone/>
            </a:pPr>
            <a:r>
              <a:rPr lang="en-US" sz="2000" b="1" dirty="0">
                <a:solidFill>
                  <a:schemeClr val="bg1"/>
                </a:solidFill>
              </a:rPr>
              <a:t>2</a:t>
            </a:r>
            <a:r>
              <a:rPr lang="en-US" sz="2000" dirty="0">
                <a:solidFill>
                  <a:schemeClr val="bg1"/>
                </a:solidFill>
              </a:rPr>
              <a:t>   </a:t>
            </a:r>
            <a:r>
              <a:rPr lang="en-US" sz="2000" i="1" dirty="0">
                <a:solidFill>
                  <a:schemeClr val="bg1"/>
                </a:solidFill>
              </a:rPr>
              <a:t>vragen</a:t>
            </a:r>
            <a:endParaRPr lang="en-US" sz="2000" dirty="0"/>
          </a:p>
        </p:txBody>
      </p:sp>
      <p:sp>
        <p:nvSpPr>
          <p:cNvPr id="12" name="Shape 8"/>
          <p:cNvSpPr/>
          <p:nvPr/>
        </p:nvSpPr>
        <p:spPr>
          <a:xfrm>
            <a:off x="548640" y="3427984"/>
            <a:ext cx="3200400" cy="564896"/>
          </a:xfrm>
          <a:prstGeom prst="roundRect">
            <a:avLst>
              <a:gd name="adj" fmla="val 48561"/>
            </a:avLst>
          </a:prstGeom>
          <a:solidFill>
            <a:srgbClr val="5B9BD5"/>
          </a:solidFill>
          <a:ln w="12700">
            <a:solidFill>
              <a:srgbClr val="FFFFFF">
                <a:alpha val="0"/>
              </a:srgbClr>
            </a:solidFill>
            <a:prstDash val="solid"/>
          </a:ln>
        </p:spPr>
      </p:sp>
      <p:sp>
        <p:nvSpPr>
          <p:cNvPr id="13" name="Text 9"/>
          <p:cNvSpPr txBox="1"/>
          <p:nvPr/>
        </p:nvSpPr>
        <p:spPr>
          <a:xfrm>
            <a:off x="731520" y="3427984"/>
            <a:ext cx="2926080" cy="564896"/>
          </a:xfrm>
          <a:prstGeom prst="rect">
            <a:avLst/>
          </a:prstGeom>
          <a:noFill/>
          <a:ln/>
        </p:spPr>
        <p:txBody>
          <a:bodyPr wrap="square" lIns="0" tIns="0" rIns="0" bIns="0" rtlCol="0" anchor="ctr"/>
          <a:lstStyle/>
          <a:p>
            <a:pPr algn="l" indent="0" marL="0">
              <a:buNone/>
            </a:pPr>
            <a:r>
              <a:rPr lang="en-US" sz="2000" b="1" dirty="0">
                <a:solidFill>
                  <a:schemeClr val="bg1"/>
                </a:solidFill>
              </a:rPr>
              <a:t>3</a:t>
            </a:r>
            <a:r>
              <a:rPr lang="en-US" sz="2000" dirty="0">
                <a:solidFill>
                  <a:schemeClr val="bg1"/>
                </a:solidFill>
              </a:rPr>
              <a:t>   </a:t>
            </a:r>
            <a:r>
              <a:rPr lang="en-US" sz="2000" i="1" dirty="0">
                <a:solidFill>
                  <a:schemeClr val="bg1"/>
                </a:solidFill>
              </a:rPr>
              <a:t>vertellen</a:t>
            </a:r>
            <a:endParaRPr lang="en-US" sz="2000" dirty="0"/>
          </a:p>
        </p:txBody>
      </p:sp>
      <p:sp>
        <p:nvSpPr>
          <p:cNvPr id="14" name="Shape 10"/>
          <p:cNvSpPr/>
          <p:nvPr/>
        </p:nvSpPr>
        <p:spPr>
          <a:xfrm>
            <a:off x="548640" y="4139184"/>
            <a:ext cx="3200400" cy="564896"/>
          </a:xfrm>
          <a:prstGeom prst="roundRect">
            <a:avLst>
              <a:gd name="adj" fmla="val 48561"/>
            </a:avLst>
          </a:prstGeom>
          <a:solidFill>
            <a:srgbClr val="5B9BD5"/>
          </a:solidFill>
          <a:ln w="12700">
            <a:solidFill>
              <a:srgbClr val="FFFFFF">
                <a:alpha val="0"/>
              </a:srgbClr>
            </a:solidFill>
            <a:prstDash val="solid"/>
          </a:ln>
        </p:spPr>
      </p:sp>
      <p:sp>
        <p:nvSpPr>
          <p:cNvPr id="15" name="Text 11"/>
          <p:cNvSpPr txBox="1"/>
          <p:nvPr/>
        </p:nvSpPr>
        <p:spPr>
          <a:xfrm>
            <a:off x="731520" y="4139184"/>
            <a:ext cx="2926080" cy="564896"/>
          </a:xfrm>
          <a:prstGeom prst="rect">
            <a:avLst/>
          </a:prstGeom>
          <a:noFill/>
          <a:ln/>
        </p:spPr>
        <p:txBody>
          <a:bodyPr wrap="square" lIns="0" tIns="0" rIns="0" bIns="0" rtlCol="0" anchor="ctr"/>
          <a:lstStyle/>
          <a:p>
            <a:pPr algn="l" indent="0" marL="0">
              <a:buNone/>
            </a:pPr>
            <a:r>
              <a:rPr lang="en-US" sz="2000" b="1" dirty="0">
                <a:solidFill>
                  <a:schemeClr val="bg1"/>
                </a:solidFill>
              </a:rPr>
              <a:t>4</a:t>
            </a:r>
            <a:r>
              <a:rPr lang="en-US" sz="2000" dirty="0">
                <a:solidFill>
                  <a:schemeClr val="bg1"/>
                </a:solidFill>
              </a:rPr>
              <a:t>   </a:t>
            </a:r>
            <a:r>
              <a:rPr lang="en-US" sz="2000" i="1" dirty="0">
                <a:solidFill>
                  <a:schemeClr val="bg1"/>
                </a:solidFill>
              </a:rPr>
              <a:t>nu</a:t>
            </a:r>
            <a:endParaRPr lang="en-US" sz="2000" dirty="0"/>
          </a:p>
        </p:txBody>
      </p:sp>
      <p:sp>
        <p:nvSpPr>
          <p:cNvPr id="16" name="Shape 12"/>
          <p:cNvSpPr/>
          <p:nvPr/>
        </p:nvSpPr>
        <p:spPr>
          <a:xfrm>
            <a:off x="548640" y="4850384"/>
            <a:ext cx="3200400" cy="564896"/>
          </a:xfrm>
          <a:prstGeom prst="roundRect">
            <a:avLst>
              <a:gd name="adj" fmla="val 48561"/>
            </a:avLst>
          </a:prstGeom>
          <a:solidFill>
            <a:srgbClr val="5B9BD5"/>
          </a:solidFill>
          <a:ln w="12700">
            <a:solidFill>
              <a:srgbClr val="FFFFFF">
                <a:alpha val="0"/>
              </a:srgbClr>
            </a:solidFill>
            <a:prstDash val="solid"/>
          </a:ln>
        </p:spPr>
      </p:sp>
      <p:sp>
        <p:nvSpPr>
          <p:cNvPr id="17" name="Text 13"/>
          <p:cNvSpPr txBox="1"/>
          <p:nvPr/>
        </p:nvSpPr>
        <p:spPr>
          <a:xfrm>
            <a:off x="731520" y="4850384"/>
            <a:ext cx="2926080" cy="564896"/>
          </a:xfrm>
          <a:prstGeom prst="rect">
            <a:avLst/>
          </a:prstGeom>
          <a:noFill/>
          <a:ln/>
        </p:spPr>
        <p:txBody>
          <a:bodyPr wrap="square" lIns="0" tIns="0" rIns="0" bIns="0" rtlCol="0" anchor="ctr"/>
          <a:lstStyle/>
          <a:p>
            <a:pPr algn="l" indent="0" marL="0">
              <a:buNone/>
            </a:pPr>
            <a:r>
              <a:rPr lang="en-US" sz="2000" b="1" dirty="0">
                <a:solidFill>
                  <a:schemeClr val="bg1"/>
                </a:solidFill>
              </a:rPr>
              <a:t>5</a:t>
            </a:r>
            <a:r>
              <a:rPr lang="en-US" sz="2000" dirty="0">
                <a:solidFill>
                  <a:schemeClr val="bg1"/>
                </a:solidFill>
              </a:rPr>
              <a:t>   </a:t>
            </a:r>
            <a:r>
              <a:rPr lang="en-US" sz="2000" i="1" dirty="0">
                <a:solidFill>
                  <a:schemeClr val="bg1"/>
                </a:solidFill>
              </a:rPr>
              <a:t>krijgen</a:t>
            </a:r>
            <a:endParaRPr lang="en-US" sz="2000" dirty="0"/>
          </a:p>
        </p:txBody>
      </p:sp>
      <p:sp>
        <p:nvSpPr>
          <p:cNvPr id="18" name="Shape 14"/>
          <p:cNvSpPr/>
          <p:nvPr/>
        </p:nvSpPr>
        <p:spPr>
          <a:xfrm>
            <a:off x="548640" y="5561584"/>
            <a:ext cx="3200400" cy="564896"/>
          </a:xfrm>
          <a:prstGeom prst="roundRect">
            <a:avLst>
              <a:gd name="adj" fmla="val 48561"/>
            </a:avLst>
          </a:prstGeom>
          <a:solidFill>
            <a:srgbClr val="5B9BD5"/>
          </a:solidFill>
          <a:ln w="12700">
            <a:solidFill>
              <a:srgbClr val="FFFFFF">
                <a:alpha val="0"/>
              </a:srgbClr>
            </a:solidFill>
            <a:prstDash val="solid"/>
          </a:ln>
        </p:spPr>
      </p:sp>
      <p:sp>
        <p:nvSpPr>
          <p:cNvPr id="19" name="Text 15"/>
          <p:cNvSpPr txBox="1"/>
          <p:nvPr/>
        </p:nvSpPr>
        <p:spPr>
          <a:xfrm>
            <a:off x="731520" y="5561584"/>
            <a:ext cx="2926080" cy="564896"/>
          </a:xfrm>
          <a:prstGeom prst="rect">
            <a:avLst/>
          </a:prstGeom>
          <a:noFill/>
          <a:ln/>
        </p:spPr>
        <p:txBody>
          <a:bodyPr wrap="square" lIns="0" tIns="0" rIns="0" bIns="0" rtlCol="0" anchor="ctr"/>
          <a:lstStyle/>
          <a:p>
            <a:pPr algn="l" indent="0" marL="0">
              <a:buNone/>
            </a:pPr>
            <a:r>
              <a:rPr lang="en-US" sz="2000" b="1" dirty="0">
                <a:solidFill>
                  <a:schemeClr val="bg1"/>
                </a:solidFill>
              </a:rPr>
              <a:t>6</a:t>
            </a:r>
            <a:r>
              <a:rPr lang="en-US" sz="2000" dirty="0">
                <a:solidFill>
                  <a:schemeClr val="bg1"/>
                </a:solidFill>
              </a:rPr>
              <a:t>   </a:t>
            </a:r>
            <a:r>
              <a:rPr lang="en-US" sz="2000" i="1" dirty="0">
                <a:solidFill>
                  <a:schemeClr val="bg1"/>
                </a:solidFill>
              </a:rPr>
              <a:t>Groetjes</a:t>
            </a:r>
            <a:endParaRPr lang="en-US" sz="2000" dirty="0"/>
          </a:p>
        </p:txBody>
      </p:sp>
      <p:sp>
        <p:nvSpPr>
          <p:cNvPr id="20" name="Shape 16"/>
          <p:cNvSpPr/>
          <p:nvPr/>
        </p:nvSpPr>
        <p:spPr>
          <a:xfrm>
            <a:off x="7452360" y="2005584"/>
            <a:ext cx="4187952" cy="564896"/>
          </a:xfrm>
          <a:prstGeom prst="roundRect">
            <a:avLst>
              <a:gd name="adj" fmla="val 48561"/>
            </a:avLst>
          </a:prstGeom>
          <a:solidFill>
            <a:schemeClr val="bg1"/>
          </a:solidFill>
          <a:ln w="25400">
            <a:solidFill>
              <a:srgbClr val="17375E"/>
            </a:solidFill>
            <a:prstDash val="solid"/>
          </a:ln>
        </p:spPr>
      </p:sp>
      <p:sp>
        <p:nvSpPr>
          <p:cNvPr id="21" name="Text 17"/>
          <p:cNvSpPr txBox="1"/>
          <p:nvPr/>
        </p:nvSpPr>
        <p:spPr>
          <a:xfrm>
            <a:off x="7635240" y="2005584"/>
            <a:ext cx="3931920" cy="564896"/>
          </a:xfrm>
          <a:prstGeom prst="rect">
            <a:avLst/>
          </a:prstGeom>
          <a:noFill/>
          <a:ln/>
        </p:spPr>
        <p:txBody>
          <a:bodyPr wrap="square" lIns="0" tIns="0" rIns="0" bIns="0" rtlCol="0" anchor="ctr"/>
          <a:lstStyle/>
          <a:p>
            <a:pPr algn="l" indent="0" marL="0">
              <a:buNone/>
            </a:pPr>
            <a:r>
              <a:rPr lang="en-US" sz="2000" b="1" dirty="0">
                <a:solidFill>
                  <a:schemeClr val="tx1"/>
                </a:solidFill>
              </a:rPr>
              <a:t>a</a:t>
            </a:r>
            <a:r>
              <a:rPr lang="en-US" sz="2000" dirty="0">
                <a:solidFill>
                  <a:schemeClr val="tx1"/>
                </a:solidFill>
              </a:rPr>
              <a:t>   </a:t>
            </a:r>
            <a:r>
              <a:rPr lang="en-US" sz="2000" i="1" dirty="0">
                <a:solidFill>
                  <a:schemeClr val="tx1"/>
                </a:solidFill>
              </a:rPr>
              <a:t>Met vriendelijke groet</a:t>
            </a:r>
            <a:endParaRPr lang="en-US" sz="2000" dirty="0"/>
          </a:p>
        </p:txBody>
      </p:sp>
      <p:sp>
        <p:nvSpPr>
          <p:cNvPr id="22" name="Shape 18"/>
          <p:cNvSpPr/>
          <p:nvPr/>
        </p:nvSpPr>
        <p:spPr>
          <a:xfrm>
            <a:off x="7452360" y="2716784"/>
            <a:ext cx="4187952" cy="564896"/>
          </a:xfrm>
          <a:prstGeom prst="roundRect">
            <a:avLst>
              <a:gd name="adj" fmla="val 48561"/>
            </a:avLst>
          </a:prstGeom>
          <a:solidFill>
            <a:schemeClr val="bg1"/>
          </a:solidFill>
          <a:ln w="25400">
            <a:solidFill>
              <a:srgbClr val="17375E"/>
            </a:solidFill>
            <a:prstDash val="solid"/>
          </a:ln>
        </p:spPr>
      </p:sp>
      <p:sp>
        <p:nvSpPr>
          <p:cNvPr id="23" name="Text 19"/>
          <p:cNvSpPr txBox="1"/>
          <p:nvPr/>
        </p:nvSpPr>
        <p:spPr>
          <a:xfrm>
            <a:off x="7635240" y="2716784"/>
            <a:ext cx="3931920" cy="564896"/>
          </a:xfrm>
          <a:prstGeom prst="rect">
            <a:avLst/>
          </a:prstGeom>
          <a:noFill/>
          <a:ln/>
        </p:spPr>
        <p:txBody>
          <a:bodyPr wrap="square" lIns="0" tIns="0" rIns="0" bIns="0" rtlCol="0" anchor="ctr"/>
          <a:lstStyle/>
          <a:p>
            <a:pPr algn="l" indent="0" marL="0">
              <a:buNone/>
            </a:pPr>
            <a:r>
              <a:rPr lang="en-US" sz="2000" b="1" dirty="0">
                <a:solidFill>
                  <a:schemeClr val="tx1"/>
                </a:solidFill>
              </a:rPr>
              <a:t>b</a:t>
            </a:r>
            <a:r>
              <a:rPr lang="en-US" sz="2000" dirty="0">
                <a:solidFill>
                  <a:schemeClr val="tx1"/>
                </a:solidFill>
              </a:rPr>
              <a:t>   </a:t>
            </a:r>
            <a:r>
              <a:rPr lang="en-US" sz="2000" i="1" dirty="0">
                <a:solidFill>
                  <a:schemeClr val="tx1"/>
                </a:solidFill>
              </a:rPr>
              <a:t>meedelen</a:t>
            </a:r>
            <a:endParaRPr lang="en-US" sz="2000" dirty="0"/>
          </a:p>
        </p:txBody>
      </p:sp>
      <p:sp>
        <p:nvSpPr>
          <p:cNvPr id="24" name="Shape 20"/>
          <p:cNvSpPr/>
          <p:nvPr/>
        </p:nvSpPr>
        <p:spPr>
          <a:xfrm>
            <a:off x="7452360" y="3427984"/>
            <a:ext cx="4187952" cy="564896"/>
          </a:xfrm>
          <a:prstGeom prst="roundRect">
            <a:avLst>
              <a:gd name="adj" fmla="val 48561"/>
            </a:avLst>
          </a:prstGeom>
          <a:solidFill>
            <a:schemeClr val="bg1"/>
          </a:solidFill>
          <a:ln w="25400">
            <a:solidFill>
              <a:srgbClr val="17375E"/>
            </a:solidFill>
            <a:prstDash val="solid"/>
          </a:ln>
        </p:spPr>
      </p:sp>
      <p:sp>
        <p:nvSpPr>
          <p:cNvPr id="25" name="Text 21"/>
          <p:cNvSpPr txBox="1"/>
          <p:nvPr/>
        </p:nvSpPr>
        <p:spPr>
          <a:xfrm>
            <a:off x="7635240" y="3427984"/>
            <a:ext cx="3931920" cy="564896"/>
          </a:xfrm>
          <a:prstGeom prst="rect">
            <a:avLst/>
          </a:prstGeom>
          <a:noFill/>
          <a:ln/>
        </p:spPr>
        <p:txBody>
          <a:bodyPr wrap="square" lIns="0" tIns="0" rIns="0" bIns="0" rtlCol="0" anchor="ctr"/>
          <a:lstStyle/>
          <a:p>
            <a:pPr algn="l" indent="0" marL="0">
              <a:buNone/>
            </a:pPr>
            <a:r>
              <a:rPr lang="en-US" sz="2000" b="1" dirty="0">
                <a:solidFill>
                  <a:schemeClr val="tx1"/>
                </a:solidFill>
              </a:rPr>
              <a:t>c</a:t>
            </a:r>
            <a:r>
              <a:rPr lang="en-US" sz="2000" dirty="0">
                <a:solidFill>
                  <a:schemeClr val="tx1"/>
                </a:solidFill>
              </a:rPr>
              <a:t>   </a:t>
            </a:r>
            <a:r>
              <a:rPr lang="en-US" sz="2000" i="1" dirty="0">
                <a:solidFill>
                  <a:schemeClr val="tx1"/>
                </a:solidFill>
              </a:rPr>
              <a:t>deelnemen</a:t>
            </a:r>
            <a:endParaRPr lang="en-US" sz="2000" dirty="0"/>
          </a:p>
        </p:txBody>
      </p:sp>
      <p:sp>
        <p:nvSpPr>
          <p:cNvPr id="26" name="Shape 22"/>
          <p:cNvSpPr/>
          <p:nvPr/>
        </p:nvSpPr>
        <p:spPr>
          <a:xfrm>
            <a:off x="7452360" y="4139184"/>
            <a:ext cx="4187952" cy="564896"/>
          </a:xfrm>
          <a:prstGeom prst="roundRect">
            <a:avLst>
              <a:gd name="adj" fmla="val 48561"/>
            </a:avLst>
          </a:prstGeom>
          <a:solidFill>
            <a:schemeClr val="bg1"/>
          </a:solidFill>
          <a:ln w="25400">
            <a:solidFill>
              <a:srgbClr val="17375E"/>
            </a:solidFill>
            <a:prstDash val="solid"/>
          </a:ln>
        </p:spPr>
      </p:sp>
      <p:sp>
        <p:nvSpPr>
          <p:cNvPr id="27" name="Text 23"/>
          <p:cNvSpPr txBox="1"/>
          <p:nvPr/>
        </p:nvSpPr>
        <p:spPr>
          <a:xfrm>
            <a:off x="7635240" y="4139184"/>
            <a:ext cx="3931920" cy="564896"/>
          </a:xfrm>
          <a:prstGeom prst="rect">
            <a:avLst/>
          </a:prstGeom>
          <a:noFill/>
          <a:ln/>
        </p:spPr>
        <p:txBody>
          <a:bodyPr wrap="square" lIns="0" tIns="0" rIns="0" bIns="0" rtlCol="0" anchor="ctr"/>
          <a:lstStyle/>
          <a:p>
            <a:pPr algn="l" indent="0" marL="0">
              <a:buNone/>
            </a:pPr>
            <a:r>
              <a:rPr lang="en-US" sz="2000" b="1" dirty="0">
                <a:solidFill>
                  <a:schemeClr val="tx1"/>
                </a:solidFill>
              </a:rPr>
              <a:t>d</a:t>
            </a:r>
            <a:r>
              <a:rPr lang="en-US" sz="2000" dirty="0">
                <a:solidFill>
                  <a:schemeClr val="tx1"/>
                </a:solidFill>
              </a:rPr>
              <a:t>   </a:t>
            </a:r>
            <a:r>
              <a:rPr lang="en-US" sz="2000" i="1" dirty="0">
                <a:solidFill>
                  <a:schemeClr val="tx1"/>
                </a:solidFill>
              </a:rPr>
              <a:t>ontvangen</a:t>
            </a:r>
            <a:endParaRPr lang="en-US" sz="2000" dirty="0"/>
          </a:p>
        </p:txBody>
      </p:sp>
      <p:sp>
        <p:nvSpPr>
          <p:cNvPr id="28" name="Shape 24"/>
          <p:cNvSpPr/>
          <p:nvPr/>
        </p:nvSpPr>
        <p:spPr>
          <a:xfrm>
            <a:off x="7452360" y="4850384"/>
            <a:ext cx="4187952" cy="564896"/>
          </a:xfrm>
          <a:prstGeom prst="roundRect">
            <a:avLst>
              <a:gd name="adj" fmla="val 48561"/>
            </a:avLst>
          </a:prstGeom>
          <a:solidFill>
            <a:schemeClr val="bg1"/>
          </a:solidFill>
          <a:ln w="25400">
            <a:solidFill>
              <a:srgbClr val="17375E"/>
            </a:solidFill>
            <a:prstDash val="solid"/>
          </a:ln>
        </p:spPr>
      </p:sp>
      <p:sp>
        <p:nvSpPr>
          <p:cNvPr id="29" name="Text 25"/>
          <p:cNvSpPr txBox="1"/>
          <p:nvPr/>
        </p:nvSpPr>
        <p:spPr>
          <a:xfrm>
            <a:off x="7635240" y="4850384"/>
            <a:ext cx="3931920" cy="564896"/>
          </a:xfrm>
          <a:prstGeom prst="rect">
            <a:avLst/>
          </a:prstGeom>
          <a:noFill/>
          <a:ln/>
        </p:spPr>
        <p:txBody>
          <a:bodyPr wrap="square" lIns="0" tIns="0" rIns="0" bIns="0" rtlCol="0" anchor="ctr"/>
          <a:lstStyle/>
          <a:p>
            <a:pPr algn="l" indent="0" marL="0">
              <a:buNone/>
            </a:pPr>
            <a:r>
              <a:rPr lang="en-US" sz="2000" b="1" dirty="0">
                <a:solidFill>
                  <a:schemeClr val="tx1"/>
                </a:solidFill>
              </a:rPr>
              <a:t>e</a:t>
            </a:r>
            <a:r>
              <a:rPr lang="en-US" sz="2000" dirty="0">
                <a:solidFill>
                  <a:schemeClr val="tx1"/>
                </a:solidFill>
              </a:rPr>
              <a:t>   </a:t>
            </a:r>
            <a:r>
              <a:rPr lang="en-US" sz="2000" i="1" dirty="0">
                <a:solidFill>
                  <a:schemeClr val="tx1"/>
                </a:solidFill>
              </a:rPr>
              <a:t>momenteel</a:t>
            </a:r>
            <a:endParaRPr lang="en-US" sz="2000" dirty="0"/>
          </a:p>
        </p:txBody>
      </p:sp>
      <p:sp>
        <p:nvSpPr>
          <p:cNvPr id="30" name="Shape 26"/>
          <p:cNvSpPr/>
          <p:nvPr/>
        </p:nvSpPr>
        <p:spPr>
          <a:xfrm>
            <a:off x="7452360" y="5561584"/>
            <a:ext cx="4187952" cy="564896"/>
          </a:xfrm>
          <a:prstGeom prst="roundRect">
            <a:avLst>
              <a:gd name="adj" fmla="val 48561"/>
            </a:avLst>
          </a:prstGeom>
          <a:solidFill>
            <a:schemeClr val="bg1"/>
          </a:solidFill>
          <a:ln w="25400">
            <a:solidFill>
              <a:srgbClr val="17375E"/>
            </a:solidFill>
            <a:prstDash val="solid"/>
          </a:ln>
        </p:spPr>
      </p:sp>
      <p:sp>
        <p:nvSpPr>
          <p:cNvPr id="31" name="Text 27"/>
          <p:cNvSpPr txBox="1"/>
          <p:nvPr/>
        </p:nvSpPr>
        <p:spPr>
          <a:xfrm>
            <a:off x="7635240" y="5561584"/>
            <a:ext cx="3931920" cy="564896"/>
          </a:xfrm>
          <a:prstGeom prst="rect">
            <a:avLst/>
          </a:prstGeom>
          <a:noFill/>
          <a:ln/>
        </p:spPr>
        <p:txBody>
          <a:bodyPr wrap="square" lIns="0" tIns="0" rIns="0" bIns="0" rtlCol="0" anchor="ctr"/>
          <a:lstStyle/>
          <a:p>
            <a:pPr algn="l" indent="0" marL="0">
              <a:buNone/>
            </a:pPr>
            <a:r>
              <a:rPr lang="en-US" sz="2000" b="1" dirty="0">
                <a:solidFill>
                  <a:schemeClr val="tx1"/>
                </a:solidFill>
              </a:rPr>
              <a:t>f</a:t>
            </a:r>
            <a:r>
              <a:rPr lang="en-US" sz="2000" dirty="0">
                <a:solidFill>
                  <a:schemeClr val="tx1"/>
                </a:solidFill>
              </a:rPr>
              <a:t>   </a:t>
            </a:r>
            <a:r>
              <a:rPr lang="en-US" sz="2000" i="1" dirty="0">
                <a:solidFill>
                  <a:schemeClr val="tx1"/>
                </a:solidFill>
              </a:rPr>
              <a:t>verzoeken</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Les paires de registre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Associez le mot familier (1–6) et le mot soutenu (a–f).</a:t>
            </a:r>
            <a:endParaRPr lang="en-US" sz="1700" dirty="0"/>
          </a:p>
        </p:txBody>
      </p:sp>
      <p:sp>
        <p:nvSpPr>
          <p:cNvPr id="9" name="Shape 5"/>
          <p:cNvSpPr/>
          <p:nvPr/>
        </p:nvSpPr>
        <p:spPr>
          <a:xfrm>
            <a:off x="3794760" y="2288032"/>
            <a:ext cx="3611880" cy="1422400"/>
          </a:xfrm>
          <a:prstGeom prst="line">
            <a:avLst/>
          </a:prstGeom>
          <a:noFill/>
          <a:ln w="28575">
            <a:solidFill>
              <a:srgbClr val="17375E"/>
            </a:solidFill>
            <a:prstDash val="solid"/>
            <a:tailEnd type="triangle"/>
          </a:ln>
        </p:spPr>
      </p:sp>
      <p:sp>
        <p:nvSpPr>
          <p:cNvPr id="10" name="Shape 6"/>
          <p:cNvSpPr/>
          <p:nvPr/>
        </p:nvSpPr>
        <p:spPr>
          <a:xfrm>
            <a:off x="3794760" y="2999232"/>
            <a:ext cx="3611880" cy="2844800"/>
          </a:xfrm>
          <a:prstGeom prst="line">
            <a:avLst/>
          </a:prstGeom>
          <a:noFill/>
          <a:ln w="28575">
            <a:solidFill>
              <a:srgbClr val="17375E"/>
            </a:solidFill>
            <a:prstDash val="solid"/>
            <a:tailEnd type="triangle"/>
          </a:ln>
        </p:spPr>
      </p:sp>
      <p:sp>
        <p:nvSpPr>
          <p:cNvPr id="11" name="Shape 7"/>
          <p:cNvSpPr/>
          <p:nvPr/>
        </p:nvSpPr>
        <p:spPr>
          <a:xfrm flipV="1">
            <a:off x="3794760" y="2999232"/>
            <a:ext cx="3611880" cy="711200"/>
          </a:xfrm>
          <a:prstGeom prst="line">
            <a:avLst/>
          </a:prstGeom>
          <a:noFill/>
          <a:ln w="28575">
            <a:solidFill>
              <a:srgbClr val="17375E"/>
            </a:solidFill>
            <a:prstDash val="solid"/>
            <a:tailEnd type="triangle"/>
          </a:ln>
        </p:spPr>
      </p:sp>
      <p:sp>
        <p:nvSpPr>
          <p:cNvPr id="12" name="Shape 8"/>
          <p:cNvSpPr/>
          <p:nvPr/>
        </p:nvSpPr>
        <p:spPr>
          <a:xfrm>
            <a:off x="3794760" y="4421632"/>
            <a:ext cx="3611880" cy="711200"/>
          </a:xfrm>
          <a:prstGeom prst="line">
            <a:avLst/>
          </a:prstGeom>
          <a:noFill/>
          <a:ln w="28575">
            <a:solidFill>
              <a:srgbClr val="17375E"/>
            </a:solidFill>
            <a:prstDash val="solid"/>
            <a:tailEnd type="triangle"/>
          </a:ln>
        </p:spPr>
      </p:sp>
      <p:sp>
        <p:nvSpPr>
          <p:cNvPr id="13" name="Shape 9"/>
          <p:cNvSpPr/>
          <p:nvPr/>
        </p:nvSpPr>
        <p:spPr>
          <a:xfrm flipV="1">
            <a:off x="3794760" y="4421632"/>
            <a:ext cx="3611880" cy="711200"/>
          </a:xfrm>
          <a:prstGeom prst="line">
            <a:avLst/>
          </a:prstGeom>
          <a:noFill/>
          <a:ln w="28575">
            <a:solidFill>
              <a:srgbClr val="17375E"/>
            </a:solidFill>
            <a:prstDash val="solid"/>
            <a:tailEnd type="triangle"/>
          </a:ln>
        </p:spPr>
      </p:sp>
      <p:sp>
        <p:nvSpPr>
          <p:cNvPr id="14" name="Shape 10"/>
          <p:cNvSpPr/>
          <p:nvPr/>
        </p:nvSpPr>
        <p:spPr>
          <a:xfrm flipV="1">
            <a:off x="3794760" y="2288032"/>
            <a:ext cx="3611880" cy="3556000"/>
          </a:xfrm>
          <a:prstGeom prst="line">
            <a:avLst/>
          </a:prstGeom>
          <a:noFill/>
          <a:ln w="28575">
            <a:solidFill>
              <a:srgbClr val="17375E"/>
            </a:solidFill>
            <a:prstDash val="solid"/>
            <a:tailEnd type="triangle"/>
          </a:ln>
        </p:spPr>
      </p:sp>
      <p:sp>
        <p:nvSpPr>
          <p:cNvPr id="15" name="Shape 11"/>
          <p:cNvSpPr/>
          <p:nvPr/>
        </p:nvSpPr>
        <p:spPr>
          <a:xfrm>
            <a:off x="548640" y="2005584"/>
            <a:ext cx="3200400" cy="564896"/>
          </a:xfrm>
          <a:prstGeom prst="roundRect">
            <a:avLst>
              <a:gd name="adj" fmla="val 48561"/>
            </a:avLst>
          </a:prstGeom>
          <a:solidFill>
            <a:srgbClr val="5B9BD5"/>
          </a:solidFill>
          <a:ln w="12700">
            <a:solidFill>
              <a:srgbClr val="FFFFFF">
                <a:alpha val="0"/>
              </a:srgbClr>
            </a:solidFill>
            <a:prstDash val="solid"/>
          </a:ln>
        </p:spPr>
      </p:sp>
      <p:sp>
        <p:nvSpPr>
          <p:cNvPr id="16" name="Text 12"/>
          <p:cNvSpPr txBox="1"/>
          <p:nvPr/>
        </p:nvSpPr>
        <p:spPr>
          <a:xfrm>
            <a:off x="731520" y="2005584"/>
            <a:ext cx="2926080" cy="564896"/>
          </a:xfrm>
          <a:prstGeom prst="rect">
            <a:avLst/>
          </a:prstGeom>
          <a:noFill/>
          <a:ln/>
        </p:spPr>
        <p:txBody>
          <a:bodyPr wrap="square" lIns="0" tIns="0" rIns="0" bIns="0" rtlCol="0" anchor="ctr"/>
          <a:lstStyle/>
          <a:p>
            <a:pPr algn="l" indent="0" marL="0">
              <a:buNone/>
            </a:pPr>
            <a:r>
              <a:rPr lang="en-US" sz="2000" b="1" dirty="0">
                <a:solidFill>
                  <a:schemeClr val="bg1"/>
                </a:solidFill>
              </a:rPr>
              <a:t>1</a:t>
            </a:r>
            <a:r>
              <a:rPr lang="en-US" sz="2000" dirty="0">
                <a:solidFill>
                  <a:schemeClr val="bg1"/>
                </a:solidFill>
              </a:rPr>
              <a:t>   </a:t>
            </a:r>
            <a:r>
              <a:rPr lang="en-US" sz="2000" i="1" dirty="0">
                <a:solidFill>
                  <a:schemeClr val="bg1"/>
                </a:solidFill>
              </a:rPr>
              <a:t>meedoen</a:t>
            </a:r>
            <a:endParaRPr lang="en-US" sz="2000" dirty="0"/>
          </a:p>
        </p:txBody>
      </p:sp>
      <p:sp>
        <p:nvSpPr>
          <p:cNvPr id="17" name="Shape 13"/>
          <p:cNvSpPr/>
          <p:nvPr/>
        </p:nvSpPr>
        <p:spPr>
          <a:xfrm>
            <a:off x="548640" y="2716784"/>
            <a:ext cx="3200400" cy="564896"/>
          </a:xfrm>
          <a:prstGeom prst="roundRect">
            <a:avLst>
              <a:gd name="adj" fmla="val 48561"/>
            </a:avLst>
          </a:prstGeom>
          <a:solidFill>
            <a:srgbClr val="5B9BD5"/>
          </a:solidFill>
          <a:ln w="12700">
            <a:solidFill>
              <a:srgbClr val="FFFFFF">
                <a:alpha val="0"/>
              </a:srgbClr>
            </a:solidFill>
            <a:prstDash val="solid"/>
          </a:ln>
        </p:spPr>
      </p:sp>
      <p:sp>
        <p:nvSpPr>
          <p:cNvPr id="18" name="Text 14"/>
          <p:cNvSpPr txBox="1"/>
          <p:nvPr/>
        </p:nvSpPr>
        <p:spPr>
          <a:xfrm>
            <a:off x="731520" y="2716784"/>
            <a:ext cx="2926080" cy="564896"/>
          </a:xfrm>
          <a:prstGeom prst="rect">
            <a:avLst/>
          </a:prstGeom>
          <a:noFill/>
          <a:ln/>
        </p:spPr>
        <p:txBody>
          <a:bodyPr wrap="square" lIns="0" tIns="0" rIns="0" bIns="0" rtlCol="0" anchor="ctr"/>
          <a:lstStyle/>
          <a:p>
            <a:pPr algn="l" indent="0" marL="0">
              <a:buNone/>
            </a:pPr>
            <a:r>
              <a:rPr lang="en-US" sz="2000" b="1" dirty="0">
                <a:solidFill>
                  <a:schemeClr val="bg1"/>
                </a:solidFill>
              </a:rPr>
              <a:t>2</a:t>
            </a:r>
            <a:r>
              <a:rPr lang="en-US" sz="2000" dirty="0">
                <a:solidFill>
                  <a:schemeClr val="bg1"/>
                </a:solidFill>
              </a:rPr>
              <a:t>   </a:t>
            </a:r>
            <a:r>
              <a:rPr lang="en-US" sz="2000" i="1" dirty="0">
                <a:solidFill>
                  <a:schemeClr val="bg1"/>
                </a:solidFill>
              </a:rPr>
              <a:t>vragen</a:t>
            </a:r>
            <a:endParaRPr lang="en-US" sz="2000" dirty="0"/>
          </a:p>
        </p:txBody>
      </p:sp>
      <p:sp>
        <p:nvSpPr>
          <p:cNvPr id="19" name="Shape 15"/>
          <p:cNvSpPr/>
          <p:nvPr/>
        </p:nvSpPr>
        <p:spPr>
          <a:xfrm>
            <a:off x="548640" y="3427984"/>
            <a:ext cx="3200400" cy="564896"/>
          </a:xfrm>
          <a:prstGeom prst="roundRect">
            <a:avLst>
              <a:gd name="adj" fmla="val 48561"/>
            </a:avLst>
          </a:prstGeom>
          <a:solidFill>
            <a:srgbClr val="5B9BD5"/>
          </a:solidFill>
          <a:ln w="12700">
            <a:solidFill>
              <a:srgbClr val="FFFFFF">
                <a:alpha val="0"/>
              </a:srgbClr>
            </a:solidFill>
            <a:prstDash val="solid"/>
          </a:ln>
        </p:spPr>
      </p:sp>
      <p:sp>
        <p:nvSpPr>
          <p:cNvPr id="20" name="Text 16"/>
          <p:cNvSpPr txBox="1"/>
          <p:nvPr/>
        </p:nvSpPr>
        <p:spPr>
          <a:xfrm>
            <a:off x="731520" y="3427984"/>
            <a:ext cx="2926080" cy="564896"/>
          </a:xfrm>
          <a:prstGeom prst="rect">
            <a:avLst/>
          </a:prstGeom>
          <a:noFill/>
          <a:ln/>
        </p:spPr>
        <p:txBody>
          <a:bodyPr wrap="square" lIns="0" tIns="0" rIns="0" bIns="0" rtlCol="0" anchor="ctr"/>
          <a:lstStyle/>
          <a:p>
            <a:pPr algn="l" indent="0" marL="0">
              <a:buNone/>
            </a:pPr>
            <a:r>
              <a:rPr lang="en-US" sz="2000" b="1" dirty="0">
                <a:solidFill>
                  <a:schemeClr val="bg1"/>
                </a:solidFill>
              </a:rPr>
              <a:t>3</a:t>
            </a:r>
            <a:r>
              <a:rPr lang="en-US" sz="2000" dirty="0">
                <a:solidFill>
                  <a:schemeClr val="bg1"/>
                </a:solidFill>
              </a:rPr>
              <a:t>   </a:t>
            </a:r>
            <a:r>
              <a:rPr lang="en-US" sz="2000" i="1" dirty="0">
                <a:solidFill>
                  <a:schemeClr val="bg1"/>
                </a:solidFill>
              </a:rPr>
              <a:t>vertellen</a:t>
            </a:r>
            <a:endParaRPr lang="en-US" sz="2000" dirty="0"/>
          </a:p>
        </p:txBody>
      </p:sp>
      <p:sp>
        <p:nvSpPr>
          <p:cNvPr id="21" name="Shape 17"/>
          <p:cNvSpPr/>
          <p:nvPr/>
        </p:nvSpPr>
        <p:spPr>
          <a:xfrm>
            <a:off x="548640" y="4139184"/>
            <a:ext cx="3200400" cy="564896"/>
          </a:xfrm>
          <a:prstGeom prst="roundRect">
            <a:avLst>
              <a:gd name="adj" fmla="val 48561"/>
            </a:avLst>
          </a:prstGeom>
          <a:solidFill>
            <a:srgbClr val="5B9BD5"/>
          </a:solidFill>
          <a:ln w="12700">
            <a:solidFill>
              <a:srgbClr val="FFFFFF">
                <a:alpha val="0"/>
              </a:srgbClr>
            </a:solidFill>
            <a:prstDash val="solid"/>
          </a:ln>
        </p:spPr>
      </p:sp>
      <p:sp>
        <p:nvSpPr>
          <p:cNvPr id="22" name="Text 18"/>
          <p:cNvSpPr txBox="1"/>
          <p:nvPr/>
        </p:nvSpPr>
        <p:spPr>
          <a:xfrm>
            <a:off x="731520" y="4139184"/>
            <a:ext cx="2926080" cy="564896"/>
          </a:xfrm>
          <a:prstGeom prst="rect">
            <a:avLst/>
          </a:prstGeom>
          <a:noFill/>
          <a:ln/>
        </p:spPr>
        <p:txBody>
          <a:bodyPr wrap="square" lIns="0" tIns="0" rIns="0" bIns="0" rtlCol="0" anchor="ctr"/>
          <a:lstStyle/>
          <a:p>
            <a:pPr algn="l" indent="0" marL="0">
              <a:buNone/>
            </a:pPr>
            <a:r>
              <a:rPr lang="en-US" sz="2000" b="1" dirty="0">
                <a:solidFill>
                  <a:schemeClr val="bg1"/>
                </a:solidFill>
              </a:rPr>
              <a:t>4</a:t>
            </a:r>
            <a:r>
              <a:rPr lang="en-US" sz="2000" dirty="0">
                <a:solidFill>
                  <a:schemeClr val="bg1"/>
                </a:solidFill>
              </a:rPr>
              <a:t>   </a:t>
            </a:r>
            <a:r>
              <a:rPr lang="en-US" sz="2000" i="1" dirty="0">
                <a:solidFill>
                  <a:schemeClr val="bg1"/>
                </a:solidFill>
              </a:rPr>
              <a:t>nu</a:t>
            </a:r>
            <a:endParaRPr lang="en-US" sz="2000" dirty="0"/>
          </a:p>
        </p:txBody>
      </p:sp>
      <p:sp>
        <p:nvSpPr>
          <p:cNvPr id="23" name="Shape 19"/>
          <p:cNvSpPr/>
          <p:nvPr/>
        </p:nvSpPr>
        <p:spPr>
          <a:xfrm>
            <a:off x="548640" y="4850384"/>
            <a:ext cx="3200400" cy="564896"/>
          </a:xfrm>
          <a:prstGeom prst="roundRect">
            <a:avLst>
              <a:gd name="adj" fmla="val 48561"/>
            </a:avLst>
          </a:prstGeom>
          <a:solidFill>
            <a:srgbClr val="5B9BD5"/>
          </a:solidFill>
          <a:ln w="12700">
            <a:solidFill>
              <a:srgbClr val="FFFFFF">
                <a:alpha val="0"/>
              </a:srgbClr>
            </a:solidFill>
            <a:prstDash val="solid"/>
          </a:ln>
        </p:spPr>
      </p:sp>
      <p:sp>
        <p:nvSpPr>
          <p:cNvPr id="24" name="Text 20"/>
          <p:cNvSpPr txBox="1"/>
          <p:nvPr/>
        </p:nvSpPr>
        <p:spPr>
          <a:xfrm>
            <a:off x="731520" y="4850384"/>
            <a:ext cx="2926080" cy="564896"/>
          </a:xfrm>
          <a:prstGeom prst="rect">
            <a:avLst/>
          </a:prstGeom>
          <a:noFill/>
          <a:ln/>
        </p:spPr>
        <p:txBody>
          <a:bodyPr wrap="square" lIns="0" tIns="0" rIns="0" bIns="0" rtlCol="0" anchor="ctr"/>
          <a:lstStyle/>
          <a:p>
            <a:pPr algn="l" indent="0" marL="0">
              <a:buNone/>
            </a:pPr>
            <a:r>
              <a:rPr lang="en-US" sz="2000" b="1" dirty="0">
                <a:solidFill>
                  <a:schemeClr val="bg1"/>
                </a:solidFill>
              </a:rPr>
              <a:t>5</a:t>
            </a:r>
            <a:r>
              <a:rPr lang="en-US" sz="2000" dirty="0">
                <a:solidFill>
                  <a:schemeClr val="bg1"/>
                </a:solidFill>
              </a:rPr>
              <a:t>   </a:t>
            </a:r>
            <a:r>
              <a:rPr lang="en-US" sz="2000" i="1" dirty="0">
                <a:solidFill>
                  <a:schemeClr val="bg1"/>
                </a:solidFill>
              </a:rPr>
              <a:t>krijgen</a:t>
            </a:r>
            <a:endParaRPr lang="en-US" sz="2000" dirty="0"/>
          </a:p>
        </p:txBody>
      </p:sp>
      <p:sp>
        <p:nvSpPr>
          <p:cNvPr id="25" name="Shape 21"/>
          <p:cNvSpPr/>
          <p:nvPr/>
        </p:nvSpPr>
        <p:spPr>
          <a:xfrm>
            <a:off x="548640" y="5561584"/>
            <a:ext cx="3200400" cy="564896"/>
          </a:xfrm>
          <a:prstGeom prst="roundRect">
            <a:avLst>
              <a:gd name="adj" fmla="val 48561"/>
            </a:avLst>
          </a:prstGeom>
          <a:solidFill>
            <a:srgbClr val="5B9BD5"/>
          </a:solidFill>
          <a:ln w="12700">
            <a:solidFill>
              <a:srgbClr val="FFFFFF">
                <a:alpha val="0"/>
              </a:srgbClr>
            </a:solidFill>
            <a:prstDash val="solid"/>
          </a:ln>
        </p:spPr>
      </p:sp>
      <p:sp>
        <p:nvSpPr>
          <p:cNvPr id="26" name="Text 22"/>
          <p:cNvSpPr txBox="1"/>
          <p:nvPr/>
        </p:nvSpPr>
        <p:spPr>
          <a:xfrm>
            <a:off x="731520" y="5561584"/>
            <a:ext cx="2926080" cy="564896"/>
          </a:xfrm>
          <a:prstGeom prst="rect">
            <a:avLst/>
          </a:prstGeom>
          <a:noFill/>
          <a:ln/>
        </p:spPr>
        <p:txBody>
          <a:bodyPr wrap="square" lIns="0" tIns="0" rIns="0" bIns="0" rtlCol="0" anchor="ctr"/>
          <a:lstStyle/>
          <a:p>
            <a:pPr algn="l" indent="0" marL="0">
              <a:buNone/>
            </a:pPr>
            <a:r>
              <a:rPr lang="en-US" sz="2000" b="1" dirty="0">
                <a:solidFill>
                  <a:schemeClr val="bg1"/>
                </a:solidFill>
              </a:rPr>
              <a:t>6</a:t>
            </a:r>
            <a:r>
              <a:rPr lang="en-US" sz="2000" dirty="0">
                <a:solidFill>
                  <a:schemeClr val="bg1"/>
                </a:solidFill>
              </a:rPr>
              <a:t>   </a:t>
            </a:r>
            <a:r>
              <a:rPr lang="en-US" sz="2000" i="1" dirty="0">
                <a:solidFill>
                  <a:schemeClr val="bg1"/>
                </a:solidFill>
              </a:rPr>
              <a:t>Groetjes</a:t>
            </a:r>
            <a:endParaRPr lang="en-US" sz="2000" dirty="0"/>
          </a:p>
        </p:txBody>
      </p:sp>
      <p:sp>
        <p:nvSpPr>
          <p:cNvPr id="27" name="Shape 23"/>
          <p:cNvSpPr/>
          <p:nvPr/>
        </p:nvSpPr>
        <p:spPr>
          <a:xfrm>
            <a:off x="7452360" y="2005584"/>
            <a:ext cx="4187952" cy="564896"/>
          </a:xfrm>
          <a:prstGeom prst="roundRect">
            <a:avLst>
              <a:gd name="adj" fmla="val 48561"/>
            </a:avLst>
          </a:prstGeom>
          <a:solidFill>
            <a:schemeClr val="bg1"/>
          </a:solidFill>
          <a:ln w="25400">
            <a:solidFill>
              <a:srgbClr val="17375E"/>
            </a:solidFill>
            <a:prstDash val="solid"/>
          </a:ln>
        </p:spPr>
      </p:sp>
      <p:sp>
        <p:nvSpPr>
          <p:cNvPr id="28" name="Text 24"/>
          <p:cNvSpPr txBox="1"/>
          <p:nvPr/>
        </p:nvSpPr>
        <p:spPr>
          <a:xfrm>
            <a:off x="7635240" y="2005584"/>
            <a:ext cx="3931920" cy="564896"/>
          </a:xfrm>
          <a:prstGeom prst="rect">
            <a:avLst/>
          </a:prstGeom>
          <a:noFill/>
          <a:ln/>
        </p:spPr>
        <p:txBody>
          <a:bodyPr wrap="square" lIns="0" tIns="0" rIns="0" bIns="0" rtlCol="0" anchor="ctr"/>
          <a:lstStyle/>
          <a:p>
            <a:pPr algn="l" indent="0" marL="0">
              <a:buNone/>
            </a:pPr>
            <a:r>
              <a:rPr lang="en-US" sz="2000" b="1" dirty="0">
                <a:solidFill>
                  <a:schemeClr val="tx1"/>
                </a:solidFill>
              </a:rPr>
              <a:t>a</a:t>
            </a:r>
            <a:r>
              <a:rPr lang="en-US" sz="2000" dirty="0">
                <a:solidFill>
                  <a:schemeClr val="tx1"/>
                </a:solidFill>
              </a:rPr>
              <a:t>   </a:t>
            </a:r>
            <a:r>
              <a:rPr lang="en-US" sz="2000" i="1" dirty="0">
                <a:solidFill>
                  <a:schemeClr val="tx1"/>
                </a:solidFill>
              </a:rPr>
              <a:t>Met vriendelijke groet</a:t>
            </a:r>
            <a:endParaRPr lang="en-US" sz="2000" dirty="0"/>
          </a:p>
        </p:txBody>
      </p:sp>
      <p:sp>
        <p:nvSpPr>
          <p:cNvPr id="29" name="Shape 25"/>
          <p:cNvSpPr/>
          <p:nvPr/>
        </p:nvSpPr>
        <p:spPr>
          <a:xfrm>
            <a:off x="7452360" y="2716784"/>
            <a:ext cx="4187952" cy="564896"/>
          </a:xfrm>
          <a:prstGeom prst="roundRect">
            <a:avLst>
              <a:gd name="adj" fmla="val 48561"/>
            </a:avLst>
          </a:prstGeom>
          <a:solidFill>
            <a:schemeClr val="bg1"/>
          </a:solidFill>
          <a:ln w="25400">
            <a:solidFill>
              <a:srgbClr val="17375E"/>
            </a:solidFill>
            <a:prstDash val="solid"/>
          </a:ln>
        </p:spPr>
      </p:sp>
      <p:sp>
        <p:nvSpPr>
          <p:cNvPr id="30" name="Text 26"/>
          <p:cNvSpPr txBox="1"/>
          <p:nvPr/>
        </p:nvSpPr>
        <p:spPr>
          <a:xfrm>
            <a:off x="7635240" y="2716784"/>
            <a:ext cx="3931920" cy="564896"/>
          </a:xfrm>
          <a:prstGeom prst="rect">
            <a:avLst/>
          </a:prstGeom>
          <a:noFill/>
          <a:ln/>
        </p:spPr>
        <p:txBody>
          <a:bodyPr wrap="square" lIns="0" tIns="0" rIns="0" bIns="0" rtlCol="0" anchor="ctr"/>
          <a:lstStyle/>
          <a:p>
            <a:pPr algn="l" indent="0" marL="0">
              <a:buNone/>
            </a:pPr>
            <a:r>
              <a:rPr lang="en-US" sz="2000" b="1" dirty="0">
                <a:solidFill>
                  <a:schemeClr val="tx1"/>
                </a:solidFill>
              </a:rPr>
              <a:t>b</a:t>
            </a:r>
            <a:r>
              <a:rPr lang="en-US" sz="2000" dirty="0">
                <a:solidFill>
                  <a:schemeClr val="tx1"/>
                </a:solidFill>
              </a:rPr>
              <a:t>   </a:t>
            </a:r>
            <a:r>
              <a:rPr lang="en-US" sz="2000" i="1" dirty="0">
                <a:solidFill>
                  <a:schemeClr val="tx1"/>
                </a:solidFill>
              </a:rPr>
              <a:t>meedelen</a:t>
            </a:r>
            <a:endParaRPr lang="en-US" sz="2000" dirty="0"/>
          </a:p>
        </p:txBody>
      </p:sp>
      <p:sp>
        <p:nvSpPr>
          <p:cNvPr id="31" name="Shape 27"/>
          <p:cNvSpPr/>
          <p:nvPr/>
        </p:nvSpPr>
        <p:spPr>
          <a:xfrm>
            <a:off x="7452360" y="3427984"/>
            <a:ext cx="4187952" cy="564896"/>
          </a:xfrm>
          <a:prstGeom prst="roundRect">
            <a:avLst>
              <a:gd name="adj" fmla="val 48561"/>
            </a:avLst>
          </a:prstGeom>
          <a:solidFill>
            <a:schemeClr val="bg1"/>
          </a:solidFill>
          <a:ln w="25400">
            <a:solidFill>
              <a:srgbClr val="17375E"/>
            </a:solidFill>
            <a:prstDash val="solid"/>
          </a:ln>
        </p:spPr>
      </p:sp>
      <p:sp>
        <p:nvSpPr>
          <p:cNvPr id="32" name="Text 28"/>
          <p:cNvSpPr txBox="1"/>
          <p:nvPr/>
        </p:nvSpPr>
        <p:spPr>
          <a:xfrm>
            <a:off x="7635240" y="3427984"/>
            <a:ext cx="3931920" cy="564896"/>
          </a:xfrm>
          <a:prstGeom prst="rect">
            <a:avLst/>
          </a:prstGeom>
          <a:noFill/>
          <a:ln/>
        </p:spPr>
        <p:txBody>
          <a:bodyPr wrap="square" lIns="0" tIns="0" rIns="0" bIns="0" rtlCol="0" anchor="ctr"/>
          <a:lstStyle/>
          <a:p>
            <a:pPr algn="l" indent="0" marL="0">
              <a:buNone/>
            </a:pPr>
            <a:r>
              <a:rPr lang="en-US" sz="2000" b="1" dirty="0">
                <a:solidFill>
                  <a:schemeClr val="tx1"/>
                </a:solidFill>
              </a:rPr>
              <a:t>c</a:t>
            </a:r>
            <a:r>
              <a:rPr lang="en-US" sz="2000" dirty="0">
                <a:solidFill>
                  <a:schemeClr val="tx1"/>
                </a:solidFill>
              </a:rPr>
              <a:t>   </a:t>
            </a:r>
            <a:r>
              <a:rPr lang="en-US" sz="2000" i="1" dirty="0">
                <a:solidFill>
                  <a:schemeClr val="tx1"/>
                </a:solidFill>
              </a:rPr>
              <a:t>deelnemen</a:t>
            </a:r>
            <a:endParaRPr lang="en-US" sz="2000" dirty="0"/>
          </a:p>
        </p:txBody>
      </p:sp>
      <p:sp>
        <p:nvSpPr>
          <p:cNvPr id="33" name="Shape 29"/>
          <p:cNvSpPr/>
          <p:nvPr/>
        </p:nvSpPr>
        <p:spPr>
          <a:xfrm>
            <a:off x="7452360" y="4139184"/>
            <a:ext cx="4187952" cy="564896"/>
          </a:xfrm>
          <a:prstGeom prst="roundRect">
            <a:avLst>
              <a:gd name="adj" fmla="val 48561"/>
            </a:avLst>
          </a:prstGeom>
          <a:solidFill>
            <a:schemeClr val="bg1"/>
          </a:solidFill>
          <a:ln w="25400">
            <a:solidFill>
              <a:srgbClr val="17375E"/>
            </a:solidFill>
            <a:prstDash val="solid"/>
          </a:ln>
        </p:spPr>
      </p:sp>
      <p:sp>
        <p:nvSpPr>
          <p:cNvPr id="34" name="Text 30"/>
          <p:cNvSpPr txBox="1"/>
          <p:nvPr/>
        </p:nvSpPr>
        <p:spPr>
          <a:xfrm>
            <a:off x="7635240" y="4139184"/>
            <a:ext cx="3931920" cy="564896"/>
          </a:xfrm>
          <a:prstGeom prst="rect">
            <a:avLst/>
          </a:prstGeom>
          <a:noFill/>
          <a:ln/>
        </p:spPr>
        <p:txBody>
          <a:bodyPr wrap="square" lIns="0" tIns="0" rIns="0" bIns="0" rtlCol="0" anchor="ctr"/>
          <a:lstStyle/>
          <a:p>
            <a:pPr algn="l" indent="0" marL="0">
              <a:buNone/>
            </a:pPr>
            <a:r>
              <a:rPr lang="en-US" sz="2000" b="1" dirty="0">
                <a:solidFill>
                  <a:schemeClr val="tx1"/>
                </a:solidFill>
              </a:rPr>
              <a:t>d</a:t>
            </a:r>
            <a:r>
              <a:rPr lang="en-US" sz="2000" dirty="0">
                <a:solidFill>
                  <a:schemeClr val="tx1"/>
                </a:solidFill>
              </a:rPr>
              <a:t>   </a:t>
            </a:r>
            <a:r>
              <a:rPr lang="en-US" sz="2000" i="1" dirty="0">
                <a:solidFill>
                  <a:schemeClr val="tx1"/>
                </a:solidFill>
              </a:rPr>
              <a:t>ontvangen</a:t>
            </a:r>
            <a:endParaRPr lang="en-US" sz="2000" dirty="0"/>
          </a:p>
        </p:txBody>
      </p:sp>
      <p:sp>
        <p:nvSpPr>
          <p:cNvPr id="35" name="Shape 31"/>
          <p:cNvSpPr/>
          <p:nvPr/>
        </p:nvSpPr>
        <p:spPr>
          <a:xfrm>
            <a:off x="7452360" y="4850384"/>
            <a:ext cx="4187952" cy="564896"/>
          </a:xfrm>
          <a:prstGeom prst="roundRect">
            <a:avLst>
              <a:gd name="adj" fmla="val 48561"/>
            </a:avLst>
          </a:prstGeom>
          <a:solidFill>
            <a:schemeClr val="bg1"/>
          </a:solidFill>
          <a:ln w="25400">
            <a:solidFill>
              <a:srgbClr val="17375E"/>
            </a:solidFill>
            <a:prstDash val="solid"/>
          </a:ln>
        </p:spPr>
      </p:sp>
      <p:sp>
        <p:nvSpPr>
          <p:cNvPr id="36" name="Text 32"/>
          <p:cNvSpPr txBox="1"/>
          <p:nvPr/>
        </p:nvSpPr>
        <p:spPr>
          <a:xfrm>
            <a:off x="7635240" y="4850384"/>
            <a:ext cx="3931920" cy="564896"/>
          </a:xfrm>
          <a:prstGeom prst="rect">
            <a:avLst/>
          </a:prstGeom>
          <a:noFill/>
          <a:ln/>
        </p:spPr>
        <p:txBody>
          <a:bodyPr wrap="square" lIns="0" tIns="0" rIns="0" bIns="0" rtlCol="0" anchor="ctr"/>
          <a:lstStyle/>
          <a:p>
            <a:pPr algn="l" indent="0" marL="0">
              <a:buNone/>
            </a:pPr>
            <a:r>
              <a:rPr lang="en-US" sz="2000" b="1" dirty="0">
                <a:solidFill>
                  <a:schemeClr val="tx1"/>
                </a:solidFill>
              </a:rPr>
              <a:t>e</a:t>
            </a:r>
            <a:r>
              <a:rPr lang="en-US" sz="2000" dirty="0">
                <a:solidFill>
                  <a:schemeClr val="tx1"/>
                </a:solidFill>
              </a:rPr>
              <a:t>   </a:t>
            </a:r>
            <a:r>
              <a:rPr lang="en-US" sz="2000" i="1" dirty="0">
                <a:solidFill>
                  <a:schemeClr val="tx1"/>
                </a:solidFill>
              </a:rPr>
              <a:t>momenteel</a:t>
            </a:r>
            <a:endParaRPr lang="en-US" sz="2000" dirty="0"/>
          </a:p>
        </p:txBody>
      </p:sp>
      <p:sp>
        <p:nvSpPr>
          <p:cNvPr id="37" name="Shape 33"/>
          <p:cNvSpPr/>
          <p:nvPr/>
        </p:nvSpPr>
        <p:spPr>
          <a:xfrm>
            <a:off x="7452360" y="5561584"/>
            <a:ext cx="4187952" cy="564896"/>
          </a:xfrm>
          <a:prstGeom prst="roundRect">
            <a:avLst>
              <a:gd name="adj" fmla="val 48561"/>
            </a:avLst>
          </a:prstGeom>
          <a:solidFill>
            <a:schemeClr val="bg1"/>
          </a:solidFill>
          <a:ln w="25400">
            <a:solidFill>
              <a:srgbClr val="17375E"/>
            </a:solidFill>
            <a:prstDash val="solid"/>
          </a:ln>
        </p:spPr>
      </p:sp>
      <p:sp>
        <p:nvSpPr>
          <p:cNvPr id="38" name="Text 34"/>
          <p:cNvSpPr txBox="1"/>
          <p:nvPr/>
        </p:nvSpPr>
        <p:spPr>
          <a:xfrm>
            <a:off x="7635240" y="5561584"/>
            <a:ext cx="3931920" cy="564896"/>
          </a:xfrm>
          <a:prstGeom prst="rect">
            <a:avLst/>
          </a:prstGeom>
          <a:noFill/>
          <a:ln/>
        </p:spPr>
        <p:txBody>
          <a:bodyPr wrap="square" lIns="0" tIns="0" rIns="0" bIns="0" rtlCol="0" anchor="ctr"/>
          <a:lstStyle/>
          <a:p>
            <a:pPr algn="l" indent="0" marL="0">
              <a:buNone/>
            </a:pPr>
            <a:r>
              <a:rPr lang="en-US" sz="2000" b="1" dirty="0">
                <a:solidFill>
                  <a:schemeClr val="tx1"/>
                </a:solidFill>
              </a:rPr>
              <a:t>f</a:t>
            </a:r>
            <a:r>
              <a:rPr lang="en-US" sz="2000" dirty="0">
                <a:solidFill>
                  <a:schemeClr val="tx1"/>
                </a:solidFill>
              </a:rPr>
              <a:t>   </a:t>
            </a:r>
            <a:r>
              <a:rPr lang="en-US" sz="2000" i="1" dirty="0">
                <a:solidFill>
                  <a:schemeClr val="tx1"/>
                </a:solidFill>
              </a:rPr>
              <a:t>verzoeken</a:t>
            </a:r>
            <a:endParaRPr lang="en-US" sz="2000" dirty="0"/>
          </a:p>
        </p:txBody>
      </p:sp>
      <p:sp>
        <p:nvSpPr>
          <p:cNvPr id="39" name="Text 35"/>
          <p:cNvSpPr txBox="1"/>
          <p:nvPr/>
        </p:nvSpPr>
        <p:spPr>
          <a:xfrm>
            <a:off x="4023360" y="5879592"/>
            <a:ext cx="3200400" cy="365760"/>
          </a:xfrm>
          <a:prstGeom prst="rect">
            <a:avLst/>
          </a:prstGeom>
          <a:noFill/>
          <a:ln/>
        </p:spPr>
        <p:txBody>
          <a:bodyPr wrap="square" lIns="0" tIns="0" rIns="0" bIns="0" rtlCol="0" anchor="t"/>
          <a:lstStyle/>
          <a:p>
            <a:pPr algn="ctr" indent="0" marL="0">
              <a:buNone/>
            </a:pPr>
            <a:r>
              <a:rPr lang="en-US" sz="1600" b="1" dirty="0">
                <a:solidFill>
                  <a:schemeClr val="accent3"/>
                </a:solidFill>
              </a:rPr>
              <a:t>1c · 2f · 3b · 4e · 5d · 6a</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Que dites-vous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Que dites-vous en néerlandais ? Choisissez le bon registre.</a:t>
            </a:r>
            <a:endParaRPr lang="en-US" sz="1700" dirty="0"/>
          </a:p>
        </p:txBody>
      </p:sp>
      <p:sp>
        <p:nvSpPr>
          <p:cNvPr id="8" name="Shape 4"/>
          <p:cNvSpPr/>
          <p:nvPr/>
        </p:nvSpPr>
        <p:spPr>
          <a:xfrm>
            <a:off x="548640" y="1932432"/>
            <a:ext cx="265176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9" name="Shape 5"/>
          <p:cNvSpPr/>
          <p:nvPr/>
        </p:nvSpPr>
        <p:spPr>
          <a:xfrm>
            <a:off x="658368" y="2042160"/>
            <a:ext cx="365760" cy="365760"/>
          </a:xfrm>
          <a:prstGeom prst="ellipse">
            <a:avLst/>
          </a:prstGeom>
          <a:solidFill>
            <a:schemeClr val="accent1"/>
          </a:solidFill>
          <a:ln w="12700">
            <a:solidFill>
              <a:srgbClr val="FFFFFF">
                <a:alpha val="0"/>
              </a:srgbClr>
            </a:solidFill>
            <a:prstDash val="solid"/>
          </a:ln>
        </p:spPr>
      </p:sp>
      <p:sp>
        <p:nvSpPr>
          <p:cNvPr id="10" name="Text 6"/>
          <p:cNvSpPr txBox="1"/>
          <p:nvPr/>
        </p:nvSpPr>
        <p:spPr>
          <a:xfrm>
            <a:off x="658368" y="20421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pic>
        <p:nvPicPr>
          <p:cNvPr id="11" name="Image 1" descr="handshake">    </p:cNvPr>
          <p:cNvPicPr>
            <a:picLocks noChangeAspect="1"/>
          </p:cNvPicPr>
          <p:nvPr/>
        </p:nvPicPr>
        <p:blipFill>
          <a:blip r:embed="rId2"/>
          <a:stretch>
            <a:fillRect/>
          </a:stretch>
        </p:blipFill>
        <p:spPr>
          <a:xfrm>
            <a:off x="2606040" y="2005584"/>
            <a:ext cx="502920" cy="502920"/>
          </a:xfrm>
          <a:prstGeom prst="rect">
            <a:avLst/>
          </a:prstGeom>
        </p:spPr>
      </p:pic>
      <p:sp>
        <p:nvSpPr>
          <p:cNvPr id="12" name="Text 7"/>
          <p:cNvSpPr txBox="1"/>
          <p:nvPr/>
        </p:nvSpPr>
        <p:spPr>
          <a:xfrm>
            <a:off x="685800" y="2499360"/>
            <a:ext cx="2377440" cy="658368"/>
          </a:xfrm>
          <a:prstGeom prst="rect">
            <a:avLst/>
          </a:prstGeom>
          <a:noFill/>
          <a:ln/>
        </p:spPr>
        <p:txBody>
          <a:bodyPr wrap="square" lIns="0" tIns="0" rIns="0" bIns="0" rtlCol="0" anchor="t"/>
          <a:lstStyle/>
          <a:p>
            <a:pPr algn="l" indent="0" marL="0">
              <a:buNone/>
            </a:pPr>
            <a:r>
              <a:rPr lang="en-US" sz="1400" dirty="0">
                <a:solidFill>
                  <a:schemeClr val="tx1"/>
                </a:solidFill>
              </a:rPr>
              <a:t>Vous rencontrez un nouveau collègue.</a:t>
            </a:r>
            <a:endParaRPr lang="en-US" sz="1400" dirty="0"/>
          </a:p>
        </p:txBody>
      </p:sp>
      <p:sp>
        <p:nvSpPr>
          <p:cNvPr id="13" name="Shape 8"/>
          <p:cNvSpPr/>
          <p:nvPr/>
        </p:nvSpPr>
        <p:spPr>
          <a:xfrm>
            <a:off x="731520" y="3700272"/>
            <a:ext cx="2286000" cy="914"/>
          </a:xfrm>
          <a:prstGeom prst="line">
            <a:avLst/>
          </a:prstGeom>
          <a:noFill/>
          <a:ln w="12700">
            <a:solidFill>
              <a:srgbClr val="B8C2CF"/>
            </a:solidFill>
            <a:prstDash val="sysDot"/>
          </a:ln>
        </p:spPr>
      </p:sp>
      <p:sp>
        <p:nvSpPr>
          <p:cNvPr id="14" name="Shape 9"/>
          <p:cNvSpPr/>
          <p:nvPr/>
        </p:nvSpPr>
        <p:spPr>
          <a:xfrm>
            <a:off x="3355848" y="1932432"/>
            <a:ext cx="265176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5" name="Shape 10"/>
          <p:cNvSpPr/>
          <p:nvPr/>
        </p:nvSpPr>
        <p:spPr>
          <a:xfrm>
            <a:off x="3465576" y="2042160"/>
            <a:ext cx="365760" cy="365760"/>
          </a:xfrm>
          <a:prstGeom prst="ellipse">
            <a:avLst/>
          </a:prstGeom>
          <a:solidFill>
            <a:schemeClr val="accent1"/>
          </a:solidFill>
          <a:ln w="12700">
            <a:solidFill>
              <a:srgbClr val="FFFFFF">
                <a:alpha val="0"/>
              </a:srgbClr>
            </a:solidFill>
            <a:prstDash val="solid"/>
          </a:ln>
        </p:spPr>
      </p:sp>
      <p:sp>
        <p:nvSpPr>
          <p:cNvPr id="16" name="Text 11"/>
          <p:cNvSpPr txBox="1"/>
          <p:nvPr/>
        </p:nvSpPr>
        <p:spPr>
          <a:xfrm>
            <a:off x="3465576" y="20421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pic>
        <p:nvPicPr>
          <p:cNvPr id="17" name="Image 2" descr="receipt">    </p:cNvPr>
          <p:cNvPicPr>
            <a:picLocks noChangeAspect="1"/>
          </p:cNvPicPr>
          <p:nvPr/>
        </p:nvPicPr>
        <p:blipFill>
          <a:blip r:embed="rId3"/>
          <a:stretch>
            <a:fillRect/>
          </a:stretch>
        </p:blipFill>
        <p:spPr>
          <a:xfrm>
            <a:off x="5413248" y="2005584"/>
            <a:ext cx="502920" cy="502920"/>
          </a:xfrm>
          <a:prstGeom prst="rect">
            <a:avLst/>
          </a:prstGeom>
        </p:spPr>
      </p:pic>
      <p:sp>
        <p:nvSpPr>
          <p:cNvPr id="18" name="Text 12"/>
          <p:cNvSpPr txBox="1"/>
          <p:nvPr/>
        </p:nvSpPr>
        <p:spPr>
          <a:xfrm>
            <a:off x="3493008" y="2499360"/>
            <a:ext cx="2377440" cy="658368"/>
          </a:xfrm>
          <a:prstGeom prst="rect">
            <a:avLst/>
          </a:prstGeom>
          <a:noFill/>
          <a:ln/>
        </p:spPr>
        <p:txBody>
          <a:bodyPr wrap="square" lIns="0" tIns="0" rIns="0" bIns="0" rtlCol="0" anchor="t"/>
          <a:lstStyle/>
          <a:p>
            <a:pPr algn="l" indent="0" marL="0">
              <a:buNone/>
            </a:pPr>
            <a:r>
              <a:rPr lang="en-US" sz="1400" dirty="0">
                <a:solidFill>
                  <a:schemeClr val="tx1"/>
                </a:solidFill>
              </a:rPr>
              <a:t>Au restaurant, vous demandez l’addition.</a:t>
            </a:r>
            <a:endParaRPr lang="en-US" sz="1400" dirty="0"/>
          </a:p>
        </p:txBody>
      </p:sp>
      <p:sp>
        <p:nvSpPr>
          <p:cNvPr id="19" name="Shape 13"/>
          <p:cNvSpPr/>
          <p:nvPr/>
        </p:nvSpPr>
        <p:spPr>
          <a:xfrm>
            <a:off x="3538728" y="3700272"/>
            <a:ext cx="2286000" cy="914"/>
          </a:xfrm>
          <a:prstGeom prst="line">
            <a:avLst/>
          </a:prstGeom>
          <a:noFill/>
          <a:ln w="12700">
            <a:solidFill>
              <a:srgbClr val="B8C2CF"/>
            </a:solidFill>
            <a:prstDash val="sysDot"/>
          </a:ln>
        </p:spPr>
      </p:sp>
      <p:sp>
        <p:nvSpPr>
          <p:cNvPr id="20" name="Shape 14"/>
          <p:cNvSpPr/>
          <p:nvPr/>
        </p:nvSpPr>
        <p:spPr>
          <a:xfrm>
            <a:off x="6163056" y="1932432"/>
            <a:ext cx="265176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1" name="Shape 15"/>
          <p:cNvSpPr/>
          <p:nvPr/>
        </p:nvSpPr>
        <p:spPr>
          <a:xfrm>
            <a:off x="6272784" y="2042160"/>
            <a:ext cx="365760" cy="365760"/>
          </a:xfrm>
          <a:prstGeom prst="ellipse">
            <a:avLst/>
          </a:prstGeom>
          <a:solidFill>
            <a:schemeClr val="accent1"/>
          </a:solidFill>
          <a:ln w="12700">
            <a:solidFill>
              <a:srgbClr val="FFFFFF">
                <a:alpha val="0"/>
              </a:srgbClr>
            </a:solidFill>
            <a:prstDash val="solid"/>
          </a:ln>
        </p:spPr>
      </p:sp>
      <p:sp>
        <p:nvSpPr>
          <p:cNvPr id="22" name="Text 16"/>
          <p:cNvSpPr txBox="1"/>
          <p:nvPr/>
        </p:nvSpPr>
        <p:spPr>
          <a:xfrm>
            <a:off x="6272784" y="20421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pic>
        <p:nvPicPr>
          <p:cNvPr id="23" name="Image 3" descr="bread">    </p:cNvPr>
          <p:cNvPicPr>
            <a:picLocks noChangeAspect="1"/>
          </p:cNvPicPr>
          <p:nvPr/>
        </p:nvPicPr>
        <p:blipFill>
          <a:blip r:embed="rId4"/>
          <a:stretch>
            <a:fillRect/>
          </a:stretch>
        </p:blipFill>
        <p:spPr>
          <a:xfrm>
            <a:off x="8220456" y="2005584"/>
            <a:ext cx="502920" cy="502920"/>
          </a:xfrm>
          <a:prstGeom prst="rect">
            <a:avLst/>
          </a:prstGeom>
        </p:spPr>
      </p:pic>
      <p:sp>
        <p:nvSpPr>
          <p:cNvPr id="24" name="Text 17"/>
          <p:cNvSpPr txBox="1"/>
          <p:nvPr/>
        </p:nvSpPr>
        <p:spPr>
          <a:xfrm>
            <a:off x="6300216" y="2499360"/>
            <a:ext cx="2377440" cy="658368"/>
          </a:xfrm>
          <a:prstGeom prst="rect">
            <a:avLst/>
          </a:prstGeom>
          <a:noFill/>
          <a:ln/>
        </p:spPr>
        <p:txBody>
          <a:bodyPr wrap="square" lIns="0" tIns="0" rIns="0" bIns="0" rtlCol="0" anchor="t"/>
          <a:lstStyle/>
          <a:p>
            <a:pPr algn="l" indent="0" marL="0">
              <a:buNone/>
            </a:pPr>
            <a:r>
              <a:rPr lang="en-US" sz="1400" dirty="0">
                <a:solidFill>
                  <a:schemeClr val="tx1"/>
                </a:solidFill>
              </a:rPr>
              <a:t>À la boulangerie, vous voulez un pain.</a:t>
            </a:r>
            <a:endParaRPr lang="en-US" sz="1400" dirty="0"/>
          </a:p>
        </p:txBody>
      </p:sp>
      <p:sp>
        <p:nvSpPr>
          <p:cNvPr id="25" name="Shape 18"/>
          <p:cNvSpPr/>
          <p:nvPr/>
        </p:nvSpPr>
        <p:spPr>
          <a:xfrm>
            <a:off x="6345936" y="3700272"/>
            <a:ext cx="2286000" cy="914"/>
          </a:xfrm>
          <a:prstGeom prst="line">
            <a:avLst/>
          </a:prstGeom>
          <a:noFill/>
          <a:ln w="12700">
            <a:solidFill>
              <a:srgbClr val="B8C2CF"/>
            </a:solidFill>
            <a:prstDash val="sysDot"/>
          </a:ln>
        </p:spPr>
      </p:sp>
      <p:sp>
        <p:nvSpPr>
          <p:cNvPr id="26" name="Shape 19"/>
          <p:cNvSpPr/>
          <p:nvPr/>
        </p:nvSpPr>
        <p:spPr>
          <a:xfrm>
            <a:off x="8970264" y="1932432"/>
            <a:ext cx="265176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7" name="Shape 20"/>
          <p:cNvSpPr/>
          <p:nvPr/>
        </p:nvSpPr>
        <p:spPr>
          <a:xfrm>
            <a:off x="9079992" y="2042160"/>
            <a:ext cx="365760" cy="365760"/>
          </a:xfrm>
          <a:prstGeom prst="ellipse">
            <a:avLst/>
          </a:prstGeom>
          <a:solidFill>
            <a:schemeClr val="accent1"/>
          </a:solidFill>
          <a:ln w="12700">
            <a:solidFill>
              <a:srgbClr val="FFFFFF">
                <a:alpha val="0"/>
              </a:srgbClr>
            </a:solidFill>
            <a:prstDash val="solid"/>
          </a:ln>
        </p:spPr>
      </p:sp>
      <p:sp>
        <p:nvSpPr>
          <p:cNvPr id="28" name="Text 21"/>
          <p:cNvSpPr txBox="1"/>
          <p:nvPr/>
        </p:nvSpPr>
        <p:spPr>
          <a:xfrm>
            <a:off x="9079992" y="20421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pic>
        <p:nvPicPr>
          <p:cNvPr id="29" name="Image 4" descr="hammer">    </p:cNvPr>
          <p:cNvPicPr>
            <a:picLocks noChangeAspect="1"/>
          </p:cNvPicPr>
          <p:nvPr/>
        </p:nvPicPr>
        <p:blipFill>
          <a:blip r:embed="rId5"/>
          <a:stretch>
            <a:fillRect/>
          </a:stretch>
        </p:blipFill>
        <p:spPr>
          <a:xfrm>
            <a:off x="11027664" y="2005584"/>
            <a:ext cx="502920" cy="502920"/>
          </a:xfrm>
          <a:prstGeom prst="rect">
            <a:avLst/>
          </a:prstGeom>
        </p:spPr>
      </p:pic>
      <p:sp>
        <p:nvSpPr>
          <p:cNvPr id="30" name="Text 22"/>
          <p:cNvSpPr txBox="1"/>
          <p:nvPr/>
        </p:nvSpPr>
        <p:spPr>
          <a:xfrm>
            <a:off x="9107424" y="2499360"/>
            <a:ext cx="2377440" cy="658368"/>
          </a:xfrm>
          <a:prstGeom prst="rect">
            <a:avLst/>
          </a:prstGeom>
          <a:noFill/>
          <a:ln/>
        </p:spPr>
        <p:txBody>
          <a:bodyPr wrap="square" lIns="0" tIns="0" rIns="0" bIns="0" rtlCol="0" anchor="t"/>
          <a:lstStyle/>
          <a:p>
            <a:pPr algn="l" indent="0" marL="0">
              <a:buNone/>
            </a:pPr>
            <a:r>
              <a:rPr lang="en-US" sz="1400" dirty="0">
                <a:solidFill>
                  <a:schemeClr val="tx1"/>
                </a:solidFill>
              </a:rPr>
              <a:t>Votre voisin vous aide.</a:t>
            </a:r>
            <a:endParaRPr lang="en-US" sz="1400" dirty="0"/>
          </a:p>
        </p:txBody>
      </p:sp>
      <p:sp>
        <p:nvSpPr>
          <p:cNvPr id="31" name="Shape 23"/>
          <p:cNvSpPr/>
          <p:nvPr/>
        </p:nvSpPr>
        <p:spPr>
          <a:xfrm>
            <a:off x="9153144" y="3700272"/>
            <a:ext cx="2286000" cy="914"/>
          </a:xfrm>
          <a:prstGeom prst="line">
            <a:avLst/>
          </a:prstGeom>
          <a:noFill/>
          <a:ln w="12700">
            <a:solidFill>
              <a:srgbClr val="B8C2CF"/>
            </a:solidFill>
            <a:prstDash val="sysDot"/>
          </a:ln>
        </p:spPr>
      </p:sp>
      <p:sp>
        <p:nvSpPr>
          <p:cNvPr id="32" name="Shape 24"/>
          <p:cNvSpPr/>
          <p:nvPr/>
        </p:nvSpPr>
        <p:spPr>
          <a:xfrm>
            <a:off x="548640" y="4203192"/>
            <a:ext cx="265176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3" name="Shape 25"/>
          <p:cNvSpPr/>
          <p:nvPr/>
        </p:nvSpPr>
        <p:spPr>
          <a:xfrm>
            <a:off x="658368" y="4312920"/>
            <a:ext cx="365760" cy="365760"/>
          </a:xfrm>
          <a:prstGeom prst="ellipse">
            <a:avLst/>
          </a:prstGeom>
          <a:solidFill>
            <a:schemeClr val="accent1"/>
          </a:solidFill>
          <a:ln w="12700">
            <a:solidFill>
              <a:srgbClr val="FFFFFF">
                <a:alpha val="0"/>
              </a:srgbClr>
            </a:solidFill>
            <a:prstDash val="solid"/>
          </a:ln>
        </p:spPr>
      </p:sp>
      <p:sp>
        <p:nvSpPr>
          <p:cNvPr id="34" name="Text 26"/>
          <p:cNvSpPr txBox="1"/>
          <p:nvPr/>
        </p:nvSpPr>
        <p:spPr>
          <a:xfrm>
            <a:off x="658368" y="43129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pic>
        <p:nvPicPr>
          <p:cNvPr id="35" name="Image 5" descr="woman teacher">    </p:cNvPr>
          <p:cNvPicPr>
            <a:picLocks noChangeAspect="1"/>
          </p:cNvPicPr>
          <p:nvPr/>
        </p:nvPicPr>
        <p:blipFill>
          <a:blip r:embed="rId6"/>
          <a:stretch>
            <a:fillRect/>
          </a:stretch>
        </p:blipFill>
        <p:spPr>
          <a:xfrm>
            <a:off x="2606040" y="4276344"/>
            <a:ext cx="502920" cy="502920"/>
          </a:xfrm>
          <a:prstGeom prst="rect">
            <a:avLst/>
          </a:prstGeom>
        </p:spPr>
      </p:pic>
      <p:sp>
        <p:nvSpPr>
          <p:cNvPr id="36" name="Text 27"/>
          <p:cNvSpPr txBox="1"/>
          <p:nvPr/>
        </p:nvSpPr>
        <p:spPr>
          <a:xfrm>
            <a:off x="685800" y="4770120"/>
            <a:ext cx="2377440" cy="658368"/>
          </a:xfrm>
          <a:prstGeom prst="rect">
            <a:avLst/>
          </a:prstGeom>
          <a:noFill/>
          <a:ln/>
        </p:spPr>
        <p:txBody>
          <a:bodyPr wrap="square" lIns="0" tIns="0" rIns="0" bIns="0" rtlCol="0" anchor="t"/>
          <a:lstStyle/>
          <a:p>
            <a:pPr algn="l" indent="0" marL="0">
              <a:buNone/>
            </a:pPr>
            <a:r>
              <a:rPr lang="en-US" sz="1400" dirty="0">
                <a:solidFill>
                  <a:schemeClr val="tx1"/>
                </a:solidFill>
              </a:rPr>
              <a:t>Vous saluez votre professeur le matin.</a:t>
            </a:r>
            <a:endParaRPr lang="en-US" sz="1400" dirty="0"/>
          </a:p>
        </p:txBody>
      </p:sp>
      <p:sp>
        <p:nvSpPr>
          <p:cNvPr id="37" name="Shape 28"/>
          <p:cNvSpPr/>
          <p:nvPr/>
        </p:nvSpPr>
        <p:spPr>
          <a:xfrm>
            <a:off x="731520" y="5971032"/>
            <a:ext cx="2286000" cy="914"/>
          </a:xfrm>
          <a:prstGeom prst="line">
            <a:avLst/>
          </a:prstGeom>
          <a:noFill/>
          <a:ln w="12700">
            <a:solidFill>
              <a:srgbClr val="B8C2CF"/>
            </a:solidFill>
            <a:prstDash val="sysDot"/>
          </a:ln>
        </p:spPr>
      </p:sp>
      <p:sp>
        <p:nvSpPr>
          <p:cNvPr id="38" name="Shape 29"/>
          <p:cNvSpPr/>
          <p:nvPr/>
        </p:nvSpPr>
        <p:spPr>
          <a:xfrm>
            <a:off x="3355848" y="4203192"/>
            <a:ext cx="265176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9" name="Shape 30"/>
          <p:cNvSpPr/>
          <p:nvPr/>
        </p:nvSpPr>
        <p:spPr>
          <a:xfrm>
            <a:off x="3465576" y="4312920"/>
            <a:ext cx="365760" cy="365760"/>
          </a:xfrm>
          <a:prstGeom prst="ellipse">
            <a:avLst/>
          </a:prstGeom>
          <a:solidFill>
            <a:schemeClr val="accent1"/>
          </a:solidFill>
          <a:ln w="12700">
            <a:solidFill>
              <a:srgbClr val="FFFFFF">
                <a:alpha val="0"/>
              </a:srgbClr>
            </a:solidFill>
            <a:prstDash val="solid"/>
          </a:ln>
        </p:spPr>
      </p:sp>
      <p:sp>
        <p:nvSpPr>
          <p:cNvPr id="40" name="Text 31"/>
          <p:cNvSpPr txBox="1"/>
          <p:nvPr/>
        </p:nvSpPr>
        <p:spPr>
          <a:xfrm>
            <a:off x="3465576" y="43129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pic>
        <p:nvPicPr>
          <p:cNvPr id="41" name="Image 6" descr="world map">    </p:cNvPr>
          <p:cNvPicPr>
            <a:picLocks noChangeAspect="1"/>
          </p:cNvPicPr>
          <p:nvPr/>
        </p:nvPicPr>
        <p:blipFill>
          <a:blip r:embed="rId7"/>
          <a:stretch>
            <a:fillRect/>
          </a:stretch>
        </p:blipFill>
        <p:spPr>
          <a:xfrm>
            <a:off x="5413248" y="4276344"/>
            <a:ext cx="502920" cy="502920"/>
          </a:xfrm>
          <a:prstGeom prst="rect">
            <a:avLst/>
          </a:prstGeom>
        </p:spPr>
      </p:pic>
      <p:sp>
        <p:nvSpPr>
          <p:cNvPr id="42" name="Text 32"/>
          <p:cNvSpPr txBox="1"/>
          <p:nvPr/>
        </p:nvSpPr>
        <p:spPr>
          <a:xfrm>
            <a:off x="3493008" y="4770120"/>
            <a:ext cx="2377440" cy="658368"/>
          </a:xfrm>
          <a:prstGeom prst="rect">
            <a:avLst/>
          </a:prstGeom>
          <a:noFill/>
          <a:ln/>
        </p:spPr>
        <p:txBody>
          <a:bodyPr wrap="square" lIns="0" tIns="0" rIns="0" bIns="0" rtlCol="0" anchor="t"/>
          <a:lstStyle/>
          <a:p>
            <a:pPr algn="l" indent="0" marL="0">
              <a:buNone/>
            </a:pPr>
            <a:r>
              <a:rPr lang="en-US" sz="1400" dirty="0">
                <a:solidFill>
                  <a:schemeClr val="tx1"/>
                </a:solidFill>
              </a:rPr>
              <a:t>Vous demandez le chemin dans la rue.</a:t>
            </a:r>
            <a:endParaRPr lang="en-US" sz="1400" dirty="0"/>
          </a:p>
        </p:txBody>
      </p:sp>
      <p:sp>
        <p:nvSpPr>
          <p:cNvPr id="43" name="Shape 33"/>
          <p:cNvSpPr/>
          <p:nvPr/>
        </p:nvSpPr>
        <p:spPr>
          <a:xfrm>
            <a:off x="3538728" y="5971032"/>
            <a:ext cx="2286000" cy="914"/>
          </a:xfrm>
          <a:prstGeom prst="line">
            <a:avLst/>
          </a:prstGeom>
          <a:noFill/>
          <a:ln w="12700">
            <a:solidFill>
              <a:srgbClr val="B8C2CF"/>
            </a:solidFill>
            <a:prstDash val="sysDot"/>
          </a:ln>
        </p:spPr>
      </p:sp>
      <p:sp>
        <p:nvSpPr>
          <p:cNvPr id="44" name="Shape 34"/>
          <p:cNvSpPr/>
          <p:nvPr/>
        </p:nvSpPr>
        <p:spPr>
          <a:xfrm>
            <a:off x="6163056" y="4203192"/>
            <a:ext cx="265176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5" name="Shape 35"/>
          <p:cNvSpPr/>
          <p:nvPr/>
        </p:nvSpPr>
        <p:spPr>
          <a:xfrm>
            <a:off x="6272784" y="4312920"/>
            <a:ext cx="365760" cy="365760"/>
          </a:xfrm>
          <a:prstGeom prst="ellipse">
            <a:avLst/>
          </a:prstGeom>
          <a:solidFill>
            <a:schemeClr val="accent1"/>
          </a:solidFill>
          <a:ln w="12700">
            <a:solidFill>
              <a:srgbClr val="FFFFFF">
                <a:alpha val="0"/>
              </a:srgbClr>
            </a:solidFill>
            <a:prstDash val="solid"/>
          </a:ln>
        </p:spPr>
      </p:sp>
      <p:sp>
        <p:nvSpPr>
          <p:cNvPr id="46" name="Text 36"/>
          <p:cNvSpPr txBox="1"/>
          <p:nvPr/>
        </p:nvSpPr>
        <p:spPr>
          <a:xfrm>
            <a:off x="6272784" y="43129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pic>
        <p:nvPicPr>
          <p:cNvPr id="47" name="Image 7" descr="beach with umbrella">    </p:cNvPr>
          <p:cNvPicPr>
            <a:picLocks noChangeAspect="1"/>
          </p:cNvPicPr>
          <p:nvPr/>
        </p:nvPicPr>
        <p:blipFill>
          <a:blip r:embed="rId8"/>
          <a:stretch>
            <a:fillRect/>
          </a:stretch>
        </p:blipFill>
        <p:spPr>
          <a:xfrm>
            <a:off x="8220456" y="4276344"/>
            <a:ext cx="502920" cy="502920"/>
          </a:xfrm>
          <a:prstGeom prst="rect">
            <a:avLst/>
          </a:prstGeom>
        </p:spPr>
      </p:pic>
      <p:sp>
        <p:nvSpPr>
          <p:cNvPr id="48" name="Text 37"/>
          <p:cNvSpPr txBox="1"/>
          <p:nvPr/>
        </p:nvSpPr>
        <p:spPr>
          <a:xfrm>
            <a:off x="6300216" y="4770120"/>
            <a:ext cx="2377440" cy="658368"/>
          </a:xfrm>
          <a:prstGeom prst="rect">
            <a:avLst/>
          </a:prstGeom>
          <a:noFill/>
          <a:ln/>
        </p:spPr>
        <p:txBody>
          <a:bodyPr wrap="square" lIns="0" tIns="0" rIns="0" bIns="0" rtlCol="0" anchor="t"/>
          <a:lstStyle/>
          <a:p>
            <a:pPr algn="l" indent="0" marL="0">
              <a:buNone/>
            </a:pPr>
            <a:r>
              <a:rPr lang="en-US" sz="1400" dirty="0">
                <a:solidFill>
                  <a:schemeClr val="tx1"/>
                </a:solidFill>
              </a:rPr>
              <a:t>Vous demandez des congés à votre cheffe.</a:t>
            </a:r>
            <a:endParaRPr lang="en-US" sz="1400" dirty="0"/>
          </a:p>
        </p:txBody>
      </p:sp>
      <p:sp>
        <p:nvSpPr>
          <p:cNvPr id="49" name="Shape 38"/>
          <p:cNvSpPr/>
          <p:nvPr/>
        </p:nvSpPr>
        <p:spPr>
          <a:xfrm>
            <a:off x="6345936" y="5971032"/>
            <a:ext cx="2286000" cy="914"/>
          </a:xfrm>
          <a:prstGeom prst="line">
            <a:avLst/>
          </a:prstGeom>
          <a:noFill/>
          <a:ln w="12700">
            <a:solidFill>
              <a:srgbClr val="B8C2CF"/>
            </a:solidFill>
            <a:prstDash val="sysDot"/>
          </a:ln>
        </p:spPr>
      </p:sp>
      <p:sp>
        <p:nvSpPr>
          <p:cNvPr id="50" name="Shape 39"/>
          <p:cNvSpPr/>
          <p:nvPr/>
        </p:nvSpPr>
        <p:spPr>
          <a:xfrm>
            <a:off x="8970264" y="4203192"/>
            <a:ext cx="265176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1" name="Shape 40"/>
          <p:cNvSpPr/>
          <p:nvPr/>
        </p:nvSpPr>
        <p:spPr>
          <a:xfrm>
            <a:off x="9079992" y="4312920"/>
            <a:ext cx="365760" cy="365760"/>
          </a:xfrm>
          <a:prstGeom prst="ellipse">
            <a:avLst/>
          </a:prstGeom>
          <a:solidFill>
            <a:schemeClr val="accent1"/>
          </a:solidFill>
          <a:ln w="12700">
            <a:solidFill>
              <a:srgbClr val="FFFFFF">
                <a:alpha val="0"/>
              </a:srgbClr>
            </a:solidFill>
            <a:prstDash val="solid"/>
          </a:ln>
        </p:spPr>
      </p:sp>
      <p:sp>
        <p:nvSpPr>
          <p:cNvPr id="52" name="Text 41"/>
          <p:cNvSpPr txBox="1"/>
          <p:nvPr/>
        </p:nvSpPr>
        <p:spPr>
          <a:xfrm>
            <a:off x="9079992" y="43129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pic>
        <p:nvPicPr>
          <p:cNvPr id="53" name="Image 8" descr="collision">    </p:cNvPr>
          <p:cNvPicPr>
            <a:picLocks noChangeAspect="1"/>
          </p:cNvPicPr>
          <p:nvPr/>
        </p:nvPicPr>
        <p:blipFill>
          <a:blip r:embed="rId9"/>
          <a:stretch>
            <a:fillRect/>
          </a:stretch>
        </p:blipFill>
        <p:spPr>
          <a:xfrm>
            <a:off x="11027664" y="4276344"/>
            <a:ext cx="502920" cy="502920"/>
          </a:xfrm>
          <a:prstGeom prst="rect">
            <a:avLst/>
          </a:prstGeom>
        </p:spPr>
      </p:pic>
      <p:sp>
        <p:nvSpPr>
          <p:cNvPr id="54" name="Text 42"/>
          <p:cNvSpPr txBox="1"/>
          <p:nvPr/>
        </p:nvSpPr>
        <p:spPr>
          <a:xfrm>
            <a:off x="9107424" y="4770120"/>
            <a:ext cx="2377440" cy="658368"/>
          </a:xfrm>
          <a:prstGeom prst="rect">
            <a:avLst/>
          </a:prstGeom>
          <a:noFill/>
          <a:ln/>
        </p:spPr>
        <p:txBody>
          <a:bodyPr wrap="square" lIns="0" tIns="0" rIns="0" bIns="0" rtlCol="0" anchor="t"/>
          <a:lstStyle/>
          <a:p>
            <a:pPr algn="l" indent="0" marL="0">
              <a:buNone/>
            </a:pPr>
            <a:r>
              <a:rPr lang="en-US" sz="1400" dirty="0">
                <a:solidFill>
                  <a:schemeClr val="tx1"/>
                </a:solidFill>
              </a:rPr>
              <a:t>Vous bousculez quelqu’un dans un magasin.</a:t>
            </a:r>
            <a:endParaRPr lang="en-US" sz="1400" dirty="0"/>
          </a:p>
        </p:txBody>
      </p:sp>
      <p:sp>
        <p:nvSpPr>
          <p:cNvPr id="55" name="Shape 43"/>
          <p:cNvSpPr/>
          <p:nvPr/>
        </p:nvSpPr>
        <p:spPr>
          <a:xfrm>
            <a:off x="9153144" y="5971032"/>
            <a:ext cx="2286000" cy="914"/>
          </a:xfrm>
          <a:prstGeom prst="line">
            <a:avLst/>
          </a:prstGeom>
          <a:noFill/>
          <a:ln w="12700">
            <a:solidFill>
              <a:srgbClr val="B8C2CF"/>
            </a:solidFill>
            <a:prstDash val="sysDot"/>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Que dites-vous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Que dites-vous en néerlandais ? Choisissez le bon registre.</a:t>
            </a:r>
            <a:endParaRPr lang="en-US" sz="1700" dirty="0"/>
          </a:p>
        </p:txBody>
      </p:sp>
      <p:sp>
        <p:nvSpPr>
          <p:cNvPr id="9" name="Shape 5"/>
          <p:cNvSpPr/>
          <p:nvPr/>
        </p:nvSpPr>
        <p:spPr>
          <a:xfrm>
            <a:off x="548640" y="1932432"/>
            <a:ext cx="265176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658368" y="2042160"/>
            <a:ext cx="365760" cy="365760"/>
          </a:xfrm>
          <a:prstGeom prst="ellipse">
            <a:avLst/>
          </a:prstGeom>
          <a:solidFill>
            <a:schemeClr val="accent1"/>
          </a:solidFill>
          <a:ln w="12700">
            <a:solidFill>
              <a:srgbClr val="FFFFFF">
                <a:alpha val="0"/>
              </a:srgbClr>
            </a:solidFill>
            <a:prstDash val="solid"/>
          </a:ln>
        </p:spPr>
      </p:sp>
      <p:sp>
        <p:nvSpPr>
          <p:cNvPr id="11" name="Text 7"/>
          <p:cNvSpPr txBox="1"/>
          <p:nvPr/>
        </p:nvSpPr>
        <p:spPr>
          <a:xfrm>
            <a:off x="658368" y="20421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pic>
        <p:nvPicPr>
          <p:cNvPr id="12" name="Image 1" descr="handshake">    </p:cNvPr>
          <p:cNvPicPr>
            <a:picLocks noChangeAspect="1"/>
          </p:cNvPicPr>
          <p:nvPr/>
        </p:nvPicPr>
        <p:blipFill>
          <a:blip r:embed="rId2"/>
          <a:stretch>
            <a:fillRect/>
          </a:stretch>
        </p:blipFill>
        <p:spPr>
          <a:xfrm>
            <a:off x="2606040" y="2005584"/>
            <a:ext cx="502920" cy="502920"/>
          </a:xfrm>
          <a:prstGeom prst="rect">
            <a:avLst/>
          </a:prstGeom>
        </p:spPr>
      </p:pic>
      <p:sp>
        <p:nvSpPr>
          <p:cNvPr id="13" name="Text 8"/>
          <p:cNvSpPr txBox="1"/>
          <p:nvPr/>
        </p:nvSpPr>
        <p:spPr>
          <a:xfrm>
            <a:off x="685800" y="2499360"/>
            <a:ext cx="2377440" cy="658368"/>
          </a:xfrm>
          <a:prstGeom prst="rect">
            <a:avLst/>
          </a:prstGeom>
          <a:noFill/>
          <a:ln/>
        </p:spPr>
        <p:txBody>
          <a:bodyPr wrap="square" lIns="0" tIns="0" rIns="0" bIns="0" rtlCol="0" anchor="t"/>
          <a:lstStyle/>
          <a:p>
            <a:pPr algn="l" indent="0" marL="0">
              <a:buNone/>
            </a:pPr>
            <a:r>
              <a:rPr lang="en-US" sz="1400" dirty="0">
                <a:solidFill>
                  <a:schemeClr val="tx1"/>
                </a:solidFill>
              </a:rPr>
              <a:t>Vous rencontrez un nouveau collègue.</a:t>
            </a:r>
            <a:endParaRPr lang="en-US" sz="1400" dirty="0"/>
          </a:p>
        </p:txBody>
      </p:sp>
      <p:sp>
        <p:nvSpPr>
          <p:cNvPr id="14" name="Shape 9"/>
          <p:cNvSpPr/>
          <p:nvPr/>
        </p:nvSpPr>
        <p:spPr>
          <a:xfrm>
            <a:off x="1115568" y="2060448"/>
            <a:ext cx="329184" cy="329184"/>
          </a:xfrm>
          <a:prstGeom prst="ellipse">
            <a:avLst/>
          </a:prstGeom>
          <a:solidFill>
            <a:srgbClr val="5B9BD5"/>
          </a:solidFill>
          <a:ln w="12700">
            <a:solidFill>
              <a:srgbClr val="FFFFFF">
                <a:alpha val="0"/>
              </a:srgbClr>
            </a:solidFill>
            <a:prstDash val="solid"/>
          </a:ln>
        </p:spPr>
      </p:sp>
      <p:sp>
        <p:nvSpPr>
          <p:cNvPr id="15" name="Text 10"/>
          <p:cNvSpPr txBox="1"/>
          <p:nvPr/>
        </p:nvSpPr>
        <p:spPr>
          <a:xfrm>
            <a:off x="1115568" y="206044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I</a:t>
            </a:r>
            <a:endParaRPr lang="en-US" sz="1200" dirty="0"/>
          </a:p>
        </p:txBody>
      </p:sp>
      <p:sp>
        <p:nvSpPr>
          <p:cNvPr id="16" name="Shape 11"/>
          <p:cNvSpPr/>
          <p:nvPr/>
        </p:nvSpPr>
        <p:spPr>
          <a:xfrm>
            <a:off x="640080" y="3270504"/>
            <a:ext cx="2468880" cy="676656"/>
          </a:xfrm>
          <a:prstGeom prst="roundRect">
            <a:avLst>
              <a:gd name="adj" fmla="val 20270"/>
            </a:avLst>
          </a:prstGeom>
          <a:solidFill>
            <a:srgbClr val="5B9BD5">
              <a:alpha val="15000"/>
            </a:srgbClr>
          </a:solidFill>
          <a:ln w="12700">
            <a:solidFill>
              <a:srgbClr val="5B9BD5"/>
            </a:solidFill>
            <a:prstDash val="solid"/>
          </a:ln>
        </p:spPr>
      </p:sp>
      <p:sp>
        <p:nvSpPr>
          <p:cNvPr id="17" name="Text 12"/>
          <p:cNvSpPr txBox="1"/>
          <p:nvPr/>
        </p:nvSpPr>
        <p:spPr>
          <a:xfrm>
            <a:off x="731520" y="3270504"/>
            <a:ext cx="2286000" cy="676656"/>
          </a:xfrm>
          <a:prstGeom prst="rect">
            <a:avLst/>
          </a:prstGeom>
          <a:noFill/>
          <a:ln/>
        </p:spPr>
        <p:txBody>
          <a:bodyPr wrap="square" lIns="0" tIns="0" rIns="0" bIns="0" rtlCol="0" anchor="ctr"/>
          <a:lstStyle/>
          <a:p>
            <a:pPr algn="ctr" indent="0" marL="0">
              <a:buNone/>
            </a:pPr>
            <a:r>
              <a:rPr lang="en-US" sz="1500" b="1" i="1" dirty="0">
                <a:solidFill>
                  <a:schemeClr val="tx1"/>
                </a:solidFill>
              </a:rPr>
              <a:t>Dag, ik ben Karim. Aangenaam!</a:t>
            </a:r>
            <a:endParaRPr lang="en-US" sz="1500" dirty="0"/>
          </a:p>
        </p:txBody>
      </p:sp>
      <p:sp>
        <p:nvSpPr>
          <p:cNvPr id="18" name="Shape 13"/>
          <p:cNvSpPr/>
          <p:nvPr/>
        </p:nvSpPr>
        <p:spPr>
          <a:xfrm>
            <a:off x="3355848" y="1932432"/>
            <a:ext cx="265176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9" name="Shape 14"/>
          <p:cNvSpPr/>
          <p:nvPr/>
        </p:nvSpPr>
        <p:spPr>
          <a:xfrm>
            <a:off x="3465576" y="2042160"/>
            <a:ext cx="365760" cy="365760"/>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3465576" y="20421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pic>
        <p:nvPicPr>
          <p:cNvPr id="21" name="Image 2" descr="receipt">    </p:cNvPr>
          <p:cNvPicPr>
            <a:picLocks noChangeAspect="1"/>
          </p:cNvPicPr>
          <p:nvPr/>
        </p:nvPicPr>
        <p:blipFill>
          <a:blip r:embed="rId3"/>
          <a:stretch>
            <a:fillRect/>
          </a:stretch>
        </p:blipFill>
        <p:spPr>
          <a:xfrm>
            <a:off x="5413248" y="2005584"/>
            <a:ext cx="502920" cy="502920"/>
          </a:xfrm>
          <a:prstGeom prst="rect">
            <a:avLst/>
          </a:prstGeom>
        </p:spPr>
      </p:pic>
      <p:sp>
        <p:nvSpPr>
          <p:cNvPr id="22" name="Text 16"/>
          <p:cNvSpPr txBox="1"/>
          <p:nvPr/>
        </p:nvSpPr>
        <p:spPr>
          <a:xfrm>
            <a:off x="3493008" y="2499360"/>
            <a:ext cx="2377440" cy="658368"/>
          </a:xfrm>
          <a:prstGeom prst="rect">
            <a:avLst/>
          </a:prstGeom>
          <a:noFill/>
          <a:ln/>
        </p:spPr>
        <p:txBody>
          <a:bodyPr wrap="square" lIns="0" tIns="0" rIns="0" bIns="0" rtlCol="0" anchor="t"/>
          <a:lstStyle/>
          <a:p>
            <a:pPr algn="l" indent="0" marL="0">
              <a:buNone/>
            </a:pPr>
            <a:r>
              <a:rPr lang="en-US" sz="1400" dirty="0">
                <a:solidFill>
                  <a:schemeClr val="tx1"/>
                </a:solidFill>
              </a:rPr>
              <a:t>Au restaurant, vous demandez l’addition.</a:t>
            </a:r>
            <a:endParaRPr lang="en-US" sz="1400" dirty="0"/>
          </a:p>
        </p:txBody>
      </p:sp>
      <p:sp>
        <p:nvSpPr>
          <p:cNvPr id="23" name="Shape 17"/>
          <p:cNvSpPr/>
          <p:nvPr/>
        </p:nvSpPr>
        <p:spPr>
          <a:xfrm>
            <a:off x="3922776" y="2060448"/>
            <a:ext cx="329184" cy="329184"/>
          </a:xfrm>
          <a:prstGeom prst="ellipse">
            <a:avLst/>
          </a:prstGeom>
          <a:solidFill>
            <a:schemeClr val="tx2"/>
          </a:solidFill>
          <a:ln w="12700">
            <a:solidFill>
              <a:srgbClr val="FFFFFF">
                <a:alpha val="0"/>
              </a:srgbClr>
            </a:solidFill>
            <a:prstDash val="solid"/>
          </a:ln>
        </p:spPr>
      </p:sp>
      <p:sp>
        <p:nvSpPr>
          <p:cNvPr id="24" name="Text 18"/>
          <p:cNvSpPr txBox="1"/>
          <p:nvPr/>
        </p:nvSpPr>
        <p:spPr>
          <a:xfrm>
            <a:off x="3922776" y="206044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F</a:t>
            </a:r>
            <a:endParaRPr lang="en-US" sz="1200" dirty="0"/>
          </a:p>
        </p:txBody>
      </p:sp>
      <p:sp>
        <p:nvSpPr>
          <p:cNvPr id="25" name="Shape 19"/>
          <p:cNvSpPr/>
          <p:nvPr/>
        </p:nvSpPr>
        <p:spPr>
          <a:xfrm>
            <a:off x="3447288" y="3270504"/>
            <a:ext cx="2468880" cy="676656"/>
          </a:xfrm>
          <a:prstGeom prst="roundRect">
            <a:avLst>
              <a:gd name="adj" fmla="val 20270"/>
            </a:avLst>
          </a:prstGeom>
          <a:solidFill>
            <a:schemeClr val="tx2">
              <a:alpha val="15000"/>
            </a:schemeClr>
          </a:solidFill>
          <a:ln w="12700">
            <a:solidFill>
              <a:srgbClr val="17375E"/>
            </a:solidFill>
            <a:prstDash val="solid"/>
          </a:ln>
        </p:spPr>
      </p:sp>
      <p:sp>
        <p:nvSpPr>
          <p:cNvPr id="26" name="Text 20"/>
          <p:cNvSpPr txBox="1"/>
          <p:nvPr/>
        </p:nvSpPr>
        <p:spPr>
          <a:xfrm>
            <a:off x="3538728" y="3270504"/>
            <a:ext cx="2286000" cy="676656"/>
          </a:xfrm>
          <a:prstGeom prst="rect">
            <a:avLst/>
          </a:prstGeom>
          <a:noFill/>
          <a:ln/>
        </p:spPr>
        <p:txBody>
          <a:bodyPr wrap="square" lIns="0" tIns="0" rIns="0" bIns="0" rtlCol="0" anchor="ctr"/>
          <a:lstStyle/>
          <a:p>
            <a:pPr algn="ctr" indent="0" marL="0">
              <a:buNone/>
            </a:pPr>
            <a:r>
              <a:rPr lang="en-US" sz="1500" b="1" i="1" dirty="0">
                <a:solidFill>
                  <a:schemeClr val="tx1"/>
                </a:solidFill>
              </a:rPr>
              <a:t>Mag ik de rekening, alstublieft?</a:t>
            </a:r>
            <a:endParaRPr lang="en-US" sz="1500" dirty="0"/>
          </a:p>
        </p:txBody>
      </p:sp>
      <p:sp>
        <p:nvSpPr>
          <p:cNvPr id="27" name="Shape 21"/>
          <p:cNvSpPr/>
          <p:nvPr/>
        </p:nvSpPr>
        <p:spPr>
          <a:xfrm>
            <a:off x="6163056" y="1932432"/>
            <a:ext cx="265176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8" name="Shape 22"/>
          <p:cNvSpPr/>
          <p:nvPr/>
        </p:nvSpPr>
        <p:spPr>
          <a:xfrm>
            <a:off x="6272784" y="2042160"/>
            <a:ext cx="365760" cy="365760"/>
          </a:xfrm>
          <a:prstGeom prst="ellipse">
            <a:avLst/>
          </a:prstGeom>
          <a:solidFill>
            <a:schemeClr val="accent1"/>
          </a:solidFill>
          <a:ln w="12700">
            <a:solidFill>
              <a:srgbClr val="FFFFFF">
                <a:alpha val="0"/>
              </a:srgbClr>
            </a:solidFill>
            <a:prstDash val="solid"/>
          </a:ln>
        </p:spPr>
      </p:sp>
      <p:sp>
        <p:nvSpPr>
          <p:cNvPr id="29" name="Text 23"/>
          <p:cNvSpPr txBox="1"/>
          <p:nvPr/>
        </p:nvSpPr>
        <p:spPr>
          <a:xfrm>
            <a:off x="6272784" y="20421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pic>
        <p:nvPicPr>
          <p:cNvPr id="30" name="Image 3" descr="bread">    </p:cNvPr>
          <p:cNvPicPr>
            <a:picLocks noChangeAspect="1"/>
          </p:cNvPicPr>
          <p:nvPr/>
        </p:nvPicPr>
        <p:blipFill>
          <a:blip r:embed="rId4"/>
          <a:stretch>
            <a:fillRect/>
          </a:stretch>
        </p:blipFill>
        <p:spPr>
          <a:xfrm>
            <a:off x="8220456" y="2005584"/>
            <a:ext cx="502920" cy="502920"/>
          </a:xfrm>
          <a:prstGeom prst="rect">
            <a:avLst/>
          </a:prstGeom>
        </p:spPr>
      </p:pic>
      <p:sp>
        <p:nvSpPr>
          <p:cNvPr id="31" name="Text 24"/>
          <p:cNvSpPr txBox="1"/>
          <p:nvPr/>
        </p:nvSpPr>
        <p:spPr>
          <a:xfrm>
            <a:off x="6300216" y="2499360"/>
            <a:ext cx="2377440" cy="658368"/>
          </a:xfrm>
          <a:prstGeom prst="rect">
            <a:avLst/>
          </a:prstGeom>
          <a:noFill/>
          <a:ln/>
        </p:spPr>
        <p:txBody>
          <a:bodyPr wrap="square" lIns="0" tIns="0" rIns="0" bIns="0" rtlCol="0" anchor="t"/>
          <a:lstStyle/>
          <a:p>
            <a:pPr algn="l" indent="0" marL="0">
              <a:buNone/>
            </a:pPr>
            <a:r>
              <a:rPr lang="en-US" sz="1400" dirty="0">
                <a:solidFill>
                  <a:schemeClr val="tx1"/>
                </a:solidFill>
              </a:rPr>
              <a:t>À la boulangerie, vous voulez un pain.</a:t>
            </a:r>
            <a:endParaRPr lang="en-US" sz="1400" dirty="0"/>
          </a:p>
        </p:txBody>
      </p:sp>
      <p:sp>
        <p:nvSpPr>
          <p:cNvPr id="32" name="Shape 25"/>
          <p:cNvSpPr/>
          <p:nvPr/>
        </p:nvSpPr>
        <p:spPr>
          <a:xfrm>
            <a:off x="6729984" y="2060448"/>
            <a:ext cx="329184" cy="329184"/>
          </a:xfrm>
          <a:prstGeom prst="ellipse">
            <a:avLst/>
          </a:prstGeom>
          <a:solidFill>
            <a:schemeClr val="tx2"/>
          </a:solidFill>
          <a:ln w="12700">
            <a:solidFill>
              <a:srgbClr val="FFFFFF">
                <a:alpha val="0"/>
              </a:srgbClr>
            </a:solidFill>
            <a:prstDash val="solid"/>
          </a:ln>
        </p:spPr>
      </p:sp>
      <p:sp>
        <p:nvSpPr>
          <p:cNvPr id="33" name="Text 26"/>
          <p:cNvSpPr txBox="1"/>
          <p:nvPr/>
        </p:nvSpPr>
        <p:spPr>
          <a:xfrm>
            <a:off x="6729984" y="206044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F</a:t>
            </a:r>
            <a:endParaRPr lang="en-US" sz="1200" dirty="0"/>
          </a:p>
        </p:txBody>
      </p:sp>
      <p:sp>
        <p:nvSpPr>
          <p:cNvPr id="34" name="Shape 27"/>
          <p:cNvSpPr/>
          <p:nvPr/>
        </p:nvSpPr>
        <p:spPr>
          <a:xfrm>
            <a:off x="6254496" y="3270504"/>
            <a:ext cx="2468880" cy="676656"/>
          </a:xfrm>
          <a:prstGeom prst="roundRect">
            <a:avLst>
              <a:gd name="adj" fmla="val 20270"/>
            </a:avLst>
          </a:prstGeom>
          <a:solidFill>
            <a:schemeClr val="tx2">
              <a:alpha val="15000"/>
            </a:schemeClr>
          </a:solidFill>
          <a:ln w="12700">
            <a:solidFill>
              <a:srgbClr val="17375E"/>
            </a:solidFill>
            <a:prstDash val="solid"/>
          </a:ln>
        </p:spPr>
      </p:sp>
      <p:sp>
        <p:nvSpPr>
          <p:cNvPr id="35" name="Text 28"/>
          <p:cNvSpPr txBox="1"/>
          <p:nvPr/>
        </p:nvSpPr>
        <p:spPr>
          <a:xfrm>
            <a:off x="6345936" y="3270504"/>
            <a:ext cx="2286000" cy="676656"/>
          </a:xfrm>
          <a:prstGeom prst="rect">
            <a:avLst/>
          </a:prstGeom>
          <a:noFill/>
          <a:ln/>
        </p:spPr>
        <p:txBody>
          <a:bodyPr wrap="square" lIns="0" tIns="0" rIns="0" bIns="0" rtlCol="0" anchor="ctr"/>
          <a:lstStyle/>
          <a:p>
            <a:pPr algn="ctr" indent="0" marL="0">
              <a:buNone/>
            </a:pPr>
            <a:r>
              <a:rPr lang="en-US" sz="1500" b="1" i="1" dirty="0">
                <a:solidFill>
                  <a:schemeClr val="tx1"/>
                </a:solidFill>
              </a:rPr>
              <a:t>Een brood, alstublieft.</a:t>
            </a:r>
            <a:endParaRPr lang="en-US" sz="1500" dirty="0"/>
          </a:p>
        </p:txBody>
      </p:sp>
      <p:sp>
        <p:nvSpPr>
          <p:cNvPr id="36" name="Shape 29"/>
          <p:cNvSpPr/>
          <p:nvPr/>
        </p:nvSpPr>
        <p:spPr>
          <a:xfrm>
            <a:off x="8970264" y="1932432"/>
            <a:ext cx="265176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7" name="Shape 30"/>
          <p:cNvSpPr/>
          <p:nvPr/>
        </p:nvSpPr>
        <p:spPr>
          <a:xfrm>
            <a:off x="9079992" y="2042160"/>
            <a:ext cx="365760" cy="365760"/>
          </a:xfrm>
          <a:prstGeom prst="ellipse">
            <a:avLst/>
          </a:prstGeom>
          <a:solidFill>
            <a:schemeClr val="accent1"/>
          </a:solidFill>
          <a:ln w="12700">
            <a:solidFill>
              <a:srgbClr val="FFFFFF">
                <a:alpha val="0"/>
              </a:srgbClr>
            </a:solidFill>
            <a:prstDash val="solid"/>
          </a:ln>
        </p:spPr>
      </p:sp>
      <p:sp>
        <p:nvSpPr>
          <p:cNvPr id="38" name="Text 31"/>
          <p:cNvSpPr txBox="1"/>
          <p:nvPr/>
        </p:nvSpPr>
        <p:spPr>
          <a:xfrm>
            <a:off x="9079992" y="20421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pic>
        <p:nvPicPr>
          <p:cNvPr id="39" name="Image 4" descr="hammer">    </p:cNvPr>
          <p:cNvPicPr>
            <a:picLocks noChangeAspect="1"/>
          </p:cNvPicPr>
          <p:nvPr/>
        </p:nvPicPr>
        <p:blipFill>
          <a:blip r:embed="rId5"/>
          <a:stretch>
            <a:fillRect/>
          </a:stretch>
        </p:blipFill>
        <p:spPr>
          <a:xfrm>
            <a:off x="11027664" y="2005584"/>
            <a:ext cx="502920" cy="502920"/>
          </a:xfrm>
          <a:prstGeom prst="rect">
            <a:avLst/>
          </a:prstGeom>
        </p:spPr>
      </p:pic>
      <p:sp>
        <p:nvSpPr>
          <p:cNvPr id="40" name="Text 32"/>
          <p:cNvSpPr txBox="1"/>
          <p:nvPr/>
        </p:nvSpPr>
        <p:spPr>
          <a:xfrm>
            <a:off x="9107424" y="2499360"/>
            <a:ext cx="2377440" cy="658368"/>
          </a:xfrm>
          <a:prstGeom prst="rect">
            <a:avLst/>
          </a:prstGeom>
          <a:noFill/>
          <a:ln/>
        </p:spPr>
        <p:txBody>
          <a:bodyPr wrap="square" lIns="0" tIns="0" rIns="0" bIns="0" rtlCol="0" anchor="t"/>
          <a:lstStyle/>
          <a:p>
            <a:pPr algn="l" indent="0" marL="0">
              <a:buNone/>
            </a:pPr>
            <a:r>
              <a:rPr lang="en-US" sz="1400" dirty="0">
                <a:solidFill>
                  <a:schemeClr val="tx1"/>
                </a:solidFill>
              </a:rPr>
              <a:t>Votre voisin vous aide.</a:t>
            </a:r>
            <a:endParaRPr lang="en-US" sz="1400" dirty="0"/>
          </a:p>
        </p:txBody>
      </p:sp>
      <p:sp>
        <p:nvSpPr>
          <p:cNvPr id="41" name="Shape 33"/>
          <p:cNvSpPr/>
          <p:nvPr/>
        </p:nvSpPr>
        <p:spPr>
          <a:xfrm>
            <a:off x="9537192" y="2060448"/>
            <a:ext cx="329184" cy="329184"/>
          </a:xfrm>
          <a:prstGeom prst="ellipse">
            <a:avLst/>
          </a:prstGeom>
          <a:solidFill>
            <a:srgbClr val="5B9BD5"/>
          </a:solidFill>
          <a:ln w="12700">
            <a:solidFill>
              <a:srgbClr val="FFFFFF">
                <a:alpha val="0"/>
              </a:srgbClr>
            </a:solidFill>
            <a:prstDash val="solid"/>
          </a:ln>
        </p:spPr>
      </p:sp>
      <p:sp>
        <p:nvSpPr>
          <p:cNvPr id="42" name="Text 34"/>
          <p:cNvSpPr txBox="1"/>
          <p:nvPr/>
        </p:nvSpPr>
        <p:spPr>
          <a:xfrm>
            <a:off x="9537192" y="206044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I</a:t>
            </a:r>
            <a:endParaRPr lang="en-US" sz="1200" dirty="0"/>
          </a:p>
        </p:txBody>
      </p:sp>
      <p:sp>
        <p:nvSpPr>
          <p:cNvPr id="43" name="Shape 35"/>
          <p:cNvSpPr/>
          <p:nvPr/>
        </p:nvSpPr>
        <p:spPr>
          <a:xfrm>
            <a:off x="9061704" y="3270504"/>
            <a:ext cx="2468880" cy="676656"/>
          </a:xfrm>
          <a:prstGeom prst="roundRect">
            <a:avLst>
              <a:gd name="adj" fmla="val 20270"/>
            </a:avLst>
          </a:prstGeom>
          <a:solidFill>
            <a:srgbClr val="5B9BD5">
              <a:alpha val="15000"/>
            </a:srgbClr>
          </a:solidFill>
          <a:ln w="12700">
            <a:solidFill>
              <a:srgbClr val="5B9BD5"/>
            </a:solidFill>
            <a:prstDash val="solid"/>
          </a:ln>
        </p:spPr>
      </p:sp>
      <p:sp>
        <p:nvSpPr>
          <p:cNvPr id="44" name="Text 36"/>
          <p:cNvSpPr txBox="1"/>
          <p:nvPr/>
        </p:nvSpPr>
        <p:spPr>
          <a:xfrm>
            <a:off x="9153144" y="3270504"/>
            <a:ext cx="2286000" cy="676656"/>
          </a:xfrm>
          <a:prstGeom prst="rect">
            <a:avLst/>
          </a:prstGeom>
          <a:noFill/>
          <a:ln/>
        </p:spPr>
        <p:txBody>
          <a:bodyPr wrap="square" lIns="0" tIns="0" rIns="0" bIns="0" rtlCol="0" anchor="ctr"/>
          <a:lstStyle/>
          <a:p>
            <a:pPr algn="ctr" indent="0" marL="0">
              <a:buNone/>
            </a:pPr>
            <a:r>
              <a:rPr lang="en-US" sz="1500" b="1" i="1" dirty="0">
                <a:solidFill>
                  <a:schemeClr val="tx1"/>
                </a:solidFill>
              </a:rPr>
              <a:t>Dank je wel, dat is lief van je!</a:t>
            </a:r>
            <a:endParaRPr lang="en-US" sz="1500" dirty="0"/>
          </a:p>
        </p:txBody>
      </p:sp>
      <p:sp>
        <p:nvSpPr>
          <p:cNvPr id="45" name="Shape 37"/>
          <p:cNvSpPr/>
          <p:nvPr/>
        </p:nvSpPr>
        <p:spPr>
          <a:xfrm>
            <a:off x="548640" y="4203192"/>
            <a:ext cx="265176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6" name="Shape 38"/>
          <p:cNvSpPr/>
          <p:nvPr/>
        </p:nvSpPr>
        <p:spPr>
          <a:xfrm>
            <a:off x="658368" y="4312920"/>
            <a:ext cx="365760" cy="365760"/>
          </a:xfrm>
          <a:prstGeom prst="ellipse">
            <a:avLst/>
          </a:prstGeom>
          <a:solidFill>
            <a:schemeClr val="accent1"/>
          </a:solidFill>
          <a:ln w="12700">
            <a:solidFill>
              <a:srgbClr val="FFFFFF">
                <a:alpha val="0"/>
              </a:srgbClr>
            </a:solidFill>
            <a:prstDash val="solid"/>
          </a:ln>
        </p:spPr>
      </p:sp>
      <p:sp>
        <p:nvSpPr>
          <p:cNvPr id="47" name="Text 39"/>
          <p:cNvSpPr txBox="1"/>
          <p:nvPr/>
        </p:nvSpPr>
        <p:spPr>
          <a:xfrm>
            <a:off x="658368" y="43129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pic>
        <p:nvPicPr>
          <p:cNvPr id="48" name="Image 5" descr="woman teacher">    </p:cNvPr>
          <p:cNvPicPr>
            <a:picLocks noChangeAspect="1"/>
          </p:cNvPicPr>
          <p:nvPr/>
        </p:nvPicPr>
        <p:blipFill>
          <a:blip r:embed="rId6"/>
          <a:stretch>
            <a:fillRect/>
          </a:stretch>
        </p:blipFill>
        <p:spPr>
          <a:xfrm>
            <a:off x="2606040" y="4276344"/>
            <a:ext cx="502920" cy="502920"/>
          </a:xfrm>
          <a:prstGeom prst="rect">
            <a:avLst/>
          </a:prstGeom>
        </p:spPr>
      </p:pic>
      <p:sp>
        <p:nvSpPr>
          <p:cNvPr id="49" name="Text 40"/>
          <p:cNvSpPr txBox="1"/>
          <p:nvPr/>
        </p:nvSpPr>
        <p:spPr>
          <a:xfrm>
            <a:off x="685800" y="4770120"/>
            <a:ext cx="2377440" cy="658368"/>
          </a:xfrm>
          <a:prstGeom prst="rect">
            <a:avLst/>
          </a:prstGeom>
          <a:noFill/>
          <a:ln/>
        </p:spPr>
        <p:txBody>
          <a:bodyPr wrap="square" lIns="0" tIns="0" rIns="0" bIns="0" rtlCol="0" anchor="t"/>
          <a:lstStyle/>
          <a:p>
            <a:pPr algn="l" indent="0" marL="0">
              <a:buNone/>
            </a:pPr>
            <a:r>
              <a:rPr lang="en-US" sz="1400" dirty="0">
                <a:solidFill>
                  <a:schemeClr val="tx1"/>
                </a:solidFill>
              </a:rPr>
              <a:t>Vous saluez votre professeur le matin.</a:t>
            </a:r>
            <a:endParaRPr lang="en-US" sz="1400" dirty="0"/>
          </a:p>
        </p:txBody>
      </p:sp>
      <p:sp>
        <p:nvSpPr>
          <p:cNvPr id="50" name="Shape 41"/>
          <p:cNvSpPr/>
          <p:nvPr/>
        </p:nvSpPr>
        <p:spPr>
          <a:xfrm>
            <a:off x="1115568" y="4331208"/>
            <a:ext cx="329184" cy="329184"/>
          </a:xfrm>
          <a:prstGeom prst="ellipse">
            <a:avLst/>
          </a:prstGeom>
          <a:solidFill>
            <a:schemeClr val="tx2"/>
          </a:solidFill>
          <a:ln w="12700">
            <a:solidFill>
              <a:srgbClr val="FFFFFF">
                <a:alpha val="0"/>
              </a:srgbClr>
            </a:solidFill>
            <a:prstDash val="solid"/>
          </a:ln>
        </p:spPr>
      </p:sp>
      <p:sp>
        <p:nvSpPr>
          <p:cNvPr id="51" name="Text 42"/>
          <p:cNvSpPr txBox="1"/>
          <p:nvPr/>
        </p:nvSpPr>
        <p:spPr>
          <a:xfrm>
            <a:off x="1115568" y="43312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F</a:t>
            </a:r>
            <a:endParaRPr lang="en-US" sz="1200" dirty="0"/>
          </a:p>
        </p:txBody>
      </p:sp>
      <p:sp>
        <p:nvSpPr>
          <p:cNvPr id="52" name="Shape 43"/>
          <p:cNvSpPr/>
          <p:nvPr/>
        </p:nvSpPr>
        <p:spPr>
          <a:xfrm>
            <a:off x="640080" y="5541264"/>
            <a:ext cx="2468880" cy="676656"/>
          </a:xfrm>
          <a:prstGeom prst="roundRect">
            <a:avLst>
              <a:gd name="adj" fmla="val 20270"/>
            </a:avLst>
          </a:prstGeom>
          <a:solidFill>
            <a:schemeClr val="tx2">
              <a:alpha val="15000"/>
            </a:schemeClr>
          </a:solidFill>
          <a:ln w="12700">
            <a:solidFill>
              <a:srgbClr val="17375E"/>
            </a:solidFill>
            <a:prstDash val="solid"/>
          </a:ln>
        </p:spPr>
      </p:sp>
      <p:sp>
        <p:nvSpPr>
          <p:cNvPr id="53" name="Text 44"/>
          <p:cNvSpPr txBox="1"/>
          <p:nvPr/>
        </p:nvSpPr>
        <p:spPr>
          <a:xfrm>
            <a:off x="731520" y="5541264"/>
            <a:ext cx="2286000" cy="676656"/>
          </a:xfrm>
          <a:prstGeom prst="rect">
            <a:avLst/>
          </a:prstGeom>
          <a:noFill/>
          <a:ln/>
        </p:spPr>
        <p:txBody>
          <a:bodyPr wrap="square" lIns="0" tIns="0" rIns="0" bIns="0" rtlCol="0" anchor="ctr"/>
          <a:lstStyle/>
          <a:p>
            <a:pPr algn="ctr" indent="0" marL="0">
              <a:buNone/>
            </a:pPr>
            <a:r>
              <a:rPr lang="en-US" sz="1500" b="1" i="1" dirty="0">
                <a:solidFill>
                  <a:schemeClr val="tx1"/>
                </a:solidFill>
              </a:rPr>
              <a:t>Goedemorgen, mevrouw!</a:t>
            </a:r>
            <a:endParaRPr lang="en-US" sz="1500" dirty="0"/>
          </a:p>
        </p:txBody>
      </p:sp>
      <p:sp>
        <p:nvSpPr>
          <p:cNvPr id="54" name="Shape 45"/>
          <p:cNvSpPr/>
          <p:nvPr/>
        </p:nvSpPr>
        <p:spPr>
          <a:xfrm>
            <a:off x="3355848" y="4203192"/>
            <a:ext cx="265176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5" name="Shape 46"/>
          <p:cNvSpPr/>
          <p:nvPr/>
        </p:nvSpPr>
        <p:spPr>
          <a:xfrm>
            <a:off x="3465576" y="4312920"/>
            <a:ext cx="365760" cy="365760"/>
          </a:xfrm>
          <a:prstGeom prst="ellipse">
            <a:avLst/>
          </a:prstGeom>
          <a:solidFill>
            <a:schemeClr val="accent1"/>
          </a:solidFill>
          <a:ln w="12700">
            <a:solidFill>
              <a:srgbClr val="FFFFFF">
                <a:alpha val="0"/>
              </a:srgbClr>
            </a:solidFill>
            <a:prstDash val="solid"/>
          </a:ln>
        </p:spPr>
      </p:sp>
      <p:sp>
        <p:nvSpPr>
          <p:cNvPr id="56" name="Text 47"/>
          <p:cNvSpPr txBox="1"/>
          <p:nvPr/>
        </p:nvSpPr>
        <p:spPr>
          <a:xfrm>
            <a:off x="3465576" y="43129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pic>
        <p:nvPicPr>
          <p:cNvPr id="57" name="Image 6" descr="world map">    </p:cNvPr>
          <p:cNvPicPr>
            <a:picLocks noChangeAspect="1"/>
          </p:cNvPicPr>
          <p:nvPr/>
        </p:nvPicPr>
        <p:blipFill>
          <a:blip r:embed="rId7"/>
          <a:stretch>
            <a:fillRect/>
          </a:stretch>
        </p:blipFill>
        <p:spPr>
          <a:xfrm>
            <a:off x="5413248" y="4276344"/>
            <a:ext cx="502920" cy="502920"/>
          </a:xfrm>
          <a:prstGeom prst="rect">
            <a:avLst/>
          </a:prstGeom>
        </p:spPr>
      </p:pic>
      <p:sp>
        <p:nvSpPr>
          <p:cNvPr id="58" name="Text 48"/>
          <p:cNvSpPr txBox="1"/>
          <p:nvPr/>
        </p:nvSpPr>
        <p:spPr>
          <a:xfrm>
            <a:off x="3493008" y="4770120"/>
            <a:ext cx="2377440" cy="658368"/>
          </a:xfrm>
          <a:prstGeom prst="rect">
            <a:avLst/>
          </a:prstGeom>
          <a:noFill/>
          <a:ln/>
        </p:spPr>
        <p:txBody>
          <a:bodyPr wrap="square" lIns="0" tIns="0" rIns="0" bIns="0" rtlCol="0" anchor="t"/>
          <a:lstStyle/>
          <a:p>
            <a:pPr algn="l" indent="0" marL="0">
              <a:buNone/>
            </a:pPr>
            <a:r>
              <a:rPr lang="en-US" sz="1400" dirty="0">
                <a:solidFill>
                  <a:schemeClr val="tx1"/>
                </a:solidFill>
              </a:rPr>
              <a:t>Vous demandez le chemin dans la rue.</a:t>
            </a:r>
            <a:endParaRPr lang="en-US" sz="1400" dirty="0"/>
          </a:p>
        </p:txBody>
      </p:sp>
      <p:sp>
        <p:nvSpPr>
          <p:cNvPr id="59" name="Shape 49"/>
          <p:cNvSpPr/>
          <p:nvPr/>
        </p:nvSpPr>
        <p:spPr>
          <a:xfrm>
            <a:off x="3922776" y="4331208"/>
            <a:ext cx="329184" cy="329184"/>
          </a:xfrm>
          <a:prstGeom prst="ellipse">
            <a:avLst/>
          </a:prstGeom>
          <a:solidFill>
            <a:schemeClr val="tx2"/>
          </a:solidFill>
          <a:ln w="12700">
            <a:solidFill>
              <a:srgbClr val="FFFFFF">
                <a:alpha val="0"/>
              </a:srgbClr>
            </a:solidFill>
            <a:prstDash val="solid"/>
          </a:ln>
        </p:spPr>
      </p:sp>
      <p:sp>
        <p:nvSpPr>
          <p:cNvPr id="60" name="Text 50"/>
          <p:cNvSpPr txBox="1"/>
          <p:nvPr/>
        </p:nvSpPr>
        <p:spPr>
          <a:xfrm>
            <a:off x="3922776" y="43312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F</a:t>
            </a:r>
            <a:endParaRPr lang="en-US" sz="1200" dirty="0"/>
          </a:p>
        </p:txBody>
      </p:sp>
      <p:sp>
        <p:nvSpPr>
          <p:cNvPr id="61" name="Shape 51"/>
          <p:cNvSpPr/>
          <p:nvPr/>
        </p:nvSpPr>
        <p:spPr>
          <a:xfrm>
            <a:off x="3447288" y="5541264"/>
            <a:ext cx="2468880" cy="676656"/>
          </a:xfrm>
          <a:prstGeom prst="roundRect">
            <a:avLst>
              <a:gd name="adj" fmla="val 20270"/>
            </a:avLst>
          </a:prstGeom>
          <a:solidFill>
            <a:schemeClr val="tx2">
              <a:alpha val="15000"/>
            </a:schemeClr>
          </a:solidFill>
          <a:ln w="12700">
            <a:solidFill>
              <a:srgbClr val="17375E"/>
            </a:solidFill>
            <a:prstDash val="solid"/>
          </a:ln>
        </p:spPr>
      </p:sp>
      <p:sp>
        <p:nvSpPr>
          <p:cNvPr id="62" name="Text 52"/>
          <p:cNvSpPr txBox="1"/>
          <p:nvPr/>
        </p:nvSpPr>
        <p:spPr>
          <a:xfrm>
            <a:off x="3538728" y="5541264"/>
            <a:ext cx="2286000" cy="676656"/>
          </a:xfrm>
          <a:prstGeom prst="rect">
            <a:avLst/>
          </a:prstGeom>
          <a:noFill/>
          <a:ln/>
        </p:spPr>
        <p:txBody>
          <a:bodyPr wrap="square" lIns="0" tIns="0" rIns="0" bIns="0" rtlCol="0" anchor="ctr"/>
          <a:lstStyle/>
          <a:p>
            <a:pPr algn="ctr" indent="0" marL="0">
              <a:buNone/>
            </a:pPr>
            <a:r>
              <a:rPr lang="en-US" sz="1500" b="1" i="1" dirty="0">
                <a:solidFill>
                  <a:schemeClr val="tx1"/>
                </a:solidFill>
              </a:rPr>
              <a:t>Pardon, waar is het station?</a:t>
            </a:r>
            <a:endParaRPr lang="en-US" sz="1500" dirty="0"/>
          </a:p>
        </p:txBody>
      </p:sp>
      <p:sp>
        <p:nvSpPr>
          <p:cNvPr id="63" name="Shape 53"/>
          <p:cNvSpPr/>
          <p:nvPr/>
        </p:nvSpPr>
        <p:spPr>
          <a:xfrm>
            <a:off x="6163056" y="4203192"/>
            <a:ext cx="265176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4" name="Shape 54"/>
          <p:cNvSpPr/>
          <p:nvPr/>
        </p:nvSpPr>
        <p:spPr>
          <a:xfrm>
            <a:off x="6272784" y="4312920"/>
            <a:ext cx="365760" cy="365760"/>
          </a:xfrm>
          <a:prstGeom prst="ellipse">
            <a:avLst/>
          </a:prstGeom>
          <a:solidFill>
            <a:schemeClr val="accent1"/>
          </a:solidFill>
          <a:ln w="12700">
            <a:solidFill>
              <a:srgbClr val="FFFFFF">
                <a:alpha val="0"/>
              </a:srgbClr>
            </a:solidFill>
            <a:prstDash val="solid"/>
          </a:ln>
        </p:spPr>
      </p:sp>
      <p:sp>
        <p:nvSpPr>
          <p:cNvPr id="65" name="Text 55"/>
          <p:cNvSpPr txBox="1"/>
          <p:nvPr/>
        </p:nvSpPr>
        <p:spPr>
          <a:xfrm>
            <a:off x="6272784" y="43129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pic>
        <p:nvPicPr>
          <p:cNvPr id="66" name="Image 7" descr="beach with umbrella">    </p:cNvPr>
          <p:cNvPicPr>
            <a:picLocks noChangeAspect="1"/>
          </p:cNvPicPr>
          <p:nvPr/>
        </p:nvPicPr>
        <p:blipFill>
          <a:blip r:embed="rId8"/>
          <a:stretch>
            <a:fillRect/>
          </a:stretch>
        </p:blipFill>
        <p:spPr>
          <a:xfrm>
            <a:off x="8220456" y="4276344"/>
            <a:ext cx="502920" cy="502920"/>
          </a:xfrm>
          <a:prstGeom prst="rect">
            <a:avLst/>
          </a:prstGeom>
        </p:spPr>
      </p:pic>
      <p:sp>
        <p:nvSpPr>
          <p:cNvPr id="67" name="Text 56"/>
          <p:cNvSpPr txBox="1"/>
          <p:nvPr/>
        </p:nvSpPr>
        <p:spPr>
          <a:xfrm>
            <a:off x="6300216" y="4770120"/>
            <a:ext cx="2377440" cy="658368"/>
          </a:xfrm>
          <a:prstGeom prst="rect">
            <a:avLst/>
          </a:prstGeom>
          <a:noFill/>
          <a:ln/>
        </p:spPr>
        <p:txBody>
          <a:bodyPr wrap="square" lIns="0" tIns="0" rIns="0" bIns="0" rtlCol="0" anchor="t"/>
          <a:lstStyle/>
          <a:p>
            <a:pPr algn="l" indent="0" marL="0">
              <a:buNone/>
            </a:pPr>
            <a:r>
              <a:rPr lang="en-US" sz="1400" dirty="0">
                <a:solidFill>
                  <a:schemeClr val="tx1"/>
                </a:solidFill>
              </a:rPr>
              <a:t>Vous demandez des congés à votre cheffe.</a:t>
            </a:r>
            <a:endParaRPr lang="en-US" sz="1400" dirty="0"/>
          </a:p>
        </p:txBody>
      </p:sp>
      <p:sp>
        <p:nvSpPr>
          <p:cNvPr id="68" name="Shape 57"/>
          <p:cNvSpPr/>
          <p:nvPr/>
        </p:nvSpPr>
        <p:spPr>
          <a:xfrm>
            <a:off x="6729984" y="4331208"/>
            <a:ext cx="329184" cy="329184"/>
          </a:xfrm>
          <a:prstGeom prst="ellipse">
            <a:avLst/>
          </a:prstGeom>
          <a:solidFill>
            <a:schemeClr val="tx2"/>
          </a:solidFill>
          <a:ln w="12700">
            <a:solidFill>
              <a:srgbClr val="FFFFFF">
                <a:alpha val="0"/>
              </a:srgbClr>
            </a:solidFill>
            <a:prstDash val="solid"/>
          </a:ln>
        </p:spPr>
      </p:sp>
      <p:sp>
        <p:nvSpPr>
          <p:cNvPr id="69" name="Text 58"/>
          <p:cNvSpPr txBox="1"/>
          <p:nvPr/>
        </p:nvSpPr>
        <p:spPr>
          <a:xfrm>
            <a:off x="6729984" y="43312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F</a:t>
            </a:r>
            <a:endParaRPr lang="en-US" sz="1200" dirty="0"/>
          </a:p>
        </p:txBody>
      </p:sp>
      <p:sp>
        <p:nvSpPr>
          <p:cNvPr id="70" name="Shape 59"/>
          <p:cNvSpPr/>
          <p:nvPr/>
        </p:nvSpPr>
        <p:spPr>
          <a:xfrm>
            <a:off x="6254496" y="5541264"/>
            <a:ext cx="2468880" cy="676656"/>
          </a:xfrm>
          <a:prstGeom prst="roundRect">
            <a:avLst>
              <a:gd name="adj" fmla="val 20270"/>
            </a:avLst>
          </a:prstGeom>
          <a:solidFill>
            <a:schemeClr val="tx2">
              <a:alpha val="15000"/>
            </a:schemeClr>
          </a:solidFill>
          <a:ln w="12700">
            <a:solidFill>
              <a:srgbClr val="17375E"/>
            </a:solidFill>
            <a:prstDash val="solid"/>
          </a:ln>
        </p:spPr>
      </p:sp>
      <p:sp>
        <p:nvSpPr>
          <p:cNvPr id="71" name="Text 60"/>
          <p:cNvSpPr txBox="1"/>
          <p:nvPr/>
        </p:nvSpPr>
        <p:spPr>
          <a:xfrm>
            <a:off x="6345936" y="5541264"/>
            <a:ext cx="2286000" cy="676656"/>
          </a:xfrm>
          <a:prstGeom prst="rect">
            <a:avLst/>
          </a:prstGeom>
          <a:noFill/>
          <a:ln/>
        </p:spPr>
        <p:txBody>
          <a:bodyPr wrap="square" lIns="0" tIns="0" rIns="0" bIns="0" rtlCol="0" anchor="ctr"/>
          <a:lstStyle/>
          <a:p>
            <a:pPr algn="ctr" indent="0" marL="0">
              <a:buNone/>
            </a:pPr>
            <a:r>
              <a:rPr lang="en-US" sz="1500" b="1" i="1" dirty="0">
                <a:solidFill>
                  <a:schemeClr val="tx1"/>
                </a:solidFill>
              </a:rPr>
              <a:t>Mag ik volgende week verlof nemen?</a:t>
            </a:r>
            <a:endParaRPr lang="en-US" sz="1500" dirty="0"/>
          </a:p>
        </p:txBody>
      </p:sp>
      <p:sp>
        <p:nvSpPr>
          <p:cNvPr id="72" name="Shape 61"/>
          <p:cNvSpPr/>
          <p:nvPr/>
        </p:nvSpPr>
        <p:spPr>
          <a:xfrm>
            <a:off x="8970264" y="4203192"/>
            <a:ext cx="265176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73" name="Shape 62"/>
          <p:cNvSpPr/>
          <p:nvPr/>
        </p:nvSpPr>
        <p:spPr>
          <a:xfrm>
            <a:off x="9079992" y="4312920"/>
            <a:ext cx="365760" cy="365760"/>
          </a:xfrm>
          <a:prstGeom prst="ellipse">
            <a:avLst/>
          </a:prstGeom>
          <a:solidFill>
            <a:schemeClr val="accent1"/>
          </a:solidFill>
          <a:ln w="12700">
            <a:solidFill>
              <a:srgbClr val="FFFFFF">
                <a:alpha val="0"/>
              </a:srgbClr>
            </a:solidFill>
            <a:prstDash val="solid"/>
          </a:ln>
        </p:spPr>
      </p:sp>
      <p:sp>
        <p:nvSpPr>
          <p:cNvPr id="74" name="Text 63"/>
          <p:cNvSpPr txBox="1"/>
          <p:nvPr/>
        </p:nvSpPr>
        <p:spPr>
          <a:xfrm>
            <a:off x="9079992" y="43129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pic>
        <p:nvPicPr>
          <p:cNvPr id="75" name="Image 8" descr="collision">    </p:cNvPr>
          <p:cNvPicPr>
            <a:picLocks noChangeAspect="1"/>
          </p:cNvPicPr>
          <p:nvPr/>
        </p:nvPicPr>
        <p:blipFill>
          <a:blip r:embed="rId9"/>
          <a:stretch>
            <a:fillRect/>
          </a:stretch>
        </p:blipFill>
        <p:spPr>
          <a:xfrm>
            <a:off x="11027664" y="4276344"/>
            <a:ext cx="502920" cy="502920"/>
          </a:xfrm>
          <a:prstGeom prst="rect">
            <a:avLst/>
          </a:prstGeom>
        </p:spPr>
      </p:pic>
      <p:sp>
        <p:nvSpPr>
          <p:cNvPr id="76" name="Text 64"/>
          <p:cNvSpPr txBox="1"/>
          <p:nvPr/>
        </p:nvSpPr>
        <p:spPr>
          <a:xfrm>
            <a:off x="9107424" y="4770120"/>
            <a:ext cx="2377440" cy="658368"/>
          </a:xfrm>
          <a:prstGeom prst="rect">
            <a:avLst/>
          </a:prstGeom>
          <a:noFill/>
          <a:ln/>
        </p:spPr>
        <p:txBody>
          <a:bodyPr wrap="square" lIns="0" tIns="0" rIns="0" bIns="0" rtlCol="0" anchor="t"/>
          <a:lstStyle/>
          <a:p>
            <a:pPr algn="l" indent="0" marL="0">
              <a:buNone/>
            </a:pPr>
            <a:r>
              <a:rPr lang="en-US" sz="1400" dirty="0">
                <a:solidFill>
                  <a:schemeClr val="tx1"/>
                </a:solidFill>
              </a:rPr>
              <a:t>Vous bousculez quelqu’un dans un magasin.</a:t>
            </a:r>
            <a:endParaRPr lang="en-US" sz="1400" dirty="0"/>
          </a:p>
        </p:txBody>
      </p:sp>
      <p:sp>
        <p:nvSpPr>
          <p:cNvPr id="77" name="Shape 65"/>
          <p:cNvSpPr/>
          <p:nvPr/>
        </p:nvSpPr>
        <p:spPr>
          <a:xfrm>
            <a:off x="9537192" y="4331208"/>
            <a:ext cx="329184" cy="329184"/>
          </a:xfrm>
          <a:prstGeom prst="ellipse">
            <a:avLst/>
          </a:prstGeom>
          <a:solidFill>
            <a:schemeClr val="tx2"/>
          </a:solidFill>
          <a:ln w="12700">
            <a:solidFill>
              <a:srgbClr val="FFFFFF">
                <a:alpha val="0"/>
              </a:srgbClr>
            </a:solidFill>
            <a:prstDash val="solid"/>
          </a:ln>
        </p:spPr>
      </p:sp>
      <p:sp>
        <p:nvSpPr>
          <p:cNvPr id="78" name="Text 66"/>
          <p:cNvSpPr txBox="1"/>
          <p:nvPr/>
        </p:nvSpPr>
        <p:spPr>
          <a:xfrm>
            <a:off x="9537192" y="43312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F</a:t>
            </a:r>
            <a:endParaRPr lang="en-US" sz="1200" dirty="0"/>
          </a:p>
        </p:txBody>
      </p:sp>
      <p:sp>
        <p:nvSpPr>
          <p:cNvPr id="79" name="Shape 67"/>
          <p:cNvSpPr/>
          <p:nvPr/>
        </p:nvSpPr>
        <p:spPr>
          <a:xfrm>
            <a:off x="9061704" y="5541264"/>
            <a:ext cx="2468880" cy="676656"/>
          </a:xfrm>
          <a:prstGeom prst="roundRect">
            <a:avLst>
              <a:gd name="adj" fmla="val 20270"/>
            </a:avLst>
          </a:prstGeom>
          <a:solidFill>
            <a:schemeClr val="tx2">
              <a:alpha val="15000"/>
            </a:schemeClr>
          </a:solidFill>
          <a:ln w="12700">
            <a:solidFill>
              <a:srgbClr val="17375E"/>
            </a:solidFill>
            <a:prstDash val="solid"/>
          </a:ln>
        </p:spPr>
      </p:sp>
      <p:sp>
        <p:nvSpPr>
          <p:cNvPr id="80" name="Text 68"/>
          <p:cNvSpPr txBox="1"/>
          <p:nvPr/>
        </p:nvSpPr>
        <p:spPr>
          <a:xfrm>
            <a:off x="9153144" y="5541264"/>
            <a:ext cx="2286000" cy="676656"/>
          </a:xfrm>
          <a:prstGeom prst="rect">
            <a:avLst/>
          </a:prstGeom>
          <a:noFill/>
          <a:ln/>
        </p:spPr>
        <p:txBody>
          <a:bodyPr wrap="square" lIns="0" tIns="0" rIns="0" bIns="0" rtlCol="0" anchor="ctr"/>
          <a:lstStyle/>
          <a:p>
            <a:pPr algn="ctr" indent="0" marL="0">
              <a:buNone/>
            </a:pPr>
            <a:r>
              <a:rPr lang="en-US" sz="1500" b="1" i="1" dirty="0">
                <a:solidFill>
                  <a:schemeClr val="tx1"/>
                </a:solidFill>
              </a:rPr>
              <a:t>Excuseer! / Pardon!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Familier → poli</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Rendez chaque phrase formelle : tous les curseurs à droite !</a:t>
            </a:r>
            <a:endParaRPr lang="en-US" sz="1700" dirty="0"/>
          </a:p>
        </p:txBody>
      </p:sp>
      <p:sp>
        <p:nvSpPr>
          <p:cNvPr id="8" name="Shape 4"/>
          <p:cNvSpPr/>
          <p:nvPr/>
        </p:nvSpPr>
        <p:spPr>
          <a:xfrm>
            <a:off x="548640" y="2040255"/>
            <a:ext cx="329184" cy="329184"/>
          </a:xfrm>
          <a:prstGeom prst="ellipse">
            <a:avLst/>
          </a:prstGeom>
          <a:solidFill>
            <a:schemeClr val="accent5"/>
          </a:solidFill>
          <a:ln w="12700">
            <a:solidFill>
              <a:srgbClr val="FFFFFF">
                <a:alpha val="0"/>
              </a:srgbClr>
            </a:solidFill>
            <a:prstDash val="solid"/>
          </a:ln>
        </p:spPr>
      </p:sp>
      <p:sp>
        <p:nvSpPr>
          <p:cNvPr id="9" name="Text 5"/>
          <p:cNvSpPr txBox="1"/>
          <p:nvPr/>
        </p:nvSpPr>
        <p:spPr>
          <a:xfrm>
            <a:off x="548640" y="204025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Shape 6"/>
          <p:cNvSpPr/>
          <p:nvPr/>
        </p:nvSpPr>
        <p:spPr>
          <a:xfrm>
            <a:off x="960120" y="1969008"/>
            <a:ext cx="3291840" cy="453390"/>
          </a:xfrm>
          <a:prstGeom prst="roundRect">
            <a:avLst>
              <a:gd name="adj" fmla="val 16134"/>
            </a:avLst>
          </a:prstGeom>
          <a:solidFill>
            <a:srgbClr val="5B9BD5">
              <a:alpha val="20000"/>
            </a:srgbClr>
          </a:solidFill>
          <a:ln w="12700">
            <a:solidFill>
              <a:srgbClr val="5B9BD5"/>
            </a:solidFill>
            <a:prstDash val="solid"/>
          </a:ln>
        </p:spPr>
      </p:sp>
      <p:sp>
        <p:nvSpPr>
          <p:cNvPr id="11" name="Text 7"/>
          <p:cNvSpPr txBox="1"/>
          <p:nvPr/>
        </p:nvSpPr>
        <p:spPr>
          <a:xfrm>
            <a:off x="1097280" y="1969008"/>
            <a:ext cx="3108960" cy="453390"/>
          </a:xfrm>
          <a:prstGeom prst="rect">
            <a:avLst/>
          </a:prstGeom>
          <a:noFill/>
          <a:ln/>
        </p:spPr>
        <p:txBody>
          <a:bodyPr wrap="square" lIns="0" tIns="0" rIns="0" bIns="0" rtlCol="0" anchor="ctr"/>
          <a:lstStyle/>
          <a:p>
            <a:pPr algn="l" indent="0" marL="0">
              <a:buNone/>
            </a:pPr>
            <a:r>
              <a:rPr lang="en-US" sz="1700" i="1" dirty="0">
                <a:solidFill>
                  <a:schemeClr val="tx1"/>
                </a:solidFill>
              </a:rPr>
              <a:t>Hoi Tom, kun je me helpen?</a:t>
            </a:r>
            <a:endParaRPr lang="en-US" sz="1700" dirty="0"/>
          </a:p>
        </p:txBody>
      </p:sp>
      <p:sp>
        <p:nvSpPr>
          <p:cNvPr id="12" name="Shape 8"/>
          <p:cNvSpPr/>
          <p:nvPr/>
        </p:nvSpPr>
        <p:spPr>
          <a:xfrm>
            <a:off x="4297680" y="2186559"/>
            <a:ext cx="594360" cy="914"/>
          </a:xfrm>
          <a:prstGeom prst="line">
            <a:avLst/>
          </a:prstGeom>
          <a:noFill/>
          <a:ln w="31750">
            <a:solidFill>
              <a:srgbClr val="D9700F"/>
            </a:solidFill>
            <a:prstDash val="solid"/>
            <a:tailEnd type="triangle"/>
          </a:ln>
        </p:spPr>
      </p:sp>
      <p:sp>
        <p:nvSpPr>
          <p:cNvPr id="13" name="Shape 9"/>
          <p:cNvSpPr/>
          <p:nvPr/>
        </p:nvSpPr>
        <p:spPr>
          <a:xfrm>
            <a:off x="4937760" y="1969008"/>
            <a:ext cx="6702552" cy="453390"/>
          </a:xfrm>
          <a:prstGeom prst="roundRect">
            <a:avLst>
              <a:gd name="adj" fmla="val 16134"/>
            </a:avLst>
          </a:prstGeom>
          <a:solidFill>
            <a:schemeClr val="bg1"/>
          </a:solidFill>
          <a:ln w="15875">
            <a:solidFill>
              <a:srgbClr val="17375E"/>
            </a:solidFill>
            <a:prstDash val="solid"/>
          </a:ln>
        </p:spPr>
      </p:sp>
      <p:sp>
        <p:nvSpPr>
          <p:cNvPr id="14" name="Shape 10"/>
          <p:cNvSpPr/>
          <p:nvPr/>
        </p:nvSpPr>
        <p:spPr>
          <a:xfrm>
            <a:off x="548640" y="2585085"/>
            <a:ext cx="329184" cy="329184"/>
          </a:xfrm>
          <a:prstGeom prst="ellipse">
            <a:avLst/>
          </a:prstGeom>
          <a:solidFill>
            <a:schemeClr val="accent5"/>
          </a:solidFill>
          <a:ln w="12700">
            <a:solidFill>
              <a:srgbClr val="FFFFFF">
                <a:alpha val="0"/>
              </a:srgbClr>
            </a:solidFill>
            <a:prstDash val="solid"/>
          </a:ln>
        </p:spPr>
      </p:sp>
      <p:sp>
        <p:nvSpPr>
          <p:cNvPr id="15" name="Text 11"/>
          <p:cNvSpPr txBox="1"/>
          <p:nvPr/>
        </p:nvSpPr>
        <p:spPr>
          <a:xfrm>
            <a:off x="548640" y="258508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6" name="Shape 12"/>
          <p:cNvSpPr/>
          <p:nvPr/>
        </p:nvSpPr>
        <p:spPr>
          <a:xfrm>
            <a:off x="960120" y="2513838"/>
            <a:ext cx="3291840" cy="453390"/>
          </a:xfrm>
          <a:prstGeom prst="roundRect">
            <a:avLst>
              <a:gd name="adj" fmla="val 16134"/>
            </a:avLst>
          </a:prstGeom>
          <a:solidFill>
            <a:srgbClr val="5B9BD5">
              <a:alpha val="20000"/>
            </a:srgbClr>
          </a:solidFill>
          <a:ln w="12700">
            <a:solidFill>
              <a:srgbClr val="5B9BD5"/>
            </a:solidFill>
            <a:prstDash val="solid"/>
          </a:ln>
        </p:spPr>
      </p:sp>
      <p:sp>
        <p:nvSpPr>
          <p:cNvPr id="17" name="Text 13"/>
          <p:cNvSpPr txBox="1"/>
          <p:nvPr/>
        </p:nvSpPr>
        <p:spPr>
          <a:xfrm>
            <a:off x="1097280" y="2513838"/>
            <a:ext cx="3108960" cy="453390"/>
          </a:xfrm>
          <a:prstGeom prst="rect">
            <a:avLst/>
          </a:prstGeom>
          <a:noFill/>
          <a:ln/>
        </p:spPr>
        <p:txBody>
          <a:bodyPr wrap="square" lIns="0" tIns="0" rIns="0" bIns="0" rtlCol="0" anchor="ctr"/>
          <a:lstStyle/>
          <a:p>
            <a:pPr algn="l" indent="0" marL="0">
              <a:buNone/>
            </a:pPr>
            <a:r>
              <a:rPr lang="en-US" sz="1700" i="1" dirty="0">
                <a:solidFill>
                  <a:schemeClr val="tx1"/>
                </a:solidFill>
              </a:rPr>
              <a:t>Heb je even tijd?</a:t>
            </a:r>
            <a:endParaRPr lang="en-US" sz="1700" dirty="0"/>
          </a:p>
        </p:txBody>
      </p:sp>
      <p:sp>
        <p:nvSpPr>
          <p:cNvPr id="18" name="Shape 14"/>
          <p:cNvSpPr/>
          <p:nvPr/>
        </p:nvSpPr>
        <p:spPr>
          <a:xfrm>
            <a:off x="4297680" y="2731389"/>
            <a:ext cx="594360" cy="914"/>
          </a:xfrm>
          <a:prstGeom prst="line">
            <a:avLst/>
          </a:prstGeom>
          <a:noFill/>
          <a:ln w="31750">
            <a:solidFill>
              <a:srgbClr val="D9700F"/>
            </a:solidFill>
            <a:prstDash val="solid"/>
            <a:tailEnd type="triangle"/>
          </a:ln>
        </p:spPr>
      </p:sp>
      <p:sp>
        <p:nvSpPr>
          <p:cNvPr id="19" name="Shape 15"/>
          <p:cNvSpPr/>
          <p:nvPr/>
        </p:nvSpPr>
        <p:spPr>
          <a:xfrm>
            <a:off x="4937760" y="2513838"/>
            <a:ext cx="6702552" cy="453390"/>
          </a:xfrm>
          <a:prstGeom prst="roundRect">
            <a:avLst>
              <a:gd name="adj" fmla="val 16134"/>
            </a:avLst>
          </a:prstGeom>
          <a:solidFill>
            <a:schemeClr val="bg1"/>
          </a:solidFill>
          <a:ln w="15875">
            <a:solidFill>
              <a:srgbClr val="17375E"/>
            </a:solidFill>
            <a:prstDash val="solid"/>
          </a:ln>
        </p:spPr>
      </p:sp>
      <p:sp>
        <p:nvSpPr>
          <p:cNvPr id="20" name="Shape 16"/>
          <p:cNvSpPr/>
          <p:nvPr/>
        </p:nvSpPr>
        <p:spPr>
          <a:xfrm>
            <a:off x="548640" y="3129915"/>
            <a:ext cx="329184" cy="329184"/>
          </a:xfrm>
          <a:prstGeom prst="ellipse">
            <a:avLst/>
          </a:prstGeom>
          <a:solidFill>
            <a:schemeClr val="accent5"/>
          </a:solidFill>
          <a:ln w="12700">
            <a:solidFill>
              <a:srgbClr val="FFFFFF">
                <a:alpha val="0"/>
              </a:srgbClr>
            </a:solidFill>
            <a:prstDash val="solid"/>
          </a:ln>
        </p:spPr>
      </p:sp>
      <p:sp>
        <p:nvSpPr>
          <p:cNvPr id="21" name="Text 17"/>
          <p:cNvSpPr txBox="1"/>
          <p:nvPr/>
        </p:nvSpPr>
        <p:spPr>
          <a:xfrm>
            <a:off x="548640" y="312991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2" name="Shape 18"/>
          <p:cNvSpPr/>
          <p:nvPr/>
        </p:nvSpPr>
        <p:spPr>
          <a:xfrm>
            <a:off x="960120" y="3058668"/>
            <a:ext cx="3291840" cy="453390"/>
          </a:xfrm>
          <a:prstGeom prst="roundRect">
            <a:avLst>
              <a:gd name="adj" fmla="val 16134"/>
            </a:avLst>
          </a:prstGeom>
          <a:solidFill>
            <a:srgbClr val="5B9BD5">
              <a:alpha val="20000"/>
            </a:srgbClr>
          </a:solidFill>
          <a:ln w="12700">
            <a:solidFill>
              <a:srgbClr val="5B9BD5"/>
            </a:solidFill>
            <a:prstDash val="solid"/>
          </a:ln>
        </p:spPr>
      </p:sp>
      <p:sp>
        <p:nvSpPr>
          <p:cNvPr id="23" name="Text 19"/>
          <p:cNvSpPr txBox="1"/>
          <p:nvPr/>
        </p:nvSpPr>
        <p:spPr>
          <a:xfrm>
            <a:off x="1097280" y="3058668"/>
            <a:ext cx="3108960" cy="453390"/>
          </a:xfrm>
          <a:prstGeom prst="rect">
            <a:avLst/>
          </a:prstGeom>
          <a:noFill/>
          <a:ln/>
        </p:spPr>
        <p:txBody>
          <a:bodyPr wrap="square" lIns="0" tIns="0" rIns="0" bIns="0" rtlCol="0" anchor="ctr"/>
          <a:lstStyle/>
          <a:p>
            <a:pPr algn="l" indent="0" marL="0">
              <a:buNone/>
            </a:pPr>
            <a:r>
              <a:rPr lang="en-US" sz="1700" i="1" dirty="0">
                <a:solidFill>
                  <a:schemeClr val="tx1"/>
                </a:solidFill>
              </a:rPr>
              <a:t>Wil je een koffie?</a:t>
            </a:r>
            <a:endParaRPr lang="en-US" sz="1700" dirty="0"/>
          </a:p>
        </p:txBody>
      </p:sp>
      <p:sp>
        <p:nvSpPr>
          <p:cNvPr id="24" name="Shape 20"/>
          <p:cNvSpPr/>
          <p:nvPr/>
        </p:nvSpPr>
        <p:spPr>
          <a:xfrm>
            <a:off x="4297680" y="3276219"/>
            <a:ext cx="594360" cy="914"/>
          </a:xfrm>
          <a:prstGeom prst="line">
            <a:avLst/>
          </a:prstGeom>
          <a:noFill/>
          <a:ln w="31750">
            <a:solidFill>
              <a:srgbClr val="D9700F"/>
            </a:solidFill>
            <a:prstDash val="solid"/>
            <a:tailEnd type="triangle"/>
          </a:ln>
        </p:spPr>
      </p:sp>
      <p:sp>
        <p:nvSpPr>
          <p:cNvPr id="25" name="Shape 21"/>
          <p:cNvSpPr/>
          <p:nvPr/>
        </p:nvSpPr>
        <p:spPr>
          <a:xfrm>
            <a:off x="4937760" y="3058668"/>
            <a:ext cx="6702552" cy="453390"/>
          </a:xfrm>
          <a:prstGeom prst="roundRect">
            <a:avLst>
              <a:gd name="adj" fmla="val 16134"/>
            </a:avLst>
          </a:prstGeom>
          <a:solidFill>
            <a:schemeClr val="bg1"/>
          </a:solidFill>
          <a:ln w="15875">
            <a:solidFill>
              <a:srgbClr val="17375E"/>
            </a:solidFill>
            <a:prstDash val="solid"/>
          </a:ln>
        </p:spPr>
      </p:sp>
      <p:sp>
        <p:nvSpPr>
          <p:cNvPr id="26" name="Shape 22"/>
          <p:cNvSpPr/>
          <p:nvPr/>
        </p:nvSpPr>
        <p:spPr>
          <a:xfrm>
            <a:off x="548640" y="3674745"/>
            <a:ext cx="329184" cy="329184"/>
          </a:xfrm>
          <a:prstGeom prst="ellipse">
            <a:avLst/>
          </a:prstGeom>
          <a:solidFill>
            <a:schemeClr val="accent5"/>
          </a:solidFill>
          <a:ln w="12700">
            <a:solidFill>
              <a:srgbClr val="FFFFFF">
                <a:alpha val="0"/>
              </a:srgbClr>
            </a:solidFill>
            <a:prstDash val="solid"/>
          </a:ln>
        </p:spPr>
      </p:sp>
      <p:sp>
        <p:nvSpPr>
          <p:cNvPr id="27" name="Text 23"/>
          <p:cNvSpPr txBox="1"/>
          <p:nvPr/>
        </p:nvSpPr>
        <p:spPr>
          <a:xfrm>
            <a:off x="548640" y="367474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8" name="Shape 24"/>
          <p:cNvSpPr/>
          <p:nvPr/>
        </p:nvSpPr>
        <p:spPr>
          <a:xfrm>
            <a:off x="960120" y="3603498"/>
            <a:ext cx="3291840" cy="453390"/>
          </a:xfrm>
          <a:prstGeom prst="roundRect">
            <a:avLst>
              <a:gd name="adj" fmla="val 16134"/>
            </a:avLst>
          </a:prstGeom>
          <a:solidFill>
            <a:srgbClr val="5B9BD5">
              <a:alpha val="20000"/>
            </a:srgbClr>
          </a:solidFill>
          <a:ln w="12700">
            <a:solidFill>
              <a:srgbClr val="5B9BD5"/>
            </a:solidFill>
            <a:prstDash val="solid"/>
          </a:ln>
        </p:spPr>
      </p:sp>
      <p:sp>
        <p:nvSpPr>
          <p:cNvPr id="29" name="Text 25"/>
          <p:cNvSpPr txBox="1"/>
          <p:nvPr/>
        </p:nvSpPr>
        <p:spPr>
          <a:xfrm>
            <a:off x="1097280" y="3603498"/>
            <a:ext cx="3108960" cy="453390"/>
          </a:xfrm>
          <a:prstGeom prst="rect">
            <a:avLst/>
          </a:prstGeom>
          <a:noFill/>
          <a:ln/>
        </p:spPr>
        <p:txBody>
          <a:bodyPr wrap="square" lIns="0" tIns="0" rIns="0" bIns="0" rtlCol="0" anchor="ctr"/>
          <a:lstStyle/>
          <a:p>
            <a:pPr algn="l" indent="0" marL="0">
              <a:buNone/>
            </a:pPr>
            <a:r>
              <a:rPr lang="en-US" sz="1700" i="1" dirty="0">
                <a:solidFill>
                  <a:schemeClr val="tx1"/>
                </a:solidFill>
              </a:rPr>
              <a:t>Hoe gaat het met je?</a:t>
            </a:r>
            <a:endParaRPr lang="en-US" sz="1700" dirty="0"/>
          </a:p>
        </p:txBody>
      </p:sp>
      <p:sp>
        <p:nvSpPr>
          <p:cNvPr id="30" name="Shape 26"/>
          <p:cNvSpPr/>
          <p:nvPr/>
        </p:nvSpPr>
        <p:spPr>
          <a:xfrm>
            <a:off x="4297680" y="3821049"/>
            <a:ext cx="594360" cy="914"/>
          </a:xfrm>
          <a:prstGeom prst="line">
            <a:avLst/>
          </a:prstGeom>
          <a:noFill/>
          <a:ln w="31750">
            <a:solidFill>
              <a:srgbClr val="D9700F"/>
            </a:solidFill>
            <a:prstDash val="solid"/>
            <a:tailEnd type="triangle"/>
          </a:ln>
        </p:spPr>
      </p:sp>
      <p:sp>
        <p:nvSpPr>
          <p:cNvPr id="31" name="Shape 27"/>
          <p:cNvSpPr/>
          <p:nvPr/>
        </p:nvSpPr>
        <p:spPr>
          <a:xfrm>
            <a:off x="4937760" y="3603498"/>
            <a:ext cx="6702552" cy="453390"/>
          </a:xfrm>
          <a:prstGeom prst="roundRect">
            <a:avLst>
              <a:gd name="adj" fmla="val 16134"/>
            </a:avLst>
          </a:prstGeom>
          <a:solidFill>
            <a:schemeClr val="bg1"/>
          </a:solidFill>
          <a:ln w="15875">
            <a:solidFill>
              <a:srgbClr val="17375E"/>
            </a:solidFill>
            <a:prstDash val="solid"/>
          </a:ln>
        </p:spPr>
      </p:sp>
      <p:sp>
        <p:nvSpPr>
          <p:cNvPr id="32" name="Shape 28"/>
          <p:cNvSpPr/>
          <p:nvPr/>
        </p:nvSpPr>
        <p:spPr>
          <a:xfrm>
            <a:off x="548640" y="4219575"/>
            <a:ext cx="329184" cy="329184"/>
          </a:xfrm>
          <a:prstGeom prst="ellipse">
            <a:avLst/>
          </a:prstGeom>
          <a:solidFill>
            <a:schemeClr val="accent5"/>
          </a:solidFill>
          <a:ln w="12700">
            <a:solidFill>
              <a:srgbClr val="FFFFFF">
                <a:alpha val="0"/>
              </a:srgbClr>
            </a:solidFill>
            <a:prstDash val="solid"/>
          </a:ln>
        </p:spPr>
      </p:sp>
      <p:sp>
        <p:nvSpPr>
          <p:cNvPr id="33" name="Text 29"/>
          <p:cNvSpPr txBox="1"/>
          <p:nvPr/>
        </p:nvSpPr>
        <p:spPr>
          <a:xfrm>
            <a:off x="548640" y="421957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4" name="Shape 30"/>
          <p:cNvSpPr/>
          <p:nvPr/>
        </p:nvSpPr>
        <p:spPr>
          <a:xfrm>
            <a:off x="960120" y="4148328"/>
            <a:ext cx="3291840" cy="453390"/>
          </a:xfrm>
          <a:prstGeom prst="roundRect">
            <a:avLst>
              <a:gd name="adj" fmla="val 16134"/>
            </a:avLst>
          </a:prstGeom>
          <a:solidFill>
            <a:srgbClr val="5B9BD5">
              <a:alpha val="20000"/>
            </a:srgbClr>
          </a:solidFill>
          <a:ln w="12700">
            <a:solidFill>
              <a:srgbClr val="5B9BD5"/>
            </a:solidFill>
            <a:prstDash val="solid"/>
          </a:ln>
        </p:spPr>
      </p:sp>
      <p:sp>
        <p:nvSpPr>
          <p:cNvPr id="35" name="Text 31"/>
          <p:cNvSpPr txBox="1"/>
          <p:nvPr/>
        </p:nvSpPr>
        <p:spPr>
          <a:xfrm>
            <a:off x="1097280" y="4148328"/>
            <a:ext cx="3108960" cy="453390"/>
          </a:xfrm>
          <a:prstGeom prst="rect">
            <a:avLst/>
          </a:prstGeom>
          <a:noFill/>
          <a:ln/>
        </p:spPr>
        <p:txBody>
          <a:bodyPr wrap="square" lIns="0" tIns="0" rIns="0" bIns="0" rtlCol="0" anchor="ctr"/>
          <a:lstStyle/>
          <a:p>
            <a:pPr algn="l" indent="0" marL="0">
              <a:buNone/>
            </a:pPr>
            <a:r>
              <a:rPr lang="en-US" sz="1700" i="1" dirty="0">
                <a:solidFill>
                  <a:schemeClr val="tx1"/>
                </a:solidFill>
              </a:rPr>
              <a:t>Wat is je adres?</a:t>
            </a:r>
            <a:endParaRPr lang="en-US" sz="1700" dirty="0"/>
          </a:p>
        </p:txBody>
      </p:sp>
      <p:sp>
        <p:nvSpPr>
          <p:cNvPr id="36" name="Shape 32"/>
          <p:cNvSpPr/>
          <p:nvPr/>
        </p:nvSpPr>
        <p:spPr>
          <a:xfrm>
            <a:off x="4297680" y="4365879"/>
            <a:ext cx="594360" cy="914"/>
          </a:xfrm>
          <a:prstGeom prst="line">
            <a:avLst/>
          </a:prstGeom>
          <a:noFill/>
          <a:ln w="31750">
            <a:solidFill>
              <a:srgbClr val="D9700F"/>
            </a:solidFill>
            <a:prstDash val="solid"/>
            <a:tailEnd type="triangle"/>
          </a:ln>
        </p:spPr>
      </p:sp>
      <p:sp>
        <p:nvSpPr>
          <p:cNvPr id="37" name="Shape 33"/>
          <p:cNvSpPr/>
          <p:nvPr/>
        </p:nvSpPr>
        <p:spPr>
          <a:xfrm>
            <a:off x="4937760" y="4148328"/>
            <a:ext cx="6702552" cy="453390"/>
          </a:xfrm>
          <a:prstGeom prst="roundRect">
            <a:avLst>
              <a:gd name="adj" fmla="val 16134"/>
            </a:avLst>
          </a:prstGeom>
          <a:solidFill>
            <a:schemeClr val="bg1"/>
          </a:solidFill>
          <a:ln w="15875">
            <a:solidFill>
              <a:srgbClr val="17375E"/>
            </a:solidFill>
            <a:prstDash val="solid"/>
          </a:ln>
        </p:spPr>
      </p:sp>
      <p:sp>
        <p:nvSpPr>
          <p:cNvPr id="38" name="Shape 34"/>
          <p:cNvSpPr/>
          <p:nvPr/>
        </p:nvSpPr>
        <p:spPr>
          <a:xfrm>
            <a:off x="548640" y="4764405"/>
            <a:ext cx="329184" cy="329184"/>
          </a:xfrm>
          <a:prstGeom prst="ellipse">
            <a:avLst/>
          </a:prstGeom>
          <a:solidFill>
            <a:schemeClr val="accent5"/>
          </a:solidFill>
          <a:ln w="12700">
            <a:solidFill>
              <a:srgbClr val="FFFFFF">
                <a:alpha val="0"/>
              </a:srgbClr>
            </a:solidFill>
            <a:prstDash val="solid"/>
          </a:ln>
        </p:spPr>
      </p:sp>
      <p:sp>
        <p:nvSpPr>
          <p:cNvPr id="39" name="Text 35"/>
          <p:cNvSpPr txBox="1"/>
          <p:nvPr/>
        </p:nvSpPr>
        <p:spPr>
          <a:xfrm>
            <a:off x="548640" y="476440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40" name="Shape 36"/>
          <p:cNvSpPr/>
          <p:nvPr/>
        </p:nvSpPr>
        <p:spPr>
          <a:xfrm>
            <a:off x="960120" y="4693158"/>
            <a:ext cx="3291840" cy="453390"/>
          </a:xfrm>
          <a:prstGeom prst="roundRect">
            <a:avLst>
              <a:gd name="adj" fmla="val 16134"/>
            </a:avLst>
          </a:prstGeom>
          <a:solidFill>
            <a:srgbClr val="5B9BD5">
              <a:alpha val="20000"/>
            </a:srgbClr>
          </a:solidFill>
          <a:ln w="12700">
            <a:solidFill>
              <a:srgbClr val="5B9BD5"/>
            </a:solidFill>
            <a:prstDash val="solid"/>
          </a:ln>
        </p:spPr>
      </p:sp>
      <p:sp>
        <p:nvSpPr>
          <p:cNvPr id="41" name="Text 37"/>
          <p:cNvSpPr txBox="1"/>
          <p:nvPr/>
        </p:nvSpPr>
        <p:spPr>
          <a:xfrm>
            <a:off x="1097280" y="4693158"/>
            <a:ext cx="3108960" cy="453390"/>
          </a:xfrm>
          <a:prstGeom prst="rect">
            <a:avLst/>
          </a:prstGeom>
          <a:noFill/>
          <a:ln/>
        </p:spPr>
        <p:txBody>
          <a:bodyPr wrap="square" lIns="0" tIns="0" rIns="0" bIns="0" rtlCol="0" anchor="ctr"/>
          <a:lstStyle/>
          <a:p>
            <a:pPr algn="l" indent="0" marL="0">
              <a:buNone/>
            </a:pPr>
            <a:r>
              <a:rPr lang="en-US" sz="1700" i="1" dirty="0">
                <a:solidFill>
                  <a:schemeClr val="tx1"/>
                </a:solidFill>
              </a:rPr>
              <a:t>Groetjes, Karim</a:t>
            </a:r>
            <a:endParaRPr lang="en-US" sz="1700" dirty="0"/>
          </a:p>
        </p:txBody>
      </p:sp>
      <p:sp>
        <p:nvSpPr>
          <p:cNvPr id="42" name="Shape 38"/>
          <p:cNvSpPr/>
          <p:nvPr/>
        </p:nvSpPr>
        <p:spPr>
          <a:xfrm>
            <a:off x="4297680" y="4910709"/>
            <a:ext cx="594360" cy="914"/>
          </a:xfrm>
          <a:prstGeom prst="line">
            <a:avLst/>
          </a:prstGeom>
          <a:noFill/>
          <a:ln w="31750">
            <a:solidFill>
              <a:srgbClr val="D9700F"/>
            </a:solidFill>
            <a:prstDash val="solid"/>
            <a:tailEnd type="triangle"/>
          </a:ln>
        </p:spPr>
      </p:sp>
      <p:sp>
        <p:nvSpPr>
          <p:cNvPr id="43" name="Shape 39"/>
          <p:cNvSpPr/>
          <p:nvPr/>
        </p:nvSpPr>
        <p:spPr>
          <a:xfrm>
            <a:off x="4937760" y="4693158"/>
            <a:ext cx="6702552" cy="453390"/>
          </a:xfrm>
          <a:prstGeom prst="roundRect">
            <a:avLst>
              <a:gd name="adj" fmla="val 16134"/>
            </a:avLst>
          </a:prstGeom>
          <a:solidFill>
            <a:schemeClr val="bg1"/>
          </a:solidFill>
          <a:ln w="15875">
            <a:solidFill>
              <a:srgbClr val="17375E"/>
            </a:solidFill>
            <a:prstDash val="solid"/>
          </a:ln>
        </p:spPr>
      </p:sp>
      <p:sp>
        <p:nvSpPr>
          <p:cNvPr id="44" name="Shape 40"/>
          <p:cNvSpPr/>
          <p:nvPr/>
        </p:nvSpPr>
        <p:spPr>
          <a:xfrm>
            <a:off x="548640" y="5309235"/>
            <a:ext cx="329184" cy="329184"/>
          </a:xfrm>
          <a:prstGeom prst="ellipse">
            <a:avLst/>
          </a:prstGeom>
          <a:solidFill>
            <a:schemeClr val="accent5"/>
          </a:solidFill>
          <a:ln w="12700">
            <a:solidFill>
              <a:srgbClr val="FFFFFF">
                <a:alpha val="0"/>
              </a:srgbClr>
            </a:solidFill>
            <a:prstDash val="solid"/>
          </a:ln>
        </p:spPr>
      </p:sp>
      <p:sp>
        <p:nvSpPr>
          <p:cNvPr id="45" name="Text 41"/>
          <p:cNvSpPr txBox="1"/>
          <p:nvPr/>
        </p:nvSpPr>
        <p:spPr>
          <a:xfrm>
            <a:off x="548640" y="530923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46" name="Shape 42"/>
          <p:cNvSpPr/>
          <p:nvPr/>
        </p:nvSpPr>
        <p:spPr>
          <a:xfrm>
            <a:off x="960120" y="5237988"/>
            <a:ext cx="3291840" cy="453390"/>
          </a:xfrm>
          <a:prstGeom prst="roundRect">
            <a:avLst>
              <a:gd name="adj" fmla="val 16134"/>
            </a:avLst>
          </a:prstGeom>
          <a:solidFill>
            <a:srgbClr val="5B9BD5">
              <a:alpha val="20000"/>
            </a:srgbClr>
          </a:solidFill>
          <a:ln w="12700">
            <a:solidFill>
              <a:srgbClr val="5B9BD5"/>
            </a:solidFill>
            <a:prstDash val="solid"/>
          </a:ln>
        </p:spPr>
      </p:sp>
      <p:sp>
        <p:nvSpPr>
          <p:cNvPr id="47" name="Text 43"/>
          <p:cNvSpPr txBox="1"/>
          <p:nvPr/>
        </p:nvSpPr>
        <p:spPr>
          <a:xfrm>
            <a:off x="1097280" y="5237988"/>
            <a:ext cx="3108960" cy="453390"/>
          </a:xfrm>
          <a:prstGeom prst="rect">
            <a:avLst/>
          </a:prstGeom>
          <a:noFill/>
          <a:ln/>
        </p:spPr>
        <p:txBody>
          <a:bodyPr wrap="square" lIns="0" tIns="0" rIns="0" bIns="0" rtlCol="0" anchor="ctr"/>
          <a:lstStyle/>
          <a:p>
            <a:pPr algn="l" indent="0" marL="0">
              <a:buNone/>
            </a:pPr>
            <a:r>
              <a:rPr lang="en-US" sz="1700" i="1" dirty="0">
                <a:solidFill>
                  <a:schemeClr val="tx1"/>
                </a:solidFill>
              </a:rPr>
              <a:t>Ik wil een afspraak.</a:t>
            </a:r>
            <a:endParaRPr lang="en-US" sz="1700" dirty="0"/>
          </a:p>
        </p:txBody>
      </p:sp>
      <p:sp>
        <p:nvSpPr>
          <p:cNvPr id="48" name="Shape 44"/>
          <p:cNvSpPr/>
          <p:nvPr/>
        </p:nvSpPr>
        <p:spPr>
          <a:xfrm>
            <a:off x="4297680" y="5455539"/>
            <a:ext cx="594360" cy="914"/>
          </a:xfrm>
          <a:prstGeom prst="line">
            <a:avLst/>
          </a:prstGeom>
          <a:noFill/>
          <a:ln w="31750">
            <a:solidFill>
              <a:srgbClr val="D9700F"/>
            </a:solidFill>
            <a:prstDash val="solid"/>
            <a:tailEnd type="triangle"/>
          </a:ln>
        </p:spPr>
      </p:sp>
      <p:sp>
        <p:nvSpPr>
          <p:cNvPr id="49" name="Shape 45"/>
          <p:cNvSpPr/>
          <p:nvPr/>
        </p:nvSpPr>
        <p:spPr>
          <a:xfrm>
            <a:off x="4937760" y="5237988"/>
            <a:ext cx="6702552" cy="453390"/>
          </a:xfrm>
          <a:prstGeom prst="roundRect">
            <a:avLst>
              <a:gd name="adj" fmla="val 16134"/>
            </a:avLst>
          </a:prstGeom>
          <a:solidFill>
            <a:schemeClr val="bg1"/>
          </a:solidFill>
          <a:ln w="15875">
            <a:solidFill>
              <a:srgbClr val="17375E"/>
            </a:solidFill>
            <a:prstDash val="solid"/>
          </a:ln>
        </p:spPr>
      </p:sp>
      <p:sp>
        <p:nvSpPr>
          <p:cNvPr id="50" name="Shape 46"/>
          <p:cNvSpPr/>
          <p:nvPr/>
        </p:nvSpPr>
        <p:spPr>
          <a:xfrm>
            <a:off x="548640" y="5854065"/>
            <a:ext cx="329184" cy="329184"/>
          </a:xfrm>
          <a:prstGeom prst="ellipse">
            <a:avLst/>
          </a:prstGeom>
          <a:solidFill>
            <a:schemeClr val="accent5"/>
          </a:solidFill>
          <a:ln w="12700">
            <a:solidFill>
              <a:srgbClr val="FFFFFF">
                <a:alpha val="0"/>
              </a:srgbClr>
            </a:solidFill>
            <a:prstDash val="solid"/>
          </a:ln>
        </p:spPr>
      </p:sp>
      <p:sp>
        <p:nvSpPr>
          <p:cNvPr id="51" name="Text 47"/>
          <p:cNvSpPr txBox="1"/>
          <p:nvPr/>
        </p:nvSpPr>
        <p:spPr>
          <a:xfrm>
            <a:off x="548640" y="585406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52" name="Shape 48"/>
          <p:cNvSpPr/>
          <p:nvPr/>
        </p:nvSpPr>
        <p:spPr>
          <a:xfrm>
            <a:off x="960120" y="5782818"/>
            <a:ext cx="3291840" cy="453390"/>
          </a:xfrm>
          <a:prstGeom prst="roundRect">
            <a:avLst>
              <a:gd name="adj" fmla="val 16134"/>
            </a:avLst>
          </a:prstGeom>
          <a:solidFill>
            <a:srgbClr val="5B9BD5">
              <a:alpha val="20000"/>
            </a:srgbClr>
          </a:solidFill>
          <a:ln w="12700">
            <a:solidFill>
              <a:srgbClr val="5B9BD5"/>
            </a:solidFill>
            <a:prstDash val="solid"/>
          </a:ln>
        </p:spPr>
      </p:sp>
      <p:sp>
        <p:nvSpPr>
          <p:cNvPr id="53" name="Text 49"/>
          <p:cNvSpPr txBox="1"/>
          <p:nvPr/>
        </p:nvSpPr>
        <p:spPr>
          <a:xfrm>
            <a:off x="1097280" y="5782818"/>
            <a:ext cx="3108960" cy="453390"/>
          </a:xfrm>
          <a:prstGeom prst="rect">
            <a:avLst/>
          </a:prstGeom>
          <a:noFill/>
          <a:ln/>
        </p:spPr>
        <p:txBody>
          <a:bodyPr wrap="square" lIns="0" tIns="0" rIns="0" bIns="0" rtlCol="0" anchor="ctr"/>
          <a:lstStyle/>
          <a:p>
            <a:pPr algn="l" indent="0" marL="0">
              <a:buNone/>
            </a:pPr>
            <a:r>
              <a:rPr lang="en-US" sz="1700" i="1" dirty="0">
                <a:solidFill>
                  <a:schemeClr val="tx1"/>
                </a:solidFill>
              </a:rPr>
              <a:t>Daag!</a:t>
            </a:r>
            <a:endParaRPr lang="en-US" sz="1700" dirty="0"/>
          </a:p>
        </p:txBody>
      </p:sp>
      <p:sp>
        <p:nvSpPr>
          <p:cNvPr id="54" name="Shape 50"/>
          <p:cNvSpPr/>
          <p:nvPr/>
        </p:nvSpPr>
        <p:spPr>
          <a:xfrm>
            <a:off x="4297680" y="6000369"/>
            <a:ext cx="594360" cy="914"/>
          </a:xfrm>
          <a:prstGeom prst="line">
            <a:avLst/>
          </a:prstGeom>
          <a:noFill/>
          <a:ln w="31750">
            <a:solidFill>
              <a:srgbClr val="D9700F"/>
            </a:solidFill>
            <a:prstDash val="solid"/>
            <a:tailEnd type="triangle"/>
          </a:ln>
        </p:spPr>
      </p:sp>
      <p:sp>
        <p:nvSpPr>
          <p:cNvPr id="55" name="Shape 51"/>
          <p:cNvSpPr/>
          <p:nvPr/>
        </p:nvSpPr>
        <p:spPr>
          <a:xfrm>
            <a:off x="4937760" y="5782818"/>
            <a:ext cx="6702552" cy="453390"/>
          </a:xfrm>
          <a:prstGeom prst="roundRect">
            <a:avLst>
              <a:gd name="adj" fmla="val 16134"/>
            </a:avLst>
          </a:prstGeom>
          <a:solidFill>
            <a:schemeClr val="bg1"/>
          </a:solidFill>
          <a:ln w="15875">
            <a:solidFill>
              <a:srgbClr val="17375E"/>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Familier → poli</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Rendez chaque phrase formelle : tous les curseurs à droite !</a:t>
            </a:r>
            <a:endParaRPr lang="en-US" sz="1700" dirty="0"/>
          </a:p>
        </p:txBody>
      </p:sp>
      <p:sp>
        <p:nvSpPr>
          <p:cNvPr id="9" name="Shape 5"/>
          <p:cNvSpPr/>
          <p:nvPr/>
        </p:nvSpPr>
        <p:spPr>
          <a:xfrm>
            <a:off x="548640" y="2040255"/>
            <a:ext cx="329184" cy="329184"/>
          </a:xfrm>
          <a:prstGeom prst="ellipse">
            <a:avLst/>
          </a:prstGeom>
          <a:solidFill>
            <a:schemeClr val="accent5"/>
          </a:solidFill>
          <a:ln w="12700">
            <a:solidFill>
              <a:srgbClr val="FFFFFF">
                <a:alpha val="0"/>
              </a:srgbClr>
            </a:solidFill>
            <a:prstDash val="solid"/>
          </a:ln>
        </p:spPr>
      </p:sp>
      <p:sp>
        <p:nvSpPr>
          <p:cNvPr id="10" name="Text 6"/>
          <p:cNvSpPr txBox="1"/>
          <p:nvPr/>
        </p:nvSpPr>
        <p:spPr>
          <a:xfrm>
            <a:off x="548640" y="204025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1" name="Shape 7"/>
          <p:cNvSpPr/>
          <p:nvPr/>
        </p:nvSpPr>
        <p:spPr>
          <a:xfrm>
            <a:off x="960120" y="1969008"/>
            <a:ext cx="3291840" cy="453390"/>
          </a:xfrm>
          <a:prstGeom prst="roundRect">
            <a:avLst>
              <a:gd name="adj" fmla="val 16134"/>
            </a:avLst>
          </a:prstGeom>
          <a:solidFill>
            <a:srgbClr val="5B9BD5">
              <a:alpha val="20000"/>
            </a:srgbClr>
          </a:solidFill>
          <a:ln w="12700">
            <a:solidFill>
              <a:srgbClr val="5B9BD5"/>
            </a:solidFill>
            <a:prstDash val="solid"/>
          </a:ln>
        </p:spPr>
      </p:sp>
      <p:sp>
        <p:nvSpPr>
          <p:cNvPr id="12" name="Text 8"/>
          <p:cNvSpPr txBox="1"/>
          <p:nvPr/>
        </p:nvSpPr>
        <p:spPr>
          <a:xfrm>
            <a:off x="1097280" y="1969008"/>
            <a:ext cx="3108960" cy="453390"/>
          </a:xfrm>
          <a:prstGeom prst="rect">
            <a:avLst/>
          </a:prstGeom>
          <a:noFill/>
          <a:ln/>
        </p:spPr>
        <p:txBody>
          <a:bodyPr wrap="square" lIns="0" tIns="0" rIns="0" bIns="0" rtlCol="0" anchor="ctr"/>
          <a:lstStyle/>
          <a:p>
            <a:pPr algn="l" indent="0" marL="0">
              <a:buNone/>
            </a:pPr>
            <a:r>
              <a:rPr lang="en-US" sz="1700" i="1" dirty="0">
                <a:solidFill>
                  <a:schemeClr val="tx1"/>
                </a:solidFill>
              </a:rPr>
              <a:t>Hoi Tom, kun je me helpen?</a:t>
            </a:r>
            <a:endParaRPr lang="en-US" sz="1700" dirty="0"/>
          </a:p>
        </p:txBody>
      </p:sp>
      <p:sp>
        <p:nvSpPr>
          <p:cNvPr id="13" name="Shape 9"/>
          <p:cNvSpPr/>
          <p:nvPr/>
        </p:nvSpPr>
        <p:spPr>
          <a:xfrm>
            <a:off x="4297680" y="2186559"/>
            <a:ext cx="594360" cy="914"/>
          </a:xfrm>
          <a:prstGeom prst="line">
            <a:avLst/>
          </a:prstGeom>
          <a:noFill/>
          <a:ln w="31750">
            <a:solidFill>
              <a:srgbClr val="D9700F"/>
            </a:solidFill>
            <a:prstDash val="solid"/>
            <a:tailEnd type="triangle"/>
          </a:ln>
        </p:spPr>
      </p:sp>
      <p:sp>
        <p:nvSpPr>
          <p:cNvPr id="14" name="Shape 10"/>
          <p:cNvSpPr/>
          <p:nvPr/>
        </p:nvSpPr>
        <p:spPr>
          <a:xfrm>
            <a:off x="4937760" y="1969008"/>
            <a:ext cx="6702552" cy="453390"/>
          </a:xfrm>
          <a:prstGeom prst="roundRect">
            <a:avLst>
              <a:gd name="adj" fmla="val 16134"/>
            </a:avLst>
          </a:prstGeom>
          <a:solidFill>
            <a:srgbClr val="E6EBF2"/>
          </a:solidFill>
          <a:ln w="15875">
            <a:solidFill>
              <a:srgbClr val="17375E"/>
            </a:solidFill>
            <a:prstDash val="solid"/>
          </a:ln>
        </p:spPr>
      </p:sp>
      <p:sp>
        <p:nvSpPr>
          <p:cNvPr id="15" name="Text 11"/>
          <p:cNvSpPr txBox="1"/>
          <p:nvPr/>
        </p:nvSpPr>
        <p:spPr>
          <a:xfrm>
            <a:off x="5074920" y="1969008"/>
            <a:ext cx="6492240" cy="453390"/>
          </a:xfrm>
          <a:prstGeom prst="rect">
            <a:avLst/>
          </a:prstGeom>
          <a:noFill/>
          <a:ln/>
        </p:spPr>
        <p:txBody>
          <a:bodyPr wrap="square" lIns="0" tIns="0" rIns="0" bIns="0" rtlCol="0" anchor="ctr"/>
          <a:lstStyle/>
          <a:p>
            <a:pPr algn="l" indent="0" marL="0">
              <a:buNone/>
            </a:pPr>
            <a:r>
              <a:rPr lang="en-US" sz="1700" b="1" i="1" dirty="0">
                <a:solidFill>
                  <a:schemeClr val="accent3"/>
                </a:solidFill>
              </a:rPr>
              <a:t>Goedemorgen, meneer Peeters, kunt u me helpen?</a:t>
            </a:r>
            <a:endParaRPr lang="en-US" sz="1700" dirty="0"/>
          </a:p>
        </p:txBody>
      </p:sp>
      <p:sp>
        <p:nvSpPr>
          <p:cNvPr id="16" name="Shape 12"/>
          <p:cNvSpPr/>
          <p:nvPr/>
        </p:nvSpPr>
        <p:spPr>
          <a:xfrm>
            <a:off x="548640" y="2585085"/>
            <a:ext cx="329184" cy="329184"/>
          </a:xfrm>
          <a:prstGeom prst="ellipse">
            <a:avLst/>
          </a:prstGeom>
          <a:solidFill>
            <a:schemeClr val="accent5"/>
          </a:solidFill>
          <a:ln w="12700">
            <a:solidFill>
              <a:srgbClr val="FFFFFF">
                <a:alpha val="0"/>
              </a:srgbClr>
            </a:solidFill>
            <a:prstDash val="solid"/>
          </a:ln>
        </p:spPr>
      </p:sp>
      <p:sp>
        <p:nvSpPr>
          <p:cNvPr id="17" name="Text 13"/>
          <p:cNvSpPr txBox="1"/>
          <p:nvPr/>
        </p:nvSpPr>
        <p:spPr>
          <a:xfrm>
            <a:off x="548640" y="258508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8" name="Shape 14"/>
          <p:cNvSpPr/>
          <p:nvPr/>
        </p:nvSpPr>
        <p:spPr>
          <a:xfrm>
            <a:off x="960120" y="2513838"/>
            <a:ext cx="3291840" cy="453390"/>
          </a:xfrm>
          <a:prstGeom prst="roundRect">
            <a:avLst>
              <a:gd name="adj" fmla="val 16134"/>
            </a:avLst>
          </a:prstGeom>
          <a:solidFill>
            <a:srgbClr val="5B9BD5">
              <a:alpha val="20000"/>
            </a:srgbClr>
          </a:solidFill>
          <a:ln w="12700">
            <a:solidFill>
              <a:srgbClr val="5B9BD5"/>
            </a:solidFill>
            <a:prstDash val="solid"/>
          </a:ln>
        </p:spPr>
      </p:sp>
      <p:sp>
        <p:nvSpPr>
          <p:cNvPr id="19" name="Text 15"/>
          <p:cNvSpPr txBox="1"/>
          <p:nvPr/>
        </p:nvSpPr>
        <p:spPr>
          <a:xfrm>
            <a:off x="1097280" y="2513838"/>
            <a:ext cx="3108960" cy="453390"/>
          </a:xfrm>
          <a:prstGeom prst="rect">
            <a:avLst/>
          </a:prstGeom>
          <a:noFill/>
          <a:ln/>
        </p:spPr>
        <p:txBody>
          <a:bodyPr wrap="square" lIns="0" tIns="0" rIns="0" bIns="0" rtlCol="0" anchor="ctr"/>
          <a:lstStyle/>
          <a:p>
            <a:pPr algn="l" indent="0" marL="0">
              <a:buNone/>
            </a:pPr>
            <a:r>
              <a:rPr lang="en-US" sz="1700" i="1" dirty="0">
                <a:solidFill>
                  <a:schemeClr val="tx1"/>
                </a:solidFill>
              </a:rPr>
              <a:t>Heb je even tijd?</a:t>
            </a:r>
            <a:endParaRPr lang="en-US" sz="1700" dirty="0"/>
          </a:p>
        </p:txBody>
      </p:sp>
      <p:sp>
        <p:nvSpPr>
          <p:cNvPr id="20" name="Shape 16"/>
          <p:cNvSpPr/>
          <p:nvPr/>
        </p:nvSpPr>
        <p:spPr>
          <a:xfrm>
            <a:off x="4297680" y="2731389"/>
            <a:ext cx="594360" cy="914"/>
          </a:xfrm>
          <a:prstGeom prst="line">
            <a:avLst/>
          </a:prstGeom>
          <a:noFill/>
          <a:ln w="31750">
            <a:solidFill>
              <a:srgbClr val="D9700F"/>
            </a:solidFill>
            <a:prstDash val="solid"/>
            <a:tailEnd type="triangle"/>
          </a:ln>
        </p:spPr>
      </p:sp>
      <p:sp>
        <p:nvSpPr>
          <p:cNvPr id="21" name="Shape 17"/>
          <p:cNvSpPr/>
          <p:nvPr/>
        </p:nvSpPr>
        <p:spPr>
          <a:xfrm>
            <a:off x="4937760" y="2513838"/>
            <a:ext cx="6702552" cy="453390"/>
          </a:xfrm>
          <a:prstGeom prst="roundRect">
            <a:avLst>
              <a:gd name="adj" fmla="val 16134"/>
            </a:avLst>
          </a:prstGeom>
          <a:solidFill>
            <a:srgbClr val="E6EBF2"/>
          </a:solidFill>
          <a:ln w="15875">
            <a:solidFill>
              <a:srgbClr val="17375E"/>
            </a:solidFill>
            <a:prstDash val="solid"/>
          </a:ln>
        </p:spPr>
      </p:sp>
      <p:sp>
        <p:nvSpPr>
          <p:cNvPr id="22" name="Text 18"/>
          <p:cNvSpPr txBox="1"/>
          <p:nvPr/>
        </p:nvSpPr>
        <p:spPr>
          <a:xfrm>
            <a:off x="5074920" y="2513838"/>
            <a:ext cx="6492240" cy="453390"/>
          </a:xfrm>
          <a:prstGeom prst="rect">
            <a:avLst/>
          </a:prstGeom>
          <a:noFill/>
          <a:ln/>
        </p:spPr>
        <p:txBody>
          <a:bodyPr wrap="square" lIns="0" tIns="0" rIns="0" bIns="0" rtlCol="0" anchor="ctr"/>
          <a:lstStyle/>
          <a:p>
            <a:pPr algn="l" indent="0" marL="0">
              <a:buNone/>
            </a:pPr>
            <a:r>
              <a:rPr lang="en-US" sz="1700" b="1" i="1" dirty="0">
                <a:solidFill>
                  <a:schemeClr val="accent3"/>
                </a:solidFill>
              </a:rPr>
              <a:t>Hebt u even tijd?</a:t>
            </a:r>
            <a:endParaRPr lang="en-US" sz="1700" dirty="0"/>
          </a:p>
        </p:txBody>
      </p:sp>
      <p:sp>
        <p:nvSpPr>
          <p:cNvPr id="23" name="Shape 19"/>
          <p:cNvSpPr/>
          <p:nvPr/>
        </p:nvSpPr>
        <p:spPr>
          <a:xfrm>
            <a:off x="548640" y="3129915"/>
            <a:ext cx="329184" cy="329184"/>
          </a:xfrm>
          <a:prstGeom prst="ellipse">
            <a:avLst/>
          </a:prstGeom>
          <a:solidFill>
            <a:schemeClr val="accent5"/>
          </a:solidFill>
          <a:ln w="12700">
            <a:solidFill>
              <a:srgbClr val="FFFFFF">
                <a:alpha val="0"/>
              </a:srgbClr>
            </a:solidFill>
            <a:prstDash val="solid"/>
          </a:ln>
        </p:spPr>
      </p:sp>
      <p:sp>
        <p:nvSpPr>
          <p:cNvPr id="24" name="Text 20"/>
          <p:cNvSpPr txBox="1"/>
          <p:nvPr/>
        </p:nvSpPr>
        <p:spPr>
          <a:xfrm>
            <a:off x="548640" y="312991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5" name="Shape 21"/>
          <p:cNvSpPr/>
          <p:nvPr/>
        </p:nvSpPr>
        <p:spPr>
          <a:xfrm>
            <a:off x="960120" y="3058668"/>
            <a:ext cx="3291840" cy="453390"/>
          </a:xfrm>
          <a:prstGeom prst="roundRect">
            <a:avLst>
              <a:gd name="adj" fmla="val 16134"/>
            </a:avLst>
          </a:prstGeom>
          <a:solidFill>
            <a:srgbClr val="5B9BD5">
              <a:alpha val="20000"/>
            </a:srgbClr>
          </a:solidFill>
          <a:ln w="12700">
            <a:solidFill>
              <a:srgbClr val="5B9BD5"/>
            </a:solidFill>
            <a:prstDash val="solid"/>
          </a:ln>
        </p:spPr>
      </p:sp>
      <p:sp>
        <p:nvSpPr>
          <p:cNvPr id="26" name="Text 22"/>
          <p:cNvSpPr txBox="1"/>
          <p:nvPr/>
        </p:nvSpPr>
        <p:spPr>
          <a:xfrm>
            <a:off x="1097280" y="3058668"/>
            <a:ext cx="3108960" cy="453390"/>
          </a:xfrm>
          <a:prstGeom prst="rect">
            <a:avLst/>
          </a:prstGeom>
          <a:noFill/>
          <a:ln/>
        </p:spPr>
        <p:txBody>
          <a:bodyPr wrap="square" lIns="0" tIns="0" rIns="0" bIns="0" rtlCol="0" anchor="ctr"/>
          <a:lstStyle/>
          <a:p>
            <a:pPr algn="l" indent="0" marL="0">
              <a:buNone/>
            </a:pPr>
            <a:r>
              <a:rPr lang="en-US" sz="1700" i="1" dirty="0">
                <a:solidFill>
                  <a:schemeClr val="tx1"/>
                </a:solidFill>
              </a:rPr>
              <a:t>Wil je een koffie?</a:t>
            </a:r>
            <a:endParaRPr lang="en-US" sz="1700" dirty="0"/>
          </a:p>
        </p:txBody>
      </p:sp>
      <p:sp>
        <p:nvSpPr>
          <p:cNvPr id="27" name="Shape 23"/>
          <p:cNvSpPr/>
          <p:nvPr/>
        </p:nvSpPr>
        <p:spPr>
          <a:xfrm>
            <a:off x="4297680" y="3276219"/>
            <a:ext cx="594360" cy="914"/>
          </a:xfrm>
          <a:prstGeom prst="line">
            <a:avLst/>
          </a:prstGeom>
          <a:noFill/>
          <a:ln w="31750">
            <a:solidFill>
              <a:srgbClr val="D9700F"/>
            </a:solidFill>
            <a:prstDash val="solid"/>
            <a:tailEnd type="triangle"/>
          </a:ln>
        </p:spPr>
      </p:sp>
      <p:sp>
        <p:nvSpPr>
          <p:cNvPr id="28" name="Shape 24"/>
          <p:cNvSpPr/>
          <p:nvPr/>
        </p:nvSpPr>
        <p:spPr>
          <a:xfrm>
            <a:off x="4937760" y="3058668"/>
            <a:ext cx="6702552" cy="453390"/>
          </a:xfrm>
          <a:prstGeom prst="roundRect">
            <a:avLst>
              <a:gd name="adj" fmla="val 16134"/>
            </a:avLst>
          </a:prstGeom>
          <a:solidFill>
            <a:srgbClr val="E6EBF2"/>
          </a:solidFill>
          <a:ln w="15875">
            <a:solidFill>
              <a:srgbClr val="17375E"/>
            </a:solidFill>
            <a:prstDash val="solid"/>
          </a:ln>
        </p:spPr>
      </p:sp>
      <p:sp>
        <p:nvSpPr>
          <p:cNvPr id="29" name="Text 25"/>
          <p:cNvSpPr txBox="1"/>
          <p:nvPr/>
        </p:nvSpPr>
        <p:spPr>
          <a:xfrm>
            <a:off x="5074920" y="3058668"/>
            <a:ext cx="6492240" cy="453390"/>
          </a:xfrm>
          <a:prstGeom prst="rect">
            <a:avLst/>
          </a:prstGeom>
          <a:noFill/>
          <a:ln/>
        </p:spPr>
        <p:txBody>
          <a:bodyPr wrap="square" lIns="0" tIns="0" rIns="0" bIns="0" rtlCol="0" anchor="ctr"/>
          <a:lstStyle/>
          <a:p>
            <a:pPr algn="l" indent="0" marL="0">
              <a:buNone/>
            </a:pPr>
            <a:r>
              <a:rPr lang="en-US" sz="1700" b="1" i="1" dirty="0">
                <a:solidFill>
                  <a:schemeClr val="accent3"/>
                </a:solidFill>
              </a:rPr>
              <a:t>Wilt u een koffie?</a:t>
            </a:r>
            <a:endParaRPr lang="en-US" sz="1700" dirty="0"/>
          </a:p>
        </p:txBody>
      </p:sp>
      <p:sp>
        <p:nvSpPr>
          <p:cNvPr id="30" name="Shape 26"/>
          <p:cNvSpPr/>
          <p:nvPr/>
        </p:nvSpPr>
        <p:spPr>
          <a:xfrm>
            <a:off x="548640" y="3674745"/>
            <a:ext cx="329184" cy="329184"/>
          </a:xfrm>
          <a:prstGeom prst="ellipse">
            <a:avLst/>
          </a:prstGeom>
          <a:solidFill>
            <a:schemeClr val="accent5"/>
          </a:solidFill>
          <a:ln w="12700">
            <a:solidFill>
              <a:srgbClr val="FFFFFF">
                <a:alpha val="0"/>
              </a:srgbClr>
            </a:solidFill>
            <a:prstDash val="solid"/>
          </a:ln>
        </p:spPr>
      </p:sp>
      <p:sp>
        <p:nvSpPr>
          <p:cNvPr id="31" name="Text 27"/>
          <p:cNvSpPr txBox="1"/>
          <p:nvPr/>
        </p:nvSpPr>
        <p:spPr>
          <a:xfrm>
            <a:off x="548640" y="367474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32" name="Shape 28"/>
          <p:cNvSpPr/>
          <p:nvPr/>
        </p:nvSpPr>
        <p:spPr>
          <a:xfrm>
            <a:off x="960120" y="3603498"/>
            <a:ext cx="3291840" cy="453390"/>
          </a:xfrm>
          <a:prstGeom prst="roundRect">
            <a:avLst>
              <a:gd name="adj" fmla="val 16134"/>
            </a:avLst>
          </a:prstGeom>
          <a:solidFill>
            <a:srgbClr val="5B9BD5">
              <a:alpha val="20000"/>
            </a:srgbClr>
          </a:solidFill>
          <a:ln w="12700">
            <a:solidFill>
              <a:srgbClr val="5B9BD5"/>
            </a:solidFill>
            <a:prstDash val="solid"/>
          </a:ln>
        </p:spPr>
      </p:sp>
      <p:sp>
        <p:nvSpPr>
          <p:cNvPr id="33" name="Text 29"/>
          <p:cNvSpPr txBox="1"/>
          <p:nvPr/>
        </p:nvSpPr>
        <p:spPr>
          <a:xfrm>
            <a:off x="1097280" y="3603498"/>
            <a:ext cx="3108960" cy="453390"/>
          </a:xfrm>
          <a:prstGeom prst="rect">
            <a:avLst/>
          </a:prstGeom>
          <a:noFill/>
          <a:ln/>
        </p:spPr>
        <p:txBody>
          <a:bodyPr wrap="square" lIns="0" tIns="0" rIns="0" bIns="0" rtlCol="0" anchor="ctr"/>
          <a:lstStyle/>
          <a:p>
            <a:pPr algn="l" indent="0" marL="0">
              <a:buNone/>
            </a:pPr>
            <a:r>
              <a:rPr lang="en-US" sz="1700" i="1" dirty="0">
                <a:solidFill>
                  <a:schemeClr val="tx1"/>
                </a:solidFill>
              </a:rPr>
              <a:t>Hoe gaat het met je?</a:t>
            </a:r>
            <a:endParaRPr lang="en-US" sz="1700" dirty="0"/>
          </a:p>
        </p:txBody>
      </p:sp>
      <p:sp>
        <p:nvSpPr>
          <p:cNvPr id="34" name="Shape 30"/>
          <p:cNvSpPr/>
          <p:nvPr/>
        </p:nvSpPr>
        <p:spPr>
          <a:xfrm>
            <a:off x="4297680" y="3821049"/>
            <a:ext cx="594360" cy="914"/>
          </a:xfrm>
          <a:prstGeom prst="line">
            <a:avLst/>
          </a:prstGeom>
          <a:noFill/>
          <a:ln w="31750">
            <a:solidFill>
              <a:srgbClr val="D9700F"/>
            </a:solidFill>
            <a:prstDash val="solid"/>
            <a:tailEnd type="triangle"/>
          </a:ln>
        </p:spPr>
      </p:sp>
      <p:sp>
        <p:nvSpPr>
          <p:cNvPr id="35" name="Shape 31"/>
          <p:cNvSpPr/>
          <p:nvPr/>
        </p:nvSpPr>
        <p:spPr>
          <a:xfrm>
            <a:off x="4937760" y="3603498"/>
            <a:ext cx="6702552" cy="453390"/>
          </a:xfrm>
          <a:prstGeom prst="roundRect">
            <a:avLst>
              <a:gd name="adj" fmla="val 16134"/>
            </a:avLst>
          </a:prstGeom>
          <a:solidFill>
            <a:srgbClr val="E6EBF2"/>
          </a:solidFill>
          <a:ln w="15875">
            <a:solidFill>
              <a:srgbClr val="17375E"/>
            </a:solidFill>
            <a:prstDash val="solid"/>
          </a:ln>
        </p:spPr>
      </p:sp>
      <p:sp>
        <p:nvSpPr>
          <p:cNvPr id="36" name="Text 32"/>
          <p:cNvSpPr txBox="1"/>
          <p:nvPr/>
        </p:nvSpPr>
        <p:spPr>
          <a:xfrm>
            <a:off x="5074920" y="3603498"/>
            <a:ext cx="6492240" cy="453390"/>
          </a:xfrm>
          <a:prstGeom prst="rect">
            <a:avLst/>
          </a:prstGeom>
          <a:noFill/>
          <a:ln/>
        </p:spPr>
        <p:txBody>
          <a:bodyPr wrap="square" lIns="0" tIns="0" rIns="0" bIns="0" rtlCol="0" anchor="ctr"/>
          <a:lstStyle/>
          <a:p>
            <a:pPr algn="l" indent="0" marL="0">
              <a:buNone/>
            </a:pPr>
            <a:r>
              <a:rPr lang="en-US" sz="1700" b="1" i="1" dirty="0">
                <a:solidFill>
                  <a:schemeClr val="accent3"/>
                </a:solidFill>
              </a:rPr>
              <a:t>Hoe gaat het met u?</a:t>
            </a:r>
            <a:endParaRPr lang="en-US" sz="1700" dirty="0"/>
          </a:p>
        </p:txBody>
      </p:sp>
      <p:sp>
        <p:nvSpPr>
          <p:cNvPr id="37" name="Shape 33"/>
          <p:cNvSpPr/>
          <p:nvPr/>
        </p:nvSpPr>
        <p:spPr>
          <a:xfrm>
            <a:off x="548640" y="4219575"/>
            <a:ext cx="329184" cy="329184"/>
          </a:xfrm>
          <a:prstGeom prst="ellipse">
            <a:avLst/>
          </a:prstGeom>
          <a:solidFill>
            <a:schemeClr val="accent5"/>
          </a:solidFill>
          <a:ln w="12700">
            <a:solidFill>
              <a:srgbClr val="FFFFFF">
                <a:alpha val="0"/>
              </a:srgbClr>
            </a:solidFill>
            <a:prstDash val="solid"/>
          </a:ln>
        </p:spPr>
      </p:sp>
      <p:sp>
        <p:nvSpPr>
          <p:cNvPr id="38" name="Text 34"/>
          <p:cNvSpPr txBox="1"/>
          <p:nvPr/>
        </p:nvSpPr>
        <p:spPr>
          <a:xfrm>
            <a:off x="548640" y="421957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9" name="Shape 35"/>
          <p:cNvSpPr/>
          <p:nvPr/>
        </p:nvSpPr>
        <p:spPr>
          <a:xfrm>
            <a:off x="960120" y="4148328"/>
            <a:ext cx="3291840" cy="453390"/>
          </a:xfrm>
          <a:prstGeom prst="roundRect">
            <a:avLst>
              <a:gd name="adj" fmla="val 16134"/>
            </a:avLst>
          </a:prstGeom>
          <a:solidFill>
            <a:srgbClr val="5B9BD5">
              <a:alpha val="20000"/>
            </a:srgbClr>
          </a:solidFill>
          <a:ln w="12700">
            <a:solidFill>
              <a:srgbClr val="5B9BD5"/>
            </a:solidFill>
            <a:prstDash val="solid"/>
          </a:ln>
        </p:spPr>
      </p:sp>
      <p:sp>
        <p:nvSpPr>
          <p:cNvPr id="40" name="Text 36"/>
          <p:cNvSpPr txBox="1"/>
          <p:nvPr/>
        </p:nvSpPr>
        <p:spPr>
          <a:xfrm>
            <a:off x="1097280" y="4148328"/>
            <a:ext cx="3108960" cy="453390"/>
          </a:xfrm>
          <a:prstGeom prst="rect">
            <a:avLst/>
          </a:prstGeom>
          <a:noFill/>
          <a:ln/>
        </p:spPr>
        <p:txBody>
          <a:bodyPr wrap="square" lIns="0" tIns="0" rIns="0" bIns="0" rtlCol="0" anchor="ctr"/>
          <a:lstStyle/>
          <a:p>
            <a:pPr algn="l" indent="0" marL="0">
              <a:buNone/>
            </a:pPr>
            <a:r>
              <a:rPr lang="en-US" sz="1700" i="1" dirty="0">
                <a:solidFill>
                  <a:schemeClr val="tx1"/>
                </a:solidFill>
              </a:rPr>
              <a:t>Wat is je adres?</a:t>
            </a:r>
            <a:endParaRPr lang="en-US" sz="1700" dirty="0"/>
          </a:p>
        </p:txBody>
      </p:sp>
      <p:sp>
        <p:nvSpPr>
          <p:cNvPr id="41" name="Shape 37"/>
          <p:cNvSpPr/>
          <p:nvPr/>
        </p:nvSpPr>
        <p:spPr>
          <a:xfrm>
            <a:off x="4297680" y="4365879"/>
            <a:ext cx="594360" cy="914"/>
          </a:xfrm>
          <a:prstGeom prst="line">
            <a:avLst/>
          </a:prstGeom>
          <a:noFill/>
          <a:ln w="31750">
            <a:solidFill>
              <a:srgbClr val="D9700F"/>
            </a:solidFill>
            <a:prstDash val="solid"/>
            <a:tailEnd type="triangle"/>
          </a:ln>
        </p:spPr>
      </p:sp>
      <p:sp>
        <p:nvSpPr>
          <p:cNvPr id="42" name="Shape 38"/>
          <p:cNvSpPr/>
          <p:nvPr/>
        </p:nvSpPr>
        <p:spPr>
          <a:xfrm>
            <a:off x="4937760" y="4148328"/>
            <a:ext cx="6702552" cy="453390"/>
          </a:xfrm>
          <a:prstGeom prst="roundRect">
            <a:avLst>
              <a:gd name="adj" fmla="val 16134"/>
            </a:avLst>
          </a:prstGeom>
          <a:solidFill>
            <a:srgbClr val="E6EBF2"/>
          </a:solidFill>
          <a:ln w="15875">
            <a:solidFill>
              <a:srgbClr val="17375E"/>
            </a:solidFill>
            <a:prstDash val="solid"/>
          </a:ln>
        </p:spPr>
      </p:sp>
      <p:sp>
        <p:nvSpPr>
          <p:cNvPr id="43" name="Text 39"/>
          <p:cNvSpPr txBox="1"/>
          <p:nvPr/>
        </p:nvSpPr>
        <p:spPr>
          <a:xfrm>
            <a:off x="5074920" y="4148328"/>
            <a:ext cx="6492240" cy="453390"/>
          </a:xfrm>
          <a:prstGeom prst="rect">
            <a:avLst/>
          </a:prstGeom>
          <a:noFill/>
          <a:ln/>
        </p:spPr>
        <p:txBody>
          <a:bodyPr wrap="square" lIns="0" tIns="0" rIns="0" bIns="0" rtlCol="0" anchor="ctr"/>
          <a:lstStyle/>
          <a:p>
            <a:pPr algn="l" indent="0" marL="0">
              <a:buNone/>
            </a:pPr>
            <a:r>
              <a:rPr lang="en-US" sz="1700" b="1" i="1" dirty="0">
                <a:solidFill>
                  <a:schemeClr val="accent3"/>
                </a:solidFill>
              </a:rPr>
              <a:t>Wat is uw adres?</a:t>
            </a:r>
            <a:endParaRPr lang="en-US" sz="1700" dirty="0"/>
          </a:p>
        </p:txBody>
      </p:sp>
      <p:sp>
        <p:nvSpPr>
          <p:cNvPr id="44" name="Shape 40"/>
          <p:cNvSpPr/>
          <p:nvPr/>
        </p:nvSpPr>
        <p:spPr>
          <a:xfrm>
            <a:off x="548640" y="4764405"/>
            <a:ext cx="329184" cy="329184"/>
          </a:xfrm>
          <a:prstGeom prst="ellipse">
            <a:avLst/>
          </a:prstGeom>
          <a:solidFill>
            <a:schemeClr val="accent5"/>
          </a:solidFill>
          <a:ln w="12700">
            <a:solidFill>
              <a:srgbClr val="FFFFFF">
                <a:alpha val="0"/>
              </a:srgbClr>
            </a:solidFill>
            <a:prstDash val="solid"/>
          </a:ln>
        </p:spPr>
      </p:sp>
      <p:sp>
        <p:nvSpPr>
          <p:cNvPr id="45" name="Text 41"/>
          <p:cNvSpPr txBox="1"/>
          <p:nvPr/>
        </p:nvSpPr>
        <p:spPr>
          <a:xfrm>
            <a:off x="548640" y="476440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46" name="Shape 42"/>
          <p:cNvSpPr/>
          <p:nvPr/>
        </p:nvSpPr>
        <p:spPr>
          <a:xfrm>
            <a:off x="960120" y="4693158"/>
            <a:ext cx="3291840" cy="453390"/>
          </a:xfrm>
          <a:prstGeom prst="roundRect">
            <a:avLst>
              <a:gd name="adj" fmla="val 16134"/>
            </a:avLst>
          </a:prstGeom>
          <a:solidFill>
            <a:srgbClr val="5B9BD5">
              <a:alpha val="20000"/>
            </a:srgbClr>
          </a:solidFill>
          <a:ln w="12700">
            <a:solidFill>
              <a:srgbClr val="5B9BD5"/>
            </a:solidFill>
            <a:prstDash val="solid"/>
          </a:ln>
        </p:spPr>
      </p:sp>
      <p:sp>
        <p:nvSpPr>
          <p:cNvPr id="47" name="Text 43"/>
          <p:cNvSpPr txBox="1"/>
          <p:nvPr/>
        </p:nvSpPr>
        <p:spPr>
          <a:xfrm>
            <a:off x="1097280" y="4693158"/>
            <a:ext cx="3108960" cy="453390"/>
          </a:xfrm>
          <a:prstGeom prst="rect">
            <a:avLst/>
          </a:prstGeom>
          <a:noFill/>
          <a:ln/>
        </p:spPr>
        <p:txBody>
          <a:bodyPr wrap="square" lIns="0" tIns="0" rIns="0" bIns="0" rtlCol="0" anchor="ctr"/>
          <a:lstStyle/>
          <a:p>
            <a:pPr algn="l" indent="0" marL="0">
              <a:buNone/>
            </a:pPr>
            <a:r>
              <a:rPr lang="en-US" sz="1700" i="1" dirty="0">
                <a:solidFill>
                  <a:schemeClr val="tx1"/>
                </a:solidFill>
              </a:rPr>
              <a:t>Groetjes, Karim</a:t>
            </a:r>
            <a:endParaRPr lang="en-US" sz="1700" dirty="0"/>
          </a:p>
        </p:txBody>
      </p:sp>
      <p:sp>
        <p:nvSpPr>
          <p:cNvPr id="48" name="Shape 44"/>
          <p:cNvSpPr/>
          <p:nvPr/>
        </p:nvSpPr>
        <p:spPr>
          <a:xfrm>
            <a:off x="4297680" y="4910709"/>
            <a:ext cx="594360" cy="914"/>
          </a:xfrm>
          <a:prstGeom prst="line">
            <a:avLst/>
          </a:prstGeom>
          <a:noFill/>
          <a:ln w="31750">
            <a:solidFill>
              <a:srgbClr val="D9700F"/>
            </a:solidFill>
            <a:prstDash val="solid"/>
            <a:tailEnd type="triangle"/>
          </a:ln>
        </p:spPr>
      </p:sp>
      <p:sp>
        <p:nvSpPr>
          <p:cNvPr id="49" name="Shape 45"/>
          <p:cNvSpPr/>
          <p:nvPr/>
        </p:nvSpPr>
        <p:spPr>
          <a:xfrm>
            <a:off x="4937760" y="4693158"/>
            <a:ext cx="6702552" cy="453390"/>
          </a:xfrm>
          <a:prstGeom prst="roundRect">
            <a:avLst>
              <a:gd name="adj" fmla="val 16134"/>
            </a:avLst>
          </a:prstGeom>
          <a:solidFill>
            <a:srgbClr val="E6EBF2"/>
          </a:solidFill>
          <a:ln w="15875">
            <a:solidFill>
              <a:srgbClr val="17375E"/>
            </a:solidFill>
            <a:prstDash val="solid"/>
          </a:ln>
        </p:spPr>
      </p:sp>
      <p:sp>
        <p:nvSpPr>
          <p:cNvPr id="50" name="Text 46"/>
          <p:cNvSpPr txBox="1"/>
          <p:nvPr/>
        </p:nvSpPr>
        <p:spPr>
          <a:xfrm>
            <a:off x="5074920" y="4693158"/>
            <a:ext cx="6492240" cy="453390"/>
          </a:xfrm>
          <a:prstGeom prst="rect">
            <a:avLst/>
          </a:prstGeom>
          <a:noFill/>
          <a:ln/>
        </p:spPr>
        <p:txBody>
          <a:bodyPr wrap="square" lIns="0" tIns="0" rIns="0" bIns="0" rtlCol="0" anchor="ctr"/>
          <a:lstStyle/>
          <a:p>
            <a:pPr algn="l" indent="0" marL="0">
              <a:buNone/>
            </a:pPr>
            <a:r>
              <a:rPr lang="en-US" sz="1700" b="1" i="1" dirty="0">
                <a:solidFill>
                  <a:schemeClr val="accent3"/>
                </a:solidFill>
              </a:rPr>
              <a:t>Met vriendelijke groet, Karim Benali</a:t>
            </a:r>
            <a:endParaRPr lang="en-US" sz="1700" dirty="0"/>
          </a:p>
        </p:txBody>
      </p:sp>
      <p:sp>
        <p:nvSpPr>
          <p:cNvPr id="51" name="Shape 47"/>
          <p:cNvSpPr/>
          <p:nvPr/>
        </p:nvSpPr>
        <p:spPr>
          <a:xfrm>
            <a:off x="548640" y="5309235"/>
            <a:ext cx="329184" cy="329184"/>
          </a:xfrm>
          <a:prstGeom prst="ellipse">
            <a:avLst/>
          </a:prstGeom>
          <a:solidFill>
            <a:schemeClr val="accent5"/>
          </a:solidFill>
          <a:ln w="12700">
            <a:solidFill>
              <a:srgbClr val="FFFFFF">
                <a:alpha val="0"/>
              </a:srgbClr>
            </a:solidFill>
            <a:prstDash val="solid"/>
          </a:ln>
        </p:spPr>
      </p:sp>
      <p:sp>
        <p:nvSpPr>
          <p:cNvPr id="52" name="Text 48"/>
          <p:cNvSpPr txBox="1"/>
          <p:nvPr/>
        </p:nvSpPr>
        <p:spPr>
          <a:xfrm>
            <a:off x="548640" y="530923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53" name="Shape 49"/>
          <p:cNvSpPr/>
          <p:nvPr/>
        </p:nvSpPr>
        <p:spPr>
          <a:xfrm>
            <a:off x="960120" y="5237988"/>
            <a:ext cx="3291840" cy="453390"/>
          </a:xfrm>
          <a:prstGeom prst="roundRect">
            <a:avLst>
              <a:gd name="adj" fmla="val 16134"/>
            </a:avLst>
          </a:prstGeom>
          <a:solidFill>
            <a:srgbClr val="5B9BD5">
              <a:alpha val="20000"/>
            </a:srgbClr>
          </a:solidFill>
          <a:ln w="12700">
            <a:solidFill>
              <a:srgbClr val="5B9BD5"/>
            </a:solidFill>
            <a:prstDash val="solid"/>
          </a:ln>
        </p:spPr>
      </p:sp>
      <p:sp>
        <p:nvSpPr>
          <p:cNvPr id="54" name="Text 50"/>
          <p:cNvSpPr txBox="1"/>
          <p:nvPr/>
        </p:nvSpPr>
        <p:spPr>
          <a:xfrm>
            <a:off x="1097280" y="5237988"/>
            <a:ext cx="3108960" cy="453390"/>
          </a:xfrm>
          <a:prstGeom prst="rect">
            <a:avLst/>
          </a:prstGeom>
          <a:noFill/>
          <a:ln/>
        </p:spPr>
        <p:txBody>
          <a:bodyPr wrap="square" lIns="0" tIns="0" rIns="0" bIns="0" rtlCol="0" anchor="ctr"/>
          <a:lstStyle/>
          <a:p>
            <a:pPr algn="l" indent="0" marL="0">
              <a:buNone/>
            </a:pPr>
            <a:r>
              <a:rPr lang="en-US" sz="1700" i="1" dirty="0">
                <a:solidFill>
                  <a:schemeClr val="tx1"/>
                </a:solidFill>
              </a:rPr>
              <a:t>Ik wil een afspraak.</a:t>
            </a:r>
            <a:endParaRPr lang="en-US" sz="1700" dirty="0"/>
          </a:p>
        </p:txBody>
      </p:sp>
      <p:sp>
        <p:nvSpPr>
          <p:cNvPr id="55" name="Shape 51"/>
          <p:cNvSpPr/>
          <p:nvPr/>
        </p:nvSpPr>
        <p:spPr>
          <a:xfrm>
            <a:off x="4297680" y="5455539"/>
            <a:ext cx="594360" cy="914"/>
          </a:xfrm>
          <a:prstGeom prst="line">
            <a:avLst/>
          </a:prstGeom>
          <a:noFill/>
          <a:ln w="31750">
            <a:solidFill>
              <a:srgbClr val="D9700F"/>
            </a:solidFill>
            <a:prstDash val="solid"/>
            <a:tailEnd type="triangle"/>
          </a:ln>
        </p:spPr>
      </p:sp>
      <p:sp>
        <p:nvSpPr>
          <p:cNvPr id="56" name="Shape 52"/>
          <p:cNvSpPr/>
          <p:nvPr/>
        </p:nvSpPr>
        <p:spPr>
          <a:xfrm>
            <a:off x="4937760" y="5237988"/>
            <a:ext cx="6702552" cy="453390"/>
          </a:xfrm>
          <a:prstGeom prst="roundRect">
            <a:avLst>
              <a:gd name="adj" fmla="val 16134"/>
            </a:avLst>
          </a:prstGeom>
          <a:solidFill>
            <a:srgbClr val="E6EBF2"/>
          </a:solidFill>
          <a:ln w="15875">
            <a:solidFill>
              <a:srgbClr val="17375E"/>
            </a:solidFill>
            <a:prstDash val="solid"/>
          </a:ln>
        </p:spPr>
      </p:sp>
      <p:sp>
        <p:nvSpPr>
          <p:cNvPr id="57" name="Text 53"/>
          <p:cNvSpPr txBox="1"/>
          <p:nvPr/>
        </p:nvSpPr>
        <p:spPr>
          <a:xfrm>
            <a:off x="5074920" y="5237988"/>
            <a:ext cx="6492240" cy="453390"/>
          </a:xfrm>
          <a:prstGeom prst="rect">
            <a:avLst/>
          </a:prstGeom>
          <a:noFill/>
          <a:ln/>
        </p:spPr>
        <p:txBody>
          <a:bodyPr wrap="square" lIns="0" tIns="0" rIns="0" bIns="0" rtlCol="0" anchor="ctr"/>
          <a:lstStyle/>
          <a:p>
            <a:pPr algn="l" indent="0" marL="0">
              <a:buNone/>
            </a:pPr>
            <a:r>
              <a:rPr lang="en-US" sz="1700" b="1" i="1" dirty="0">
                <a:solidFill>
                  <a:schemeClr val="accent3"/>
                </a:solidFill>
              </a:rPr>
              <a:t>Ik wil graag een afspraak maken.</a:t>
            </a:r>
            <a:endParaRPr lang="en-US" sz="1700" dirty="0"/>
          </a:p>
        </p:txBody>
      </p:sp>
      <p:sp>
        <p:nvSpPr>
          <p:cNvPr id="58" name="Shape 54"/>
          <p:cNvSpPr/>
          <p:nvPr/>
        </p:nvSpPr>
        <p:spPr>
          <a:xfrm>
            <a:off x="548640" y="5854065"/>
            <a:ext cx="329184" cy="329184"/>
          </a:xfrm>
          <a:prstGeom prst="ellipse">
            <a:avLst/>
          </a:prstGeom>
          <a:solidFill>
            <a:schemeClr val="accent5"/>
          </a:solidFill>
          <a:ln w="12700">
            <a:solidFill>
              <a:srgbClr val="FFFFFF">
                <a:alpha val="0"/>
              </a:srgbClr>
            </a:solidFill>
            <a:prstDash val="solid"/>
          </a:ln>
        </p:spPr>
      </p:sp>
      <p:sp>
        <p:nvSpPr>
          <p:cNvPr id="59" name="Text 55"/>
          <p:cNvSpPr txBox="1"/>
          <p:nvPr/>
        </p:nvSpPr>
        <p:spPr>
          <a:xfrm>
            <a:off x="548640" y="585406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60" name="Shape 56"/>
          <p:cNvSpPr/>
          <p:nvPr/>
        </p:nvSpPr>
        <p:spPr>
          <a:xfrm>
            <a:off x="960120" y="5782818"/>
            <a:ext cx="3291840" cy="453390"/>
          </a:xfrm>
          <a:prstGeom prst="roundRect">
            <a:avLst>
              <a:gd name="adj" fmla="val 16134"/>
            </a:avLst>
          </a:prstGeom>
          <a:solidFill>
            <a:srgbClr val="5B9BD5">
              <a:alpha val="20000"/>
            </a:srgbClr>
          </a:solidFill>
          <a:ln w="12700">
            <a:solidFill>
              <a:srgbClr val="5B9BD5"/>
            </a:solidFill>
            <a:prstDash val="solid"/>
          </a:ln>
        </p:spPr>
      </p:sp>
      <p:sp>
        <p:nvSpPr>
          <p:cNvPr id="61" name="Text 57"/>
          <p:cNvSpPr txBox="1"/>
          <p:nvPr/>
        </p:nvSpPr>
        <p:spPr>
          <a:xfrm>
            <a:off x="1097280" y="5782818"/>
            <a:ext cx="3108960" cy="453390"/>
          </a:xfrm>
          <a:prstGeom prst="rect">
            <a:avLst/>
          </a:prstGeom>
          <a:noFill/>
          <a:ln/>
        </p:spPr>
        <p:txBody>
          <a:bodyPr wrap="square" lIns="0" tIns="0" rIns="0" bIns="0" rtlCol="0" anchor="ctr"/>
          <a:lstStyle/>
          <a:p>
            <a:pPr algn="l" indent="0" marL="0">
              <a:buNone/>
            </a:pPr>
            <a:r>
              <a:rPr lang="en-US" sz="1700" i="1" dirty="0">
                <a:solidFill>
                  <a:schemeClr val="tx1"/>
                </a:solidFill>
              </a:rPr>
              <a:t>Daag!</a:t>
            </a:r>
            <a:endParaRPr lang="en-US" sz="1700" dirty="0"/>
          </a:p>
        </p:txBody>
      </p:sp>
      <p:sp>
        <p:nvSpPr>
          <p:cNvPr id="62" name="Shape 58"/>
          <p:cNvSpPr/>
          <p:nvPr/>
        </p:nvSpPr>
        <p:spPr>
          <a:xfrm>
            <a:off x="4297680" y="6000369"/>
            <a:ext cx="594360" cy="914"/>
          </a:xfrm>
          <a:prstGeom prst="line">
            <a:avLst/>
          </a:prstGeom>
          <a:noFill/>
          <a:ln w="31750">
            <a:solidFill>
              <a:srgbClr val="D9700F"/>
            </a:solidFill>
            <a:prstDash val="solid"/>
            <a:tailEnd type="triangle"/>
          </a:ln>
        </p:spPr>
      </p:sp>
      <p:sp>
        <p:nvSpPr>
          <p:cNvPr id="63" name="Shape 59"/>
          <p:cNvSpPr/>
          <p:nvPr/>
        </p:nvSpPr>
        <p:spPr>
          <a:xfrm>
            <a:off x="4937760" y="5782818"/>
            <a:ext cx="6702552" cy="453390"/>
          </a:xfrm>
          <a:prstGeom prst="roundRect">
            <a:avLst>
              <a:gd name="adj" fmla="val 16134"/>
            </a:avLst>
          </a:prstGeom>
          <a:solidFill>
            <a:srgbClr val="E6EBF2"/>
          </a:solidFill>
          <a:ln w="15875">
            <a:solidFill>
              <a:srgbClr val="17375E"/>
            </a:solidFill>
            <a:prstDash val="solid"/>
          </a:ln>
        </p:spPr>
      </p:sp>
      <p:sp>
        <p:nvSpPr>
          <p:cNvPr id="64" name="Text 60"/>
          <p:cNvSpPr txBox="1"/>
          <p:nvPr/>
        </p:nvSpPr>
        <p:spPr>
          <a:xfrm>
            <a:off x="5074920" y="5782818"/>
            <a:ext cx="6492240" cy="453390"/>
          </a:xfrm>
          <a:prstGeom prst="rect">
            <a:avLst/>
          </a:prstGeom>
          <a:noFill/>
          <a:ln/>
        </p:spPr>
        <p:txBody>
          <a:bodyPr wrap="square" lIns="0" tIns="0" rIns="0" bIns="0" rtlCol="0" anchor="ctr"/>
          <a:lstStyle/>
          <a:p>
            <a:pPr algn="l" indent="0" marL="0">
              <a:buNone/>
            </a:pPr>
            <a:r>
              <a:rPr lang="en-US" sz="1700" b="1" i="1" dirty="0">
                <a:solidFill>
                  <a:schemeClr val="accent3"/>
                </a:solidFill>
              </a:rPr>
              <a:t>Tot ziens!</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Le détective du registre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Léa écrit à mevrouw Claes. Trouvez les 4 erreurs de registre.</a:t>
            </a:r>
            <a:endParaRPr lang="en-US" sz="1700" dirty="0"/>
          </a:p>
        </p:txBody>
      </p:sp>
      <p:sp>
        <p:nvSpPr>
          <p:cNvPr id="8" name="Shape 4"/>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9" name="Shape 5"/>
          <p:cNvSpPr/>
          <p:nvPr/>
        </p:nvSpPr>
        <p:spPr>
          <a:xfrm>
            <a:off x="548640" y="1932432"/>
            <a:ext cx="8229600" cy="457200"/>
          </a:xfrm>
          <a:prstGeom prst="roundRect">
            <a:avLst>
              <a:gd name="adj" fmla="val 8000"/>
            </a:avLst>
          </a:prstGeom>
          <a:solidFill>
            <a:srgbClr val="E6EBF2"/>
          </a:solidFill>
          <a:ln w="12700">
            <a:solidFill>
              <a:srgbClr val="FFFFFF">
                <a:alpha val="0"/>
              </a:srgbClr>
            </a:solidFill>
            <a:prstDash val="solid"/>
          </a:ln>
        </p:spPr>
      </p:sp>
      <p:sp>
        <p:nvSpPr>
          <p:cNvPr id="10" name="Shape 6"/>
          <p:cNvSpPr/>
          <p:nvPr/>
        </p:nvSpPr>
        <p:spPr>
          <a:xfrm>
            <a:off x="731520" y="2087880"/>
            <a:ext cx="146304" cy="146304"/>
          </a:xfrm>
          <a:prstGeom prst="ellipse">
            <a:avLst/>
          </a:prstGeom>
          <a:solidFill>
            <a:srgbClr val="E2725B"/>
          </a:solidFill>
          <a:ln w="12700">
            <a:solidFill>
              <a:srgbClr val="FFFFFF">
                <a:alpha val="0"/>
              </a:srgbClr>
            </a:solidFill>
            <a:prstDash val="solid"/>
          </a:ln>
        </p:spPr>
      </p:sp>
      <p:sp>
        <p:nvSpPr>
          <p:cNvPr id="11" name="Shape 7"/>
          <p:cNvSpPr/>
          <p:nvPr/>
        </p:nvSpPr>
        <p:spPr>
          <a:xfrm>
            <a:off x="987552" y="2087880"/>
            <a:ext cx="146304" cy="146304"/>
          </a:xfrm>
          <a:prstGeom prst="ellipse">
            <a:avLst/>
          </a:prstGeom>
          <a:solidFill>
            <a:srgbClr val="F2C14E"/>
          </a:solidFill>
          <a:ln w="12700">
            <a:solidFill>
              <a:srgbClr val="FFFFFF">
                <a:alpha val="0"/>
              </a:srgbClr>
            </a:solidFill>
            <a:prstDash val="solid"/>
          </a:ln>
        </p:spPr>
      </p:sp>
      <p:sp>
        <p:nvSpPr>
          <p:cNvPr id="12" name="Shape 8"/>
          <p:cNvSpPr/>
          <p:nvPr/>
        </p:nvSpPr>
        <p:spPr>
          <a:xfrm>
            <a:off x="1243584" y="2087880"/>
            <a:ext cx="146304" cy="146304"/>
          </a:xfrm>
          <a:prstGeom prst="ellipse">
            <a:avLst/>
          </a:prstGeom>
          <a:solidFill>
            <a:srgbClr val="5FA77A"/>
          </a:solidFill>
          <a:ln w="12700">
            <a:solidFill>
              <a:srgbClr val="FFFFFF">
                <a:alpha val="0"/>
              </a:srgbClr>
            </a:solidFill>
            <a:prstDash val="solid"/>
          </a:ln>
        </p:spPr>
      </p:sp>
      <p:sp>
        <p:nvSpPr>
          <p:cNvPr id="13" name="Text 9"/>
          <p:cNvSpPr txBox="1"/>
          <p:nvPr/>
        </p:nvSpPr>
        <p:spPr>
          <a:xfrm>
            <a:off x="1645920" y="1932432"/>
            <a:ext cx="6949440" cy="457200"/>
          </a:xfrm>
          <a:prstGeom prst="rect">
            <a:avLst/>
          </a:prstGeom>
          <a:noFill/>
          <a:ln/>
        </p:spPr>
        <p:txBody>
          <a:bodyPr wrap="square" lIns="0" tIns="0" rIns="0" bIns="0" rtlCol="0" anchor="ctr"/>
          <a:lstStyle/>
          <a:p>
            <a:pPr algn="l" indent="0" marL="0">
              <a:buNone/>
            </a:pPr>
            <a:r>
              <a:rPr lang="en-US" sz="1300" dirty="0">
                <a:solidFill>
                  <a:schemeClr val="accent5"/>
                </a:solidFill>
              </a:rPr>
              <a:t>Aan: mevrouw Claes · Onderwerp: Vergadering</a:t>
            </a:r>
            <a:endParaRPr lang="en-US" sz="1300" dirty="0"/>
          </a:p>
        </p:txBody>
      </p:sp>
      <p:sp>
        <p:nvSpPr>
          <p:cNvPr id="14" name="Text 10"/>
          <p:cNvSpPr txBox="1"/>
          <p:nvPr/>
        </p:nvSpPr>
        <p:spPr>
          <a:xfrm>
            <a:off x="868680" y="2572512"/>
            <a:ext cx="7680960" cy="3535680"/>
          </a:xfrm>
          <a:prstGeom prst="rect">
            <a:avLst/>
          </a:prstGeom>
          <a:noFill/>
          <a:ln/>
        </p:spPr>
        <p:txBody>
          <a:bodyPr wrap="square" lIns="0" tIns="0" rIns="0" bIns="0" rtlCol="0" anchor="t"/>
          <a:lstStyle/>
          <a:p>
            <a:pPr algn="l" indent="0" marL="0">
              <a:spcAft>
                <a:spcPts val="1000"/>
              </a:spcAft>
              <a:buNone/>
            </a:pPr>
            <a:r>
              <a:rPr lang="en-US" sz="2100" i="1" dirty="0">
                <a:solidFill>
                  <a:schemeClr val="tx1"/>
                </a:solidFill>
              </a:rPr>
              <a:t>Beste mevrouw Claes,</a:t>
            </a:r>
            <a:endParaRPr lang="en-US" sz="2100" dirty="0"/>
          </a:p>
          <a:p>
            <a:pPr algn="l" indent="0" marL="0">
              <a:spcAft>
                <a:spcPts val="1000"/>
              </a:spcAft>
              <a:buNone/>
            </a:pPr>
            <a:r>
              <a:rPr lang="en-US" sz="2100" i="1" dirty="0">
                <a:solidFill>
                  <a:schemeClr val="tx1"/>
                </a:solidFill>
              </a:rPr>
              <a:t>Hoe gaat het met </a:t>
            </a:r>
            <a:r>
              <a:rPr lang="en-US" sz="2100" i="1" dirty="0">
                <a:solidFill>
                  <a:schemeClr val="tx1"/>
                </a:solidFill>
              </a:rPr>
              <a:t>je</a:t>
            </a:r>
            <a:r>
              <a:rPr lang="en-US" sz="2100" i="1" dirty="0">
                <a:solidFill>
                  <a:schemeClr val="tx1"/>
                </a:solidFill>
              </a:rPr>
              <a:t>? Ik stuur u de documenten voor de vergadering. </a:t>
            </a:r>
            <a:r>
              <a:rPr lang="en-US" sz="2100" i="1" dirty="0">
                <a:solidFill>
                  <a:schemeClr val="tx1"/>
                </a:solidFill>
              </a:rPr>
              <a:t>Kun je</a:t>
            </a:r>
            <a:r>
              <a:rPr lang="en-US" sz="2100" i="1" dirty="0">
                <a:solidFill>
                  <a:schemeClr val="tx1"/>
                </a:solidFill>
              </a:rPr>
              <a:t> ze vandaag lezen? Uw collega Tom heeft </a:t>
            </a:r>
            <a:r>
              <a:rPr lang="en-US" sz="2100" i="1" dirty="0">
                <a:solidFill>
                  <a:schemeClr val="tx1"/>
                </a:solidFill>
              </a:rPr>
              <a:t>je</a:t>
            </a:r>
            <a:r>
              <a:rPr lang="en-US" sz="2100" i="1" dirty="0">
                <a:solidFill>
                  <a:schemeClr val="tx1"/>
                </a:solidFill>
              </a:rPr>
              <a:t> adres niet.</a:t>
            </a:r>
            <a:endParaRPr lang="en-US" sz="2100" dirty="0"/>
          </a:p>
          <a:p>
            <a:pPr algn="l" indent="0" marL="0">
              <a:spcAft>
                <a:spcPts val="1000"/>
              </a:spcAft>
              <a:buNone/>
            </a:pPr>
            <a:r>
              <a:rPr lang="en-US" sz="2100" i="1" dirty="0">
                <a:solidFill>
                  <a:schemeClr val="tx1"/>
                </a:solidFill>
              </a:rPr>
              <a:t>Groetjes</a:t>
            </a:r>
            <a:r>
              <a:rPr lang="en-US" sz="2100" i="1" dirty="0">
                <a:solidFill>
                  <a:schemeClr val="tx1"/>
                </a:solidFill>
              </a:rPr>
              <a:t>,</a:t>
            </a:r>
            <a:endParaRPr lang="en-US" sz="2100" dirty="0"/>
          </a:p>
          <a:p>
            <a:pPr algn="l" indent="0" marL="0">
              <a:spcAft>
                <a:spcPts val="1000"/>
              </a:spcAft>
              <a:buNone/>
            </a:pPr>
            <a:r>
              <a:rPr lang="en-US" sz="2100" i="1" dirty="0">
                <a:solidFill>
                  <a:schemeClr val="tx1"/>
                </a:solidFill>
              </a:rPr>
              <a:t>Léa</a:t>
            </a:r>
            <a:endParaRPr lang="en-US" sz="2100" dirty="0"/>
          </a:p>
        </p:txBody>
      </p:sp>
      <p:pic>
        <p:nvPicPr>
          <p:cNvPr id="15" name="Image 1" descr="magnifying glass tilted left">    </p:cNvPr>
          <p:cNvPicPr>
            <a:picLocks noChangeAspect="1"/>
          </p:cNvPicPr>
          <p:nvPr/>
        </p:nvPicPr>
        <p:blipFill>
          <a:blip r:embed="rId2"/>
          <a:stretch>
            <a:fillRect/>
          </a:stretch>
        </p:blipFill>
        <p:spPr>
          <a:xfrm>
            <a:off x="9464040" y="2115312"/>
            <a:ext cx="1463040" cy="1463040"/>
          </a:xfrm>
          <a:prstGeom prst="rect">
            <a:avLst/>
          </a:prstGeom>
        </p:spPr>
      </p:pic>
      <p:sp>
        <p:nvSpPr>
          <p:cNvPr id="16" name="Shape 11"/>
          <p:cNvSpPr/>
          <p:nvPr/>
        </p:nvSpPr>
        <p:spPr>
          <a:xfrm>
            <a:off x="9052560" y="3852672"/>
            <a:ext cx="2587752" cy="822960"/>
          </a:xfrm>
          <a:prstGeom prst="roundRect">
            <a:avLst>
              <a:gd name="adj" fmla="val 8889"/>
            </a:avLst>
          </a:prstGeom>
          <a:solidFill>
            <a:schemeClr val="accent6"/>
          </a:solidFill>
          <a:ln w="12700">
            <a:solidFill>
              <a:srgbClr val="FFFFFF">
                <a:alpha val="0"/>
              </a:srgbClr>
            </a:solidFill>
            <a:prstDash val="solid"/>
          </a:ln>
        </p:spPr>
      </p:sp>
      <p:sp>
        <p:nvSpPr>
          <p:cNvPr id="17" name="Text 12"/>
          <p:cNvSpPr txBox="1"/>
          <p:nvPr/>
        </p:nvSpPr>
        <p:spPr>
          <a:xfrm>
            <a:off x="9052560" y="385267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4 erreurs ?</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Le détective du registre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Léa écrit à mevrouw Claes. Trouvez les 4 erreurs de registre.</a:t>
            </a:r>
            <a:endParaRPr lang="en-US" sz="1700" dirty="0"/>
          </a:p>
        </p:txBody>
      </p:sp>
      <p:sp>
        <p:nvSpPr>
          <p:cNvPr id="9" name="Shape 5"/>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548640" y="1932432"/>
            <a:ext cx="8229600" cy="457200"/>
          </a:xfrm>
          <a:prstGeom prst="roundRect">
            <a:avLst>
              <a:gd name="adj" fmla="val 8000"/>
            </a:avLst>
          </a:prstGeom>
          <a:solidFill>
            <a:srgbClr val="E6EBF2"/>
          </a:solidFill>
          <a:ln w="12700">
            <a:solidFill>
              <a:srgbClr val="FFFFFF">
                <a:alpha val="0"/>
              </a:srgbClr>
            </a:solidFill>
            <a:prstDash val="solid"/>
          </a:ln>
        </p:spPr>
      </p:sp>
      <p:sp>
        <p:nvSpPr>
          <p:cNvPr id="11" name="Shape 7"/>
          <p:cNvSpPr/>
          <p:nvPr/>
        </p:nvSpPr>
        <p:spPr>
          <a:xfrm>
            <a:off x="731520" y="2087880"/>
            <a:ext cx="146304" cy="146304"/>
          </a:xfrm>
          <a:prstGeom prst="ellipse">
            <a:avLst/>
          </a:prstGeom>
          <a:solidFill>
            <a:srgbClr val="E2725B"/>
          </a:solidFill>
          <a:ln w="12700">
            <a:solidFill>
              <a:srgbClr val="FFFFFF">
                <a:alpha val="0"/>
              </a:srgbClr>
            </a:solidFill>
            <a:prstDash val="solid"/>
          </a:ln>
        </p:spPr>
      </p:sp>
      <p:sp>
        <p:nvSpPr>
          <p:cNvPr id="12" name="Shape 8"/>
          <p:cNvSpPr/>
          <p:nvPr/>
        </p:nvSpPr>
        <p:spPr>
          <a:xfrm>
            <a:off x="987552" y="2087880"/>
            <a:ext cx="146304" cy="146304"/>
          </a:xfrm>
          <a:prstGeom prst="ellipse">
            <a:avLst/>
          </a:prstGeom>
          <a:solidFill>
            <a:srgbClr val="F2C14E"/>
          </a:solidFill>
          <a:ln w="12700">
            <a:solidFill>
              <a:srgbClr val="FFFFFF">
                <a:alpha val="0"/>
              </a:srgbClr>
            </a:solidFill>
            <a:prstDash val="solid"/>
          </a:ln>
        </p:spPr>
      </p:sp>
      <p:sp>
        <p:nvSpPr>
          <p:cNvPr id="13" name="Shape 9"/>
          <p:cNvSpPr/>
          <p:nvPr/>
        </p:nvSpPr>
        <p:spPr>
          <a:xfrm>
            <a:off x="1243584" y="2087880"/>
            <a:ext cx="146304" cy="146304"/>
          </a:xfrm>
          <a:prstGeom prst="ellipse">
            <a:avLst/>
          </a:prstGeom>
          <a:solidFill>
            <a:srgbClr val="5FA77A"/>
          </a:solidFill>
          <a:ln w="12700">
            <a:solidFill>
              <a:srgbClr val="FFFFFF">
                <a:alpha val="0"/>
              </a:srgbClr>
            </a:solidFill>
            <a:prstDash val="solid"/>
          </a:ln>
        </p:spPr>
      </p:sp>
      <p:sp>
        <p:nvSpPr>
          <p:cNvPr id="14" name="Text 10"/>
          <p:cNvSpPr txBox="1"/>
          <p:nvPr/>
        </p:nvSpPr>
        <p:spPr>
          <a:xfrm>
            <a:off x="1645920" y="1932432"/>
            <a:ext cx="6949440" cy="457200"/>
          </a:xfrm>
          <a:prstGeom prst="rect">
            <a:avLst/>
          </a:prstGeom>
          <a:noFill/>
          <a:ln/>
        </p:spPr>
        <p:txBody>
          <a:bodyPr wrap="square" lIns="0" tIns="0" rIns="0" bIns="0" rtlCol="0" anchor="ctr"/>
          <a:lstStyle/>
          <a:p>
            <a:pPr algn="l" indent="0" marL="0">
              <a:buNone/>
            </a:pPr>
            <a:r>
              <a:rPr lang="en-US" sz="1300" dirty="0">
                <a:solidFill>
                  <a:schemeClr val="accent5"/>
                </a:solidFill>
              </a:rPr>
              <a:t>Aan: mevrouw Claes · Onderwerp: Vergadering</a:t>
            </a:r>
            <a:endParaRPr lang="en-US" sz="1300" dirty="0"/>
          </a:p>
        </p:txBody>
      </p:sp>
      <p:sp>
        <p:nvSpPr>
          <p:cNvPr id="15" name="Text 11"/>
          <p:cNvSpPr txBox="1"/>
          <p:nvPr/>
        </p:nvSpPr>
        <p:spPr>
          <a:xfrm>
            <a:off x="868680" y="2572512"/>
            <a:ext cx="7680960" cy="3535680"/>
          </a:xfrm>
          <a:prstGeom prst="rect">
            <a:avLst/>
          </a:prstGeom>
          <a:noFill/>
          <a:ln/>
        </p:spPr>
        <p:txBody>
          <a:bodyPr wrap="square" lIns="0" tIns="0" rIns="0" bIns="0" rtlCol="0" anchor="t"/>
          <a:lstStyle/>
          <a:p>
            <a:pPr algn="l" indent="0" marL="0">
              <a:spcAft>
                <a:spcPts val="1000"/>
              </a:spcAft>
              <a:buNone/>
            </a:pPr>
            <a:r>
              <a:rPr lang="en-US" sz="2100" i="1" dirty="0">
                <a:solidFill>
                  <a:schemeClr val="tx1"/>
                </a:solidFill>
              </a:rPr>
              <a:t>Beste mevrouw Claes,</a:t>
            </a:r>
            <a:endParaRPr lang="en-US" sz="2100" dirty="0"/>
          </a:p>
          <a:p>
            <a:pPr algn="l" indent="0" marL="0">
              <a:spcAft>
                <a:spcPts val="1000"/>
              </a:spcAft>
              <a:buNone/>
            </a:pPr>
            <a:r>
              <a:rPr lang="en-US" sz="2100" i="1" dirty="0">
                <a:solidFill>
                  <a:schemeClr val="tx1"/>
                </a:solidFill>
              </a:rPr>
              <a:t>Hoe gaat het met </a:t>
            </a:r>
            <a:r>
              <a:rPr lang="en-US" sz="2100" i="1" strike="sngStrike" dirty="0">
                <a:solidFill>
                  <a:schemeClr val="accent6"/>
                </a:solidFill>
              </a:rPr>
              <a:t>je</a:t>
            </a:r>
            <a:r>
              <a:rPr lang="en-US" sz="2100" b="1" i="1" dirty="0">
                <a:solidFill>
                  <a:schemeClr val="accent3"/>
                </a:solidFill>
              </a:rPr>
              <a:t> u</a:t>
            </a:r>
            <a:r>
              <a:rPr lang="en-US" sz="2100" i="1" dirty="0">
                <a:solidFill>
                  <a:schemeClr val="tx1"/>
                </a:solidFill>
              </a:rPr>
              <a:t>? Ik stuur u de documenten voor de vergadering. </a:t>
            </a:r>
            <a:r>
              <a:rPr lang="en-US" sz="2100" i="1" strike="sngStrike" dirty="0">
                <a:solidFill>
                  <a:schemeClr val="accent6"/>
                </a:solidFill>
              </a:rPr>
              <a:t>Kun je</a:t>
            </a:r>
            <a:r>
              <a:rPr lang="en-US" sz="2100" b="1" i="1" dirty="0">
                <a:solidFill>
                  <a:schemeClr val="accent3"/>
                </a:solidFill>
              </a:rPr>
              <a:t> Kunt u</a:t>
            </a:r>
            <a:r>
              <a:rPr lang="en-US" sz="2100" i="1" dirty="0">
                <a:solidFill>
                  <a:schemeClr val="tx1"/>
                </a:solidFill>
              </a:rPr>
              <a:t> ze vandaag lezen? Uw collega Tom heeft </a:t>
            </a:r>
            <a:r>
              <a:rPr lang="en-US" sz="2100" i="1" strike="sngStrike" dirty="0">
                <a:solidFill>
                  <a:schemeClr val="accent6"/>
                </a:solidFill>
              </a:rPr>
              <a:t>je</a:t>
            </a:r>
            <a:r>
              <a:rPr lang="en-US" sz="2100" b="1" i="1" dirty="0">
                <a:solidFill>
                  <a:schemeClr val="accent3"/>
                </a:solidFill>
              </a:rPr>
              <a:t> uw</a:t>
            </a:r>
            <a:r>
              <a:rPr lang="en-US" sz="2100" i="1" dirty="0">
                <a:solidFill>
                  <a:schemeClr val="tx1"/>
                </a:solidFill>
              </a:rPr>
              <a:t> adres niet.</a:t>
            </a:r>
            <a:endParaRPr lang="en-US" sz="2100" dirty="0"/>
          </a:p>
          <a:p>
            <a:pPr algn="l" indent="0" marL="0">
              <a:spcAft>
                <a:spcPts val="1000"/>
              </a:spcAft>
              <a:buNone/>
            </a:pPr>
            <a:r>
              <a:rPr lang="en-US" sz="2100" i="1" strike="sngStrike" dirty="0">
                <a:solidFill>
                  <a:schemeClr val="accent6"/>
                </a:solidFill>
              </a:rPr>
              <a:t>Groetjes</a:t>
            </a:r>
            <a:r>
              <a:rPr lang="en-US" sz="2100" b="1" i="1" dirty="0">
                <a:solidFill>
                  <a:schemeClr val="accent3"/>
                </a:solidFill>
              </a:rPr>
              <a:t> Met vriendelijke groet</a:t>
            </a:r>
            <a:r>
              <a:rPr lang="en-US" sz="2100" i="1" dirty="0">
                <a:solidFill>
                  <a:schemeClr val="tx1"/>
                </a:solidFill>
              </a:rPr>
              <a:t>,</a:t>
            </a:r>
            <a:endParaRPr lang="en-US" sz="2100" dirty="0"/>
          </a:p>
          <a:p>
            <a:pPr algn="l" indent="0" marL="0">
              <a:spcAft>
                <a:spcPts val="1000"/>
              </a:spcAft>
              <a:buNone/>
            </a:pPr>
            <a:r>
              <a:rPr lang="en-US" sz="2100" i="1" dirty="0">
                <a:solidFill>
                  <a:schemeClr val="tx1"/>
                </a:solidFill>
              </a:rPr>
              <a:t>Léa</a:t>
            </a:r>
            <a:endParaRPr lang="en-US" sz="2100" dirty="0"/>
          </a:p>
        </p:txBody>
      </p:sp>
      <p:pic>
        <p:nvPicPr>
          <p:cNvPr id="16" name="Image 1" descr="magnifying glass tilted left">    </p:cNvPr>
          <p:cNvPicPr>
            <a:picLocks noChangeAspect="1"/>
          </p:cNvPicPr>
          <p:nvPr/>
        </p:nvPicPr>
        <p:blipFill>
          <a:blip r:embed="rId2"/>
          <a:stretch>
            <a:fillRect/>
          </a:stretch>
        </p:blipFill>
        <p:spPr>
          <a:xfrm>
            <a:off x="9464040" y="2115312"/>
            <a:ext cx="1463040" cy="1463040"/>
          </a:xfrm>
          <a:prstGeom prst="rect">
            <a:avLst/>
          </a:prstGeom>
        </p:spPr>
      </p:pic>
      <p:sp>
        <p:nvSpPr>
          <p:cNvPr id="17" name="Shape 12"/>
          <p:cNvSpPr/>
          <p:nvPr/>
        </p:nvSpPr>
        <p:spPr>
          <a:xfrm>
            <a:off x="9052560" y="3852672"/>
            <a:ext cx="2587752" cy="822960"/>
          </a:xfrm>
          <a:prstGeom prst="roundRect">
            <a:avLst>
              <a:gd name="adj" fmla="val 8889"/>
            </a:avLst>
          </a:prstGeom>
          <a:solidFill>
            <a:schemeClr val="accent6"/>
          </a:solidFill>
          <a:ln w="12700">
            <a:solidFill>
              <a:srgbClr val="FFFFFF">
                <a:alpha val="0"/>
              </a:srgbClr>
            </a:solidFill>
            <a:prstDash val="solid"/>
          </a:ln>
        </p:spPr>
      </p:sp>
      <p:sp>
        <p:nvSpPr>
          <p:cNvPr id="18" name="Text 13"/>
          <p:cNvSpPr txBox="1"/>
          <p:nvPr/>
        </p:nvSpPr>
        <p:spPr>
          <a:xfrm>
            <a:off x="9052560" y="385267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4 erreurs ✓</a:t>
            </a:r>
            <a:endParaRPr lang="en-US" sz="2200" dirty="0"/>
          </a:p>
        </p:txBody>
      </p:sp>
      <p:sp>
        <p:nvSpPr>
          <p:cNvPr id="19" name="Text 14"/>
          <p:cNvSpPr txBox="1"/>
          <p:nvPr/>
        </p:nvSpPr>
        <p:spPr>
          <a:xfrm>
            <a:off x="9052560" y="4858512"/>
            <a:ext cx="2587752" cy="1097280"/>
          </a:xfrm>
          <a:prstGeom prst="rect">
            <a:avLst/>
          </a:prstGeom>
          <a:noFill/>
          <a:ln/>
        </p:spPr>
        <p:txBody>
          <a:bodyPr wrap="square" lIns="0" tIns="0" rIns="0" bIns="0" rtlCol="0" anchor="t"/>
          <a:lstStyle/>
          <a:p>
            <a:pPr algn="l" indent="0" marL="0">
              <a:buNone/>
            </a:pPr>
            <a:r>
              <a:rPr lang="en-US" sz="1500" i="1" dirty="0">
                <a:solidFill>
                  <a:schemeClr val="accent5"/>
                </a:solidFill>
              </a:rPr>
              <a:t>Leurres : </a:t>
            </a:r>
            <a:r>
              <a:rPr lang="en-US" sz="1500" i="1" dirty="0">
                <a:solidFill>
                  <a:schemeClr val="accent5"/>
                </a:solidFill>
              </a:rPr>
              <a:t>Ik stuur u… · Uw collega</a:t>
            </a:r>
            <a:r>
              <a:rPr lang="en-US" sz="1500" i="1" dirty="0">
                <a:solidFill>
                  <a:schemeClr val="accent5"/>
                </a:solidFill>
              </a:rPr>
              <a:t> sont corrects.</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Une journée au bureau</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Que dites-vous à chaque moment de la journée ?</a:t>
            </a:r>
            <a:endParaRPr lang="en-US" sz="1700" dirty="0"/>
          </a:p>
        </p:txBody>
      </p:sp>
      <p:sp>
        <p:nvSpPr>
          <p:cNvPr id="8" name="Shape 4"/>
          <p:cNvSpPr/>
          <p:nvPr/>
        </p:nvSpPr>
        <p:spPr>
          <a:xfrm>
            <a:off x="548640" y="2343912"/>
            <a:ext cx="11091672" cy="914"/>
          </a:xfrm>
          <a:prstGeom prst="line">
            <a:avLst/>
          </a:prstGeom>
          <a:noFill/>
          <a:ln w="38100">
            <a:solidFill>
              <a:srgbClr val="D9700F"/>
            </a:solidFill>
            <a:prstDash val="solid"/>
            <a:tailEnd type="triangle"/>
          </a:ln>
        </p:spPr>
      </p:sp>
      <p:sp>
        <p:nvSpPr>
          <p:cNvPr id="9" name="Shape 5"/>
          <p:cNvSpPr/>
          <p:nvPr/>
        </p:nvSpPr>
        <p:spPr>
          <a:xfrm>
            <a:off x="1437894" y="1932432"/>
            <a:ext cx="822960" cy="822960"/>
          </a:xfrm>
          <a:prstGeom prst="ellipse">
            <a:avLst/>
          </a:prstGeom>
          <a:solidFill>
            <a:schemeClr val="bg1"/>
          </a:solidFill>
          <a:ln w="31750">
            <a:solidFill>
              <a:srgbClr val="D9700F"/>
            </a:solidFill>
            <a:prstDash val="solid"/>
          </a:ln>
        </p:spPr>
      </p:sp>
      <p:pic>
        <p:nvPicPr>
          <p:cNvPr id="10" name="Image 1" descr="eight thirty">    </p:cNvPr>
          <p:cNvPicPr>
            <a:picLocks noChangeAspect="1"/>
          </p:cNvPicPr>
          <p:nvPr/>
        </p:nvPicPr>
        <p:blipFill>
          <a:blip r:embed="rId2"/>
          <a:stretch>
            <a:fillRect/>
          </a:stretch>
        </p:blipFill>
        <p:spPr>
          <a:xfrm>
            <a:off x="1547622" y="2042160"/>
            <a:ext cx="603504" cy="603504"/>
          </a:xfrm>
          <a:prstGeom prst="rect">
            <a:avLst/>
          </a:prstGeom>
        </p:spPr>
      </p:pic>
      <p:sp>
        <p:nvSpPr>
          <p:cNvPr id="11" name="Text 6"/>
          <p:cNvSpPr txBox="1"/>
          <p:nvPr/>
        </p:nvSpPr>
        <p:spPr>
          <a:xfrm>
            <a:off x="548640" y="2801112"/>
            <a:ext cx="2601468" cy="365760"/>
          </a:xfrm>
          <a:prstGeom prst="rect">
            <a:avLst/>
          </a:prstGeom>
          <a:noFill/>
          <a:ln/>
        </p:spPr>
        <p:txBody>
          <a:bodyPr wrap="square" lIns="0" tIns="0" rIns="0" bIns="0" rtlCol="0" anchor="t"/>
          <a:lstStyle/>
          <a:p>
            <a:pPr algn="ctr" indent="0" marL="0">
              <a:buNone/>
            </a:pPr>
            <a:r>
              <a:rPr lang="en-US" sz="1800" b="1" dirty="0">
                <a:solidFill>
                  <a:schemeClr val="accent1"/>
                </a:solidFill>
              </a:rPr>
              <a:t>8 u 30</a:t>
            </a:r>
            <a:endParaRPr lang="en-US" sz="1800" dirty="0"/>
          </a:p>
        </p:txBody>
      </p:sp>
      <p:sp>
        <p:nvSpPr>
          <p:cNvPr id="12" name="Shape 7"/>
          <p:cNvSpPr/>
          <p:nvPr/>
        </p:nvSpPr>
        <p:spPr>
          <a:xfrm>
            <a:off x="548640" y="3258312"/>
            <a:ext cx="2601468" cy="1417320"/>
          </a:xfrm>
          <a:prstGeom prst="roundRect">
            <a:avLst>
              <a:gd name="adj" fmla="val 5161"/>
            </a:avLst>
          </a:prstGeom>
          <a:solidFill>
            <a:schemeClr val="bg2"/>
          </a:solidFill>
          <a:ln w="12700">
            <a:solidFill>
              <a:srgbClr val="D5DCE6"/>
            </a:solidFill>
            <a:prstDash val="solid"/>
          </a:ln>
        </p:spPr>
      </p:sp>
      <p:sp>
        <p:nvSpPr>
          <p:cNvPr id="13" name="Text 8"/>
          <p:cNvSpPr txBox="1"/>
          <p:nvPr/>
        </p:nvSpPr>
        <p:spPr>
          <a:xfrm>
            <a:off x="685800" y="3258312"/>
            <a:ext cx="2327148" cy="1417320"/>
          </a:xfrm>
          <a:prstGeom prst="rect">
            <a:avLst/>
          </a:prstGeom>
          <a:noFill/>
          <a:ln/>
        </p:spPr>
        <p:txBody>
          <a:bodyPr wrap="square" lIns="0" tIns="0" rIns="0" bIns="0" rtlCol="0" anchor="ctr"/>
          <a:lstStyle/>
          <a:p>
            <a:pPr algn="ctr" indent="0" marL="0">
              <a:buNone/>
            </a:pPr>
            <a:r>
              <a:rPr lang="en-US" sz="1600" dirty="0">
                <a:solidFill>
                  <a:schemeClr val="tx1"/>
                </a:solidFill>
              </a:rPr>
              <a:t>Vous arrivez et saluez tous vos collègues.</a:t>
            </a:r>
            <a:endParaRPr lang="en-US" sz="1600" dirty="0"/>
          </a:p>
        </p:txBody>
      </p:sp>
      <p:sp>
        <p:nvSpPr>
          <p:cNvPr id="14" name="Shape 9"/>
          <p:cNvSpPr/>
          <p:nvPr/>
        </p:nvSpPr>
        <p:spPr>
          <a:xfrm>
            <a:off x="548640" y="4858512"/>
            <a:ext cx="2601468" cy="1432560"/>
          </a:xfrm>
          <a:prstGeom prst="roundRect">
            <a:avLst>
              <a:gd name="adj" fmla="val 12766"/>
            </a:avLst>
          </a:prstGeom>
          <a:solidFill>
            <a:srgbClr val="FFFFFF"/>
          </a:solidFill>
          <a:ln w="19050">
            <a:solidFill>
              <a:srgbClr val="4A5A70"/>
            </a:solidFill>
            <a:prstDash val="dash"/>
          </a:ln>
        </p:spPr>
      </p:sp>
      <p:pic>
        <p:nvPicPr>
          <p:cNvPr id="15" name="Image 2" descr="CommentDots">    </p:cNvPr>
          <p:cNvPicPr>
            <a:picLocks noChangeAspect="1"/>
          </p:cNvPicPr>
          <p:nvPr/>
        </p:nvPicPr>
        <p:blipFill>
          <a:blip r:embed="rId3"/>
          <a:stretch>
            <a:fillRect/>
          </a:stretch>
        </p:blipFill>
        <p:spPr>
          <a:xfrm>
            <a:off x="1575054" y="5300472"/>
            <a:ext cx="548640" cy="548640"/>
          </a:xfrm>
          <a:prstGeom prst="rect">
            <a:avLst/>
          </a:prstGeom>
        </p:spPr>
      </p:pic>
      <p:sp>
        <p:nvSpPr>
          <p:cNvPr id="16" name="Shape 10"/>
          <p:cNvSpPr/>
          <p:nvPr/>
        </p:nvSpPr>
        <p:spPr>
          <a:xfrm>
            <a:off x="4267962" y="1932432"/>
            <a:ext cx="822960" cy="822960"/>
          </a:xfrm>
          <a:prstGeom prst="ellipse">
            <a:avLst/>
          </a:prstGeom>
          <a:solidFill>
            <a:schemeClr val="bg1"/>
          </a:solidFill>
          <a:ln w="31750">
            <a:solidFill>
              <a:srgbClr val="D9700F"/>
            </a:solidFill>
            <a:prstDash val="solid"/>
          </a:ln>
        </p:spPr>
      </p:sp>
      <p:pic>
        <p:nvPicPr>
          <p:cNvPr id="17" name="Image 3" descr="nine oclock">    </p:cNvPr>
          <p:cNvPicPr>
            <a:picLocks noChangeAspect="1"/>
          </p:cNvPicPr>
          <p:nvPr/>
        </p:nvPicPr>
        <p:blipFill>
          <a:blip r:embed="rId4"/>
          <a:stretch>
            <a:fillRect/>
          </a:stretch>
        </p:blipFill>
        <p:spPr>
          <a:xfrm>
            <a:off x="4377690" y="2042160"/>
            <a:ext cx="603504" cy="603504"/>
          </a:xfrm>
          <a:prstGeom prst="rect">
            <a:avLst/>
          </a:prstGeom>
        </p:spPr>
      </p:pic>
      <p:sp>
        <p:nvSpPr>
          <p:cNvPr id="18" name="Text 11"/>
          <p:cNvSpPr txBox="1"/>
          <p:nvPr/>
        </p:nvSpPr>
        <p:spPr>
          <a:xfrm>
            <a:off x="3378708" y="2801112"/>
            <a:ext cx="2601468" cy="365760"/>
          </a:xfrm>
          <a:prstGeom prst="rect">
            <a:avLst/>
          </a:prstGeom>
          <a:noFill/>
          <a:ln/>
        </p:spPr>
        <p:txBody>
          <a:bodyPr wrap="square" lIns="0" tIns="0" rIns="0" bIns="0" rtlCol="0" anchor="t"/>
          <a:lstStyle/>
          <a:p>
            <a:pPr algn="ctr" indent="0" marL="0">
              <a:buNone/>
            </a:pPr>
            <a:r>
              <a:rPr lang="en-US" sz="1800" b="1" dirty="0">
                <a:solidFill>
                  <a:schemeClr val="accent1"/>
                </a:solidFill>
              </a:rPr>
              <a:t>9 u</a:t>
            </a:r>
            <a:endParaRPr lang="en-US" sz="1800" dirty="0"/>
          </a:p>
        </p:txBody>
      </p:sp>
      <p:sp>
        <p:nvSpPr>
          <p:cNvPr id="19" name="Shape 12"/>
          <p:cNvSpPr/>
          <p:nvPr/>
        </p:nvSpPr>
        <p:spPr>
          <a:xfrm>
            <a:off x="3378708" y="3258312"/>
            <a:ext cx="2601468" cy="1417320"/>
          </a:xfrm>
          <a:prstGeom prst="roundRect">
            <a:avLst>
              <a:gd name="adj" fmla="val 5161"/>
            </a:avLst>
          </a:prstGeom>
          <a:solidFill>
            <a:schemeClr val="bg2"/>
          </a:solidFill>
          <a:ln w="12700">
            <a:solidFill>
              <a:srgbClr val="D5DCE6"/>
            </a:solidFill>
            <a:prstDash val="solid"/>
          </a:ln>
        </p:spPr>
      </p:sp>
      <p:sp>
        <p:nvSpPr>
          <p:cNvPr id="20" name="Text 13"/>
          <p:cNvSpPr txBox="1"/>
          <p:nvPr/>
        </p:nvSpPr>
        <p:spPr>
          <a:xfrm>
            <a:off x="3515868" y="3258312"/>
            <a:ext cx="2327148" cy="1417320"/>
          </a:xfrm>
          <a:prstGeom prst="rect">
            <a:avLst/>
          </a:prstGeom>
          <a:noFill/>
          <a:ln/>
        </p:spPr>
        <p:txBody>
          <a:bodyPr wrap="square" lIns="0" tIns="0" rIns="0" bIns="0" rtlCol="0" anchor="ctr"/>
          <a:lstStyle/>
          <a:p>
            <a:pPr algn="ctr" indent="0" marL="0">
              <a:buNone/>
            </a:pPr>
            <a:r>
              <a:rPr lang="en-US" sz="1600" dirty="0">
                <a:solidFill>
                  <a:schemeClr val="tx1"/>
                </a:solidFill>
              </a:rPr>
              <a:t>Vous arrivez en retard à une réunion avec la directrice.</a:t>
            </a:r>
            <a:endParaRPr lang="en-US" sz="1600" dirty="0"/>
          </a:p>
        </p:txBody>
      </p:sp>
      <p:sp>
        <p:nvSpPr>
          <p:cNvPr id="21" name="Shape 14"/>
          <p:cNvSpPr/>
          <p:nvPr/>
        </p:nvSpPr>
        <p:spPr>
          <a:xfrm>
            <a:off x="3378708" y="4858512"/>
            <a:ext cx="2601468" cy="1432560"/>
          </a:xfrm>
          <a:prstGeom prst="roundRect">
            <a:avLst>
              <a:gd name="adj" fmla="val 12766"/>
            </a:avLst>
          </a:prstGeom>
          <a:solidFill>
            <a:srgbClr val="FFFFFF"/>
          </a:solidFill>
          <a:ln w="19050">
            <a:solidFill>
              <a:srgbClr val="4A5A70"/>
            </a:solidFill>
            <a:prstDash val="dash"/>
          </a:ln>
        </p:spPr>
      </p:sp>
      <p:pic>
        <p:nvPicPr>
          <p:cNvPr id="22" name="Image 4" descr="CommentDots">    </p:cNvPr>
          <p:cNvPicPr>
            <a:picLocks noChangeAspect="1"/>
          </p:cNvPicPr>
          <p:nvPr/>
        </p:nvPicPr>
        <p:blipFill>
          <a:blip r:embed="rId5"/>
          <a:stretch>
            <a:fillRect/>
          </a:stretch>
        </p:blipFill>
        <p:spPr>
          <a:xfrm>
            <a:off x="4405122" y="5300472"/>
            <a:ext cx="548640" cy="548640"/>
          </a:xfrm>
          <a:prstGeom prst="rect">
            <a:avLst/>
          </a:prstGeom>
        </p:spPr>
      </p:pic>
      <p:sp>
        <p:nvSpPr>
          <p:cNvPr id="23" name="Shape 15"/>
          <p:cNvSpPr/>
          <p:nvPr/>
        </p:nvSpPr>
        <p:spPr>
          <a:xfrm>
            <a:off x="7098030" y="1932432"/>
            <a:ext cx="822960" cy="822960"/>
          </a:xfrm>
          <a:prstGeom prst="ellipse">
            <a:avLst/>
          </a:prstGeom>
          <a:solidFill>
            <a:schemeClr val="bg1"/>
          </a:solidFill>
          <a:ln w="31750">
            <a:solidFill>
              <a:srgbClr val="D9700F"/>
            </a:solidFill>
            <a:prstDash val="solid"/>
          </a:ln>
        </p:spPr>
      </p:sp>
      <p:pic>
        <p:nvPicPr>
          <p:cNvPr id="24" name="Image 5" descr="twelve thirty">    </p:cNvPr>
          <p:cNvPicPr>
            <a:picLocks noChangeAspect="1"/>
          </p:cNvPicPr>
          <p:nvPr/>
        </p:nvPicPr>
        <p:blipFill>
          <a:blip r:embed="rId6"/>
          <a:stretch>
            <a:fillRect/>
          </a:stretch>
        </p:blipFill>
        <p:spPr>
          <a:xfrm>
            <a:off x="7207758" y="2042160"/>
            <a:ext cx="603504" cy="603504"/>
          </a:xfrm>
          <a:prstGeom prst="rect">
            <a:avLst/>
          </a:prstGeom>
        </p:spPr>
      </p:pic>
      <p:sp>
        <p:nvSpPr>
          <p:cNvPr id="25" name="Text 16"/>
          <p:cNvSpPr txBox="1"/>
          <p:nvPr/>
        </p:nvSpPr>
        <p:spPr>
          <a:xfrm>
            <a:off x="6208776" y="2801112"/>
            <a:ext cx="2601468" cy="365760"/>
          </a:xfrm>
          <a:prstGeom prst="rect">
            <a:avLst/>
          </a:prstGeom>
          <a:noFill/>
          <a:ln/>
        </p:spPr>
        <p:txBody>
          <a:bodyPr wrap="square" lIns="0" tIns="0" rIns="0" bIns="0" rtlCol="0" anchor="t"/>
          <a:lstStyle/>
          <a:p>
            <a:pPr algn="ctr" indent="0" marL="0">
              <a:buNone/>
            </a:pPr>
            <a:r>
              <a:rPr lang="en-US" sz="1800" b="1" dirty="0">
                <a:solidFill>
                  <a:schemeClr val="accent1"/>
                </a:solidFill>
              </a:rPr>
              <a:t>12 u 30</a:t>
            </a:r>
            <a:endParaRPr lang="en-US" sz="1800" dirty="0"/>
          </a:p>
        </p:txBody>
      </p:sp>
      <p:sp>
        <p:nvSpPr>
          <p:cNvPr id="26" name="Shape 17"/>
          <p:cNvSpPr/>
          <p:nvPr/>
        </p:nvSpPr>
        <p:spPr>
          <a:xfrm>
            <a:off x="6208776" y="3258312"/>
            <a:ext cx="2601468" cy="1417320"/>
          </a:xfrm>
          <a:prstGeom prst="roundRect">
            <a:avLst>
              <a:gd name="adj" fmla="val 5161"/>
            </a:avLst>
          </a:prstGeom>
          <a:solidFill>
            <a:schemeClr val="bg2"/>
          </a:solidFill>
          <a:ln w="12700">
            <a:solidFill>
              <a:srgbClr val="D5DCE6"/>
            </a:solidFill>
            <a:prstDash val="solid"/>
          </a:ln>
        </p:spPr>
      </p:sp>
      <p:sp>
        <p:nvSpPr>
          <p:cNvPr id="27" name="Text 18"/>
          <p:cNvSpPr txBox="1"/>
          <p:nvPr/>
        </p:nvSpPr>
        <p:spPr>
          <a:xfrm>
            <a:off x="6345936" y="3258312"/>
            <a:ext cx="2327148" cy="1417320"/>
          </a:xfrm>
          <a:prstGeom prst="rect">
            <a:avLst/>
          </a:prstGeom>
          <a:noFill/>
          <a:ln/>
        </p:spPr>
        <p:txBody>
          <a:bodyPr wrap="square" lIns="0" tIns="0" rIns="0" bIns="0" rtlCol="0" anchor="ctr"/>
          <a:lstStyle/>
          <a:p>
            <a:pPr algn="ctr" indent="0" marL="0">
              <a:buNone/>
            </a:pPr>
            <a:r>
              <a:rPr lang="en-US" sz="1600" dirty="0">
                <a:solidFill>
                  <a:schemeClr val="tx1"/>
                </a:solidFill>
              </a:rPr>
              <a:t>Un collègue vous propose de déjeuner ensemble.</a:t>
            </a:r>
            <a:endParaRPr lang="en-US" sz="1600" dirty="0"/>
          </a:p>
        </p:txBody>
      </p:sp>
      <p:sp>
        <p:nvSpPr>
          <p:cNvPr id="28" name="Shape 19"/>
          <p:cNvSpPr/>
          <p:nvPr/>
        </p:nvSpPr>
        <p:spPr>
          <a:xfrm>
            <a:off x="6208776" y="4858512"/>
            <a:ext cx="2601468" cy="1432560"/>
          </a:xfrm>
          <a:prstGeom prst="roundRect">
            <a:avLst>
              <a:gd name="adj" fmla="val 12766"/>
            </a:avLst>
          </a:prstGeom>
          <a:solidFill>
            <a:srgbClr val="FFFFFF"/>
          </a:solidFill>
          <a:ln w="19050">
            <a:solidFill>
              <a:srgbClr val="4A5A70"/>
            </a:solidFill>
            <a:prstDash val="dash"/>
          </a:ln>
        </p:spPr>
      </p:sp>
      <p:pic>
        <p:nvPicPr>
          <p:cNvPr id="29" name="Image 6" descr="CommentDots">    </p:cNvPr>
          <p:cNvPicPr>
            <a:picLocks noChangeAspect="1"/>
          </p:cNvPicPr>
          <p:nvPr/>
        </p:nvPicPr>
        <p:blipFill>
          <a:blip r:embed="rId7"/>
          <a:stretch>
            <a:fillRect/>
          </a:stretch>
        </p:blipFill>
        <p:spPr>
          <a:xfrm>
            <a:off x="7235190" y="5300472"/>
            <a:ext cx="548640" cy="548640"/>
          </a:xfrm>
          <a:prstGeom prst="rect">
            <a:avLst/>
          </a:prstGeom>
        </p:spPr>
      </p:pic>
      <p:sp>
        <p:nvSpPr>
          <p:cNvPr id="30" name="Shape 20"/>
          <p:cNvSpPr/>
          <p:nvPr/>
        </p:nvSpPr>
        <p:spPr>
          <a:xfrm>
            <a:off x="9928098" y="1932432"/>
            <a:ext cx="822960" cy="822960"/>
          </a:xfrm>
          <a:prstGeom prst="ellipse">
            <a:avLst/>
          </a:prstGeom>
          <a:solidFill>
            <a:schemeClr val="bg1"/>
          </a:solidFill>
          <a:ln w="31750">
            <a:solidFill>
              <a:srgbClr val="D9700F"/>
            </a:solidFill>
            <a:prstDash val="solid"/>
          </a:ln>
        </p:spPr>
      </p:sp>
      <p:pic>
        <p:nvPicPr>
          <p:cNvPr id="31" name="Image 7" descr="five thirty">    </p:cNvPr>
          <p:cNvPicPr>
            <a:picLocks noChangeAspect="1"/>
          </p:cNvPicPr>
          <p:nvPr/>
        </p:nvPicPr>
        <p:blipFill>
          <a:blip r:embed="rId8"/>
          <a:stretch>
            <a:fillRect/>
          </a:stretch>
        </p:blipFill>
        <p:spPr>
          <a:xfrm>
            <a:off x="10037826" y="2042160"/>
            <a:ext cx="603504" cy="603504"/>
          </a:xfrm>
          <a:prstGeom prst="rect">
            <a:avLst/>
          </a:prstGeom>
        </p:spPr>
      </p:pic>
      <p:sp>
        <p:nvSpPr>
          <p:cNvPr id="32" name="Text 21"/>
          <p:cNvSpPr txBox="1"/>
          <p:nvPr/>
        </p:nvSpPr>
        <p:spPr>
          <a:xfrm>
            <a:off x="9038844" y="2801112"/>
            <a:ext cx="2601468" cy="365760"/>
          </a:xfrm>
          <a:prstGeom prst="rect">
            <a:avLst/>
          </a:prstGeom>
          <a:noFill/>
          <a:ln/>
        </p:spPr>
        <p:txBody>
          <a:bodyPr wrap="square" lIns="0" tIns="0" rIns="0" bIns="0" rtlCol="0" anchor="t"/>
          <a:lstStyle/>
          <a:p>
            <a:pPr algn="ctr" indent="0" marL="0">
              <a:buNone/>
            </a:pPr>
            <a:r>
              <a:rPr lang="en-US" sz="1800" b="1" dirty="0">
                <a:solidFill>
                  <a:schemeClr val="accent1"/>
                </a:solidFill>
              </a:rPr>
              <a:t>17 u 30</a:t>
            </a:r>
            <a:endParaRPr lang="en-US" sz="1800" dirty="0"/>
          </a:p>
        </p:txBody>
      </p:sp>
      <p:sp>
        <p:nvSpPr>
          <p:cNvPr id="33" name="Shape 22"/>
          <p:cNvSpPr/>
          <p:nvPr/>
        </p:nvSpPr>
        <p:spPr>
          <a:xfrm>
            <a:off x="9038844" y="3258312"/>
            <a:ext cx="2601468" cy="1417320"/>
          </a:xfrm>
          <a:prstGeom prst="roundRect">
            <a:avLst>
              <a:gd name="adj" fmla="val 5161"/>
            </a:avLst>
          </a:prstGeom>
          <a:solidFill>
            <a:schemeClr val="bg2"/>
          </a:solidFill>
          <a:ln w="12700">
            <a:solidFill>
              <a:srgbClr val="D5DCE6"/>
            </a:solidFill>
            <a:prstDash val="solid"/>
          </a:ln>
        </p:spPr>
      </p:sp>
      <p:sp>
        <p:nvSpPr>
          <p:cNvPr id="34" name="Text 23"/>
          <p:cNvSpPr txBox="1"/>
          <p:nvPr/>
        </p:nvSpPr>
        <p:spPr>
          <a:xfrm>
            <a:off x="9176004" y="3258312"/>
            <a:ext cx="2327148" cy="1417320"/>
          </a:xfrm>
          <a:prstGeom prst="rect">
            <a:avLst/>
          </a:prstGeom>
          <a:noFill/>
          <a:ln/>
        </p:spPr>
        <p:txBody>
          <a:bodyPr wrap="square" lIns="0" tIns="0" rIns="0" bIns="0" rtlCol="0" anchor="ctr"/>
          <a:lstStyle/>
          <a:p>
            <a:pPr algn="ctr" indent="0" marL="0">
              <a:buNone/>
            </a:pPr>
            <a:r>
              <a:rPr lang="en-US" sz="1600" dirty="0">
                <a:solidFill>
                  <a:schemeClr val="tx1"/>
                </a:solidFill>
              </a:rPr>
              <a:t>Vous partez et souhaitez une bonne soirée.</a:t>
            </a:r>
            <a:endParaRPr lang="en-US" sz="1600" dirty="0"/>
          </a:p>
        </p:txBody>
      </p:sp>
      <p:sp>
        <p:nvSpPr>
          <p:cNvPr id="35" name="Shape 24"/>
          <p:cNvSpPr/>
          <p:nvPr/>
        </p:nvSpPr>
        <p:spPr>
          <a:xfrm>
            <a:off x="9038844" y="4858512"/>
            <a:ext cx="2601468" cy="1432560"/>
          </a:xfrm>
          <a:prstGeom prst="roundRect">
            <a:avLst>
              <a:gd name="adj" fmla="val 12766"/>
            </a:avLst>
          </a:prstGeom>
          <a:solidFill>
            <a:srgbClr val="FFFFFF"/>
          </a:solidFill>
          <a:ln w="19050">
            <a:solidFill>
              <a:srgbClr val="4A5A70"/>
            </a:solidFill>
            <a:prstDash val="dash"/>
          </a:ln>
        </p:spPr>
      </p:sp>
      <p:pic>
        <p:nvPicPr>
          <p:cNvPr id="36" name="Image 8" descr="CommentDots">    </p:cNvPr>
          <p:cNvPicPr>
            <a:picLocks noChangeAspect="1"/>
          </p:cNvPicPr>
          <p:nvPr/>
        </p:nvPicPr>
        <p:blipFill>
          <a:blip r:embed="rId9"/>
          <a:stretch>
            <a:fillRect/>
          </a:stretch>
        </p:blipFill>
        <p:spPr>
          <a:xfrm>
            <a:off x="10065258" y="5300472"/>
            <a:ext cx="548640" cy="54864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Une journée au bureau</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Que dites-vous à chaque moment de la journée ?</a:t>
            </a:r>
            <a:endParaRPr lang="en-US" sz="1700" dirty="0"/>
          </a:p>
        </p:txBody>
      </p:sp>
      <p:sp>
        <p:nvSpPr>
          <p:cNvPr id="9" name="Shape 5"/>
          <p:cNvSpPr/>
          <p:nvPr/>
        </p:nvSpPr>
        <p:spPr>
          <a:xfrm>
            <a:off x="548640" y="2343912"/>
            <a:ext cx="11091672" cy="914"/>
          </a:xfrm>
          <a:prstGeom prst="line">
            <a:avLst/>
          </a:prstGeom>
          <a:noFill/>
          <a:ln w="38100">
            <a:solidFill>
              <a:srgbClr val="D9700F"/>
            </a:solidFill>
            <a:prstDash val="solid"/>
            <a:tailEnd type="triangle"/>
          </a:ln>
        </p:spPr>
      </p:sp>
      <p:sp>
        <p:nvSpPr>
          <p:cNvPr id="10" name="Shape 6"/>
          <p:cNvSpPr/>
          <p:nvPr/>
        </p:nvSpPr>
        <p:spPr>
          <a:xfrm>
            <a:off x="1437894" y="1932432"/>
            <a:ext cx="822960" cy="822960"/>
          </a:xfrm>
          <a:prstGeom prst="ellipse">
            <a:avLst/>
          </a:prstGeom>
          <a:solidFill>
            <a:schemeClr val="bg1"/>
          </a:solidFill>
          <a:ln w="31750">
            <a:solidFill>
              <a:srgbClr val="D9700F"/>
            </a:solidFill>
            <a:prstDash val="solid"/>
          </a:ln>
        </p:spPr>
      </p:sp>
      <p:pic>
        <p:nvPicPr>
          <p:cNvPr id="11" name="Image 1" descr="eight thirty">    </p:cNvPr>
          <p:cNvPicPr>
            <a:picLocks noChangeAspect="1"/>
          </p:cNvPicPr>
          <p:nvPr/>
        </p:nvPicPr>
        <p:blipFill>
          <a:blip r:embed="rId2"/>
          <a:stretch>
            <a:fillRect/>
          </a:stretch>
        </p:blipFill>
        <p:spPr>
          <a:xfrm>
            <a:off x="1547622" y="2042160"/>
            <a:ext cx="603504" cy="603504"/>
          </a:xfrm>
          <a:prstGeom prst="rect">
            <a:avLst/>
          </a:prstGeom>
        </p:spPr>
      </p:pic>
      <p:sp>
        <p:nvSpPr>
          <p:cNvPr id="12" name="Text 7"/>
          <p:cNvSpPr txBox="1"/>
          <p:nvPr/>
        </p:nvSpPr>
        <p:spPr>
          <a:xfrm>
            <a:off x="548640" y="2801112"/>
            <a:ext cx="2601468" cy="365760"/>
          </a:xfrm>
          <a:prstGeom prst="rect">
            <a:avLst/>
          </a:prstGeom>
          <a:noFill/>
          <a:ln/>
        </p:spPr>
        <p:txBody>
          <a:bodyPr wrap="square" lIns="0" tIns="0" rIns="0" bIns="0" rtlCol="0" anchor="t"/>
          <a:lstStyle/>
          <a:p>
            <a:pPr algn="ctr" indent="0" marL="0">
              <a:buNone/>
            </a:pPr>
            <a:r>
              <a:rPr lang="en-US" sz="1800" b="1" dirty="0">
                <a:solidFill>
                  <a:schemeClr val="accent1"/>
                </a:solidFill>
              </a:rPr>
              <a:t>8 u 30</a:t>
            </a:r>
            <a:endParaRPr lang="en-US" sz="1800" dirty="0"/>
          </a:p>
        </p:txBody>
      </p:sp>
      <p:sp>
        <p:nvSpPr>
          <p:cNvPr id="13" name="Shape 8"/>
          <p:cNvSpPr/>
          <p:nvPr/>
        </p:nvSpPr>
        <p:spPr>
          <a:xfrm>
            <a:off x="548640" y="3258312"/>
            <a:ext cx="2601468" cy="1417320"/>
          </a:xfrm>
          <a:prstGeom prst="roundRect">
            <a:avLst>
              <a:gd name="adj" fmla="val 5161"/>
            </a:avLst>
          </a:prstGeom>
          <a:solidFill>
            <a:schemeClr val="bg2"/>
          </a:solidFill>
          <a:ln w="12700">
            <a:solidFill>
              <a:srgbClr val="D5DCE6"/>
            </a:solidFill>
            <a:prstDash val="solid"/>
          </a:ln>
        </p:spPr>
      </p:sp>
      <p:sp>
        <p:nvSpPr>
          <p:cNvPr id="14" name="Text 9"/>
          <p:cNvSpPr txBox="1"/>
          <p:nvPr/>
        </p:nvSpPr>
        <p:spPr>
          <a:xfrm>
            <a:off x="685800" y="3258312"/>
            <a:ext cx="2327148" cy="1417320"/>
          </a:xfrm>
          <a:prstGeom prst="rect">
            <a:avLst/>
          </a:prstGeom>
          <a:noFill/>
          <a:ln/>
        </p:spPr>
        <p:txBody>
          <a:bodyPr wrap="square" lIns="0" tIns="0" rIns="0" bIns="0" rtlCol="0" anchor="ctr"/>
          <a:lstStyle/>
          <a:p>
            <a:pPr algn="ctr" indent="0" marL="0">
              <a:buNone/>
            </a:pPr>
            <a:r>
              <a:rPr lang="en-US" sz="1600" dirty="0">
                <a:solidFill>
                  <a:schemeClr val="tx1"/>
                </a:solidFill>
              </a:rPr>
              <a:t>Vous arrivez et saluez tous vos collègues.</a:t>
            </a:r>
            <a:endParaRPr lang="en-US" sz="1600" dirty="0"/>
          </a:p>
        </p:txBody>
      </p:sp>
      <p:sp>
        <p:nvSpPr>
          <p:cNvPr id="15" name="Shape 10"/>
          <p:cNvSpPr/>
          <p:nvPr/>
        </p:nvSpPr>
        <p:spPr>
          <a:xfrm>
            <a:off x="548640" y="4858512"/>
            <a:ext cx="2601468" cy="1432560"/>
          </a:xfrm>
          <a:prstGeom prst="roundRect">
            <a:avLst>
              <a:gd name="adj" fmla="val 12766"/>
            </a:avLst>
          </a:prstGeom>
          <a:solidFill>
            <a:srgbClr val="EDF6F0"/>
          </a:solidFill>
          <a:ln w="19050">
            <a:solidFill>
              <a:srgbClr val="2E7D4F"/>
            </a:solidFill>
            <a:prstDash val="solid"/>
          </a:ln>
        </p:spPr>
      </p:sp>
      <p:sp>
        <p:nvSpPr>
          <p:cNvPr id="16" name="Text 11"/>
          <p:cNvSpPr txBox="1"/>
          <p:nvPr/>
        </p:nvSpPr>
        <p:spPr>
          <a:xfrm>
            <a:off x="685800" y="4858512"/>
            <a:ext cx="2327148" cy="1432560"/>
          </a:xfrm>
          <a:prstGeom prst="rect">
            <a:avLst/>
          </a:prstGeom>
          <a:noFill/>
          <a:ln/>
        </p:spPr>
        <p:txBody>
          <a:bodyPr wrap="square" lIns="0" tIns="0" rIns="0" bIns="0" rtlCol="0" anchor="ctr"/>
          <a:lstStyle/>
          <a:p>
            <a:pPr algn="ctr" indent="0" marL="0">
              <a:buNone/>
            </a:pPr>
            <a:r>
              <a:rPr lang="en-US" sz="1900" b="1" i="1" dirty="0">
                <a:solidFill>
                  <a:schemeClr val="accent3"/>
                </a:solidFill>
              </a:rPr>
              <a:t>Goedemorgen allemaal!</a:t>
            </a:r>
            <a:endParaRPr lang="en-US" sz="1900" dirty="0"/>
          </a:p>
        </p:txBody>
      </p:sp>
      <p:sp>
        <p:nvSpPr>
          <p:cNvPr id="17" name="Shape 12"/>
          <p:cNvSpPr/>
          <p:nvPr/>
        </p:nvSpPr>
        <p:spPr>
          <a:xfrm>
            <a:off x="4267962" y="1932432"/>
            <a:ext cx="822960" cy="822960"/>
          </a:xfrm>
          <a:prstGeom prst="ellipse">
            <a:avLst/>
          </a:prstGeom>
          <a:solidFill>
            <a:schemeClr val="bg1"/>
          </a:solidFill>
          <a:ln w="31750">
            <a:solidFill>
              <a:srgbClr val="D9700F"/>
            </a:solidFill>
            <a:prstDash val="solid"/>
          </a:ln>
        </p:spPr>
      </p:sp>
      <p:pic>
        <p:nvPicPr>
          <p:cNvPr id="18" name="Image 2" descr="nine oclock">    </p:cNvPr>
          <p:cNvPicPr>
            <a:picLocks noChangeAspect="1"/>
          </p:cNvPicPr>
          <p:nvPr/>
        </p:nvPicPr>
        <p:blipFill>
          <a:blip r:embed="rId3"/>
          <a:stretch>
            <a:fillRect/>
          </a:stretch>
        </p:blipFill>
        <p:spPr>
          <a:xfrm>
            <a:off x="4377690" y="2042160"/>
            <a:ext cx="603504" cy="603504"/>
          </a:xfrm>
          <a:prstGeom prst="rect">
            <a:avLst/>
          </a:prstGeom>
        </p:spPr>
      </p:pic>
      <p:sp>
        <p:nvSpPr>
          <p:cNvPr id="19" name="Text 13"/>
          <p:cNvSpPr txBox="1"/>
          <p:nvPr/>
        </p:nvSpPr>
        <p:spPr>
          <a:xfrm>
            <a:off x="3378708" y="2801112"/>
            <a:ext cx="2601468" cy="365760"/>
          </a:xfrm>
          <a:prstGeom prst="rect">
            <a:avLst/>
          </a:prstGeom>
          <a:noFill/>
          <a:ln/>
        </p:spPr>
        <p:txBody>
          <a:bodyPr wrap="square" lIns="0" tIns="0" rIns="0" bIns="0" rtlCol="0" anchor="t"/>
          <a:lstStyle/>
          <a:p>
            <a:pPr algn="ctr" indent="0" marL="0">
              <a:buNone/>
            </a:pPr>
            <a:r>
              <a:rPr lang="en-US" sz="1800" b="1" dirty="0">
                <a:solidFill>
                  <a:schemeClr val="accent1"/>
                </a:solidFill>
              </a:rPr>
              <a:t>9 u</a:t>
            </a:r>
            <a:endParaRPr lang="en-US" sz="1800" dirty="0"/>
          </a:p>
        </p:txBody>
      </p:sp>
      <p:sp>
        <p:nvSpPr>
          <p:cNvPr id="20" name="Shape 14"/>
          <p:cNvSpPr/>
          <p:nvPr/>
        </p:nvSpPr>
        <p:spPr>
          <a:xfrm>
            <a:off x="3378708" y="3258312"/>
            <a:ext cx="2601468" cy="1417320"/>
          </a:xfrm>
          <a:prstGeom prst="roundRect">
            <a:avLst>
              <a:gd name="adj" fmla="val 5161"/>
            </a:avLst>
          </a:prstGeom>
          <a:solidFill>
            <a:schemeClr val="bg2"/>
          </a:solidFill>
          <a:ln w="12700">
            <a:solidFill>
              <a:srgbClr val="D5DCE6"/>
            </a:solidFill>
            <a:prstDash val="solid"/>
          </a:ln>
        </p:spPr>
      </p:sp>
      <p:sp>
        <p:nvSpPr>
          <p:cNvPr id="21" name="Text 15"/>
          <p:cNvSpPr txBox="1"/>
          <p:nvPr/>
        </p:nvSpPr>
        <p:spPr>
          <a:xfrm>
            <a:off x="3515868" y="3258312"/>
            <a:ext cx="2327148" cy="1417320"/>
          </a:xfrm>
          <a:prstGeom prst="rect">
            <a:avLst/>
          </a:prstGeom>
          <a:noFill/>
          <a:ln/>
        </p:spPr>
        <p:txBody>
          <a:bodyPr wrap="square" lIns="0" tIns="0" rIns="0" bIns="0" rtlCol="0" anchor="ctr"/>
          <a:lstStyle/>
          <a:p>
            <a:pPr algn="ctr" indent="0" marL="0">
              <a:buNone/>
            </a:pPr>
            <a:r>
              <a:rPr lang="en-US" sz="1600" dirty="0">
                <a:solidFill>
                  <a:schemeClr val="tx1"/>
                </a:solidFill>
              </a:rPr>
              <a:t>Vous arrivez en retard à une réunion avec la directrice.</a:t>
            </a:r>
            <a:endParaRPr lang="en-US" sz="1600" dirty="0"/>
          </a:p>
        </p:txBody>
      </p:sp>
      <p:sp>
        <p:nvSpPr>
          <p:cNvPr id="22" name="Shape 16"/>
          <p:cNvSpPr/>
          <p:nvPr/>
        </p:nvSpPr>
        <p:spPr>
          <a:xfrm>
            <a:off x="3378708" y="4858512"/>
            <a:ext cx="2601468" cy="1432560"/>
          </a:xfrm>
          <a:prstGeom prst="roundRect">
            <a:avLst>
              <a:gd name="adj" fmla="val 12766"/>
            </a:avLst>
          </a:prstGeom>
          <a:solidFill>
            <a:srgbClr val="EDF6F0"/>
          </a:solidFill>
          <a:ln w="19050">
            <a:solidFill>
              <a:srgbClr val="2E7D4F"/>
            </a:solidFill>
            <a:prstDash val="solid"/>
          </a:ln>
        </p:spPr>
      </p:sp>
      <p:sp>
        <p:nvSpPr>
          <p:cNvPr id="23" name="Text 17"/>
          <p:cNvSpPr txBox="1"/>
          <p:nvPr/>
        </p:nvSpPr>
        <p:spPr>
          <a:xfrm>
            <a:off x="3515868" y="4858512"/>
            <a:ext cx="2327148" cy="1432560"/>
          </a:xfrm>
          <a:prstGeom prst="rect">
            <a:avLst/>
          </a:prstGeom>
          <a:noFill/>
          <a:ln/>
        </p:spPr>
        <p:txBody>
          <a:bodyPr wrap="square" lIns="0" tIns="0" rIns="0" bIns="0" rtlCol="0" anchor="ctr"/>
          <a:lstStyle/>
          <a:p>
            <a:pPr algn="ctr" indent="0" marL="0">
              <a:buNone/>
            </a:pPr>
            <a:r>
              <a:rPr lang="en-US" sz="1900" b="1" i="1" dirty="0">
                <a:solidFill>
                  <a:schemeClr val="accent3"/>
                </a:solidFill>
              </a:rPr>
              <a:t>Excuseer, mevrouw, ik ben te laat.</a:t>
            </a:r>
            <a:endParaRPr lang="en-US" sz="1900" dirty="0"/>
          </a:p>
        </p:txBody>
      </p:sp>
      <p:sp>
        <p:nvSpPr>
          <p:cNvPr id="24" name="Shape 18"/>
          <p:cNvSpPr/>
          <p:nvPr/>
        </p:nvSpPr>
        <p:spPr>
          <a:xfrm>
            <a:off x="7098030" y="1932432"/>
            <a:ext cx="822960" cy="822960"/>
          </a:xfrm>
          <a:prstGeom prst="ellipse">
            <a:avLst/>
          </a:prstGeom>
          <a:solidFill>
            <a:schemeClr val="bg1"/>
          </a:solidFill>
          <a:ln w="31750">
            <a:solidFill>
              <a:srgbClr val="D9700F"/>
            </a:solidFill>
            <a:prstDash val="solid"/>
          </a:ln>
        </p:spPr>
      </p:sp>
      <p:pic>
        <p:nvPicPr>
          <p:cNvPr id="25" name="Image 3" descr="twelve thirty">    </p:cNvPr>
          <p:cNvPicPr>
            <a:picLocks noChangeAspect="1"/>
          </p:cNvPicPr>
          <p:nvPr/>
        </p:nvPicPr>
        <p:blipFill>
          <a:blip r:embed="rId4"/>
          <a:stretch>
            <a:fillRect/>
          </a:stretch>
        </p:blipFill>
        <p:spPr>
          <a:xfrm>
            <a:off x="7207758" y="2042160"/>
            <a:ext cx="603504" cy="603504"/>
          </a:xfrm>
          <a:prstGeom prst="rect">
            <a:avLst/>
          </a:prstGeom>
        </p:spPr>
      </p:pic>
      <p:sp>
        <p:nvSpPr>
          <p:cNvPr id="26" name="Text 19"/>
          <p:cNvSpPr txBox="1"/>
          <p:nvPr/>
        </p:nvSpPr>
        <p:spPr>
          <a:xfrm>
            <a:off x="6208776" y="2801112"/>
            <a:ext cx="2601468" cy="365760"/>
          </a:xfrm>
          <a:prstGeom prst="rect">
            <a:avLst/>
          </a:prstGeom>
          <a:noFill/>
          <a:ln/>
        </p:spPr>
        <p:txBody>
          <a:bodyPr wrap="square" lIns="0" tIns="0" rIns="0" bIns="0" rtlCol="0" anchor="t"/>
          <a:lstStyle/>
          <a:p>
            <a:pPr algn="ctr" indent="0" marL="0">
              <a:buNone/>
            </a:pPr>
            <a:r>
              <a:rPr lang="en-US" sz="1800" b="1" dirty="0">
                <a:solidFill>
                  <a:schemeClr val="accent1"/>
                </a:solidFill>
              </a:rPr>
              <a:t>12 u 30</a:t>
            </a:r>
            <a:endParaRPr lang="en-US" sz="1800" dirty="0"/>
          </a:p>
        </p:txBody>
      </p:sp>
      <p:sp>
        <p:nvSpPr>
          <p:cNvPr id="27" name="Shape 20"/>
          <p:cNvSpPr/>
          <p:nvPr/>
        </p:nvSpPr>
        <p:spPr>
          <a:xfrm>
            <a:off x="6208776" y="3258312"/>
            <a:ext cx="2601468" cy="1417320"/>
          </a:xfrm>
          <a:prstGeom prst="roundRect">
            <a:avLst>
              <a:gd name="adj" fmla="val 5161"/>
            </a:avLst>
          </a:prstGeom>
          <a:solidFill>
            <a:schemeClr val="bg2"/>
          </a:solidFill>
          <a:ln w="12700">
            <a:solidFill>
              <a:srgbClr val="D5DCE6"/>
            </a:solidFill>
            <a:prstDash val="solid"/>
          </a:ln>
        </p:spPr>
      </p:sp>
      <p:sp>
        <p:nvSpPr>
          <p:cNvPr id="28" name="Text 21"/>
          <p:cNvSpPr txBox="1"/>
          <p:nvPr/>
        </p:nvSpPr>
        <p:spPr>
          <a:xfrm>
            <a:off x="6345936" y="3258312"/>
            <a:ext cx="2327148" cy="1417320"/>
          </a:xfrm>
          <a:prstGeom prst="rect">
            <a:avLst/>
          </a:prstGeom>
          <a:noFill/>
          <a:ln/>
        </p:spPr>
        <p:txBody>
          <a:bodyPr wrap="square" lIns="0" tIns="0" rIns="0" bIns="0" rtlCol="0" anchor="ctr"/>
          <a:lstStyle/>
          <a:p>
            <a:pPr algn="ctr" indent="0" marL="0">
              <a:buNone/>
            </a:pPr>
            <a:r>
              <a:rPr lang="en-US" sz="1600" dirty="0">
                <a:solidFill>
                  <a:schemeClr val="tx1"/>
                </a:solidFill>
              </a:rPr>
              <a:t>Un collègue vous propose de déjeuner ensemble.</a:t>
            </a:r>
            <a:endParaRPr lang="en-US" sz="1600" dirty="0"/>
          </a:p>
        </p:txBody>
      </p:sp>
      <p:sp>
        <p:nvSpPr>
          <p:cNvPr id="29" name="Shape 22"/>
          <p:cNvSpPr/>
          <p:nvPr/>
        </p:nvSpPr>
        <p:spPr>
          <a:xfrm>
            <a:off x="6208776" y="4858512"/>
            <a:ext cx="2601468" cy="1432560"/>
          </a:xfrm>
          <a:prstGeom prst="roundRect">
            <a:avLst>
              <a:gd name="adj" fmla="val 12766"/>
            </a:avLst>
          </a:prstGeom>
          <a:solidFill>
            <a:srgbClr val="EDF6F0"/>
          </a:solidFill>
          <a:ln w="19050">
            <a:solidFill>
              <a:srgbClr val="2E7D4F"/>
            </a:solidFill>
            <a:prstDash val="solid"/>
          </a:ln>
        </p:spPr>
      </p:sp>
      <p:sp>
        <p:nvSpPr>
          <p:cNvPr id="30" name="Text 23"/>
          <p:cNvSpPr txBox="1"/>
          <p:nvPr/>
        </p:nvSpPr>
        <p:spPr>
          <a:xfrm>
            <a:off x="6345936" y="4858512"/>
            <a:ext cx="2327148" cy="1432560"/>
          </a:xfrm>
          <a:prstGeom prst="rect">
            <a:avLst/>
          </a:prstGeom>
          <a:noFill/>
          <a:ln/>
        </p:spPr>
        <p:txBody>
          <a:bodyPr wrap="square" lIns="0" tIns="0" rIns="0" bIns="0" rtlCol="0" anchor="ctr"/>
          <a:lstStyle/>
          <a:p>
            <a:pPr algn="ctr" indent="0" marL="0">
              <a:buNone/>
            </a:pPr>
            <a:r>
              <a:rPr lang="en-US" sz="1900" b="1" i="1" dirty="0">
                <a:solidFill>
                  <a:schemeClr val="accent3"/>
                </a:solidFill>
              </a:rPr>
              <a:t>Ja, graag! Goed idee!</a:t>
            </a:r>
            <a:endParaRPr lang="en-US" sz="1900" dirty="0"/>
          </a:p>
        </p:txBody>
      </p:sp>
      <p:sp>
        <p:nvSpPr>
          <p:cNvPr id="31" name="Shape 24"/>
          <p:cNvSpPr/>
          <p:nvPr/>
        </p:nvSpPr>
        <p:spPr>
          <a:xfrm>
            <a:off x="9928098" y="1932432"/>
            <a:ext cx="822960" cy="822960"/>
          </a:xfrm>
          <a:prstGeom prst="ellipse">
            <a:avLst/>
          </a:prstGeom>
          <a:solidFill>
            <a:schemeClr val="bg1"/>
          </a:solidFill>
          <a:ln w="31750">
            <a:solidFill>
              <a:srgbClr val="D9700F"/>
            </a:solidFill>
            <a:prstDash val="solid"/>
          </a:ln>
        </p:spPr>
      </p:sp>
      <p:pic>
        <p:nvPicPr>
          <p:cNvPr id="32" name="Image 4" descr="five thirty">    </p:cNvPr>
          <p:cNvPicPr>
            <a:picLocks noChangeAspect="1"/>
          </p:cNvPicPr>
          <p:nvPr/>
        </p:nvPicPr>
        <p:blipFill>
          <a:blip r:embed="rId5"/>
          <a:stretch>
            <a:fillRect/>
          </a:stretch>
        </p:blipFill>
        <p:spPr>
          <a:xfrm>
            <a:off x="10037826" y="2042160"/>
            <a:ext cx="603504" cy="603504"/>
          </a:xfrm>
          <a:prstGeom prst="rect">
            <a:avLst/>
          </a:prstGeom>
        </p:spPr>
      </p:pic>
      <p:sp>
        <p:nvSpPr>
          <p:cNvPr id="33" name="Text 25"/>
          <p:cNvSpPr txBox="1"/>
          <p:nvPr/>
        </p:nvSpPr>
        <p:spPr>
          <a:xfrm>
            <a:off x="9038844" y="2801112"/>
            <a:ext cx="2601468" cy="365760"/>
          </a:xfrm>
          <a:prstGeom prst="rect">
            <a:avLst/>
          </a:prstGeom>
          <a:noFill/>
          <a:ln/>
        </p:spPr>
        <p:txBody>
          <a:bodyPr wrap="square" lIns="0" tIns="0" rIns="0" bIns="0" rtlCol="0" anchor="t"/>
          <a:lstStyle/>
          <a:p>
            <a:pPr algn="ctr" indent="0" marL="0">
              <a:buNone/>
            </a:pPr>
            <a:r>
              <a:rPr lang="en-US" sz="1800" b="1" dirty="0">
                <a:solidFill>
                  <a:schemeClr val="accent1"/>
                </a:solidFill>
              </a:rPr>
              <a:t>17 u 30</a:t>
            </a:r>
            <a:endParaRPr lang="en-US" sz="1800" dirty="0"/>
          </a:p>
        </p:txBody>
      </p:sp>
      <p:sp>
        <p:nvSpPr>
          <p:cNvPr id="34" name="Shape 26"/>
          <p:cNvSpPr/>
          <p:nvPr/>
        </p:nvSpPr>
        <p:spPr>
          <a:xfrm>
            <a:off x="9038844" y="3258312"/>
            <a:ext cx="2601468" cy="1417320"/>
          </a:xfrm>
          <a:prstGeom prst="roundRect">
            <a:avLst>
              <a:gd name="adj" fmla="val 5161"/>
            </a:avLst>
          </a:prstGeom>
          <a:solidFill>
            <a:schemeClr val="bg2"/>
          </a:solidFill>
          <a:ln w="12700">
            <a:solidFill>
              <a:srgbClr val="D5DCE6"/>
            </a:solidFill>
            <a:prstDash val="solid"/>
          </a:ln>
        </p:spPr>
      </p:sp>
      <p:sp>
        <p:nvSpPr>
          <p:cNvPr id="35" name="Text 27"/>
          <p:cNvSpPr txBox="1"/>
          <p:nvPr/>
        </p:nvSpPr>
        <p:spPr>
          <a:xfrm>
            <a:off x="9176004" y="3258312"/>
            <a:ext cx="2327148" cy="1417320"/>
          </a:xfrm>
          <a:prstGeom prst="rect">
            <a:avLst/>
          </a:prstGeom>
          <a:noFill/>
          <a:ln/>
        </p:spPr>
        <p:txBody>
          <a:bodyPr wrap="square" lIns="0" tIns="0" rIns="0" bIns="0" rtlCol="0" anchor="ctr"/>
          <a:lstStyle/>
          <a:p>
            <a:pPr algn="ctr" indent="0" marL="0">
              <a:buNone/>
            </a:pPr>
            <a:r>
              <a:rPr lang="en-US" sz="1600" dirty="0">
                <a:solidFill>
                  <a:schemeClr val="tx1"/>
                </a:solidFill>
              </a:rPr>
              <a:t>Vous partez et souhaitez une bonne soirée.</a:t>
            </a:r>
            <a:endParaRPr lang="en-US" sz="1600" dirty="0"/>
          </a:p>
        </p:txBody>
      </p:sp>
      <p:sp>
        <p:nvSpPr>
          <p:cNvPr id="36" name="Shape 28"/>
          <p:cNvSpPr/>
          <p:nvPr/>
        </p:nvSpPr>
        <p:spPr>
          <a:xfrm>
            <a:off x="9038844" y="4858512"/>
            <a:ext cx="2601468" cy="1432560"/>
          </a:xfrm>
          <a:prstGeom prst="roundRect">
            <a:avLst>
              <a:gd name="adj" fmla="val 12766"/>
            </a:avLst>
          </a:prstGeom>
          <a:solidFill>
            <a:srgbClr val="EDF6F0"/>
          </a:solidFill>
          <a:ln w="19050">
            <a:solidFill>
              <a:srgbClr val="2E7D4F"/>
            </a:solidFill>
            <a:prstDash val="solid"/>
          </a:ln>
        </p:spPr>
      </p:sp>
      <p:sp>
        <p:nvSpPr>
          <p:cNvPr id="37" name="Text 29"/>
          <p:cNvSpPr txBox="1"/>
          <p:nvPr/>
        </p:nvSpPr>
        <p:spPr>
          <a:xfrm>
            <a:off x="9176004" y="4858512"/>
            <a:ext cx="2327148" cy="1432560"/>
          </a:xfrm>
          <a:prstGeom prst="rect">
            <a:avLst/>
          </a:prstGeom>
          <a:noFill/>
          <a:ln/>
        </p:spPr>
        <p:txBody>
          <a:bodyPr wrap="square" lIns="0" tIns="0" rIns="0" bIns="0" rtlCol="0" anchor="ctr"/>
          <a:lstStyle/>
          <a:p>
            <a:pPr algn="ctr" indent="0" marL="0">
              <a:buNone/>
            </a:pPr>
            <a:r>
              <a:rPr lang="en-US" sz="1900" b="1" i="1" dirty="0">
                <a:solidFill>
                  <a:schemeClr val="accent3"/>
                </a:solidFill>
              </a:rPr>
              <a:t>Tot morgen! Nog een fijne avond!</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 — Au téléphone : l’absence</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481328"/>
            <a:ext cx="3488436" cy="3026664"/>
          </a:xfrm>
          <a:prstGeom prst="roundRect">
            <a:avLst>
              <a:gd name="adj" fmla="val 2417"/>
            </a:avLst>
          </a:prstGeom>
          <a:solidFill>
            <a:schemeClr val="bg1"/>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7" name="Shape 4"/>
          <p:cNvSpPr/>
          <p:nvPr/>
        </p:nvSpPr>
        <p:spPr>
          <a:xfrm>
            <a:off x="713232" y="1618488"/>
            <a:ext cx="457200" cy="457200"/>
          </a:xfrm>
          <a:prstGeom prst="ellipse">
            <a:avLst/>
          </a:prstGeom>
          <a:solidFill>
            <a:schemeClr val="accent2"/>
          </a:solidFill>
          <a:ln w="12700">
            <a:solidFill>
              <a:srgbClr val="FFFFFF">
                <a:alpha val="0"/>
              </a:srgbClr>
            </a:solidFill>
            <a:prstDash val="solid"/>
          </a:ln>
        </p:spPr>
      </p:sp>
      <p:sp>
        <p:nvSpPr>
          <p:cNvPr id="8" name="Text 5"/>
          <p:cNvSpPr txBox="1"/>
          <p:nvPr/>
        </p:nvSpPr>
        <p:spPr>
          <a:xfrm>
            <a:off x="713232" y="161848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9" name="Text 6"/>
          <p:cNvSpPr txBox="1"/>
          <p:nvPr/>
        </p:nvSpPr>
        <p:spPr>
          <a:xfrm>
            <a:off x="1325880" y="1572768"/>
            <a:ext cx="2574036" cy="2843784"/>
          </a:xfrm>
          <a:prstGeom prst="rect">
            <a:avLst/>
          </a:prstGeom>
          <a:noFill/>
          <a:ln/>
        </p:spPr>
        <p:txBody>
          <a:bodyPr wrap="square" lIns="0" tIns="0" rIns="0" bIns="0" rtlCol="0" anchor="ctr"/>
          <a:lstStyle/>
          <a:p>
            <a:pPr algn="l" indent="0" marL="0">
              <a:buNone/>
            </a:pPr>
            <a:r>
              <a:rPr lang="en-US" sz="1700" b="1" dirty="0">
                <a:solidFill>
                  <a:schemeClr val="tx1"/>
                </a:solidFill>
              </a:rPr>
              <a:t>Vous</a:t>
            </a:r>
            <a:r>
              <a:rPr lang="en-US" sz="1700" dirty="0">
                <a:solidFill>
                  <a:schemeClr val="tx1"/>
                </a:solidFill>
              </a:rPr>
              <a:t> appelez l’école de langues : vous ne pouvez pas venir au cours aujourd’hui (vous êtes malade).</a:t>
            </a:r>
            <a:endParaRPr lang="en-US" sz="1700" dirty="0"/>
          </a:p>
        </p:txBody>
      </p:sp>
      <p:sp>
        <p:nvSpPr>
          <p:cNvPr id="10" name="Shape 7"/>
          <p:cNvSpPr/>
          <p:nvPr/>
        </p:nvSpPr>
        <p:spPr>
          <a:xfrm>
            <a:off x="4311396" y="1481328"/>
            <a:ext cx="3488436" cy="3026664"/>
          </a:xfrm>
          <a:prstGeom prst="roundRect">
            <a:avLst>
              <a:gd name="adj" fmla="val 2417"/>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1" name="Shape 8"/>
          <p:cNvSpPr/>
          <p:nvPr/>
        </p:nvSpPr>
        <p:spPr>
          <a:xfrm>
            <a:off x="4475988" y="1618488"/>
            <a:ext cx="457200" cy="457200"/>
          </a:xfrm>
          <a:prstGeom prst="ellipse">
            <a:avLst/>
          </a:prstGeom>
          <a:solidFill>
            <a:srgbClr val="6E4A9E"/>
          </a:solidFill>
          <a:ln w="12700">
            <a:solidFill>
              <a:srgbClr val="FFFFFF">
                <a:alpha val="0"/>
              </a:srgbClr>
            </a:solidFill>
            <a:prstDash val="solid"/>
          </a:ln>
        </p:spPr>
      </p:sp>
      <p:sp>
        <p:nvSpPr>
          <p:cNvPr id="12" name="Text 9"/>
          <p:cNvSpPr txBox="1"/>
          <p:nvPr/>
        </p:nvSpPr>
        <p:spPr>
          <a:xfrm>
            <a:off x="4475988" y="161848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3" name="Text 10"/>
          <p:cNvSpPr txBox="1"/>
          <p:nvPr/>
        </p:nvSpPr>
        <p:spPr>
          <a:xfrm>
            <a:off x="5088636" y="1572768"/>
            <a:ext cx="2574036" cy="2843784"/>
          </a:xfrm>
          <a:prstGeom prst="rect">
            <a:avLst/>
          </a:prstGeom>
          <a:noFill/>
          <a:ln/>
        </p:spPr>
        <p:txBody>
          <a:bodyPr wrap="square" lIns="0" tIns="0" rIns="0" bIns="0" rtlCol="0" anchor="ctr"/>
          <a:lstStyle/>
          <a:p>
            <a:pPr algn="l" indent="0" marL="0">
              <a:buNone/>
            </a:pPr>
            <a:r>
              <a:rPr lang="en-US" sz="1700" b="1" dirty="0">
                <a:solidFill>
                  <a:schemeClr val="tx1"/>
                </a:solidFill>
              </a:rPr>
              <a:t>Vous êtes au secrétariat</a:t>
            </a:r>
            <a:r>
              <a:rPr lang="en-US" sz="1700" dirty="0">
                <a:solidFill>
                  <a:schemeClr val="tx1"/>
                </a:solidFill>
              </a:rPr>
              <a:t> : vous notez le nom, le groupe et la raison.</a:t>
            </a:r>
            <a:endParaRPr lang="en-US" sz="1700" dirty="0"/>
          </a:p>
        </p:txBody>
      </p:sp>
      <p:sp>
        <p:nvSpPr>
          <p:cNvPr id="14" name="Shape 11"/>
          <p:cNvSpPr/>
          <p:nvPr/>
        </p:nvSpPr>
        <p:spPr>
          <a:xfrm>
            <a:off x="548640" y="4690872"/>
            <a:ext cx="7251192" cy="1600200"/>
          </a:xfrm>
          <a:prstGeom prst="roundRect">
            <a:avLst>
              <a:gd name="adj" fmla="val 4571"/>
            </a:avLst>
          </a:prstGeom>
          <a:solidFill>
            <a:schemeClr val="bg2"/>
          </a:solidFill>
          <a:ln w="12700">
            <a:solidFill>
              <a:srgbClr val="D5DCE6"/>
            </a:solidFill>
            <a:prstDash val="solid"/>
          </a:ln>
        </p:spPr>
      </p:sp>
      <p:sp>
        <p:nvSpPr>
          <p:cNvPr id="15" name="Text 12"/>
          <p:cNvSpPr txBox="1"/>
          <p:nvPr/>
        </p:nvSpPr>
        <p:spPr>
          <a:xfrm>
            <a:off x="731520" y="4764024"/>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BANQUE DE PHRASES</a:t>
            </a:r>
            <a:endParaRPr lang="en-US" sz="1200" dirty="0"/>
          </a:p>
        </p:txBody>
      </p:sp>
      <p:sp>
        <p:nvSpPr>
          <p:cNvPr id="16" name="Text 13"/>
          <p:cNvSpPr txBox="1"/>
          <p:nvPr/>
        </p:nvSpPr>
        <p:spPr>
          <a:xfrm>
            <a:off x="731520" y="5056632"/>
            <a:ext cx="6885432" cy="1161288"/>
          </a:xfrm>
          <a:prstGeom prst="rect">
            <a:avLst/>
          </a:prstGeom>
          <a:noFill/>
          <a:ln/>
        </p:spPr>
        <p:txBody>
          <a:bodyPr wrap="square" lIns="0" tIns="0" rIns="0" bIns="0" rtlCol="0" anchor="t"/>
          <a:lstStyle/>
          <a:p>
            <a:pPr algn="l" indent="0" marL="0">
              <a:buNone/>
            </a:pPr>
            <a:r>
              <a:rPr lang="en-US" sz="1600" i="1" dirty="0">
                <a:solidFill>
                  <a:schemeClr val="tx1"/>
                </a:solidFill>
              </a:rPr>
              <a:t>Goedemorgen, u spreekt met… · Ik ben cursist in de groep van mevrouw Peeters. · Ik kan vandaag niet naar de les komen. · Ik ben ziek. · Met wie spreek ik? · Kunt u dat spellen? · Ik geef het door. · Beterschap!</a:t>
            </a:r>
            <a:endParaRPr lang="en-US" sz="1600" dirty="0"/>
          </a:p>
        </p:txBody>
      </p:sp>
      <p:sp>
        <p:nvSpPr>
          <p:cNvPr id="17" name="Shape 14"/>
          <p:cNvSpPr/>
          <p:nvPr/>
        </p:nvSpPr>
        <p:spPr>
          <a:xfrm>
            <a:off x="8622792" y="1481328"/>
            <a:ext cx="2468880" cy="4809744"/>
          </a:xfrm>
          <a:prstGeom prst="roundRect">
            <a:avLst>
              <a:gd name="adj" fmla="val 11111"/>
            </a:avLst>
          </a:prstGeom>
          <a:solidFill>
            <a:srgbClr val="1B2333"/>
          </a:solidFill>
          <a:ln w="12700">
            <a:solidFill>
              <a:srgbClr val="FFFFFF">
                <a:alpha val="0"/>
              </a:srgbClr>
            </a:solidFill>
            <a:prstDash val="solid"/>
          </a:ln>
        </p:spPr>
      </p:sp>
      <p:sp>
        <p:nvSpPr>
          <p:cNvPr id="18" name="Shape 15"/>
          <p:cNvSpPr/>
          <p:nvPr/>
        </p:nvSpPr>
        <p:spPr>
          <a:xfrm>
            <a:off x="8759952" y="1801368"/>
            <a:ext cx="2194560" cy="4169664"/>
          </a:xfrm>
          <a:prstGeom prst="roundRect">
            <a:avLst>
              <a:gd name="adj" fmla="val 2500"/>
            </a:avLst>
          </a:prstGeom>
          <a:solidFill>
            <a:srgbClr val="F4F7FB"/>
          </a:solidFill>
          <a:ln w="12700">
            <a:solidFill>
              <a:srgbClr val="FFFFFF">
                <a:alpha val="0"/>
              </a:srgbClr>
            </a:solidFill>
            <a:prstDash val="solid"/>
          </a:ln>
        </p:spPr>
      </p:sp>
      <p:pic>
        <p:nvPicPr>
          <p:cNvPr id="19" name="Image 0" descr="telephone receiver">    </p:cNvPr>
          <p:cNvPicPr>
            <a:picLocks noChangeAspect="1"/>
          </p:cNvPicPr>
          <p:nvPr/>
        </p:nvPicPr>
        <p:blipFill>
          <a:blip r:embed="rId1"/>
          <a:stretch>
            <a:fillRect/>
          </a:stretch>
        </p:blipFill>
        <p:spPr>
          <a:xfrm>
            <a:off x="9217152" y="2121408"/>
            <a:ext cx="1280160" cy="1280160"/>
          </a:xfrm>
          <a:prstGeom prst="rect">
            <a:avLst/>
          </a:prstGeom>
        </p:spPr>
      </p:pic>
      <p:pic>
        <p:nvPicPr>
          <p:cNvPr id="20" name="Image 1" descr="face with thermometer">    </p:cNvPr>
          <p:cNvPicPr>
            <a:picLocks noChangeAspect="1"/>
          </p:cNvPicPr>
          <p:nvPr/>
        </p:nvPicPr>
        <p:blipFill>
          <a:blip r:embed="rId2"/>
          <a:stretch>
            <a:fillRect/>
          </a:stretch>
        </p:blipFill>
        <p:spPr>
          <a:xfrm>
            <a:off x="9354312" y="3630168"/>
            <a:ext cx="1005840" cy="1005840"/>
          </a:xfrm>
          <a:prstGeom prst="rect">
            <a:avLst/>
          </a:prstGeom>
        </p:spPr>
      </p:pic>
      <p:sp>
        <p:nvSpPr>
          <p:cNvPr id="21" name="Text 16"/>
          <p:cNvSpPr txBox="1"/>
          <p:nvPr/>
        </p:nvSpPr>
        <p:spPr>
          <a:xfrm>
            <a:off x="8759952" y="4773168"/>
            <a:ext cx="2194560" cy="457200"/>
          </a:xfrm>
          <a:prstGeom prst="rect">
            <a:avLst/>
          </a:prstGeom>
          <a:noFill/>
          <a:ln/>
        </p:spPr>
        <p:txBody>
          <a:bodyPr wrap="square" lIns="0" tIns="0" rIns="0" bIns="0" rtlCol="0" anchor="t"/>
          <a:lstStyle/>
          <a:p>
            <a:pPr algn="ctr" indent="0" marL="0">
              <a:buNone/>
            </a:pPr>
            <a:r>
              <a:rPr lang="en-US" sz="2000" b="1" i="1" dirty="0">
                <a:solidFill>
                  <a:schemeClr val="accent3"/>
                </a:solidFill>
              </a:rPr>
              <a:t>Beterschap!</a:t>
            </a:r>
            <a:endParaRPr lang="en-US" sz="2000" dirty="0"/>
          </a:p>
        </p:txBody>
      </p:sp>
      <p:sp>
        <p:nvSpPr>
          <p:cNvPr id="22" name="Text 17"/>
          <p:cNvSpPr txBox="1"/>
          <p:nvPr/>
        </p:nvSpPr>
        <p:spPr>
          <a:xfrm>
            <a:off x="8759952" y="5184648"/>
            <a:ext cx="2194560" cy="365760"/>
          </a:xfrm>
          <a:prstGeom prst="rect">
            <a:avLst/>
          </a:prstGeom>
          <a:noFill/>
          <a:ln/>
        </p:spPr>
        <p:txBody>
          <a:bodyPr wrap="square" lIns="0" tIns="0" rIns="0" bIns="0" rtlCol="0" anchor="t"/>
          <a:lstStyle/>
          <a:p>
            <a:pPr algn="ctr" indent="0" marL="0">
              <a:buNone/>
            </a:pPr>
            <a:r>
              <a:rPr lang="en-US" sz="1400" i="1" dirty="0">
                <a:solidFill>
                  <a:schemeClr val="accent5"/>
                </a:solidFill>
              </a:rPr>
              <a:t>Bon rétablissement !</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Ticket de sortie</a:t>
            </a:r>
            <a:endParaRPr lang="en-US" sz="3000" dirty="0"/>
          </a:p>
        </p:txBody>
      </p:sp>
      <p:sp>
        <p:nvSpPr>
          <p:cNvPr id="3" name="tag"/>
          <p:cNvSpPr/>
          <p:nvPr/>
        </p:nvSpPr>
        <p:spPr>
          <a:xfrm>
            <a:off x="548640" y="237744"/>
            <a:ext cx="2092147"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TICKET DE SORTIE</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Rendez poli : </a:t>
            </a:r>
            <a:r>
              <a:rPr lang="en-US" sz="2000" i="1" dirty="0">
                <a:solidFill>
                  <a:schemeClr val="tx1"/>
                </a:solidFill>
              </a:rPr>
              <a:t>Kun je je naam spellen?</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Comment dire « Je voudrais un rendez-vous » ?</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Formel ou informel : </a:t>
            </a:r>
            <a:r>
              <a:rPr lang="en-US" sz="2000" i="1" dirty="0">
                <a:solidFill>
                  <a:schemeClr val="tx1"/>
                </a:solidFill>
              </a:rPr>
              <a:t>Groetjes, Lies</a:t>
            </a:r>
            <a:r>
              <a:rPr lang="en-US" sz="2000" dirty="0">
                <a:solidFill>
                  <a:schemeClr val="tx1"/>
                </a:solidFill>
              </a:rPr>
              <a:t> ?</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AUTO-ÉVALUATION</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Choisir</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Réagir</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Demander</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34" name="Image 9" descr="SteamLocomotive">    </p:cNvPr>
          <p:cNvPicPr>
            <a:picLocks noChangeAspect="1"/>
          </p:cNvPicPr>
          <p:nvPr/>
        </p:nvPicPr>
        <p:blipFill>
          <a:blip r:embed="rId10"/>
          <a:stretch>
            <a:fillRect/>
          </a:stretch>
        </p:blipFill>
        <p:spPr>
          <a:xfrm>
            <a:off x="777240" y="5715000"/>
            <a:ext cx="365760" cy="365760"/>
          </a:xfrm>
          <a:prstGeom prst="rect">
            <a:avLst/>
          </a:prstGeom>
        </p:spPr>
      </p:pic>
      <p:sp>
        <p:nvSpPr>
          <p:cNvPr id="35" name="Text 22"/>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Volgende keer : Zinnen verbinden</a:t>
            </a:r>
            <a:r>
              <a:rPr lang="en-US" sz="1800" dirty="0">
                <a:solidFill>
                  <a:schemeClr val="bg1"/>
                </a:solidFill>
              </a:rPr>
              <a:t> — </a:t>
            </a:r>
            <a:r>
              <a:rPr lang="en-US" sz="1800" i="1" dirty="0">
                <a:solidFill>
                  <a:schemeClr val="bg1"/>
                </a:solidFill>
              </a:rPr>
              <a:t>want</a:t>
            </a:r>
            <a:r>
              <a:rPr lang="en-US" sz="1800" dirty="0">
                <a:solidFill>
                  <a:schemeClr val="bg1"/>
                </a:solidFill>
              </a:rPr>
              <a:t> of </a:t>
            </a:r>
            <a:r>
              <a:rPr lang="en-US" sz="1800" i="1" dirty="0">
                <a:solidFill>
                  <a:schemeClr val="bg1"/>
                </a:solidFill>
              </a:rPr>
              <a:t>omdat</a:t>
            </a:r>
            <a:r>
              <a:rPr lang="en-US" sz="1800" dirty="0">
                <a:solidFill>
                  <a:schemeClr val="bg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8 — Formeel of informeel? — Choisir le bon registre</dc:title>
  <dc:subject>Néerlandais 1 — Langue en situation, en milieu professionnel</dc:subject>
  <dc:creator>A. Jouniaux</dc:creator>
  <cp:lastModifiedBy>A. Jouniaux</cp:lastModifiedBy>
  <cp:revision>1</cp:revision>
  <dcterms:created xsi:type="dcterms:W3CDTF">2026-10-04T18:33:13Z</dcterms:created>
  <dcterms:modified xsi:type="dcterms:W3CDTF">2026-10-04T18:33:13Z</dcterms:modified>
</cp:coreProperties>
</file>
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20394cd-cb0a-be3f-7ff3-2f30f9437a50}">
          <p14:sldIdLst>
            <p14:sldId id="256"/>
          </p14:sldIdLst>
        </p14:section>
        <p14:section name="Découvrir" id="{6c53a1aa-5095-0c96-8c86-3bb8161de29b}">
          <p14:sldIdLst>
            <p14:sldId id="257"/>
            <p14:sldId id="258"/>
            <p14:sldId id="259"/>
          </p14:sldIdLst>
        </p14:section>
        <p14:section name="Comprendre" id="{595dc2a8-e3ca-24bd-6808-d357410ea10b}">
          <p14:sldIdLst>
            <p14:sldId id="260"/>
            <p14:sldId id="261"/>
            <p14:sldId id="262"/>
            <p14:sldId id="263"/>
            <p14:sldId id="264"/>
            <p14:sldId id="265"/>
            <p14:sldId id="266"/>
            <p14:sldId id="267"/>
            <p14:sldId id="268"/>
            <p14:sldId id="269"/>
          </p14:sldIdLst>
        </p14:section>
        <p14:section name="JIJ NU ! — Oefeningen" id="{0a033639-3c4e-df77-ae25-971fe0a67b9b}">
          <p14:sldIdLst>
            <p14:sldId id="270"/>
            <p14:sldId id="271"/>
            <p14:sldId id="272"/>
            <p14:sldId id="273"/>
            <p14:sldId id="274"/>
            <p14:sldId id="275"/>
            <p14:sldId id="276"/>
            <p14:sldId id="277"/>
            <p14:sldId id="278"/>
            <p14:sldId id="279"/>
            <p14:sldId id="280"/>
            <p14:sldId id="281"/>
            <p14:sldId id="282"/>
            <p14:sldId id="283"/>
          </p14:sldIdLst>
        </p14:section>
        <p14:section name="Clôture" id="{2293a0cb-c829-bb81-6239-055dda5f98c8}">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2026-10-06T08:28:13Z</dcterms:created>
  <dcterms:modified xsi:type="dcterms:W3CDTF">2026-10-06T08:28:13Z</dcterms:modified>
</cp:coreProperties>
</file>
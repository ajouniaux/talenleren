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55e8eeb-d57d-4440-2830-dd5d555f6ea9}">
          <p14:sldIdLst>
            <p14:sldId id="256"/>
          </p14:sldIdLst>
        </p14:section>
        <p14:section name="Découvrir" id="{88467d0b-84cb-3f7b-171b-4e06854094a6}">
          <p14:sldIdLst>
            <p14:sldId id="257"/>
            <p14:sldId id="258"/>
            <p14:sldId id="259"/>
          </p14:sldIdLst>
        </p14:section>
        <p14:section name="Comprendre" id="{514094a9-fd4a-e403-8904-fb10d3ec1589}">
          <p14:sldIdLst>
            <p14:sldId id="260"/>
            <p14:sldId id="261"/>
            <p14:sldId id="262"/>
            <p14:sldId id="263"/>
            <p14:sldId id="264"/>
            <p14:sldId id="265"/>
            <p14:sldId id="266"/>
            <p14:sldId id="267"/>
            <p14:sldId id="268"/>
            <p14:sldId id="269"/>
          </p14:sldIdLst>
        </p14:section>
        <p14:section name="JIJ NU ! — Oefeningen" id="{e3449d4a-7c94-a110-777a-f68ea4712b80}">
          <p14:sldIdLst>
            <p14:sldId id="270"/>
            <p14:sldId id="271"/>
            <p14:sldId id="272"/>
            <p14:sldId id="273"/>
            <p14:sldId id="274"/>
            <p14:sldId id="275"/>
            <p14:sldId id="276"/>
            <p14:sldId id="277"/>
            <p14:sldId id="278"/>
            <p14:sldId id="279"/>
            <p14:sldId id="280"/>
            <p14:sldId id="281"/>
            <p14:sldId id="282"/>
            <p14:sldId id="283"/>
          </p14:sldIdLst>
        </p14:section>
        <p14:section name="Clôture" id="{31eacf81-fe3e-3f4a-4d53-21f4eb99c9ba}">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en Néerlandais 2.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2026-10-04T11:19:40Z</dcterms:created>
  <dcterms:modified xsi:type="dcterms:W3CDTF">2026-10-04T11:19:40Z</dcterms:modified>
</cp:coreProperties>
</file>
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d81ef33b-6e40-14f0-be72-a8049d2d20b2}">
          <p14:sldIdLst>
            <p14:sldId id="256"/>
          </p14:sldIdLst>
        </p14:section>
        <p14:section name="Découvrir" id="{84f86492-9db1-825a-203e-8a85d921c866}">
          <p14:sldIdLst>
            <p14:sldId id="257"/>
            <p14:sldId id="258"/>
            <p14:sldId id="259"/>
            <p14:sldId id="260"/>
            <p14:sldId id="261"/>
          </p14:sldIdLst>
        </p14:section>
        <p14:section name="Les 14 particules" id="{1eb2b07e-f1c9-d66a-e097-a83f64cc9198}">
          <p14:sldIdLst>
            <p14:sldId id="262"/>
            <p14:sldId id="263"/>
            <p14:sldId id="264"/>
            <p14:sldId id="265"/>
            <p14:sldId id="266"/>
            <p14:sldId id="267"/>
            <p14:sldId id="268"/>
            <p14:sldId id="269"/>
            <p14:sldId id="270"/>
            <p14:sldId id="271"/>
            <p14:sldId id="272"/>
            <p14:sldId id="273"/>
            <p14:sldId id="274"/>
            <p14:sldId id="275"/>
          </p14:sldIdLst>
        </p14:section>
        <p14:section name="Aller plus loin" id="{4f6b39ac-c587-aaea-5a1a-7109117b91c0}">
          <p14:sldIdLst>
            <p14:sldId id="276"/>
            <p14:sldId id="277"/>
            <p14:sldId id="278"/>
            <p14:sldId id="279"/>
            <p14:sldId id="280"/>
            <p14:sldId id="281"/>
            <p14:sldId id="282"/>
            <p14:sldId id="283"/>
            <p14:sldId id="284"/>
            <p14:sldId id="285"/>
          </p14:sldIdLst>
        </p14:section>
        <p14:section name="JIJ NU ! — Oefeningen" id="{9cd7803d-d233-c431-8bc0-2f191f86827d}">
          <p14:sldIdLst>
            <p14:sldId id="286"/>
            <p14:sldId id="287"/>
            <p14:sldId id="288"/>
            <p14:sldId id="289"/>
            <p14:sldId id="290"/>
            <p14:sldId id="291"/>
            <p14:sldId id="292"/>
            <p14:sldId id="293"/>
            <p14:sldId id="294"/>
            <p14:sldId id="295"/>
            <p14:sldId id="296"/>
            <p14:sldId id="297"/>
            <p14:sldId id="298"/>
          </p14:sldIdLst>
        </p14:section>
        <p14:section name="Clôture" id="{b8362aa9-d909-6281-f7cf-df4581bdddf0}">
          <p14:sldIdLst>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le thème : chaque particule a une image.
Demandez : « Que montre chaque image ? » Les apprenant·es connaissent déjà la place de la particule (M11). Aujourd'hui : ce qu'elle veut dire.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Présenter les 3 objectifs.
Beaucoup de verbes à particule se devinent à partir de l'image de la particule et du verbe de base. Les autres s'apprennent comme des blocs, avec leur contexte.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Partir du tableau source : un même verbe, trois particules, trois sens ; et un piège (ver-).
Réponses : aanleren = apprendre, acquérir ; bijleren = apprendre (en plus) ; afleren = se défaire de (une habitude). ver- ne se sépare pas : ik vertaal, ik heb vertaald (diapo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Rappel express de M11, en un schéma.
Deux minutes suffisent. Si besoin, renvoyez à M11 (subordonnée : …, omdat ik je morgen opbel).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Faire deviner le sens de chaque particule à partir de son image (schéma P0).
Par deux, les apprenant·es devinent ce que montre chaque image, puis vérifient au fil des diapos 7 à 20. Réponses : in dedans · uit dehors · op vers le haut · af vers le bas · aan contact · toe vers · bij en plus · mee avec · tegen contre · door à travers · over par-dessus · om autour · voor devant · na 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le principe : la particule part d'une direction, puis prend un sens de résultat, puis un sens figuré (schéma P1).
uitleggen : « étaler dehors » → déplier → expliquer. Il y a souvent une logique, mais on ne traduit pas mot à mot : à l'étage ③, on apprend le verbe comme un bloc.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in- à son image et à trois sens, chacun avec un verbe et une phrase.
L'image : on entre dans la boîte. Faites mimer instappen (monter) et inademen (inspirer). instuderen = étudier, travailler (un rôle, un morceau) ; « répéter » se dit repeteren. Au bureau : inleveren, invullen, inloggen, invoeren (BE : encoder). Attention : dans Ik stap in de bus, in est une préposition ; dans Stap snel in!, c'est la particule.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uit- à son image et à trois sens, chacun avec un verbe et une phrase.
On sort de la boîte. Du concret (uitgaan, uitstappen) au résultat (uitlezen : lire jusqu'au bout ; uitzetten : éteindre), puis au figuré (uitleggen : « étaler dehors » → expliquer ; uitnodigen, uitstellen). Laat me uitspreken! = laisse-moi finir.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op- à son image et à trois sens, chacun avec un verbe et une phrase.
La flèche monte : opstaan, optillen. Le deuxième sens, « complètement, jusqu'au bout », est très productif : opeten, opdrinken, opruimen. Troisième famille : noter, contacter, chercher (opschrijven, opbellen, opzoeken). opbouwen = construire ; « reconstruire » = heropbouwen. Le sens « de nouveau » (opfrissen) est 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af- à son image et à trois sens, chacun avec un verbe et une phrase.
Quelque chose se détache et descend : afstappen, afdalen. Puis enlever, diminuer (afnemen, afvallen, afleren) et finir (afmaken, afronden). En Belgique, afzetten = éteindre (= uitzetten). À apprendre en bloc : afspreken (convenir), afhangen van (dépendre de, diapo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aan- à son image et à trois sens, chacun avec un verbe et une phrase.
La flèche touche le mur : le contact. aanraken, aanspreken, aankomen (arriver). Mise en marche : aanzetten (allumer), aangaan (s'allumer). Acquérir, ajuster : aanleren, aanpassen. aankomen a trois sens : arriver, toucher, grossir ! Contraire de aanzetten : uitzetten (BE : aussi afzetten).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toe- à son image et à trois sens, chacun avec un verbe et une phrase.
La flèche vise la cible : vers (toekijken, toespreken). Puis « en plus » : toevoegen, toenemen (toegeven = admettre, céder). toe = fermé existe partout (de winkel is toe), mais Doe de deur toe est surtout belge ; le verbe standard est dichtdoen. Le cadenas illustre « fermé » : si quelqu'un propose op slot doen, précisez que cela veut dire « fermer à clé ». toelichten = commenter, expliquer (en réunion).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bij- à son image et à trois sens, chacun avec un verbe et une phrase.
On ajoute un bloc à la pile : en plus (bijleren, bijverdienen, bijbestellen). Être présent, aider : bijwonen, bijstaan, bijdragen. Mettre à jour : bijhouden, bijwerken, bijsturen. bijleggen = ajouter (de l'argent) ; régler (un conflit). Ik heb veel bijgeleerd est très courant en Belgique.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mee- à son image et à trois sens, chacun avec un verbe et une phrase.
Deux flèches dans le même sens : avec. meegaan, meekomen, meenemen, meedoen, meewerken, meedenken. Questions-types : Ga je mee? Doe je mee? meevallen = être mieux que prévu (Het examen viel mee).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tegen- à son image et à trois sens, chacun avec un verbe et une phrase.
Deux flèches face à face. tegenkomen = rencontrer par hasard ; tegenhouden = retenir, arrêter ; tegenspreken = contredire ; tegenvallen = décevoir (contraire : meevallen) ; tegengaan = combattre (un problème).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door- à son image et à trois sens, chacun avec un verbe et une phrase.
La flèche traverse le mur : à travers (doorsnijden). Puis continuer (doorgaan, doorwerken, doorlezen) et transmettre (doorsturen, doorgeven, doorverbinden). Piège : De vergadering gaat niet door = n'a pas lieu. doorLOpen (suivre une formation) est inséparable (diapo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over- à son image et à trois sens, chacun avec un verbe et une phrase.
La flèche passe par-dessus le mur : d'un côté à l'autre (oversteken, overstappen), de nouveau (overdoen, overlezen), passer à quelqu'un (overnemen, overdragen). BE : overschrijven = virer de l'argent (NL : overmaken) ; de agenda overlopen = passer en revue l'ordre du jour. Doublets inséparables : overKOmen, overLEGgen (diapo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om- à son image et à trois sens, chacun avec un verbe et une phrase.
La flèche tourne autour : omrijden (faire un détour), omkijken (se retourner). Retourner, changer : omdraaien, omzetten (convertir), zich omkleden (se changer). Figuré : omgaan met = gérer ; fréquenter. Draai het blad om (BE ; NL : het 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voor- à son image et à trois sens, chacun avec un verbe et une phrase.
Le personnage passe devant le groupe : avant (voorbereiden), devant, montrer (voorstellen, voordoen, voorlezen). Mag ik me even voorstellen? (M32). Figuré : voorkomen = se produire ; mais voorKOmen (éviter) est inséparable (diapo 27). voorzeggen = dire d'abord (pour faire répéter) ; à l'école : souffler la réponse. Contraire : nazeggen (répéter). Participe de voorbereiden : voorbereid (pas de ge- : be-), à relier à l'exercice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na- à son image et à trois sens, chacun avec un verbe et une phrase.
Le personnage suit : après (nadenken, nakomen), imiter (nadoen, nazeggen, nabootsen), vérifier (nakijken, nalezen, nagaan). Au bureau : Kun je de cijfers nog even nakijken? nakomen = rejoindre plus tard ; tenir (une promesse).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Élargir : d'autres particules, et des adjectifs ou noms qui se séparent comme des particules.
Ils se séparent aussi : We vatten de tekst samen. · De vergadering vindt in zaal 2 plaats. · Ik ben mijn sleutels kwijtgeraakt.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Mémoriser par paires de contraires.
Apprendre par paires aide à mémoriser. Jeu rapide : l'enseignant·e dit un verbe, la classe répond le contraire. aanleren / afleren reprend l'échauffement (diapo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Voir comment une particule change le sens d'un même verbe (schéma P2).
Faites construire en groupe l'étoile de gaan (doorgaan, nagaan, uitgaan, meegaan, ingaan op, tegengaan, omgaan met), de komen (aankomen, meekomen, terugkomen, voorkomen, uitkomen, tegenkomen) ou de zetten (aanzetten, uitzetten, opzetten, omzetten, voortzetten). deel- est un nom, pas une particule, mais il se sépare de la même façon.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la polysémie : le complément choisit le sens.
Autres verbes très polysémiques : afnemen (diminuer ; faire passer un examen ; essuyer), uitvallen (tomber en panne ; être annulé ; abandonner). En Belgique, on dit plutôt De les gaat niet door que De les valt 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Placer er + préposition et la particule dans la phrase.
Ordre à retenir : la particule va au bout ; dans la subordonnée, elle se recolle au verbe (…, omdat ik ernaar uitkijk). Autres exemples avec adverbe : Het hangt er nog van af · Ik heb er lang over nagedacht. Ces formules sont typiques du B2 écrit (e-mails, réunions). Aussi : opkomen voor (défendre), omgaan met (gérer), meedoen aan (participer 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Distinguer particule séparable et préfixe inséparable grâce à l'accent (schéma P3).
Dans le tableau de départ, ver- figurait parmi les particules : c'est un piège fréquent, puisque ver- a bien un sens (changement : verbeteren ; erreur : zich verspreken ; perte : verliezen, verdwijnen). Mais il ne se détache jamais. Test rapide : dites le verbe à voix haute ; si l'accent tombe sur le préfixe (OPbellen), il se sépare.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Reconnaître les doublets séparable / inséparable (B2).
Faites lire chaque paire à voix haute en exagérant l'accent. OVERkomen veut aussi dire « paraître » : Hij komt arrogant over. Autres doublets : ONDERgaan (se coucher : le soleil) / onderGAAN (subir) ; ONDERhouden (tenir sous l'eau) / onderHOUden (entretenir). Au B2, on retient surtout voorkomen et overleggen.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Placer la particule avec un modal, un futur ou te.
Les deux ordres sont corrects et courants, en Belgique comme aux Pays-Bas. Avec te, la particule ne se recolle jamais derrière te : ~~te afmaken~~ → af te maken.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Appliquer la stratégie pour deviner un verbe inconnu.
Réponses : uitprinten = imprimer (en entier) ; bijbestellen = commander en plus ; nabellen = rappeler (pour faire le suivi) ; opladen = recharger. Faites d'abord deviner, puis vérifiez avec le contexte.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Synthèse à photographier.
Invitez à photographier la diapo. Trois réflexes : l'image d'abord, puis le contexte ; l'accent décide (séparable ou non) ; le complément choisit le sens.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Exercice 1 en séance 1, les autres en séance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la particule d'après une image.
Faites justifier par l'image de la particule. À accepter aussi : n° 1 af (BE) · n° 4 door (doorkijken) · n° 6 aan (aannemen = accepter) · n° 7 af (afleveren).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la particule d'après une image.
Faites justifier par l'image de la particule. À accepter aussi : n° 1 af (BE) · n° 4 door (doorkijken) · n° 6 aan (aannemen = accepter) · n° 7 af (afleveren).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une image à un verbe de la famille nemen, puis l'employer.
Après l'association, chaque binôme invente une phrase par verbe, en séparant la particule. F : nemen seul est aussi correct (Neem dit medicijn drie keer per dag), très courant en Belgique. C et G (💼, 🤝) peuvent s'échanger (aannemen / overnemen) si la phrase correspond.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Associer une image à un verbe de la famille nemen, puis l'employer.
Après l'association, chaque binôme invente une phrase par verbe, en séparant la particule. F : nemen seul est aussi correct (Neem dit medicijn drie keer per dag), très courant en Belgique. C et G (💼, 🤝) peuvent s'échanger (aannemen / overnemen) si la phrase correspond.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Classer séparable / inséparable à l'oreille, puis former le participe passé.
Faites dire chaque verbe à voix haute : l'accent sur la particule (OPbellen) = ciseaux ; l'accent sur le verbe (verTAlen) = cadenas. aankomen prend zijn : Ik ben aangekomen.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Classer séparable / inséparable à l'oreille, puis former le participe passé.
Faites dire chaque verbe à voix haute : l'accent sur la particule (OPbellen) = ciseaux ; l'accent sur le verbe (verTAlen) = cadenas. aankomen prend zijn : Ik ben aangekomen.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Corriger les erreurs de forme et de sens dans un e-mail professionnel.
Leurres : gaat niet door (n'a pas lieu) et We overleggen (inséparable : se concerter) sont corrects. N° 5 est une erreur de sens : la phrase est grammaticale, mais contredit goed nieuws!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Corriger les erreurs de forme et de sens dans un e-mail professionnel.
Leurres : gaat niet door (n'a pas lieu) et We overleggen (inséparable : se concerter) sont corrects. N° 5 est une erreur de sens : la phrase est grammaticale, mais contredit goed nieuws!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Trouver le contraire d'après l'image.
En Belgique, on entend aussi n° 1 af (Zet de computer af), n° 2 af (We stappen af) et n° 8 toe (Doe de deur toe). N° 8 : dicht est un adjectif, pas une particule, mais il se sépare de la même façon.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Trouver le contraire d'après l'image.
En Belgique, on entend aussi n° 1 af (Zet de computer af), n° 2 af (We stappen af) et n° 8 toe (Doe de deur toe). N° 8 : dicht est un adjectif, pas une particule, mais il se sépare de la même façon.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Combiner particules et verbes de base, vérifier qu'un verbe existe et l'employer.
Exemples de combinaisons valables : aangaan, afgaan (sonner : alarme), doorgaan, meegaan, nagaan, uitgaan, opgaan ; afnemen, opnemen, toenemen, meenemen ; aankomen, meekomen, uitkomen (se réaliser ; sortir : livre), voorkomen ; aanzetten, afzetten, opzetten (monter : projet), uitzetten ; aanleggen (aménager), afleggen (passer : examen ; parcourir), uitleggen, opleggen (imposer), voorleggen (soumettre) ; meevallen, uitvallen, opvallen, afvallen, invallen (remplacer qn) ; bijhouden, ophouden (arrêter), aanhouden (arrêter qn ; persister) ; opkijken, uitkijken, nakijken, toekijken, inkijken (jeter un œil) ; bijleggen, bijkomen, voorgaan (passer devant). Gardez un dictionnaire (ou Van Dale) comme arbitre.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Mise en situation B1–B2 : préparer un événement en réunion, puis rédiger le compte rendu, avec au moins 8 verbes à particule.
Comptez les verbes à particule utilisés (objectif : 8). Le compte rendu écrit vérifie la place de la particule (Lotte stuurt de uitnodigingen vrijdag door. We spreken af dat…). inplannen (planifier) et opvolgen (BE : suivre un dossier) sont très courants au bureau.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Réponses :
1. door : une flèche qui traverse un mur ; over : une flèche qui passe par-dessus.
2. De prijzen nemen af.
3. Ik heb de tekst vertaald. · Ik heb de tekst nagekeken.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 B1–B2 · Les significations des particules séparables</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 B1–B2 · Les significations des particules séparables</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2.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image" Target="../media/image-22-11.png"/><Relationship Id="rId12" Type="http://schemas.openxmlformats.org/officeDocument/2006/relationships/image" Target="../media/image-22-12.png"/><Relationship Id="rId13" Type="http://schemas.openxmlformats.org/officeDocument/2006/relationships/slideLayout" Target="../slideLayouts/slideLayout2.xml"/><Relationship Id="rId1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2.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2.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2.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2.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2.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slideLayout" Target="../slideLayouts/slideLayout3.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slideLayout" Target="../slideLayouts/slideLayout2.xml"/><Relationship Id="rId11"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slideLayout" Target="../slideLayouts/slideLayout2.xml"/><Relationship Id="rId11"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image" Target="../media/image-34-9.png"/><Relationship Id="rId10" Type="http://schemas.openxmlformats.org/officeDocument/2006/relationships/slideLayout" Target="../slideLayouts/slideLayout2.xml"/><Relationship Id="rId1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image" Target="../media/image-35-9.png"/><Relationship Id="rId10" Type="http://schemas.openxmlformats.org/officeDocument/2006/relationships/slideLayout" Target="../slideLayouts/slideLayout2.xml"/><Relationship Id="rId11"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2.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2.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image" Target="../media/image-40-11.png"/><Relationship Id="rId12" Type="http://schemas.openxmlformats.org/officeDocument/2006/relationships/image" Target="../media/image-40-12.png"/><Relationship Id="rId13" Type="http://schemas.openxmlformats.org/officeDocument/2006/relationships/image" Target="../media/image-40-13.png"/><Relationship Id="rId14" Type="http://schemas.openxmlformats.org/officeDocument/2006/relationships/image" Target="../media/image-40-14.png"/><Relationship Id="rId15" Type="http://schemas.openxmlformats.org/officeDocument/2006/relationships/image" Target="../media/image-40-15.png"/><Relationship Id="rId16" Type="http://schemas.openxmlformats.org/officeDocument/2006/relationships/image" Target="../media/image-40-16.png"/><Relationship Id="rId17" Type="http://schemas.openxmlformats.org/officeDocument/2006/relationships/image" Target="../media/image-40-17.png"/><Relationship Id="rId18" Type="http://schemas.openxmlformats.org/officeDocument/2006/relationships/slideLayout" Target="../slideLayouts/slideLayout2.xml"/><Relationship Id="rId19"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10.png"/><Relationship Id="rId11" Type="http://schemas.openxmlformats.org/officeDocument/2006/relationships/image" Target="../media/image-41-11.png"/><Relationship Id="rId12" Type="http://schemas.openxmlformats.org/officeDocument/2006/relationships/image" Target="../media/image-41-12.png"/><Relationship Id="rId13" Type="http://schemas.openxmlformats.org/officeDocument/2006/relationships/image" Target="../media/image-41-13.png"/><Relationship Id="rId14" Type="http://schemas.openxmlformats.org/officeDocument/2006/relationships/image" Target="../media/image-41-14.png"/><Relationship Id="rId15" Type="http://schemas.openxmlformats.org/officeDocument/2006/relationships/image" Target="../media/image-41-15.png"/><Relationship Id="rId16" Type="http://schemas.openxmlformats.org/officeDocument/2006/relationships/image" Target="../media/image-41-16.png"/><Relationship Id="rId17" Type="http://schemas.openxmlformats.org/officeDocument/2006/relationships/image" Target="../media/image-41-17.png"/><Relationship Id="rId18" Type="http://schemas.openxmlformats.org/officeDocument/2006/relationships/slideLayout" Target="../slideLayouts/slideLayout2.xml"/><Relationship Id="rId1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image" Target="../media/image-44-10.png"/><Relationship Id="rId11" Type="http://schemas.openxmlformats.org/officeDocument/2006/relationships/slideLayout" Target="../slideLayouts/slideLayout2.xml"/><Relationship Id="rId1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741371"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COMPLÉMENT · B1–B2</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Aan, af, op, uit…</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Les significations des particules séparables</a:t>
            </a:r>
            <a:endParaRPr lang="en-US" sz="2000" dirty="0"/>
          </a:p>
          <a:p>
            <a:pPr algn="l" indent="0" marL="0">
              <a:buNone/>
            </a:pPr>
            <a:r>
              <a:rPr lang="en-US" sz="2000" b="1" dirty="0">
                <a:solidFill>
                  <a:srgbClr val="FFFFFF"/>
                </a:solidFill>
              </a:rPr>
              <a:t>14 particules · 14 images</a:t>
            </a:r>
            <a:endParaRPr lang="en-US" sz="2000" dirty="0"/>
          </a:p>
        </p:txBody>
      </p:sp>
      <p:sp>
        <p:nvSpPr>
          <p:cNvPr id="5" name="Shape 3"/>
          <p:cNvSpPr/>
          <p:nvPr/>
        </p:nvSpPr>
        <p:spPr>
          <a:xfrm>
            <a:off x="7635240" y="822960"/>
            <a:ext cx="1828800" cy="1508760"/>
          </a:xfrm>
          <a:prstGeom prst="roundRect">
            <a:avLst>
              <a:gd name="adj" fmla="val 8485"/>
            </a:avLst>
          </a:prstGeom>
          <a:solidFill>
            <a:srgbClr val="FFFFFF"/>
          </a:solidFill>
          <a:ln w="12700">
            <a:solidFill>
              <a:srgbClr val="FFFFFF">
                <a:alpha val="0"/>
              </a:srgbClr>
            </a:solidFill>
            <a:prstDash val="solid"/>
          </a:ln>
        </p:spPr>
      </p:sp>
      <p:sp>
        <p:nvSpPr>
          <p:cNvPr id="6" name="Shape 4"/>
          <p:cNvSpPr/>
          <p:nvPr/>
        </p:nvSpPr>
        <p:spPr>
          <a:xfrm>
            <a:off x="8022946" y="1755648"/>
            <a:ext cx="1053389" cy="54864"/>
          </a:xfrm>
          <a:prstGeom prst="rect">
            <a:avLst/>
          </a:prstGeom>
          <a:solidFill>
            <a:srgbClr val="8A96A8"/>
          </a:solidFill>
          <a:ln w="12700">
            <a:solidFill>
              <a:srgbClr val="FFFFFF">
                <a:alpha val="0"/>
              </a:srgbClr>
            </a:solidFill>
            <a:prstDash val="solid"/>
          </a:ln>
        </p:spPr>
      </p:sp>
      <p:sp>
        <p:nvSpPr>
          <p:cNvPr id="7" name="Shape 5"/>
          <p:cNvSpPr/>
          <p:nvPr/>
        </p:nvSpPr>
        <p:spPr>
          <a:xfrm>
            <a:off x="8388706" y="987552"/>
            <a:ext cx="321869" cy="749808"/>
          </a:xfrm>
          <a:prstGeom prst="upArrow">
            <a:avLst/>
          </a:prstGeom>
          <a:solidFill>
            <a:srgbClr val="2E7D4F"/>
          </a:solidFill>
          <a:ln w="12700">
            <a:solidFill>
              <a:srgbClr val="FFFFFF">
                <a:alpha val="0"/>
              </a:srgbClr>
            </a:solidFill>
            <a:prstDash val="solid"/>
          </a:ln>
        </p:spPr>
      </p:sp>
      <p:sp>
        <p:nvSpPr>
          <p:cNvPr id="8" name="Text 6"/>
          <p:cNvSpPr txBox="1"/>
          <p:nvPr/>
        </p:nvSpPr>
        <p:spPr>
          <a:xfrm>
            <a:off x="7635240" y="1874520"/>
            <a:ext cx="1828800" cy="384048"/>
          </a:xfrm>
          <a:prstGeom prst="rect">
            <a:avLst/>
          </a:prstGeom>
          <a:noFill/>
          <a:ln/>
        </p:spPr>
        <p:txBody>
          <a:bodyPr wrap="square" lIns="0" tIns="0" rIns="0" bIns="0" rtlCol="0" anchor="ctr"/>
          <a:lstStyle/>
          <a:p>
            <a:pPr algn="ctr" indent="0" marL="0">
              <a:buNone/>
            </a:pPr>
            <a:r>
              <a:rPr lang="en-US" sz="2000" b="1" dirty="0">
                <a:solidFill>
                  <a:schemeClr val="accent3"/>
                </a:solidFill>
                <a:latin typeface="+mj-lt" pitchFamily="34" charset="0"/>
                <a:ea typeface="+mj-lt" pitchFamily="34" charset="-122"/>
                <a:cs typeface="+mj-lt" pitchFamily="34" charset="-120"/>
              </a:rPr>
              <a:t>op</a:t>
            </a:r>
            <a:endParaRPr lang="en-US" sz="2000" dirty="0"/>
          </a:p>
        </p:txBody>
      </p:sp>
      <p:sp>
        <p:nvSpPr>
          <p:cNvPr id="9" name="Shape 7"/>
          <p:cNvSpPr/>
          <p:nvPr/>
        </p:nvSpPr>
        <p:spPr>
          <a:xfrm>
            <a:off x="9646920" y="822960"/>
            <a:ext cx="1828800" cy="1508760"/>
          </a:xfrm>
          <a:prstGeom prst="roundRect">
            <a:avLst>
              <a:gd name="adj" fmla="val 8485"/>
            </a:avLst>
          </a:prstGeom>
          <a:solidFill>
            <a:srgbClr val="FFFFFF"/>
          </a:solidFill>
          <a:ln w="12700">
            <a:solidFill>
              <a:srgbClr val="FFFFFF">
                <a:alpha val="0"/>
              </a:srgbClr>
            </a:solidFill>
            <a:prstDash val="solid"/>
          </a:ln>
        </p:spPr>
      </p:sp>
      <p:sp>
        <p:nvSpPr>
          <p:cNvPr id="10" name="Shape 8"/>
          <p:cNvSpPr/>
          <p:nvPr/>
        </p:nvSpPr>
        <p:spPr>
          <a:xfrm>
            <a:off x="10590581" y="1078992"/>
            <a:ext cx="614477" cy="658368"/>
          </a:xfrm>
          <a:prstGeom prst="rect">
            <a:avLst/>
          </a:prstGeom>
          <a:solidFill>
            <a:srgbClr val="FFFFFF"/>
          </a:solidFill>
          <a:ln w="19050">
            <a:solidFill>
              <a:srgbClr val="17375E"/>
            </a:solidFill>
            <a:prstDash val="solid"/>
          </a:ln>
        </p:spPr>
      </p:sp>
      <p:sp>
        <p:nvSpPr>
          <p:cNvPr id="11" name="Shape 9"/>
          <p:cNvSpPr/>
          <p:nvPr/>
        </p:nvSpPr>
        <p:spPr>
          <a:xfrm>
            <a:off x="10546690" y="1280160"/>
            <a:ext cx="87782" cy="256032"/>
          </a:xfrm>
          <a:prstGeom prst="rect">
            <a:avLst/>
          </a:prstGeom>
          <a:solidFill>
            <a:srgbClr val="FFFFFF"/>
          </a:solidFill>
          <a:ln w="12700">
            <a:solidFill>
              <a:srgbClr val="FFFFFF">
                <a:alpha val="0"/>
              </a:srgbClr>
            </a:solidFill>
            <a:prstDash val="solid"/>
          </a:ln>
        </p:spPr>
      </p:sp>
      <p:sp>
        <p:nvSpPr>
          <p:cNvPr id="12" name="Shape 10"/>
          <p:cNvSpPr/>
          <p:nvPr/>
        </p:nvSpPr>
        <p:spPr>
          <a:xfrm>
            <a:off x="9859061" y="1316736"/>
            <a:ext cx="1082650" cy="182880"/>
          </a:xfrm>
          <a:prstGeom prst="rightArrow">
            <a:avLst/>
          </a:prstGeom>
          <a:solidFill>
            <a:srgbClr val="6E4A9E"/>
          </a:solidFill>
          <a:ln w="12700">
            <a:solidFill>
              <a:srgbClr val="FFFFFF">
                <a:alpha val="0"/>
              </a:srgbClr>
            </a:solidFill>
            <a:prstDash val="solid"/>
          </a:ln>
        </p:spPr>
      </p:sp>
      <p:sp>
        <p:nvSpPr>
          <p:cNvPr id="13" name="Text 11"/>
          <p:cNvSpPr txBox="1"/>
          <p:nvPr/>
        </p:nvSpPr>
        <p:spPr>
          <a:xfrm>
            <a:off x="9646920" y="1874520"/>
            <a:ext cx="1828800" cy="384048"/>
          </a:xfrm>
          <a:prstGeom prst="rect">
            <a:avLst/>
          </a:prstGeom>
          <a:noFill/>
          <a:ln/>
        </p:spPr>
        <p:txBody>
          <a:bodyPr wrap="square" lIns="0" tIns="0" rIns="0" bIns="0" rtlCol="0" anchor="ctr"/>
          <a:lstStyle/>
          <a:p>
            <a:pPr algn="ctr" indent="0" marL="0">
              <a:buNone/>
            </a:pPr>
            <a:r>
              <a:rPr lang="en-US" sz="2000" b="1" dirty="0">
                <a:solidFill>
                  <a:srgbClr val="6E4A9E"/>
                </a:solidFill>
                <a:latin typeface="+mj-lt" pitchFamily="34" charset="0"/>
                <a:ea typeface="+mj-lt" pitchFamily="34" charset="-122"/>
                <a:cs typeface="+mj-lt" pitchFamily="34" charset="-120"/>
              </a:rPr>
              <a:t>in</a:t>
            </a:r>
            <a:endParaRPr lang="en-US" sz="2000" dirty="0"/>
          </a:p>
        </p:txBody>
      </p:sp>
      <p:sp>
        <p:nvSpPr>
          <p:cNvPr id="14" name="Shape 12"/>
          <p:cNvSpPr/>
          <p:nvPr/>
        </p:nvSpPr>
        <p:spPr>
          <a:xfrm>
            <a:off x="7635240" y="2514600"/>
            <a:ext cx="1828800" cy="1508760"/>
          </a:xfrm>
          <a:prstGeom prst="roundRect">
            <a:avLst>
              <a:gd name="adj" fmla="val 8485"/>
            </a:avLst>
          </a:prstGeom>
          <a:solidFill>
            <a:srgbClr val="FFFFFF"/>
          </a:solidFill>
          <a:ln w="12700">
            <a:solidFill>
              <a:srgbClr val="FFFFFF">
                <a:alpha val="0"/>
              </a:srgbClr>
            </a:solidFill>
            <a:prstDash val="solid"/>
          </a:ln>
        </p:spPr>
      </p:sp>
      <p:sp>
        <p:nvSpPr>
          <p:cNvPr id="15" name="Shape 13"/>
          <p:cNvSpPr/>
          <p:nvPr/>
        </p:nvSpPr>
        <p:spPr>
          <a:xfrm>
            <a:off x="7905902" y="2770632"/>
            <a:ext cx="614477" cy="658368"/>
          </a:xfrm>
          <a:prstGeom prst="rect">
            <a:avLst/>
          </a:prstGeom>
          <a:solidFill>
            <a:srgbClr val="FFFFFF"/>
          </a:solidFill>
          <a:ln w="19050">
            <a:solidFill>
              <a:srgbClr val="17375E"/>
            </a:solidFill>
            <a:prstDash val="solid"/>
          </a:ln>
        </p:spPr>
      </p:sp>
      <p:sp>
        <p:nvSpPr>
          <p:cNvPr id="16" name="Shape 14"/>
          <p:cNvSpPr/>
          <p:nvPr/>
        </p:nvSpPr>
        <p:spPr>
          <a:xfrm>
            <a:off x="8476488" y="2971800"/>
            <a:ext cx="87782" cy="256032"/>
          </a:xfrm>
          <a:prstGeom prst="rect">
            <a:avLst/>
          </a:prstGeom>
          <a:solidFill>
            <a:srgbClr val="FFFFFF"/>
          </a:solidFill>
          <a:ln w="12700">
            <a:solidFill>
              <a:srgbClr val="FFFFFF">
                <a:alpha val="0"/>
              </a:srgbClr>
            </a:solidFill>
            <a:prstDash val="solid"/>
          </a:ln>
        </p:spPr>
      </p:sp>
      <p:sp>
        <p:nvSpPr>
          <p:cNvPr id="17" name="Shape 15"/>
          <p:cNvSpPr/>
          <p:nvPr/>
        </p:nvSpPr>
        <p:spPr>
          <a:xfrm>
            <a:off x="8169250" y="3008376"/>
            <a:ext cx="1082650" cy="182880"/>
          </a:xfrm>
          <a:prstGeom prst="rightArrow">
            <a:avLst/>
          </a:prstGeom>
          <a:solidFill>
            <a:srgbClr val="D9700F"/>
          </a:solidFill>
          <a:ln w="12700">
            <a:solidFill>
              <a:srgbClr val="FFFFFF">
                <a:alpha val="0"/>
              </a:srgbClr>
            </a:solidFill>
            <a:prstDash val="solid"/>
          </a:ln>
        </p:spPr>
      </p:sp>
      <p:sp>
        <p:nvSpPr>
          <p:cNvPr id="18" name="Text 16"/>
          <p:cNvSpPr txBox="1"/>
          <p:nvPr/>
        </p:nvSpPr>
        <p:spPr>
          <a:xfrm>
            <a:off x="7635240" y="3566160"/>
            <a:ext cx="1828800" cy="384048"/>
          </a:xfrm>
          <a:prstGeom prst="rect">
            <a:avLst/>
          </a:prstGeom>
          <a:noFill/>
          <a:ln/>
        </p:spPr>
        <p:txBody>
          <a:bodyPr wrap="square" lIns="0" tIns="0" rIns="0" bIns="0" rtlCol="0" anchor="ctr"/>
          <a:lstStyle/>
          <a:p>
            <a:pPr algn="ctr" indent="0" marL="0">
              <a:buNone/>
            </a:pPr>
            <a:r>
              <a:rPr lang="en-US" sz="2000" b="1" dirty="0">
                <a:solidFill>
                  <a:schemeClr val="accent1"/>
                </a:solidFill>
                <a:latin typeface="+mj-lt" pitchFamily="34" charset="0"/>
                <a:ea typeface="+mj-lt" pitchFamily="34" charset="-122"/>
                <a:cs typeface="+mj-lt" pitchFamily="34" charset="-120"/>
              </a:rPr>
              <a:t>uit</a:t>
            </a:r>
            <a:endParaRPr lang="en-US" sz="2000" dirty="0"/>
          </a:p>
        </p:txBody>
      </p:sp>
      <p:sp>
        <p:nvSpPr>
          <p:cNvPr id="19" name="Shape 17"/>
          <p:cNvSpPr/>
          <p:nvPr/>
        </p:nvSpPr>
        <p:spPr>
          <a:xfrm>
            <a:off x="9646920" y="2514600"/>
            <a:ext cx="1828800" cy="1508760"/>
          </a:xfrm>
          <a:prstGeom prst="roundRect">
            <a:avLst>
              <a:gd name="adj" fmla="val 8485"/>
            </a:avLst>
          </a:prstGeom>
          <a:solidFill>
            <a:srgbClr val="FFFFFF"/>
          </a:solidFill>
          <a:ln w="12700">
            <a:solidFill>
              <a:srgbClr val="FFFFFF">
                <a:alpha val="0"/>
              </a:srgbClr>
            </a:solidFill>
            <a:prstDash val="solid"/>
          </a:ln>
        </p:spPr>
      </p:sp>
      <p:sp>
        <p:nvSpPr>
          <p:cNvPr id="20" name="Shape 18"/>
          <p:cNvSpPr/>
          <p:nvPr/>
        </p:nvSpPr>
        <p:spPr>
          <a:xfrm>
            <a:off x="9888322" y="2971800"/>
            <a:ext cx="614477" cy="64008"/>
          </a:xfrm>
          <a:prstGeom prst="rect">
            <a:avLst/>
          </a:prstGeom>
          <a:solidFill>
            <a:srgbClr val="8A96A8"/>
          </a:solidFill>
          <a:ln w="12700">
            <a:solidFill>
              <a:srgbClr val="FFFFFF">
                <a:alpha val="0"/>
              </a:srgbClr>
            </a:solidFill>
            <a:prstDash val="solid"/>
          </a:ln>
        </p:spPr>
      </p:sp>
      <p:sp>
        <p:nvSpPr>
          <p:cNvPr id="21" name="Shape 19"/>
          <p:cNvSpPr/>
          <p:nvPr/>
        </p:nvSpPr>
        <p:spPr>
          <a:xfrm>
            <a:off x="10034626" y="2715768"/>
            <a:ext cx="263347" cy="256032"/>
          </a:xfrm>
          <a:prstGeom prst="rect">
            <a:avLst/>
          </a:prstGeom>
          <a:solidFill>
            <a:srgbClr val="FFFFFF">
              <a:alpha val="0"/>
            </a:srgbClr>
          </a:solidFill>
          <a:ln w="13335">
            <a:solidFill>
              <a:srgbClr val="8A96A8"/>
            </a:solidFill>
            <a:prstDash val="dash"/>
          </a:ln>
        </p:spPr>
      </p:sp>
      <p:sp>
        <p:nvSpPr>
          <p:cNvPr id="22" name="Shape 20"/>
          <p:cNvSpPr/>
          <p:nvPr/>
        </p:nvSpPr>
        <p:spPr>
          <a:xfrm>
            <a:off x="10356494" y="3044952"/>
            <a:ext cx="555955" cy="329184"/>
          </a:xfrm>
          <a:prstGeom prst="line">
            <a:avLst/>
          </a:prstGeom>
          <a:noFill/>
          <a:ln w="50800">
            <a:solidFill>
              <a:srgbClr val="B83227"/>
            </a:solidFill>
            <a:prstDash val="solid"/>
            <a:tailEnd type="triangle"/>
          </a:ln>
        </p:spPr>
      </p:sp>
      <p:sp>
        <p:nvSpPr>
          <p:cNvPr id="23" name="Shape 21"/>
          <p:cNvSpPr/>
          <p:nvPr/>
        </p:nvSpPr>
        <p:spPr>
          <a:xfrm>
            <a:off x="10941710" y="3282696"/>
            <a:ext cx="263347" cy="237744"/>
          </a:xfrm>
          <a:prstGeom prst="rect">
            <a:avLst/>
          </a:prstGeom>
          <a:solidFill>
            <a:srgbClr val="B83227"/>
          </a:solidFill>
          <a:ln w="12700">
            <a:solidFill>
              <a:srgbClr val="FFFFFF">
                <a:alpha val="0"/>
              </a:srgbClr>
            </a:solidFill>
            <a:prstDash val="solid"/>
          </a:ln>
        </p:spPr>
      </p:sp>
      <p:sp>
        <p:nvSpPr>
          <p:cNvPr id="24" name="Text 22"/>
          <p:cNvSpPr txBox="1"/>
          <p:nvPr/>
        </p:nvSpPr>
        <p:spPr>
          <a:xfrm>
            <a:off x="9646920" y="3566160"/>
            <a:ext cx="1828800" cy="384048"/>
          </a:xfrm>
          <a:prstGeom prst="rect">
            <a:avLst/>
          </a:prstGeom>
          <a:noFill/>
          <a:ln/>
        </p:spPr>
        <p:txBody>
          <a:bodyPr wrap="square" lIns="0" tIns="0" rIns="0" bIns="0" rtlCol="0" anchor="ctr"/>
          <a:lstStyle/>
          <a:p>
            <a:pPr algn="ctr" indent="0" marL="0">
              <a:buNone/>
            </a:pPr>
            <a:r>
              <a:rPr lang="en-US" sz="2000" b="1" dirty="0">
                <a:solidFill>
                  <a:schemeClr val="accent6"/>
                </a:solidFill>
                <a:latin typeface="+mj-lt" pitchFamily="34" charset="0"/>
                <a:ea typeface="+mj-lt" pitchFamily="34" charset="-122"/>
                <a:cs typeface="+mj-lt" pitchFamily="34" charset="-120"/>
              </a:rPr>
              <a:t>af</a:t>
            </a:r>
            <a:endParaRPr lang="en-US" sz="2000" dirty="0"/>
          </a:p>
        </p:txBody>
      </p:sp>
      <p:sp>
        <p:nvSpPr>
          <p:cNvPr id="25" name="Shape 23"/>
          <p:cNvSpPr/>
          <p:nvPr/>
        </p:nvSpPr>
        <p:spPr>
          <a:xfrm>
            <a:off x="7635240" y="4206240"/>
            <a:ext cx="1828800" cy="1508760"/>
          </a:xfrm>
          <a:prstGeom prst="roundRect">
            <a:avLst>
              <a:gd name="adj" fmla="val 8485"/>
            </a:avLst>
          </a:prstGeom>
          <a:solidFill>
            <a:srgbClr val="FFFFFF"/>
          </a:solidFill>
          <a:ln w="12700">
            <a:solidFill>
              <a:srgbClr val="FFFFFF">
                <a:alpha val="0"/>
              </a:srgbClr>
            </a:solidFill>
            <a:prstDash val="solid"/>
          </a:ln>
        </p:spPr>
      </p:sp>
      <p:sp>
        <p:nvSpPr>
          <p:cNvPr id="26" name="Shape 24"/>
          <p:cNvSpPr/>
          <p:nvPr/>
        </p:nvSpPr>
        <p:spPr>
          <a:xfrm>
            <a:off x="7876642" y="5157216"/>
            <a:ext cx="1345997" cy="45720"/>
          </a:xfrm>
          <a:prstGeom prst="rect">
            <a:avLst/>
          </a:prstGeom>
          <a:solidFill>
            <a:srgbClr val="8A96A8"/>
          </a:solidFill>
          <a:ln w="12700">
            <a:solidFill>
              <a:srgbClr val="FFFFFF">
                <a:alpha val="0"/>
              </a:srgbClr>
            </a:solidFill>
            <a:prstDash val="solid"/>
          </a:ln>
        </p:spPr>
      </p:sp>
      <p:sp>
        <p:nvSpPr>
          <p:cNvPr id="27" name="Shape 25"/>
          <p:cNvSpPr/>
          <p:nvPr/>
        </p:nvSpPr>
        <p:spPr>
          <a:xfrm>
            <a:off x="8447227" y="4791456"/>
            <a:ext cx="204826" cy="365760"/>
          </a:xfrm>
          <a:prstGeom prst="rect">
            <a:avLst/>
          </a:prstGeom>
          <a:solidFill>
            <a:srgbClr val="8A96A8"/>
          </a:solidFill>
          <a:ln w="12700">
            <a:solidFill>
              <a:srgbClr val="FFFFFF">
                <a:alpha val="0"/>
              </a:srgbClr>
            </a:solidFill>
            <a:prstDash val="solid"/>
          </a:ln>
        </p:spPr>
      </p:sp>
      <p:sp>
        <p:nvSpPr>
          <p:cNvPr id="28" name="Shape 26"/>
          <p:cNvSpPr/>
          <p:nvPr/>
        </p:nvSpPr>
        <p:spPr>
          <a:xfrm>
            <a:off x="7905902" y="4389120"/>
            <a:ext cx="1287475" cy="566928"/>
          </a:xfrm>
          <a:prstGeom prst="curvedDownArrow">
            <a:avLst/>
          </a:prstGeom>
          <a:solidFill>
            <a:srgbClr val="4352C9"/>
          </a:solidFill>
          <a:ln w="12700">
            <a:solidFill>
              <a:srgbClr val="FFFFFF">
                <a:alpha val="0"/>
              </a:srgbClr>
            </a:solidFill>
            <a:prstDash val="solid"/>
          </a:ln>
        </p:spPr>
      </p:sp>
      <p:sp>
        <p:nvSpPr>
          <p:cNvPr id="29" name="Text 27"/>
          <p:cNvSpPr txBox="1"/>
          <p:nvPr/>
        </p:nvSpPr>
        <p:spPr>
          <a:xfrm>
            <a:off x="7635240" y="5257800"/>
            <a:ext cx="1828800" cy="384048"/>
          </a:xfrm>
          <a:prstGeom prst="rect">
            <a:avLst/>
          </a:prstGeom>
          <a:noFill/>
          <a:ln/>
        </p:spPr>
        <p:txBody>
          <a:bodyPr wrap="square" lIns="0" tIns="0" rIns="0" bIns="0" rtlCol="0" anchor="ctr"/>
          <a:lstStyle/>
          <a:p>
            <a:pPr algn="ctr" indent="0" marL="0">
              <a:buNone/>
            </a:pPr>
            <a:r>
              <a:rPr lang="en-US" sz="2000" b="1" dirty="0">
                <a:solidFill>
                  <a:srgbClr val="4352C9"/>
                </a:solidFill>
                <a:latin typeface="+mj-lt" pitchFamily="34" charset="0"/>
                <a:ea typeface="+mj-lt" pitchFamily="34" charset="-122"/>
                <a:cs typeface="+mj-lt" pitchFamily="34" charset="-120"/>
              </a:rPr>
              <a:t>over</a:t>
            </a:r>
            <a:endParaRPr lang="en-US" sz="2000" dirty="0"/>
          </a:p>
        </p:txBody>
      </p:sp>
      <p:sp>
        <p:nvSpPr>
          <p:cNvPr id="30" name="Shape 28"/>
          <p:cNvSpPr/>
          <p:nvPr/>
        </p:nvSpPr>
        <p:spPr>
          <a:xfrm>
            <a:off x="9646920" y="4206240"/>
            <a:ext cx="1828800" cy="1508760"/>
          </a:xfrm>
          <a:prstGeom prst="roundRect">
            <a:avLst>
              <a:gd name="adj" fmla="val 8485"/>
            </a:avLst>
          </a:prstGeom>
          <a:solidFill>
            <a:srgbClr val="FFFFFF"/>
          </a:solidFill>
          <a:ln w="12700">
            <a:solidFill>
              <a:srgbClr val="FFFFFF">
                <a:alpha val="0"/>
              </a:srgbClr>
            </a:solidFill>
            <a:prstDash val="solid"/>
          </a:ln>
        </p:spPr>
      </p:sp>
      <p:sp>
        <p:nvSpPr>
          <p:cNvPr id="31" name="Shape 29"/>
          <p:cNvSpPr/>
          <p:nvPr/>
        </p:nvSpPr>
        <p:spPr>
          <a:xfrm>
            <a:off x="10131552" y="4361688"/>
            <a:ext cx="859536" cy="859536"/>
          </a:xfrm>
          <a:prstGeom prst="circularArrow">
            <a:avLst/>
          </a:prstGeom>
          <a:solidFill>
            <a:srgbClr val="546E7A"/>
          </a:solidFill>
          <a:ln w="12700">
            <a:solidFill>
              <a:srgbClr val="FFFFFF">
                <a:alpha val="0"/>
              </a:srgbClr>
            </a:solidFill>
            <a:prstDash val="solid"/>
          </a:ln>
        </p:spPr>
      </p:sp>
      <p:sp>
        <p:nvSpPr>
          <p:cNvPr id="32" name="Shape 30"/>
          <p:cNvSpPr/>
          <p:nvPr/>
        </p:nvSpPr>
        <p:spPr>
          <a:xfrm>
            <a:off x="10396728" y="4626864"/>
            <a:ext cx="329184" cy="329184"/>
          </a:xfrm>
          <a:prstGeom prst="ellipse">
            <a:avLst/>
          </a:prstGeom>
          <a:solidFill>
            <a:srgbClr val="8A96A8"/>
          </a:solidFill>
          <a:ln w="12700">
            <a:solidFill>
              <a:srgbClr val="FFFFFF">
                <a:alpha val="0"/>
              </a:srgbClr>
            </a:solidFill>
            <a:prstDash val="solid"/>
          </a:ln>
        </p:spPr>
      </p:sp>
      <p:sp>
        <p:nvSpPr>
          <p:cNvPr id="33" name="Text 31"/>
          <p:cNvSpPr txBox="1"/>
          <p:nvPr/>
        </p:nvSpPr>
        <p:spPr>
          <a:xfrm>
            <a:off x="9646920" y="5257800"/>
            <a:ext cx="1828800" cy="384048"/>
          </a:xfrm>
          <a:prstGeom prst="rect">
            <a:avLst/>
          </a:prstGeom>
          <a:noFill/>
          <a:ln/>
        </p:spPr>
        <p:txBody>
          <a:bodyPr wrap="square" lIns="0" tIns="0" rIns="0" bIns="0" rtlCol="0" anchor="ctr"/>
          <a:lstStyle/>
          <a:p>
            <a:pPr algn="ctr" indent="0" marL="0">
              <a:buNone/>
            </a:pPr>
            <a:r>
              <a:rPr lang="en-US" sz="2000" b="1" dirty="0">
                <a:solidFill>
                  <a:srgbClr val="546E7A"/>
                </a:solidFill>
                <a:latin typeface="+mj-lt" pitchFamily="34" charset="0"/>
                <a:ea typeface="+mj-lt" pitchFamily="34" charset="-122"/>
                <a:cs typeface="+mj-lt" pitchFamily="34" charset="-120"/>
              </a:rPr>
              <a:t>om</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393192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2"/>
          </a:solidFill>
          <a:ln w="12700">
            <a:solidFill>
              <a:srgbClr val="FFFFFF">
                <a:alpha val="0"/>
              </a:srgbClr>
            </a:solidFill>
            <a:prstDash val="solid"/>
          </a:ln>
        </p:spPr>
      </p:sp>
      <p:pic>
        <p:nvPicPr>
          <p:cNvPr id="7" name="Image 0" descr="Compass">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Comprendre</a:t>
            </a:r>
            <a:endParaRPr lang="en-US" sz="2400" dirty="0"/>
          </a:p>
        </p:txBody>
      </p:sp>
      <p:sp>
        <p:nvSpPr>
          <p:cNvPr id="9" name="Text 5"/>
          <p:cNvSpPr txBox="1"/>
          <p:nvPr/>
        </p:nvSpPr>
        <p:spPr>
          <a:xfrm>
            <a:off x="77724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connais l’image et les sens de 14 particules.</a:t>
            </a:r>
            <a:endParaRPr lang="en-US" sz="2000" dirty="0"/>
          </a:p>
        </p:txBody>
      </p:sp>
      <p:sp>
        <p:nvSpPr>
          <p:cNvPr id="10" name="Shape 6"/>
          <p:cNvSpPr/>
          <p:nvPr/>
        </p:nvSpPr>
        <p:spPr>
          <a:xfrm>
            <a:off x="3688080" y="1554480"/>
            <a:ext cx="2865120" cy="393192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1"/>
          </a:solidFill>
          <a:ln w="12700">
            <a:solidFill>
              <a:srgbClr val="FFFFFF">
                <a:alpha val="0"/>
              </a:srgbClr>
            </a:solidFill>
            <a:prstDash val="solid"/>
          </a:ln>
        </p:spPr>
      </p:sp>
      <p:pic>
        <p:nvPicPr>
          <p:cNvPr id="12" name="Image 1" descr="Search">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Deviner</a:t>
            </a:r>
            <a:endParaRPr lang="en-US" sz="2400" dirty="0"/>
          </a:p>
        </p:txBody>
      </p:sp>
      <p:sp>
        <p:nvSpPr>
          <p:cNvPr id="14" name="Text 9"/>
          <p:cNvSpPr txBox="1"/>
          <p:nvPr/>
        </p:nvSpPr>
        <p:spPr>
          <a:xfrm>
            <a:off x="391668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devine le sens d’un verbe à particule inconnu.</a:t>
            </a:r>
            <a:endParaRPr lang="en-US" sz="2000" dirty="0"/>
          </a:p>
        </p:txBody>
      </p:sp>
      <p:sp>
        <p:nvSpPr>
          <p:cNvPr id="15" name="Shape 10"/>
          <p:cNvSpPr/>
          <p:nvPr/>
        </p:nvSpPr>
        <p:spPr>
          <a:xfrm>
            <a:off x="6827520" y="1554480"/>
            <a:ext cx="2865120" cy="393192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chemeClr val="accent3"/>
          </a:solidFill>
          <a:ln w="12700">
            <a:solidFill>
              <a:srgbClr val="FFFFFF">
                <a:alpha val="0"/>
              </a:srgbClr>
            </a:solidFill>
            <a:prstDash val="solid"/>
          </a:ln>
        </p:spPr>
      </p:sp>
      <p:pic>
        <p:nvPicPr>
          <p:cNvPr id="17" name="Image 2" descr="Cogs">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Utiliser</a:t>
            </a:r>
            <a:endParaRPr lang="en-US" sz="2400" dirty="0"/>
          </a:p>
        </p:txBody>
      </p:sp>
      <p:sp>
        <p:nvSpPr>
          <p:cNvPr id="19" name="Text 13"/>
          <p:cNvSpPr txBox="1"/>
          <p:nvPr/>
        </p:nvSpPr>
        <p:spPr>
          <a:xfrm>
            <a:off x="705612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J’utilise le bon verbe, à la bonne place.</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Shape 14"/>
          <p:cNvSpPr/>
          <p:nvPr/>
        </p:nvSpPr>
        <p:spPr>
          <a:xfrm>
            <a:off x="548640" y="5669280"/>
            <a:ext cx="11091672" cy="566928"/>
          </a:xfrm>
          <a:prstGeom prst="roundRect">
            <a:avLst>
              <a:gd name="adj" fmla="val 12903"/>
            </a:avLst>
          </a:prstGeom>
          <a:solidFill>
            <a:schemeClr val="bg2"/>
          </a:solidFill>
          <a:ln w="9525">
            <a:solidFill>
              <a:srgbClr val="17375E"/>
            </a:solidFill>
            <a:prstDash val="solid"/>
          </a:ln>
        </p:spPr>
      </p:sp>
      <p:pic>
        <p:nvPicPr>
          <p:cNvPr id="23" name="Image 5" descr="Lightbulb">    </p:cNvPr>
          <p:cNvPicPr>
            <a:picLocks noChangeAspect="1"/>
          </p:cNvPicPr>
          <p:nvPr/>
        </p:nvPicPr>
        <p:blipFill>
          <a:blip r:embed="rId6"/>
          <a:stretch>
            <a:fillRect/>
          </a:stretch>
        </p:blipFill>
        <p:spPr>
          <a:xfrm>
            <a:off x="731520" y="5788152"/>
            <a:ext cx="329184" cy="329184"/>
          </a:xfrm>
          <a:prstGeom prst="rect">
            <a:avLst/>
          </a:prstGeom>
        </p:spPr>
      </p:pic>
      <p:sp>
        <p:nvSpPr>
          <p:cNvPr id="24" name="Text 15"/>
          <p:cNvSpPr txBox="1"/>
          <p:nvPr/>
        </p:nvSpPr>
        <p:spPr>
          <a:xfrm>
            <a:off x="1188720" y="5669280"/>
            <a:ext cx="10241280" cy="566928"/>
          </a:xfrm>
          <a:prstGeom prst="rect">
            <a:avLst/>
          </a:prstGeom>
          <a:noFill/>
          <a:ln/>
        </p:spPr>
        <p:txBody>
          <a:bodyPr wrap="square" lIns="0" tIns="0" rIns="0" bIns="0" rtlCol="0" anchor="ctr"/>
          <a:lstStyle/>
          <a:p>
            <a:pPr algn="l" indent="0" marL="0">
              <a:buNone/>
            </a:pPr>
            <a:r>
              <a:rPr lang="en-US" sz="1700" dirty="0">
                <a:solidFill>
                  <a:schemeClr val="tx1"/>
                </a:solidFill>
              </a:rPr>
              <a:t>Une particule = une image. L’image aide à deviner ; le reste s’apprend en bloc, avec le contexte.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Devinez ! aan, bij, af… + leren</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sp>
        <p:nvSpPr>
          <p:cNvPr id="5" name="Shape 2"/>
          <p:cNvSpPr/>
          <p:nvPr/>
        </p:nvSpPr>
        <p:spPr>
          <a:xfrm>
            <a:off x="548640" y="1508760"/>
            <a:ext cx="2635758" cy="4526280"/>
          </a:xfrm>
          <a:prstGeom prst="roundRect">
            <a:avLst>
              <a:gd name="adj" fmla="val 4163"/>
            </a:avLst>
          </a:prstGeom>
          <a:solidFill>
            <a:srgbClr val="FFFFFF"/>
          </a:solidFill>
          <a:ln w="25400">
            <a:solidFill>
              <a:srgbClr val="2A6FB0"/>
            </a:solidFill>
            <a:prstDash val="solid"/>
          </a:ln>
          <a:effectLst>
            <a:outerShdw sx="100000" sy="100000" kx="0" ky="0" algn="bl" rotWithShape="0" blurRad="101600" dist="25400" dir="3600000">
              <a:srgbClr val="000000">
                <a:alpha val="16000"/>
              </a:srgbClr>
            </a:outerShdw>
          </a:effectLst>
        </p:spPr>
      </p:sp>
      <p:pic>
        <p:nvPicPr>
          <p:cNvPr id="6" name="Image 0" descr="graduation cap">    </p:cNvPr>
          <p:cNvPicPr>
            <a:picLocks noChangeAspect="1"/>
          </p:cNvPicPr>
          <p:nvPr/>
        </p:nvPicPr>
        <p:blipFill>
          <a:blip r:embed="rId1"/>
          <a:stretch>
            <a:fillRect/>
          </a:stretch>
        </p:blipFill>
        <p:spPr>
          <a:xfrm>
            <a:off x="1272159" y="1691640"/>
            <a:ext cx="1188720" cy="1188720"/>
          </a:xfrm>
          <a:prstGeom prst="rect">
            <a:avLst/>
          </a:prstGeom>
        </p:spPr>
      </p:pic>
      <p:sp>
        <p:nvSpPr>
          <p:cNvPr id="7" name="Shape 3"/>
          <p:cNvSpPr/>
          <p:nvPr/>
        </p:nvSpPr>
        <p:spPr>
          <a:xfrm>
            <a:off x="777240" y="3063240"/>
            <a:ext cx="960120" cy="566928"/>
          </a:xfrm>
          <a:prstGeom prst="roundRect">
            <a:avLst>
              <a:gd name="adj" fmla="val 19355"/>
            </a:avLst>
          </a:prstGeom>
          <a:solidFill>
            <a:schemeClr val="accent2"/>
          </a:solidFill>
          <a:ln w="12700">
            <a:solidFill>
              <a:srgbClr val="FFFFFF">
                <a:alpha val="0"/>
              </a:srgbClr>
            </a:solidFill>
            <a:prstDash val="solid"/>
          </a:ln>
        </p:spPr>
      </p:sp>
      <p:sp>
        <p:nvSpPr>
          <p:cNvPr id="8" name="Text 4"/>
          <p:cNvSpPr txBox="1"/>
          <p:nvPr/>
        </p:nvSpPr>
        <p:spPr>
          <a:xfrm>
            <a:off x="777240" y="3063240"/>
            <a:ext cx="960120" cy="566928"/>
          </a:xfrm>
          <a:prstGeom prst="rect">
            <a:avLst/>
          </a:prstGeom>
          <a:noFill/>
          <a:ln/>
        </p:spPr>
        <p:txBody>
          <a:bodyPr wrap="square" lIns="0" tIns="0" rIns="0" bIns="0" rtlCol="0" anchor="ctr"/>
          <a:lstStyle/>
          <a:p>
            <a:pPr algn="ctr" indent="0" marL="0">
              <a:buNone/>
            </a:pPr>
            <a:r>
              <a:rPr lang="en-US" sz="2200" b="1" dirty="0">
                <a:solidFill>
                  <a:schemeClr val="bg1"/>
                </a:solidFill>
              </a:rPr>
              <a:t>aan</a:t>
            </a:r>
            <a:endParaRPr lang="en-US" sz="2200" dirty="0"/>
          </a:p>
        </p:txBody>
      </p:sp>
      <p:sp>
        <p:nvSpPr>
          <p:cNvPr id="9" name="Text 5"/>
          <p:cNvSpPr txBox="1"/>
          <p:nvPr/>
        </p:nvSpPr>
        <p:spPr>
          <a:xfrm>
            <a:off x="1737360" y="3063240"/>
            <a:ext cx="320040" cy="566928"/>
          </a:xfrm>
          <a:prstGeom prst="rect">
            <a:avLst/>
          </a:prstGeom>
          <a:noFill/>
          <a:ln/>
        </p:spPr>
        <p:txBody>
          <a:bodyPr wrap="square" lIns="0" tIns="0" rIns="0" bIns="0" rtlCol="0" anchor="ctr"/>
          <a:lstStyle/>
          <a:p>
            <a:pPr algn="ctr" indent="0" marL="0">
              <a:buNone/>
            </a:pPr>
            <a:r>
              <a:rPr lang="en-US" sz="2400" b="1" dirty="0">
                <a:solidFill>
                  <a:schemeClr val="accent5"/>
                </a:solidFill>
              </a:rPr>
              <a:t>+</a:t>
            </a:r>
            <a:endParaRPr lang="en-US" sz="2400" dirty="0"/>
          </a:p>
        </p:txBody>
      </p:sp>
      <p:sp>
        <p:nvSpPr>
          <p:cNvPr id="10" name="Shape 6"/>
          <p:cNvSpPr/>
          <p:nvPr/>
        </p:nvSpPr>
        <p:spPr>
          <a:xfrm>
            <a:off x="2057400" y="3063240"/>
            <a:ext cx="898398" cy="566928"/>
          </a:xfrm>
          <a:prstGeom prst="roundRect">
            <a:avLst>
              <a:gd name="adj" fmla="val 19355"/>
            </a:avLst>
          </a:prstGeom>
          <a:solidFill>
            <a:srgbClr val="FBEDEB"/>
          </a:solidFill>
          <a:ln w="25400">
            <a:solidFill>
              <a:srgbClr val="B83227"/>
            </a:solidFill>
            <a:prstDash val="solid"/>
          </a:ln>
        </p:spPr>
      </p:sp>
      <p:sp>
        <p:nvSpPr>
          <p:cNvPr id="11" name="Text 7"/>
          <p:cNvSpPr txBox="1"/>
          <p:nvPr/>
        </p:nvSpPr>
        <p:spPr>
          <a:xfrm>
            <a:off x="2057400" y="3063240"/>
            <a:ext cx="898398" cy="566928"/>
          </a:xfrm>
          <a:prstGeom prst="rect">
            <a:avLst/>
          </a:prstGeom>
          <a:noFill/>
          <a:ln/>
        </p:spPr>
        <p:txBody>
          <a:bodyPr wrap="square" lIns="0" tIns="0" rIns="0" bIns="0" rtlCol="0" anchor="ctr"/>
          <a:lstStyle/>
          <a:p>
            <a:pPr algn="ctr" indent="0" marL="0">
              <a:buNone/>
            </a:pPr>
            <a:r>
              <a:rPr lang="en-US" sz="2000" b="1" dirty="0">
                <a:solidFill>
                  <a:schemeClr val="accent6"/>
                </a:solidFill>
              </a:rPr>
              <a:t>leren</a:t>
            </a:r>
            <a:endParaRPr lang="en-US" sz="2000" dirty="0"/>
          </a:p>
        </p:txBody>
      </p:sp>
      <p:sp>
        <p:nvSpPr>
          <p:cNvPr id="12" name="Text 8"/>
          <p:cNvSpPr txBox="1"/>
          <p:nvPr/>
        </p:nvSpPr>
        <p:spPr>
          <a:xfrm>
            <a:off x="731520" y="3794760"/>
            <a:ext cx="2269998" cy="914400"/>
          </a:xfrm>
          <a:prstGeom prst="rect">
            <a:avLst/>
          </a:prstGeom>
          <a:noFill/>
          <a:ln/>
        </p:spPr>
        <p:txBody>
          <a:bodyPr wrap="square" lIns="0" tIns="0" rIns="0" bIns="0" rtlCol="0" anchor="ctr"/>
          <a:lstStyle/>
          <a:p>
            <a:pPr algn="ctr" indent="0" marL="0">
              <a:buNone/>
            </a:pPr>
            <a:r>
              <a:rPr lang="en-US" sz="1700" i="1" dirty="0">
                <a:solidFill>
                  <a:schemeClr val="tx1"/>
                </a:solidFill>
              </a:rPr>
              <a:t>Kinderen leren snel een taal </a:t>
            </a:r>
            <a:r>
              <a:rPr lang="en-US" sz="1700" b="1" i="1" dirty="0">
                <a:solidFill>
                  <a:schemeClr val="tx1"/>
                </a:solidFill>
              </a:rPr>
              <a:t>aan</a:t>
            </a:r>
            <a:r>
              <a:rPr lang="en-US" sz="1700" i="1" dirty="0">
                <a:solidFill>
                  <a:schemeClr val="tx1"/>
                </a:solidFill>
              </a:rPr>
              <a:t>.</a:t>
            </a:r>
            <a:endParaRPr lang="en-US" sz="1700" dirty="0"/>
          </a:p>
        </p:txBody>
      </p:sp>
      <p:sp>
        <p:nvSpPr>
          <p:cNvPr id="13" name="Shape 9"/>
          <p:cNvSpPr/>
          <p:nvPr/>
        </p:nvSpPr>
        <p:spPr>
          <a:xfrm>
            <a:off x="960120" y="4937760"/>
            <a:ext cx="1812798" cy="685800"/>
          </a:xfrm>
          <a:prstGeom prst="roundRect">
            <a:avLst>
              <a:gd name="adj" fmla="val 16000"/>
            </a:avLst>
          </a:prstGeom>
          <a:solidFill>
            <a:srgbClr val="FFFFFF"/>
          </a:solidFill>
          <a:ln w="22225">
            <a:solidFill>
              <a:srgbClr val="2A6FB0"/>
            </a:solidFill>
            <a:prstDash val="dash"/>
          </a:ln>
        </p:spPr>
      </p:sp>
      <p:sp>
        <p:nvSpPr>
          <p:cNvPr id="14" name="Text 10"/>
          <p:cNvSpPr txBox="1"/>
          <p:nvPr/>
        </p:nvSpPr>
        <p:spPr>
          <a:xfrm>
            <a:off x="960120" y="4937760"/>
            <a:ext cx="1812798" cy="685800"/>
          </a:xfrm>
          <a:prstGeom prst="rect">
            <a:avLst/>
          </a:prstGeom>
          <a:noFill/>
          <a:ln/>
        </p:spPr>
        <p:txBody>
          <a:bodyPr wrap="square" lIns="0" tIns="0" rIns="0" bIns="0" rtlCol="0" anchor="ctr"/>
          <a:lstStyle/>
          <a:p>
            <a:pPr algn="ctr" indent="0" marL="0">
              <a:buNone/>
            </a:pPr>
            <a:r>
              <a:rPr lang="en-US" sz="2400" b="1" dirty="0">
                <a:solidFill>
                  <a:schemeClr val="accent2"/>
                </a:solidFill>
              </a:rPr>
              <a:t>= ?</a:t>
            </a:r>
            <a:endParaRPr lang="en-US" sz="2400" dirty="0"/>
          </a:p>
        </p:txBody>
      </p:sp>
      <p:sp>
        <p:nvSpPr>
          <p:cNvPr id="15" name="Shape 11"/>
          <p:cNvSpPr/>
          <p:nvPr/>
        </p:nvSpPr>
        <p:spPr>
          <a:xfrm>
            <a:off x="3367278" y="1508760"/>
            <a:ext cx="2635758" cy="4526280"/>
          </a:xfrm>
          <a:prstGeom prst="roundRect">
            <a:avLst>
              <a:gd name="adj" fmla="val 4163"/>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pic>
        <p:nvPicPr>
          <p:cNvPr id="16" name="Image 1" descr="books">    </p:cNvPr>
          <p:cNvPicPr>
            <a:picLocks noChangeAspect="1"/>
          </p:cNvPicPr>
          <p:nvPr/>
        </p:nvPicPr>
        <p:blipFill>
          <a:blip r:embed="rId2"/>
          <a:stretch>
            <a:fillRect/>
          </a:stretch>
        </p:blipFill>
        <p:spPr>
          <a:xfrm>
            <a:off x="4090797" y="1691640"/>
            <a:ext cx="1188720" cy="1188720"/>
          </a:xfrm>
          <a:prstGeom prst="rect">
            <a:avLst/>
          </a:prstGeom>
        </p:spPr>
      </p:pic>
      <p:sp>
        <p:nvSpPr>
          <p:cNvPr id="17" name="Shape 12"/>
          <p:cNvSpPr/>
          <p:nvPr/>
        </p:nvSpPr>
        <p:spPr>
          <a:xfrm>
            <a:off x="3595878" y="3063240"/>
            <a:ext cx="960120" cy="566928"/>
          </a:xfrm>
          <a:prstGeom prst="roundRect">
            <a:avLst>
              <a:gd name="adj" fmla="val 19355"/>
            </a:avLst>
          </a:prstGeom>
          <a:solidFill>
            <a:schemeClr val="accent4"/>
          </a:solidFill>
          <a:ln w="12700">
            <a:solidFill>
              <a:srgbClr val="FFFFFF">
                <a:alpha val="0"/>
              </a:srgbClr>
            </a:solidFill>
            <a:prstDash val="solid"/>
          </a:ln>
        </p:spPr>
      </p:sp>
      <p:sp>
        <p:nvSpPr>
          <p:cNvPr id="18" name="Text 13"/>
          <p:cNvSpPr txBox="1"/>
          <p:nvPr/>
        </p:nvSpPr>
        <p:spPr>
          <a:xfrm>
            <a:off x="3595878" y="3063240"/>
            <a:ext cx="960120" cy="566928"/>
          </a:xfrm>
          <a:prstGeom prst="rect">
            <a:avLst/>
          </a:prstGeom>
          <a:noFill/>
          <a:ln/>
        </p:spPr>
        <p:txBody>
          <a:bodyPr wrap="square" lIns="0" tIns="0" rIns="0" bIns="0" rtlCol="0" anchor="ctr"/>
          <a:lstStyle/>
          <a:p>
            <a:pPr algn="ctr" indent="0" marL="0">
              <a:buNone/>
            </a:pPr>
            <a:r>
              <a:rPr lang="en-US" sz="2200" b="1" dirty="0">
                <a:solidFill>
                  <a:schemeClr val="bg1"/>
                </a:solidFill>
              </a:rPr>
              <a:t>bij</a:t>
            </a:r>
            <a:endParaRPr lang="en-US" sz="2200" dirty="0"/>
          </a:p>
        </p:txBody>
      </p:sp>
      <p:sp>
        <p:nvSpPr>
          <p:cNvPr id="19" name="Text 14"/>
          <p:cNvSpPr txBox="1"/>
          <p:nvPr/>
        </p:nvSpPr>
        <p:spPr>
          <a:xfrm>
            <a:off x="4555998" y="3063240"/>
            <a:ext cx="320040" cy="566928"/>
          </a:xfrm>
          <a:prstGeom prst="rect">
            <a:avLst/>
          </a:prstGeom>
          <a:noFill/>
          <a:ln/>
        </p:spPr>
        <p:txBody>
          <a:bodyPr wrap="square" lIns="0" tIns="0" rIns="0" bIns="0" rtlCol="0" anchor="ctr"/>
          <a:lstStyle/>
          <a:p>
            <a:pPr algn="ctr" indent="0" marL="0">
              <a:buNone/>
            </a:pPr>
            <a:r>
              <a:rPr lang="en-US" sz="2400" b="1" dirty="0">
                <a:solidFill>
                  <a:schemeClr val="accent5"/>
                </a:solidFill>
              </a:rPr>
              <a:t>+</a:t>
            </a:r>
            <a:endParaRPr lang="en-US" sz="2400" dirty="0"/>
          </a:p>
        </p:txBody>
      </p:sp>
      <p:sp>
        <p:nvSpPr>
          <p:cNvPr id="20" name="Shape 15"/>
          <p:cNvSpPr/>
          <p:nvPr/>
        </p:nvSpPr>
        <p:spPr>
          <a:xfrm>
            <a:off x="4876038" y="3063240"/>
            <a:ext cx="898398" cy="566928"/>
          </a:xfrm>
          <a:prstGeom prst="roundRect">
            <a:avLst>
              <a:gd name="adj" fmla="val 19355"/>
            </a:avLst>
          </a:prstGeom>
          <a:solidFill>
            <a:srgbClr val="FBEDEB"/>
          </a:solidFill>
          <a:ln w="25400">
            <a:solidFill>
              <a:srgbClr val="B83227"/>
            </a:solidFill>
            <a:prstDash val="solid"/>
          </a:ln>
        </p:spPr>
      </p:sp>
      <p:sp>
        <p:nvSpPr>
          <p:cNvPr id="21" name="Text 16"/>
          <p:cNvSpPr txBox="1"/>
          <p:nvPr/>
        </p:nvSpPr>
        <p:spPr>
          <a:xfrm>
            <a:off x="4876038" y="3063240"/>
            <a:ext cx="898398" cy="566928"/>
          </a:xfrm>
          <a:prstGeom prst="rect">
            <a:avLst/>
          </a:prstGeom>
          <a:noFill/>
          <a:ln/>
        </p:spPr>
        <p:txBody>
          <a:bodyPr wrap="square" lIns="0" tIns="0" rIns="0" bIns="0" rtlCol="0" anchor="ctr"/>
          <a:lstStyle/>
          <a:p>
            <a:pPr algn="ctr" indent="0" marL="0">
              <a:buNone/>
            </a:pPr>
            <a:r>
              <a:rPr lang="en-US" sz="2000" b="1" dirty="0">
                <a:solidFill>
                  <a:schemeClr val="accent6"/>
                </a:solidFill>
              </a:rPr>
              <a:t>leren</a:t>
            </a:r>
            <a:endParaRPr lang="en-US" sz="2000" dirty="0"/>
          </a:p>
        </p:txBody>
      </p:sp>
      <p:sp>
        <p:nvSpPr>
          <p:cNvPr id="22" name="Text 17"/>
          <p:cNvSpPr txBox="1"/>
          <p:nvPr/>
        </p:nvSpPr>
        <p:spPr>
          <a:xfrm>
            <a:off x="3550158" y="3794760"/>
            <a:ext cx="2269998" cy="914400"/>
          </a:xfrm>
          <a:prstGeom prst="rect">
            <a:avLst/>
          </a:prstGeom>
          <a:noFill/>
          <a:ln/>
        </p:spPr>
        <p:txBody>
          <a:bodyPr wrap="square" lIns="0" tIns="0" rIns="0" bIns="0" rtlCol="0" anchor="ctr"/>
          <a:lstStyle/>
          <a:p>
            <a:pPr algn="ctr" indent="0" marL="0">
              <a:buNone/>
            </a:pPr>
            <a:r>
              <a:rPr lang="en-US" sz="1700" i="1" dirty="0">
                <a:solidFill>
                  <a:schemeClr val="tx1"/>
                </a:solidFill>
              </a:rPr>
              <a:t>Ik heb veel </a:t>
            </a:r>
            <a:r>
              <a:rPr lang="en-US" sz="1700" b="1" i="1" dirty="0">
                <a:solidFill>
                  <a:schemeClr val="tx1"/>
                </a:solidFill>
              </a:rPr>
              <a:t>bij</a:t>
            </a:r>
            <a:r>
              <a:rPr lang="en-US" sz="1700" i="1" dirty="0">
                <a:solidFill>
                  <a:schemeClr val="tx1"/>
                </a:solidFill>
              </a:rPr>
              <a:t>geleerd.</a:t>
            </a:r>
            <a:endParaRPr lang="en-US" sz="1700" dirty="0"/>
          </a:p>
        </p:txBody>
      </p:sp>
      <p:sp>
        <p:nvSpPr>
          <p:cNvPr id="23" name="Shape 18"/>
          <p:cNvSpPr/>
          <p:nvPr/>
        </p:nvSpPr>
        <p:spPr>
          <a:xfrm>
            <a:off x="3778758" y="4937760"/>
            <a:ext cx="1812798" cy="685800"/>
          </a:xfrm>
          <a:prstGeom prst="roundRect">
            <a:avLst>
              <a:gd name="adj" fmla="val 16000"/>
            </a:avLst>
          </a:prstGeom>
          <a:solidFill>
            <a:srgbClr val="FFFFFF"/>
          </a:solidFill>
          <a:ln w="22225">
            <a:solidFill>
              <a:srgbClr val="B4236A"/>
            </a:solidFill>
            <a:prstDash val="dash"/>
          </a:ln>
        </p:spPr>
      </p:sp>
      <p:sp>
        <p:nvSpPr>
          <p:cNvPr id="24" name="Text 19"/>
          <p:cNvSpPr txBox="1"/>
          <p:nvPr/>
        </p:nvSpPr>
        <p:spPr>
          <a:xfrm>
            <a:off x="3778758" y="4937760"/>
            <a:ext cx="1812798" cy="685800"/>
          </a:xfrm>
          <a:prstGeom prst="rect">
            <a:avLst/>
          </a:prstGeom>
          <a:noFill/>
          <a:ln/>
        </p:spPr>
        <p:txBody>
          <a:bodyPr wrap="square" lIns="0" tIns="0" rIns="0" bIns="0" rtlCol="0" anchor="ctr"/>
          <a:lstStyle/>
          <a:p>
            <a:pPr algn="ctr" indent="0" marL="0">
              <a:buNone/>
            </a:pPr>
            <a:r>
              <a:rPr lang="en-US" sz="2400" b="1" dirty="0">
                <a:solidFill>
                  <a:schemeClr val="accent4"/>
                </a:solidFill>
              </a:rPr>
              <a:t>= ?</a:t>
            </a:r>
            <a:endParaRPr lang="en-US" sz="2400" dirty="0"/>
          </a:p>
        </p:txBody>
      </p:sp>
      <p:sp>
        <p:nvSpPr>
          <p:cNvPr id="25" name="Shape 20"/>
          <p:cNvSpPr/>
          <p:nvPr/>
        </p:nvSpPr>
        <p:spPr>
          <a:xfrm>
            <a:off x="6185916" y="1508760"/>
            <a:ext cx="2635758" cy="4526280"/>
          </a:xfrm>
          <a:prstGeom prst="roundRect">
            <a:avLst>
              <a:gd name="adj" fmla="val 4163"/>
            </a:avLst>
          </a:prstGeom>
          <a:solidFill>
            <a:srgbClr val="FFFFFF"/>
          </a:solidFill>
          <a:ln w="25400">
            <a:solidFill>
              <a:srgbClr val="B83227"/>
            </a:solidFill>
            <a:prstDash val="solid"/>
          </a:ln>
          <a:effectLst>
            <a:outerShdw sx="100000" sy="100000" kx="0" ky="0" algn="bl" rotWithShape="0" blurRad="101600" dist="25400" dir="3600000">
              <a:srgbClr val="000000">
                <a:alpha val="16000"/>
              </a:srgbClr>
            </a:outerShdw>
          </a:effectLst>
        </p:spPr>
      </p:sp>
      <p:pic>
        <p:nvPicPr>
          <p:cNvPr id="26" name="Image 2" descr="no smoking">    </p:cNvPr>
          <p:cNvPicPr>
            <a:picLocks noChangeAspect="1"/>
          </p:cNvPicPr>
          <p:nvPr/>
        </p:nvPicPr>
        <p:blipFill>
          <a:blip r:embed="rId3"/>
          <a:stretch>
            <a:fillRect/>
          </a:stretch>
        </p:blipFill>
        <p:spPr>
          <a:xfrm>
            <a:off x="6909435" y="1691640"/>
            <a:ext cx="1188720" cy="1188720"/>
          </a:xfrm>
          <a:prstGeom prst="rect">
            <a:avLst/>
          </a:prstGeom>
        </p:spPr>
      </p:pic>
      <p:sp>
        <p:nvSpPr>
          <p:cNvPr id="27" name="Shape 21"/>
          <p:cNvSpPr/>
          <p:nvPr/>
        </p:nvSpPr>
        <p:spPr>
          <a:xfrm>
            <a:off x="6414516" y="3063240"/>
            <a:ext cx="960120" cy="566928"/>
          </a:xfrm>
          <a:prstGeom prst="roundRect">
            <a:avLst>
              <a:gd name="adj" fmla="val 19355"/>
            </a:avLst>
          </a:prstGeom>
          <a:solidFill>
            <a:schemeClr val="accent6"/>
          </a:solidFill>
          <a:ln w="12700">
            <a:solidFill>
              <a:srgbClr val="FFFFFF">
                <a:alpha val="0"/>
              </a:srgbClr>
            </a:solidFill>
            <a:prstDash val="solid"/>
          </a:ln>
        </p:spPr>
      </p:sp>
      <p:sp>
        <p:nvSpPr>
          <p:cNvPr id="28" name="Text 22"/>
          <p:cNvSpPr txBox="1"/>
          <p:nvPr/>
        </p:nvSpPr>
        <p:spPr>
          <a:xfrm>
            <a:off x="6414516" y="3063240"/>
            <a:ext cx="960120" cy="566928"/>
          </a:xfrm>
          <a:prstGeom prst="rect">
            <a:avLst/>
          </a:prstGeom>
          <a:noFill/>
          <a:ln/>
        </p:spPr>
        <p:txBody>
          <a:bodyPr wrap="square" lIns="0" tIns="0" rIns="0" bIns="0" rtlCol="0" anchor="ctr"/>
          <a:lstStyle/>
          <a:p>
            <a:pPr algn="ctr" indent="0" marL="0">
              <a:buNone/>
            </a:pPr>
            <a:r>
              <a:rPr lang="en-US" sz="2200" b="1" dirty="0">
                <a:solidFill>
                  <a:schemeClr val="bg1"/>
                </a:solidFill>
              </a:rPr>
              <a:t>af</a:t>
            </a:r>
            <a:endParaRPr lang="en-US" sz="2200" dirty="0"/>
          </a:p>
        </p:txBody>
      </p:sp>
      <p:sp>
        <p:nvSpPr>
          <p:cNvPr id="29" name="Text 23"/>
          <p:cNvSpPr txBox="1"/>
          <p:nvPr/>
        </p:nvSpPr>
        <p:spPr>
          <a:xfrm>
            <a:off x="7374636" y="3063240"/>
            <a:ext cx="320040" cy="566928"/>
          </a:xfrm>
          <a:prstGeom prst="rect">
            <a:avLst/>
          </a:prstGeom>
          <a:noFill/>
          <a:ln/>
        </p:spPr>
        <p:txBody>
          <a:bodyPr wrap="square" lIns="0" tIns="0" rIns="0" bIns="0" rtlCol="0" anchor="ctr"/>
          <a:lstStyle/>
          <a:p>
            <a:pPr algn="ctr" indent="0" marL="0">
              <a:buNone/>
            </a:pPr>
            <a:r>
              <a:rPr lang="en-US" sz="2400" b="1" dirty="0">
                <a:solidFill>
                  <a:schemeClr val="accent5"/>
                </a:solidFill>
              </a:rPr>
              <a:t>+</a:t>
            </a:r>
            <a:endParaRPr lang="en-US" sz="2400" dirty="0"/>
          </a:p>
        </p:txBody>
      </p:sp>
      <p:sp>
        <p:nvSpPr>
          <p:cNvPr id="30" name="Shape 24"/>
          <p:cNvSpPr/>
          <p:nvPr/>
        </p:nvSpPr>
        <p:spPr>
          <a:xfrm>
            <a:off x="7694676" y="3063240"/>
            <a:ext cx="898398" cy="566928"/>
          </a:xfrm>
          <a:prstGeom prst="roundRect">
            <a:avLst>
              <a:gd name="adj" fmla="val 19355"/>
            </a:avLst>
          </a:prstGeom>
          <a:solidFill>
            <a:srgbClr val="FBEDEB"/>
          </a:solidFill>
          <a:ln w="25400">
            <a:solidFill>
              <a:srgbClr val="B83227"/>
            </a:solidFill>
            <a:prstDash val="solid"/>
          </a:ln>
        </p:spPr>
      </p:sp>
      <p:sp>
        <p:nvSpPr>
          <p:cNvPr id="31" name="Text 25"/>
          <p:cNvSpPr txBox="1"/>
          <p:nvPr/>
        </p:nvSpPr>
        <p:spPr>
          <a:xfrm>
            <a:off x="7694676" y="3063240"/>
            <a:ext cx="898398" cy="566928"/>
          </a:xfrm>
          <a:prstGeom prst="rect">
            <a:avLst/>
          </a:prstGeom>
          <a:noFill/>
          <a:ln/>
        </p:spPr>
        <p:txBody>
          <a:bodyPr wrap="square" lIns="0" tIns="0" rIns="0" bIns="0" rtlCol="0" anchor="ctr"/>
          <a:lstStyle/>
          <a:p>
            <a:pPr algn="ctr" indent="0" marL="0">
              <a:buNone/>
            </a:pPr>
            <a:r>
              <a:rPr lang="en-US" sz="2000" b="1" dirty="0">
                <a:solidFill>
                  <a:schemeClr val="accent6"/>
                </a:solidFill>
              </a:rPr>
              <a:t>leren</a:t>
            </a:r>
            <a:endParaRPr lang="en-US" sz="2000" dirty="0"/>
          </a:p>
        </p:txBody>
      </p:sp>
      <p:sp>
        <p:nvSpPr>
          <p:cNvPr id="32" name="Text 26"/>
          <p:cNvSpPr txBox="1"/>
          <p:nvPr/>
        </p:nvSpPr>
        <p:spPr>
          <a:xfrm>
            <a:off x="6368796" y="3794760"/>
            <a:ext cx="2269998" cy="914400"/>
          </a:xfrm>
          <a:prstGeom prst="rect">
            <a:avLst/>
          </a:prstGeom>
          <a:noFill/>
          <a:ln/>
        </p:spPr>
        <p:txBody>
          <a:bodyPr wrap="square" lIns="0" tIns="0" rIns="0" bIns="0" rtlCol="0" anchor="ctr"/>
          <a:lstStyle/>
          <a:p>
            <a:pPr algn="ctr" indent="0" marL="0">
              <a:buNone/>
            </a:pPr>
            <a:r>
              <a:rPr lang="en-US" sz="1700" i="1" dirty="0">
                <a:solidFill>
                  <a:schemeClr val="tx1"/>
                </a:solidFill>
              </a:rPr>
              <a:t>Ik wil het roken </a:t>
            </a:r>
            <a:r>
              <a:rPr lang="en-US" sz="1700" b="1" i="1" dirty="0">
                <a:solidFill>
                  <a:schemeClr val="tx1"/>
                </a:solidFill>
              </a:rPr>
              <a:t>af</a:t>
            </a:r>
            <a:r>
              <a:rPr lang="en-US" sz="1700" i="1" dirty="0">
                <a:solidFill>
                  <a:schemeClr val="tx1"/>
                </a:solidFill>
              </a:rPr>
              <a:t>leren.</a:t>
            </a:r>
            <a:endParaRPr lang="en-US" sz="1700" dirty="0"/>
          </a:p>
        </p:txBody>
      </p:sp>
      <p:sp>
        <p:nvSpPr>
          <p:cNvPr id="33" name="Shape 27"/>
          <p:cNvSpPr/>
          <p:nvPr/>
        </p:nvSpPr>
        <p:spPr>
          <a:xfrm>
            <a:off x="6597396" y="4937760"/>
            <a:ext cx="1812798" cy="685800"/>
          </a:xfrm>
          <a:prstGeom prst="roundRect">
            <a:avLst>
              <a:gd name="adj" fmla="val 16000"/>
            </a:avLst>
          </a:prstGeom>
          <a:solidFill>
            <a:srgbClr val="FFFFFF"/>
          </a:solidFill>
          <a:ln w="22225">
            <a:solidFill>
              <a:srgbClr val="B83227"/>
            </a:solidFill>
            <a:prstDash val="dash"/>
          </a:ln>
        </p:spPr>
      </p:sp>
      <p:sp>
        <p:nvSpPr>
          <p:cNvPr id="34" name="Text 28"/>
          <p:cNvSpPr txBox="1"/>
          <p:nvPr/>
        </p:nvSpPr>
        <p:spPr>
          <a:xfrm>
            <a:off x="6597396" y="4937760"/>
            <a:ext cx="1812798" cy="685800"/>
          </a:xfrm>
          <a:prstGeom prst="rect">
            <a:avLst/>
          </a:prstGeom>
          <a:noFill/>
          <a:ln/>
        </p:spPr>
        <p:txBody>
          <a:bodyPr wrap="square" lIns="0" tIns="0" rIns="0" bIns="0" rtlCol="0" anchor="ctr"/>
          <a:lstStyle/>
          <a:p>
            <a:pPr algn="ctr" indent="0" marL="0">
              <a:buNone/>
            </a:pPr>
            <a:r>
              <a:rPr lang="en-US" sz="2400" b="1" dirty="0">
                <a:solidFill>
                  <a:schemeClr val="accent6"/>
                </a:solidFill>
              </a:rPr>
              <a:t>= ?</a:t>
            </a:r>
            <a:endParaRPr lang="en-US" sz="2400" dirty="0"/>
          </a:p>
        </p:txBody>
      </p:sp>
      <p:sp>
        <p:nvSpPr>
          <p:cNvPr id="35" name="Shape 29"/>
          <p:cNvSpPr/>
          <p:nvPr/>
        </p:nvSpPr>
        <p:spPr>
          <a:xfrm>
            <a:off x="9004554" y="1508760"/>
            <a:ext cx="2635758" cy="4526280"/>
          </a:xfrm>
          <a:prstGeom prst="roundRect">
            <a:avLst>
              <a:gd name="adj" fmla="val 4163"/>
            </a:avLst>
          </a:prstGeom>
          <a:solidFill>
            <a:srgbClr val="FBEDEB"/>
          </a:solidFill>
          <a:ln w="25400">
            <a:solidFill>
              <a:srgbClr val="B83227"/>
            </a:solidFill>
            <a:prstDash val="dash"/>
          </a:ln>
          <a:effectLst>
            <a:outerShdw sx="100000" sy="100000" kx="0" ky="0" algn="bl" rotWithShape="0" blurRad="101600" dist="25400" dir="3600000">
              <a:srgbClr val="000000">
                <a:alpha val="16000"/>
              </a:srgbClr>
            </a:outerShdw>
          </a:effectLst>
        </p:spPr>
      </p:sp>
      <p:pic>
        <p:nvPicPr>
          <p:cNvPr id="36" name="Image 3" descr="thinking face">    </p:cNvPr>
          <p:cNvPicPr>
            <a:picLocks noChangeAspect="1"/>
          </p:cNvPicPr>
          <p:nvPr/>
        </p:nvPicPr>
        <p:blipFill>
          <a:blip r:embed="rId4"/>
          <a:stretch>
            <a:fillRect/>
          </a:stretch>
        </p:blipFill>
        <p:spPr>
          <a:xfrm>
            <a:off x="9728073" y="1691640"/>
            <a:ext cx="1188720" cy="1188720"/>
          </a:xfrm>
          <a:prstGeom prst="rect">
            <a:avLst/>
          </a:prstGeom>
        </p:spPr>
      </p:pic>
      <p:sp>
        <p:nvSpPr>
          <p:cNvPr id="37" name="Shape 30"/>
          <p:cNvSpPr/>
          <p:nvPr/>
        </p:nvSpPr>
        <p:spPr>
          <a:xfrm>
            <a:off x="9233154" y="3063240"/>
            <a:ext cx="960120" cy="566928"/>
          </a:xfrm>
          <a:prstGeom prst="roundRect">
            <a:avLst>
              <a:gd name="adj" fmla="val 19355"/>
            </a:avLst>
          </a:prstGeom>
          <a:solidFill>
            <a:schemeClr val="accent6"/>
          </a:solidFill>
          <a:ln w="12700">
            <a:solidFill>
              <a:srgbClr val="FFFFFF">
                <a:alpha val="0"/>
              </a:srgbClr>
            </a:solidFill>
            <a:prstDash val="solid"/>
          </a:ln>
        </p:spPr>
      </p:sp>
      <p:sp>
        <p:nvSpPr>
          <p:cNvPr id="38" name="Text 31"/>
          <p:cNvSpPr txBox="1"/>
          <p:nvPr/>
        </p:nvSpPr>
        <p:spPr>
          <a:xfrm>
            <a:off x="9233154" y="3063240"/>
            <a:ext cx="960120" cy="566928"/>
          </a:xfrm>
          <a:prstGeom prst="rect">
            <a:avLst/>
          </a:prstGeom>
          <a:noFill/>
          <a:ln/>
        </p:spPr>
        <p:txBody>
          <a:bodyPr wrap="square" lIns="0" tIns="0" rIns="0" bIns="0" rtlCol="0" anchor="ctr"/>
          <a:lstStyle/>
          <a:p>
            <a:pPr algn="ctr" indent="0" marL="0">
              <a:buNone/>
            </a:pPr>
            <a:r>
              <a:rPr lang="en-US" sz="2200" b="1" dirty="0">
                <a:solidFill>
                  <a:schemeClr val="bg1"/>
                </a:solidFill>
              </a:rPr>
              <a:t>ver</a:t>
            </a:r>
            <a:endParaRPr lang="en-US" sz="2200" dirty="0"/>
          </a:p>
        </p:txBody>
      </p:sp>
      <p:sp>
        <p:nvSpPr>
          <p:cNvPr id="39" name="Text 32"/>
          <p:cNvSpPr txBox="1"/>
          <p:nvPr/>
        </p:nvSpPr>
        <p:spPr>
          <a:xfrm>
            <a:off x="10193274" y="3063240"/>
            <a:ext cx="320040" cy="566928"/>
          </a:xfrm>
          <a:prstGeom prst="rect">
            <a:avLst/>
          </a:prstGeom>
          <a:noFill/>
          <a:ln/>
        </p:spPr>
        <p:txBody>
          <a:bodyPr wrap="square" lIns="0" tIns="0" rIns="0" bIns="0" rtlCol="0" anchor="ctr"/>
          <a:lstStyle/>
          <a:p>
            <a:pPr algn="ctr" indent="0" marL="0">
              <a:buNone/>
            </a:pPr>
            <a:r>
              <a:rPr lang="en-US" sz="2400" b="1" dirty="0">
                <a:solidFill>
                  <a:schemeClr val="accent5"/>
                </a:solidFill>
              </a:rPr>
              <a:t>+</a:t>
            </a:r>
            <a:endParaRPr lang="en-US" sz="2400" dirty="0"/>
          </a:p>
        </p:txBody>
      </p:sp>
      <p:sp>
        <p:nvSpPr>
          <p:cNvPr id="40" name="Shape 33"/>
          <p:cNvSpPr/>
          <p:nvPr/>
        </p:nvSpPr>
        <p:spPr>
          <a:xfrm>
            <a:off x="10513314" y="3063240"/>
            <a:ext cx="898398" cy="566928"/>
          </a:xfrm>
          <a:prstGeom prst="roundRect">
            <a:avLst>
              <a:gd name="adj" fmla="val 19355"/>
            </a:avLst>
          </a:prstGeom>
          <a:solidFill>
            <a:srgbClr val="FBEDEB"/>
          </a:solidFill>
          <a:ln w="25400">
            <a:solidFill>
              <a:srgbClr val="B83227"/>
            </a:solidFill>
            <a:prstDash val="solid"/>
          </a:ln>
        </p:spPr>
      </p:sp>
      <p:sp>
        <p:nvSpPr>
          <p:cNvPr id="41" name="Text 34"/>
          <p:cNvSpPr txBox="1"/>
          <p:nvPr/>
        </p:nvSpPr>
        <p:spPr>
          <a:xfrm>
            <a:off x="10513314" y="3063240"/>
            <a:ext cx="898398" cy="566928"/>
          </a:xfrm>
          <a:prstGeom prst="rect">
            <a:avLst/>
          </a:prstGeom>
          <a:noFill/>
          <a:ln/>
        </p:spPr>
        <p:txBody>
          <a:bodyPr wrap="square" lIns="0" tIns="0" rIns="0" bIns="0" rtlCol="0" anchor="ctr"/>
          <a:lstStyle/>
          <a:p>
            <a:pPr algn="ctr" indent="0" marL="0">
              <a:buNone/>
            </a:pPr>
            <a:r>
              <a:rPr lang="en-US" sz="2000" b="1" dirty="0">
                <a:solidFill>
                  <a:schemeClr val="accent6"/>
                </a:solidFill>
              </a:rPr>
              <a:t>talen</a:t>
            </a:r>
            <a:endParaRPr lang="en-US" sz="2000" dirty="0"/>
          </a:p>
        </p:txBody>
      </p:sp>
      <p:sp>
        <p:nvSpPr>
          <p:cNvPr id="42" name="Text 35"/>
          <p:cNvSpPr txBox="1"/>
          <p:nvPr/>
        </p:nvSpPr>
        <p:spPr>
          <a:xfrm>
            <a:off x="9187434" y="3794760"/>
            <a:ext cx="2269998" cy="914400"/>
          </a:xfrm>
          <a:prstGeom prst="rect">
            <a:avLst/>
          </a:prstGeom>
          <a:noFill/>
          <a:ln/>
        </p:spPr>
        <p:txBody>
          <a:bodyPr wrap="square" lIns="0" tIns="0" rIns="0" bIns="0" rtlCol="0" anchor="ctr"/>
          <a:lstStyle/>
          <a:p>
            <a:pPr algn="ctr" indent="0" marL="0">
              <a:buNone/>
            </a:pPr>
            <a:r>
              <a:rPr lang="en-US" sz="1700" i="1" dirty="0">
                <a:solidFill>
                  <a:schemeClr val="tx1"/>
                </a:solidFill>
              </a:rPr>
              <a:t>Ik </a:t>
            </a:r>
            <a:r>
              <a:rPr lang="en-US" sz="1700" b="1" i="1" dirty="0">
                <a:solidFill>
                  <a:schemeClr val="tx1"/>
                </a:solidFill>
              </a:rPr>
              <a:t>ver</a:t>
            </a:r>
            <a:r>
              <a:rPr lang="en-US" sz="1700" i="1" dirty="0">
                <a:solidFill>
                  <a:schemeClr val="tx1"/>
                </a:solidFill>
              </a:rPr>
              <a:t>taal de tekst.</a:t>
            </a:r>
            <a:endParaRPr lang="en-US" sz="1700" dirty="0"/>
          </a:p>
        </p:txBody>
      </p:sp>
      <p:sp>
        <p:nvSpPr>
          <p:cNvPr id="43" name="Shape 36"/>
          <p:cNvSpPr/>
          <p:nvPr/>
        </p:nvSpPr>
        <p:spPr>
          <a:xfrm>
            <a:off x="9416034" y="4937760"/>
            <a:ext cx="1812798" cy="685800"/>
          </a:xfrm>
          <a:prstGeom prst="roundRect">
            <a:avLst>
              <a:gd name="adj" fmla="val 16000"/>
            </a:avLst>
          </a:prstGeom>
          <a:solidFill>
            <a:srgbClr val="FFFFFF"/>
          </a:solidFill>
          <a:ln w="22225">
            <a:solidFill>
              <a:srgbClr val="B83227"/>
            </a:solidFill>
            <a:prstDash val="dash"/>
          </a:ln>
        </p:spPr>
      </p:sp>
      <p:sp>
        <p:nvSpPr>
          <p:cNvPr id="44" name="Text 37"/>
          <p:cNvSpPr txBox="1"/>
          <p:nvPr/>
        </p:nvSpPr>
        <p:spPr>
          <a:xfrm>
            <a:off x="9416034" y="4937760"/>
            <a:ext cx="1812798" cy="685800"/>
          </a:xfrm>
          <a:prstGeom prst="rect">
            <a:avLst/>
          </a:prstGeom>
          <a:noFill/>
          <a:ln/>
        </p:spPr>
        <p:txBody>
          <a:bodyPr wrap="square" lIns="0" tIns="0" rIns="0" bIns="0" rtlCol="0" anchor="ctr"/>
          <a:lstStyle/>
          <a:p>
            <a:pPr algn="ctr" indent="0" marL="0">
              <a:buNone/>
            </a:pPr>
            <a:r>
              <a:rPr lang="en-US" sz="1800" b="1" dirty="0">
                <a:solidFill>
                  <a:schemeClr val="accent6"/>
                </a:solidFill>
              </a:rPr>
              <a:t>séparable ?</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particule saute à la fin</a:t>
            </a:r>
            <a:endParaRPr lang="en-US" sz="3000" dirty="0"/>
          </a:p>
        </p:txBody>
      </p:sp>
      <p:sp>
        <p:nvSpPr>
          <p:cNvPr id="3" name="tag"/>
          <p:cNvSpPr/>
          <p:nvPr/>
        </p:nvSpPr>
        <p:spPr>
          <a:xfrm>
            <a:off x="548640" y="237744"/>
            <a:ext cx="1444752"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RAPPEL M11</a:t>
            </a:r>
            <a:endParaRPr lang="en-US" sz="1200" dirty="0"/>
          </a:p>
        </p:txBody>
      </p:sp>
      <p:sp>
        <p:nvSpPr>
          <p:cNvPr id="5" name="Shape 2"/>
          <p:cNvSpPr/>
          <p:nvPr/>
        </p:nvSpPr>
        <p:spPr>
          <a:xfrm>
            <a:off x="548640" y="2103120"/>
            <a:ext cx="816259" cy="731520"/>
          </a:xfrm>
          <a:prstGeom prst="roundRect">
            <a:avLst>
              <a:gd name="adj" fmla="val 10000"/>
            </a:avLst>
          </a:prstGeom>
          <a:solidFill>
            <a:schemeClr val="accent1"/>
          </a:solidFill>
          <a:ln w="12700">
            <a:solidFill>
              <a:srgbClr val="FFFFFF">
                <a:alpha val="0"/>
              </a:srgbClr>
            </a:solidFill>
            <a:prstDash val="solid"/>
          </a:ln>
        </p:spPr>
      </p:sp>
      <p:sp>
        <p:nvSpPr>
          <p:cNvPr id="6" name="Text 3"/>
          <p:cNvSpPr txBox="1"/>
          <p:nvPr/>
        </p:nvSpPr>
        <p:spPr>
          <a:xfrm>
            <a:off x="548640" y="2103120"/>
            <a:ext cx="816259" cy="731520"/>
          </a:xfrm>
          <a:prstGeom prst="rect">
            <a:avLst/>
          </a:prstGeom>
          <a:noFill/>
          <a:ln/>
        </p:spPr>
        <p:txBody>
          <a:bodyPr wrap="square" lIns="0" tIns="0" rIns="0" bIns="0" rtlCol="0" anchor="ctr"/>
          <a:lstStyle/>
          <a:p>
            <a:pPr algn="ctr" indent="0" marL="0">
              <a:buNone/>
            </a:pPr>
            <a:r>
              <a:rPr lang="en-US" sz="2600" b="1" dirty="0">
                <a:solidFill>
                  <a:schemeClr val="bg1"/>
                </a:solidFill>
              </a:rPr>
              <a:t>op</a:t>
            </a:r>
            <a:endParaRPr lang="en-US" sz="2600" dirty="0"/>
          </a:p>
        </p:txBody>
      </p:sp>
      <p:sp>
        <p:nvSpPr>
          <p:cNvPr id="7" name="Shape 4"/>
          <p:cNvSpPr/>
          <p:nvPr/>
        </p:nvSpPr>
        <p:spPr>
          <a:xfrm>
            <a:off x="1401475" y="2103120"/>
            <a:ext cx="1647032" cy="731520"/>
          </a:xfrm>
          <a:prstGeom prst="roundRect">
            <a:avLst>
              <a:gd name="adj" fmla="val 10000"/>
            </a:avLst>
          </a:prstGeom>
          <a:solidFill>
            <a:srgbClr val="FBEDEB"/>
          </a:solidFill>
          <a:ln w="31750">
            <a:solidFill>
              <a:srgbClr val="B83227"/>
            </a:solidFill>
            <a:prstDash val="solid"/>
          </a:ln>
        </p:spPr>
      </p:sp>
      <p:sp>
        <p:nvSpPr>
          <p:cNvPr id="8" name="Text 5"/>
          <p:cNvSpPr txBox="1"/>
          <p:nvPr/>
        </p:nvSpPr>
        <p:spPr>
          <a:xfrm>
            <a:off x="1401475" y="2103120"/>
            <a:ext cx="1647032" cy="731520"/>
          </a:xfrm>
          <a:prstGeom prst="rect">
            <a:avLst/>
          </a:prstGeom>
          <a:noFill/>
          <a:ln/>
        </p:spPr>
        <p:txBody>
          <a:bodyPr wrap="square" lIns="0" tIns="0" rIns="0" bIns="0" rtlCol="0" anchor="ctr"/>
          <a:lstStyle/>
          <a:p>
            <a:pPr algn="ctr" indent="0" marL="0">
              <a:buNone/>
            </a:pPr>
            <a:r>
              <a:rPr lang="en-US" sz="2600" b="1" dirty="0">
                <a:solidFill>
                  <a:schemeClr val="accent6"/>
                </a:solidFill>
              </a:rPr>
              <a:t>bellen</a:t>
            </a:r>
            <a:endParaRPr lang="en-US" sz="2600" dirty="0"/>
          </a:p>
        </p:txBody>
      </p:sp>
      <p:sp>
        <p:nvSpPr>
          <p:cNvPr id="9" name="Text 6"/>
          <p:cNvSpPr txBox="1"/>
          <p:nvPr/>
        </p:nvSpPr>
        <p:spPr>
          <a:xfrm>
            <a:off x="548640" y="2880360"/>
            <a:ext cx="2377440" cy="365760"/>
          </a:xfrm>
          <a:prstGeom prst="rect">
            <a:avLst/>
          </a:prstGeom>
          <a:noFill/>
          <a:ln/>
        </p:spPr>
        <p:txBody>
          <a:bodyPr wrap="square" lIns="0" tIns="0" rIns="0" bIns="0" rtlCol="0" anchor="t"/>
          <a:lstStyle/>
          <a:p>
            <a:pPr algn="l" indent="0" marL="0">
              <a:buNone/>
            </a:pPr>
            <a:r>
              <a:rPr lang="en-US" sz="1400" i="1" dirty="0">
                <a:solidFill>
                  <a:schemeClr val="accent5"/>
                </a:solidFill>
              </a:rPr>
              <a:t>l’infinitif</a:t>
            </a:r>
            <a:endParaRPr lang="en-US" sz="1400" dirty="0"/>
          </a:p>
        </p:txBody>
      </p:sp>
      <p:sp>
        <p:nvSpPr>
          <p:cNvPr id="10" name="Text 7"/>
          <p:cNvSpPr txBox="1"/>
          <p:nvPr/>
        </p:nvSpPr>
        <p:spPr>
          <a:xfrm>
            <a:off x="2880360" y="2103120"/>
            <a:ext cx="640080" cy="731520"/>
          </a:xfrm>
          <a:prstGeom prst="rect">
            <a:avLst/>
          </a:prstGeom>
          <a:noFill/>
          <a:ln/>
        </p:spPr>
        <p:txBody>
          <a:bodyPr wrap="square" lIns="0" tIns="0" rIns="0" bIns="0" rtlCol="0" anchor="ctr"/>
          <a:lstStyle/>
          <a:p>
            <a:pPr algn="ctr" indent="0" marL="0">
              <a:buNone/>
            </a:pPr>
            <a:r>
              <a:rPr lang="en-US" sz="3000" b="1" dirty="0">
                <a:solidFill>
                  <a:schemeClr val="accent5"/>
                </a:solidFill>
              </a:rPr>
              <a:t>➜</a:t>
            </a:r>
            <a:endParaRPr lang="en-US" sz="3000" dirty="0"/>
          </a:p>
        </p:txBody>
      </p:sp>
      <p:sp>
        <p:nvSpPr>
          <p:cNvPr id="11" name="Shape 8"/>
          <p:cNvSpPr/>
          <p:nvPr/>
        </p:nvSpPr>
        <p:spPr>
          <a:xfrm>
            <a:off x="3611880" y="2103120"/>
            <a:ext cx="663489" cy="731520"/>
          </a:xfrm>
          <a:prstGeom prst="roundRect">
            <a:avLst>
              <a:gd name="adj" fmla="val 11025"/>
            </a:avLst>
          </a:prstGeom>
          <a:solidFill>
            <a:schemeClr val="bg1"/>
          </a:solidFill>
          <a:ln w="15875">
            <a:solidFill>
              <a:srgbClr val="D5DCE6"/>
            </a:solidFill>
            <a:prstDash val="solid"/>
          </a:ln>
        </p:spPr>
      </p:sp>
      <p:sp>
        <p:nvSpPr>
          <p:cNvPr id="12" name="Text 9"/>
          <p:cNvSpPr txBox="1"/>
          <p:nvPr/>
        </p:nvSpPr>
        <p:spPr>
          <a:xfrm>
            <a:off x="3611880" y="2103120"/>
            <a:ext cx="663489" cy="731520"/>
          </a:xfrm>
          <a:prstGeom prst="rect">
            <a:avLst/>
          </a:prstGeom>
          <a:noFill/>
          <a:ln/>
        </p:spPr>
        <p:txBody>
          <a:bodyPr wrap="square" lIns="0" tIns="0" rIns="0" bIns="0" rtlCol="0" anchor="ctr"/>
          <a:lstStyle/>
          <a:p>
            <a:pPr algn="ctr" indent="0" marL="0">
              <a:buNone/>
            </a:pPr>
            <a:r>
              <a:rPr lang="en-US" sz="2600" dirty="0">
                <a:solidFill>
                  <a:schemeClr val="tx1"/>
                </a:solidFill>
              </a:rPr>
              <a:t>Ik</a:t>
            </a:r>
            <a:endParaRPr lang="en-US" sz="2600" dirty="0"/>
          </a:p>
        </p:txBody>
      </p:sp>
      <p:sp>
        <p:nvSpPr>
          <p:cNvPr id="13" name="Shape 10"/>
          <p:cNvSpPr/>
          <p:nvPr/>
        </p:nvSpPr>
        <p:spPr>
          <a:xfrm>
            <a:off x="4357665" y="2103120"/>
            <a:ext cx="1023952" cy="731520"/>
          </a:xfrm>
          <a:prstGeom prst="roundRect">
            <a:avLst>
              <a:gd name="adj" fmla="val 10000"/>
            </a:avLst>
          </a:prstGeom>
          <a:solidFill>
            <a:srgbClr val="FBEDEB"/>
          </a:solidFill>
          <a:ln w="31750">
            <a:solidFill>
              <a:srgbClr val="B83227"/>
            </a:solidFill>
            <a:prstDash val="solid"/>
          </a:ln>
        </p:spPr>
      </p:sp>
      <p:sp>
        <p:nvSpPr>
          <p:cNvPr id="14" name="Text 11"/>
          <p:cNvSpPr txBox="1"/>
          <p:nvPr/>
        </p:nvSpPr>
        <p:spPr>
          <a:xfrm>
            <a:off x="4357665" y="2103120"/>
            <a:ext cx="1023952" cy="731520"/>
          </a:xfrm>
          <a:prstGeom prst="rect">
            <a:avLst/>
          </a:prstGeom>
          <a:noFill/>
          <a:ln/>
        </p:spPr>
        <p:txBody>
          <a:bodyPr wrap="square" lIns="0" tIns="0" rIns="0" bIns="0" rtlCol="0" anchor="ctr"/>
          <a:lstStyle/>
          <a:p>
            <a:pPr algn="ctr" indent="0" marL="0">
              <a:buNone/>
            </a:pPr>
            <a:r>
              <a:rPr lang="en-US" sz="2600" b="1" dirty="0">
                <a:solidFill>
                  <a:schemeClr val="accent6"/>
                </a:solidFill>
              </a:rPr>
              <a:t>bel</a:t>
            </a:r>
            <a:endParaRPr lang="en-US" sz="2600" dirty="0"/>
          </a:p>
        </p:txBody>
      </p:sp>
      <p:sp>
        <p:nvSpPr>
          <p:cNvPr id="15" name="Shape 12"/>
          <p:cNvSpPr/>
          <p:nvPr/>
        </p:nvSpPr>
        <p:spPr>
          <a:xfrm>
            <a:off x="5463913" y="2103120"/>
            <a:ext cx="1961571" cy="731520"/>
          </a:xfrm>
          <a:prstGeom prst="roundRect">
            <a:avLst>
              <a:gd name="adj" fmla="val 10000"/>
            </a:avLst>
          </a:prstGeom>
          <a:solidFill>
            <a:schemeClr val="bg1"/>
          </a:solidFill>
          <a:ln w="15875">
            <a:solidFill>
              <a:srgbClr val="D5DCE6"/>
            </a:solidFill>
            <a:prstDash val="solid"/>
          </a:ln>
        </p:spPr>
      </p:sp>
      <p:sp>
        <p:nvSpPr>
          <p:cNvPr id="16" name="Text 13"/>
          <p:cNvSpPr txBox="1"/>
          <p:nvPr/>
        </p:nvSpPr>
        <p:spPr>
          <a:xfrm>
            <a:off x="5463913" y="2103120"/>
            <a:ext cx="1961571" cy="731520"/>
          </a:xfrm>
          <a:prstGeom prst="rect">
            <a:avLst/>
          </a:prstGeom>
          <a:noFill/>
          <a:ln/>
        </p:spPr>
        <p:txBody>
          <a:bodyPr wrap="square" lIns="0" tIns="0" rIns="0" bIns="0" rtlCol="0" anchor="ctr"/>
          <a:lstStyle/>
          <a:p>
            <a:pPr algn="ctr" indent="0" marL="0">
              <a:buNone/>
            </a:pPr>
            <a:r>
              <a:rPr lang="en-US" sz="2600" dirty="0">
                <a:solidFill>
                  <a:schemeClr val="tx1"/>
                </a:solidFill>
              </a:rPr>
              <a:t>je morgen</a:t>
            </a:r>
            <a:endParaRPr lang="en-US" sz="2600" dirty="0"/>
          </a:p>
        </p:txBody>
      </p:sp>
      <p:sp>
        <p:nvSpPr>
          <p:cNvPr id="17" name="Shape 14"/>
          <p:cNvSpPr/>
          <p:nvPr/>
        </p:nvSpPr>
        <p:spPr>
          <a:xfrm>
            <a:off x="7507780" y="2103120"/>
            <a:ext cx="1023952" cy="731520"/>
          </a:xfrm>
          <a:prstGeom prst="roundRect">
            <a:avLst>
              <a:gd name="adj" fmla="val 10000"/>
            </a:avLst>
          </a:prstGeom>
          <a:solidFill>
            <a:schemeClr val="accent1"/>
          </a:solidFill>
          <a:ln w="12700">
            <a:solidFill>
              <a:srgbClr val="FFFFFF">
                <a:alpha val="0"/>
              </a:srgbClr>
            </a:solidFill>
            <a:prstDash val="solid"/>
          </a:ln>
        </p:spPr>
      </p:sp>
      <p:sp>
        <p:nvSpPr>
          <p:cNvPr id="18" name="Text 15"/>
          <p:cNvSpPr txBox="1"/>
          <p:nvPr/>
        </p:nvSpPr>
        <p:spPr>
          <a:xfrm>
            <a:off x="7507780" y="2103120"/>
            <a:ext cx="1023952" cy="731520"/>
          </a:xfrm>
          <a:prstGeom prst="rect">
            <a:avLst/>
          </a:prstGeom>
          <a:noFill/>
          <a:ln/>
        </p:spPr>
        <p:txBody>
          <a:bodyPr wrap="square" lIns="0" tIns="0" rIns="0" bIns="0" rtlCol="0" anchor="ctr"/>
          <a:lstStyle/>
          <a:p>
            <a:pPr algn="ctr" indent="0" marL="0">
              <a:buNone/>
            </a:pPr>
            <a:r>
              <a:rPr lang="en-US" sz="2600" b="1" dirty="0">
                <a:solidFill>
                  <a:schemeClr val="bg1"/>
                </a:solidFill>
              </a:rPr>
              <a:t>op.</a:t>
            </a:r>
            <a:endParaRPr lang="en-US" sz="2600" dirty="0"/>
          </a:p>
        </p:txBody>
      </p:sp>
      <p:sp>
        <p:nvSpPr>
          <p:cNvPr id="19" name="Shape 16"/>
          <p:cNvSpPr/>
          <p:nvPr/>
        </p:nvSpPr>
        <p:spPr>
          <a:xfrm>
            <a:off x="956770" y="1554480"/>
            <a:ext cx="7062987" cy="1005840"/>
          </a:xfrm>
          <a:prstGeom prst="arc">
            <a:avLst>
              <a:gd name="adj1" fmla="val 10800000"/>
              <a:gd name="adj2" fmla="val 21600000"/>
            </a:avLst>
          </a:prstGeom>
          <a:solidFill>
            <a:srgbClr val="FFFFFF">
              <a:alpha val="0"/>
            </a:srgbClr>
          </a:solidFill>
          <a:ln w="38100">
            <a:solidFill>
              <a:srgbClr val="D9700F"/>
            </a:solidFill>
            <a:prstDash val="solid"/>
            <a:tailEnd type="triangle"/>
          </a:ln>
        </p:spPr>
      </p:sp>
      <p:sp>
        <p:nvSpPr>
          <p:cNvPr id="20" name="Text 17"/>
          <p:cNvSpPr txBox="1"/>
          <p:nvPr/>
        </p:nvSpPr>
        <p:spPr>
          <a:xfrm>
            <a:off x="5331332" y="2880360"/>
            <a:ext cx="3200400" cy="365760"/>
          </a:xfrm>
          <a:prstGeom prst="rect">
            <a:avLst/>
          </a:prstGeom>
          <a:noFill/>
          <a:ln/>
        </p:spPr>
        <p:txBody>
          <a:bodyPr wrap="square" lIns="0" tIns="0" rIns="0" bIns="0" rtlCol="0" anchor="t"/>
          <a:lstStyle/>
          <a:p>
            <a:pPr algn="r" indent="0" marL="0">
              <a:buNone/>
            </a:pPr>
            <a:r>
              <a:rPr lang="en-US" sz="1500" b="1" dirty="0">
                <a:solidFill>
                  <a:schemeClr val="accent1"/>
                </a:solidFill>
              </a:rPr>
              <a:t>la particule va au bout</a:t>
            </a:r>
            <a:endParaRPr lang="en-US" sz="1500" dirty="0"/>
          </a:p>
        </p:txBody>
      </p:sp>
      <p:sp>
        <p:nvSpPr>
          <p:cNvPr id="21" name="Text 18"/>
          <p:cNvSpPr txBox="1"/>
          <p:nvPr/>
        </p:nvSpPr>
        <p:spPr>
          <a:xfrm>
            <a:off x="548640" y="3520440"/>
            <a:ext cx="6400800" cy="411480"/>
          </a:xfrm>
          <a:prstGeom prst="rect">
            <a:avLst/>
          </a:prstGeom>
          <a:noFill/>
          <a:ln/>
        </p:spPr>
        <p:txBody>
          <a:bodyPr wrap="square" lIns="0" tIns="0" rIns="0" bIns="0" rtlCol="0" anchor="t"/>
          <a:lstStyle/>
          <a:p>
            <a:pPr algn="l" indent="0" marL="0">
              <a:buNone/>
            </a:pPr>
            <a:r>
              <a:rPr lang="en-US" sz="1800" b="1" dirty="0">
                <a:solidFill>
                  <a:schemeClr val="tx2"/>
                </a:solidFill>
              </a:rPr>
              <a:t>ge-</a:t>
            </a:r>
            <a:r>
              <a:rPr lang="en-US" sz="1800" dirty="0">
                <a:solidFill>
                  <a:schemeClr val="tx2"/>
                </a:solidFill>
              </a:rPr>
              <a:t> et </a:t>
            </a:r>
            <a:r>
              <a:rPr lang="en-US" sz="1800" b="1" dirty="0">
                <a:solidFill>
                  <a:schemeClr val="tx2"/>
                </a:solidFill>
              </a:rPr>
              <a:t>te</a:t>
            </a:r>
            <a:r>
              <a:rPr lang="en-US" sz="1800" dirty="0">
                <a:solidFill>
                  <a:schemeClr val="tx2"/>
                </a:solidFill>
              </a:rPr>
              <a:t> se glissent au milieu</a:t>
            </a:r>
            <a:endParaRPr lang="en-US" sz="1800" dirty="0"/>
          </a:p>
        </p:txBody>
      </p:sp>
      <p:sp>
        <p:nvSpPr>
          <p:cNvPr id="22" name="Shape 19"/>
          <p:cNvSpPr/>
          <p:nvPr/>
        </p:nvSpPr>
        <p:spPr>
          <a:xfrm>
            <a:off x="548640" y="4069080"/>
            <a:ext cx="816259" cy="731520"/>
          </a:xfrm>
          <a:prstGeom prst="roundRect">
            <a:avLst>
              <a:gd name="adj" fmla="val 10000"/>
            </a:avLst>
          </a:prstGeom>
          <a:solidFill>
            <a:schemeClr val="accent1"/>
          </a:solidFill>
          <a:ln w="12700">
            <a:solidFill>
              <a:srgbClr val="FFFFFF">
                <a:alpha val="0"/>
              </a:srgbClr>
            </a:solidFill>
            <a:prstDash val="solid"/>
          </a:ln>
        </p:spPr>
      </p:sp>
      <p:sp>
        <p:nvSpPr>
          <p:cNvPr id="23" name="Text 20"/>
          <p:cNvSpPr txBox="1"/>
          <p:nvPr/>
        </p:nvSpPr>
        <p:spPr>
          <a:xfrm>
            <a:off x="548640" y="4069080"/>
            <a:ext cx="816259" cy="731520"/>
          </a:xfrm>
          <a:prstGeom prst="rect">
            <a:avLst/>
          </a:prstGeom>
          <a:noFill/>
          <a:ln/>
        </p:spPr>
        <p:txBody>
          <a:bodyPr wrap="square" lIns="0" tIns="0" rIns="0" bIns="0" rtlCol="0" anchor="ctr"/>
          <a:lstStyle/>
          <a:p>
            <a:pPr algn="ctr" indent="0" marL="0">
              <a:buNone/>
            </a:pPr>
            <a:r>
              <a:rPr lang="en-US" sz="2600" b="1" dirty="0">
                <a:solidFill>
                  <a:schemeClr val="bg1"/>
                </a:solidFill>
              </a:rPr>
              <a:t>op</a:t>
            </a:r>
            <a:endParaRPr lang="en-US" sz="2600" dirty="0"/>
          </a:p>
        </p:txBody>
      </p:sp>
      <p:sp>
        <p:nvSpPr>
          <p:cNvPr id="24" name="Text 21"/>
          <p:cNvSpPr txBox="1"/>
          <p:nvPr/>
        </p:nvSpPr>
        <p:spPr>
          <a:xfrm>
            <a:off x="1401475" y="4069080"/>
            <a:ext cx="816259" cy="731520"/>
          </a:xfrm>
          <a:prstGeom prst="rect">
            <a:avLst/>
          </a:prstGeom>
          <a:noFill/>
          <a:ln/>
        </p:spPr>
        <p:txBody>
          <a:bodyPr wrap="square" lIns="0" tIns="0" rIns="0" bIns="0" rtlCol="0" anchor="ctr"/>
          <a:lstStyle/>
          <a:p>
            <a:pPr algn="ctr" indent="0" marL="0">
              <a:buNone/>
            </a:pPr>
            <a:r>
              <a:rPr lang="en-US" sz="2600" b="1" dirty="0">
                <a:solidFill>
                  <a:schemeClr val="accent5"/>
                </a:solidFill>
              </a:rPr>
              <a:t>ge</a:t>
            </a:r>
            <a:endParaRPr lang="en-US" sz="2600" dirty="0"/>
          </a:p>
        </p:txBody>
      </p:sp>
      <p:sp>
        <p:nvSpPr>
          <p:cNvPr id="25" name="Shape 22"/>
          <p:cNvSpPr/>
          <p:nvPr/>
        </p:nvSpPr>
        <p:spPr>
          <a:xfrm>
            <a:off x="2254311" y="4069080"/>
            <a:ext cx="1231646" cy="731520"/>
          </a:xfrm>
          <a:prstGeom prst="roundRect">
            <a:avLst>
              <a:gd name="adj" fmla="val 10000"/>
            </a:avLst>
          </a:prstGeom>
          <a:solidFill>
            <a:srgbClr val="FBEDEB"/>
          </a:solidFill>
          <a:ln w="31750">
            <a:solidFill>
              <a:srgbClr val="B83227"/>
            </a:solidFill>
            <a:prstDash val="solid"/>
          </a:ln>
        </p:spPr>
      </p:sp>
      <p:sp>
        <p:nvSpPr>
          <p:cNvPr id="26" name="Text 23"/>
          <p:cNvSpPr txBox="1"/>
          <p:nvPr/>
        </p:nvSpPr>
        <p:spPr>
          <a:xfrm>
            <a:off x="2254311" y="4069080"/>
            <a:ext cx="1231646" cy="731520"/>
          </a:xfrm>
          <a:prstGeom prst="rect">
            <a:avLst/>
          </a:prstGeom>
          <a:noFill/>
          <a:ln/>
        </p:spPr>
        <p:txBody>
          <a:bodyPr wrap="square" lIns="0" tIns="0" rIns="0" bIns="0" rtlCol="0" anchor="ctr"/>
          <a:lstStyle/>
          <a:p>
            <a:pPr algn="ctr" indent="0" marL="0">
              <a:buNone/>
            </a:pPr>
            <a:r>
              <a:rPr lang="en-US" sz="2600" b="1" dirty="0">
                <a:solidFill>
                  <a:schemeClr val="accent6"/>
                </a:solidFill>
              </a:rPr>
              <a:t>beld</a:t>
            </a:r>
            <a:endParaRPr lang="en-US" sz="2600" dirty="0"/>
          </a:p>
        </p:txBody>
      </p:sp>
      <p:sp>
        <p:nvSpPr>
          <p:cNvPr id="27" name="Text 24"/>
          <p:cNvSpPr txBox="1"/>
          <p:nvPr/>
        </p:nvSpPr>
        <p:spPr>
          <a:xfrm>
            <a:off x="548640" y="4892040"/>
            <a:ext cx="3291840" cy="411480"/>
          </a:xfrm>
          <a:prstGeom prst="rect">
            <a:avLst/>
          </a:prstGeom>
          <a:noFill/>
          <a:ln/>
        </p:spPr>
        <p:txBody>
          <a:bodyPr wrap="square" lIns="0" tIns="0" rIns="0" bIns="0" rtlCol="0" anchor="t"/>
          <a:lstStyle/>
          <a:p>
            <a:pPr algn="l" indent="0" marL="0">
              <a:buNone/>
            </a:pPr>
            <a:r>
              <a:rPr lang="en-US" sz="1700" i="1" dirty="0">
                <a:solidFill>
                  <a:schemeClr val="tx1"/>
                </a:solidFill>
              </a:rPr>
              <a:t>Ik heb je </a:t>
            </a:r>
            <a:r>
              <a:rPr lang="en-US" sz="1700" b="1" i="1" dirty="0">
                <a:solidFill>
                  <a:schemeClr val="tx1"/>
                </a:solidFill>
              </a:rPr>
              <a:t>opgebeld</a:t>
            </a:r>
            <a:r>
              <a:rPr lang="en-US" sz="1700" i="1" dirty="0">
                <a:solidFill>
                  <a:schemeClr val="tx1"/>
                </a:solidFill>
              </a:rPr>
              <a:t>.</a:t>
            </a:r>
            <a:endParaRPr lang="en-US" sz="1700" dirty="0"/>
          </a:p>
        </p:txBody>
      </p:sp>
      <p:sp>
        <p:nvSpPr>
          <p:cNvPr id="28" name="Shape 25"/>
          <p:cNvSpPr/>
          <p:nvPr/>
        </p:nvSpPr>
        <p:spPr>
          <a:xfrm>
            <a:off x="4023360" y="4069080"/>
            <a:ext cx="816259" cy="731520"/>
          </a:xfrm>
          <a:prstGeom prst="roundRect">
            <a:avLst>
              <a:gd name="adj" fmla="val 10000"/>
            </a:avLst>
          </a:prstGeom>
          <a:solidFill>
            <a:schemeClr val="accent1"/>
          </a:solidFill>
          <a:ln w="12700">
            <a:solidFill>
              <a:srgbClr val="FFFFFF">
                <a:alpha val="0"/>
              </a:srgbClr>
            </a:solidFill>
            <a:prstDash val="solid"/>
          </a:ln>
        </p:spPr>
      </p:sp>
      <p:sp>
        <p:nvSpPr>
          <p:cNvPr id="29" name="Text 26"/>
          <p:cNvSpPr txBox="1"/>
          <p:nvPr/>
        </p:nvSpPr>
        <p:spPr>
          <a:xfrm>
            <a:off x="4023360" y="4069080"/>
            <a:ext cx="816259" cy="731520"/>
          </a:xfrm>
          <a:prstGeom prst="rect">
            <a:avLst/>
          </a:prstGeom>
          <a:noFill/>
          <a:ln/>
        </p:spPr>
        <p:txBody>
          <a:bodyPr wrap="square" lIns="0" tIns="0" rIns="0" bIns="0" rtlCol="0" anchor="ctr"/>
          <a:lstStyle/>
          <a:p>
            <a:pPr algn="ctr" indent="0" marL="0">
              <a:buNone/>
            </a:pPr>
            <a:r>
              <a:rPr lang="en-US" sz="2600" b="1" dirty="0">
                <a:solidFill>
                  <a:schemeClr val="bg1"/>
                </a:solidFill>
              </a:rPr>
              <a:t>op</a:t>
            </a:r>
            <a:endParaRPr lang="en-US" sz="2600" dirty="0"/>
          </a:p>
        </p:txBody>
      </p:sp>
      <p:sp>
        <p:nvSpPr>
          <p:cNvPr id="30" name="Text 27"/>
          <p:cNvSpPr txBox="1"/>
          <p:nvPr/>
        </p:nvSpPr>
        <p:spPr>
          <a:xfrm>
            <a:off x="4876195" y="4069080"/>
            <a:ext cx="816259" cy="731520"/>
          </a:xfrm>
          <a:prstGeom prst="rect">
            <a:avLst/>
          </a:prstGeom>
          <a:noFill/>
          <a:ln/>
        </p:spPr>
        <p:txBody>
          <a:bodyPr wrap="square" lIns="0" tIns="0" rIns="0" bIns="0" rtlCol="0" anchor="ctr"/>
          <a:lstStyle/>
          <a:p>
            <a:pPr algn="ctr" indent="0" marL="0">
              <a:buNone/>
            </a:pPr>
            <a:r>
              <a:rPr lang="en-US" sz="2600" b="1" dirty="0">
                <a:solidFill>
                  <a:schemeClr val="accent5"/>
                </a:solidFill>
              </a:rPr>
              <a:t>te</a:t>
            </a:r>
            <a:endParaRPr lang="en-US" sz="2600" dirty="0"/>
          </a:p>
        </p:txBody>
      </p:sp>
      <p:sp>
        <p:nvSpPr>
          <p:cNvPr id="31" name="Shape 28"/>
          <p:cNvSpPr/>
          <p:nvPr/>
        </p:nvSpPr>
        <p:spPr>
          <a:xfrm>
            <a:off x="5729031" y="4069080"/>
            <a:ext cx="1647032" cy="731520"/>
          </a:xfrm>
          <a:prstGeom prst="roundRect">
            <a:avLst>
              <a:gd name="adj" fmla="val 10000"/>
            </a:avLst>
          </a:prstGeom>
          <a:solidFill>
            <a:srgbClr val="FBEDEB"/>
          </a:solidFill>
          <a:ln w="31750">
            <a:solidFill>
              <a:srgbClr val="B83227"/>
            </a:solidFill>
            <a:prstDash val="solid"/>
          </a:ln>
        </p:spPr>
      </p:sp>
      <p:sp>
        <p:nvSpPr>
          <p:cNvPr id="32" name="Text 29"/>
          <p:cNvSpPr txBox="1"/>
          <p:nvPr/>
        </p:nvSpPr>
        <p:spPr>
          <a:xfrm>
            <a:off x="5729031" y="4069080"/>
            <a:ext cx="1647032" cy="731520"/>
          </a:xfrm>
          <a:prstGeom prst="rect">
            <a:avLst/>
          </a:prstGeom>
          <a:noFill/>
          <a:ln/>
        </p:spPr>
        <p:txBody>
          <a:bodyPr wrap="square" lIns="0" tIns="0" rIns="0" bIns="0" rtlCol="0" anchor="ctr"/>
          <a:lstStyle/>
          <a:p>
            <a:pPr algn="ctr" indent="0" marL="0">
              <a:buNone/>
            </a:pPr>
            <a:r>
              <a:rPr lang="en-US" sz="2600" b="1" dirty="0">
                <a:solidFill>
                  <a:schemeClr val="accent6"/>
                </a:solidFill>
              </a:rPr>
              <a:t>bellen</a:t>
            </a:r>
            <a:endParaRPr lang="en-US" sz="2600" dirty="0"/>
          </a:p>
        </p:txBody>
      </p:sp>
      <p:sp>
        <p:nvSpPr>
          <p:cNvPr id="33" name="Text 30"/>
          <p:cNvSpPr txBox="1"/>
          <p:nvPr/>
        </p:nvSpPr>
        <p:spPr>
          <a:xfrm>
            <a:off x="4023360" y="4892040"/>
            <a:ext cx="3840480" cy="411480"/>
          </a:xfrm>
          <a:prstGeom prst="rect">
            <a:avLst/>
          </a:prstGeom>
          <a:noFill/>
          <a:ln/>
        </p:spPr>
        <p:txBody>
          <a:bodyPr wrap="square" lIns="0" tIns="0" rIns="0" bIns="0" rtlCol="0" anchor="t"/>
          <a:lstStyle/>
          <a:p>
            <a:pPr algn="l" indent="0" marL="0">
              <a:buNone/>
            </a:pPr>
            <a:r>
              <a:rPr lang="en-US" sz="1700" i="1" dirty="0">
                <a:solidFill>
                  <a:schemeClr val="tx1"/>
                </a:solidFill>
              </a:rPr>
              <a:t>Vergeet niet om me </a:t>
            </a:r>
            <a:r>
              <a:rPr lang="en-US" sz="1700" b="1" i="1" dirty="0">
                <a:solidFill>
                  <a:schemeClr val="tx1"/>
                </a:solidFill>
              </a:rPr>
              <a:t>op te bellen</a:t>
            </a:r>
            <a:r>
              <a:rPr lang="en-US" sz="1700" i="1" dirty="0">
                <a:solidFill>
                  <a:schemeClr val="tx1"/>
                </a:solidFill>
              </a:rPr>
              <a:t>.</a:t>
            </a:r>
            <a:endParaRPr lang="en-US" sz="1700" dirty="0"/>
          </a:p>
        </p:txBody>
      </p:sp>
      <p:sp>
        <p:nvSpPr>
          <p:cNvPr id="34" name="Shape 31"/>
          <p:cNvSpPr/>
          <p:nvPr/>
        </p:nvSpPr>
        <p:spPr>
          <a:xfrm>
            <a:off x="8229600" y="3520440"/>
            <a:ext cx="3410712" cy="2331720"/>
          </a:xfrm>
          <a:prstGeom prst="roundRect">
            <a:avLst>
              <a:gd name="adj" fmla="val 4706"/>
            </a:avLst>
          </a:prstGeom>
          <a:solidFill>
            <a:srgbClr val="FDF1E6"/>
          </a:solidFill>
          <a:ln w="19050">
            <a:solidFill>
              <a:srgbClr val="D9700F"/>
            </a:solidFill>
            <a:prstDash val="solid"/>
          </a:ln>
        </p:spPr>
      </p:sp>
      <p:sp>
        <p:nvSpPr>
          <p:cNvPr id="35" name="Text 32"/>
          <p:cNvSpPr txBox="1"/>
          <p:nvPr/>
        </p:nvSpPr>
        <p:spPr>
          <a:xfrm>
            <a:off x="8366760" y="3611880"/>
            <a:ext cx="3154680" cy="384048"/>
          </a:xfrm>
          <a:prstGeom prst="rect">
            <a:avLst/>
          </a:prstGeom>
          <a:noFill/>
          <a:ln/>
        </p:spPr>
        <p:txBody>
          <a:bodyPr wrap="square" lIns="0" tIns="0" rIns="0" bIns="0" rtlCol="0" anchor="t"/>
          <a:lstStyle/>
          <a:p>
            <a:pPr algn="l" indent="0" marL="0">
              <a:buNone/>
            </a:pPr>
            <a:r>
              <a:rPr lang="en-US" sz="1600" b="1" dirty="0">
                <a:solidFill>
                  <a:schemeClr val="accent1"/>
                </a:solidFill>
              </a:rPr>
              <a:t>Le test de l’accent</a:t>
            </a:r>
            <a:endParaRPr lang="en-US" sz="1600" dirty="0"/>
          </a:p>
        </p:txBody>
      </p:sp>
      <p:sp>
        <p:nvSpPr>
          <p:cNvPr id="36" name="Shape 33"/>
          <p:cNvSpPr/>
          <p:nvPr/>
        </p:nvSpPr>
        <p:spPr>
          <a:xfrm>
            <a:off x="8796528" y="4187952"/>
            <a:ext cx="182880" cy="182880"/>
          </a:xfrm>
          <a:prstGeom prst="ellipse">
            <a:avLst/>
          </a:prstGeom>
          <a:solidFill>
            <a:schemeClr val="accent1"/>
          </a:solidFill>
          <a:ln w="12700">
            <a:solidFill>
              <a:srgbClr val="FFFFFF">
                <a:alpha val="0"/>
              </a:srgbClr>
            </a:solidFill>
            <a:prstDash val="solid"/>
          </a:ln>
        </p:spPr>
      </p:sp>
      <p:sp>
        <p:nvSpPr>
          <p:cNvPr id="37" name="Text 34"/>
          <p:cNvSpPr txBox="1"/>
          <p:nvPr/>
        </p:nvSpPr>
        <p:spPr>
          <a:xfrm>
            <a:off x="8595360" y="4343400"/>
            <a:ext cx="2926080" cy="548640"/>
          </a:xfrm>
          <a:prstGeom prst="rect">
            <a:avLst/>
          </a:prstGeom>
          <a:noFill/>
          <a:ln/>
        </p:spPr>
        <p:txBody>
          <a:bodyPr wrap="square" lIns="0" tIns="0" rIns="0" bIns="0" rtlCol="0" anchor="t"/>
          <a:lstStyle/>
          <a:p>
            <a:pPr algn="l" indent="0" marL="0">
              <a:buNone/>
            </a:pPr>
            <a:r>
              <a:rPr lang="en-US" sz="2800" b="1" dirty="0">
                <a:solidFill>
                  <a:schemeClr val="tx1"/>
                </a:solidFill>
              </a:rPr>
              <a:t>OP</a:t>
            </a:r>
            <a:r>
              <a:rPr lang="en-US" sz="2800" dirty="0">
                <a:solidFill>
                  <a:schemeClr val="tx1"/>
                </a:solidFill>
              </a:rPr>
              <a:t>bellen</a:t>
            </a:r>
            <a:endParaRPr lang="en-US" sz="2800" dirty="0"/>
          </a:p>
        </p:txBody>
      </p:sp>
      <p:sp>
        <p:nvSpPr>
          <p:cNvPr id="38" name="Text 35"/>
          <p:cNvSpPr txBox="1"/>
          <p:nvPr/>
        </p:nvSpPr>
        <p:spPr>
          <a:xfrm>
            <a:off x="8366760" y="4983480"/>
            <a:ext cx="3154680" cy="777240"/>
          </a:xfrm>
          <a:prstGeom prst="rect">
            <a:avLst/>
          </a:prstGeom>
          <a:noFill/>
          <a:ln/>
        </p:spPr>
        <p:txBody>
          <a:bodyPr wrap="square" lIns="0" tIns="0" rIns="0" bIns="0" rtlCol="0" anchor="t"/>
          <a:lstStyle/>
          <a:p>
            <a:pPr algn="l" indent="0" marL="0">
              <a:buNone/>
            </a:pPr>
            <a:r>
              <a:rPr lang="en-US" sz="1400" dirty="0">
                <a:solidFill>
                  <a:schemeClr val="tx2"/>
                </a:solidFill>
              </a:rPr>
              <a:t>L’accent tombe sur la particule : elle se détache.</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14 particules, 14 images : devinez !</a:t>
            </a:r>
            <a:endParaRPr lang="en-US" sz="3000" dirty="0"/>
          </a:p>
        </p:txBody>
      </p:sp>
      <p:sp>
        <p:nvSpPr>
          <p:cNvPr id="3" name="tag"/>
          <p:cNvSpPr/>
          <p:nvPr/>
        </p:nvSpPr>
        <p:spPr>
          <a:xfrm>
            <a:off x="548640" y="237744"/>
            <a:ext cx="11210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DEVINEZ</a:t>
            </a:r>
            <a:endParaRPr lang="en-US" sz="1200" dirty="0"/>
          </a:p>
        </p:txBody>
      </p:sp>
      <p:sp>
        <p:nvSpPr>
          <p:cNvPr id="5" name="Shape 2"/>
          <p:cNvSpPr/>
          <p:nvPr/>
        </p:nvSpPr>
        <p:spPr>
          <a:xfrm>
            <a:off x="548640" y="1508760"/>
            <a:ext cx="1466959" cy="2194560"/>
          </a:xfrm>
          <a:prstGeom prst="roundRect">
            <a:avLst>
              <a:gd name="adj" fmla="val 6233"/>
            </a:avLst>
          </a:prstGeom>
          <a:solidFill>
            <a:srgbClr val="FFFFFF"/>
          </a:solidFill>
          <a:ln w="22225">
            <a:solidFill>
              <a:srgbClr val="6E4A9E"/>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1307069" y="1810512"/>
            <a:ext cx="523951" cy="987552"/>
          </a:xfrm>
          <a:prstGeom prst="rect">
            <a:avLst/>
          </a:prstGeom>
          <a:solidFill>
            <a:srgbClr val="FFFFFF"/>
          </a:solidFill>
          <a:ln w="24257">
            <a:solidFill>
              <a:srgbClr val="17375E"/>
            </a:solidFill>
            <a:prstDash val="solid"/>
          </a:ln>
        </p:spPr>
      </p:sp>
      <p:sp>
        <p:nvSpPr>
          <p:cNvPr id="7" name="Shape 4"/>
          <p:cNvSpPr/>
          <p:nvPr/>
        </p:nvSpPr>
        <p:spPr>
          <a:xfrm>
            <a:off x="1269644" y="2112264"/>
            <a:ext cx="74850" cy="384048"/>
          </a:xfrm>
          <a:prstGeom prst="rect">
            <a:avLst/>
          </a:prstGeom>
          <a:solidFill>
            <a:srgbClr val="FFFFFF"/>
          </a:solidFill>
          <a:ln w="12700">
            <a:solidFill>
              <a:srgbClr val="FFFFFF">
                <a:alpha val="0"/>
              </a:srgbClr>
            </a:solidFill>
            <a:prstDash val="solid"/>
          </a:ln>
        </p:spPr>
      </p:sp>
      <p:sp>
        <p:nvSpPr>
          <p:cNvPr id="8" name="Shape 5"/>
          <p:cNvSpPr/>
          <p:nvPr/>
        </p:nvSpPr>
        <p:spPr>
          <a:xfrm>
            <a:off x="683318" y="2167128"/>
            <a:ext cx="923152" cy="274320"/>
          </a:xfrm>
          <a:prstGeom prst="rightArrow">
            <a:avLst/>
          </a:prstGeom>
          <a:solidFill>
            <a:srgbClr val="6E4A9E"/>
          </a:solidFill>
          <a:ln w="12700">
            <a:solidFill>
              <a:srgbClr val="FFFFFF">
                <a:alpha val="0"/>
              </a:srgbClr>
            </a:solidFill>
            <a:prstDash val="solid"/>
          </a:ln>
        </p:spPr>
      </p:sp>
      <p:sp>
        <p:nvSpPr>
          <p:cNvPr id="9" name="Text 6"/>
          <p:cNvSpPr txBox="1"/>
          <p:nvPr/>
        </p:nvSpPr>
        <p:spPr>
          <a:xfrm>
            <a:off x="548640" y="3026664"/>
            <a:ext cx="1466959" cy="384048"/>
          </a:xfrm>
          <a:prstGeom prst="rect">
            <a:avLst/>
          </a:prstGeom>
          <a:noFill/>
          <a:ln/>
        </p:spPr>
        <p:txBody>
          <a:bodyPr wrap="square" lIns="0" tIns="0" rIns="0" bIns="0" rtlCol="0" anchor="ctr"/>
          <a:lstStyle/>
          <a:p>
            <a:pPr algn="ctr" indent="0" marL="0">
              <a:buNone/>
            </a:pPr>
            <a:r>
              <a:rPr lang="en-US" sz="2400" b="1" dirty="0">
                <a:solidFill>
                  <a:srgbClr val="6E4A9E"/>
                </a:solidFill>
                <a:latin typeface="+mj-lt" pitchFamily="34" charset="0"/>
                <a:ea typeface="+mj-lt" pitchFamily="34" charset="-122"/>
                <a:cs typeface="+mj-lt" pitchFamily="34" charset="-120"/>
              </a:rPr>
              <a:t>in</a:t>
            </a:r>
            <a:endParaRPr lang="en-US" sz="2400" dirty="0"/>
          </a:p>
        </p:txBody>
      </p:sp>
      <p:sp>
        <p:nvSpPr>
          <p:cNvPr id="10" name="Shape 7"/>
          <p:cNvSpPr/>
          <p:nvPr/>
        </p:nvSpPr>
        <p:spPr>
          <a:xfrm>
            <a:off x="2152759" y="1508760"/>
            <a:ext cx="1466959" cy="2194560"/>
          </a:xfrm>
          <a:prstGeom prst="roundRect">
            <a:avLst>
              <a:gd name="adj" fmla="val 6233"/>
            </a:avLst>
          </a:prstGeom>
          <a:solidFill>
            <a:srgbClr val="FFFFFF"/>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11" name="Shape 8"/>
          <p:cNvSpPr/>
          <p:nvPr/>
        </p:nvSpPr>
        <p:spPr>
          <a:xfrm>
            <a:off x="2337337" y="1810512"/>
            <a:ext cx="523951" cy="987552"/>
          </a:xfrm>
          <a:prstGeom prst="rect">
            <a:avLst/>
          </a:prstGeom>
          <a:solidFill>
            <a:srgbClr val="FFFFFF"/>
          </a:solidFill>
          <a:ln w="24257">
            <a:solidFill>
              <a:srgbClr val="17375E"/>
            </a:solidFill>
            <a:prstDash val="solid"/>
          </a:ln>
        </p:spPr>
      </p:sp>
      <p:sp>
        <p:nvSpPr>
          <p:cNvPr id="12" name="Shape 9"/>
          <p:cNvSpPr/>
          <p:nvPr/>
        </p:nvSpPr>
        <p:spPr>
          <a:xfrm>
            <a:off x="2823863" y="2112264"/>
            <a:ext cx="74850" cy="384048"/>
          </a:xfrm>
          <a:prstGeom prst="rect">
            <a:avLst/>
          </a:prstGeom>
          <a:solidFill>
            <a:srgbClr val="FFFFFF"/>
          </a:solidFill>
          <a:ln w="12700">
            <a:solidFill>
              <a:srgbClr val="FFFFFF">
                <a:alpha val="0"/>
              </a:srgbClr>
            </a:solidFill>
            <a:prstDash val="solid"/>
          </a:ln>
        </p:spPr>
      </p:sp>
      <p:sp>
        <p:nvSpPr>
          <p:cNvPr id="13" name="Shape 10"/>
          <p:cNvSpPr/>
          <p:nvPr/>
        </p:nvSpPr>
        <p:spPr>
          <a:xfrm>
            <a:off x="2561888" y="2167128"/>
            <a:ext cx="923152" cy="274320"/>
          </a:xfrm>
          <a:prstGeom prst="rightArrow">
            <a:avLst/>
          </a:prstGeom>
          <a:solidFill>
            <a:srgbClr val="D9700F"/>
          </a:solidFill>
          <a:ln w="12700">
            <a:solidFill>
              <a:srgbClr val="FFFFFF">
                <a:alpha val="0"/>
              </a:srgbClr>
            </a:solidFill>
            <a:prstDash val="solid"/>
          </a:ln>
        </p:spPr>
      </p:sp>
      <p:sp>
        <p:nvSpPr>
          <p:cNvPr id="14" name="Text 11"/>
          <p:cNvSpPr txBox="1"/>
          <p:nvPr/>
        </p:nvSpPr>
        <p:spPr>
          <a:xfrm>
            <a:off x="2152759" y="3026664"/>
            <a:ext cx="1466959" cy="384048"/>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uit</a:t>
            </a:r>
            <a:endParaRPr lang="en-US" sz="2400" dirty="0"/>
          </a:p>
        </p:txBody>
      </p:sp>
      <p:sp>
        <p:nvSpPr>
          <p:cNvPr id="15" name="Shape 12"/>
          <p:cNvSpPr/>
          <p:nvPr/>
        </p:nvSpPr>
        <p:spPr>
          <a:xfrm>
            <a:off x="3756878" y="1508760"/>
            <a:ext cx="1466959" cy="2194560"/>
          </a:xfrm>
          <a:prstGeom prst="roundRect">
            <a:avLst>
              <a:gd name="adj" fmla="val 6233"/>
            </a:avLst>
          </a:prstGeom>
          <a:solidFill>
            <a:srgbClr val="FFFFFF"/>
          </a:solidFill>
          <a:ln w="22225">
            <a:solidFill>
              <a:srgbClr val="2E7D4F"/>
            </a:solidFill>
            <a:prstDash val="solid"/>
          </a:ln>
          <a:effectLst>
            <a:outerShdw sx="100000" sy="100000" kx="0" ky="0" algn="bl" rotWithShape="0" blurRad="101600" dist="25400" dir="3600000">
              <a:srgbClr val="000000">
                <a:alpha val="16000"/>
              </a:srgbClr>
            </a:outerShdw>
          </a:effectLst>
        </p:spPr>
      </p:sp>
      <p:sp>
        <p:nvSpPr>
          <p:cNvPr id="16" name="Shape 13"/>
          <p:cNvSpPr/>
          <p:nvPr/>
        </p:nvSpPr>
        <p:spPr>
          <a:xfrm>
            <a:off x="4041256" y="2825496"/>
            <a:ext cx="898202" cy="82296"/>
          </a:xfrm>
          <a:prstGeom prst="rect">
            <a:avLst/>
          </a:prstGeom>
          <a:solidFill>
            <a:srgbClr val="8A96A8"/>
          </a:solidFill>
          <a:ln w="12700">
            <a:solidFill>
              <a:srgbClr val="FFFFFF">
                <a:alpha val="0"/>
              </a:srgbClr>
            </a:solidFill>
            <a:prstDash val="solid"/>
          </a:ln>
        </p:spPr>
      </p:sp>
      <p:sp>
        <p:nvSpPr>
          <p:cNvPr id="17" name="Shape 14"/>
          <p:cNvSpPr/>
          <p:nvPr/>
        </p:nvSpPr>
        <p:spPr>
          <a:xfrm>
            <a:off x="4353132" y="1673352"/>
            <a:ext cx="274451" cy="1124712"/>
          </a:xfrm>
          <a:prstGeom prst="upArrow">
            <a:avLst/>
          </a:prstGeom>
          <a:solidFill>
            <a:srgbClr val="2E7D4F"/>
          </a:solidFill>
          <a:ln w="12700">
            <a:solidFill>
              <a:srgbClr val="FFFFFF">
                <a:alpha val="0"/>
              </a:srgbClr>
            </a:solidFill>
            <a:prstDash val="solid"/>
          </a:ln>
        </p:spPr>
      </p:sp>
      <p:sp>
        <p:nvSpPr>
          <p:cNvPr id="18" name="Text 15"/>
          <p:cNvSpPr txBox="1"/>
          <p:nvPr/>
        </p:nvSpPr>
        <p:spPr>
          <a:xfrm>
            <a:off x="3756878" y="3026664"/>
            <a:ext cx="1466959" cy="384048"/>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op</a:t>
            </a:r>
            <a:endParaRPr lang="en-US" sz="2400" dirty="0"/>
          </a:p>
        </p:txBody>
      </p:sp>
      <p:sp>
        <p:nvSpPr>
          <p:cNvPr id="19" name="Shape 16"/>
          <p:cNvSpPr/>
          <p:nvPr/>
        </p:nvSpPr>
        <p:spPr>
          <a:xfrm>
            <a:off x="5360997" y="1508760"/>
            <a:ext cx="1466959" cy="2194560"/>
          </a:xfrm>
          <a:prstGeom prst="roundRect">
            <a:avLst>
              <a:gd name="adj" fmla="val 6233"/>
            </a:avLst>
          </a:prstGeom>
          <a:solidFill>
            <a:srgbClr val="FFFFFF"/>
          </a:solidFill>
          <a:ln w="22225">
            <a:solidFill>
              <a:srgbClr val="B83227"/>
            </a:solidFill>
            <a:prstDash val="solid"/>
          </a:ln>
          <a:effectLst>
            <a:outerShdw sx="100000" sy="100000" kx="0" ky="0" algn="bl" rotWithShape="0" blurRad="101600" dist="25400" dir="3600000">
              <a:srgbClr val="000000">
                <a:alpha val="16000"/>
              </a:srgbClr>
            </a:outerShdw>
          </a:effectLst>
        </p:spPr>
      </p:sp>
      <p:sp>
        <p:nvSpPr>
          <p:cNvPr id="20" name="Shape 17"/>
          <p:cNvSpPr/>
          <p:nvPr/>
        </p:nvSpPr>
        <p:spPr>
          <a:xfrm>
            <a:off x="5520625" y="2112264"/>
            <a:ext cx="523951" cy="96012"/>
          </a:xfrm>
          <a:prstGeom prst="rect">
            <a:avLst/>
          </a:prstGeom>
          <a:solidFill>
            <a:srgbClr val="8A96A8"/>
          </a:solidFill>
          <a:ln w="12700">
            <a:solidFill>
              <a:srgbClr val="FFFFFF">
                <a:alpha val="0"/>
              </a:srgbClr>
            </a:solidFill>
            <a:prstDash val="solid"/>
          </a:ln>
        </p:spPr>
      </p:sp>
      <p:sp>
        <p:nvSpPr>
          <p:cNvPr id="21" name="Shape 18"/>
          <p:cNvSpPr/>
          <p:nvPr/>
        </p:nvSpPr>
        <p:spPr>
          <a:xfrm>
            <a:off x="5645375" y="1728216"/>
            <a:ext cx="224551" cy="384048"/>
          </a:xfrm>
          <a:prstGeom prst="rect">
            <a:avLst/>
          </a:prstGeom>
          <a:solidFill>
            <a:srgbClr val="FFFFFF">
              <a:alpha val="0"/>
            </a:srgbClr>
          </a:solidFill>
          <a:ln w="16980">
            <a:solidFill>
              <a:srgbClr val="8A96A8"/>
            </a:solidFill>
            <a:prstDash val="dash"/>
          </a:ln>
        </p:spPr>
      </p:sp>
      <p:sp>
        <p:nvSpPr>
          <p:cNvPr id="22" name="Shape 19"/>
          <p:cNvSpPr/>
          <p:nvPr/>
        </p:nvSpPr>
        <p:spPr>
          <a:xfrm>
            <a:off x="5919826" y="2221992"/>
            <a:ext cx="474051" cy="493776"/>
          </a:xfrm>
          <a:prstGeom prst="line">
            <a:avLst/>
          </a:prstGeom>
          <a:noFill/>
          <a:ln w="69306">
            <a:solidFill>
              <a:srgbClr val="B83227"/>
            </a:solidFill>
            <a:prstDash val="solid"/>
            <a:tailEnd type="triangle"/>
          </a:ln>
        </p:spPr>
      </p:sp>
      <p:sp>
        <p:nvSpPr>
          <p:cNvPr id="23" name="Shape 20"/>
          <p:cNvSpPr/>
          <p:nvPr/>
        </p:nvSpPr>
        <p:spPr>
          <a:xfrm>
            <a:off x="6418827" y="2578608"/>
            <a:ext cx="224551" cy="356616"/>
          </a:xfrm>
          <a:prstGeom prst="rect">
            <a:avLst/>
          </a:prstGeom>
          <a:solidFill>
            <a:srgbClr val="B83227"/>
          </a:solidFill>
          <a:ln w="12700">
            <a:solidFill>
              <a:srgbClr val="FFFFFF">
                <a:alpha val="0"/>
              </a:srgbClr>
            </a:solidFill>
            <a:prstDash val="solid"/>
          </a:ln>
        </p:spPr>
      </p:sp>
      <p:sp>
        <p:nvSpPr>
          <p:cNvPr id="24" name="Text 21"/>
          <p:cNvSpPr txBox="1"/>
          <p:nvPr/>
        </p:nvSpPr>
        <p:spPr>
          <a:xfrm>
            <a:off x="5360997" y="3026664"/>
            <a:ext cx="1466959" cy="384048"/>
          </a:xfrm>
          <a:prstGeom prst="rect">
            <a:avLst/>
          </a:prstGeom>
          <a:noFill/>
          <a:ln/>
        </p:spPr>
        <p:txBody>
          <a:bodyPr wrap="square" lIns="0" tIns="0" rIns="0" bIns="0" rtlCol="0" anchor="ctr"/>
          <a:lstStyle/>
          <a:p>
            <a:pPr algn="ctr" indent="0" marL="0">
              <a:buNone/>
            </a:pPr>
            <a:r>
              <a:rPr lang="en-US" sz="2400" b="1" dirty="0">
                <a:solidFill>
                  <a:schemeClr val="accent6"/>
                </a:solidFill>
                <a:latin typeface="+mj-lt" pitchFamily="34" charset="0"/>
                <a:ea typeface="+mj-lt" pitchFamily="34" charset="-122"/>
                <a:cs typeface="+mj-lt" pitchFamily="34" charset="-120"/>
              </a:rPr>
              <a:t>af</a:t>
            </a:r>
            <a:endParaRPr lang="en-US" sz="2400" dirty="0"/>
          </a:p>
        </p:txBody>
      </p:sp>
      <p:sp>
        <p:nvSpPr>
          <p:cNvPr id="25" name="Shape 22"/>
          <p:cNvSpPr/>
          <p:nvPr/>
        </p:nvSpPr>
        <p:spPr>
          <a:xfrm>
            <a:off x="6965115" y="1508760"/>
            <a:ext cx="1466959" cy="2194560"/>
          </a:xfrm>
          <a:prstGeom prst="roundRect">
            <a:avLst>
              <a:gd name="adj" fmla="val 6233"/>
            </a:avLst>
          </a:prstGeom>
          <a:solidFill>
            <a:srgbClr val="FFFFFF"/>
          </a:solidFill>
          <a:ln w="22225">
            <a:solidFill>
              <a:srgbClr val="2A6FB0"/>
            </a:solidFill>
            <a:prstDash val="solid"/>
          </a:ln>
          <a:effectLst>
            <a:outerShdw sx="100000" sy="100000" kx="0" ky="0" algn="bl" rotWithShape="0" blurRad="101600" dist="25400" dir="3600000">
              <a:srgbClr val="000000">
                <a:alpha val="16000"/>
              </a:srgbClr>
            </a:outerShdw>
          </a:effectLst>
        </p:spPr>
      </p:sp>
      <p:sp>
        <p:nvSpPr>
          <p:cNvPr id="26" name="Shape 23"/>
          <p:cNvSpPr/>
          <p:nvPr/>
        </p:nvSpPr>
        <p:spPr>
          <a:xfrm>
            <a:off x="7798395" y="1920240"/>
            <a:ext cx="374251" cy="768096"/>
          </a:xfrm>
          <a:prstGeom prst="irregularSeal1">
            <a:avLst/>
          </a:prstGeom>
          <a:solidFill>
            <a:srgbClr val="F4B400"/>
          </a:solidFill>
          <a:ln w="12700">
            <a:solidFill>
              <a:srgbClr val="FFFFFF">
                <a:alpha val="0"/>
              </a:srgbClr>
            </a:solidFill>
            <a:prstDash val="solid"/>
          </a:ln>
        </p:spPr>
      </p:sp>
      <p:sp>
        <p:nvSpPr>
          <p:cNvPr id="27" name="Shape 24"/>
          <p:cNvSpPr/>
          <p:nvPr/>
        </p:nvSpPr>
        <p:spPr>
          <a:xfrm>
            <a:off x="8047896" y="1700784"/>
            <a:ext cx="99800" cy="1207008"/>
          </a:xfrm>
          <a:prstGeom prst="rect">
            <a:avLst/>
          </a:prstGeom>
          <a:solidFill>
            <a:srgbClr val="8A96A8"/>
          </a:solidFill>
          <a:ln w="12700">
            <a:solidFill>
              <a:srgbClr val="FFFFFF">
                <a:alpha val="0"/>
              </a:srgbClr>
            </a:solidFill>
            <a:prstDash val="solid"/>
          </a:ln>
        </p:spPr>
      </p:sp>
      <p:sp>
        <p:nvSpPr>
          <p:cNvPr id="28" name="Shape 25"/>
          <p:cNvSpPr/>
          <p:nvPr/>
        </p:nvSpPr>
        <p:spPr>
          <a:xfrm>
            <a:off x="7124744" y="2167128"/>
            <a:ext cx="923152" cy="274320"/>
          </a:xfrm>
          <a:prstGeom prst="rightArrow">
            <a:avLst/>
          </a:prstGeom>
          <a:solidFill>
            <a:srgbClr val="2A6FB0"/>
          </a:solidFill>
          <a:ln w="12700">
            <a:solidFill>
              <a:srgbClr val="FFFFFF">
                <a:alpha val="0"/>
              </a:srgbClr>
            </a:solidFill>
            <a:prstDash val="solid"/>
          </a:ln>
        </p:spPr>
      </p:sp>
      <p:sp>
        <p:nvSpPr>
          <p:cNvPr id="29" name="Text 26"/>
          <p:cNvSpPr txBox="1"/>
          <p:nvPr/>
        </p:nvSpPr>
        <p:spPr>
          <a:xfrm>
            <a:off x="6965115" y="3026664"/>
            <a:ext cx="1466959" cy="384048"/>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aan</a:t>
            </a:r>
            <a:endParaRPr lang="en-US" sz="2400" dirty="0"/>
          </a:p>
        </p:txBody>
      </p:sp>
      <p:sp>
        <p:nvSpPr>
          <p:cNvPr id="30" name="Shape 27"/>
          <p:cNvSpPr/>
          <p:nvPr/>
        </p:nvSpPr>
        <p:spPr>
          <a:xfrm>
            <a:off x="8569234" y="1508760"/>
            <a:ext cx="1466959" cy="2194560"/>
          </a:xfrm>
          <a:prstGeom prst="roundRect">
            <a:avLst>
              <a:gd name="adj" fmla="val 6233"/>
            </a:avLst>
          </a:prstGeom>
          <a:solidFill>
            <a:srgbClr val="FFFFFF"/>
          </a:solidFill>
          <a:ln w="22225">
            <a:solidFill>
              <a:srgbClr val="0E7C86"/>
            </a:solidFill>
            <a:prstDash val="solid"/>
          </a:ln>
          <a:effectLst>
            <a:outerShdw sx="100000" sy="100000" kx="0" ky="0" algn="bl" rotWithShape="0" blurRad="101600" dist="25400" dir="3600000">
              <a:srgbClr val="000000">
                <a:alpha val="16000"/>
              </a:srgbClr>
            </a:outerShdw>
          </a:effectLst>
        </p:spPr>
      </p:sp>
      <p:sp>
        <p:nvSpPr>
          <p:cNvPr id="31" name="Shape 28"/>
          <p:cNvSpPr/>
          <p:nvPr/>
        </p:nvSpPr>
        <p:spPr>
          <a:xfrm>
            <a:off x="9117091" y="1769364"/>
            <a:ext cx="1069848" cy="1069848"/>
          </a:xfrm>
          <a:prstGeom prst="ellipse">
            <a:avLst/>
          </a:prstGeom>
          <a:solidFill>
            <a:srgbClr val="FFFFFF"/>
          </a:solidFill>
          <a:ln w="24257">
            <a:solidFill>
              <a:srgbClr val="17375E"/>
            </a:solidFill>
            <a:prstDash val="solid"/>
          </a:ln>
        </p:spPr>
      </p:sp>
      <p:sp>
        <p:nvSpPr>
          <p:cNvPr id="32" name="Shape 29"/>
          <p:cNvSpPr/>
          <p:nvPr/>
        </p:nvSpPr>
        <p:spPr>
          <a:xfrm>
            <a:off x="9295399" y="1947672"/>
            <a:ext cx="713232" cy="713232"/>
          </a:xfrm>
          <a:prstGeom prst="ellipse">
            <a:avLst/>
          </a:prstGeom>
          <a:solidFill>
            <a:srgbClr val="0E7C86">
              <a:alpha val="25000"/>
            </a:srgbClr>
          </a:solidFill>
          <a:ln w="12700">
            <a:solidFill>
              <a:srgbClr val="FFFFFF">
                <a:alpha val="0"/>
              </a:srgbClr>
            </a:solidFill>
            <a:prstDash val="solid"/>
          </a:ln>
        </p:spPr>
      </p:sp>
      <p:sp>
        <p:nvSpPr>
          <p:cNvPr id="33" name="Shape 30"/>
          <p:cNvSpPr/>
          <p:nvPr/>
        </p:nvSpPr>
        <p:spPr>
          <a:xfrm>
            <a:off x="9501139" y="2153412"/>
            <a:ext cx="301752" cy="301752"/>
          </a:xfrm>
          <a:prstGeom prst="ellipse">
            <a:avLst/>
          </a:prstGeom>
          <a:solidFill>
            <a:srgbClr val="17375E"/>
          </a:solidFill>
          <a:ln w="12700">
            <a:solidFill>
              <a:srgbClr val="FFFFFF">
                <a:alpha val="0"/>
              </a:srgbClr>
            </a:solidFill>
            <a:prstDash val="solid"/>
          </a:ln>
        </p:spPr>
      </p:sp>
      <p:sp>
        <p:nvSpPr>
          <p:cNvPr id="34" name="Shape 31"/>
          <p:cNvSpPr/>
          <p:nvPr/>
        </p:nvSpPr>
        <p:spPr>
          <a:xfrm>
            <a:off x="8703912" y="2221992"/>
            <a:ext cx="923152" cy="164592"/>
          </a:xfrm>
          <a:prstGeom prst="rightArrow">
            <a:avLst/>
          </a:prstGeom>
          <a:solidFill>
            <a:srgbClr val="0E7C86"/>
          </a:solidFill>
          <a:ln w="12700">
            <a:solidFill>
              <a:srgbClr val="FFFFFF">
                <a:alpha val="0"/>
              </a:srgbClr>
            </a:solidFill>
            <a:prstDash val="solid"/>
          </a:ln>
        </p:spPr>
      </p:sp>
      <p:sp>
        <p:nvSpPr>
          <p:cNvPr id="35" name="Text 32"/>
          <p:cNvSpPr txBox="1"/>
          <p:nvPr/>
        </p:nvSpPr>
        <p:spPr>
          <a:xfrm>
            <a:off x="8569234" y="3026664"/>
            <a:ext cx="1466959" cy="384048"/>
          </a:xfrm>
          <a:prstGeom prst="rect">
            <a:avLst/>
          </a:prstGeom>
          <a:noFill/>
          <a:ln/>
        </p:spPr>
        <p:txBody>
          <a:bodyPr wrap="square" lIns="0" tIns="0" rIns="0" bIns="0" rtlCol="0" anchor="ctr"/>
          <a:lstStyle/>
          <a:p>
            <a:pPr algn="ctr" indent="0" marL="0">
              <a:buNone/>
            </a:pPr>
            <a:r>
              <a:rPr lang="en-US" sz="2400" b="1" dirty="0">
                <a:solidFill>
                  <a:srgbClr val="0E7C86"/>
                </a:solidFill>
                <a:latin typeface="+mj-lt" pitchFamily="34" charset="0"/>
                <a:ea typeface="+mj-lt" pitchFamily="34" charset="-122"/>
                <a:cs typeface="+mj-lt" pitchFamily="34" charset="-120"/>
              </a:rPr>
              <a:t>toe</a:t>
            </a:r>
            <a:endParaRPr lang="en-US" sz="2400" dirty="0"/>
          </a:p>
        </p:txBody>
      </p:sp>
      <p:sp>
        <p:nvSpPr>
          <p:cNvPr id="36" name="Shape 33"/>
          <p:cNvSpPr/>
          <p:nvPr/>
        </p:nvSpPr>
        <p:spPr>
          <a:xfrm>
            <a:off x="10173353" y="1508760"/>
            <a:ext cx="1466959" cy="2194560"/>
          </a:xfrm>
          <a:prstGeom prst="roundRect">
            <a:avLst>
              <a:gd name="adj" fmla="val 6233"/>
            </a:avLst>
          </a:prstGeom>
          <a:solidFill>
            <a:srgbClr val="FFFFFF"/>
          </a:solidFill>
          <a:ln w="22225">
            <a:solidFill>
              <a:srgbClr val="B4236A"/>
            </a:solidFill>
            <a:prstDash val="solid"/>
          </a:ln>
          <a:effectLst>
            <a:outerShdw sx="100000" sy="100000" kx="0" ky="0" algn="bl" rotWithShape="0" blurRad="101600" dist="25400" dir="3600000">
              <a:srgbClr val="000000">
                <a:alpha val="16000"/>
              </a:srgbClr>
            </a:outerShdw>
          </a:effectLst>
        </p:spPr>
      </p:sp>
      <p:sp>
        <p:nvSpPr>
          <p:cNvPr id="37" name="Shape 34"/>
          <p:cNvSpPr/>
          <p:nvPr/>
        </p:nvSpPr>
        <p:spPr>
          <a:xfrm>
            <a:off x="10407831" y="2496312"/>
            <a:ext cx="349301" cy="384048"/>
          </a:xfrm>
          <a:prstGeom prst="rect">
            <a:avLst/>
          </a:prstGeom>
          <a:solidFill>
            <a:srgbClr val="D5DCE6"/>
          </a:solidFill>
          <a:ln w="24257">
            <a:solidFill>
              <a:srgbClr val="8A96A8"/>
            </a:solidFill>
            <a:prstDash val="solid"/>
          </a:ln>
        </p:spPr>
      </p:sp>
      <p:sp>
        <p:nvSpPr>
          <p:cNvPr id="38" name="Shape 35"/>
          <p:cNvSpPr/>
          <p:nvPr/>
        </p:nvSpPr>
        <p:spPr>
          <a:xfrm>
            <a:off x="10782082" y="2496312"/>
            <a:ext cx="349301" cy="384048"/>
          </a:xfrm>
          <a:prstGeom prst="rect">
            <a:avLst/>
          </a:prstGeom>
          <a:solidFill>
            <a:srgbClr val="D5DCE6"/>
          </a:solidFill>
          <a:ln w="24257">
            <a:solidFill>
              <a:srgbClr val="8A96A8"/>
            </a:solidFill>
            <a:prstDash val="solid"/>
          </a:ln>
        </p:spPr>
      </p:sp>
      <p:sp>
        <p:nvSpPr>
          <p:cNvPr id="39" name="Shape 36"/>
          <p:cNvSpPr/>
          <p:nvPr/>
        </p:nvSpPr>
        <p:spPr>
          <a:xfrm>
            <a:off x="10594957" y="2084832"/>
            <a:ext cx="349301" cy="384048"/>
          </a:xfrm>
          <a:prstGeom prst="rect">
            <a:avLst/>
          </a:prstGeom>
          <a:solidFill>
            <a:srgbClr val="FFFFFF">
              <a:alpha val="0"/>
            </a:srgbClr>
          </a:solidFill>
          <a:ln w="24257">
            <a:solidFill>
              <a:srgbClr val="B4236A"/>
            </a:solidFill>
            <a:prstDash val="dash"/>
          </a:ln>
        </p:spPr>
      </p:sp>
      <p:sp>
        <p:nvSpPr>
          <p:cNvPr id="40" name="Shape 37"/>
          <p:cNvSpPr/>
          <p:nvPr/>
        </p:nvSpPr>
        <p:spPr>
          <a:xfrm>
            <a:off x="10594957" y="1645920"/>
            <a:ext cx="349301" cy="384048"/>
          </a:xfrm>
          <a:prstGeom prst="rect">
            <a:avLst/>
          </a:prstGeom>
          <a:solidFill>
            <a:srgbClr val="B4236A"/>
          </a:solidFill>
          <a:ln w="12700">
            <a:solidFill>
              <a:srgbClr val="FFFFFF">
                <a:alpha val="0"/>
              </a:srgbClr>
            </a:solidFill>
            <a:prstDash val="solid"/>
          </a:ln>
        </p:spPr>
      </p:sp>
      <p:sp>
        <p:nvSpPr>
          <p:cNvPr id="41" name="Shape 38"/>
          <p:cNvSpPr/>
          <p:nvPr/>
        </p:nvSpPr>
        <p:spPr>
          <a:xfrm>
            <a:off x="11106433" y="1673352"/>
            <a:ext cx="349301" cy="713232"/>
          </a:xfrm>
          <a:prstGeom prst="mathPlus">
            <a:avLst/>
          </a:prstGeom>
          <a:solidFill>
            <a:srgbClr val="B4236A"/>
          </a:solidFill>
          <a:ln w="12700">
            <a:solidFill>
              <a:srgbClr val="FFFFFF">
                <a:alpha val="0"/>
              </a:srgbClr>
            </a:solidFill>
            <a:prstDash val="solid"/>
          </a:ln>
        </p:spPr>
      </p:sp>
      <p:sp>
        <p:nvSpPr>
          <p:cNvPr id="42" name="Text 39"/>
          <p:cNvSpPr txBox="1"/>
          <p:nvPr/>
        </p:nvSpPr>
        <p:spPr>
          <a:xfrm>
            <a:off x="10173353" y="3026664"/>
            <a:ext cx="1466959" cy="384048"/>
          </a:xfrm>
          <a:prstGeom prst="rect">
            <a:avLst/>
          </a:prstGeom>
          <a:noFill/>
          <a:ln/>
        </p:spPr>
        <p:txBody>
          <a:bodyPr wrap="square" lIns="0" tIns="0" rIns="0" bIns="0" rtlCol="0" anchor="ctr"/>
          <a:lstStyle/>
          <a:p>
            <a:pPr algn="ctr" indent="0" marL="0">
              <a:buNone/>
            </a:pPr>
            <a:r>
              <a:rPr lang="en-US" sz="2400" b="1" dirty="0">
                <a:solidFill>
                  <a:schemeClr val="accent4"/>
                </a:solidFill>
                <a:latin typeface="+mj-lt" pitchFamily="34" charset="0"/>
                <a:ea typeface="+mj-lt" pitchFamily="34" charset="-122"/>
                <a:cs typeface="+mj-lt" pitchFamily="34" charset="-120"/>
              </a:rPr>
              <a:t>bij</a:t>
            </a:r>
            <a:endParaRPr lang="en-US" sz="2400" dirty="0"/>
          </a:p>
        </p:txBody>
      </p:sp>
      <p:sp>
        <p:nvSpPr>
          <p:cNvPr id="43" name="Shape 40"/>
          <p:cNvSpPr/>
          <p:nvPr/>
        </p:nvSpPr>
        <p:spPr>
          <a:xfrm>
            <a:off x="548640" y="3886200"/>
            <a:ext cx="1466959" cy="2194560"/>
          </a:xfrm>
          <a:prstGeom prst="roundRect">
            <a:avLst>
              <a:gd name="adj" fmla="val 6233"/>
            </a:avLst>
          </a:prstGeom>
          <a:solidFill>
            <a:srgbClr val="FFFFFF"/>
          </a:solidFill>
          <a:ln w="22225">
            <a:solidFill>
              <a:srgbClr val="7C9A1E"/>
            </a:solidFill>
            <a:prstDash val="solid"/>
          </a:ln>
          <a:effectLst>
            <a:outerShdw sx="100000" sy="100000" kx="0" ky="0" algn="bl" rotWithShape="0" blurRad="101600" dist="25400" dir="3600000">
              <a:srgbClr val="000000">
                <a:alpha val="16000"/>
              </a:srgbClr>
            </a:outerShdw>
          </a:effectLst>
        </p:spPr>
      </p:sp>
      <p:sp>
        <p:nvSpPr>
          <p:cNvPr id="44" name="Shape 41"/>
          <p:cNvSpPr/>
          <p:nvPr/>
        </p:nvSpPr>
        <p:spPr>
          <a:xfrm>
            <a:off x="708268" y="4215384"/>
            <a:ext cx="1122753" cy="356616"/>
          </a:xfrm>
          <a:prstGeom prst="rightArrow">
            <a:avLst/>
          </a:prstGeom>
          <a:solidFill>
            <a:srgbClr val="8A96A8"/>
          </a:solidFill>
          <a:ln w="12700">
            <a:solidFill>
              <a:srgbClr val="FFFFFF">
                <a:alpha val="0"/>
              </a:srgbClr>
            </a:solidFill>
            <a:prstDash val="solid"/>
          </a:ln>
        </p:spPr>
      </p:sp>
      <p:sp>
        <p:nvSpPr>
          <p:cNvPr id="45" name="Shape 42"/>
          <p:cNvSpPr/>
          <p:nvPr/>
        </p:nvSpPr>
        <p:spPr>
          <a:xfrm>
            <a:off x="708268" y="4791456"/>
            <a:ext cx="1122753" cy="356616"/>
          </a:xfrm>
          <a:prstGeom prst="rightArrow">
            <a:avLst/>
          </a:prstGeom>
          <a:solidFill>
            <a:srgbClr val="7C9A1E"/>
          </a:solidFill>
          <a:ln w="12700">
            <a:solidFill>
              <a:srgbClr val="FFFFFF">
                <a:alpha val="0"/>
              </a:srgbClr>
            </a:solidFill>
            <a:prstDash val="solid"/>
          </a:ln>
        </p:spPr>
      </p:sp>
      <p:sp>
        <p:nvSpPr>
          <p:cNvPr id="46" name="Text 43"/>
          <p:cNvSpPr txBox="1"/>
          <p:nvPr/>
        </p:nvSpPr>
        <p:spPr>
          <a:xfrm>
            <a:off x="548640" y="5404104"/>
            <a:ext cx="1466959" cy="384048"/>
          </a:xfrm>
          <a:prstGeom prst="rect">
            <a:avLst/>
          </a:prstGeom>
          <a:noFill/>
          <a:ln/>
        </p:spPr>
        <p:txBody>
          <a:bodyPr wrap="square" lIns="0" tIns="0" rIns="0" bIns="0" rtlCol="0" anchor="ctr"/>
          <a:lstStyle/>
          <a:p>
            <a:pPr algn="ctr" indent="0" marL="0">
              <a:buNone/>
            </a:pPr>
            <a:r>
              <a:rPr lang="en-US" sz="2400" b="1" dirty="0">
                <a:solidFill>
                  <a:srgbClr val="7C9A1E"/>
                </a:solidFill>
                <a:latin typeface="+mj-lt" pitchFamily="34" charset="0"/>
                <a:ea typeface="+mj-lt" pitchFamily="34" charset="-122"/>
                <a:cs typeface="+mj-lt" pitchFamily="34" charset="-120"/>
              </a:rPr>
              <a:t>mee</a:t>
            </a:r>
            <a:endParaRPr lang="en-US" sz="2400" dirty="0"/>
          </a:p>
        </p:txBody>
      </p:sp>
      <p:sp>
        <p:nvSpPr>
          <p:cNvPr id="47" name="Shape 44"/>
          <p:cNvSpPr/>
          <p:nvPr/>
        </p:nvSpPr>
        <p:spPr>
          <a:xfrm>
            <a:off x="2152759" y="3886200"/>
            <a:ext cx="1466959" cy="2194560"/>
          </a:xfrm>
          <a:prstGeom prst="roundRect">
            <a:avLst>
              <a:gd name="adj" fmla="val 6233"/>
            </a:avLst>
          </a:prstGeom>
          <a:solidFill>
            <a:srgbClr val="FFFFFF"/>
          </a:solidFill>
          <a:ln w="22225">
            <a:solidFill>
              <a:srgbClr val="8B1E3F"/>
            </a:solidFill>
            <a:prstDash val="solid"/>
          </a:ln>
          <a:effectLst>
            <a:outerShdw sx="100000" sy="100000" kx="0" ky="0" algn="bl" rotWithShape="0" blurRad="101600" dist="25400" dir="3600000">
              <a:srgbClr val="000000">
                <a:alpha val="16000"/>
              </a:srgbClr>
            </a:outerShdw>
          </a:effectLst>
        </p:spPr>
      </p:sp>
      <p:sp>
        <p:nvSpPr>
          <p:cNvPr id="48" name="Shape 45"/>
          <p:cNvSpPr/>
          <p:nvPr/>
        </p:nvSpPr>
        <p:spPr>
          <a:xfrm>
            <a:off x="2711588" y="4215384"/>
            <a:ext cx="349301" cy="932688"/>
          </a:xfrm>
          <a:prstGeom prst="irregularSeal1">
            <a:avLst/>
          </a:prstGeom>
          <a:solidFill>
            <a:srgbClr val="F4B400"/>
          </a:solidFill>
          <a:ln w="12700">
            <a:solidFill>
              <a:srgbClr val="FFFFFF">
                <a:alpha val="0"/>
              </a:srgbClr>
            </a:solidFill>
            <a:prstDash val="solid"/>
          </a:ln>
        </p:spPr>
      </p:sp>
      <p:sp>
        <p:nvSpPr>
          <p:cNvPr id="49" name="Shape 46"/>
          <p:cNvSpPr/>
          <p:nvPr/>
        </p:nvSpPr>
        <p:spPr>
          <a:xfrm>
            <a:off x="2287437" y="4503420"/>
            <a:ext cx="573851" cy="356616"/>
          </a:xfrm>
          <a:prstGeom prst="rightArrow">
            <a:avLst/>
          </a:prstGeom>
          <a:solidFill>
            <a:srgbClr val="8B1E3F"/>
          </a:solidFill>
          <a:ln w="12700">
            <a:solidFill>
              <a:srgbClr val="FFFFFF">
                <a:alpha val="0"/>
              </a:srgbClr>
            </a:solidFill>
            <a:prstDash val="solid"/>
          </a:ln>
        </p:spPr>
      </p:sp>
      <p:sp>
        <p:nvSpPr>
          <p:cNvPr id="50" name="Shape 47"/>
          <p:cNvSpPr/>
          <p:nvPr/>
        </p:nvSpPr>
        <p:spPr>
          <a:xfrm>
            <a:off x="2911188" y="4503420"/>
            <a:ext cx="573851" cy="356616"/>
          </a:xfrm>
          <a:prstGeom prst="leftArrow">
            <a:avLst/>
          </a:prstGeom>
          <a:solidFill>
            <a:srgbClr val="8A96A8"/>
          </a:solidFill>
          <a:ln w="12700">
            <a:solidFill>
              <a:srgbClr val="FFFFFF">
                <a:alpha val="0"/>
              </a:srgbClr>
            </a:solidFill>
            <a:prstDash val="solid"/>
          </a:ln>
        </p:spPr>
      </p:sp>
      <p:sp>
        <p:nvSpPr>
          <p:cNvPr id="51" name="Text 48"/>
          <p:cNvSpPr txBox="1"/>
          <p:nvPr/>
        </p:nvSpPr>
        <p:spPr>
          <a:xfrm>
            <a:off x="2152759" y="5404104"/>
            <a:ext cx="1466959" cy="384048"/>
          </a:xfrm>
          <a:prstGeom prst="rect">
            <a:avLst/>
          </a:prstGeom>
          <a:noFill/>
          <a:ln/>
        </p:spPr>
        <p:txBody>
          <a:bodyPr wrap="square" lIns="0" tIns="0" rIns="0" bIns="0" rtlCol="0" anchor="ctr"/>
          <a:lstStyle/>
          <a:p>
            <a:pPr algn="ctr" indent="0" marL="0">
              <a:buNone/>
            </a:pPr>
            <a:r>
              <a:rPr lang="en-US" sz="2400" b="1" dirty="0">
                <a:solidFill>
                  <a:srgbClr val="8B1E3F"/>
                </a:solidFill>
                <a:latin typeface="+mj-lt" pitchFamily="34" charset="0"/>
                <a:ea typeface="+mj-lt" pitchFamily="34" charset="-122"/>
                <a:cs typeface="+mj-lt" pitchFamily="34" charset="-120"/>
              </a:rPr>
              <a:t>tegen</a:t>
            </a:r>
            <a:endParaRPr lang="en-US" sz="2400" dirty="0"/>
          </a:p>
        </p:txBody>
      </p:sp>
      <p:sp>
        <p:nvSpPr>
          <p:cNvPr id="52" name="Shape 49"/>
          <p:cNvSpPr/>
          <p:nvPr/>
        </p:nvSpPr>
        <p:spPr>
          <a:xfrm>
            <a:off x="3756878" y="3886200"/>
            <a:ext cx="1466959" cy="2194560"/>
          </a:xfrm>
          <a:prstGeom prst="roundRect">
            <a:avLst>
              <a:gd name="adj" fmla="val 6233"/>
            </a:avLst>
          </a:prstGeom>
          <a:solidFill>
            <a:srgbClr val="FFFFFF"/>
          </a:solidFill>
          <a:ln w="22225">
            <a:solidFill>
              <a:srgbClr val="7A5230"/>
            </a:solidFill>
            <a:prstDash val="solid"/>
          </a:ln>
          <a:effectLst>
            <a:outerShdw sx="100000" sy="100000" kx="0" ky="0" algn="bl" rotWithShape="0" blurRad="101600" dist="25400" dir="3600000">
              <a:srgbClr val="000000">
                <a:alpha val="16000"/>
              </a:srgbClr>
            </a:outerShdw>
          </a:effectLst>
        </p:spPr>
      </p:sp>
      <p:sp>
        <p:nvSpPr>
          <p:cNvPr id="53" name="Shape 50"/>
          <p:cNvSpPr/>
          <p:nvPr/>
        </p:nvSpPr>
        <p:spPr>
          <a:xfrm>
            <a:off x="4415507" y="4050792"/>
            <a:ext cx="149700" cy="1261872"/>
          </a:xfrm>
          <a:prstGeom prst="rect">
            <a:avLst/>
          </a:prstGeom>
          <a:solidFill>
            <a:srgbClr val="8A96A8"/>
          </a:solidFill>
          <a:ln w="12700">
            <a:solidFill>
              <a:srgbClr val="FFFFFF">
                <a:alpha val="0"/>
              </a:srgbClr>
            </a:solidFill>
            <a:prstDash val="solid"/>
          </a:ln>
        </p:spPr>
      </p:sp>
      <p:sp>
        <p:nvSpPr>
          <p:cNvPr id="54" name="Shape 51"/>
          <p:cNvSpPr/>
          <p:nvPr/>
        </p:nvSpPr>
        <p:spPr>
          <a:xfrm>
            <a:off x="4415507" y="4489704"/>
            <a:ext cx="149700" cy="384048"/>
          </a:xfrm>
          <a:prstGeom prst="rect">
            <a:avLst/>
          </a:prstGeom>
          <a:solidFill>
            <a:srgbClr val="17375E"/>
          </a:solidFill>
          <a:ln w="12700">
            <a:solidFill>
              <a:srgbClr val="FFFFFF">
                <a:alpha val="0"/>
              </a:srgbClr>
            </a:solidFill>
            <a:prstDash val="solid"/>
          </a:ln>
        </p:spPr>
      </p:sp>
      <p:sp>
        <p:nvSpPr>
          <p:cNvPr id="55" name="Shape 52"/>
          <p:cNvSpPr/>
          <p:nvPr/>
        </p:nvSpPr>
        <p:spPr>
          <a:xfrm>
            <a:off x="3891556" y="4544568"/>
            <a:ext cx="1197603" cy="274320"/>
          </a:xfrm>
          <a:prstGeom prst="rightArrow">
            <a:avLst/>
          </a:prstGeom>
          <a:solidFill>
            <a:srgbClr val="7A5230"/>
          </a:solidFill>
          <a:ln w="12700">
            <a:solidFill>
              <a:srgbClr val="FFFFFF">
                <a:alpha val="0"/>
              </a:srgbClr>
            </a:solidFill>
            <a:prstDash val="solid"/>
          </a:ln>
        </p:spPr>
      </p:sp>
      <p:sp>
        <p:nvSpPr>
          <p:cNvPr id="56" name="Text 53"/>
          <p:cNvSpPr txBox="1"/>
          <p:nvPr/>
        </p:nvSpPr>
        <p:spPr>
          <a:xfrm>
            <a:off x="3756878" y="5404104"/>
            <a:ext cx="1466959" cy="384048"/>
          </a:xfrm>
          <a:prstGeom prst="rect">
            <a:avLst/>
          </a:prstGeom>
          <a:noFill/>
          <a:ln/>
        </p:spPr>
        <p:txBody>
          <a:bodyPr wrap="square" lIns="0" tIns="0" rIns="0" bIns="0" rtlCol="0" anchor="ctr"/>
          <a:lstStyle/>
          <a:p>
            <a:pPr algn="ctr" indent="0" marL="0">
              <a:buNone/>
            </a:pPr>
            <a:r>
              <a:rPr lang="en-US" sz="2400" b="1" dirty="0">
                <a:solidFill>
                  <a:srgbClr val="7A5230"/>
                </a:solidFill>
                <a:latin typeface="+mj-lt" pitchFamily="34" charset="0"/>
                <a:ea typeface="+mj-lt" pitchFamily="34" charset="-122"/>
                <a:cs typeface="+mj-lt" pitchFamily="34" charset="-120"/>
              </a:rPr>
              <a:t>door</a:t>
            </a:r>
            <a:endParaRPr lang="en-US" sz="2400" dirty="0"/>
          </a:p>
        </p:txBody>
      </p:sp>
      <p:sp>
        <p:nvSpPr>
          <p:cNvPr id="57" name="Shape 54"/>
          <p:cNvSpPr/>
          <p:nvPr/>
        </p:nvSpPr>
        <p:spPr>
          <a:xfrm>
            <a:off x="5360997" y="3886200"/>
            <a:ext cx="1466959" cy="2194560"/>
          </a:xfrm>
          <a:prstGeom prst="roundRect">
            <a:avLst>
              <a:gd name="adj" fmla="val 6233"/>
            </a:avLst>
          </a:prstGeom>
          <a:solidFill>
            <a:srgbClr val="FFFFFF"/>
          </a:solidFill>
          <a:ln w="22225">
            <a:solidFill>
              <a:srgbClr val="4352C9"/>
            </a:solidFill>
            <a:prstDash val="solid"/>
          </a:ln>
          <a:effectLst>
            <a:outerShdw sx="100000" sy="100000" kx="0" ky="0" algn="bl" rotWithShape="0" blurRad="101600" dist="25400" dir="3600000">
              <a:srgbClr val="000000">
                <a:alpha val="16000"/>
              </a:srgbClr>
            </a:outerShdw>
          </a:effectLst>
        </p:spPr>
      </p:sp>
      <p:sp>
        <p:nvSpPr>
          <p:cNvPr id="58" name="Shape 55"/>
          <p:cNvSpPr/>
          <p:nvPr/>
        </p:nvSpPr>
        <p:spPr>
          <a:xfrm>
            <a:off x="5520625" y="5230368"/>
            <a:ext cx="1147703" cy="68580"/>
          </a:xfrm>
          <a:prstGeom prst="rect">
            <a:avLst/>
          </a:prstGeom>
          <a:solidFill>
            <a:srgbClr val="8A96A8"/>
          </a:solidFill>
          <a:ln w="12700">
            <a:solidFill>
              <a:srgbClr val="FFFFFF">
                <a:alpha val="0"/>
              </a:srgbClr>
            </a:solidFill>
            <a:prstDash val="solid"/>
          </a:ln>
        </p:spPr>
      </p:sp>
      <p:sp>
        <p:nvSpPr>
          <p:cNvPr id="59" name="Shape 56"/>
          <p:cNvSpPr/>
          <p:nvPr/>
        </p:nvSpPr>
        <p:spPr>
          <a:xfrm>
            <a:off x="6007151" y="4681728"/>
            <a:ext cx="174650" cy="548640"/>
          </a:xfrm>
          <a:prstGeom prst="rect">
            <a:avLst/>
          </a:prstGeom>
          <a:solidFill>
            <a:srgbClr val="8A96A8"/>
          </a:solidFill>
          <a:ln w="12700">
            <a:solidFill>
              <a:srgbClr val="FFFFFF">
                <a:alpha val="0"/>
              </a:srgbClr>
            </a:solidFill>
            <a:prstDash val="solid"/>
          </a:ln>
        </p:spPr>
      </p:sp>
      <p:sp>
        <p:nvSpPr>
          <p:cNvPr id="60" name="Shape 57"/>
          <p:cNvSpPr/>
          <p:nvPr/>
        </p:nvSpPr>
        <p:spPr>
          <a:xfrm>
            <a:off x="5545575" y="4078224"/>
            <a:ext cx="1097803" cy="850392"/>
          </a:xfrm>
          <a:prstGeom prst="curvedDownArrow">
            <a:avLst/>
          </a:prstGeom>
          <a:solidFill>
            <a:srgbClr val="4352C9"/>
          </a:solidFill>
          <a:ln w="12700">
            <a:solidFill>
              <a:srgbClr val="FFFFFF">
                <a:alpha val="0"/>
              </a:srgbClr>
            </a:solidFill>
            <a:prstDash val="solid"/>
          </a:ln>
        </p:spPr>
      </p:sp>
      <p:sp>
        <p:nvSpPr>
          <p:cNvPr id="61" name="Text 58"/>
          <p:cNvSpPr txBox="1"/>
          <p:nvPr/>
        </p:nvSpPr>
        <p:spPr>
          <a:xfrm>
            <a:off x="5360997" y="5404104"/>
            <a:ext cx="1466959" cy="384048"/>
          </a:xfrm>
          <a:prstGeom prst="rect">
            <a:avLst/>
          </a:prstGeom>
          <a:noFill/>
          <a:ln/>
        </p:spPr>
        <p:txBody>
          <a:bodyPr wrap="square" lIns="0" tIns="0" rIns="0" bIns="0" rtlCol="0" anchor="ctr"/>
          <a:lstStyle/>
          <a:p>
            <a:pPr algn="ctr" indent="0" marL="0">
              <a:buNone/>
            </a:pPr>
            <a:r>
              <a:rPr lang="en-US" sz="2400" b="1" dirty="0">
                <a:solidFill>
                  <a:srgbClr val="4352C9"/>
                </a:solidFill>
                <a:latin typeface="+mj-lt" pitchFamily="34" charset="0"/>
                <a:ea typeface="+mj-lt" pitchFamily="34" charset="-122"/>
                <a:cs typeface="+mj-lt" pitchFamily="34" charset="-120"/>
              </a:rPr>
              <a:t>over</a:t>
            </a:r>
            <a:endParaRPr lang="en-US" sz="2400" dirty="0"/>
          </a:p>
        </p:txBody>
      </p:sp>
      <p:sp>
        <p:nvSpPr>
          <p:cNvPr id="62" name="Shape 59"/>
          <p:cNvSpPr/>
          <p:nvPr/>
        </p:nvSpPr>
        <p:spPr>
          <a:xfrm>
            <a:off x="6965115" y="3886200"/>
            <a:ext cx="1466959" cy="2194560"/>
          </a:xfrm>
          <a:prstGeom prst="roundRect">
            <a:avLst>
              <a:gd name="adj" fmla="val 6233"/>
            </a:avLst>
          </a:prstGeom>
          <a:solidFill>
            <a:srgbClr val="FFFFFF"/>
          </a:solidFill>
          <a:ln w="22225">
            <a:solidFill>
              <a:srgbClr val="546E7A"/>
            </a:solidFill>
            <a:prstDash val="solid"/>
          </a:ln>
          <a:effectLst>
            <a:outerShdw sx="100000" sy="100000" kx="0" ky="0" algn="bl" rotWithShape="0" blurRad="101600" dist="25400" dir="3600000">
              <a:srgbClr val="000000">
                <a:alpha val="16000"/>
              </a:srgbClr>
            </a:outerShdw>
          </a:effectLst>
        </p:spPr>
      </p:sp>
      <p:sp>
        <p:nvSpPr>
          <p:cNvPr id="63" name="Shape 60"/>
          <p:cNvSpPr/>
          <p:nvPr/>
        </p:nvSpPr>
        <p:spPr>
          <a:xfrm>
            <a:off x="7053943" y="4037076"/>
            <a:ext cx="1289304" cy="1289304"/>
          </a:xfrm>
          <a:prstGeom prst="circularArrow">
            <a:avLst/>
          </a:prstGeom>
          <a:solidFill>
            <a:srgbClr val="546E7A"/>
          </a:solidFill>
          <a:ln w="12700">
            <a:solidFill>
              <a:srgbClr val="FFFFFF">
                <a:alpha val="0"/>
              </a:srgbClr>
            </a:solidFill>
            <a:prstDash val="solid"/>
          </a:ln>
        </p:spPr>
      </p:sp>
      <p:sp>
        <p:nvSpPr>
          <p:cNvPr id="64" name="Shape 61"/>
          <p:cNvSpPr/>
          <p:nvPr/>
        </p:nvSpPr>
        <p:spPr>
          <a:xfrm>
            <a:off x="7451707" y="4434840"/>
            <a:ext cx="493776" cy="493776"/>
          </a:xfrm>
          <a:prstGeom prst="ellipse">
            <a:avLst/>
          </a:prstGeom>
          <a:solidFill>
            <a:srgbClr val="8A96A8"/>
          </a:solidFill>
          <a:ln w="12700">
            <a:solidFill>
              <a:srgbClr val="FFFFFF">
                <a:alpha val="0"/>
              </a:srgbClr>
            </a:solidFill>
            <a:prstDash val="solid"/>
          </a:ln>
        </p:spPr>
      </p:sp>
      <p:sp>
        <p:nvSpPr>
          <p:cNvPr id="65" name="Text 62"/>
          <p:cNvSpPr txBox="1"/>
          <p:nvPr/>
        </p:nvSpPr>
        <p:spPr>
          <a:xfrm>
            <a:off x="6965115" y="5404104"/>
            <a:ext cx="1466959" cy="384048"/>
          </a:xfrm>
          <a:prstGeom prst="rect">
            <a:avLst/>
          </a:prstGeom>
          <a:noFill/>
          <a:ln/>
        </p:spPr>
        <p:txBody>
          <a:bodyPr wrap="square" lIns="0" tIns="0" rIns="0" bIns="0" rtlCol="0" anchor="ctr"/>
          <a:lstStyle/>
          <a:p>
            <a:pPr algn="ctr" indent="0" marL="0">
              <a:buNone/>
            </a:pPr>
            <a:r>
              <a:rPr lang="en-US" sz="2400" b="1" dirty="0">
                <a:solidFill>
                  <a:srgbClr val="546E7A"/>
                </a:solidFill>
                <a:latin typeface="+mj-lt" pitchFamily="34" charset="0"/>
                <a:ea typeface="+mj-lt" pitchFamily="34" charset="-122"/>
                <a:cs typeface="+mj-lt" pitchFamily="34" charset="-120"/>
              </a:rPr>
              <a:t>om</a:t>
            </a:r>
            <a:endParaRPr lang="en-US" sz="2400" dirty="0"/>
          </a:p>
        </p:txBody>
      </p:sp>
      <p:sp>
        <p:nvSpPr>
          <p:cNvPr id="66" name="Shape 63"/>
          <p:cNvSpPr/>
          <p:nvPr/>
        </p:nvSpPr>
        <p:spPr>
          <a:xfrm>
            <a:off x="8569234" y="3886200"/>
            <a:ext cx="1466959" cy="2194560"/>
          </a:xfrm>
          <a:prstGeom prst="roundRect">
            <a:avLst>
              <a:gd name="adj" fmla="val 6233"/>
            </a:avLst>
          </a:prstGeom>
          <a:solidFill>
            <a:srgbClr val="FFFFFF"/>
          </a:solidFill>
          <a:ln w="22225">
            <a:solidFill>
              <a:srgbClr val="B8860B"/>
            </a:solidFill>
            <a:prstDash val="solid"/>
          </a:ln>
          <a:effectLst>
            <a:outerShdw sx="100000" sy="100000" kx="0" ky="0" algn="bl" rotWithShape="0" blurRad="101600" dist="25400" dir="3600000">
              <a:srgbClr val="000000">
                <a:alpha val="16000"/>
              </a:srgbClr>
            </a:outerShdw>
          </a:effectLst>
        </p:spPr>
      </p:sp>
      <p:sp>
        <p:nvSpPr>
          <p:cNvPr id="67" name="Shape 64"/>
          <p:cNvSpPr/>
          <p:nvPr/>
        </p:nvSpPr>
        <p:spPr>
          <a:xfrm>
            <a:off x="8568059" y="4887468"/>
            <a:ext cx="521208" cy="342900"/>
          </a:xfrm>
          <a:prstGeom prst="roundRect">
            <a:avLst>
              <a:gd name="adj" fmla="val 40000"/>
            </a:avLst>
          </a:prstGeom>
          <a:solidFill>
            <a:srgbClr val="D5DCE6"/>
          </a:solidFill>
          <a:ln w="12700">
            <a:solidFill>
              <a:srgbClr val="FFFFFF">
                <a:alpha val="0"/>
              </a:srgbClr>
            </a:solidFill>
            <a:prstDash val="solid"/>
          </a:ln>
        </p:spPr>
      </p:sp>
      <p:sp>
        <p:nvSpPr>
          <p:cNvPr id="68" name="Shape 65"/>
          <p:cNvSpPr/>
          <p:nvPr/>
        </p:nvSpPr>
        <p:spPr>
          <a:xfrm>
            <a:off x="8684645" y="4572000"/>
            <a:ext cx="288036" cy="288036"/>
          </a:xfrm>
          <a:prstGeom prst="ellipse">
            <a:avLst/>
          </a:prstGeom>
          <a:solidFill>
            <a:srgbClr val="D5DCE6"/>
          </a:solidFill>
          <a:ln w="12700">
            <a:solidFill>
              <a:srgbClr val="FFFFFF">
                <a:alpha val="0"/>
              </a:srgbClr>
            </a:solidFill>
            <a:prstDash val="solid"/>
          </a:ln>
        </p:spPr>
      </p:sp>
      <p:sp>
        <p:nvSpPr>
          <p:cNvPr id="69" name="Shape 66"/>
          <p:cNvSpPr/>
          <p:nvPr/>
        </p:nvSpPr>
        <p:spPr>
          <a:xfrm>
            <a:off x="8755184" y="4887468"/>
            <a:ext cx="521208" cy="342900"/>
          </a:xfrm>
          <a:prstGeom prst="roundRect">
            <a:avLst>
              <a:gd name="adj" fmla="val 40000"/>
            </a:avLst>
          </a:prstGeom>
          <a:solidFill>
            <a:srgbClr val="D5DCE6"/>
          </a:solidFill>
          <a:ln w="12700">
            <a:solidFill>
              <a:srgbClr val="FFFFFF">
                <a:alpha val="0"/>
              </a:srgbClr>
            </a:solidFill>
            <a:prstDash val="solid"/>
          </a:ln>
        </p:spPr>
      </p:sp>
      <p:sp>
        <p:nvSpPr>
          <p:cNvPr id="70" name="Shape 67"/>
          <p:cNvSpPr/>
          <p:nvPr/>
        </p:nvSpPr>
        <p:spPr>
          <a:xfrm>
            <a:off x="8871770" y="4572000"/>
            <a:ext cx="288036" cy="288036"/>
          </a:xfrm>
          <a:prstGeom prst="ellipse">
            <a:avLst/>
          </a:prstGeom>
          <a:solidFill>
            <a:srgbClr val="D5DCE6"/>
          </a:solidFill>
          <a:ln w="12700">
            <a:solidFill>
              <a:srgbClr val="FFFFFF">
                <a:alpha val="0"/>
              </a:srgbClr>
            </a:solidFill>
            <a:prstDash val="solid"/>
          </a:ln>
        </p:spPr>
      </p:sp>
      <p:sp>
        <p:nvSpPr>
          <p:cNvPr id="71" name="Shape 68"/>
          <p:cNvSpPr/>
          <p:nvPr/>
        </p:nvSpPr>
        <p:spPr>
          <a:xfrm>
            <a:off x="8942309" y="4887468"/>
            <a:ext cx="521208" cy="342900"/>
          </a:xfrm>
          <a:prstGeom prst="roundRect">
            <a:avLst>
              <a:gd name="adj" fmla="val 40000"/>
            </a:avLst>
          </a:prstGeom>
          <a:solidFill>
            <a:srgbClr val="D5DCE6"/>
          </a:solidFill>
          <a:ln w="12700">
            <a:solidFill>
              <a:srgbClr val="FFFFFF">
                <a:alpha val="0"/>
              </a:srgbClr>
            </a:solidFill>
            <a:prstDash val="solid"/>
          </a:ln>
        </p:spPr>
      </p:sp>
      <p:sp>
        <p:nvSpPr>
          <p:cNvPr id="72" name="Shape 69"/>
          <p:cNvSpPr/>
          <p:nvPr/>
        </p:nvSpPr>
        <p:spPr>
          <a:xfrm>
            <a:off x="9058895" y="4572000"/>
            <a:ext cx="288036" cy="288036"/>
          </a:xfrm>
          <a:prstGeom prst="ellipse">
            <a:avLst/>
          </a:prstGeom>
          <a:solidFill>
            <a:srgbClr val="D5DCE6"/>
          </a:solidFill>
          <a:ln w="12700">
            <a:solidFill>
              <a:srgbClr val="FFFFFF">
                <a:alpha val="0"/>
              </a:srgbClr>
            </a:solidFill>
            <a:prstDash val="solid"/>
          </a:ln>
        </p:spPr>
      </p:sp>
      <p:sp>
        <p:nvSpPr>
          <p:cNvPr id="73" name="Shape 70"/>
          <p:cNvSpPr/>
          <p:nvPr/>
        </p:nvSpPr>
        <p:spPr>
          <a:xfrm>
            <a:off x="9179165" y="4805172"/>
            <a:ext cx="646298" cy="425196"/>
          </a:xfrm>
          <a:prstGeom prst="roundRect">
            <a:avLst>
              <a:gd name="adj" fmla="val 40000"/>
            </a:avLst>
          </a:prstGeom>
          <a:solidFill>
            <a:srgbClr val="B8860B"/>
          </a:solidFill>
          <a:ln w="12700">
            <a:solidFill>
              <a:srgbClr val="FFFFFF">
                <a:alpha val="0"/>
              </a:srgbClr>
            </a:solidFill>
            <a:prstDash val="solid"/>
          </a:ln>
        </p:spPr>
      </p:sp>
      <p:sp>
        <p:nvSpPr>
          <p:cNvPr id="74" name="Shape 71"/>
          <p:cNvSpPr/>
          <p:nvPr/>
        </p:nvSpPr>
        <p:spPr>
          <a:xfrm>
            <a:off x="9323732" y="4413992"/>
            <a:ext cx="357165" cy="357165"/>
          </a:xfrm>
          <a:prstGeom prst="ellipse">
            <a:avLst/>
          </a:prstGeom>
          <a:solidFill>
            <a:srgbClr val="B8860B"/>
          </a:solidFill>
          <a:ln w="12700">
            <a:solidFill>
              <a:srgbClr val="FFFFFF">
                <a:alpha val="0"/>
              </a:srgbClr>
            </a:solidFill>
            <a:prstDash val="solid"/>
          </a:ln>
        </p:spPr>
      </p:sp>
      <p:sp>
        <p:nvSpPr>
          <p:cNvPr id="75" name="Shape 72"/>
          <p:cNvSpPr/>
          <p:nvPr/>
        </p:nvSpPr>
        <p:spPr>
          <a:xfrm>
            <a:off x="9676965" y="4750308"/>
            <a:ext cx="224551" cy="274320"/>
          </a:xfrm>
          <a:prstGeom prst="rightArrow">
            <a:avLst/>
          </a:prstGeom>
          <a:solidFill>
            <a:srgbClr val="B8860B"/>
          </a:solidFill>
          <a:ln w="12700">
            <a:solidFill>
              <a:srgbClr val="FFFFFF">
                <a:alpha val="0"/>
              </a:srgbClr>
            </a:solidFill>
            <a:prstDash val="solid"/>
          </a:ln>
        </p:spPr>
      </p:sp>
      <p:sp>
        <p:nvSpPr>
          <p:cNvPr id="76" name="Text 73"/>
          <p:cNvSpPr txBox="1"/>
          <p:nvPr/>
        </p:nvSpPr>
        <p:spPr>
          <a:xfrm>
            <a:off x="8569234" y="5404104"/>
            <a:ext cx="1466959" cy="384048"/>
          </a:xfrm>
          <a:prstGeom prst="rect">
            <a:avLst/>
          </a:prstGeom>
          <a:noFill/>
          <a:ln/>
        </p:spPr>
        <p:txBody>
          <a:bodyPr wrap="square" lIns="0" tIns="0" rIns="0" bIns="0" rtlCol="0" anchor="ctr"/>
          <a:lstStyle/>
          <a:p>
            <a:pPr algn="ctr" indent="0" marL="0">
              <a:buNone/>
            </a:pPr>
            <a:r>
              <a:rPr lang="en-US" sz="2400" b="1" dirty="0">
                <a:solidFill>
                  <a:srgbClr val="B8860B"/>
                </a:solidFill>
                <a:latin typeface="+mj-lt" pitchFamily="34" charset="0"/>
                <a:ea typeface="+mj-lt" pitchFamily="34" charset="-122"/>
                <a:cs typeface="+mj-lt" pitchFamily="34" charset="-120"/>
              </a:rPr>
              <a:t>voor</a:t>
            </a:r>
            <a:endParaRPr lang="en-US" sz="2400" dirty="0"/>
          </a:p>
        </p:txBody>
      </p:sp>
      <p:sp>
        <p:nvSpPr>
          <p:cNvPr id="77" name="Shape 74"/>
          <p:cNvSpPr/>
          <p:nvPr/>
        </p:nvSpPr>
        <p:spPr>
          <a:xfrm>
            <a:off x="10173353" y="3886200"/>
            <a:ext cx="1466959" cy="2194560"/>
          </a:xfrm>
          <a:prstGeom prst="roundRect">
            <a:avLst>
              <a:gd name="adj" fmla="val 6233"/>
            </a:avLst>
          </a:prstGeom>
          <a:solidFill>
            <a:srgbClr val="FFFFFF"/>
          </a:solidFill>
          <a:ln w="22225">
            <a:solidFill>
              <a:srgbClr val="17375E"/>
            </a:solidFill>
            <a:prstDash val="solid"/>
          </a:ln>
          <a:effectLst>
            <a:outerShdw sx="100000" sy="100000" kx="0" ky="0" algn="bl" rotWithShape="0" blurRad="101600" dist="25400" dir="3600000">
              <a:srgbClr val="000000">
                <a:alpha val="16000"/>
              </a:srgbClr>
            </a:outerShdw>
          </a:effectLst>
        </p:spPr>
      </p:sp>
      <p:sp>
        <p:nvSpPr>
          <p:cNvPr id="78" name="Shape 75"/>
          <p:cNvSpPr/>
          <p:nvPr/>
        </p:nvSpPr>
        <p:spPr>
          <a:xfrm>
            <a:off x="10819769" y="4853178"/>
            <a:ext cx="573329" cy="377190"/>
          </a:xfrm>
          <a:prstGeom prst="roundRect">
            <a:avLst>
              <a:gd name="adj" fmla="val 40000"/>
            </a:avLst>
          </a:prstGeom>
          <a:solidFill>
            <a:srgbClr val="D5DCE6"/>
          </a:solidFill>
          <a:ln w="12700">
            <a:solidFill>
              <a:srgbClr val="FFFFFF">
                <a:alpha val="0"/>
              </a:srgbClr>
            </a:solidFill>
            <a:prstDash val="solid"/>
          </a:ln>
        </p:spPr>
      </p:sp>
      <p:sp>
        <p:nvSpPr>
          <p:cNvPr id="79" name="Shape 76"/>
          <p:cNvSpPr/>
          <p:nvPr/>
        </p:nvSpPr>
        <p:spPr>
          <a:xfrm>
            <a:off x="10948013" y="4506163"/>
            <a:ext cx="316840" cy="316840"/>
          </a:xfrm>
          <a:prstGeom prst="ellipse">
            <a:avLst/>
          </a:prstGeom>
          <a:solidFill>
            <a:srgbClr val="D5DCE6"/>
          </a:solidFill>
          <a:ln w="12700">
            <a:solidFill>
              <a:srgbClr val="FFFFFF">
                <a:alpha val="0"/>
              </a:srgbClr>
            </a:solidFill>
            <a:prstDash val="solid"/>
          </a:ln>
        </p:spPr>
      </p:sp>
      <p:sp>
        <p:nvSpPr>
          <p:cNvPr id="80" name="Shape 77"/>
          <p:cNvSpPr/>
          <p:nvPr/>
        </p:nvSpPr>
        <p:spPr>
          <a:xfrm>
            <a:off x="11281083" y="4750308"/>
            <a:ext cx="224551" cy="274320"/>
          </a:xfrm>
          <a:prstGeom prst="rightArrow">
            <a:avLst/>
          </a:prstGeom>
          <a:solidFill>
            <a:srgbClr val="8A96A8"/>
          </a:solidFill>
          <a:ln w="12700">
            <a:solidFill>
              <a:srgbClr val="FFFFFF">
                <a:alpha val="0"/>
              </a:srgbClr>
            </a:solidFill>
            <a:prstDash val="solid"/>
          </a:ln>
        </p:spPr>
      </p:sp>
      <p:sp>
        <p:nvSpPr>
          <p:cNvPr id="81" name="Shape 78"/>
          <p:cNvSpPr/>
          <p:nvPr/>
        </p:nvSpPr>
        <p:spPr>
          <a:xfrm>
            <a:off x="10370668" y="4853178"/>
            <a:ext cx="573329" cy="377190"/>
          </a:xfrm>
          <a:prstGeom prst="roundRect">
            <a:avLst>
              <a:gd name="adj" fmla="val 40000"/>
            </a:avLst>
          </a:prstGeom>
          <a:solidFill>
            <a:schemeClr val="tx2"/>
          </a:solidFill>
          <a:ln w="12700">
            <a:solidFill>
              <a:srgbClr val="FFFFFF">
                <a:alpha val="0"/>
              </a:srgbClr>
            </a:solidFill>
            <a:prstDash val="solid"/>
          </a:ln>
        </p:spPr>
      </p:sp>
      <p:sp>
        <p:nvSpPr>
          <p:cNvPr id="82" name="Shape 79"/>
          <p:cNvSpPr/>
          <p:nvPr/>
        </p:nvSpPr>
        <p:spPr>
          <a:xfrm>
            <a:off x="10498912" y="4506163"/>
            <a:ext cx="316840" cy="316840"/>
          </a:xfrm>
          <a:prstGeom prst="ellipse">
            <a:avLst/>
          </a:prstGeom>
          <a:solidFill>
            <a:schemeClr val="tx2"/>
          </a:solidFill>
          <a:ln w="12700">
            <a:solidFill>
              <a:srgbClr val="FFFFFF">
                <a:alpha val="0"/>
              </a:srgbClr>
            </a:solidFill>
            <a:prstDash val="solid"/>
          </a:ln>
        </p:spPr>
      </p:sp>
      <p:sp>
        <p:nvSpPr>
          <p:cNvPr id="83" name="Shape 80"/>
          <p:cNvSpPr/>
          <p:nvPr/>
        </p:nvSpPr>
        <p:spPr>
          <a:xfrm>
            <a:off x="10782082" y="4928616"/>
            <a:ext cx="174650" cy="914"/>
          </a:xfrm>
          <a:prstGeom prst="line">
            <a:avLst/>
          </a:prstGeom>
          <a:noFill/>
          <a:ln w="20792">
            <a:solidFill>
              <a:srgbClr val="17375E"/>
            </a:solidFill>
            <a:prstDash val="dash"/>
            <a:tailEnd type="triangle"/>
          </a:ln>
        </p:spPr>
      </p:sp>
      <p:sp>
        <p:nvSpPr>
          <p:cNvPr id="84" name="Text 81"/>
          <p:cNvSpPr txBox="1"/>
          <p:nvPr/>
        </p:nvSpPr>
        <p:spPr>
          <a:xfrm>
            <a:off x="10173353" y="5404104"/>
            <a:ext cx="1466959" cy="384048"/>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na</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Du concret au figuré : les trois étages</a:t>
            </a:r>
            <a:endParaRPr lang="en-US" sz="3000" dirty="0"/>
          </a:p>
        </p:txBody>
      </p:sp>
      <p:sp>
        <p:nvSpPr>
          <p:cNvPr id="3" name="tag"/>
          <p:cNvSpPr/>
          <p:nvPr/>
        </p:nvSpPr>
        <p:spPr>
          <a:xfrm>
            <a:off x="548640" y="237744"/>
            <a:ext cx="1230782"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MÉTHODE</a:t>
            </a:r>
            <a:endParaRPr lang="en-US" sz="1200" dirty="0"/>
          </a:p>
        </p:txBody>
      </p:sp>
      <p:sp>
        <p:nvSpPr>
          <p:cNvPr id="5" name="Shape 2"/>
          <p:cNvSpPr/>
          <p:nvPr/>
        </p:nvSpPr>
        <p:spPr>
          <a:xfrm>
            <a:off x="640080" y="5486400"/>
            <a:ext cx="3566160" cy="685800"/>
          </a:xfrm>
          <a:prstGeom prst="roundRect">
            <a:avLst>
              <a:gd name="adj" fmla="val 8000"/>
            </a:avLst>
          </a:prstGeom>
          <a:solidFill>
            <a:schemeClr val="accent2">
              <a:alpha val="20000"/>
            </a:schemeClr>
          </a:solidFill>
          <a:ln w="25400">
            <a:solidFill>
              <a:srgbClr val="2A6FB0"/>
            </a:solidFill>
            <a:prstDash val="solid"/>
          </a:ln>
        </p:spPr>
      </p:sp>
      <p:sp>
        <p:nvSpPr>
          <p:cNvPr id="6" name="Text 3"/>
          <p:cNvSpPr txBox="1"/>
          <p:nvPr/>
        </p:nvSpPr>
        <p:spPr>
          <a:xfrm>
            <a:off x="777240" y="5577840"/>
            <a:ext cx="3291840" cy="411480"/>
          </a:xfrm>
          <a:prstGeom prst="rect">
            <a:avLst/>
          </a:prstGeom>
          <a:noFill/>
          <a:ln/>
        </p:spPr>
        <p:txBody>
          <a:bodyPr wrap="square" lIns="0" tIns="0" rIns="0" bIns="0" rtlCol="0" anchor="t"/>
          <a:lstStyle/>
          <a:p>
            <a:pPr algn="l" indent="0" marL="0">
              <a:buNone/>
            </a:pPr>
            <a:r>
              <a:rPr lang="en-US" sz="1700" b="1" dirty="0">
                <a:solidFill>
                  <a:schemeClr val="accent2"/>
                </a:solidFill>
              </a:rPr>
              <a:t>① LA DIRECTION</a:t>
            </a:r>
            <a:endParaRPr lang="en-US" sz="1700" dirty="0"/>
          </a:p>
        </p:txBody>
      </p:sp>
      <p:sp>
        <p:nvSpPr>
          <p:cNvPr id="7" name="Shape 4"/>
          <p:cNvSpPr/>
          <p:nvPr/>
        </p:nvSpPr>
        <p:spPr>
          <a:xfrm>
            <a:off x="777240" y="3611880"/>
            <a:ext cx="3291840" cy="1737360"/>
          </a:xfrm>
          <a:prstGeom prst="roundRect">
            <a:avLst>
              <a:gd name="adj" fmla="val 6316"/>
            </a:avLst>
          </a:prstGeom>
          <a:solidFill>
            <a:srgbClr val="FFFFFF"/>
          </a:solidFill>
          <a:ln w="22225">
            <a:solidFill>
              <a:srgbClr val="2A6FB0"/>
            </a:solidFill>
            <a:prstDash val="solid"/>
          </a:ln>
          <a:effectLst>
            <a:outerShdw sx="100000" sy="100000" kx="0" ky="0" algn="bl" rotWithShape="0" blurRad="101600" dist="25400" dir="3600000">
              <a:srgbClr val="000000">
                <a:alpha val="16000"/>
              </a:srgbClr>
            </a:outerShdw>
          </a:effectLst>
        </p:spPr>
      </p:sp>
      <p:pic>
        <p:nvPicPr>
          <p:cNvPr id="8" name="Image 0" descr="door">    </p:cNvPr>
          <p:cNvPicPr>
            <a:picLocks noChangeAspect="1"/>
          </p:cNvPicPr>
          <p:nvPr/>
        </p:nvPicPr>
        <p:blipFill>
          <a:blip r:embed="rId1"/>
          <a:stretch>
            <a:fillRect/>
          </a:stretch>
        </p:blipFill>
        <p:spPr>
          <a:xfrm>
            <a:off x="914400" y="3931920"/>
            <a:ext cx="1097280" cy="1097280"/>
          </a:xfrm>
          <a:prstGeom prst="rect">
            <a:avLst/>
          </a:prstGeom>
        </p:spPr>
      </p:pic>
      <p:sp>
        <p:nvSpPr>
          <p:cNvPr id="9" name="Text 5"/>
          <p:cNvSpPr txBox="1"/>
          <p:nvPr/>
        </p:nvSpPr>
        <p:spPr>
          <a:xfrm>
            <a:off x="2148840" y="3886200"/>
            <a:ext cx="1828800" cy="640080"/>
          </a:xfrm>
          <a:prstGeom prst="rect">
            <a:avLst/>
          </a:prstGeom>
          <a:noFill/>
          <a:ln/>
        </p:spPr>
        <p:txBody>
          <a:bodyPr wrap="square" lIns="0" tIns="0" rIns="0" bIns="0" rtlCol="0" anchor="ctr"/>
          <a:lstStyle/>
          <a:p>
            <a:pPr algn="l" indent="0" marL="0">
              <a:buNone/>
            </a:pPr>
            <a:r>
              <a:rPr lang="en-US" sz="2600" b="1" dirty="0">
                <a:solidFill>
                  <a:srgbClr val="D9700F"/>
                </a:solidFill>
              </a:rPr>
              <a:t>uit</a:t>
            </a:r>
            <a:r>
              <a:rPr lang="en-US" sz="2600" b="1" dirty="0">
                <a:solidFill>
                  <a:schemeClr val="tx1"/>
                </a:solidFill>
              </a:rPr>
              <a:t>gaan</a:t>
            </a:r>
            <a:endParaRPr lang="en-US" sz="1800" dirty="0"/>
          </a:p>
        </p:txBody>
      </p:sp>
      <p:sp>
        <p:nvSpPr>
          <p:cNvPr id="10" name="Text 6"/>
          <p:cNvSpPr txBox="1"/>
          <p:nvPr/>
        </p:nvSpPr>
        <p:spPr>
          <a:xfrm>
            <a:off x="2148840" y="4526280"/>
            <a:ext cx="1828800" cy="502920"/>
          </a:xfrm>
          <a:prstGeom prst="rect">
            <a:avLst/>
          </a:prstGeom>
          <a:noFill/>
          <a:ln/>
        </p:spPr>
        <p:txBody>
          <a:bodyPr wrap="square" lIns="0" tIns="0" rIns="0" bIns="0" rtlCol="0" anchor="t"/>
          <a:lstStyle/>
          <a:p>
            <a:pPr algn="l" indent="0" marL="0">
              <a:buNone/>
            </a:pPr>
            <a:r>
              <a:rPr lang="en-US" sz="1800" dirty="0">
                <a:solidFill>
                  <a:schemeClr val="tx2"/>
                </a:solidFill>
              </a:rPr>
              <a:t>sortir</a:t>
            </a:r>
            <a:endParaRPr lang="en-US" sz="1800" dirty="0"/>
          </a:p>
        </p:txBody>
      </p:sp>
      <p:sp>
        <p:nvSpPr>
          <p:cNvPr id="11" name="Shape 7"/>
          <p:cNvSpPr/>
          <p:nvPr/>
        </p:nvSpPr>
        <p:spPr>
          <a:xfrm>
            <a:off x="4343400" y="4800600"/>
            <a:ext cx="3566160" cy="1371600"/>
          </a:xfrm>
          <a:prstGeom prst="roundRect">
            <a:avLst>
              <a:gd name="adj" fmla="val 4000"/>
            </a:avLst>
          </a:prstGeom>
          <a:solidFill>
            <a:schemeClr val="accent1">
              <a:alpha val="20000"/>
            </a:schemeClr>
          </a:solidFill>
          <a:ln w="25400">
            <a:solidFill>
              <a:srgbClr val="D9700F"/>
            </a:solidFill>
            <a:prstDash val="solid"/>
          </a:ln>
        </p:spPr>
      </p:sp>
      <p:sp>
        <p:nvSpPr>
          <p:cNvPr id="12" name="Text 8"/>
          <p:cNvSpPr txBox="1"/>
          <p:nvPr/>
        </p:nvSpPr>
        <p:spPr>
          <a:xfrm>
            <a:off x="4480560" y="4892040"/>
            <a:ext cx="3291840" cy="411480"/>
          </a:xfrm>
          <a:prstGeom prst="rect">
            <a:avLst/>
          </a:prstGeom>
          <a:noFill/>
          <a:ln/>
        </p:spPr>
        <p:txBody>
          <a:bodyPr wrap="square" lIns="0" tIns="0" rIns="0" bIns="0" rtlCol="0" anchor="t"/>
          <a:lstStyle/>
          <a:p>
            <a:pPr algn="l" indent="0" marL="0">
              <a:buNone/>
            </a:pPr>
            <a:r>
              <a:rPr lang="en-US" sz="1700" b="1" dirty="0">
                <a:solidFill>
                  <a:schemeClr val="accent1"/>
                </a:solidFill>
              </a:rPr>
              <a:t>② LE RÉSULTAT</a:t>
            </a:r>
            <a:endParaRPr lang="en-US" sz="1700" dirty="0"/>
          </a:p>
        </p:txBody>
      </p:sp>
      <p:sp>
        <p:nvSpPr>
          <p:cNvPr id="13" name="Shape 9"/>
          <p:cNvSpPr/>
          <p:nvPr/>
        </p:nvSpPr>
        <p:spPr>
          <a:xfrm>
            <a:off x="4480560" y="2926080"/>
            <a:ext cx="3291840" cy="1737360"/>
          </a:xfrm>
          <a:prstGeom prst="roundRect">
            <a:avLst>
              <a:gd name="adj" fmla="val 6316"/>
            </a:avLst>
          </a:prstGeom>
          <a:solidFill>
            <a:srgbClr val="FFFFFF"/>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14" name="Image 1" descr="closed book">    </p:cNvPr>
          <p:cNvPicPr>
            <a:picLocks noChangeAspect="1"/>
          </p:cNvPicPr>
          <p:nvPr/>
        </p:nvPicPr>
        <p:blipFill>
          <a:blip r:embed="rId2"/>
          <a:stretch>
            <a:fillRect/>
          </a:stretch>
        </p:blipFill>
        <p:spPr>
          <a:xfrm>
            <a:off x="4617720" y="3246120"/>
            <a:ext cx="1097280" cy="1097280"/>
          </a:xfrm>
          <a:prstGeom prst="rect">
            <a:avLst/>
          </a:prstGeom>
        </p:spPr>
      </p:pic>
      <p:sp>
        <p:nvSpPr>
          <p:cNvPr id="15" name="Text 10"/>
          <p:cNvSpPr txBox="1"/>
          <p:nvPr/>
        </p:nvSpPr>
        <p:spPr>
          <a:xfrm>
            <a:off x="5852160" y="3200400"/>
            <a:ext cx="1828800" cy="640080"/>
          </a:xfrm>
          <a:prstGeom prst="rect">
            <a:avLst/>
          </a:prstGeom>
          <a:noFill/>
          <a:ln/>
        </p:spPr>
        <p:txBody>
          <a:bodyPr wrap="square" lIns="0" tIns="0" rIns="0" bIns="0" rtlCol="0" anchor="ctr"/>
          <a:lstStyle/>
          <a:p>
            <a:pPr algn="l" indent="0" marL="0">
              <a:buNone/>
            </a:pPr>
            <a:r>
              <a:rPr lang="en-US" sz="2600" b="1" dirty="0">
                <a:solidFill>
                  <a:srgbClr val="D9700F"/>
                </a:solidFill>
              </a:rPr>
              <a:t>uit</a:t>
            </a:r>
            <a:r>
              <a:rPr lang="en-US" sz="2600" b="1" dirty="0">
                <a:solidFill>
                  <a:schemeClr val="tx1"/>
                </a:solidFill>
              </a:rPr>
              <a:t>lezen</a:t>
            </a:r>
            <a:endParaRPr lang="en-US" sz="1800" dirty="0"/>
          </a:p>
        </p:txBody>
      </p:sp>
      <p:sp>
        <p:nvSpPr>
          <p:cNvPr id="16" name="Text 11"/>
          <p:cNvSpPr txBox="1"/>
          <p:nvPr/>
        </p:nvSpPr>
        <p:spPr>
          <a:xfrm>
            <a:off x="5852160" y="3840480"/>
            <a:ext cx="1828800" cy="502920"/>
          </a:xfrm>
          <a:prstGeom prst="rect">
            <a:avLst/>
          </a:prstGeom>
          <a:noFill/>
          <a:ln/>
        </p:spPr>
        <p:txBody>
          <a:bodyPr wrap="square" lIns="0" tIns="0" rIns="0" bIns="0" rtlCol="0" anchor="t"/>
          <a:lstStyle/>
          <a:p>
            <a:pPr algn="l" indent="0" marL="0">
              <a:buNone/>
            </a:pPr>
            <a:r>
              <a:rPr lang="en-US" sz="1800" dirty="0">
                <a:solidFill>
                  <a:schemeClr val="tx2"/>
                </a:solidFill>
              </a:rPr>
              <a:t>finir (un livre)</a:t>
            </a:r>
            <a:endParaRPr lang="en-US" sz="1800" dirty="0"/>
          </a:p>
        </p:txBody>
      </p:sp>
      <p:sp>
        <p:nvSpPr>
          <p:cNvPr id="17" name="Shape 12"/>
          <p:cNvSpPr/>
          <p:nvPr/>
        </p:nvSpPr>
        <p:spPr>
          <a:xfrm>
            <a:off x="8046720" y="4114800"/>
            <a:ext cx="3566160" cy="2057400"/>
          </a:xfrm>
          <a:prstGeom prst="roundRect">
            <a:avLst>
              <a:gd name="adj" fmla="val 2667"/>
            </a:avLst>
          </a:prstGeom>
          <a:solidFill>
            <a:srgbClr val="6E4A9E">
              <a:alpha val="20000"/>
            </a:srgbClr>
          </a:solidFill>
          <a:ln w="25400">
            <a:solidFill>
              <a:srgbClr val="6E4A9E"/>
            </a:solidFill>
            <a:prstDash val="solid"/>
          </a:ln>
        </p:spPr>
      </p:sp>
      <p:sp>
        <p:nvSpPr>
          <p:cNvPr id="18" name="Text 13"/>
          <p:cNvSpPr txBox="1"/>
          <p:nvPr/>
        </p:nvSpPr>
        <p:spPr>
          <a:xfrm>
            <a:off x="8183880" y="4206240"/>
            <a:ext cx="3291840" cy="411480"/>
          </a:xfrm>
          <a:prstGeom prst="rect">
            <a:avLst/>
          </a:prstGeom>
          <a:noFill/>
          <a:ln/>
        </p:spPr>
        <p:txBody>
          <a:bodyPr wrap="square" lIns="0" tIns="0" rIns="0" bIns="0" rtlCol="0" anchor="t"/>
          <a:lstStyle/>
          <a:p>
            <a:pPr algn="l" indent="0" marL="0">
              <a:buNone/>
            </a:pPr>
            <a:r>
              <a:rPr lang="en-US" sz="1700" b="1" dirty="0">
                <a:solidFill>
                  <a:srgbClr val="6E4A9E"/>
                </a:solidFill>
              </a:rPr>
              <a:t>③ LE SENS FIGURÉ</a:t>
            </a:r>
            <a:endParaRPr lang="en-US" sz="1700" dirty="0"/>
          </a:p>
        </p:txBody>
      </p:sp>
      <p:sp>
        <p:nvSpPr>
          <p:cNvPr id="19" name="Shape 14"/>
          <p:cNvSpPr/>
          <p:nvPr/>
        </p:nvSpPr>
        <p:spPr>
          <a:xfrm>
            <a:off x="8183880" y="2240280"/>
            <a:ext cx="3291840" cy="1737360"/>
          </a:xfrm>
          <a:prstGeom prst="roundRect">
            <a:avLst>
              <a:gd name="adj" fmla="val 6316"/>
            </a:avLst>
          </a:prstGeom>
          <a:solidFill>
            <a:srgbClr val="FFFFFF"/>
          </a:solidFill>
          <a:ln w="22225">
            <a:solidFill>
              <a:srgbClr val="6E4A9E"/>
            </a:solidFill>
            <a:prstDash val="solid"/>
          </a:ln>
          <a:effectLst>
            <a:outerShdw sx="100000" sy="100000" kx="0" ky="0" algn="bl" rotWithShape="0" blurRad="101600" dist="25400" dir="3600000">
              <a:srgbClr val="000000">
                <a:alpha val="16000"/>
              </a:srgbClr>
            </a:outerShdw>
          </a:effectLst>
        </p:spPr>
      </p:sp>
      <p:pic>
        <p:nvPicPr>
          <p:cNvPr id="20" name="Image 2" descr="light bulb">    </p:cNvPr>
          <p:cNvPicPr>
            <a:picLocks noChangeAspect="1"/>
          </p:cNvPicPr>
          <p:nvPr/>
        </p:nvPicPr>
        <p:blipFill>
          <a:blip r:embed="rId3"/>
          <a:stretch>
            <a:fillRect/>
          </a:stretch>
        </p:blipFill>
        <p:spPr>
          <a:xfrm>
            <a:off x="8321040" y="2560320"/>
            <a:ext cx="1097280" cy="1097280"/>
          </a:xfrm>
          <a:prstGeom prst="rect">
            <a:avLst/>
          </a:prstGeom>
        </p:spPr>
      </p:pic>
      <p:sp>
        <p:nvSpPr>
          <p:cNvPr id="21" name="Text 15"/>
          <p:cNvSpPr txBox="1"/>
          <p:nvPr/>
        </p:nvSpPr>
        <p:spPr>
          <a:xfrm>
            <a:off x="9555480" y="2514600"/>
            <a:ext cx="1828800" cy="640080"/>
          </a:xfrm>
          <a:prstGeom prst="rect">
            <a:avLst/>
          </a:prstGeom>
          <a:noFill/>
          <a:ln/>
        </p:spPr>
        <p:txBody>
          <a:bodyPr wrap="square" lIns="0" tIns="0" rIns="0" bIns="0" rtlCol="0" anchor="ctr"/>
          <a:lstStyle/>
          <a:p>
            <a:pPr algn="l" indent="0" marL="0">
              <a:buNone/>
            </a:pPr>
            <a:r>
              <a:rPr lang="en-US" sz="2600" b="1" dirty="0">
                <a:solidFill>
                  <a:srgbClr val="D9700F"/>
                </a:solidFill>
              </a:rPr>
              <a:t>uit</a:t>
            </a:r>
            <a:r>
              <a:rPr lang="en-US" sz="2600" b="1" dirty="0">
                <a:solidFill>
                  <a:schemeClr val="tx1"/>
                </a:solidFill>
              </a:rPr>
              <a:t>leggen</a:t>
            </a:r>
            <a:endParaRPr lang="en-US" sz="1800" dirty="0"/>
          </a:p>
        </p:txBody>
      </p:sp>
      <p:sp>
        <p:nvSpPr>
          <p:cNvPr id="22" name="Text 16"/>
          <p:cNvSpPr txBox="1"/>
          <p:nvPr/>
        </p:nvSpPr>
        <p:spPr>
          <a:xfrm>
            <a:off x="9555480" y="3154680"/>
            <a:ext cx="1828800" cy="502920"/>
          </a:xfrm>
          <a:prstGeom prst="rect">
            <a:avLst/>
          </a:prstGeom>
          <a:noFill/>
          <a:ln/>
        </p:spPr>
        <p:txBody>
          <a:bodyPr wrap="square" lIns="0" tIns="0" rIns="0" bIns="0" rtlCol="0" anchor="t"/>
          <a:lstStyle/>
          <a:p>
            <a:pPr algn="l" indent="0" marL="0">
              <a:buNone/>
            </a:pPr>
            <a:r>
              <a:rPr lang="en-US" sz="1800" dirty="0">
                <a:solidFill>
                  <a:schemeClr val="tx2"/>
                </a:solidFill>
              </a:rPr>
              <a:t>expliquer</a:t>
            </a:r>
            <a:endParaRPr lang="en-US" sz="1800" dirty="0"/>
          </a:p>
        </p:txBody>
      </p:sp>
      <p:sp>
        <p:nvSpPr>
          <p:cNvPr id="23" name="Text 17"/>
          <p:cNvSpPr txBox="1"/>
          <p:nvPr/>
        </p:nvSpPr>
        <p:spPr>
          <a:xfrm>
            <a:off x="640080" y="1463040"/>
            <a:ext cx="6400800" cy="365760"/>
          </a:xfrm>
          <a:prstGeom prst="rect">
            <a:avLst/>
          </a:prstGeom>
          <a:noFill/>
          <a:ln/>
        </p:spPr>
        <p:txBody>
          <a:bodyPr wrap="square" lIns="0" tIns="0" rIns="0" bIns="0" rtlCol="0" anchor="t"/>
          <a:lstStyle/>
          <a:p>
            <a:pPr algn="l" indent="0" marL="0">
              <a:buNone/>
            </a:pPr>
            <a:r>
              <a:rPr lang="en-US" sz="1500" i="1" dirty="0">
                <a:solidFill>
                  <a:schemeClr val="accent5"/>
                </a:solidFill>
              </a:rPr>
              <a:t>plus on monte, moins le sens se devine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IN- : dedans</a:t>
            </a:r>
            <a:endParaRPr lang="en-US" sz="3000" dirty="0"/>
          </a:p>
        </p:txBody>
      </p:sp>
      <p:sp>
        <p:nvSpPr>
          <p:cNvPr id="3" name="tag"/>
          <p:cNvSpPr/>
          <p:nvPr/>
        </p:nvSpPr>
        <p:spPr>
          <a:xfrm>
            <a:off x="548640" y="237744"/>
            <a:ext cx="2092147"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PARTICULE 1 / 14</a:t>
            </a:r>
            <a:endParaRPr lang="en-US" sz="1200" dirty="0"/>
          </a:p>
        </p:txBody>
      </p:sp>
      <p:sp>
        <p:nvSpPr>
          <p:cNvPr id="5" name="Shape 2"/>
          <p:cNvSpPr/>
          <p:nvPr/>
        </p:nvSpPr>
        <p:spPr>
          <a:xfrm>
            <a:off x="548640" y="1463040"/>
            <a:ext cx="4160520" cy="4754880"/>
          </a:xfrm>
          <a:prstGeom prst="roundRect">
            <a:avLst>
              <a:gd name="adj" fmla="val 2637"/>
            </a:avLst>
          </a:prstGeom>
          <a:solidFill>
            <a:srgbClr val="6E4A9E">
              <a:alpha val="12000"/>
            </a:srgbClr>
          </a:solidFill>
          <a:ln w="19050">
            <a:solidFill>
              <a:srgbClr val="6E4A9E"/>
            </a:solidFill>
            <a:prstDash val="solid"/>
          </a:ln>
        </p:spPr>
      </p:sp>
      <p:sp>
        <p:nvSpPr>
          <p:cNvPr id="6" name="Shape 3"/>
          <p:cNvSpPr/>
          <p:nvPr/>
        </p:nvSpPr>
        <p:spPr>
          <a:xfrm>
            <a:off x="731520" y="1645920"/>
            <a:ext cx="3794760" cy="2743200"/>
          </a:xfrm>
          <a:prstGeom prst="roundRect">
            <a:avLst>
              <a:gd name="adj" fmla="val 3333"/>
            </a:avLst>
          </a:prstGeom>
          <a:solidFill>
            <a:srgbClr val="FFFFFF"/>
          </a:solidFill>
          <a:ln w="12700">
            <a:solidFill>
              <a:srgbClr val="FFFFFF">
                <a:alpha val="0"/>
              </a:srgbClr>
            </a:solidFill>
            <a:prstDash val="solid"/>
          </a:ln>
        </p:spPr>
      </p:sp>
      <p:sp>
        <p:nvSpPr>
          <p:cNvPr id="7" name="Shape 4"/>
          <p:cNvSpPr/>
          <p:nvPr/>
        </p:nvSpPr>
        <p:spPr>
          <a:xfrm>
            <a:off x="2697480" y="2148474"/>
            <a:ext cx="1440180" cy="1738092"/>
          </a:xfrm>
          <a:prstGeom prst="rect">
            <a:avLst/>
          </a:prstGeom>
          <a:solidFill>
            <a:srgbClr val="FFFFFF"/>
          </a:solidFill>
          <a:ln w="46939">
            <a:solidFill>
              <a:srgbClr val="17375E"/>
            </a:solidFill>
            <a:prstDash val="solid"/>
          </a:ln>
        </p:spPr>
      </p:sp>
      <p:sp>
        <p:nvSpPr>
          <p:cNvPr id="8" name="Shape 5"/>
          <p:cNvSpPr/>
          <p:nvPr/>
        </p:nvSpPr>
        <p:spPr>
          <a:xfrm>
            <a:off x="2594610" y="2679558"/>
            <a:ext cx="205740" cy="675924"/>
          </a:xfrm>
          <a:prstGeom prst="rect">
            <a:avLst/>
          </a:prstGeom>
          <a:solidFill>
            <a:srgbClr val="FFFFFF"/>
          </a:solidFill>
          <a:ln w="12700">
            <a:solidFill>
              <a:srgbClr val="FFFFFF">
                <a:alpha val="0"/>
              </a:srgbClr>
            </a:solidFill>
            <a:prstDash val="solid"/>
          </a:ln>
        </p:spPr>
      </p:sp>
      <p:sp>
        <p:nvSpPr>
          <p:cNvPr id="9" name="Shape 6"/>
          <p:cNvSpPr/>
          <p:nvPr/>
        </p:nvSpPr>
        <p:spPr>
          <a:xfrm>
            <a:off x="982980" y="2776118"/>
            <a:ext cx="2537460" cy="482803"/>
          </a:xfrm>
          <a:prstGeom prst="rightArrow">
            <a:avLst/>
          </a:prstGeom>
          <a:solidFill>
            <a:srgbClr val="6E4A9E"/>
          </a:solidFill>
          <a:ln w="12700">
            <a:solidFill>
              <a:srgbClr val="FFFFFF">
                <a:alpha val="0"/>
              </a:srgbClr>
            </a:solidFill>
            <a:prstDash val="solid"/>
          </a:ln>
        </p:spPr>
      </p:sp>
      <p:sp>
        <p:nvSpPr>
          <p:cNvPr id="10" name="Text 7"/>
          <p:cNvSpPr txBox="1"/>
          <p:nvPr/>
        </p:nvSpPr>
        <p:spPr>
          <a:xfrm>
            <a:off x="731520" y="4434840"/>
            <a:ext cx="3794760" cy="713232"/>
          </a:xfrm>
          <a:prstGeom prst="rect">
            <a:avLst/>
          </a:prstGeom>
          <a:noFill/>
          <a:ln/>
        </p:spPr>
        <p:txBody>
          <a:bodyPr wrap="square" lIns="0" tIns="0" rIns="0" bIns="0" rtlCol="0" anchor="ctr"/>
          <a:lstStyle/>
          <a:p>
            <a:pPr algn="ctr" indent="0" marL="0">
              <a:buNone/>
            </a:pPr>
            <a:r>
              <a:rPr lang="en-US" sz="4600" b="1" dirty="0">
                <a:solidFill>
                  <a:srgbClr val="6E4A9E"/>
                </a:solidFill>
                <a:latin typeface="+mj-lt" pitchFamily="34" charset="0"/>
                <a:ea typeface="+mj-lt" pitchFamily="34" charset="-122"/>
                <a:cs typeface="+mj-lt" pitchFamily="34" charset="-120"/>
              </a:rPr>
              <a:t>in</a:t>
            </a:r>
            <a:endParaRPr lang="en-US" sz="4600" dirty="0"/>
          </a:p>
        </p:txBody>
      </p:sp>
      <p:sp>
        <p:nvSpPr>
          <p:cNvPr id="11" name="Text 8"/>
          <p:cNvSpPr txBox="1"/>
          <p:nvPr/>
        </p:nvSpPr>
        <p:spPr>
          <a:xfrm>
            <a:off x="731520" y="5120640"/>
            <a:ext cx="3794760" cy="384048"/>
          </a:xfrm>
          <a:prstGeom prst="rect">
            <a:avLst/>
          </a:prstGeom>
          <a:noFill/>
          <a:ln/>
        </p:spPr>
        <p:txBody>
          <a:bodyPr wrap="square" lIns="0" tIns="0" rIns="0" bIns="0" rtlCol="0" anchor="ctr"/>
          <a:lstStyle/>
          <a:p>
            <a:pPr algn="ctr" indent="0" marL="0">
              <a:buNone/>
            </a:pPr>
            <a:r>
              <a:rPr lang="en-US" sz="1600" i="1" dirty="0">
                <a:solidFill>
                  <a:schemeClr val="tx2"/>
                </a:solidFill>
              </a:rPr>
              <a:t>vers l’intérieur · remettre</a:t>
            </a:r>
            <a:endParaRPr lang="en-US" sz="1600" dirty="0"/>
          </a:p>
        </p:txBody>
      </p:sp>
      <p:sp>
        <p:nvSpPr>
          <p:cNvPr id="12" name="Shape 9"/>
          <p:cNvSpPr/>
          <p:nvPr/>
        </p:nvSpPr>
        <p:spPr>
          <a:xfrm>
            <a:off x="731520" y="5596128"/>
            <a:ext cx="3794760" cy="457200"/>
          </a:xfrm>
          <a:prstGeom prst="roundRect">
            <a:avLst>
              <a:gd name="adj" fmla="val 50000"/>
            </a:avLst>
          </a:prstGeom>
          <a:solidFill>
            <a:srgbClr val="FFFFFF"/>
          </a:solidFill>
          <a:ln w="15875">
            <a:solidFill>
              <a:srgbClr val="D9700F"/>
            </a:solidFill>
            <a:prstDash val="solid"/>
          </a:ln>
        </p:spPr>
      </p:sp>
      <p:sp>
        <p:nvSpPr>
          <p:cNvPr id="13" name="Text 10"/>
          <p:cNvSpPr txBox="1"/>
          <p:nvPr/>
        </p:nvSpPr>
        <p:spPr>
          <a:xfrm>
            <a:off x="777240" y="5596128"/>
            <a:ext cx="3703320" cy="457200"/>
          </a:xfrm>
          <a:prstGeom prst="rect">
            <a:avLst/>
          </a:prstGeom>
          <a:noFill/>
          <a:ln/>
        </p:spPr>
        <p:txBody>
          <a:bodyPr wrap="square" lIns="0" tIns="0" rIns="0" bIns="0" rtlCol="0" anchor="ctr"/>
          <a:lstStyle/>
          <a:p>
            <a:pPr algn="ctr" indent="0" marL="0">
              <a:buNone/>
            </a:pPr>
            <a:r>
              <a:rPr lang="en-US" sz="1200" dirty="0">
                <a:solidFill>
                  <a:schemeClr val="accent5"/>
                </a:solidFill>
              </a:rPr>
              <a:t>contraire   </a:t>
            </a:r>
            <a:r>
              <a:rPr lang="en-US" sz="1400" b="1" i="1" dirty="0">
                <a:solidFill>
                  <a:schemeClr val="tx1"/>
                </a:solidFill>
              </a:rPr>
              <a:t>instappen ≠ uitstappen</a:t>
            </a:r>
            <a:endParaRPr lang="en-US" sz="1800" dirty="0"/>
          </a:p>
        </p:txBody>
      </p:sp>
      <p:sp>
        <p:nvSpPr>
          <p:cNvPr id="14" name="Shape 11"/>
          <p:cNvSpPr/>
          <p:nvPr/>
        </p:nvSpPr>
        <p:spPr>
          <a:xfrm>
            <a:off x="4937760" y="146304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5" name="Shape 12"/>
          <p:cNvSpPr/>
          <p:nvPr/>
        </p:nvSpPr>
        <p:spPr>
          <a:xfrm>
            <a:off x="4937760" y="1463040"/>
            <a:ext cx="109728" cy="1353312"/>
          </a:xfrm>
          <a:prstGeom prst="rect">
            <a:avLst/>
          </a:prstGeom>
          <a:solidFill>
            <a:srgbClr val="6E4A9E"/>
          </a:solidFill>
          <a:ln w="12700">
            <a:solidFill>
              <a:srgbClr val="FFFFFF">
                <a:alpha val="0"/>
              </a:srgbClr>
            </a:solidFill>
            <a:prstDash val="solid"/>
          </a:ln>
        </p:spPr>
      </p:sp>
      <p:pic>
        <p:nvPicPr>
          <p:cNvPr id="16" name="Image 0" descr="bus">    </p:cNvPr>
          <p:cNvPicPr>
            <a:picLocks noChangeAspect="1"/>
          </p:cNvPicPr>
          <p:nvPr/>
        </p:nvPicPr>
        <p:blipFill>
          <a:blip r:embed="rId1"/>
          <a:stretch>
            <a:fillRect/>
          </a:stretch>
        </p:blipFill>
        <p:spPr>
          <a:xfrm>
            <a:off x="5230368" y="1618488"/>
            <a:ext cx="1042416" cy="1042416"/>
          </a:xfrm>
          <a:prstGeom prst="rect">
            <a:avLst/>
          </a:prstGeom>
        </p:spPr>
      </p:pic>
      <p:sp>
        <p:nvSpPr>
          <p:cNvPr id="17" name="Text 13"/>
          <p:cNvSpPr txBox="1"/>
          <p:nvPr/>
        </p:nvSpPr>
        <p:spPr>
          <a:xfrm>
            <a:off x="6492240" y="1554480"/>
            <a:ext cx="5010912" cy="310896"/>
          </a:xfrm>
          <a:prstGeom prst="rect">
            <a:avLst/>
          </a:prstGeom>
          <a:noFill/>
          <a:ln/>
        </p:spPr>
        <p:txBody>
          <a:bodyPr wrap="square" lIns="0" tIns="0" rIns="0" bIns="0" rtlCol="0" anchor="ctr"/>
          <a:lstStyle/>
          <a:p>
            <a:pPr algn="l" indent="0" marL="0">
              <a:buNone/>
            </a:pPr>
            <a:r>
              <a:rPr lang="en-US" sz="1200" b="1" spc="100" kern="0" dirty="0">
                <a:solidFill>
                  <a:srgbClr val="6E4A9E"/>
                </a:solidFill>
              </a:rPr>
              <a:t>①  VERS L’INTÉRIEUR</a:t>
            </a:r>
            <a:endParaRPr lang="en-US" sz="1200" dirty="0"/>
          </a:p>
        </p:txBody>
      </p:sp>
      <p:sp>
        <p:nvSpPr>
          <p:cNvPr id="18" name="Text 14"/>
          <p:cNvSpPr txBox="1"/>
          <p:nvPr/>
        </p:nvSpPr>
        <p:spPr>
          <a:xfrm>
            <a:off x="6492240" y="1847088"/>
            <a:ext cx="5010912" cy="512064"/>
          </a:xfrm>
          <a:prstGeom prst="rect">
            <a:avLst/>
          </a:prstGeom>
          <a:noFill/>
          <a:ln/>
        </p:spPr>
        <p:txBody>
          <a:bodyPr wrap="square" lIns="0" tIns="0" rIns="0" bIns="0" rtlCol="0" anchor="ctr"/>
          <a:lstStyle/>
          <a:p>
            <a:pPr algn="l" indent="0" marL="0">
              <a:buNone/>
            </a:pPr>
            <a:r>
              <a:rPr lang="en-US" sz="2600" b="1" dirty="0">
                <a:solidFill>
                  <a:srgbClr val="6E4A9E"/>
                </a:solidFill>
              </a:rPr>
              <a:t>in</a:t>
            </a:r>
            <a:r>
              <a:rPr lang="en-US" sz="2600" b="1" dirty="0">
                <a:solidFill>
                  <a:schemeClr val="tx1"/>
                </a:solidFill>
              </a:rPr>
              <a:t>stappen</a:t>
            </a:r>
            <a:r>
              <a:rPr lang="en-US" sz="1800" dirty="0">
                <a:solidFill>
                  <a:schemeClr val="accent5"/>
                </a:solidFill>
              </a:rPr>
              <a:t>   monter (bus, train)</a:t>
            </a:r>
            <a:endParaRPr lang="en-US" sz="1800" dirty="0"/>
          </a:p>
        </p:txBody>
      </p:sp>
      <p:sp>
        <p:nvSpPr>
          <p:cNvPr id="19" name="Text 15"/>
          <p:cNvSpPr txBox="1"/>
          <p:nvPr/>
        </p:nvSpPr>
        <p:spPr>
          <a:xfrm>
            <a:off x="6492240" y="235915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Stap snel </a:t>
            </a:r>
            <a:r>
              <a:rPr lang="en-US" sz="1700" b="1" i="1" dirty="0">
                <a:solidFill>
                  <a:srgbClr val="6E4A9E"/>
                </a:solidFill>
              </a:rPr>
              <a:t>in</a:t>
            </a:r>
            <a:r>
              <a:rPr lang="en-US" sz="1700" i="1" dirty="0">
                <a:solidFill>
                  <a:schemeClr val="tx1"/>
                </a:solidFill>
              </a:rPr>
              <a:t>!</a:t>
            </a:r>
            <a:endParaRPr lang="en-US" sz="1800" dirty="0"/>
          </a:p>
        </p:txBody>
      </p:sp>
      <p:sp>
        <p:nvSpPr>
          <p:cNvPr id="20" name="Shape 16"/>
          <p:cNvSpPr/>
          <p:nvPr/>
        </p:nvSpPr>
        <p:spPr>
          <a:xfrm>
            <a:off x="4937760" y="292608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1" name="Shape 17"/>
          <p:cNvSpPr/>
          <p:nvPr/>
        </p:nvSpPr>
        <p:spPr>
          <a:xfrm>
            <a:off x="4937760" y="2926080"/>
            <a:ext cx="109728" cy="1353312"/>
          </a:xfrm>
          <a:prstGeom prst="rect">
            <a:avLst/>
          </a:prstGeom>
          <a:solidFill>
            <a:srgbClr val="6E4A9E"/>
          </a:solidFill>
          <a:ln w="12700">
            <a:solidFill>
              <a:srgbClr val="FFFFFF">
                <a:alpha val="0"/>
              </a:srgbClr>
            </a:solidFill>
            <a:prstDash val="solid"/>
          </a:ln>
        </p:spPr>
      </p:sp>
      <p:pic>
        <p:nvPicPr>
          <p:cNvPr id="22" name="Image 1" descr="inbox tray">    </p:cNvPr>
          <p:cNvPicPr>
            <a:picLocks noChangeAspect="1"/>
          </p:cNvPicPr>
          <p:nvPr/>
        </p:nvPicPr>
        <p:blipFill>
          <a:blip r:embed="rId2"/>
          <a:stretch>
            <a:fillRect/>
          </a:stretch>
        </p:blipFill>
        <p:spPr>
          <a:xfrm>
            <a:off x="5230368" y="3081528"/>
            <a:ext cx="1042416" cy="1042416"/>
          </a:xfrm>
          <a:prstGeom prst="rect">
            <a:avLst/>
          </a:prstGeom>
        </p:spPr>
      </p:pic>
      <p:sp>
        <p:nvSpPr>
          <p:cNvPr id="23" name="Text 18"/>
          <p:cNvSpPr txBox="1"/>
          <p:nvPr/>
        </p:nvSpPr>
        <p:spPr>
          <a:xfrm>
            <a:off x="6492240" y="3017520"/>
            <a:ext cx="5010912" cy="310896"/>
          </a:xfrm>
          <a:prstGeom prst="rect">
            <a:avLst/>
          </a:prstGeom>
          <a:noFill/>
          <a:ln/>
        </p:spPr>
        <p:txBody>
          <a:bodyPr wrap="square" lIns="0" tIns="0" rIns="0" bIns="0" rtlCol="0" anchor="ctr"/>
          <a:lstStyle/>
          <a:p>
            <a:pPr algn="l" indent="0" marL="0">
              <a:buNone/>
            </a:pPr>
            <a:r>
              <a:rPr lang="en-US" sz="1200" b="1" spc="100" kern="0" dirty="0">
                <a:solidFill>
                  <a:srgbClr val="6E4A9E"/>
                </a:solidFill>
              </a:rPr>
              <a:t>②  REMETTRE, REMPLIR</a:t>
            </a:r>
            <a:endParaRPr lang="en-US" sz="1200" dirty="0"/>
          </a:p>
        </p:txBody>
      </p:sp>
      <p:sp>
        <p:nvSpPr>
          <p:cNvPr id="24" name="Text 19"/>
          <p:cNvSpPr txBox="1"/>
          <p:nvPr/>
        </p:nvSpPr>
        <p:spPr>
          <a:xfrm>
            <a:off x="6492240" y="3310128"/>
            <a:ext cx="5010912" cy="512064"/>
          </a:xfrm>
          <a:prstGeom prst="rect">
            <a:avLst/>
          </a:prstGeom>
          <a:noFill/>
          <a:ln/>
        </p:spPr>
        <p:txBody>
          <a:bodyPr wrap="square" lIns="0" tIns="0" rIns="0" bIns="0" rtlCol="0" anchor="ctr"/>
          <a:lstStyle/>
          <a:p>
            <a:pPr algn="l" indent="0" marL="0">
              <a:buNone/>
            </a:pPr>
            <a:r>
              <a:rPr lang="en-US" sz="2600" b="1" dirty="0">
                <a:solidFill>
                  <a:srgbClr val="6E4A9E"/>
                </a:solidFill>
              </a:rPr>
              <a:t>in</a:t>
            </a:r>
            <a:r>
              <a:rPr lang="en-US" sz="2600" b="1" dirty="0">
                <a:solidFill>
                  <a:schemeClr val="tx1"/>
                </a:solidFill>
              </a:rPr>
              <a:t>leveren</a:t>
            </a:r>
            <a:r>
              <a:rPr lang="en-US" sz="1800" dirty="0">
                <a:solidFill>
                  <a:schemeClr val="accent5"/>
                </a:solidFill>
              </a:rPr>
              <a:t>   remettre, rendre</a:t>
            </a:r>
            <a:endParaRPr lang="en-US" sz="1800" dirty="0"/>
          </a:p>
        </p:txBody>
      </p:sp>
      <p:sp>
        <p:nvSpPr>
          <p:cNvPr id="25" name="Text 20"/>
          <p:cNvSpPr txBox="1"/>
          <p:nvPr/>
        </p:nvSpPr>
        <p:spPr>
          <a:xfrm>
            <a:off x="6492240" y="382219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Lever je verslag vrijdag </a:t>
            </a:r>
            <a:r>
              <a:rPr lang="en-US" sz="1700" b="1" i="1" dirty="0">
                <a:solidFill>
                  <a:srgbClr val="6E4A9E"/>
                </a:solidFill>
              </a:rPr>
              <a:t>in</a:t>
            </a:r>
            <a:r>
              <a:rPr lang="en-US" sz="1700" i="1" dirty="0">
                <a:solidFill>
                  <a:schemeClr val="tx1"/>
                </a:solidFill>
              </a:rPr>
              <a:t>.</a:t>
            </a:r>
            <a:endParaRPr lang="en-US" sz="1800" dirty="0"/>
          </a:p>
        </p:txBody>
      </p:sp>
      <p:sp>
        <p:nvSpPr>
          <p:cNvPr id="26" name="Shape 21"/>
          <p:cNvSpPr/>
          <p:nvPr/>
        </p:nvSpPr>
        <p:spPr>
          <a:xfrm>
            <a:off x="4937760" y="438912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7" name="Shape 22"/>
          <p:cNvSpPr/>
          <p:nvPr/>
        </p:nvSpPr>
        <p:spPr>
          <a:xfrm>
            <a:off x="4937760" y="4389120"/>
            <a:ext cx="109728" cy="1353312"/>
          </a:xfrm>
          <a:prstGeom prst="rect">
            <a:avLst/>
          </a:prstGeom>
          <a:solidFill>
            <a:srgbClr val="6E4A9E"/>
          </a:solidFill>
          <a:ln w="12700">
            <a:solidFill>
              <a:srgbClr val="FFFFFF">
                <a:alpha val="0"/>
              </a:srgbClr>
            </a:solidFill>
            <a:prstDash val="solid"/>
          </a:ln>
        </p:spPr>
      </p:sp>
      <p:pic>
        <p:nvPicPr>
          <p:cNvPr id="28" name="Image 2" descr="performing arts">    </p:cNvPr>
          <p:cNvPicPr>
            <a:picLocks noChangeAspect="1"/>
          </p:cNvPicPr>
          <p:nvPr/>
        </p:nvPicPr>
        <p:blipFill>
          <a:blip r:embed="rId3"/>
          <a:stretch>
            <a:fillRect/>
          </a:stretch>
        </p:blipFill>
        <p:spPr>
          <a:xfrm>
            <a:off x="5230368" y="4544568"/>
            <a:ext cx="1042416" cy="1042416"/>
          </a:xfrm>
          <a:prstGeom prst="rect">
            <a:avLst/>
          </a:prstGeom>
        </p:spPr>
      </p:pic>
      <p:sp>
        <p:nvSpPr>
          <p:cNvPr id="29" name="Text 23"/>
          <p:cNvSpPr txBox="1"/>
          <p:nvPr/>
        </p:nvSpPr>
        <p:spPr>
          <a:xfrm>
            <a:off x="6492240" y="4480560"/>
            <a:ext cx="5010912" cy="310896"/>
          </a:xfrm>
          <a:prstGeom prst="rect">
            <a:avLst/>
          </a:prstGeom>
          <a:noFill/>
          <a:ln/>
        </p:spPr>
        <p:txBody>
          <a:bodyPr wrap="square" lIns="0" tIns="0" rIns="0" bIns="0" rtlCol="0" anchor="ctr"/>
          <a:lstStyle/>
          <a:p>
            <a:pPr algn="l" indent="0" marL="0">
              <a:buNone/>
            </a:pPr>
            <a:r>
              <a:rPr lang="en-US" sz="1200" b="1" spc="100" kern="0" dirty="0">
                <a:solidFill>
                  <a:srgbClr val="6E4A9E"/>
                </a:solidFill>
              </a:rPr>
              <a:t>③  S’APPROPRIER</a:t>
            </a:r>
            <a:endParaRPr lang="en-US" sz="1200" dirty="0"/>
          </a:p>
        </p:txBody>
      </p:sp>
      <p:sp>
        <p:nvSpPr>
          <p:cNvPr id="30" name="Text 24"/>
          <p:cNvSpPr txBox="1"/>
          <p:nvPr/>
        </p:nvSpPr>
        <p:spPr>
          <a:xfrm>
            <a:off x="6492240" y="4773168"/>
            <a:ext cx="5010912" cy="512064"/>
          </a:xfrm>
          <a:prstGeom prst="rect">
            <a:avLst/>
          </a:prstGeom>
          <a:noFill/>
          <a:ln/>
        </p:spPr>
        <p:txBody>
          <a:bodyPr wrap="square" lIns="0" tIns="0" rIns="0" bIns="0" rtlCol="0" anchor="ctr"/>
          <a:lstStyle/>
          <a:p>
            <a:pPr algn="l" indent="0" marL="0">
              <a:buNone/>
            </a:pPr>
            <a:r>
              <a:rPr lang="en-US" sz="2600" b="1" dirty="0">
                <a:solidFill>
                  <a:srgbClr val="6E4A9E"/>
                </a:solidFill>
              </a:rPr>
              <a:t>in</a:t>
            </a:r>
            <a:r>
              <a:rPr lang="en-US" sz="2600" b="1" dirty="0">
                <a:solidFill>
                  <a:schemeClr val="tx1"/>
                </a:solidFill>
              </a:rPr>
              <a:t>studeren</a:t>
            </a:r>
            <a:r>
              <a:rPr lang="en-US" sz="1800" dirty="0">
                <a:solidFill>
                  <a:schemeClr val="accent5"/>
                </a:solidFill>
              </a:rPr>
              <a:t>   étudier (un rôle, un morceau)</a:t>
            </a:r>
            <a:endParaRPr lang="en-US" sz="1800" dirty="0"/>
          </a:p>
        </p:txBody>
      </p:sp>
      <p:sp>
        <p:nvSpPr>
          <p:cNvPr id="31" name="Text 25"/>
          <p:cNvSpPr txBox="1"/>
          <p:nvPr/>
        </p:nvSpPr>
        <p:spPr>
          <a:xfrm>
            <a:off x="6492240" y="528523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We studeren een nieuw stuk </a:t>
            </a:r>
            <a:r>
              <a:rPr lang="en-US" sz="1700" b="1" i="1" dirty="0">
                <a:solidFill>
                  <a:srgbClr val="6E4A9E"/>
                </a:solidFill>
              </a:rPr>
              <a:t>in</a:t>
            </a:r>
            <a:r>
              <a:rPr lang="en-US" sz="1700" i="1" dirty="0">
                <a:solidFill>
                  <a:schemeClr val="tx1"/>
                </a:solidFill>
              </a:rPr>
              <a:t>.</a:t>
            </a:r>
            <a:endParaRPr lang="en-US" sz="1800" dirty="0"/>
          </a:p>
        </p:txBody>
      </p:sp>
      <p:sp>
        <p:nvSpPr>
          <p:cNvPr id="32" name="Text 26"/>
          <p:cNvSpPr txBox="1"/>
          <p:nvPr/>
        </p:nvSpPr>
        <p:spPr>
          <a:xfrm>
            <a:off x="4937760" y="5870448"/>
            <a:ext cx="6702552" cy="347472"/>
          </a:xfrm>
          <a:prstGeom prst="rect">
            <a:avLst/>
          </a:prstGeom>
          <a:noFill/>
          <a:ln/>
        </p:spPr>
        <p:txBody>
          <a:bodyPr wrap="square" lIns="0" tIns="0" rIns="0" bIns="0" rtlCol="0" anchor="ctr"/>
          <a:lstStyle/>
          <a:p>
            <a:pPr algn="l" indent="0" marL="0">
              <a:buNone/>
            </a:pPr>
            <a:r>
              <a:rPr lang="en-US" sz="1500" dirty="0">
                <a:solidFill>
                  <a:schemeClr val="accent5"/>
                </a:solidFill>
              </a:rPr>
              <a:t>+ aussi : </a:t>
            </a:r>
            <a:r>
              <a:rPr lang="en-US" sz="1500" i="1" dirty="0">
                <a:solidFill>
                  <a:schemeClr val="accent5"/>
                </a:solidFill>
              </a:rPr>
              <a:t>inloggen · invullen · inademen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UIT- : dehors</a:t>
            </a:r>
            <a:endParaRPr lang="en-US" sz="3000" dirty="0"/>
          </a:p>
        </p:txBody>
      </p:sp>
      <p:sp>
        <p:nvSpPr>
          <p:cNvPr id="3" name="tag"/>
          <p:cNvSpPr/>
          <p:nvPr/>
        </p:nvSpPr>
        <p:spPr>
          <a:xfrm>
            <a:off x="548640" y="237744"/>
            <a:ext cx="2092147"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PARTICULE 2 / 14</a:t>
            </a:r>
            <a:endParaRPr lang="en-US" sz="1200" dirty="0"/>
          </a:p>
        </p:txBody>
      </p:sp>
      <p:sp>
        <p:nvSpPr>
          <p:cNvPr id="5" name="Shape 2"/>
          <p:cNvSpPr/>
          <p:nvPr/>
        </p:nvSpPr>
        <p:spPr>
          <a:xfrm>
            <a:off x="548640" y="1463040"/>
            <a:ext cx="4160520" cy="4754880"/>
          </a:xfrm>
          <a:prstGeom prst="roundRect">
            <a:avLst>
              <a:gd name="adj" fmla="val 2637"/>
            </a:avLst>
          </a:prstGeom>
          <a:solidFill>
            <a:schemeClr val="accent1">
              <a:alpha val="12000"/>
            </a:schemeClr>
          </a:solidFill>
          <a:ln w="19050">
            <a:solidFill>
              <a:srgbClr val="D9700F"/>
            </a:solidFill>
            <a:prstDash val="solid"/>
          </a:ln>
        </p:spPr>
      </p:sp>
      <p:sp>
        <p:nvSpPr>
          <p:cNvPr id="6" name="Shape 3"/>
          <p:cNvSpPr/>
          <p:nvPr/>
        </p:nvSpPr>
        <p:spPr>
          <a:xfrm>
            <a:off x="731520" y="1645920"/>
            <a:ext cx="3794760" cy="2743200"/>
          </a:xfrm>
          <a:prstGeom prst="roundRect">
            <a:avLst>
              <a:gd name="adj" fmla="val 3333"/>
            </a:avLst>
          </a:prstGeom>
          <a:solidFill>
            <a:srgbClr val="FFFFFF"/>
          </a:solidFill>
          <a:ln w="12700">
            <a:solidFill>
              <a:srgbClr val="FFFFFF">
                <a:alpha val="0"/>
              </a:srgbClr>
            </a:solidFill>
            <a:prstDash val="solid"/>
          </a:ln>
        </p:spPr>
      </p:sp>
      <p:sp>
        <p:nvSpPr>
          <p:cNvPr id="7" name="Shape 4"/>
          <p:cNvSpPr/>
          <p:nvPr/>
        </p:nvSpPr>
        <p:spPr>
          <a:xfrm>
            <a:off x="1120140" y="2148474"/>
            <a:ext cx="1440180" cy="1738092"/>
          </a:xfrm>
          <a:prstGeom prst="rect">
            <a:avLst/>
          </a:prstGeom>
          <a:solidFill>
            <a:srgbClr val="FFFFFF"/>
          </a:solidFill>
          <a:ln w="46939">
            <a:solidFill>
              <a:srgbClr val="17375E"/>
            </a:solidFill>
            <a:prstDash val="solid"/>
          </a:ln>
        </p:spPr>
      </p:sp>
      <p:sp>
        <p:nvSpPr>
          <p:cNvPr id="8" name="Shape 5"/>
          <p:cNvSpPr/>
          <p:nvPr/>
        </p:nvSpPr>
        <p:spPr>
          <a:xfrm>
            <a:off x="2457450" y="2679558"/>
            <a:ext cx="205740" cy="675924"/>
          </a:xfrm>
          <a:prstGeom prst="rect">
            <a:avLst/>
          </a:prstGeom>
          <a:solidFill>
            <a:srgbClr val="FFFFFF"/>
          </a:solidFill>
          <a:ln w="12700">
            <a:solidFill>
              <a:srgbClr val="FFFFFF">
                <a:alpha val="0"/>
              </a:srgbClr>
            </a:solidFill>
            <a:prstDash val="solid"/>
          </a:ln>
        </p:spPr>
      </p:sp>
      <p:sp>
        <p:nvSpPr>
          <p:cNvPr id="9" name="Shape 6"/>
          <p:cNvSpPr/>
          <p:nvPr/>
        </p:nvSpPr>
        <p:spPr>
          <a:xfrm>
            <a:off x="1737360" y="2776118"/>
            <a:ext cx="2537460" cy="482803"/>
          </a:xfrm>
          <a:prstGeom prst="rightArrow">
            <a:avLst/>
          </a:prstGeom>
          <a:solidFill>
            <a:srgbClr val="D9700F"/>
          </a:solidFill>
          <a:ln w="12700">
            <a:solidFill>
              <a:srgbClr val="FFFFFF">
                <a:alpha val="0"/>
              </a:srgbClr>
            </a:solidFill>
            <a:prstDash val="solid"/>
          </a:ln>
        </p:spPr>
      </p:sp>
      <p:sp>
        <p:nvSpPr>
          <p:cNvPr id="10" name="Text 7"/>
          <p:cNvSpPr txBox="1"/>
          <p:nvPr/>
        </p:nvSpPr>
        <p:spPr>
          <a:xfrm>
            <a:off x="731520" y="4434840"/>
            <a:ext cx="3794760" cy="713232"/>
          </a:xfrm>
          <a:prstGeom prst="rect">
            <a:avLst/>
          </a:prstGeom>
          <a:noFill/>
          <a:ln/>
        </p:spPr>
        <p:txBody>
          <a:bodyPr wrap="square" lIns="0" tIns="0" rIns="0" bIns="0" rtlCol="0" anchor="ctr"/>
          <a:lstStyle/>
          <a:p>
            <a:pPr algn="ctr" indent="0" marL="0">
              <a:buNone/>
            </a:pPr>
            <a:r>
              <a:rPr lang="en-US" sz="4600" b="1" dirty="0">
                <a:solidFill>
                  <a:schemeClr val="accent1"/>
                </a:solidFill>
                <a:latin typeface="+mj-lt" pitchFamily="34" charset="0"/>
                <a:ea typeface="+mj-lt" pitchFamily="34" charset="-122"/>
                <a:cs typeface="+mj-lt" pitchFamily="34" charset="-120"/>
              </a:rPr>
              <a:t>uit</a:t>
            </a:r>
            <a:endParaRPr lang="en-US" sz="4600" dirty="0"/>
          </a:p>
        </p:txBody>
      </p:sp>
      <p:sp>
        <p:nvSpPr>
          <p:cNvPr id="11" name="Text 8"/>
          <p:cNvSpPr txBox="1"/>
          <p:nvPr/>
        </p:nvSpPr>
        <p:spPr>
          <a:xfrm>
            <a:off x="731520" y="5120640"/>
            <a:ext cx="3794760" cy="384048"/>
          </a:xfrm>
          <a:prstGeom prst="rect">
            <a:avLst/>
          </a:prstGeom>
          <a:noFill/>
          <a:ln/>
        </p:spPr>
        <p:txBody>
          <a:bodyPr wrap="square" lIns="0" tIns="0" rIns="0" bIns="0" rtlCol="0" anchor="ctr"/>
          <a:lstStyle/>
          <a:p>
            <a:pPr algn="ctr" indent="0" marL="0">
              <a:buNone/>
            </a:pPr>
            <a:r>
              <a:rPr lang="en-US" sz="1600" i="1" dirty="0">
                <a:solidFill>
                  <a:schemeClr val="tx2"/>
                </a:solidFill>
              </a:rPr>
              <a:t>vers l’extérieur · jusqu’au bout</a:t>
            </a:r>
            <a:endParaRPr lang="en-US" sz="1600" dirty="0"/>
          </a:p>
        </p:txBody>
      </p:sp>
      <p:sp>
        <p:nvSpPr>
          <p:cNvPr id="12" name="Shape 9"/>
          <p:cNvSpPr/>
          <p:nvPr/>
        </p:nvSpPr>
        <p:spPr>
          <a:xfrm>
            <a:off x="731520" y="5596128"/>
            <a:ext cx="3794760" cy="457200"/>
          </a:xfrm>
          <a:prstGeom prst="roundRect">
            <a:avLst>
              <a:gd name="adj" fmla="val 50000"/>
            </a:avLst>
          </a:prstGeom>
          <a:solidFill>
            <a:srgbClr val="FFFFFF"/>
          </a:solidFill>
          <a:ln w="15875">
            <a:solidFill>
              <a:srgbClr val="6E4A9E"/>
            </a:solidFill>
            <a:prstDash val="solid"/>
          </a:ln>
        </p:spPr>
      </p:sp>
      <p:sp>
        <p:nvSpPr>
          <p:cNvPr id="13" name="Text 10"/>
          <p:cNvSpPr txBox="1"/>
          <p:nvPr/>
        </p:nvSpPr>
        <p:spPr>
          <a:xfrm>
            <a:off x="777240" y="5596128"/>
            <a:ext cx="3703320" cy="457200"/>
          </a:xfrm>
          <a:prstGeom prst="rect">
            <a:avLst/>
          </a:prstGeom>
          <a:noFill/>
          <a:ln/>
        </p:spPr>
        <p:txBody>
          <a:bodyPr wrap="square" lIns="0" tIns="0" rIns="0" bIns="0" rtlCol="0" anchor="ctr"/>
          <a:lstStyle/>
          <a:p>
            <a:pPr algn="ctr" indent="0" marL="0">
              <a:buNone/>
            </a:pPr>
            <a:r>
              <a:rPr lang="en-US" sz="1200" dirty="0">
                <a:solidFill>
                  <a:schemeClr val="accent5"/>
                </a:solidFill>
              </a:rPr>
              <a:t>contraire   </a:t>
            </a:r>
            <a:r>
              <a:rPr lang="en-US" sz="1400" b="1" i="1" dirty="0">
                <a:solidFill>
                  <a:schemeClr val="tx1"/>
                </a:solidFill>
              </a:rPr>
              <a:t>uitademen ≠ inademen</a:t>
            </a:r>
            <a:endParaRPr lang="en-US" sz="1800" dirty="0"/>
          </a:p>
        </p:txBody>
      </p:sp>
      <p:sp>
        <p:nvSpPr>
          <p:cNvPr id="14" name="Shape 11"/>
          <p:cNvSpPr/>
          <p:nvPr/>
        </p:nvSpPr>
        <p:spPr>
          <a:xfrm>
            <a:off x="4937760" y="146304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5" name="Shape 12"/>
          <p:cNvSpPr/>
          <p:nvPr/>
        </p:nvSpPr>
        <p:spPr>
          <a:xfrm>
            <a:off x="4937760" y="1463040"/>
            <a:ext cx="109728" cy="1353312"/>
          </a:xfrm>
          <a:prstGeom prst="rect">
            <a:avLst/>
          </a:prstGeom>
          <a:solidFill>
            <a:schemeClr val="accent1"/>
          </a:solidFill>
          <a:ln w="12700">
            <a:solidFill>
              <a:srgbClr val="FFFFFF">
                <a:alpha val="0"/>
              </a:srgbClr>
            </a:solidFill>
            <a:prstDash val="solid"/>
          </a:ln>
        </p:spPr>
      </p:sp>
      <p:pic>
        <p:nvPicPr>
          <p:cNvPr id="16" name="Image 0" descr="door">    </p:cNvPr>
          <p:cNvPicPr>
            <a:picLocks noChangeAspect="1"/>
          </p:cNvPicPr>
          <p:nvPr/>
        </p:nvPicPr>
        <p:blipFill>
          <a:blip r:embed="rId1"/>
          <a:stretch>
            <a:fillRect/>
          </a:stretch>
        </p:blipFill>
        <p:spPr>
          <a:xfrm>
            <a:off x="5230368" y="1618488"/>
            <a:ext cx="1042416" cy="1042416"/>
          </a:xfrm>
          <a:prstGeom prst="rect">
            <a:avLst/>
          </a:prstGeom>
        </p:spPr>
      </p:pic>
      <p:sp>
        <p:nvSpPr>
          <p:cNvPr id="17" name="Text 13"/>
          <p:cNvSpPr txBox="1"/>
          <p:nvPr/>
        </p:nvSpPr>
        <p:spPr>
          <a:xfrm>
            <a:off x="6492240" y="1554480"/>
            <a:ext cx="5010912" cy="310896"/>
          </a:xfrm>
          <a:prstGeom prst="rect">
            <a:avLst/>
          </a:prstGeom>
          <a:noFill/>
          <a:ln/>
        </p:spPr>
        <p:txBody>
          <a:bodyPr wrap="square" lIns="0" tIns="0" rIns="0" bIns="0" rtlCol="0" anchor="ctr"/>
          <a:lstStyle/>
          <a:p>
            <a:pPr algn="l" indent="0" marL="0">
              <a:buNone/>
            </a:pPr>
            <a:r>
              <a:rPr lang="en-US" sz="1200" b="1" spc="100" kern="0" dirty="0">
                <a:solidFill>
                  <a:schemeClr val="accent1"/>
                </a:solidFill>
              </a:rPr>
              <a:t>①  VERS L’EXTÉRIEUR</a:t>
            </a:r>
            <a:endParaRPr lang="en-US" sz="1200" dirty="0"/>
          </a:p>
        </p:txBody>
      </p:sp>
      <p:sp>
        <p:nvSpPr>
          <p:cNvPr id="18" name="Text 14"/>
          <p:cNvSpPr txBox="1"/>
          <p:nvPr/>
        </p:nvSpPr>
        <p:spPr>
          <a:xfrm>
            <a:off x="6492240" y="1847088"/>
            <a:ext cx="5010912" cy="512064"/>
          </a:xfrm>
          <a:prstGeom prst="rect">
            <a:avLst/>
          </a:prstGeom>
          <a:noFill/>
          <a:ln/>
        </p:spPr>
        <p:txBody>
          <a:bodyPr wrap="square" lIns="0" tIns="0" rIns="0" bIns="0" rtlCol="0" anchor="ctr"/>
          <a:lstStyle/>
          <a:p>
            <a:pPr algn="l" indent="0" marL="0">
              <a:buNone/>
            </a:pPr>
            <a:r>
              <a:rPr lang="en-US" sz="2600" b="1" dirty="0">
                <a:solidFill>
                  <a:srgbClr val="D9700F"/>
                </a:solidFill>
              </a:rPr>
              <a:t>uit</a:t>
            </a:r>
            <a:r>
              <a:rPr lang="en-US" sz="2600" b="1" dirty="0">
                <a:solidFill>
                  <a:schemeClr val="tx1"/>
                </a:solidFill>
              </a:rPr>
              <a:t>gaan</a:t>
            </a:r>
            <a:r>
              <a:rPr lang="en-US" sz="1800" dirty="0">
                <a:solidFill>
                  <a:schemeClr val="accent5"/>
                </a:solidFill>
              </a:rPr>
              <a:t>   sortir</a:t>
            </a:r>
            <a:endParaRPr lang="en-US" sz="1800" dirty="0"/>
          </a:p>
        </p:txBody>
      </p:sp>
      <p:sp>
        <p:nvSpPr>
          <p:cNvPr id="19" name="Text 15"/>
          <p:cNvSpPr txBox="1"/>
          <p:nvPr/>
        </p:nvSpPr>
        <p:spPr>
          <a:xfrm>
            <a:off x="6492240" y="235915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We gaan vanavond </a:t>
            </a:r>
            <a:r>
              <a:rPr lang="en-US" sz="1700" b="1" i="1" dirty="0">
                <a:solidFill>
                  <a:srgbClr val="D9700F"/>
                </a:solidFill>
              </a:rPr>
              <a:t>uit</a:t>
            </a:r>
            <a:r>
              <a:rPr lang="en-US" sz="1700" i="1" dirty="0">
                <a:solidFill>
                  <a:schemeClr val="tx1"/>
                </a:solidFill>
              </a:rPr>
              <a:t>.</a:t>
            </a:r>
            <a:endParaRPr lang="en-US" sz="1800" dirty="0"/>
          </a:p>
        </p:txBody>
      </p:sp>
      <p:sp>
        <p:nvSpPr>
          <p:cNvPr id="20" name="Shape 16"/>
          <p:cNvSpPr/>
          <p:nvPr/>
        </p:nvSpPr>
        <p:spPr>
          <a:xfrm>
            <a:off x="4937760" y="292608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1" name="Shape 17"/>
          <p:cNvSpPr/>
          <p:nvPr/>
        </p:nvSpPr>
        <p:spPr>
          <a:xfrm>
            <a:off x="4937760" y="2926080"/>
            <a:ext cx="109728" cy="1353312"/>
          </a:xfrm>
          <a:prstGeom prst="rect">
            <a:avLst/>
          </a:prstGeom>
          <a:solidFill>
            <a:schemeClr val="accent1"/>
          </a:solidFill>
          <a:ln w="12700">
            <a:solidFill>
              <a:srgbClr val="FFFFFF">
                <a:alpha val="0"/>
              </a:srgbClr>
            </a:solidFill>
            <a:prstDash val="solid"/>
          </a:ln>
        </p:spPr>
      </p:sp>
      <p:pic>
        <p:nvPicPr>
          <p:cNvPr id="22" name="Image 1" descr="closed book">    </p:cNvPr>
          <p:cNvPicPr>
            <a:picLocks noChangeAspect="1"/>
          </p:cNvPicPr>
          <p:nvPr/>
        </p:nvPicPr>
        <p:blipFill>
          <a:blip r:embed="rId2"/>
          <a:stretch>
            <a:fillRect/>
          </a:stretch>
        </p:blipFill>
        <p:spPr>
          <a:xfrm>
            <a:off x="5230368" y="3081528"/>
            <a:ext cx="1042416" cy="1042416"/>
          </a:xfrm>
          <a:prstGeom prst="rect">
            <a:avLst/>
          </a:prstGeom>
        </p:spPr>
      </p:pic>
      <p:sp>
        <p:nvSpPr>
          <p:cNvPr id="23" name="Text 18"/>
          <p:cNvSpPr txBox="1"/>
          <p:nvPr/>
        </p:nvSpPr>
        <p:spPr>
          <a:xfrm>
            <a:off x="6492240" y="3017520"/>
            <a:ext cx="5010912" cy="310896"/>
          </a:xfrm>
          <a:prstGeom prst="rect">
            <a:avLst/>
          </a:prstGeom>
          <a:noFill/>
          <a:ln/>
        </p:spPr>
        <p:txBody>
          <a:bodyPr wrap="square" lIns="0" tIns="0" rIns="0" bIns="0" rtlCol="0" anchor="ctr"/>
          <a:lstStyle/>
          <a:p>
            <a:pPr algn="l" indent="0" marL="0">
              <a:buNone/>
            </a:pPr>
            <a:r>
              <a:rPr lang="en-US" sz="1200" b="1" spc="100" kern="0" dirty="0">
                <a:solidFill>
                  <a:schemeClr val="accent1"/>
                </a:solidFill>
              </a:rPr>
              <a:t>②  JUSQU’AU BOUT, ARRÊT</a:t>
            </a:r>
            <a:endParaRPr lang="en-US" sz="1200" dirty="0"/>
          </a:p>
        </p:txBody>
      </p:sp>
      <p:sp>
        <p:nvSpPr>
          <p:cNvPr id="24" name="Text 19"/>
          <p:cNvSpPr txBox="1"/>
          <p:nvPr/>
        </p:nvSpPr>
        <p:spPr>
          <a:xfrm>
            <a:off x="6492240" y="3310128"/>
            <a:ext cx="5010912" cy="512064"/>
          </a:xfrm>
          <a:prstGeom prst="rect">
            <a:avLst/>
          </a:prstGeom>
          <a:noFill/>
          <a:ln/>
        </p:spPr>
        <p:txBody>
          <a:bodyPr wrap="square" lIns="0" tIns="0" rIns="0" bIns="0" rtlCol="0" anchor="ctr"/>
          <a:lstStyle/>
          <a:p>
            <a:pPr algn="l" indent="0" marL="0">
              <a:buNone/>
            </a:pPr>
            <a:r>
              <a:rPr lang="en-US" sz="2600" b="1" dirty="0">
                <a:solidFill>
                  <a:srgbClr val="D9700F"/>
                </a:solidFill>
              </a:rPr>
              <a:t>uit</a:t>
            </a:r>
            <a:r>
              <a:rPr lang="en-US" sz="2600" b="1" dirty="0">
                <a:solidFill>
                  <a:schemeClr val="tx1"/>
                </a:solidFill>
              </a:rPr>
              <a:t>lezen</a:t>
            </a:r>
            <a:r>
              <a:rPr lang="en-US" sz="1800" dirty="0">
                <a:solidFill>
                  <a:schemeClr val="accent5"/>
                </a:solidFill>
              </a:rPr>
              <a:t>   finir (un livre)</a:t>
            </a:r>
            <a:endParaRPr lang="en-US" sz="1800" dirty="0"/>
          </a:p>
        </p:txBody>
      </p:sp>
      <p:sp>
        <p:nvSpPr>
          <p:cNvPr id="25" name="Text 20"/>
          <p:cNvSpPr txBox="1"/>
          <p:nvPr/>
        </p:nvSpPr>
        <p:spPr>
          <a:xfrm>
            <a:off x="6492240" y="382219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Ik heb het boek </a:t>
            </a:r>
            <a:r>
              <a:rPr lang="en-US" sz="1700" b="1" i="1" dirty="0">
                <a:solidFill>
                  <a:srgbClr val="D9700F"/>
                </a:solidFill>
              </a:rPr>
              <a:t>uit</a:t>
            </a:r>
            <a:r>
              <a:rPr lang="en-US" sz="1700" i="1" dirty="0">
                <a:solidFill>
                  <a:schemeClr val="tx1"/>
                </a:solidFill>
              </a:rPr>
              <a:t>gelezen.</a:t>
            </a:r>
            <a:endParaRPr lang="en-US" sz="1800" dirty="0"/>
          </a:p>
        </p:txBody>
      </p:sp>
      <p:sp>
        <p:nvSpPr>
          <p:cNvPr id="26" name="Shape 21"/>
          <p:cNvSpPr/>
          <p:nvPr/>
        </p:nvSpPr>
        <p:spPr>
          <a:xfrm>
            <a:off x="4937760" y="438912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7" name="Shape 22"/>
          <p:cNvSpPr/>
          <p:nvPr/>
        </p:nvSpPr>
        <p:spPr>
          <a:xfrm>
            <a:off x="4937760" y="4389120"/>
            <a:ext cx="109728" cy="1353312"/>
          </a:xfrm>
          <a:prstGeom prst="rect">
            <a:avLst/>
          </a:prstGeom>
          <a:solidFill>
            <a:schemeClr val="accent1"/>
          </a:solidFill>
          <a:ln w="12700">
            <a:solidFill>
              <a:srgbClr val="FFFFFF">
                <a:alpha val="0"/>
              </a:srgbClr>
            </a:solidFill>
            <a:prstDash val="solid"/>
          </a:ln>
        </p:spPr>
      </p:sp>
      <p:pic>
        <p:nvPicPr>
          <p:cNvPr id="28" name="Image 2" descr="speech balloon">    </p:cNvPr>
          <p:cNvPicPr>
            <a:picLocks noChangeAspect="1"/>
          </p:cNvPicPr>
          <p:nvPr/>
        </p:nvPicPr>
        <p:blipFill>
          <a:blip r:embed="rId3"/>
          <a:stretch>
            <a:fillRect/>
          </a:stretch>
        </p:blipFill>
        <p:spPr>
          <a:xfrm>
            <a:off x="5230368" y="4544568"/>
            <a:ext cx="1042416" cy="1042416"/>
          </a:xfrm>
          <a:prstGeom prst="rect">
            <a:avLst/>
          </a:prstGeom>
        </p:spPr>
      </p:pic>
      <p:sp>
        <p:nvSpPr>
          <p:cNvPr id="29" name="Text 23"/>
          <p:cNvSpPr txBox="1"/>
          <p:nvPr/>
        </p:nvSpPr>
        <p:spPr>
          <a:xfrm>
            <a:off x="6492240" y="4480560"/>
            <a:ext cx="5010912" cy="310896"/>
          </a:xfrm>
          <a:prstGeom prst="rect">
            <a:avLst/>
          </a:prstGeom>
          <a:noFill/>
          <a:ln/>
        </p:spPr>
        <p:txBody>
          <a:bodyPr wrap="square" lIns="0" tIns="0" rIns="0" bIns="0" rtlCol="0" anchor="ctr"/>
          <a:lstStyle/>
          <a:p>
            <a:pPr algn="l" indent="0" marL="0">
              <a:buNone/>
            </a:pPr>
            <a:r>
              <a:rPr lang="en-US" sz="1200" b="1" spc="100" kern="0" dirty="0">
                <a:solidFill>
                  <a:schemeClr val="accent1"/>
                </a:solidFill>
              </a:rPr>
              <a:t>③  FIGURÉ</a:t>
            </a:r>
            <a:endParaRPr lang="en-US" sz="1200" dirty="0"/>
          </a:p>
        </p:txBody>
      </p:sp>
      <p:sp>
        <p:nvSpPr>
          <p:cNvPr id="30" name="Text 24"/>
          <p:cNvSpPr txBox="1"/>
          <p:nvPr/>
        </p:nvSpPr>
        <p:spPr>
          <a:xfrm>
            <a:off x="6492240" y="4773168"/>
            <a:ext cx="5010912" cy="512064"/>
          </a:xfrm>
          <a:prstGeom prst="rect">
            <a:avLst/>
          </a:prstGeom>
          <a:noFill/>
          <a:ln/>
        </p:spPr>
        <p:txBody>
          <a:bodyPr wrap="square" lIns="0" tIns="0" rIns="0" bIns="0" rtlCol="0" anchor="ctr"/>
          <a:lstStyle/>
          <a:p>
            <a:pPr algn="l" indent="0" marL="0">
              <a:buNone/>
            </a:pPr>
            <a:r>
              <a:rPr lang="en-US" sz="2600" b="1" dirty="0">
                <a:solidFill>
                  <a:srgbClr val="D9700F"/>
                </a:solidFill>
              </a:rPr>
              <a:t>uit</a:t>
            </a:r>
            <a:r>
              <a:rPr lang="en-US" sz="2600" b="1" dirty="0">
                <a:solidFill>
                  <a:schemeClr val="tx1"/>
                </a:solidFill>
              </a:rPr>
              <a:t>leggen</a:t>
            </a:r>
            <a:r>
              <a:rPr lang="en-US" sz="1800" dirty="0">
                <a:solidFill>
                  <a:schemeClr val="accent5"/>
                </a:solidFill>
              </a:rPr>
              <a:t>   expliquer</a:t>
            </a:r>
            <a:endParaRPr lang="en-US" sz="1800" dirty="0"/>
          </a:p>
        </p:txBody>
      </p:sp>
      <p:sp>
        <p:nvSpPr>
          <p:cNvPr id="31" name="Text 25"/>
          <p:cNvSpPr txBox="1"/>
          <p:nvPr/>
        </p:nvSpPr>
        <p:spPr>
          <a:xfrm>
            <a:off x="6492240" y="528523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Kun je dat even </a:t>
            </a:r>
            <a:r>
              <a:rPr lang="en-US" sz="1700" b="1" i="1" dirty="0">
                <a:solidFill>
                  <a:srgbClr val="D9700F"/>
                </a:solidFill>
              </a:rPr>
              <a:t>uit</a:t>
            </a:r>
            <a:r>
              <a:rPr lang="en-US" sz="1700" i="1" dirty="0">
                <a:solidFill>
                  <a:schemeClr val="tx1"/>
                </a:solidFill>
              </a:rPr>
              <a:t>leggen?</a:t>
            </a:r>
            <a:endParaRPr lang="en-US" sz="1800" dirty="0"/>
          </a:p>
        </p:txBody>
      </p:sp>
      <p:sp>
        <p:nvSpPr>
          <p:cNvPr id="32" name="Text 26"/>
          <p:cNvSpPr txBox="1"/>
          <p:nvPr/>
        </p:nvSpPr>
        <p:spPr>
          <a:xfrm>
            <a:off x="4937760" y="5870448"/>
            <a:ext cx="6702552" cy="347472"/>
          </a:xfrm>
          <a:prstGeom prst="rect">
            <a:avLst/>
          </a:prstGeom>
          <a:noFill/>
          <a:ln/>
        </p:spPr>
        <p:txBody>
          <a:bodyPr wrap="square" lIns="0" tIns="0" rIns="0" bIns="0" rtlCol="0" anchor="ctr"/>
          <a:lstStyle/>
          <a:p>
            <a:pPr algn="l" indent="0" marL="0">
              <a:buNone/>
            </a:pPr>
            <a:r>
              <a:rPr lang="en-US" sz="1500" dirty="0">
                <a:solidFill>
                  <a:schemeClr val="accent5"/>
                </a:solidFill>
              </a:rPr>
              <a:t>+ aussi : </a:t>
            </a:r>
            <a:r>
              <a:rPr lang="en-US" sz="1500" i="1" dirty="0">
                <a:solidFill>
                  <a:schemeClr val="accent5"/>
                </a:solidFill>
              </a:rPr>
              <a:t>uitstappen · uitzetten · uitnodigen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OP- : vers le haut</a:t>
            </a:r>
            <a:endParaRPr lang="en-US" sz="3000" dirty="0"/>
          </a:p>
        </p:txBody>
      </p:sp>
      <p:sp>
        <p:nvSpPr>
          <p:cNvPr id="3" name="tag"/>
          <p:cNvSpPr/>
          <p:nvPr/>
        </p:nvSpPr>
        <p:spPr>
          <a:xfrm>
            <a:off x="548640" y="237744"/>
            <a:ext cx="2092147"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PARTICULE 3 / 14</a:t>
            </a:r>
            <a:endParaRPr lang="en-US" sz="1200" dirty="0"/>
          </a:p>
        </p:txBody>
      </p:sp>
      <p:sp>
        <p:nvSpPr>
          <p:cNvPr id="5" name="Shape 2"/>
          <p:cNvSpPr/>
          <p:nvPr/>
        </p:nvSpPr>
        <p:spPr>
          <a:xfrm>
            <a:off x="548640" y="1463040"/>
            <a:ext cx="4160520" cy="4754880"/>
          </a:xfrm>
          <a:prstGeom prst="roundRect">
            <a:avLst>
              <a:gd name="adj" fmla="val 2637"/>
            </a:avLst>
          </a:prstGeom>
          <a:solidFill>
            <a:schemeClr val="accent3">
              <a:alpha val="12000"/>
            </a:schemeClr>
          </a:solidFill>
          <a:ln w="19050">
            <a:solidFill>
              <a:srgbClr val="2E7D4F"/>
            </a:solidFill>
            <a:prstDash val="solid"/>
          </a:ln>
        </p:spPr>
      </p:sp>
      <p:sp>
        <p:nvSpPr>
          <p:cNvPr id="6" name="Shape 3"/>
          <p:cNvSpPr/>
          <p:nvPr/>
        </p:nvSpPr>
        <p:spPr>
          <a:xfrm>
            <a:off x="731520" y="1645920"/>
            <a:ext cx="3794760" cy="2743200"/>
          </a:xfrm>
          <a:prstGeom prst="roundRect">
            <a:avLst>
              <a:gd name="adj" fmla="val 3333"/>
            </a:avLst>
          </a:prstGeom>
          <a:solidFill>
            <a:srgbClr val="FFFFFF"/>
          </a:solidFill>
          <a:ln w="12700">
            <a:solidFill>
              <a:srgbClr val="FFFFFF">
                <a:alpha val="0"/>
              </a:srgbClr>
            </a:solidFill>
            <a:prstDash val="solid"/>
          </a:ln>
        </p:spPr>
      </p:sp>
      <p:sp>
        <p:nvSpPr>
          <p:cNvPr id="7" name="Shape 4"/>
          <p:cNvSpPr/>
          <p:nvPr/>
        </p:nvSpPr>
        <p:spPr>
          <a:xfrm>
            <a:off x="1394460" y="3934846"/>
            <a:ext cx="2468880" cy="144841"/>
          </a:xfrm>
          <a:prstGeom prst="rect">
            <a:avLst/>
          </a:prstGeom>
          <a:solidFill>
            <a:srgbClr val="8A96A8"/>
          </a:solidFill>
          <a:ln w="12700">
            <a:solidFill>
              <a:srgbClr val="FFFFFF">
                <a:alpha val="0"/>
              </a:srgbClr>
            </a:solidFill>
            <a:prstDash val="solid"/>
          </a:ln>
        </p:spPr>
      </p:sp>
      <p:sp>
        <p:nvSpPr>
          <p:cNvPr id="8" name="Shape 5"/>
          <p:cNvSpPr/>
          <p:nvPr/>
        </p:nvSpPr>
        <p:spPr>
          <a:xfrm>
            <a:off x="2251710" y="1907073"/>
            <a:ext cx="754380" cy="1979493"/>
          </a:xfrm>
          <a:prstGeom prst="upArrow">
            <a:avLst/>
          </a:prstGeom>
          <a:solidFill>
            <a:srgbClr val="2E7D4F"/>
          </a:solidFill>
          <a:ln w="12700">
            <a:solidFill>
              <a:srgbClr val="FFFFFF">
                <a:alpha val="0"/>
              </a:srgbClr>
            </a:solidFill>
            <a:prstDash val="solid"/>
          </a:ln>
        </p:spPr>
      </p:sp>
      <p:sp>
        <p:nvSpPr>
          <p:cNvPr id="9" name="Text 6"/>
          <p:cNvSpPr txBox="1"/>
          <p:nvPr/>
        </p:nvSpPr>
        <p:spPr>
          <a:xfrm>
            <a:off x="731520" y="4434840"/>
            <a:ext cx="3794760" cy="713232"/>
          </a:xfrm>
          <a:prstGeom prst="rect">
            <a:avLst/>
          </a:prstGeom>
          <a:noFill/>
          <a:ln/>
        </p:spPr>
        <p:txBody>
          <a:bodyPr wrap="square" lIns="0" tIns="0" rIns="0" bIns="0" rtlCol="0" anchor="ctr"/>
          <a:lstStyle/>
          <a:p>
            <a:pPr algn="ctr" indent="0" marL="0">
              <a:buNone/>
            </a:pPr>
            <a:r>
              <a:rPr lang="en-US" sz="4600" b="1" dirty="0">
                <a:solidFill>
                  <a:schemeClr val="accent3"/>
                </a:solidFill>
                <a:latin typeface="+mj-lt" pitchFamily="34" charset="0"/>
                <a:ea typeface="+mj-lt" pitchFamily="34" charset="-122"/>
                <a:cs typeface="+mj-lt" pitchFamily="34" charset="-120"/>
              </a:rPr>
              <a:t>op</a:t>
            </a:r>
            <a:endParaRPr lang="en-US" sz="4600" dirty="0"/>
          </a:p>
        </p:txBody>
      </p:sp>
      <p:sp>
        <p:nvSpPr>
          <p:cNvPr id="10" name="Text 7"/>
          <p:cNvSpPr txBox="1"/>
          <p:nvPr/>
        </p:nvSpPr>
        <p:spPr>
          <a:xfrm>
            <a:off x="731520" y="5120640"/>
            <a:ext cx="3794760" cy="384048"/>
          </a:xfrm>
          <a:prstGeom prst="rect">
            <a:avLst/>
          </a:prstGeom>
          <a:noFill/>
          <a:ln/>
        </p:spPr>
        <p:txBody>
          <a:bodyPr wrap="square" lIns="0" tIns="0" rIns="0" bIns="0" rtlCol="0" anchor="ctr"/>
          <a:lstStyle/>
          <a:p>
            <a:pPr algn="ctr" indent="0" marL="0">
              <a:buNone/>
            </a:pPr>
            <a:r>
              <a:rPr lang="en-US" sz="1600" i="1" dirty="0">
                <a:solidFill>
                  <a:schemeClr val="tx2"/>
                </a:solidFill>
              </a:rPr>
              <a:t>en haut · complètement</a:t>
            </a:r>
            <a:endParaRPr lang="en-US" sz="1600" dirty="0"/>
          </a:p>
        </p:txBody>
      </p:sp>
      <p:sp>
        <p:nvSpPr>
          <p:cNvPr id="11" name="Shape 8"/>
          <p:cNvSpPr/>
          <p:nvPr/>
        </p:nvSpPr>
        <p:spPr>
          <a:xfrm>
            <a:off x="4937760" y="146304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2" name="Shape 9"/>
          <p:cNvSpPr/>
          <p:nvPr/>
        </p:nvSpPr>
        <p:spPr>
          <a:xfrm>
            <a:off x="4937760" y="1463040"/>
            <a:ext cx="109728" cy="1353312"/>
          </a:xfrm>
          <a:prstGeom prst="rect">
            <a:avLst/>
          </a:prstGeom>
          <a:solidFill>
            <a:schemeClr val="accent3"/>
          </a:solidFill>
          <a:ln w="12700">
            <a:solidFill>
              <a:srgbClr val="FFFFFF">
                <a:alpha val="0"/>
              </a:srgbClr>
            </a:solidFill>
            <a:prstDash val="solid"/>
          </a:ln>
        </p:spPr>
      </p:sp>
      <p:pic>
        <p:nvPicPr>
          <p:cNvPr id="13" name="Image 0" descr="alarm clock">    </p:cNvPr>
          <p:cNvPicPr>
            <a:picLocks noChangeAspect="1"/>
          </p:cNvPicPr>
          <p:nvPr/>
        </p:nvPicPr>
        <p:blipFill>
          <a:blip r:embed="rId1"/>
          <a:stretch>
            <a:fillRect/>
          </a:stretch>
        </p:blipFill>
        <p:spPr>
          <a:xfrm>
            <a:off x="5230368" y="1618488"/>
            <a:ext cx="1042416" cy="1042416"/>
          </a:xfrm>
          <a:prstGeom prst="rect">
            <a:avLst/>
          </a:prstGeom>
        </p:spPr>
      </p:pic>
      <p:sp>
        <p:nvSpPr>
          <p:cNvPr id="14" name="Text 10"/>
          <p:cNvSpPr txBox="1"/>
          <p:nvPr/>
        </p:nvSpPr>
        <p:spPr>
          <a:xfrm>
            <a:off x="6492240" y="1554480"/>
            <a:ext cx="5010912" cy="310896"/>
          </a:xfrm>
          <a:prstGeom prst="rect">
            <a:avLst/>
          </a:prstGeom>
          <a:noFill/>
          <a:ln/>
        </p:spPr>
        <p:txBody>
          <a:bodyPr wrap="square" lIns="0" tIns="0" rIns="0" bIns="0" rtlCol="0" anchor="ctr"/>
          <a:lstStyle/>
          <a:p>
            <a:pPr algn="l" indent="0" marL="0">
              <a:buNone/>
            </a:pPr>
            <a:r>
              <a:rPr lang="en-US" sz="1200" b="1" spc="100" kern="0" dirty="0">
                <a:solidFill>
                  <a:schemeClr val="accent3"/>
                </a:solidFill>
              </a:rPr>
              <a:t>①  VERS LE HAUT</a:t>
            </a:r>
            <a:endParaRPr lang="en-US" sz="1200" dirty="0"/>
          </a:p>
        </p:txBody>
      </p:sp>
      <p:sp>
        <p:nvSpPr>
          <p:cNvPr id="15" name="Text 11"/>
          <p:cNvSpPr txBox="1"/>
          <p:nvPr/>
        </p:nvSpPr>
        <p:spPr>
          <a:xfrm>
            <a:off x="6492240" y="1847088"/>
            <a:ext cx="5010912" cy="512064"/>
          </a:xfrm>
          <a:prstGeom prst="rect">
            <a:avLst/>
          </a:prstGeom>
          <a:noFill/>
          <a:ln/>
        </p:spPr>
        <p:txBody>
          <a:bodyPr wrap="square" lIns="0" tIns="0" rIns="0" bIns="0" rtlCol="0" anchor="ctr"/>
          <a:lstStyle/>
          <a:p>
            <a:pPr algn="l" indent="0" marL="0">
              <a:buNone/>
            </a:pPr>
            <a:r>
              <a:rPr lang="en-US" sz="2600" b="1" dirty="0">
                <a:solidFill>
                  <a:srgbClr val="2E7D4F"/>
                </a:solidFill>
              </a:rPr>
              <a:t>op</a:t>
            </a:r>
            <a:r>
              <a:rPr lang="en-US" sz="2600" b="1" dirty="0">
                <a:solidFill>
                  <a:schemeClr val="tx1"/>
                </a:solidFill>
              </a:rPr>
              <a:t>staan</a:t>
            </a:r>
            <a:r>
              <a:rPr lang="en-US" sz="1800" dirty="0">
                <a:solidFill>
                  <a:schemeClr val="accent5"/>
                </a:solidFill>
              </a:rPr>
              <a:t>   se lever</a:t>
            </a:r>
            <a:endParaRPr lang="en-US" sz="1800" dirty="0"/>
          </a:p>
        </p:txBody>
      </p:sp>
      <p:sp>
        <p:nvSpPr>
          <p:cNvPr id="16" name="Text 12"/>
          <p:cNvSpPr txBox="1"/>
          <p:nvPr/>
        </p:nvSpPr>
        <p:spPr>
          <a:xfrm>
            <a:off x="6492240" y="235915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Ik sta om zeven uur </a:t>
            </a:r>
            <a:r>
              <a:rPr lang="en-US" sz="1700" b="1" i="1" dirty="0">
                <a:solidFill>
                  <a:srgbClr val="2E7D4F"/>
                </a:solidFill>
              </a:rPr>
              <a:t>op</a:t>
            </a:r>
            <a:r>
              <a:rPr lang="en-US" sz="1700" i="1" dirty="0">
                <a:solidFill>
                  <a:schemeClr val="tx1"/>
                </a:solidFill>
              </a:rPr>
              <a:t>.</a:t>
            </a:r>
            <a:endParaRPr lang="en-US" sz="1800" dirty="0"/>
          </a:p>
        </p:txBody>
      </p:sp>
      <p:sp>
        <p:nvSpPr>
          <p:cNvPr id="17" name="Shape 13"/>
          <p:cNvSpPr/>
          <p:nvPr/>
        </p:nvSpPr>
        <p:spPr>
          <a:xfrm>
            <a:off x="4937760" y="292608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8" name="Shape 14"/>
          <p:cNvSpPr/>
          <p:nvPr/>
        </p:nvSpPr>
        <p:spPr>
          <a:xfrm>
            <a:off x="4937760" y="2926080"/>
            <a:ext cx="109728" cy="1353312"/>
          </a:xfrm>
          <a:prstGeom prst="rect">
            <a:avLst/>
          </a:prstGeom>
          <a:solidFill>
            <a:schemeClr val="accent3"/>
          </a:solidFill>
          <a:ln w="12700">
            <a:solidFill>
              <a:srgbClr val="FFFFFF">
                <a:alpha val="0"/>
              </a:srgbClr>
            </a:solidFill>
            <a:prstDash val="solid"/>
          </a:ln>
        </p:spPr>
      </p:sp>
      <p:pic>
        <p:nvPicPr>
          <p:cNvPr id="19" name="Image 1" descr="fork and knife with plate">    </p:cNvPr>
          <p:cNvPicPr>
            <a:picLocks noChangeAspect="1"/>
          </p:cNvPicPr>
          <p:nvPr/>
        </p:nvPicPr>
        <p:blipFill>
          <a:blip r:embed="rId2"/>
          <a:stretch>
            <a:fillRect/>
          </a:stretch>
        </p:blipFill>
        <p:spPr>
          <a:xfrm>
            <a:off x="5230368" y="3081528"/>
            <a:ext cx="1042416" cy="1042416"/>
          </a:xfrm>
          <a:prstGeom prst="rect">
            <a:avLst/>
          </a:prstGeom>
        </p:spPr>
      </p:pic>
      <p:sp>
        <p:nvSpPr>
          <p:cNvPr id="20" name="Text 15"/>
          <p:cNvSpPr txBox="1"/>
          <p:nvPr/>
        </p:nvSpPr>
        <p:spPr>
          <a:xfrm>
            <a:off x="6492240" y="3017520"/>
            <a:ext cx="5010912" cy="310896"/>
          </a:xfrm>
          <a:prstGeom prst="rect">
            <a:avLst/>
          </a:prstGeom>
          <a:noFill/>
          <a:ln/>
        </p:spPr>
        <p:txBody>
          <a:bodyPr wrap="square" lIns="0" tIns="0" rIns="0" bIns="0" rtlCol="0" anchor="ctr"/>
          <a:lstStyle/>
          <a:p>
            <a:pPr algn="l" indent="0" marL="0">
              <a:buNone/>
            </a:pPr>
            <a:r>
              <a:rPr lang="en-US" sz="1200" b="1" spc="100" kern="0" dirty="0">
                <a:solidFill>
                  <a:schemeClr val="accent3"/>
                </a:solidFill>
              </a:rPr>
              <a:t>②  COMPLÈTEMENT</a:t>
            </a:r>
            <a:endParaRPr lang="en-US" sz="1200" dirty="0"/>
          </a:p>
        </p:txBody>
      </p:sp>
      <p:sp>
        <p:nvSpPr>
          <p:cNvPr id="21" name="Text 16"/>
          <p:cNvSpPr txBox="1"/>
          <p:nvPr/>
        </p:nvSpPr>
        <p:spPr>
          <a:xfrm>
            <a:off x="6492240" y="3310128"/>
            <a:ext cx="5010912" cy="512064"/>
          </a:xfrm>
          <a:prstGeom prst="rect">
            <a:avLst/>
          </a:prstGeom>
          <a:noFill/>
          <a:ln/>
        </p:spPr>
        <p:txBody>
          <a:bodyPr wrap="square" lIns="0" tIns="0" rIns="0" bIns="0" rtlCol="0" anchor="ctr"/>
          <a:lstStyle/>
          <a:p>
            <a:pPr algn="l" indent="0" marL="0">
              <a:buNone/>
            </a:pPr>
            <a:r>
              <a:rPr lang="en-US" sz="2600" b="1" dirty="0">
                <a:solidFill>
                  <a:srgbClr val="2E7D4F"/>
                </a:solidFill>
              </a:rPr>
              <a:t>op</a:t>
            </a:r>
            <a:r>
              <a:rPr lang="en-US" sz="2600" b="1" dirty="0">
                <a:solidFill>
                  <a:schemeClr val="tx1"/>
                </a:solidFill>
              </a:rPr>
              <a:t>eten</a:t>
            </a:r>
            <a:r>
              <a:rPr lang="en-US" sz="1800" dirty="0">
                <a:solidFill>
                  <a:schemeClr val="accent5"/>
                </a:solidFill>
              </a:rPr>
              <a:t>   tout manger</a:t>
            </a:r>
            <a:endParaRPr lang="en-US" sz="1800" dirty="0"/>
          </a:p>
        </p:txBody>
      </p:sp>
      <p:sp>
        <p:nvSpPr>
          <p:cNvPr id="22" name="Text 17"/>
          <p:cNvSpPr txBox="1"/>
          <p:nvPr/>
        </p:nvSpPr>
        <p:spPr>
          <a:xfrm>
            <a:off x="6492240" y="382219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Eet je bord </a:t>
            </a:r>
            <a:r>
              <a:rPr lang="en-US" sz="1700" b="1" i="1" dirty="0">
                <a:solidFill>
                  <a:srgbClr val="2E7D4F"/>
                </a:solidFill>
              </a:rPr>
              <a:t>op</a:t>
            </a:r>
            <a:r>
              <a:rPr lang="en-US" sz="1700" i="1" dirty="0">
                <a:solidFill>
                  <a:schemeClr val="tx1"/>
                </a:solidFill>
              </a:rPr>
              <a:t>!</a:t>
            </a:r>
            <a:endParaRPr lang="en-US" sz="1800" dirty="0"/>
          </a:p>
        </p:txBody>
      </p:sp>
      <p:sp>
        <p:nvSpPr>
          <p:cNvPr id="23" name="Shape 18"/>
          <p:cNvSpPr/>
          <p:nvPr/>
        </p:nvSpPr>
        <p:spPr>
          <a:xfrm>
            <a:off x="4937760" y="438912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4" name="Shape 19"/>
          <p:cNvSpPr/>
          <p:nvPr/>
        </p:nvSpPr>
        <p:spPr>
          <a:xfrm>
            <a:off x="4937760" y="4389120"/>
            <a:ext cx="109728" cy="1353312"/>
          </a:xfrm>
          <a:prstGeom prst="rect">
            <a:avLst/>
          </a:prstGeom>
          <a:solidFill>
            <a:schemeClr val="accent3"/>
          </a:solidFill>
          <a:ln w="12700">
            <a:solidFill>
              <a:srgbClr val="FFFFFF">
                <a:alpha val="0"/>
              </a:srgbClr>
            </a:solidFill>
            <a:prstDash val="solid"/>
          </a:ln>
        </p:spPr>
      </p:sp>
      <p:pic>
        <p:nvPicPr>
          <p:cNvPr id="25" name="Image 2" descr="memo">    </p:cNvPr>
          <p:cNvPicPr>
            <a:picLocks noChangeAspect="1"/>
          </p:cNvPicPr>
          <p:nvPr/>
        </p:nvPicPr>
        <p:blipFill>
          <a:blip r:embed="rId3"/>
          <a:stretch>
            <a:fillRect/>
          </a:stretch>
        </p:blipFill>
        <p:spPr>
          <a:xfrm>
            <a:off x="5230368" y="4544568"/>
            <a:ext cx="1042416" cy="1042416"/>
          </a:xfrm>
          <a:prstGeom prst="rect">
            <a:avLst/>
          </a:prstGeom>
        </p:spPr>
      </p:pic>
      <p:sp>
        <p:nvSpPr>
          <p:cNvPr id="26" name="Text 20"/>
          <p:cNvSpPr txBox="1"/>
          <p:nvPr/>
        </p:nvSpPr>
        <p:spPr>
          <a:xfrm>
            <a:off x="6492240" y="4480560"/>
            <a:ext cx="5010912" cy="310896"/>
          </a:xfrm>
          <a:prstGeom prst="rect">
            <a:avLst/>
          </a:prstGeom>
          <a:noFill/>
          <a:ln/>
        </p:spPr>
        <p:txBody>
          <a:bodyPr wrap="square" lIns="0" tIns="0" rIns="0" bIns="0" rtlCol="0" anchor="ctr"/>
          <a:lstStyle/>
          <a:p>
            <a:pPr algn="l" indent="0" marL="0">
              <a:buNone/>
            </a:pPr>
            <a:r>
              <a:rPr lang="en-US" sz="1200" b="1" spc="100" kern="0" dirty="0">
                <a:solidFill>
                  <a:schemeClr val="accent3"/>
                </a:solidFill>
              </a:rPr>
              <a:t>③  NOTER, CHERCHER</a:t>
            </a:r>
            <a:endParaRPr lang="en-US" sz="1200" dirty="0"/>
          </a:p>
        </p:txBody>
      </p:sp>
      <p:sp>
        <p:nvSpPr>
          <p:cNvPr id="27" name="Text 21"/>
          <p:cNvSpPr txBox="1"/>
          <p:nvPr/>
        </p:nvSpPr>
        <p:spPr>
          <a:xfrm>
            <a:off x="6492240" y="4773168"/>
            <a:ext cx="5010912" cy="512064"/>
          </a:xfrm>
          <a:prstGeom prst="rect">
            <a:avLst/>
          </a:prstGeom>
          <a:noFill/>
          <a:ln/>
        </p:spPr>
        <p:txBody>
          <a:bodyPr wrap="square" lIns="0" tIns="0" rIns="0" bIns="0" rtlCol="0" anchor="ctr"/>
          <a:lstStyle/>
          <a:p>
            <a:pPr algn="l" indent="0" marL="0">
              <a:buNone/>
            </a:pPr>
            <a:r>
              <a:rPr lang="en-US" sz="2600" b="1" dirty="0">
                <a:solidFill>
                  <a:srgbClr val="2E7D4F"/>
                </a:solidFill>
              </a:rPr>
              <a:t>op</a:t>
            </a:r>
            <a:r>
              <a:rPr lang="en-US" sz="2600" b="1" dirty="0">
                <a:solidFill>
                  <a:schemeClr val="tx1"/>
                </a:solidFill>
              </a:rPr>
              <a:t>schrijven</a:t>
            </a:r>
            <a:r>
              <a:rPr lang="en-US" sz="1800" dirty="0">
                <a:solidFill>
                  <a:schemeClr val="accent5"/>
                </a:solidFill>
              </a:rPr>
              <a:t>   noter</a:t>
            </a:r>
            <a:endParaRPr lang="en-US" sz="1800" dirty="0"/>
          </a:p>
        </p:txBody>
      </p:sp>
      <p:sp>
        <p:nvSpPr>
          <p:cNvPr id="28" name="Text 22"/>
          <p:cNvSpPr txBox="1"/>
          <p:nvPr/>
        </p:nvSpPr>
        <p:spPr>
          <a:xfrm>
            <a:off x="6492240" y="528523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Schrijf het woord </a:t>
            </a:r>
            <a:r>
              <a:rPr lang="en-US" sz="1700" b="1" i="1" dirty="0">
                <a:solidFill>
                  <a:srgbClr val="2E7D4F"/>
                </a:solidFill>
              </a:rPr>
              <a:t>op</a:t>
            </a:r>
            <a:r>
              <a:rPr lang="en-US" sz="1700" i="1" dirty="0">
                <a:solidFill>
                  <a:schemeClr val="tx1"/>
                </a:solidFill>
              </a:rPr>
              <a:t>.</a:t>
            </a:r>
            <a:endParaRPr lang="en-US" sz="1800" dirty="0"/>
          </a:p>
        </p:txBody>
      </p:sp>
      <p:sp>
        <p:nvSpPr>
          <p:cNvPr id="29" name="Text 23"/>
          <p:cNvSpPr txBox="1"/>
          <p:nvPr/>
        </p:nvSpPr>
        <p:spPr>
          <a:xfrm>
            <a:off x="4937760" y="5870448"/>
            <a:ext cx="6702552" cy="347472"/>
          </a:xfrm>
          <a:prstGeom prst="rect">
            <a:avLst/>
          </a:prstGeom>
          <a:noFill/>
          <a:ln/>
        </p:spPr>
        <p:txBody>
          <a:bodyPr wrap="square" lIns="0" tIns="0" rIns="0" bIns="0" rtlCol="0" anchor="ctr"/>
          <a:lstStyle/>
          <a:p>
            <a:pPr algn="l" indent="0" marL="0">
              <a:buNone/>
            </a:pPr>
            <a:r>
              <a:rPr lang="en-US" sz="1500" dirty="0">
                <a:solidFill>
                  <a:schemeClr val="accent5"/>
                </a:solidFill>
              </a:rPr>
              <a:t>+ aussi : </a:t>
            </a:r>
            <a:r>
              <a:rPr lang="en-US" sz="1500" i="1" dirty="0">
                <a:solidFill>
                  <a:schemeClr val="accent5"/>
                </a:solidFill>
              </a:rPr>
              <a:t>optillen · opruimen · opbellen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AF- : vers le bas</a:t>
            </a:r>
            <a:endParaRPr lang="en-US" sz="3000" dirty="0"/>
          </a:p>
        </p:txBody>
      </p:sp>
      <p:sp>
        <p:nvSpPr>
          <p:cNvPr id="3" name="tag"/>
          <p:cNvSpPr/>
          <p:nvPr/>
        </p:nvSpPr>
        <p:spPr>
          <a:xfrm>
            <a:off x="548640" y="237744"/>
            <a:ext cx="2092147"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PARTICULE 4 / 14</a:t>
            </a:r>
            <a:endParaRPr lang="en-US" sz="1200" dirty="0"/>
          </a:p>
        </p:txBody>
      </p:sp>
      <p:sp>
        <p:nvSpPr>
          <p:cNvPr id="5" name="Shape 2"/>
          <p:cNvSpPr/>
          <p:nvPr/>
        </p:nvSpPr>
        <p:spPr>
          <a:xfrm>
            <a:off x="548640" y="1463040"/>
            <a:ext cx="4160520" cy="4754880"/>
          </a:xfrm>
          <a:prstGeom prst="roundRect">
            <a:avLst>
              <a:gd name="adj" fmla="val 2637"/>
            </a:avLst>
          </a:prstGeom>
          <a:solidFill>
            <a:schemeClr val="accent6">
              <a:alpha val="12000"/>
            </a:schemeClr>
          </a:solidFill>
          <a:ln w="19050">
            <a:solidFill>
              <a:srgbClr val="B83227"/>
            </a:solidFill>
            <a:prstDash val="solid"/>
          </a:ln>
        </p:spPr>
      </p:sp>
      <p:sp>
        <p:nvSpPr>
          <p:cNvPr id="6" name="Shape 3"/>
          <p:cNvSpPr/>
          <p:nvPr/>
        </p:nvSpPr>
        <p:spPr>
          <a:xfrm>
            <a:off x="731520" y="1645920"/>
            <a:ext cx="3794760" cy="2743200"/>
          </a:xfrm>
          <a:prstGeom prst="roundRect">
            <a:avLst>
              <a:gd name="adj" fmla="val 3333"/>
            </a:avLst>
          </a:prstGeom>
          <a:solidFill>
            <a:srgbClr val="FFFFFF"/>
          </a:solidFill>
          <a:ln w="12700">
            <a:solidFill>
              <a:srgbClr val="FFFFFF">
                <a:alpha val="0"/>
              </a:srgbClr>
            </a:solidFill>
            <a:prstDash val="solid"/>
          </a:ln>
        </p:spPr>
      </p:sp>
      <p:sp>
        <p:nvSpPr>
          <p:cNvPr id="7" name="Shape 4"/>
          <p:cNvSpPr/>
          <p:nvPr/>
        </p:nvSpPr>
        <p:spPr>
          <a:xfrm>
            <a:off x="1051560" y="2679558"/>
            <a:ext cx="1440180" cy="168981"/>
          </a:xfrm>
          <a:prstGeom prst="rect">
            <a:avLst/>
          </a:prstGeom>
          <a:solidFill>
            <a:srgbClr val="8A96A8"/>
          </a:solidFill>
          <a:ln w="12700">
            <a:solidFill>
              <a:srgbClr val="FFFFFF">
                <a:alpha val="0"/>
              </a:srgbClr>
            </a:solidFill>
            <a:prstDash val="solid"/>
          </a:ln>
        </p:spPr>
      </p:sp>
      <p:sp>
        <p:nvSpPr>
          <p:cNvPr id="8" name="Shape 5"/>
          <p:cNvSpPr/>
          <p:nvPr/>
        </p:nvSpPr>
        <p:spPr>
          <a:xfrm>
            <a:off x="1394460" y="2003633"/>
            <a:ext cx="617220" cy="675924"/>
          </a:xfrm>
          <a:prstGeom prst="rect">
            <a:avLst/>
          </a:prstGeom>
          <a:solidFill>
            <a:srgbClr val="FFFFFF">
              <a:alpha val="0"/>
            </a:srgbClr>
          </a:solidFill>
          <a:ln w="32857">
            <a:solidFill>
              <a:srgbClr val="8A96A8"/>
            </a:solidFill>
            <a:prstDash val="dash"/>
          </a:ln>
        </p:spPr>
      </p:sp>
      <p:sp>
        <p:nvSpPr>
          <p:cNvPr id="9" name="Shape 6"/>
          <p:cNvSpPr/>
          <p:nvPr/>
        </p:nvSpPr>
        <p:spPr>
          <a:xfrm>
            <a:off x="2148840" y="2872679"/>
            <a:ext cx="1303020" cy="869046"/>
          </a:xfrm>
          <a:prstGeom prst="line">
            <a:avLst/>
          </a:prstGeom>
          <a:noFill/>
          <a:ln w="134112">
            <a:solidFill>
              <a:srgbClr val="B83227"/>
            </a:solidFill>
            <a:prstDash val="solid"/>
            <a:tailEnd type="triangle"/>
          </a:ln>
        </p:spPr>
      </p:sp>
      <p:sp>
        <p:nvSpPr>
          <p:cNvPr id="10" name="Shape 7"/>
          <p:cNvSpPr/>
          <p:nvPr/>
        </p:nvSpPr>
        <p:spPr>
          <a:xfrm>
            <a:off x="3520440" y="3500323"/>
            <a:ext cx="617220" cy="627644"/>
          </a:xfrm>
          <a:prstGeom prst="rect">
            <a:avLst/>
          </a:prstGeom>
          <a:solidFill>
            <a:srgbClr val="B83227"/>
          </a:solidFill>
          <a:ln w="12700">
            <a:solidFill>
              <a:srgbClr val="FFFFFF">
                <a:alpha val="0"/>
              </a:srgbClr>
            </a:solidFill>
            <a:prstDash val="solid"/>
          </a:ln>
        </p:spPr>
      </p:sp>
      <p:sp>
        <p:nvSpPr>
          <p:cNvPr id="11" name="Text 8"/>
          <p:cNvSpPr txBox="1"/>
          <p:nvPr/>
        </p:nvSpPr>
        <p:spPr>
          <a:xfrm>
            <a:off x="731520" y="4434840"/>
            <a:ext cx="3794760" cy="713232"/>
          </a:xfrm>
          <a:prstGeom prst="rect">
            <a:avLst/>
          </a:prstGeom>
          <a:noFill/>
          <a:ln/>
        </p:spPr>
        <p:txBody>
          <a:bodyPr wrap="square" lIns="0" tIns="0" rIns="0" bIns="0" rtlCol="0" anchor="ctr"/>
          <a:lstStyle/>
          <a:p>
            <a:pPr algn="ctr" indent="0" marL="0">
              <a:buNone/>
            </a:pPr>
            <a:r>
              <a:rPr lang="en-US" sz="4600" b="1" dirty="0">
                <a:solidFill>
                  <a:schemeClr val="accent6"/>
                </a:solidFill>
                <a:latin typeface="+mj-lt" pitchFamily="34" charset="0"/>
                <a:ea typeface="+mj-lt" pitchFamily="34" charset="-122"/>
                <a:cs typeface="+mj-lt" pitchFamily="34" charset="-120"/>
              </a:rPr>
              <a:t>af</a:t>
            </a:r>
            <a:endParaRPr lang="en-US" sz="4600" dirty="0"/>
          </a:p>
        </p:txBody>
      </p:sp>
      <p:sp>
        <p:nvSpPr>
          <p:cNvPr id="12" name="Text 9"/>
          <p:cNvSpPr txBox="1"/>
          <p:nvPr/>
        </p:nvSpPr>
        <p:spPr>
          <a:xfrm>
            <a:off x="731520" y="5120640"/>
            <a:ext cx="3794760" cy="384048"/>
          </a:xfrm>
          <a:prstGeom prst="rect">
            <a:avLst/>
          </a:prstGeom>
          <a:noFill/>
          <a:ln/>
        </p:spPr>
        <p:txBody>
          <a:bodyPr wrap="square" lIns="0" tIns="0" rIns="0" bIns="0" rtlCol="0" anchor="ctr"/>
          <a:lstStyle/>
          <a:p>
            <a:pPr algn="ctr" indent="0" marL="0">
              <a:buNone/>
            </a:pPr>
            <a:r>
              <a:rPr lang="en-US" sz="1600" i="1" dirty="0">
                <a:solidFill>
                  <a:schemeClr val="tx2"/>
                </a:solidFill>
              </a:rPr>
              <a:t>ça se détache · c’est fini</a:t>
            </a:r>
            <a:endParaRPr lang="en-US" sz="1600" dirty="0"/>
          </a:p>
        </p:txBody>
      </p:sp>
      <p:sp>
        <p:nvSpPr>
          <p:cNvPr id="13" name="Shape 10"/>
          <p:cNvSpPr/>
          <p:nvPr/>
        </p:nvSpPr>
        <p:spPr>
          <a:xfrm>
            <a:off x="731520" y="5596128"/>
            <a:ext cx="3794760" cy="457200"/>
          </a:xfrm>
          <a:prstGeom prst="roundRect">
            <a:avLst>
              <a:gd name="adj" fmla="val 50000"/>
            </a:avLst>
          </a:prstGeom>
          <a:solidFill>
            <a:srgbClr val="FFFFFF"/>
          </a:solidFill>
          <a:ln w="15875">
            <a:solidFill>
              <a:srgbClr val="2A6FB0"/>
            </a:solidFill>
            <a:prstDash val="solid"/>
          </a:ln>
        </p:spPr>
      </p:sp>
      <p:sp>
        <p:nvSpPr>
          <p:cNvPr id="14" name="Text 11"/>
          <p:cNvSpPr txBox="1"/>
          <p:nvPr/>
        </p:nvSpPr>
        <p:spPr>
          <a:xfrm>
            <a:off x="777240" y="5596128"/>
            <a:ext cx="3703320" cy="457200"/>
          </a:xfrm>
          <a:prstGeom prst="rect">
            <a:avLst/>
          </a:prstGeom>
          <a:noFill/>
          <a:ln/>
        </p:spPr>
        <p:txBody>
          <a:bodyPr wrap="square" lIns="0" tIns="0" rIns="0" bIns="0" rtlCol="0" anchor="ctr"/>
          <a:lstStyle/>
          <a:p>
            <a:pPr algn="ctr" indent="0" marL="0">
              <a:buNone/>
            </a:pPr>
            <a:r>
              <a:rPr lang="en-US" sz="1200" dirty="0">
                <a:solidFill>
                  <a:schemeClr val="accent5"/>
                </a:solidFill>
              </a:rPr>
              <a:t>contraire   </a:t>
            </a:r>
            <a:r>
              <a:rPr lang="en-US" sz="1400" b="1" i="1" dirty="0">
                <a:solidFill>
                  <a:schemeClr val="tx1"/>
                </a:solidFill>
              </a:rPr>
              <a:t>afvallen ≠ aankomen</a:t>
            </a:r>
            <a:endParaRPr lang="en-US" sz="1800" dirty="0"/>
          </a:p>
        </p:txBody>
      </p:sp>
      <p:sp>
        <p:nvSpPr>
          <p:cNvPr id="15" name="Shape 12"/>
          <p:cNvSpPr/>
          <p:nvPr/>
        </p:nvSpPr>
        <p:spPr>
          <a:xfrm>
            <a:off x="4937760" y="146304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6" name="Shape 13"/>
          <p:cNvSpPr/>
          <p:nvPr/>
        </p:nvSpPr>
        <p:spPr>
          <a:xfrm>
            <a:off x="4937760" y="1463040"/>
            <a:ext cx="109728" cy="1353312"/>
          </a:xfrm>
          <a:prstGeom prst="rect">
            <a:avLst/>
          </a:prstGeom>
          <a:solidFill>
            <a:schemeClr val="accent6"/>
          </a:solidFill>
          <a:ln w="12700">
            <a:solidFill>
              <a:srgbClr val="FFFFFF">
                <a:alpha val="0"/>
              </a:srgbClr>
            </a:solidFill>
            <a:prstDash val="solid"/>
          </a:ln>
        </p:spPr>
      </p:sp>
      <p:pic>
        <p:nvPicPr>
          <p:cNvPr id="17" name="Image 0" descr="bicycle">    </p:cNvPr>
          <p:cNvPicPr>
            <a:picLocks noChangeAspect="1"/>
          </p:cNvPicPr>
          <p:nvPr/>
        </p:nvPicPr>
        <p:blipFill>
          <a:blip r:embed="rId1"/>
          <a:stretch>
            <a:fillRect/>
          </a:stretch>
        </p:blipFill>
        <p:spPr>
          <a:xfrm>
            <a:off x="5230368" y="1618488"/>
            <a:ext cx="1042416" cy="1042416"/>
          </a:xfrm>
          <a:prstGeom prst="rect">
            <a:avLst/>
          </a:prstGeom>
        </p:spPr>
      </p:pic>
      <p:sp>
        <p:nvSpPr>
          <p:cNvPr id="18" name="Text 14"/>
          <p:cNvSpPr txBox="1"/>
          <p:nvPr/>
        </p:nvSpPr>
        <p:spPr>
          <a:xfrm>
            <a:off x="6492240" y="1554480"/>
            <a:ext cx="5010912" cy="310896"/>
          </a:xfrm>
          <a:prstGeom prst="rect">
            <a:avLst/>
          </a:prstGeom>
          <a:noFill/>
          <a:ln/>
        </p:spPr>
        <p:txBody>
          <a:bodyPr wrap="square" lIns="0" tIns="0" rIns="0" bIns="0" rtlCol="0" anchor="ctr"/>
          <a:lstStyle/>
          <a:p>
            <a:pPr algn="l" indent="0" marL="0">
              <a:buNone/>
            </a:pPr>
            <a:r>
              <a:rPr lang="en-US" sz="1200" b="1" spc="100" kern="0" dirty="0">
                <a:solidFill>
                  <a:schemeClr val="accent6"/>
                </a:solidFill>
              </a:rPr>
              <a:t>①  VERS LE BAS, S’ÉLOIGNER</a:t>
            </a:r>
            <a:endParaRPr lang="en-US" sz="1200" dirty="0"/>
          </a:p>
        </p:txBody>
      </p:sp>
      <p:sp>
        <p:nvSpPr>
          <p:cNvPr id="19" name="Text 15"/>
          <p:cNvSpPr txBox="1"/>
          <p:nvPr/>
        </p:nvSpPr>
        <p:spPr>
          <a:xfrm>
            <a:off x="6492240" y="1847088"/>
            <a:ext cx="5010912" cy="512064"/>
          </a:xfrm>
          <a:prstGeom prst="rect">
            <a:avLst/>
          </a:prstGeom>
          <a:noFill/>
          <a:ln/>
        </p:spPr>
        <p:txBody>
          <a:bodyPr wrap="square" lIns="0" tIns="0" rIns="0" bIns="0" rtlCol="0" anchor="ctr"/>
          <a:lstStyle/>
          <a:p>
            <a:pPr algn="l" indent="0" marL="0">
              <a:buNone/>
            </a:pPr>
            <a:r>
              <a:rPr lang="en-US" sz="2600" b="1" dirty="0">
                <a:solidFill>
                  <a:srgbClr val="B83227"/>
                </a:solidFill>
              </a:rPr>
              <a:t>af</a:t>
            </a:r>
            <a:r>
              <a:rPr lang="en-US" sz="2600" b="1" dirty="0">
                <a:solidFill>
                  <a:schemeClr val="tx1"/>
                </a:solidFill>
              </a:rPr>
              <a:t>stappen</a:t>
            </a:r>
            <a:r>
              <a:rPr lang="en-US" sz="1800" dirty="0">
                <a:solidFill>
                  <a:schemeClr val="accent5"/>
                </a:solidFill>
              </a:rPr>
              <a:t>   descendre (du vélo)</a:t>
            </a:r>
            <a:endParaRPr lang="en-US" sz="1800" dirty="0"/>
          </a:p>
        </p:txBody>
      </p:sp>
      <p:sp>
        <p:nvSpPr>
          <p:cNvPr id="20" name="Text 16"/>
          <p:cNvSpPr txBox="1"/>
          <p:nvPr/>
        </p:nvSpPr>
        <p:spPr>
          <a:xfrm>
            <a:off x="6492240" y="235915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Ik stap van de fiets </a:t>
            </a:r>
            <a:r>
              <a:rPr lang="en-US" sz="1700" b="1" i="1" dirty="0">
                <a:solidFill>
                  <a:srgbClr val="B83227"/>
                </a:solidFill>
              </a:rPr>
              <a:t>af</a:t>
            </a:r>
            <a:r>
              <a:rPr lang="en-US" sz="1700" i="1" dirty="0">
                <a:solidFill>
                  <a:schemeClr val="tx1"/>
                </a:solidFill>
              </a:rPr>
              <a:t>.</a:t>
            </a:r>
            <a:endParaRPr lang="en-US" sz="1800" dirty="0"/>
          </a:p>
        </p:txBody>
      </p:sp>
      <p:sp>
        <p:nvSpPr>
          <p:cNvPr id="21" name="Shape 17"/>
          <p:cNvSpPr/>
          <p:nvPr/>
        </p:nvSpPr>
        <p:spPr>
          <a:xfrm>
            <a:off x="4937760" y="292608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2" name="Shape 18"/>
          <p:cNvSpPr/>
          <p:nvPr/>
        </p:nvSpPr>
        <p:spPr>
          <a:xfrm>
            <a:off x="4937760" y="2926080"/>
            <a:ext cx="109728" cy="1353312"/>
          </a:xfrm>
          <a:prstGeom prst="rect">
            <a:avLst/>
          </a:prstGeom>
          <a:solidFill>
            <a:schemeClr val="accent6"/>
          </a:solidFill>
          <a:ln w="12700">
            <a:solidFill>
              <a:srgbClr val="FFFFFF">
                <a:alpha val="0"/>
              </a:srgbClr>
            </a:solidFill>
            <a:prstDash val="solid"/>
          </a:ln>
        </p:spPr>
      </p:sp>
      <p:pic>
        <p:nvPicPr>
          <p:cNvPr id="23" name="Image 1" descr="chart decreasing">    </p:cNvPr>
          <p:cNvPicPr>
            <a:picLocks noChangeAspect="1"/>
          </p:cNvPicPr>
          <p:nvPr/>
        </p:nvPicPr>
        <p:blipFill>
          <a:blip r:embed="rId2"/>
          <a:stretch>
            <a:fillRect/>
          </a:stretch>
        </p:blipFill>
        <p:spPr>
          <a:xfrm>
            <a:off x="5230368" y="3081528"/>
            <a:ext cx="1042416" cy="1042416"/>
          </a:xfrm>
          <a:prstGeom prst="rect">
            <a:avLst/>
          </a:prstGeom>
        </p:spPr>
      </p:pic>
      <p:sp>
        <p:nvSpPr>
          <p:cNvPr id="24" name="Text 19"/>
          <p:cNvSpPr txBox="1"/>
          <p:nvPr/>
        </p:nvSpPr>
        <p:spPr>
          <a:xfrm>
            <a:off x="6492240" y="3017520"/>
            <a:ext cx="5010912" cy="310896"/>
          </a:xfrm>
          <a:prstGeom prst="rect">
            <a:avLst/>
          </a:prstGeom>
          <a:noFill/>
          <a:ln/>
        </p:spPr>
        <p:txBody>
          <a:bodyPr wrap="square" lIns="0" tIns="0" rIns="0" bIns="0" rtlCol="0" anchor="ctr"/>
          <a:lstStyle/>
          <a:p>
            <a:pPr algn="l" indent="0" marL="0">
              <a:buNone/>
            </a:pPr>
            <a:r>
              <a:rPr lang="en-US" sz="1200" b="1" spc="100" kern="0" dirty="0">
                <a:solidFill>
                  <a:schemeClr val="accent6"/>
                </a:solidFill>
              </a:rPr>
              <a:t>②  ENLEVER, DIMINUER</a:t>
            </a:r>
            <a:endParaRPr lang="en-US" sz="1200" dirty="0"/>
          </a:p>
        </p:txBody>
      </p:sp>
      <p:sp>
        <p:nvSpPr>
          <p:cNvPr id="25" name="Text 20"/>
          <p:cNvSpPr txBox="1"/>
          <p:nvPr/>
        </p:nvSpPr>
        <p:spPr>
          <a:xfrm>
            <a:off x="6492240" y="3310128"/>
            <a:ext cx="5010912" cy="512064"/>
          </a:xfrm>
          <a:prstGeom prst="rect">
            <a:avLst/>
          </a:prstGeom>
          <a:noFill/>
          <a:ln/>
        </p:spPr>
        <p:txBody>
          <a:bodyPr wrap="square" lIns="0" tIns="0" rIns="0" bIns="0" rtlCol="0" anchor="ctr"/>
          <a:lstStyle/>
          <a:p>
            <a:pPr algn="l" indent="0" marL="0">
              <a:buNone/>
            </a:pPr>
            <a:r>
              <a:rPr lang="en-US" sz="2600" b="1" dirty="0">
                <a:solidFill>
                  <a:srgbClr val="B83227"/>
                </a:solidFill>
              </a:rPr>
              <a:t>af</a:t>
            </a:r>
            <a:r>
              <a:rPr lang="en-US" sz="2600" b="1" dirty="0">
                <a:solidFill>
                  <a:schemeClr val="tx1"/>
                </a:solidFill>
              </a:rPr>
              <a:t>nemen</a:t>
            </a:r>
            <a:r>
              <a:rPr lang="en-US" sz="1800" dirty="0">
                <a:solidFill>
                  <a:schemeClr val="accent5"/>
                </a:solidFill>
              </a:rPr>
              <a:t>   diminuer</a:t>
            </a:r>
            <a:endParaRPr lang="en-US" sz="1800" dirty="0"/>
          </a:p>
        </p:txBody>
      </p:sp>
      <p:sp>
        <p:nvSpPr>
          <p:cNvPr id="26" name="Text 21"/>
          <p:cNvSpPr txBox="1"/>
          <p:nvPr/>
        </p:nvSpPr>
        <p:spPr>
          <a:xfrm>
            <a:off x="6492240" y="382219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De werkloosheid neemt </a:t>
            </a:r>
            <a:r>
              <a:rPr lang="en-US" sz="1700" b="1" i="1" dirty="0">
                <a:solidFill>
                  <a:srgbClr val="B83227"/>
                </a:solidFill>
              </a:rPr>
              <a:t>af</a:t>
            </a:r>
            <a:r>
              <a:rPr lang="en-US" sz="1700" i="1" dirty="0">
                <a:solidFill>
                  <a:schemeClr val="tx1"/>
                </a:solidFill>
              </a:rPr>
              <a:t>.</a:t>
            </a:r>
            <a:endParaRPr lang="en-US" sz="1800" dirty="0"/>
          </a:p>
        </p:txBody>
      </p:sp>
      <p:sp>
        <p:nvSpPr>
          <p:cNvPr id="27" name="Shape 22"/>
          <p:cNvSpPr/>
          <p:nvPr/>
        </p:nvSpPr>
        <p:spPr>
          <a:xfrm>
            <a:off x="4937760" y="438912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8" name="Shape 23"/>
          <p:cNvSpPr/>
          <p:nvPr/>
        </p:nvSpPr>
        <p:spPr>
          <a:xfrm>
            <a:off x="4937760" y="4389120"/>
            <a:ext cx="109728" cy="1353312"/>
          </a:xfrm>
          <a:prstGeom prst="rect">
            <a:avLst/>
          </a:prstGeom>
          <a:solidFill>
            <a:schemeClr val="accent6"/>
          </a:solidFill>
          <a:ln w="12700">
            <a:solidFill>
              <a:srgbClr val="FFFFFF">
                <a:alpha val="0"/>
              </a:srgbClr>
            </a:solidFill>
            <a:prstDash val="solid"/>
          </a:ln>
        </p:spPr>
      </p:sp>
      <p:pic>
        <p:nvPicPr>
          <p:cNvPr id="29" name="Image 2" descr="chequered flag">    </p:cNvPr>
          <p:cNvPicPr>
            <a:picLocks noChangeAspect="1"/>
          </p:cNvPicPr>
          <p:nvPr/>
        </p:nvPicPr>
        <p:blipFill>
          <a:blip r:embed="rId3"/>
          <a:stretch>
            <a:fillRect/>
          </a:stretch>
        </p:blipFill>
        <p:spPr>
          <a:xfrm>
            <a:off x="5230368" y="4544568"/>
            <a:ext cx="1042416" cy="1042416"/>
          </a:xfrm>
          <a:prstGeom prst="rect">
            <a:avLst/>
          </a:prstGeom>
        </p:spPr>
      </p:pic>
      <p:sp>
        <p:nvSpPr>
          <p:cNvPr id="30" name="Text 24"/>
          <p:cNvSpPr txBox="1"/>
          <p:nvPr/>
        </p:nvSpPr>
        <p:spPr>
          <a:xfrm>
            <a:off x="6492240" y="4480560"/>
            <a:ext cx="5010912" cy="310896"/>
          </a:xfrm>
          <a:prstGeom prst="rect">
            <a:avLst/>
          </a:prstGeom>
          <a:noFill/>
          <a:ln/>
        </p:spPr>
        <p:txBody>
          <a:bodyPr wrap="square" lIns="0" tIns="0" rIns="0" bIns="0" rtlCol="0" anchor="ctr"/>
          <a:lstStyle/>
          <a:p>
            <a:pPr algn="l" indent="0" marL="0">
              <a:buNone/>
            </a:pPr>
            <a:r>
              <a:rPr lang="en-US" sz="1200" b="1" spc="100" kern="0" dirty="0">
                <a:solidFill>
                  <a:schemeClr val="accent6"/>
                </a:solidFill>
              </a:rPr>
              <a:t>③  FINIR</a:t>
            </a:r>
            <a:endParaRPr lang="en-US" sz="1200" dirty="0"/>
          </a:p>
        </p:txBody>
      </p:sp>
      <p:sp>
        <p:nvSpPr>
          <p:cNvPr id="31" name="Text 25"/>
          <p:cNvSpPr txBox="1"/>
          <p:nvPr/>
        </p:nvSpPr>
        <p:spPr>
          <a:xfrm>
            <a:off x="6492240" y="4773168"/>
            <a:ext cx="5010912" cy="512064"/>
          </a:xfrm>
          <a:prstGeom prst="rect">
            <a:avLst/>
          </a:prstGeom>
          <a:noFill/>
          <a:ln/>
        </p:spPr>
        <p:txBody>
          <a:bodyPr wrap="square" lIns="0" tIns="0" rIns="0" bIns="0" rtlCol="0" anchor="ctr"/>
          <a:lstStyle/>
          <a:p>
            <a:pPr algn="l" indent="0" marL="0">
              <a:buNone/>
            </a:pPr>
            <a:r>
              <a:rPr lang="en-US" sz="2600" b="1" dirty="0">
                <a:solidFill>
                  <a:srgbClr val="B83227"/>
                </a:solidFill>
              </a:rPr>
              <a:t>af</a:t>
            </a:r>
            <a:r>
              <a:rPr lang="en-US" sz="2600" b="1" dirty="0">
                <a:solidFill>
                  <a:schemeClr val="tx1"/>
                </a:solidFill>
              </a:rPr>
              <a:t>maken</a:t>
            </a:r>
            <a:r>
              <a:rPr lang="en-US" sz="1800" dirty="0">
                <a:solidFill>
                  <a:schemeClr val="accent5"/>
                </a:solidFill>
              </a:rPr>
              <a:t>   terminer</a:t>
            </a:r>
            <a:endParaRPr lang="en-US" sz="1800" dirty="0"/>
          </a:p>
        </p:txBody>
      </p:sp>
      <p:sp>
        <p:nvSpPr>
          <p:cNvPr id="32" name="Text 26"/>
          <p:cNvSpPr txBox="1"/>
          <p:nvPr/>
        </p:nvSpPr>
        <p:spPr>
          <a:xfrm>
            <a:off x="6492240" y="528523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Ik maak mijn werk </a:t>
            </a:r>
            <a:r>
              <a:rPr lang="en-US" sz="1700" b="1" i="1" dirty="0">
                <a:solidFill>
                  <a:srgbClr val="B83227"/>
                </a:solidFill>
              </a:rPr>
              <a:t>af</a:t>
            </a:r>
            <a:r>
              <a:rPr lang="en-US" sz="1700" i="1" dirty="0">
                <a:solidFill>
                  <a:schemeClr val="tx1"/>
                </a:solidFill>
              </a:rPr>
              <a:t>.</a:t>
            </a:r>
            <a:endParaRPr lang="en-US" sz="1800" dirty="0"/>
          </a:p>
        </p:txBody>
      </p:sp>
      <p:sp>
        <p:nvSpPr>
          <p:cNvPr id="33" name="Text 27"/>
          <p:cNvSpPr txBox="1"/>
          <p:nvPr/>
        </p:nvSpPr>
        <p:spPr>
          <a:xfrm>
            <a:off x="4937760" y="5870448"/>
            <a:ext cx="6702552" cy="347472"/>
          </a:xfrm>
          <a:prstGeom prst="rect">
            <a:avLst/>
          </a:prstGeom>
          <a:noFill/>
          <a:ln/>
        </p:spPr>
        <p:txBody>
          <a:bodyPr wrap="square" lIns="0" tIns="0" rIns="0" bIns="0" rtlCol="0" anchor="ctr"/>
          <a:lstStyle/>
          <a:p>
            <a:pPr algn="l" indent="0" marL="0">
              <a:buNone/>
            </a:pPr>
            <a:r>
              <a:rPr lang="en-US" sz="1500" dirty="0">
                <a:solidFill>
                  <a:schemeClr val="accent5"/>
                </a:solidFill>
              </a:rPr>
              <a:t>+ aussi : </a:t>
            </a:r>
            <a:r>
              <a:rPr lang="en-US" sz="1500" i="1" dirty="0">
                <a:solidFill>
                  <a:schemeClr val="accent5"/>
                </a:solidFill>
              </a:rPr>
              <a:t>afdalen · afleren · afronden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AAN- : contact</a:t>
            </a:r>
            <a:endParaRPr lang="en-US" sz="3000" dirty="0"/>
          </a:p>
        </p:txBody>
      </p:sp>
      <p:sp>
        <p:nvSpPr>
          <p:cNvPr id="3" name="tag"/>
          <p:cNvSpPr/>
          <p:nvPr/>
        </p:nvSpPr>
        <p:spPr>
          <a:xfrm>
            <a:off x="548640" y="237744"/>
            <a:ext cx="2092147"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PARTICULE 5 / 14</a:t>
            </a:r>
            <a:endParaRPr lang="en-US" sz="1200" dirty="0"/>
          </a:p>
        </p:txBody>
      </p:sp>
      <p:sp>
        <p:nvSpPr>
          <p:cNvPr id="5" name="Shape 2"/>
          <p:cNvSpPr/>
          <p:nvPr/>
        </p:nvSpPr>
        <p:spPr>
          <a:xfrm>
            <a:off x="548640" y="1463040"/>
            <a:ext cx="4160520" cy="4754880"/>
          </a:xfrm>
          <a:prstGeom prst="roundRect">
            <a:avLst>
              <a:gd name="adj" fmla="val 2637"/>
            </a:avLst>
          </a:prstGeom>
          <a:solidFill>
            <a:schemeClr val="accent2">
              <a:alpha val="12000"/>
            </a:schemeClr>
          </a:solidFill>
          <a:ln w="19050">
            <a:solidFill>
              <a:srgbClr val="2A6FB0"/>
            </a:solidFill>
            <a:prstDash val="solid"/>
          </a:ln>
        </p:spPr>
      </p:sp>
      <p:sp>
        <p:nvSpPr>
          <p:cNvPr id="6" name="Shape 3"/>
          <p:cNvSpPr/>
          <p:nvPr/>
        </p:nvSpPr>
        <p:spPr>
          <a:xfrm>
            <a:off x="731520" y="1645920"/>
            <a:ext cx="3794760" cy="2743200"/>
          </a:xfrm>
          <a:prstGeom prst="roundRect">
            <a:avLst>
              <a:gd name="adj" fmla="val 3333"/>
            </a:avLst>
          </a:prstGeom>
          <a:solidFill>
            <a:srgbClr val="FFFFFF"/>
          </a:solidFill>
          <a:ln w="12700">
            <a:solidFill>
              <a:srgbClr val="FFFFFF">
                <a:alpha val="0"/>
              </a:srgbClr>
            </a:solidFill>
            <a:prstDash val="solid"/>
          </a:ln>
        </p:spPr>
      </p:sp>
      <p:sp>
        <p:nvSpPr>
          <p:cNvPr id="7" name="Shape 4"/>
          <p:cNvSpPr/>
          <p:nvPr/>
        </p:nvSpPr>
        <p:spPr>
          <a:xfrm>
            <a:off x="2903220" y="2341596"/>
            <a:ext cx="1028700" cy="1351849"/>
          </a:xfrm>
          <a:prstGeom prst="irregularSeal1">
            <a:avLst/>
          </a:prstGeom>
          <a:solidFill>
            <a:srgbClr val="F4B400"/>
          </a:solidFill>
          <a:ln w="12700">
            <a:solidFill>
              <a:srgbClr val="FFFFFF">
                <a:alpha val="0"/>
              </a:srgbClr>
            </a:solidFill>
            <a:prstDash val="solid"/>
          </a:ln>
        </p:spPr>
      </p:sp>
      <p:sp>
        <p:nvSpPr>
          <p:cNvPr id="8" name="Shape 5"/>
          <p:cNvSpPr/>
          <p:nvPr/>
        </p:nvSpPr>
        <p:spPr>
          <a:xfrm>
            <a:off x="3589020" y="1955353"/>
            <a:ext cx="274320" cy="2124334"/>
          </a:xfrm>
          <a:prstGeom prst="rect">
            <a:avLst/>
          </a:prstGeom>
          <a:solidFill>
            <a:srgbClr val="8A96A8"/>
          </a:solidFill>
          <a:ln w="12700">
            <a:solidFill>
              <a:srgbClr val="FFFFFF">
                <a:alpha val="0"/>
              </a:srgbClr>
            </a:solidFill>
            <a:prstDash val="solid"/>
          </a:ln>
        </p:spPr>
      </p:sp>
      <p:sp>
        <p:nvSpPr>
          <p:cNvPr id="9" name="Shape 6"/>
          <p:cNvSpPr/>
          <p:nvPr/>
        </p:nvSpPr>
        <p:spPr>
          <a:xfrm>
            <a:off x="1051560" y="2776118"/>
            <a:ext cx="2537460" cy="482803"/>
          </a:xfrm>
          <a:prstGeom prst="rightArrow">
            <a:avLst/>
          </a:prstGeom>
          <a:solidFill>
            <a:srgbClr val="2A6FB0"/>
          </a:solidFill>
          <a:ln w="12700">
            <a:solidFill>
              <a:srgbClr val="FFFFFF">
                <a:alpha val="0"/>
              </a:srgbClr>
            </a:solidFill>
            <a:prstDash val="solid"/>
          </a:ln>
        </p:spPr>
      </p:sp>
      <p:sp>
        <p:nvSpPr>
          <p:cNvPr id="10" name="Text 7"/>
          <p:cNvSpPr txBox="1"/>
          <p:nvPr/>
        </p:nvSpPr>
        <p:spPr>
          <a:xfrm>
            <a:off x="731520" y="4434840"/>
            <a:ext cx="3794760" cy="713232"/>
          </a:xfrm>
          <a:prstGeom prst="rect">
            <a:avLst/>
          </a:prstGeom>
          <a:noFill/>
          <a:ln/>
        </p:spPr>
        <p:txBody>
          <a:bodyPr wrap="square" lIns="0" tIns="0" rIns="0" bIns="0" rtlCol="0" anchor="ctr"/>
          <a:lstStyle/>
          <a:p>
            <a:pPr algn="ctr" indent="0" marL="0">
              <a:buNone/>
            </a:pPr>
            <a:r>
              <a:rPr lang="en-US" sz="4600" b="1" dirty="0">
                <a:solidFill>
                  <a:schemeClr val="accent2"/>
                </a:solidFill>
                <a:latin typeface="+mj-lt" pitchFamily="34" charset="0"/>
                <a:ea typeface="+mj-lt" pitchFamily="34" charset="-122"/>
                <a:cs typeface="+mj-lt" pitchFamily="34" charset="-120"/>
              </a:rPr>
              <a:t>aan</a:t>
            </a:r>
            <a:endParaRPr lang="en-US" sz="4600" dirty="0"/>
          </a:p>
        </p:txBody>
      </p:sp>
      <p:sp>
        <p:nvSpPr>
          <p:cNvPr id="11" name="Text 8"/>
          <p:cNvSpPr txBox="1"/>
          <p:nvPr/>
        </p:nvSpPr>
        <p:spPr>
          <a:xfrm>
            <a:off x="731520" y="5120640"/>
            <a:ext cx="3794760" cy="384048"/>
          </a:xfrm>
          <a:prstGeom prst="rect">
            <a:avLst/>
          </a:prstGeom>
          <a:noFill/>
          <a:ln/>
        </p:spPr>
        <p:txBody>
          <a:bodyPr wrap="square" lIns="0" tIns="0" rIns="0" bIns="0" rtlCol="0" anchor="ctr"/>
          <a:lstStyle/>
          <a:p>
            <a:pPr algn="ctr" indent="0" marL="0">
              <a:buNone/>
            </a:pPr>
            <a:r>
              <a:rPr lang="en-US" sz="1600" i="1" dirty="0">
                <a:solidFill>
                  <a:schemeClr val="tx2"/>
                </a:solidFill>
              </a:rPr>
              <a:t>toucher · démarrer · acquérir</a:t>
            </a:r>
            <a:endParaRPr lang="en-US" sz="1600" dirty="0"/>
          </a:p>
        </p:txBody>
      </p:sp>
      <p:sp>
        <p:nvSpPr>
          <p:cNvPr id="12" name="Shape 9"/>
          <p:cNvSpPr/>
          <p:nvPr/>
        </p:nvSpPr>
        <p:spPr>
          <a:xfrm>
            <a:off x="731520" y="5596128"/>
            <a:ext cx="3794760" cy="457200"/>
          </a:xfrm>
          <a:prstGeom prst="roundRect">
            <a:avLst>
              <a:gd name="adj" fmla="val 50000"/>
            </a:avLst>
          </a:prstGeom>
          <a:solidFill>
            <a:srgbClr val="FFFFFF"/>
          </a:solidFill>
          <a:ln w="15875">
            <a:solidFill>
              <a:srgbClr val="D9700F"/>
            </a:solidFill>
            <a:prstDash val="solid"/>
          </a:ln>
        </p:spPr>
      </p:sp>
      <p:sp>
        <p:nvSpPr>
          <p:cNvPr id="13" name="Text 10"/>
          <p:cNvSpPr txBox="1"/>
          <p:nvPr/>
        </p:nvSpPr>
        <p:spPr>
          <a:xfrm>
            <a:off x="777240" y="5596128"/>
            <a:ext cx="3703320" cy="457200"/>
          </a:xfrm>
          <a:prstGeom prst="rect">
            <a:avLst/>
          </a:prstGeom>
          <a:noFill/>
          <a:ln/>
        </p:spPr>
        <p:txBody>
          <a:bodyPr wrap="square" lIns="0" tIns="0" rIns="0" bIns="0" rtlCol="0" anchor="ctr"/>
          <a:lstStyle/>
          <a:p>
            <a:pPr algn="ctr" indent="0" marL="0">
              <a:buNone/>
            </a:pPr>
            <a:r>
              <a:rPr lang="en-US" sz="1200" dirty="0">
                <a:solidFill>
                  <a:schemeClr val="accent5"/>
                </a:solidFill>
              </a:rPr>
              <a:t>contraire   </a:t>
            </a:r>
            <a:r>
              <a:rPr lang="en-US" sz="1400" b="1" i="1" dirty="0">
                <a:solidFill>
                  <a:schemeClr val="tx1"/>
                </a:solidFill>
              </a:rPr>
              <a:t>aanzetten ≠ uitzetten</a:t>
            </a:r>
            <a:endParaRPr lang="en-US" sz="1800" dirty="0"/>
          </a:p>
        </p:txBody>
      </p:sp>
      <p:sp>
        <p:nvSpPr>
          <p:cNvPr id="14" name="Shape 11"/>
          <p:cNvSpPr/>
          <p:nvPr/>
        </p:nvSpPr>
        <p:spPr>
          <a:xfrm>
            <a:off x="4937760" y="146304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5" name="Shape 12"/>
          <p:cNvSpPr/>
          <p:nvPr/>
        </p:nvSpPr>
        <p:spPr>
          <a:xfrm>
            <a:off x="4937760" y="1463040"/>
            <a:ext cx="109728" cy="1353312"/>
          </a:xfrm>
          <a:prstGeom prst="rect">
            <a:avLst/>
          </a:prstGeom>
          <a:solidFill>
            <a:schemeClr val="accent2"/>
          </a:solidFill>
          <a:ln w="12700">
            <a:solidFill>
              <a:srgbClr val="FFFFFF">
                <a:alpha val="0"/>
              </a:srgbClr>
            </a:solidFill>
            <a:prstDash val="solid"/>
          </a:ln>
        </p:spPr>
      </p:sp>
      <p:pic>
        <p:nvPicPr>
          <p:cNvPr id="16" name="Image 0" descr="backhand index pointing right">    </p:cNvPr>
          <p:cNvPicPr>
            <a:picLocks noChangeAspect="1"/>
          </p:cNvPicPr>
          <p:nvPr/>
        </p:nvPicPr>
        <p:blipFill>
          <a:blip r:embed="rId1"/>
          <a:stretch>
            <a:fillRect/>
          </a:stretch>
        </p:blipFill>
        <p:spPr>
          <a:xfrm>
            <a:off x="5230368" y="1618488"/>
            <a:ext cx="1042416" cy="1042416"/>
          </a:xfrm>
          <a:prstGeom prst="rect">
            <a:avLst/>
          </a:prstGeom>
        </p:spPr>
      </p:pic>
      <p:sp>
        <p:nvSpPr>
          <p:cNvPr id="17" name="Text 13"/>
          <p:cNvSpPr txBox="1"/>
          <p:nvPr/>
        </p:nvSpPr>
        <p:spPr>
          <a:xfrm>
            <a:off x="6492240" y="1554480"/>
            <a:ext cx="5010912" cy="310896"/>
          </a:xfrm>
          <a:prstGeom prst="rect">
            <a:avLst/>
          </a:prstGeom>
          <a:noFill/>
          <a:ln/>
        </p:spPr>
        <p:txBody>
          <a:bodyPr wrap="square" lIns="0" tIns="0" rIns="0" bIns="0" rtlCol="0" anchor="ctr"/>
          <a:lstStyle/>
          <a:p>
            <a:pPr algn="l" indent="0" marL="0">
              <a:buNone/>
            </a:pPr>
            <a:r>
              <a:rPr lang="en-US" sz="1200" b="1" spc="100" kern="0" dirty="0">
                <a:solidFill>
                  <a:schemeClr val="accent2"/>
                </a:solidFill>
              </a:rPr>
              <a:t>①  CONTACT</a:t>
            </a:r>
            <a:endParaRPr lang="en-US" sz="1200" dirty="0"/>
          </a:p>
        </p:txBody>
      </p:sp>
      <p:sp>
        <p:nvSpPr>
          <p:cNvPr id="18" name="Text 14"/>
          <p:cNvSpPr txBox="1"/>
          <p:nvPr/>
        </p:nvSpPr>
        <p:spPr>
          <a:xfrm>
            <a:off x="6492240" y="1847088"/>
            <a:ext cx="5010912" cy="512064"/>
          </a:xfrm>
          <a:prstGeom prst="rect">
            <a:avLst/>
          </a:prstGeom>
          <a:noFill/>
          <a:ln/>
        </p:spPr>
        <p:txBody>
          <a:bodyPr wrap="square" lIns="0" tIns="0" rIns="0" bIns="0" rtlCol="0" anchor="ctr"/>
          <a:lstStyle/>
          <a:p>
            <a:pPr algn="l" indent="0" marL="0">
              <a:buNone/>
            </a:pPr>
            <a:r>
              <a:rPr lang="en-US" sz="2600" b="1" dirty="0">
                <a:solidFill>
                  <a:srgbClr val="2A6FB0"/>
                </a:solidFill>
              </a:rPr>
              <a:t>aan</a:t>
            </a:r>
            <a:r>
              <a:rPr lang="en-US" sz="2600" b="1" dirty="0">
                <a:solidFill>
                  <a:schemeClr val="tx1"/>
                </a:solidFill>
              </a:rPr>
              <a:t>raken</a:t>
            </a:r>
            <a:r>
              <a:rPr lang="en-US" sz="1800" dirty="0">
                <a:solidFill>
                  <a:schemeClr val="accent5"/>
                </a:solidFill>
              </a:rPr>
              <a:t>   toucher</a:t>
            </a:r>
            <a:endParaRPr lang="en-US" sz="1800" dirty="0"/>
          </a:p>
        </p:txBody>
      </p:sp>
      <p:sp>
        <p:nvSpPr>
          <p:cNvPr id="19" name="Text 15"/>
          <p:cNvSpPr txBox="1"/>
          <p:nvPr/>
        </p:nvSpPr>
        <p:spPr>
          <a:xfrm>
            <a:off x="6492240" y="235915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Niet </a:t>
            </a:r>
            <a:r>
              <a:rPr lang="en-US" sz="1700" b="1" i="1" dirty="0">
                <a:solidFill>
                  <a:srgbClr val="2A6FB0"/>
                </a:solidFill>
              </a:rPr>
              <a:t>aan</a:t>
            </a:r>
            <a:r>
              <a:rPr lang="en-US" sz="1700" i="1" dirty="0">
                <a:solidFill>
                  <a:schemeClr val="tx1"/>
                </a:solidFill>
              </a:rPr>
              <a:t>raken!</a:t>
            </a:r>
            <a:endParaRPr lang="en-US" sz="1800" dirty="0"/>
          </a:p>
        </p:txBody>
      </p:sp>
      <p:sp>
        <p:nvSpPr>
          <p:cNvPr id="20" name="Shape 16"/>
          <p:cNvSpPr/>
          <p:nvPr/>
        </p:nvSpPr>
        <p:spPr>
          <a:xfrm>
            <a:off x="4937760" y="292608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1" name="Shape 17"/>
          <p:cNvSpPr/>
          <p:nvPr/>
        </p:nvSpPr>
        <p:spPr>
          <a:xfrm>
            <a:off x="4937760" y="2926080"/>
            <a:ext cx="109728" cy="1353312"/>
          </a:xfrm>
          <a:prstGeom prst="rect">
            <a:avLst/>
          </a:prstGeom>
          <a:solidFill>
            <a:schemeClr val="accent2"/>
          </a:solidFill>
          <a:ln w="12700">
            <a:solidFill>
              <a:srgbClr val="FFFFFF">
                <a:alpha val="0"/>
              </a:srgbClr>
            </a:solidFill>
            <a:prstDash val="solid"/>
          </a:ln>
        </p:spPr>
      </p:sp>
      <p:pic>
        <p:nvPicPr>
          <p:cNvPr id="22" name="Image 1" descr="light bulb">    </p:cNvPr>
          <p:cNvPicPr>
            <a:picLocks noChangeAspect="1"/>
          </p:cNvPicPr>
          <p:nvPr/>
        </p:nvPicPr>
        <p:blipFill>
          <a:blip r:embed="rId2"/>
          <a:stretch>
            <a:fillRect/>
          </a:stretch>
        </p:blipFill>
        <p:spPr>
          <a:xfrm>
            <a:off x="5230368" y="3081528"/>
            <a:ext cx="1042416" cy="1042416"/>
          </a:xfrm>
          <a:prstGeom prst="rect">
            <a:avLst/>
          </a:prstGeom>
        </p:spPr>
      </p:pic>
      <p:sp>
        <p:nvSpPr>
          <p:cNvPr id="23" name="Text 18"/>
          <p:cNvSpPr txBox="1"/>
          <p:nvPr/>
        </p:nvSpPr>
        <p:spPr>
          <a:xfrm>
            <a:off x="6492240" y="3017520"/>
            <a:ext cx="5010912" cy="310896"/>
          </a:xfrm>
          <a:prstGeom prst="rect">
            <a:avLst/>
          </a:prstGeom>
          <a:noFill/>
          <a:ln/>
        </p:spPr>
        <p:txBody>
          <a:bodyPr wrap="square" lIns="0" tIns="0" rIns="0" bIns="0" rtlCol="0" anchor="ctr"/>
          <a:lstStyle/>
          <a:p>
            <a:pPr algn="l" indent="0" marL="0">
              <a:buNone/>
            </a:pPr>
            <a:r>
              <a:rPr lang="en-US" sz="1200" b="1" spc="100" kern="0" dirty="0">
                <a:solidFill>
                  <a:schemeClr val="accent2"/>
                </a:solidFill>
              </a:rPr>
              <a:t>②  MISE EN MARCHE</a:t>
            </a:r>
            <a:endParaRPr lang="en-US" sz="1200" dirty="0"/>
          </a:p>
        </p:txBody>
      </p:sp>
      <p:sp>
        <p:nvSpPr>
          <p:cNvPr id="24" name="Text 19"/>
          <p:cNvSpPr txBox="1"/>
          <p:nvPr/>
        </p:nvSpPr>
        <p:spPr>
          <a:xfrm>
            <a:off x="6492240" y="3310128"/>
            <a:ext cx="5010912" cy="512064"/>
          </a:xfrm>
          <a:prstGeom prst="rect">
            <a:avLst/>
          </a:prstGeom>
          <a:noFill/>
          <a:ln/>
        </p:spPr>
        <p:txBody>
          <a:bodyPr wrap="square" lIns="0" tIns="0" rIns="0" bIns="0" rtlCol="0" anchor="ctr"/>
          <a:lstStyle/>
          <a:p>
            <a:pPr algn="l" indent="0" marL="0">
              <a:buNone/>
            </a:pPr>
            <a:r>
              <a:rPr lang="en-US" sz="2600" b="1" dirty="0">
                <a:solidFill>
                  <a:srgbClr val="2A6FB0"/>
                </a:solidFill>
              </a:rPr>
              <a:t>aan</a:t>
            </a:r>
            <a:r>
              <a:rPr lang="en-US" sz="2600" b="1" dirty="0">
                <a:solidFill>
                  <a:schemeClr val="tx1"/>
                </a:solidFill>
              </a:rPr>
              <a:t>zetten</a:t>
            </a:r>
            <a:r>
              <a:rPr lang="en-US" sz="1800" dirty="0">
                <a:solidFill>
                  <a:schemeClr val="accent5"/>
                </a:solidFill>
              </a:rPr>
              <a:t>   allumer</a:t>
            </a:r>
            <a:endParaRPr lang="en-US" sz="1800" dirty="0"/>
          </a:p>
        </p:txBody>
      </p:sp>
      <p:sp>
        <p:nvSpPr>
          <p:cNvPr id="25" name="Text 20"/>
          <p:cNvSpPr txBox="1"/>
          <p:nvPr/>
        </p:nvSpPr>
        <p:spPr>
          <a:xfrm>
            <a:off x="6492240" y="382219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Zet de computer </a:t>
            </a:r>
            <a:r>
              <a:rPr lang="en-US" sz="1700" b="1" i="1" dirty="0">
                <a:solidFill>
                  <a:srgbClr val="2A6FB0"/>
                </a:solidFill>
              </a:rPr>
              <a:t>aan</a:t>
            </a:r>
            <a:r>
              <a:rPr lang="en-US" sz="1700" i="1" dirty="0">
                <a:solidFill>
                  <a:schemeClr val="tx1"/>
                </a:solidFill>
              </a:rPr>
              <a:t>.</a:t>
            </a:r>
            <a:endParaRPr lang="en-US" sz="1800" dirty="0"/>
          </a:p>
        </p:txBody>
      </p:sp>
      <p:sp>
        <p:nvSpPr>
          <p:cNvPr id="26" name="Shape 21"/>
          <p:cNvSpPr/>
          <p:nvPr/>
        </p:nvSpPr>
        <p:spPr>
          <a:xfrm>
            <a:off x="4937760" y="438912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7" name="Shape 22"/>
          <p:cNvSpPr/>
          <p:nvPr/>
        </p:nvSpPr>
        <p:spPr>
          <a:xfrm>
            <a:off x="4937760" y="4389120"/>
            <a:ext cx="109728" cy="1353312"/>
          </a:xfrm>
          <a:prstGeom prst="rect">
            <a:avLst/>
          </a:prstGeom>
          <a:solidFill>
            <a:schemeClr val="accent2"/>
          </a:solidFill>
          <a:ln w="12700">
            <a:solidFill>
              <a:srgbClr val="FFFFFF">
                <a:alpha val="0"/>
              </a:srgbClr>
            </a:solidFill>
            <a:prstDash val="solid"/>
          </a:ln>
        </p:spPr>
      </p:sp>
      <p:pic>
        <p:nvPicPr>
          <p:cNvPr id="28" name="Image 2" descr="graduation cap">    </p:cNvPr>
          <p:cNvPicPr>
            <a:picLocks noChangeAspect="1"/>
          </p:cNvPicPr>
          <p:nvPr/>
        </p:nvPicPr>
        <p:blipFill>
          <a:blip r:embed="rId3"/>
          <a:stretch>
            <a:fillRect/>
          </a:stretch>
        </p:blipFill>
        <p:spPr>
          <a:xfrm>
            <a:off x="5230368" y="4544568"/>
            <a:ext cx="1042416" cy="1042416"/>
          </a:xfrm>
          <a:prstGeom prst="rect">
            <a:avLst/>
          </a:prstGeom>
        </p:spPr>
      </p:pic>
      <p:sp>
        <p:nvSpPr>
          <p:cNvPr id="29" name="Text 23"/>
          <p:cNvSpPr txBox="1"/>
          <p:nvPr/>
        </p:nvSpPr>
        <p:spPr>
          <a:xfrm>
            <a:off x="6492240" y="4480560"/>
            <a:ext cx="5010912" cy="310896"/>
          </a:xfrm>
          <a:prstGeom prst="rect">
            <a:avLst/>
          </a:prstGeom>
          <a:noFill/>
          <a:ln/>
        </p:spPr>
        <p:txBody>
          <a:bodyPr wrap="square" lIns="0" tIns="0" rIns="0" bIns="0" rtlCol="0" anchor="ctr"/>
          <a:lstStyle/>
          <a:p>
            <a:pPr algn="l" indent="0" marL="0">
              <a:buNone/>
            </a:pPr>
            <a:r>
              <a:rPr lang="en-US" sz="1200" b="1" spc="100" kern="0" dirty="0">
                <a:solidFill>
                  <a:schemeClr val="accent2"/>
                </a:solidFill>
              </a:rPr>
              <a:t>③  ACQUÉRIR</a:t>
            </a:r>
            <a:endParaRPr lang="en-US" sz="1200" dirty="0"/>
          </a:p>
        </p:txBody>
      </p:sp>
      <p:sp>
        <p:nvSpPr>
          <p:cNvPr id="30" name="Text 24"/>
          <p:cNvSpPr txBox="1"/>
          <p:nvPr/>
        </p:nvSpPr>
        <p:spPr>
          <a:xfrm>
            <a:off x="6492240" y="4773168"/>
            <a:ext cx="5010912" cy="512064"/>
          </a:xfrm>
          <a:prstGeom prst="rect">
            <a:avLst/>
          </a:prstGeom>
          <a:noFill/>
          <a:ln/>
        </p:spPr>
        <p:txBody>
          <a:bodyPr wrap="square" lIns="0" tIns="0" rIns="0" bIns="0" rtlCol="0" anchor="ctr"/>
          <a:lstStyle/>
          <a:p>
            <a:pPr algn="l" indent="0" marL="0">
              <a:buNone/>
            </a:pPr>
            <a:r>
              <a:rPr lang="en-US" sz="2600" b="1" dirty="0">
                <a:solidFill>
                  <a:srgbClr val="2A6FB0"/>
                </a:solidFill>
              </a:rPr>
              <a:t>aan</a:t>
            </a:r>
            <a:r>
              <a:rPr lang="en-US" sz="2600" b="1" dirty="0">
                <a:solidFill>
                  <a:schemeClr val="tx1"/>
                </a:solidFill>
              </a:rPr>
              <a:t>leren</a:t>
            </a:r>
            <a:r>
              <a:rPr lang="en-US" sz="1800" dirty="0">
                <a:solidFill>
                  <a:schemeClr val="accent5"/>
                </a:solidFill>
              </a:rPr>
              <a:t>   apprendre</a:t>
            </a:r>
            <a:endParaRPr lang="en-US" sz="1800" dirty="0"/>
          </a:p>
        </p:txBody>
      </p:sp>
      <p:sp>
        <p:nvSpPr>
          <p:cNvPr id="31" name="Text 25"/>
          <p:cNvSpPr txBox="1"/>
          <p:nvPr/>
        </p:nvSpPr>
        <p:spPr>
          <a:xfrm>
            <a:off x="6492240" y="528523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Kinderen leren snel een taal </a:t>
            </a:r>
            <a:r>
              <a:rPr lang="en-US" sz="1700" b="1" i="1" dirty="0">
                <a:solidFill>
                  <a:srgbClr val="2A6FB0"/>
                </a:solidFill>
              </a:rPr>
              <a:t>aan</a:t>
            </a:r>
            <a:r>
              <a:rPr lang="en-US" sz="1700" i="1" dirty="0">
                <a:solidFill>
                  <a:schemeClr val="tx1"/>
                </a:solidFill>
              </a:rPr>
              <a:t>.</a:t>
            </a:r>
            <a:endParaRPr lang="en-US" sz="1800" dirty="0"/>
          </a:p>
        </p:txBody>
      </p:sp>
      <p:sp>
        <p:nvSpPr>
          <p:cNvPr id="32" name="Text 26"/>
          <p:cNvSpPr txBox="1"/>
          <p:nvPr/>
        </p:nvSpPr>
        <p:spPr>
          <a:xfrm>
            <a:off x="4937760" y="5870448"/>
            <a:ext cx="6702552" cy="347472"/>
          </a:xfrm>
          <a:prstGeom prst="rect">
            <a:avLst/>
          </a:prstGeom>
          <a:noFill/>
          <a:ln/>
        </p:spPr>
        <p:txBody>
          <a:bodyPr wrap="square" lIns="0" tIns="0" rIns="0" bIns="0" rtlCol="0" anchor="ctr"/>
          <a:lstStyle/>
          <a:p>
            <a:pPr algn="l" indent="0" marL="0">
              <a:buNone/>
            </a:pPr>
            <a:r>
              <a:rPr lang="en-US" sz="1500" dirty="0">
                <a:solidFill>
                  <a:schemeClr val="accent5"/>
                </a:solidFill>
              </a:rPr>
              <a:t>+ aussi : </a:t>
            </a:r>
            <a:r>
              <a:rPr lang="en-US" sz="1500" i="1" dirty="0">
                <a:solidFill>
                  <a:schemeClr val="accent5"/>
                </a:solidFill>
              </a:rPr>
              <a:t>aankomen · aanspreken · aanpassen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TOE- : vers</a:t>
            </a:r>
            <a:endParaRPr lang="en-US" sz="3000" dirty="0"/>
          </a:p>
        </p:txBody>
      </p:sp>
      <p:sp>
        <p:nvSpPr>
          <p:cNvPr id="3" name="tag"/>
          <p:cNvSpPr/>
          <p:nvPr/>
        </p:nvSpPr>
        <p:spPr>
          <a:xfrm>
            <a:off x="548640" y="237744"/>
            <a:ext cx="2092147" cy="310896"/>
          </a:xfrm>
          <a:prstGeom prst="roundRect">
            <a:avLst>
              <a:gd name="adj" fmla="val 14706"/>
            </a:avLst>
          </a:prstGeom>
          <a:solidFill>
            <a:srgbClr val="0E7C86"/>
          </a:solidFill>
          <a:ln/>
        </p:spPr>
        <p:txBody>
          <a:bodyPr wrap="square" lIns="0" tIns="0" rIns="0" bIns="0" rtlCol="0" anchor="ctr"/>
          <a:lstStyle/>
          <a:p>
            <a:pPr algn="ctr" indent="0" marL="0">
              <a:buNone/>
            </a:pPr>
            <a:r>
              <a:rPr lang="en-US" sz="1200" b="1" spc="100" kern="0" dirty="0">
                <a:solidFill>
                  <a:srgbClr val="FFFFFF"/>
                </a:solidFill>
              </a:rPr>
              <a:t>PARTICULE 6 / 14</a:t>
            </a:r>
            <a:endParaRPr lang="en-US" sz="1200" dirty="0"/>
          </a:p>
        </p:txBody>
      </p:sp>
      <p:sp>
        <p:nvSpPr>
          <p:cNvPr id="5" name="Shape 2"/>
          <p:cNvSpPr/>
          <p:nvPr/>
        </p:nvSpPr>
        <p:spPr>
          <a:xfrm>
            <a:off x="548640" y="1463040"/>
            <a:ext cx="4160520" cy="4754880"/>
          </a:xfrm>
          <a:prstGeom prst="roundRect">
            <a:avLst>
              <a:gd name="adj" fmla="val 2637"/>
            </a:avLst>
          </a:prstGeom>
          <a:solidFill>
            <a:srgbClr val="0E7C86">
              <a:alpha val="12000"/>
            </a:srgbClr>
          </a:solidFill>
          <a:ln w="19050">
            <a:solidFill>
              <a:srgbClr val="0E7C86"/>
            </a:solidFill>
            <a:prstDash val="solid"/>
          </a:ln>
        </p:spPr>
      </p:sp>
      <p:sp>
        <p:nvSpPr>
          <p:cNvPr id="6" name="Shape 3"/>
          <p:cNvSpPr/>
          <p:nvPr/>
        </p:nvSpPr>
        <p:spPr>
          <a:xfrm>
            <a:off x="731520" y="1645920"/>
            <a:ext cx="3794760" cy="2743200"/>
          </a:xfrm>
          <a:prstGeom prst="roundRect">
            <a:avLst>
              <a:gd name="adj" fmla="val 3333"/>
            </a:avLst>
          </a:prstGeom>
          <a:solidFill>
            <a:srgbClr val="FFFFFF"/>
          </a:solidFill>
          <a:ln w="12700">
            <a:solidFill>
              <a:srgbClr val="FFFFFF">
                <a:alpha val="0"/>
              </a:srgbClr>
            </a:solidFill>
            <a:prstDash val="solid"/>
          </a:ln>
        </p:spPr>
      </p:sp>
      <p:sp>
        <p:nvSpPr>
          <p:cNvPr id="7" name="Shape 4"/>
          <p:cNvSpPr/>
          <p:nvPr/>
        </p:nvSpPr>
        <p:spPr>
          <a:xfrm>
            <a:off x="2647554" y="2076054"/>
            <a:ext cx="1882932" cy="1882932"/>
          </a:xfrm>
          <a:prstGeom prst="ellipse">
            <a:avLst/>
          </a:prstGeom>
          <a:solidFill>
            <a:srgbClr val="FFFFFF"/>
          </a:solidFill>
          <a:ln w="46939">
            <a:solidFill>
              <a:srgbClr val="17375E"/>
            </a:solidFill>
            <a:prstDash val="solid"/>
          </a:ln>
        </p:spPr>
      </p:sp>
      <p:sp>
        <p:nvSpPr>
          <p:cNvPr id="8" name="Shape 5"/>
          <p:cNvSpPr/>
          <p:nvPr/>
        </p:nvSpPr>
        <p:spPr>
          <a:xfrm>
            <a:off x="2961376" y="2389876"/>
            <a:ext cx="1255288" cy="1255288"/>
          </a:xfrm>
          <a:prstGeom prst="ellipse">
            <a:avLst/>
          </a:prstGeom>
          <a:solidFill>
            <a:srgbClr val="0E7C86">
              <a:alpha val="25000"/>
            </a:srgbClr>
          </a:solidFill>
          <a:ln w="12700">
            <a:solidFill>
              <a:srgbClr val="FFFFFF">
                <a:alpha val="0"/>
              </a:srgbClr>
            </a:solidFill>
            <a:prstDash val="solid"/>
          </a:ln>
        </p:spPr>
      </p:sp>
      <p:sp>
        <p:nvSpPr>
          <p:cNvPr id="9" name="Shape 6"/>
          <p:cNvSpPr/>
          <p:nvPr/>
        </p:nvSpPr>
        <p:spPr>
          <a:xfrm>
            <a:off x="3323478" y="2751978"/>
            <a:ext cx="531084" cy="531084"/>
          </a:xfrm>
          <a:prstGeom prst="ellipse">
            <a:avLst/>
          </a:prstGeom>
          <a:solidFill>
            <a:srgbClr val="17375E"/>
          </a:solidFill>
          <a:ln w="12700">
            <a:solidFill>
              <a:srgbClr val="FFFFFF">
                <a:alpha val="0"/>
              </a:srgbClr>
            </a:solidFill>
            <a:prstDash val="solid"/>
          </a:ln>
        </p:spPr>
      </p:sp>
      <p:sp>
        <p:nvSpPr>
          <p:cNvPr id="10" name="Shape 7"/>
          <p:cNvSpPr/>
          <p:nvPr/>
        </p:nvSpPr>
        <p:spPr>
          <a:xfrm>
            <a:off x="982980" y="2872679"/>
            <a:ext cx="2537460" cy="289682"/>
          </a:xfrm>
          <a:prstGeom prst="rightArrow">
            <a:avLst/>
          </a:prstGeom>
          <a:solidFill>
            <a:srgbClr val="0E7C86"/>
          </a:solidFill>
          <a:ln w="12700">
            <a:solidFill>
              <a:srgbClr val="FFFFFF">
                <a:alpha val="0"/>
              </a:srgbClr>
            </a:solidFill>
            <a:prstDash val="solid"/>
          </a:ln>
        </p:spPr>
      </p:sp>
      <p:sp>
        <p:nvSpPr>
          <p:cNvPr id="11" name="Text 8"/>
          <p:cNvSpPr txBox="1"/>
          <p:nvPr/>
        </p:nvSpPr>
        <p:spPr>
          <a:xfrm>
            <a:off x="731520" y="4434840"/>
            <a:ext cx="3794760" cy="713232"/>
          </a:xfrm>
          <a:prstGeom prst="rect">
            <a:avLst/>
          </a:prstGeom>
          <a:noFill/>
          <a:ln/>
        </p:spPr>
        <p:txBody>
          <a:bodyPr wrap="square" lIns="0" tIns="0" rIns="0" bIns="0" rtlCol="0" anchor="ctr"/>
          <a:lstStyle/>
          <a:p>
            <a:pPr algn="ctr" indent="0" marL="0">
              <a:buNone/>
            </a:pPr>
            <a:r>
              <a:rPr lang="en-US" sz="4600" b="1" dirty="0">
                <a:solidFill>
                  <a:srgbClr val="0E7C86"/>
                </a:solidFill>
                <a:latin typeface="+mj-lt" pitchFamily="34" charset="0"/>
                <a:ea typeface="+mj-lt" pitchFamily="34" charset="-122"/>
                <a:cs typeface="+mj-lt" pitchFamily="34" charset="-120"/>
              </a:rPr>
              <a:t>toe</a:t>
            </a:r>
            <a:endParaRPr lang="en-US" sz="4600" dirty="0"/>
          </a:p>
        </p:txBody>
      </p:sp>
      <p:sp>
        <p:nvSpPr>
          <p:cNvPr id="12" name="Text 9"/>
          <p:cNvSpPr txBox="1"/>
          <p:nvPr/>
        </p:nvSpPr>
        <p:spPr>
          <a:xfrm>
            <a:off x="731520" y="5120640"/>
            <a:ext cx="3794760" cy="384048"/>
          </a:xfrm>
          <a:prstGeom prst="rect">
            <a:avLst/>
          </a:prstGeom>
          <a:noFill/>
          <a:ln/>
        </p:spPr>
        <p:txBody>
          <a:bodyPr wrap="square" lIns="0" tIns="0" rIns="0" bIns="0" rtlCol="0" anchor="ctr"/>
          <a:lstStyle/>
          <a:p>
            <a:pPr algn="ctr" indent="0" marL="0">
              <a:buNone/>
            </a:pPr>
            <a:r>
              <a:rPr lang="en-US" sz="1600" i="1" dirty="0">
                <a:solidFill>
                  <a:schemeClr val="tx2"/>
                </a:solidFill>
              </a:rPr>
              <a:t>vers · en plus · fermé</a:t>
            </a:r>
            <a:endParaRPr lang="en-US" sz="1600" dirty="0"/>
          </a:p>
        </p:txBody>
      </p:sp>
      <p:sp>
        <p:nvSpPr>
          <p:cNvPr id="13" name="Shape 10"/>
          <p:cNvSpPr/>
          <p:nvPr/>
        </p:nvSpPr>
        <p:spPr>
          <a:xfrm>
            <a:off x="731520" y="5596128"/>
            <a:ext cx="3794760" cy="457200"/>
          </a:xfrm>
          <a:prstGeom prst="roundRect">
            <a:avLst>
              <a:gd name="adj" fmla="val 50000"/>
            </a:avLst>
          </a:prstGeom>
          <a:solidFill>
            <a:srgbClr val="FFFFFF"/>
          </a:solidFill>
          <a:ln w="15875">
            <a:solidFill>
              <a:srgbClr val="B83227"/>
            </a:solidFill>
            <a:prstDash val="solid"/>
          </a:ln>
        </p:spPr>
      </p:sp>
      <p:sp>
        <p:nvSpPr>
          <p:cNvPr id="14" name="Text 11"/>
          <p:cNvSpPr txBox="1"/>
          <p:nvPr/>
        </p:nvSpPr>
        <p:spPr>
          <a:xfrm>
            <a:off x="777240" y="5596128"/>
            <a:ext cx="3703320" cy="457200"/>
          </a:xfrm>
          <a:prstGeom prst="rect">
            <a:avLst/>
          </a:prstGeom>
          <a:noFill/>
          <a:ln/>
        </p:spPr>
        <p:txBody>
          <a:bodyPr wrap="square" lIns="0" tIns="0" rIns="0" bIns="0" rtlCol="0" anchor="ctr"/>
          <a:lstStyle/>
          <a:p>
            <a:pPr algn="ctr" indent="0" marL="0">
              <a:buNone/>
            </a:pPr>
            <a:r>
              <a:rPr lang="en-US" sz="1200" dirty="0">
                <a:solidFill>
                  <a:schemeClr val="accent5"/>
                </a:solidFill>
              </a:rPr>
              <a:t>contraire   </a:t>
            </a:r>
            <a:r>
              <a:rPr lang="en-US" sz="1400" b="1" i="1" dirty="0">
                <a:solidFill>
                  <a:schemeClr val="tx1"/>
                </a:solidFill>
              </a:rPr>
              <a:t>toenemen ≠ afnemen</a:t>
            </a:r>
            <a:endParaRPr lang="en-US" sz="1800" dirty="0"/>
          </a:p>
        </p:txBody>
      </p:sp>
      <p:sp>
        <p:nvSpPr>
          <p:cNvPr id="15" name="Shape 12"/>
          <p:cNvSpPr/>
          <p:nvPr/>
        </p:nvSpPr>
        <p:spPr>
          <a:xfrm>
            <a:off x="4937760" y="146304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6" name="Shape 13"/>
          <p:cNvSpPr/>
          <p:nvPr/>
        </p:nvSpPr>
        <p:spPr>
          <a:xfrm>
            <a:off x="4937760" y="1463040"/>
            <a:ext cx="109728" cy="1353312"/>
          </a:xfrm>
          <a:prstGeom prst="rect">
            <a:avLst/>
          </a:prstGeom>
          <a:solidFill>
            <a:srgbClr val="0E7C86"/>
          </a:solidFill>
          <a:ln w="12700">
            <a:solidFill>
              <a:srgbClr val="FFFFFF">
                <a:alpha val="0"/>
              </a:srgbClr>
            </a:solidFill>
            <a:prstDash val="solid"/>
          </a:ln>
        </p:spPr>
      </p:sp>
      <p:pic>
        <p:nvPicPr>
          <p:cNvPr id="17" name="Image 0" descr="eyes">    </p:cNvPr>
          <p:cNvPicPr>
            <a:picLocks noChangeAspect="1"/>
          </p:cNvPicPr>
          <p:nvPr/>
        </p:nvPicPr>
        <p:blipFill>
          <a:blip r:embed="rId1"/>
          <a:stretch>
            <a:fillRect/>
          </a:stretch>
        </p:blipFill>
        <p:spPr>
          <a:xfrm>
            <a:off x="5230368" y="1618488"/>
            <a:ext cx="1042416" cy="1042416"/>
          </a:xfrm>
          <a:prstGeom prst="rect">
            <a:avLst/>
          </a:prstGeom>
        </p:spPr>
      </p:pic>
      <p:sp>
        <p:nvSpPr>
          <p:cNvPr id="18" name="Text 14"/>
          <p:cNvSpPr txBox="1"/>
          <p:nvPr/>
        </p:nvSpPr>
        <p:spPr>
          <a:xfrm>
            <a:off x="6492240" y="1554480"/>
            <a:ext cx="5010912" cy="310896"/>
          </a:xfrm>
          <a:prstGeom prst="rect">
            <a:avLst/>
          </a:prstGeom>
          <a:noFill/>
          <a:ln/>
        </p:spPr>
        <p:txBody>
          <a:bodyPr wrap="square" lIns="0" tIns="0" rIns="0" bIns="0" rtlCol="0" anchor="ctr"/>
          <a:lstStyle/>
          <a:p>
            <a:pPr algn="l" indent="0" marL="0">
              <a:buNone/>
            </a:pPr>
            <a:r>
              <a:rPr lang="en-US" sz="1200" b="1" spc="100" kern="0" dirty="0">
                <a:solidFill>
                  <a:srgbClr val="0E7C86"/>
                </a:solidFill>
              </a:rPr>
              <a:t>①  VERS</a:t>
            </a:r>
            <a:endParaRPr lang="en-US" sz="1200" dirty="0"/>
          </a:p>
        </p:txBody>
      </p:sp>
      <p:sp>
        <p:nvSpPr>
          <p:cNvPr id="19" name="Text 15"/>
          <p:cNvSpPr txBox="1"/>
          <p:nvPr/>
        </p:nvSpPr>
        <p:spPr>
          <a:xfrm>
            <a:off x="6492240" y="1847088"/>
            <a:ext cx="5010912" cy="512064"/>
          </a:xfrm>
          <a:prstGeom prst="rect">
            <a:avLst/>
          </a:prstGeom>
          <a:noFill/>
          <a:ln/>
        </p:spPr>
        <p:txBody>
          <a:bodyPr wrap="square" lIns="0" tIns="0" rIns="0" bIns="0" rtlCol="0" anchor="ctr"/>
          <a:lstStyle/>
          <a:p>
            <a:pPr algn="l" indent="0" marL="0">
              <a:buNone/>
            </a:pPr>
            <a:r>
              <a:rPr lang="en-US" sz="2600" b="1" dirty="0">
                <a:solidFill>
                  <a:srgbClr val="0E7C86"/>
                </a:solidFill>
              </a:rPr>
              <a:t>toe</a:t>
            </a:r>
            <a:r>
              <a:rPr lang="en-US" sz="2600" b="1" dirty="0">
                <a:solidFill>
                  <a:schemeClr val="tx1"/>
                </a:solidFill>
              </a:rPr>
              <a:t>kijken</a:t>
            </a:r>
            <a:r>
              <a:rPr lang="en-US" sz="1800" dirty="0">
                <a:solidFill>
                  <a:schemeClr val="accent5"/>
                </a:solidFill>
              </a:rPr>
              <a:t>   regarder (sans agir)</a:t>
            </a:r>
            <a:endParaRPr lang="en-US" sz="1800" dirty="0"/>
          </a:p>
        </p:txBody>
      </p:sp>
      <p:sp>
        <p:nvSpPr>
          <p:cNvPr id="20" name="Text 16"/>
          <p:cNvSpPr txBox="1"/>
          <p:nvPr/>
        </p:nvSpPr>
        <p:spPr>
          <a:xfrm>
            <a:off x="6492240" y="235915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Hij kijkt alleen maar </a:t>
            </a:r>
            <a:r>
              <a:rPr lang="en-US" sz="1700" b="1" i="1" dirty="0">
                <a:solidFill>
                  <a:srgbClr val="0E7C86"/>
                </a:solidFill>
              </a:rPr>
              <a:t>toe</a:t>
            </a:r>
            <a:r>
              <a:rPr lang="en-US" sz="1700" i="1" dirty="0">
                <a:solidFill>
                  <a:schemeClr val="tx1"/>
                </a:solidFill>
              </a:rPr>
              <a:t>.</a:t>
            </a:r>
            <a:endParaRPr lang="en-US" sz="1800" dirty="0"/>
          </a:p>
        </p:txBody>
      </p:sp>
      <p:sp>
        <p:nvSpPr>
          <p:cNvPr id="21" name="Shape 17"/>
          <p:cNvSpPr/>
          <p:nvPr/>
        </p:nvSpPr>
        <p:spPr>
          <a:xfrm>
            <a:off x="4937760" y="292608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2" name="Shape 18"/>
          <p:cNvSpPr/>
          <p:nvPr/>
        </p:nvSpPr>
        <p:spPr>
          <a:xfrm>
            <a:off x="4937760" y="2926080"/>
            <a:ext cx="109728" cy="1353312"/>
          </a:xfrm>
          <a:prstGeom prst="rect">
            <a:avLst/>
          </a:prstGeom>
          <a:solidFill>
            <a:srgbClr val="0E7C86"/>
          </a:solidFill>
          <a:ln w="12700">
            <a:solidFill>
              <a:srgbClr val="FFFFFF">
                <a:alpha val="0"/>
              </a:srgbClr>
            </a:solidFill>
            <a:prstDash val="solid"/>
          </a:ln>
        </p:spPr>
      </p:sp>
      <p:pic>
        <p:nvPicPr>
          <p:cNvPr id="23" name="Image 1" descr="chart increasing">    </p:cNvPr>
          <p:cNvPicPr>
            <a:picLocks noChangeAspect="1"/>
          </p:cNvPicPr>
          <p:nvPr/>
        </p:nvPicPr>
        <p:blipFill>
          <a:blip r:embed="rId2"/>
          <a:stretch>
            <a:fillRect/>
          </a:stretch>
        </p:blipFill>
        <p:spPr>
          <a:xfrm>
            <a:off x="5230368" y="3081528"/>
            <a:ext cx="1042416" cy="1042416"/>
          </a:xfrm>
          <a:prstGeom prst="rect">
            <a:avLst/>
          </a:prstGeom>
        </p:spPr>
      </p:pic>
      <p:sp>
        <p:nvSpPr>
          <p:cNvPr id="24" name="Text 19"/>
          <p:cNvSpPr txBox="1"/>
          <p:nvPr/>
        </p:nvSpPr>
        <p:spPr>
          <a:xfrm>
            <a:off x="6492240" y="3017520"/>
            <a:ext cx="5010912" cy="310896"/>
          </a:xfrm>
          <a:prstGeom prst="rect">
            <a:avLst/>
          </a:prstGeom>
          <a:noFill/>
          <a:ln/>
        </p:spPr>
        <p:txBody>
          <a:bodyPr wrap="square" lIns="0" tIns="0" rIns="0" bIns="0" rtlCol="0" anchor="ctr"/>
          <a:lstStyle/>
          <a:p>
            <a:pPr algn="l" indent="0" marL="0">
              <a:buNone/>
            </a:pPr>
            <a:r>
              <a:rPr lang="en-US" sz="1200" b="1" spc="100" kern="0" dirty="0">
                <a:solidFill>
                  <a:srgbClr val="0E7C86"/>
                </a:solidFill>
              </a:rPr>
              <a:t>②  EN PLUS</a:t>
            </a:r>
            <a:endParaRPr lang="en-US" sz="1200" dirty="0"/>
          </a:p>
        </p:txBody>
      </p:sp>
      <p:sp>
        <p:nvSpPr>
          <p:cNvPr id="25" name="Text 20"/>
          <p:cNvSpPr txBox="1"/>
          <p:nvPr/>
        </p:nvSpPr>
        <p:spPr>
          <a:xfrm>
            <a:off x="6492240" y="3310128"/>
            <a:ext cx="5010912" cy="512064"/>
          </a:xfrm>
          <a:prstGeom prst="rect">
            <a:avLst/>
          </a:prstGeom>
          <a:noFill/>
          <a:ln/>
        </p:spPr>
        <p:txBody>
          <a:bodyPr wrap="square" lIns="0" tIns="0" rIns="0" bIns="0" rtlCol="0" anchor="ctr"/>
          <a:lstStyle/>
          <a:p>
            <a:pPr algn="l" indent="0" marL="0">
              <a:buNone/>
            </a:pPr>
            <a:r>
              <a:rPr lang="en-US" sz="2600" b="1" dirty="0">
                <a:solidFill>
                  <a:srgbClr val="0E7C86"/>
                </a:solidFill>
              </a:rPr>
              <a:t>toe</a:t>
            </a:r>
            <a:r>
              <a:rPr lang="en-US" sz="2600" b="1" dirty="0">
                <a:solidFill>
                  <a:schemeClr val="tx1"/>
                </a:solidFill>
              </a:rPr>
              <a:t>nemen</a:t>
            </a:r>
            <a:r>
              <a:rPr lang="en-US" sz="1800" dirty="0">
                <a:solidFill>
                  <a:schemeClr val="accent5"/>
                </a:solidFill>
              </a:rPr>
              <a:t>   augmenter</a:t>
            </a:r>
            <a:endParaRPr lang="en-US" sz="1800" dirty="0"/>
          </a:p>
        </p:txBody>
      </p:sp>
      <p:sp>
        <p:nvSpPr>
          <p:cNvPr id="26" name="Text 21"/>
          <p:cNvSpPr txBox="1"/>
          <p:nvPr/>
        </p:nvSpPr>
        <p:spPr>
          <a:xfrm>
            <a:off x="6492240" y="382219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Het aantal klanten neemt </a:t>
            </a:r>
            <a:r>
              <a:rPr lang="en-US" sz="1700" b="1" i="1" dirty="0">
                <a:solidFill>
                  <a:srgbClr val="0E7C86"/>
                </a:solidFill>
              </a:rPr>
              <a:t>toe</a:t>
            </a:r>
            <a:r>
              <a:rPr lang="en-US" sz="1700" i="1" dirty="0">
                <a:solidFill>
                  <a:schemeClr val="tx1"/>
                </a:solidFill>
              </a:rPr>
              <a:t>.</a:t>
            </a:r>
            <a:endParaRPr lang="en-US" sz="1800" dirty="0"/>
          </a:p>
        </p:txBody>
      </p:sp>
      <p:sp>
        <p:nvSpPr>
          <p:cNvPr id="27" name="Shape 22"/>
          <p:cNvSpPr/>
          <p:nvPr/>
        </p:nvSpPr>
        <p:spPr>
          <a:xfrm>
            <a:off x="4937760" y="438912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8" name="Shape 23"/>
          <p:cNvSpPr/>
          <p:nvPr/>
        </p:nvSpPr>
        <p:spPr>
          <a:xfrm>
            <a:off x="4937760" y="4389120"/>
            <a:ext cx="109728" cy="1353312"/>
          </a:xfrm>
          <a:prstGeom prst="rect">
            <a:avLst/>
          </a:prstGeom>
          <a:solidFill>
            <a:srgbClr val="0E7C86"/>
          </a:solidFill>
          <a:ln w="12700">
            <a:solidFill>
              <a:srgbClr val="FFFFFF">
                <a:alpha val="0"/>
              </a:srgbClr>
            </a:solidFill>
            <a:prstDash val="solid"/>
          </a:ln>
        </p:spPr>
      </p:sp>
      <p:pic>
        <p:nvPicPr>
          <p:cNvPr id="29" name="Image 2" descr="locked">    </p:cNvPr>
          <p:cNvPicPr>
            <a:picLocks noChangeAspect="1"/>
          </p:cNvPicPr>
          <p:nvPr/>
        </p:nvPicPr>
        <p:blipFill>
          <a:blip r:embed="rId3"/>
          <a:stretch>
            <a:fillRect/>
          </a:stretch>
        </p:blipFill>
        <p:spPr>
          <a:xfrm>
            <a:off x="5230368" y="4544568"/>
            <a:ext cx="1042416" cy="1042416"/>
          </a:xfrm>
          <a:prstGeom prst="rect">
            <a:avLst/>
          </a:prstGeom>
        </p:spPr>
      </p:pic>
      <p:sp>
        <p:nvSpPr>
          <p:cNvPr id="30" name="Text 24"/>
          <p:cNvSpPr txBox="1"/>
          <p:nvPr/>
        </p:nvSpPr>
        <p:spPr>
          <a:xfrm>
            <a:off x="6492240" y="4480560"/>
            <a:ext cx="5010912" cy="310896"/>
          </a:xfrm>
          <a:prstGeom prst="rect">
            <a:avLst/>
          </a:prstGeom>
          <a:noFill/>
          <a:ln/>
        </p:spPr>
        <p:txBody>
          <a:bodyPr wrap="square" lIns="0" tIns="0" rIns="0" bIns="0" rtlCol="0" anchor="ctr"/>
          <a:lstStyle/>
          <a:p>
            <a:pPr algn="l" indent="0" marL="0">
              <a:buNone/>
            </a:pPr>
            <a:r>
              <a:rPr lang="en-US" sz="1200" b="1" spc="100" kern="0" dirty="0">
                <a:solidFill>
                  <a:srgbClr val="0E7C86"/>
                </a:solidFill>
              </a:rPr>
              <a:t>③  FERMÉ (SURTOUT BE)</a:t>
            </a:r>
            <a:endParaRPr lang="en-US" sz="1200" dirty="0"/>
          </a:p>
        </p:txBody>
      </p:sp>
      <p:sp>
        <p:nvSpPr>
          <p:cNvPr id="31" name="Text 25"/>
          <p:cNvSpPr txBox="1"/>
          <p:nvPr/>
        </p:nvSpPr>
        <p:spPr>
          <a:xfrm>
            <a:off x="6492240" y="4773168"/>
            <a:ext cx="5010912" cy="512064"/>
          </a:xfrm>
          <a:prstGeom prst="rect">
            <a:avLst/>
          </a:prstGeom>
          <a:noFill/>
          <a:ln/>
        </p:spPr>
        <p:txBody>
          <a:bodyPr wrap="square" lIns="0" tIns="0" rIns="0" bIns="0" rtlCol="0" anchor="ctr"/>
          <a:lstStyle/>
          <a:p>
            <a:pPr algn="l" indent="0" marL="0">
              <a:buNone/>
            </a:pPr>
            <a:r>
              <a:rPr lang="en-US" sz="2600" b="1" dirty="0">
                <a:solidFill>
                  <a:srgbClr val="0E7C86"/>
                </a:solidFill>
              </a:rPr>
              <a:t>toe</a:t>
            </a:r>
            <a:r>
              <a:rPr lang="en-US" sz="2600" b="1" dirty="0">
                <a:solidFill>
                  <a:schemeClr val="tx1"/>
                </a:solidFill>
              </a:rPr>
              <a:t>doen</a:t>
            </a:r>
            <a:r>
              <a:rPr lang="en-US" sz="1800" dirty="0">
                <a:solidFill>
                  <a:schemeClr val="accent5"/>
                </a:solidFill>
              </a:rPr>
              <a:t>   fermer</a:t>
            </a:r>
            <a:endParaRPr lang="en-US" sz="1800" dirty="0"/>
          </a:p>
        </p:txBody>
      </p:sp>
      <p:sp>
        <p:nvSpPr>
          <p:cNvPr id="32" name="Text 26"/>
          <p:cNvSpPr txBox="1"/>
          <p:nvPr/>
        </p:nvSpPr>
        <p:spPr>
          <a:xfrm>
            <a:off x="6492240" y="528523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Doe de deur </a:t>
            </a:r>
            <a:r>
              <a:rPr lang="en-US" sz="1700" b="1" i="1" dirty="0">
                <a:solidFill>
                  <a:srgbClr val="0E7C86"/>
                </a:solidFill>
              </a:rPr>
              <a:t>toe</a:t>
            </a:r>
            <a:r>
              <a:rPr lang="en-US" sz="1700" i="1" dirty="0">
                <a:solidFill>
                  <a:schemeClr val="tx1"/>
                </a:solidFill>
              </a:rPr>
              <a:t>.</a:t>
            </a:r>
            <a:endParaRPr lang="en-US" sz="1800" dirty="0"/>
          </a:p>
        </p:txBody>
      </p:sp>
      <p:sp>
        <p:nvSpPr>
          <p:cNvPr id="33" name="Text 27"/>
          <p:cNvSpPr txBox="1"/>
          <p:nvPr/>
        </p:nvSpPr>
        <p:spPr>
          <a:xfrm>
            <a:off x="4937760" y="5870448"/>
            <a:ext cx="6702552" cy="347472"/>
          </a:xfrm>
          <a:prstGeom prst="rect">
            <a:avLst/>
          </a:prstGeom>
          <a:noFill/>
          <a:ln/>
        </p:spPr>
        <p:txBody>
          <a:bodyPr wrap="square" lIns="0" tIns="0" rIns="0" bIns="0" rtlCol="0" anchor="ctr"/>
          <a:lstStyle/>
          <a:p>
            <a:pPr algn="l" indent="0" marL="0">
              <a:buNone/>
            </a:pPr>
            <a:r>
              <a:rPr lang="en-US" sz="1500" dirty="0">
                <a:solidFill>
                  <a:schemeClr val="accent5"/>
                </a:solidFill>
              </a:rPr>
              <a:t>+ aussi : </a:t>
            </a:r>
            <a:r>
              <a:rPr lang="en-US" sz="1500" i="1" dirty="0">
                <a:solidFill>
                  <a:schemeClr val="accent5"/>
                </a:solidFill>
              </a:rPr>
              <a:t>toevoegen · toelichten · toestaan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BIJ- : en plus</a:t>
            </a:r>
            <a:endParaRPr lang="en-US" sz="3000" dirty="0"/>
          </a:p>
        </p:txBody>
      </p:sp>
      <p:sp>
        <p:nvSpPr>
          <p:cNvPr id="3" name="tag"/>
          <p:cNvSpPr/>
          <p:nvPr/>
        </p:nvSpPr>
        <p:spPr>
          <a:xfrm>
            <a:off x="548640" y="237744"/>
            <a:ext cx="2092147" cy="310896"/>
          </a:xfrm>
          <a:prstGeom prst="roundRect">
            <a:avLst>
              <a:gd name="adj" fmla="val 14706"/>
            </a:avLst>
          </a:prstGeom>
          <a:solidFill>
            <a:schemeClr val="accent4"/>
          </a:solidFill>
          <a:ln/>
        </p:spPr>
        <p:txBody>
          <a:bodyPr wrap="square" lIns="0" tIns="0" rIns="0" bIns="0" rtlCol="0" anchor="ctr"/>
          <a:lstStyle/>
          <a:p>
            <a:pPr algn="ctr" indent="0" marL="0">
              <a:buNone/>
            </a:pPr>
            <a:r>
              <a:rPr lang="en-US" sz="1200" b="1" spc="100" kern="0" dirty="0">
                <a:solidFill>
                  <a:srgbClr val="FFFFFF"/>
                </a:solidFill>
              </a:rPr>
              <a:t>PARTICULE 7 / 14</a:t>
            </a:r>
            <a:endParaRPr lang="en-US" sz="1200" dirty="0"/>
          </a:p>
        </p:txBody>
      </p:sp>
      <p:sp>
        <p:nvSpPr>
          <p:cNvPr id="5" name="Shape 2"/>
          <p:cNvSpPr/>
          <p:nvPr/>
        </p:nvSpPr>
        <p:spPr>
          <a:xfrm>
            <a:off x="548640" y="1463040"/>
            <a:ext cx="4160520" cy="4754880"/>
          </a:xfrm>
          <a:prstGeom prst="roundRect">
            <a:avLst>
              <a:gd name="adj" fmla="val 2637"/>
            </a:avLst>
          </a:prstGeom>
          <a:solidFill>
            <a:schemeClr val="accent4">
              <a:alpha val="12000"/>
            </a:schemeClr>
          </a:solidFill>
          <a:ln w="19050">
            <a:solidFill>
              <a:srgbClr val="B4236A"/>
            </a:solidFill>
            <a:prstDash val="solid"/>
          </a:ln>
        </p:spPr>
      </p:sp>
      <p:sp>
        <p:nvSpPr>
          <p:cNvPr id="6" name="Shape 3"/>
          <p:cNvSpPr/>
          <p:nvPr/>
        </p:nvSpPr>
        <p:spPr>
          <a:xfrm>
            <a:off x="731520" y="1645920"/>
            <a:ext cx="3794760" cy="2743200"/>
          </a:xfrm>
          <a:prstGeom prst="roundRect">
            <a:avLst>
              <a:gd name="adj" fmla="val 3333"/>
            </a:avLst>
          </a:prstGeom>
          <a:solidFill>
            <a:srgbClr val="FFFFFF"/>
          </a:solidFill>
          <a:ln w="12700">
            <a:solidFill>
              <a:srgbClr val="FFFFFF">
                <a:alpha val="0"/>
              </a:srgbClr>
            </a:solidFill>
            <a:prstDash val="solid"/>
          </a:ln>
        </p:spPr>
      </p:sp>
      <p:sp>
        <p:nvSpPr>
          <p:cNvPr id="7" name="Shape 4"/>
          <p:cNvSpPr/>
          <p:nvPr/>
        </p:nvSpPr>
        <p:spPr>
          <a:xfrm>
            <a:off x="1257300" y="3355482"/>
            <a:ext cx="960120" cy="675924"/>
          </a:xfrm>
          <a:prstGeom prst="rect">
            <a:avLst/>
          </a:prstGeom>
          <a:solidFill>
            <a:srgbClr val="D5DCE6"/>
          </a:solidFill>
          <a:ln w="46939">
            <a:solidFill>
              <a:srgbClr val="8A96A8"/>
            </a:solidFill>
            <a:prstDash val="solid"/>
          </a:ln>
        </p:spPr>
      </p:sp>
      <p:sp>
        <p:nvSpPr>
          <p:cNvPr id="8" name="Shape 5"/>
          <p:cNvSpPr/>
          <p:nvPr/>
        </p:nvSpPr>
        <p:spPr>
          <a:xfrm>
            <a:off x="2286000" y="3355482"/>
            <a:ext cx="960120" cy="675924"/>
          </a:xfrm>
          <a:prstGeom prst="rect">
            <a:avLst/>
          </a:prstGeom>
          <a:solidFill>
            <a:srgbClr val="D5DCE6"/>
          </a:solidFill>
          <a:ln w="46939">
            <a:solidFill>
              <a:srgbClr val="8A96A8"/>
            </a:solidFill>
            <a:prstDash val="solid"/>
          </a:ln>
        </p:spPr>
      </p:sp>
      <p:sp>
        <p:nvSpPr>
          <p:cNvPr id="9" name="Shape 6"/>
          <p:cNvSpPr/>
          <p:nvPr/>
        </p:nvSpPr>
        <p:spPr>
          <a:xfrm>
            <a:off x="1771650" y="2631277"/>
            <a:ext cx="960120" cy="675924"/>
          </a:xfrm>
          <a:prstGeom prst="rect">
            <a:avLst/>
          </a:prstGeom>
          <a:solidFill>
            <a:srgbClr val="FFFFFF">
              <a:alpha val="0"/>
            </a:srgbClr>
          </a:solidFill>
          <a:ln w="46939">
            <a:solidFill>
              <a:srgbClr val="B4236A"/>
            </a:solidFill>
            <a:prstDash val="dash"/>
          </a:ln>
        </p:spPr>
      </p:sp>
      <p:sp>
        <p:nvSpPr>
          <p:cNvPr id="10" name="Shape 7"/>
          <p:cNvSpPr/>
          <p:nvPr/>
        </p:nvSpPr>
        <p:spPr>
          <a:xfrm>
            <a:off x="1771650" y="1858792"/>
            <a:ext cx="960120" cy="675924"/>
          </a:xfrm>
          <a:prstGeom prst="rect">
            <a:avLst/>
          </a:prstGeom>
          <a:solidFill>
            <a:srgbClr val="B4236A"/>
          </a:solidFill>
          <a:ln w="12700">
            <a:solidFill>
              <a:srgbClr val="FFFFFF">
                <a:alpha val="0"/>
              </a:srgbClr>
            </a:solidFill>
            <a:prstDash val="solid"/>
          </a:ln>
        </p:spPr>
      </p:sp>
      <p:sp>
        <p:nvSpPr>
          <p:cNvPr id="11" name="Shape 8"/>
          <p:cNvSpPr/>
          <p:nvPr/>
        </p:nvSpPr>
        <p:spPr>
          <a:xfrm>
            <a:off x="3177540" y="1907073"/>
            <a:ext cx="960120" cy="1255288"/>
          </a:xfrm>
          <a:prstGeom prst="mathPlus">
            <a:avLst/>
          </a:prstGeom>
          <a:solidFill>
            <a:srgbClr val="B4236A"/>
          </a:solidFill>
          <a:ln w="12700">
            <a:solidFill>
              <a:srgbClr val="FFFFFF">
                <a:alpha val="0"/>
              </a:srgbClr>
            </a:solidFill>
            <a:prstDash val="solid"/>
          </a:ln>
        </p:spPr>
      </p:sp>
      <p:sp>
        <p:nvSpPr>
          <p:cNvPr id="12" name="Text 9"/>
          <p:cNvSpPr txBox="1"/>
          <p:nvPr/>
        </p:nvSpPr>
        <p:spPr>
          <a:xfrm>
            <a:off x="731520" y="4434840"/>
            <a:ext cx="3794760" cy="713232"/>
          </a:xfrm>
          <a:prstGeom prst="rect">
            <a:avLst/>
          </a:prstGeom>
          <a:noFill/>
          <a:ln/>
        </p:spPr>
        <p:txBody>
          <a:bodyPr wrap="square" lIns="0" tIns="0" rIns="0" bIns="0" rtlCol="0" anchor="ctr"/>
          <a:lstStyle/>
          <a:p>
            <a:pPr algn="ctr" indent="0" marL="0">
              <a:buNone/>
            </a:pPr>
            <a:r>
              <a:rPr lang="en-US" sz="4600" b="1" dirty="0">
                <a:solidFill>
                  <a:schemeClr val="accent4"/>
                </a:solidFill>
                <a:latin typeface="+mj-lt" pitchFamily="34" charset="0"/>
                <a:ea typeface="+mj-lt" pitchFamily="34" charset="-122"/>
                <a:cs typeface="+mj-lt" pitchFamily="34" charset="-120"/>
              </a:rPr>
              <a:t>bij</a:t>
            </a:r>
            <a:endParaRPr lang="en-US" sz="4600" dirty="0"/>
          </a:p>
        </p:txBody>
      </p:sp>
      <p:sp>
        <p:nvSpPr>
          <p:cNvPr id="13" name="Text 10"/>
          <p:cNvSpPr txBox="1"/>
          <p:nvPr/>
        </p:nvSpPr>
        <p:spPr>
          <a:xfrm>
            <a:off x="731520" y="5120640"/>
            <a:ext cx="3794760" cy="384048"/>
          </a:xfrm>
          <a:prstGeom prst="rect">
            <a:avLst/>
          </a:prstGeom>
          <a:noFill/>
          <a:ln/>
        </p:spPr>
        <p:txBody>
          <a:bodyPr wrap="square" lIns="0" tIns="0" rIns="0" bIns="0" rtlCol="0" anchor="ctr"/>
          <a:lstStyle/>
          <a:p>
            <a:pPr algn="ctr" indent="0" marL="0">
              <a:buNone/>
            </a:pPr>
            <a:r>
              <a:rPr lang="en-US" sz="1600" i="1" dirty="0">
                <a:solidFill>
                  <a:schemeClr val="tx2"/>
                </a:solidFill>
              </a:rPr>
              <a:t>en plus · présent · à jour</a:t>
            </a:r>
            <a:endParaRPr lang="en-US" sz="1600" dirty="0"/>
          </a:p>
        </p:txBody>
      </p:sp>
      <p:sp>
        <p:nvSpPr>
          <p:cNvPr id="14" name="Shape 11"/>
          <p:cNvSpPr/>
          <p:nvPr/>
        </p:nvSpPr>
        <p:spPr>
          <a:xfrm>
            <a:off x="4937760" y="146304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5" name="Shape 12"/>
          <p:cNvSpPr/>
          <p:nvPr/>
        </p:nvSpPr>
        <p:spPr>
          <a:xfrm>
            <a:off x="4937760" y="1463040"/>
            <a:ext cx="109728" cy="1353312"/>
          </a:xfrm>
          <a:prstGeom prst="rect">
            <a:avLst/>
          </a:prstGeom>
          <a:solidFill>
            <a:schemeClr val="accent4"/>
          </a:solidFill>
          <a:ln w="12700">
            <a:solidFill>
              <a:srgbClr val="FFFFFF">
                <a:alpha val="0"/>
              </a:srgbClr>
            </a:solidFill>
            <a:prstDash val="solid"/>
          </a:ln>
        </p:spPr>
      </p:sp>
      <p:pic>
        <p:nvPicPr>
          <p:cNvPr id="16" name="Image 0" descr="books">    </p:cNvPr>
          <p:cNvPicPr>
            <a:picLocks noChangeAspect="1"/>
          </p:cNvPicPr>
          <p:nvPr/>
        </p:nvPicPr>
        <p:blipFill>
          <a:blip r:embed="rId1"/>
          <a:stretch>
            <a:fillRect/>
          </a:stretch>
        </p:blipFill>
        <p:spPr>
          <a:xfrm>
            <a:off x="5230368" y="1618488"/>
            <a:ext cx="1042416" cy="1042416"/>
          </a:xfrm>
          <a:prstGeom prst="rect">
            <a:avLst/>
          </a:prstGeom>
        </p:spPr>
      </p:pic>
      <p:sp>
        <p:nvSpPr>
          <p:cNvPr id="17" name="Text 13"/>
          <p:cNvSpPr txBox="1"/>
          <p:nvPr/>
        </p:nvSpPr>
        <p:spPr>
          <a:xfrm>
            <a:off x="6492240" y="1554480"/>
            <a:ext cx="5010912" cy="310896"/>
          </a:xfrm>
          <a:prstGeom prst="rect">
            <a:avLst/>
          </a:prstGeom>
          <a:noFill/>
          <a:ln/>
        </p:spPr>
        <p:txBody>
          <a:bodyPr wrap="square" lIns="0" tIns="0" rIns="0" bIns="0" rtlCol="0" anchor="ctr"/>
          <a:lstStyle/>
          <a:p>
            <a:pPr algn="l" indent="0" marL="0">
              <a:buNone/>
            </a:pPr>
            <a:r>
              <a:rPr lang="en-US" sz="1200" b="1" spc="100" kern="0" dirty="0">
                <a:solidFill>
                  <a:schemeClr val="accent4"/>
                </a:solidFill>
              </a:rPr>
              <a:t>①  EN PLUS</a:t>
            </a:r>
            <a:endParaRPr lang="en-US" sz="1200" dirty="0"/>
          </a:p>
        </p:txBody>
      </p:sp>
      <p:sp>
        <p:nvSpPr>
          <p:cNvPr id="18" name="Text 14"/>
          <p:cNvSpPr txBox="1"/>
          <p:nvPr/>
        </p:nvSpPr>
        <p:spPr>
          <a:xfrm>
            <a:off x="6492240" y="1847088"/>
            <a:ext cx="5010912" cy="512064"/>
          </a:xfrm>
          <a:prstGeom prst="rect">
            <a:avLst/>
          </a:prstGeom>
          <a:noFill/>
          <a:ln/>
        </p:spPr>
        <p:txBody>
          <a:bodyPr wrap="square" lIns="0" tIns="0" rIns="0" bIns="0" rtlCol="0" anchor="ctr"/>
          <a:lstStyle/>
          <a:p>
            <a:pPr algn="l" indent="0" marL="0">
              <a:buNone/>
            </a:pPr>
            <a:r>
              <a:rPr lang="en-US" sz="2600" b="1" dirty="0">
                <a:solidFill>
                  <a:srgbClr val="B4236A"/>
                </a:solidFill>
              </a:rPr>
              <a:t>bij</a:t>
            </a:r>
            <a:r>
              <a:rPr lang="en-US" sz="2600" b="1" dirty="0">
                <a:solidFill>
                  <a:schemeClr val="tx1"/>
                </a:solidFill>
              </a:rPr>
              <a:t>leren</a:t>
            </a:r>
            <a:r>
              <a:rPr lang="en-US" sz="1800" dirty="0">
                <a:solidFill>
                  <a:schemeClr val="accent5"/>
                </a:solidFill>
              </a:rPr>
              <a:t>   apprendre (en plus)</a:t>
            </a:r>
            <a:endParaRPr lang="en-US" sz="1800" dirty="0"/>
          </a:p>
        </p:txBody>
      </p:sp>
      <p:sp>
        <p:nvSpPr>
          <p:cNvPr id="19" name="Text 15"/>
          <p:cNvSpPr txBox="1"/>
          <p:nvPr/>
        </p:nvSpPr>
        <p:spPr>
          <a:xfrm>
            <a:off x="6492240" y="235915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Ik heb veel </a:t>
            </a:r>
            <a:r>
              <a:rPr lang="en-US" sz="1700" b="1" i="1" dirty="0">
                <a:solidFill>
                  <a:srgbClr val="B4236A"/>
                </a:solidFill>
              </a:rPr>
              <a:t>bij</a:t>
            </a:r>
            <a:r>
              <a:rPr lang="en-US" sz="1700" i="1" dirty="0">
                <a:solidFill>
                  <a:schemeClr val="tx1"/>
                </a:solidFill>
              </a:rPr>
              <a:t>geleerd.</a:t>
            </a:r>
            <a:endParaRPr lang="en-US" sz="1800" dirty="0"/>
          </a:p>
        </p:txBody>
      </p:sp>
      <p:sp>
        <p:nvSpPr>
          <p:cNvPr id="20" name="Shape 16"/>
          <p:cNvSpPr/>
          <p:nvPr/>
        </p:nvSpPr>
        <p:spPr>
          <a:xfrm>
            <a:off x="4937760" y="292608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1" name="Shape 17"/>
          <p:cNvSpPr/>
          <p:nvPr/>
        </p:nvSpPr>
        <p:spPr>
          <a:xfrm>
            <a:off x="4937760" y="2926080"/>
            <a:ext cx="109728" cy="1353312"/>
          </a:xfrm>
          <a:prstGeom prst="rect">
            <a:avLst/>
          </a:prstGeom>
          <a:solidFill>
            <a:schemeClr val="accent4"/>
          </a:solidFill>
          <a:ln w="12700">
            <a:solidFill>
              <a:srgbClr val="FFFFFF">
                <a:alpha val="0"/>
              </a:srgbClr>
            </a:solidFill>
            <a:prstDash val="solid"/>
          </a:ln>
        </p:spPr>
      </p:sp>
      <p:pic>
        <p:nvPicPr>
          <p:cNvPr id="22" name="Image 1" descr="busts in silhouette">    </p:cNvPr>
          <p:cNvPicPr>
            <a:picLocks noChangeAspect="1"/>
          </p:cNvPicPr>
          <p:nvPr/>
        </p:nvPicPr>
        <p:blipFill>
          <a:blip r:embed="rId2"/>
          <a:stretch>
            <a:fillRect/>
          </a:stretch>
        </p:blipFill>
        <p:spPr>
          <a:xfrm>
            <a:off x="5230368" y="3081528"/>
            <a:ext cx="1042416" cy="1042416"/>
          </a:xfrm>
          <a:prstGeom prst="rect">
            <a:avLst/>
          </a:prstGeom>
        </p:spPr>
      </p:pic>
      <p:sp>
        <p:nvSpPr>
          <p:cNvPr id="23" name="Text 18"/>
          <p:cNvSpPr txBox="1"/>
          <p:nvPr/>
        </p:nvSpPr>
        <p:spPr>
          <a:xfrm>
            <a:off x="6492240" y="3017520"/>
            <a:ext cx="5010912" cy="310896"/>
          </a:xfrm>
          <a:prstGeom prst="rect">
            <a:avLst/>
          </a:prstGeom>
          <a:noFill/>
          <a:ln/>
        </p:spPr>
        <p:txBody>
          <a:bodyPr wrap="square" lIns="0" tIns="0" rIns="0" bIns="0" rtlCol="0" anchor="ctr"/>
          <a:lstStyle/>
          <a:p>
            <a:pPr algn="l" indent="0" marL="0">
              <a:buNone/>
            </a:pPr>
            <a:r>
              <a:rPr lang="en-US" sz="1200" b="1" spc="100" kern="0" dirty="0">
                <a:solidFill>
                  <a:schemeClr val="accent4"/>
                </a:solidFill>
              </a:rPr>
              <a:t>②  ÊTRE PRÉSENT</a:t>
            </a:r>
            <a:endParaRPr lang="en-US" sz="1200" dirty="0"/>
          </a:p>
        </p:txBody>
      </p:sp>
      <p:sp>
        <p:nvSpPr>
          <p:cNvPr id="24" name="Text 19"/>
          <p:cNvSpPr txBox="1"/>
          <p:nvPr/>
        </p:nvSpPr>
        <p:spPr>
          <a:xfrm>
            <a:off x="6492240" y="3310128"/>
            <a:ext cx="5010912" cy="512064"/>
          </a:xfrm>
          <a:prstGeom prst="rect">
            <a:avLst/>
          </a:prstGeom>
          <a:noFill/>
          <a:ln/>
        </p:spPr>
        <p:txBody>
          <a:bodyPr wrap="square" lIns="0" tIns="0" rIns="0" bIns="0" rtlCol="0" anchor="ctr"/>
          <a:lstStyle/>
          <a:p>
            <a:pPr algn="l" indent="0" marL="0">
              <a:buNone/>
            </a:pPr>
            <a:r>
              <a:rPr lang="en-US" sz="2600" b="1" dirty="0">
                <a:solidFill>
                  <a:srgbClr val="B4236A"/>
                </a:solidFill>
              </a:rPr>
              <a:t>bij</a:t>
            </a:r>
            <a:r>
              <a:rPr lang="en-US" sz="2600" b="1" dirty="0">
                <a:solidFill>
                  <a:schemeClr val="tx1"/>
                </a:solidFill>
              </a:rPr>
              <a:t>wonen</a:t>
            </a:r>
            <a:r>
              <a:rPr lang="en-US" sz="1800" dirty="0">
                <a:solidFill>
                  <a:schemeClr val="accent5"/>
                </a:solidFill>
              </a:rPr>
              <a:t>   assister à</a:t>
            </a:r>
            <a:endParaRPr lang="en-US" sz="1800" dirty="0"/>
          </a:p>
        </p:txBody>
      </p:sp>
      <p:sp>
        <p:nvSpPr>
          <p:cNvPr id="25" name="Text 20"/>
          <p:cNvSpPr txBox="1"/>
          <p:nvPr/>
        </p:nvSpPr>
        <p:spPr>
          <a:xfrm>
            <a:off x="6492240" y="382219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Ik woon de vergadering </a:t>
            </a:r>
            <a:r>
              <a:rPr lang="en-US" sz="1700" b="1" i="1" dirty="0">
                <a:solidFill>
                  <a:srgbClr val="B4236A"/>
                </a:solidFill>
              </a:rPr>
              <a:t>bij</a:t>
            </a:r>
            <a:r>
              <a:rPr lang="en-US" sz="1700" i="1" dirty="0">
                <a:solidFill>
                  <a:schemeClr val="tx1"/>
                </a:solidFill>
              </a:rPr>
              <a:t>.</a:t>
            </a:r>
            <a:endParaRPr lang="en-US" sz="1800" dirty="0"/>
          </a:p>
        </p:txBody>
      </p:sp>
      <p:sp>
        <p:nvSpPr>
          <p:cNvPr id="26" name="Shape 21"/>
          <p:cNvSpPr/>
          <p:nvPr/>
        </p:nvSpPr>
        <p:spPr>
          <a:xfrm>
            <a:off x="4937760" y="438912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7" name="Shape 22"/>
          <p:cNvSpPr/>
          <p:nvPr/>
        </p:nvSpPr>
        <p:spPr>
          <a:xfrm>
            <a:off x="4937760" y="4389120"/>
            <a:ext cx="109728" cy="1353312"/>
          </a:xfrm>
          <a:prstGeom prst="rect">
            <a:avLst/>
          </a:prstGeom>
          <a:solidFill>
            <a:schemeClr val="accent4"/>
          </a:solidFill>
          <a:ln w="12700">
            <a:solidFill>
              <a:srgbClr val="FFFFFF">
                <a:alpha val="0"/>
              </a:srgbClr>
            </a:solidFill>
            <a:prstDash val="solid"/>
          </a:ln>
        </p:spPr>
      </p:sp>
      <p:pic>
        <p:nvPicPr>
          <p:cNvPr id="28" name="Image 2" descr="spiral calendar">    </p:cNvPr>
          <p:cNvPicPr>
            <a:picLocks noChangeAspect="1"/>
          </p:cNvPicPr>
          <p:nvPr/>
        </p:nvPicPr>
        <p:blipFill>
          <a:blip r:embed="rId3"/>
          <a:stretch>
            <a:fillRect/>
          </a:stretch>
        </p:blipFill>
        <p:spPr>
          <a:xfrm>
            <a:off x="5230368" y="4544568"/>
            <a:ext cx="1042416" cy="1042416"/>
          </a:xfrm>
          <a:prstGeom prst="rect">
            <a:avLst/>
          </a:prstGeom>
        </p:spPr>
      </p:pic>
      <p:sp>
        <p:nvSpPr>
          <p:cNvPr id="29" name="Text 23"/>
          <p:cNvSpPr txBox="1"/>
          <p:nvPr/>
        </p:nvSpPr>
        <p:spPr>
          <a:xfrm>
            <a:off x="6492240" y="4480560"/>
            <a:ext cx="5010912" cy="310896"/>
          </a:xfrm>
          <a:prstGeom prst="rect">
            <a:avLst/>
          </a:prstGeom>
          <a:noFill/>
          <a:ln/>
        </p:spPr>
        <p:txBody>
          <a:bodyPr wrap="square" lIns="0" tIns="0" rIns="0" bIns="0" rtlCol="0" anchor="ctr"/>
          <a:lstStyle/>
          <a:p>
            <a:pPr algn="l" indent="0" marL="0">
              <a:buNone/>
            </a:pPr>
            <a:r>
              <a:rPr lang="en-US" sz="1200" b="1" spc="100" kern="0" dirty="0">
                <a:solidFill>
                  <a:schemeClr val="accent4"/>
                </a:solidFill>
              </a:rPr>
              <a:t>③  À JOUR</a:t>
            </a:r>
            <a:endParaRPr lang="en-US" sz="1200" dirty="0"/>
          </a:p>
        </p:txBody>
      </p:sp>
      <p:sp>
        <p:nvSpPr>
          <p:cNvPr id="30" name="Text 24"/>
          <p:cNvSpPr txBox="1"/>
          <p:nvPr/>
        </p:nvSpPr>
        <p:spPr>
          <a:xfrm>
            <a:off x="6492240" y="4773168"/>
            <a:ext cx="5010912" cy="512064"/>
          </a:xfrm>
          <a:prstGeom prst="rect">
            <a:avLst/>
          </a:prstGeom>
          <a:noFill/>
          <a:ln/>
        </p:spPr>
        <p:txBody>
          <a:bodyPr wrap="square" lIns="0" tIns="0" rIns="0" bIns="0" rtlCol="0" anchor="ctr"/>
          <a:lstStyle/>
          <a:p>
            <a:pPr algn="l" indent="0" marL="0">
              <a:buNone/>
            </a:pPr>
            <a:r>
              <a:rPr lang="en-US" sz="2600" b="1" dirty="0">
                <a:solidFill>
                  <a:srgbClr val="B4236A"/>
                </a:solidFill>
              </a:rPr>
              <a:t>bij</a:t>
            </a:r>
            <a:r>
              <a:rPr lang="en-US" sz="2600" b="1" dirty="0">
                <a:solidFill>
                  <a:schemeClr val="tx1"/>
                </a:solidFill>
              </a:rPr>
              <a:t>houden</a:t>
            </a:r>
            <a:r>
              <a:rPr lang="en-US" sz="1800" dirty="0">
                <a:solidFill>
                  <a:schemeClr val="accent5"/>
                </a:solidFill>
              </a:rPr>
              <a:t>   tenir à jour</a:t>
            </a:r>
            <a:endParaRPr lang="en-US" sz="1800" dirty="0"/>
          </a:p>
        </p:txBody>
      </p:sp>
      <p:sp>
        <p:nvSpPr>
          <p:cNvPr id="31" name="Text 25"/>
          <p:cNvSpPr txBox="1"/>
          <p:nvPr/>
        </p:nvSpPr>
        <p:spPr>
          <a:xfrm>
            <a:off x="6492240" y="528523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Ik hou de agenda </a:t>
            </a:r>
            <a:r>
              <a:rPr lang="en-US" sz="1700" b="1" i="1" dirty="0">
                <a:solidFill>
                  <a:srgbClr val="B4236A"/>
                </a:solidFill>
              </a:rPr>
              <a:t>bij</a:t>
            </a:r>
            <a:r>
              <a:rPr lang="en-US" sz="1700" i="1" dirty="0">
                <a:solidFill>
                  <a:schemeClr val="tx1"/>
                </a:solidFill>
              </a:rPr>
              <a:t>.</a:t>
            </a:r>
            <a:endParaRPr lang="en-US" sz="1800" dirty="0"/>
          </a:p>
        </p:txBody>
      </p:sp>
      <p:sp>
        <p:nvSpPr>
          <p:cNvPr id="32" name="Text 26"/>
          <p:cNvSpPr txBox="1"/>
          <p:nvPr/>
        </p:nvSpPr>
        <p:spPr>
          <a:xfrm>
            <a:off x="4937760" y="5870448"/>
            <a:ext cx="6702552" cy="347472"/>
          </a:xfrm>
          <a:prstGeom prst="rect">
            <a:avLst/>
          </a:prstGeom>
          <a:noFill/>
          <a:ln/>
        </p:spPr>
        <p:txBody>
          <a:bodyPr wrap="square" lIns="0" tIns="0" rIns="0" bIns="0" rtlCol="0" anchor="ctr"/>
          <a:lstStyle/>
          <a:p>
            <a:pPr algn="l" indent="0" marL="0">
              <a:buNone/>
            </a:pPr>
            <a:r>
              <a:rPr lang="en-US" sz="1500" dirty="0">
                <a:solidFill>
                  <a:schemeClr val="accent5"/>
                </a:solidFill>
              </a:rPr>
              <a:t>+ aussi : </a:t>
            </a:r>
            <a:r>
              <a:rPr lang="en-US" sz="1500" i="1" dirty="0">
                <a:solidFill>
                  <a:schemeClr val="accent5"/>
                </a:solidFill>
              </a:rPr>
              <a:t>bijverdienen · bijdragen · bijsturen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MEE- : avec</a:t>
            </a:r>
            <a:endParaRPr lang="en-US" sz="3000" dirty="0"/>
          </a:p>
        </p:txBody>
      </p:sp>
      <p:sp>
        <p:nvSpPr>
          <p:cNvPr id="3" name="tag"/>
          <p:cNvSpPr/>
          <p:nvPr/>
        </p:nvSpPr>
        <p:spPr>
          <a:xfrm>
            <a:off x="548640" y="237744"/>
            <a:ext cx="2092147" cy="310896"/>
          </a:xfrm>
          <a:prstGeom prst="roundRect">
            <a:avLst>
              <a:gd name="adj" fmla="val 14706"/>
            </a:avLst>
          </a:prstGeom>
          <a:solidFill>
            <a:srgbClr val="7C9A1E"/>
          </a:solidFill>
          <a:ln/>
        </p:spPr>
        <p:txBody>
          <a:bodyPr wrap="square" lIns="0" tIns="0" rIns="0" bIns="0" rtlCol="0" anchor="ctr"/>
          <a:lstStyle/>
          <a:p>
            <a:pPr algn="ctr" indent="0" marL="0">
              <a:buNone/>
            </a:pPr>
            <a:r>
              <a:rPr lang="en-US" sz="1200" b="1" spc="100" kern="0" dirty="0">
                <a:solidFill>
                  <a:srgbClr val="FFFFFF"/>
                </a:solidFill>
              </a:rPr>
              <a:t>PARTICULE 8 / 14</a:t>
            </a:r>
            <a:endParaRPr lang="en-US" sz="1200" dirty="0"/>
          </a:p>
        </p:txBody>
      </p:sp>
      <p:sp>
        <p:nvSpPr>
          <p:cNvPr id="5" name="Shape 2"/>
          <p:cNvSpPr/>
          <p:nvPr/>
        </p:nvSpPr>
        <p:spPr>
          <a:xfrm>
            <a:off x="548640" y="1463040"/>
            <a:ext cx="4160520" cy="4754880"/>
          </a:xfrm>
          <a:prstGeom prst="roundRect">
            <a:avLst>
              <a:gd name="adj" fmla="val 2637"/>
            </a:avLst>
          </a:prstGeom>
          <a:solidFill>
            <a:srgbClr val="7C9A1E">
              <a:alpha val="12000"/>
            </a:srgbClr>
          </a:solidFill>
          <a:ln w="19050">
            <a:solidFill>
              <a:srgbClr val="7C9A1E"/>
            </a:solidFill>
            <a:prstDash val="solid"/>
          </a:ln>
        </p:spPr>
      </p:sp>
      <p:sp>
        <p:nvSpPr>
          <p:cNvPr id="6" name="Shape 3"/>
          <p:cNvSpPr/>
          <p:nvPr/>
        </p:nvSpPr>
        <p:spPr>
          <a:xfrm>
            <a:off x="731520" y="1645920"/>
            <a:ext cx="3794760" cy="2743200"/>
          </a:xfrm>
          <a:prstGeom prst="roundRect">
            <a:avLst>
              <a:gd name="adj" fmla="val 3333"/>
            </a:avLst>
          </a:prstGeom>
          <a:solidFill>
            <a:srgbClr val="FFFFFF"/>
          </a:solidFill>
          <a:ln w="12700">
            <a:solidFill>
              <a:srgbClr val="FFFFFF">
                <a:alpha val="0"/>
              </a:srgbClr>
            </a:solidFill>
            <a:prstDash val="solid"/>
          </a:ln>
        </p:spPr>
      </p:sp>
      <p:sp>
        <p:nvSpPr>
          <p:cNvPr id="7" name="Shape 4"/>
          <p:cNvSpPr/>
          <p:nvPr/>
        </p:nvSpPr>
        <p:spPr>
          <a:xfrm>
            <a:off x="1051560" y="2196755"/>
            <a:ext cx="3086100" cy="627644"/>
          </a:xfrm>
          <a:prstGeom prst="rightArrow">
            <a:avLst/>
          </a:prstGeom>
          <a:solidFill>
            <a:srgbClr val="8A96A8"/>
          </a:solidFill>
          <a:ln w="12700">
            <a:solidFill>
              <a:srgbClr val="FFFFFF">
                <a:alpha val="0"/>
              </a:srgbClr>
            </a:solidFill>
            <a:prstDash val="solid"/>
          </a:ln>
        </p:spPr>
      </p:sp>
      <p:sp>
        <p:nvSpPr>
          <p:cNvPr id="8" name="Shape 5"/>
          <p:cNvSpPr/>
          <p:nvPr/>
        </p:nvSpPr>
        <p:spPr>
          <a:xfrm>
            <a:off x="1051560" y="3210641"/>
            <a:ext cx="3086100" cy="627644"/>
          </a:xfrm>
          <a:prstGeom prst="rightArrow">
            <a:avLst/>
          </a:prstGeom>
          <a:solidFill>
            <a:srgbClr val="7C9A1E"/>
          </a:solidFill>
          <a:ln w="12700">
            <a:solidFill>
              <a:srgbClr val="FFFFFF">
                <a:alpha val="0"/>
              </a:srgbClr>
            </a:solidFill>
            <a:prstDash val="solid"/>
          </a:ln>
        </p:spPr>
      </p:sp>
      <p:sp>
        <p:nvSpPr>
          <p:cNvPr id="9" name="Text 6"/>
          <p:cNvSpPr txBox="1"/>
          <p:nvPr/>
        </p:nvSpPr>
        <p:spPr>
          <a:xfrm>
            <a:off x="731520" y="4434840"/>
            <a:ext cx="3794760" cy="713232"/>
          </a:xfrm>
          <a:prstGeom prst="rect">
            <a:avLst/>
          </a:prstGeom>
          <a:noFill/>
          <a:ln/>
        </p:spPr>
        <p:txBody>
          <a:bodyPr wrap="square" lIns="0" tIns="0" rIns="0" bIns="0" rtlCol="0" anchor="ctr"/>
          <a:lstStyle/>
          <a:p>
            <a:pPr algn="ctr" indent="0" marL="0">
              <a:buNone/>
            </a:pPr>
            <a:r>
              <a:rPr lang="en-US" sz="4600" b="1" dirty="0">
                <a:solidFill>
                  <a:srgbClr val="7C9A1E"/>
                </a:solidFill>
                <a:latin typeface="+mj-lt" pitchFamily="34" charset="0"/>
                <a:ea typeface="+mj-lt" pitchFamily="34" charset="-122"/>
                <a:cs typeface="+mj-lt" pitchFamily="34" charset="-120"/>
              </a:rPr>
              <a:t>mee</a:t>
            </a:r>
            <a:endParaRPr lang="en-US" sz="4600" dirty="0"/>
          </a:p>
        </p:txBody>
      </p:sp>
      <p:sp>
        <p:nvSpPr>
          <p:cNvPr id="10" name="Text 7"/>
          <p:cNvSpPr txBox="1"/>
          <p:nvPr/>
        </p:nvSpPr>
        <p:spPr>
          <a:xfrm>
            <a:off x="731520" y="5120640"/>
            <a:ext cx="3794760" cy="384048"/>
          </a:xfrm>
          <a:prstGeom prst="rect">
            <a:avLst/>
          </a:prstGeom>
          <a:noFill/>
          <a:ln/>
        </p:spPr>
        <p:txBody>
          <a:bodyPr wrap="square" lIns="0" tIns="0" rIns="0" bIns="0" rtlCol="0" anchor="ctr"/>
          <a:lstStyle/>
          <a:p>
            <a:pPr algn="ctr" indent="0" marL="0">
              <a:buNone/>
            </a:pPr>
            <a:r>
              <a:rPr lang="en-US" sz="1600" i="1" dirty="0">
                <a:solidFill>
                  <a:schemeClr val="tx2"/>
                </a:solidFill>
              </a:rPr>
              <a:t>avec · participer</a:t>
            </a:r>
            <a:endParaRPr lang="en-US" sz="1600" dirty="0"/>
          </a:p>
        </p:txBody>
      </p:sp>
      <p:sp>
        <p:nvSpPr>
          <p:cNvPr id="11" name="Shape 8"/>
          <p:cNvSpPr/>
          <p:nvPr/>
        </p:nvSpPr>
        <p:spPr>
          <a:xfrm>
            <a:off x="731520" y="5596128"/>
            <a:ext cx="3794760" cy="457200"/>
          </a:xfrm>
          <a:prstGeom prst="roundRect">
            <a:avLst>
              <a:gd name="adj" fmla="val 50000"/>
            </a:avLst>
          </a:prstGeom>
          <a:solidFill>
            <a:srgbClr val="FFFFFF"/>
          </a:solidFill>
          <a:ln w="15875">
            <a:solidFill>
              <a:srgbClr val="8B1E3F"/>
            </a:solidFill>
            <a:prstDash val="solid"/>
          </a:ln>
        </p:spPr>
      </p:sp>
      <p:sp>
        <p:nvSpPr>
          <p:cNvPr id="12" name="Text 9"/>
          <p:cNvSpPr txBox="1"/>
          <p:nvPr/>
        </p:nvSpPr>
        <p:spPr>
          <a:xfrm>
            <a:off x="777240" y="5596128"/>
            <a:ext cx="3703320" cy="457200"/>
          </a:xfrm>
          <a:prstGeom prst="rect">
            <a:avLst/>
          </a:prstGeom>
          <a:noFill/>
          <a:ln/>
        </p:spPr>
        <p:txBody>
          <a:bodyPr wrap="square" lIns="0" tIns="0" rIns="0" bIns="0" rtlCol="0" anchor="ctr"/>
          <a:lstStyle/>
          <a:p>
            <a:pPr algn="ctr" indent="0" marL="0">
              <a:buNone/>
            </a:pPr>
            <a:r>
              <a:rPr lang="en-US" sz="1200" dirty="0">
                <a:solidFill>
                  <a:schemeClr val="accent5"/>
                </a:solidFill>
              </a:rPr>
              <a:t>contraire   </a:t>
            </a:r>
            <a:r>
              <a:rPr lang="en-US" sz="1400" b="1" i="1" dirty="0">
                <a:solidFill>
                  <a:schemeClr val="tx1"/>
                </a:solidFill>
              </a:rPr>
              <a:t>meevallen ≠ tegenvallen</a:t>
            </a:r>
            <a:endParaRPr lang="en-US" sz="1800" dirty="0"/>
          </a:p>
        </p:txBody>
      </p:sp>
      <p:sp>
        <p:nvSpPr>
          <p:cNvPr id="13" name="Shape 10"/>
          <p:cNvSpPr/>
          <p:nvPr/>
        </p:nvSpPr>
        <p:spPr>
          <a:xfrm>
            <a:off x="4937760" y="146304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4" name="Shape 11"/>
          <p:cNvSpPr/>
          <p:nvPr/>
        </p:nvSpPr>
        <p:spPr>
          <a:xfrm>
            <a:off x="4937760" y="1463040"/>
            <a:ext cx="109728" cy="1353312"/>
          </a:xfrm>
          <a:prstGeom prst="rect">
            <a:avLst/>
          </a:prstGeom>
          <a:solidFill>
            <a:srgbClr val="7C9A1E"/>
          </a:solidFill>
          <a:ln w="12700">
            <a:solidFill>
              <a:srgbClr val="FFFFFF">
                <a:alpha val="0"/>
              </a:srgbClr>
            </a:solidFill>
            <a:prstDash val="solid"/>
          </a:ln>
        </p:spPr>
      </p:sp>
      <p:pic>
        <p:nvPicPr>
          <p:cNvPr id="15" name="Image 0" descr="footprints">    </p:cNvPr>
          <p:cNvPicPr>
            <a:picLocks noChangeAspect="1"/>
          </p:cNvPicPr>
          <p:nvPr/>
        </p:nvPicPr>
        <p:blipFill>
          <a:blip r:embed="rId1"/>
          <a:stretch>
            <a:fillRect/>
          </a:stretch>
        </p:blipFill>
        <p:spPr>
          <a:xfrm>
            <a:off x="5230368" y="1618488"/>
            <a:ext cx="1042416" cy="1042416"/>
          </a:xfrm>
          <a:prstGeom prst="rect">
            <a:avLst/>
          </a:prstGeom>
        </p:spPr>
      </p:pic>
      <p:sp>
        <p:nvSpPr>
          <p:cNvPr id="16" name="Text 12"/>
          <p:cNvSpPr txBox="1"/>
          <p:nvPr/>
        </p:nvSpPr>
        <p:spPr>
          <a:xfrm>
            <a:off x="6492240" y="1554480"/>
            <a:ext cx="5010912" cy="310896"/>
          </a:xfrm>
          <a:prstGeom prst="rect">
            <a:avLst/>
          </a:prstGeom>
          <a:noFill/>
          <a:ln/>
        </p:spPr>
        <p:txBody>
          <a:bodyPr wrap="square" lIns="0" tIns="0" rIns="0" bIns="0" rtlCol="0" anchor="ctr"/>
          <a:lstStyle/>
          <a:p>
            <a:pPr algn="l" indent="0" marL="0">
              <a:buNone/>
            </a:pPr>
            <a:r>
              <a:rPr lang="en-US" sz="1200" b="1" spc="100" kern="0" dirty="0">
                <a:solidFill>
                  <a:srgbClr val="7C9A1E"/>
                </a:solidFill>
              </a:rPr>
              <a:t>①  AVEC QN</a:t>
            </a:r>
            <a:endParaRPr lang="en-US" sz="1200" dirty="0"/>
          </a:p>
        </p:txBody>
      </p:sp>
      <p:sp>
        <p:nvSpPr>
          <p:cNvPr id="17" name="Text 13"/>
          <p:cNvSpPr txBox="1"/>
          <p:nvPr/>
        </p:nvSpPr>
        <p:spPr>
          <a:xfrm>
            <a:off x="6492240" y="1847088"/>
            <a:ext cx="5010912" cy="512064"/>
          </a:xfrm>
          <a:prstGeom prst="rect">
            <a:avLst/>
          </a:prstGeom>
          <a:noFill/>
          <a:ln/>
        </p:spPr>
        <p:txBody>
          <a:bodyPr wrap="square" lIns="0" tIns="0" rIns="0" bIns="0" rtlCol="0" anchor="ctr"/>
          <a:lstStyle/>
          <a:p>
            <a:pPr algn="l" indent="0" marL="0">
              <a:buNone/>
            </a:pPr>
            <a:r>
              <a:rPr lang="en-US" sz="2600" b="1" dirty="0">
                <a:solidFill>
                  <a:srgbClr val="7C9A1E"/>
                </a:solidFill>
              </a:rPr>
              <a:t>mee</a:t>
            </a:r>
            <a:r>
              <a:rPr lang="en-US" sz="2600" b="1" dirty="0">
                <a:solidFill>
                  <a:schemeClr val="tx1"/>
                </a:solidFill>
              </a:rPr>
              <a:t>gaan</a:t>
            </a:r>
            <a:r>
              <a:rPr lang="en-US" sz="1800" dirty="0">
                <a:solidFill>
                  <a:schemeClr val="accent5"/>
                </a:solidFill>
              </a:rPr>
              <a:t>   accompagner</a:t>
            </a:r>
            <a:endParaRPr lang="en-US" sz="1800" dirty="0"/>
          </a:p>
        </p:txBody>
      </p:sp>
      <p:sp>
        <p:nvSpPr>
          <p:cNvPr id="18" name="Text 14"/>
          <p:cNvSpPr txBox="1"/>
          <p:nvPr/>
        </p:nvSpPr>
        <p:spPr>
          <a:xfrm>
            <a:off x="6492240" y="235915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Ga je </a:t>
            </a:r>
            <a:r>
              <a:rPr lang="en-US" sz="1700" b="1" i="1" dirty="0">
                <a:solidFill>
                  <a:srgbClr val="7C9A1E"/>
                </a:solidFill>
              </a:rPr>
              <a:t>mee</a:t>
            </a:r>
            <a:r>
              <a:rPr lang="en-US" sz="1700" i="1" dirty="0">
                <a:solidFill>
                  <a:schemeClr val="tx1"/>
                </a:solidFill>
              </a:rPr>
              <a:t>?</a:t>
            </a:r>
            <a:endParaRPr lang="en-US" sz="1800" dirty="0"/>
          </a:p>
        </p:txBody>
      </p:sp>
      <p:sp>
        <p:nvSpPr>
          <p:cNvPr id="19" name="Shape 15"/>
          <p:cNvSpPr/>
          <p:nvPr/>
        </p:nvSpPr>
        <p:spPr>
          <a:xfrm>
            <a:off x="4937760" y="292608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0" name="Shape 16"/>
          <p:cNvSpPr/>
          <p:nvPr/>
        </p:nvSpPr>
        <p:spPr>
          <a:xfrm>
            <a:off x="4937760" y="2926080"/>
            <a:ext cx="109728" cy="1353312"/>
          </a:xfrm>
          <a:prstGeom prst="rect">
            <a:avLst/>
          </a:prstGeom>
          <a:solidFill>
            <a:srgbClr val="7C9A1E"/>
          </a:solidFill>
          <a:ln w="12700">
            <a:solidFill>
              <a:srgbClr val="FFFFFF">
                <a:alpha val="0"/>
              </a:srgbClr>
            </a:solidFill>
            <a:prstDash val="solid"/>
          </a:ln>
        </p:spPr>
      </p:sp>
      <p:pic>
        <p:nvPicPr>
          <p:cNvPr id="21" name="Image 1" descr="umbrella">    </p:cNvPr>
          <p:cNvPicPr>
            <a:picLocks noChangeAspect="1"/>
          </p:cNvPicPr>
          <p:nvPr/>
        </p:nvPicPr>
        <p:blipFill>
          <a:blip r:embed="rId2"/>
          <a:stretch>
            <a:fillRect/>
          </a:stretch>
        </p:blipFill>
        <p:spPr>
          <a:xfrm>
            <a:off x="5230368" y="3081528"/>
            <a:ext cx="1042416" cy="1042416"/>
          </a:xfrm>
          <a:prstGeom prst="rect">
            <a:avLst/>
          </a:prstGeom>
        </p:spPr>
      </p:pic>
      <p:sp>
        <p:nvSpPr>
          <p:cNvPr id="22" name="Text 17"/>
          <p:cNvSpPr txBox="1"/>
          <p:nvPr/>
        </p:nvSpPr>
        <p:spPr>
          <a:xfrm>
            <a:off x="6492240" y="3017520"/>
            <a:ext cx="5010912" cy="310896"/>
          </a:xfrm>
          <a:prstGeom prst="rect">
            <a:avLst/>
          </a:prstGeom>
          <a:noFill/>
          <a:ln/>
        </p:spPr>
        <p:txBody>
          <a:bodyPr wrap="square" lIns="0" tIns="0" rIns="0" bIns="0" rtlCol="0" anchor="ctr"/>
          <a:lstStyle/>
          <a:p>
            <a:pPr algn="l" indent="0" marL="0">
              <a:buNone/>
            </a:pPr>
            <a:r>
              <a:rPr lang="en-US" sz="1200" b="1" spc="100" kern="0" dirty="0">
                <a:solidFill>
                  <a:srgbClr val="7C9A1E"/>
                </a:solidFill>
              </a:rPr>
              <a:t>②  AVEC SOI</a:t>
            </a:r>
            <a:endParaRPr lang="en-US" sz="1200" dirty="0"/>
          </a:p>
        </p:txBody>
      </p:sp>
      <p:sp>
        <p:nvSpPr>
          <p:cNvPr id="23" name="Text 18"/>
          <p:cNvSpPr txBox="1"/>
          <p:nvPr/>
        </p:nvSpPr>
        <p:spPr>
          <a:xfrm>
            <a:off x="6492240" y="3310128"/>
            <a:ext cx="5010912" cy="512064"/>
          </a:xfrm>
          <a:prstGeom prst="rect">
            <a:avLst/>
          </a:prstGeom>
          <a:noFill/>
          <a:ln/>
        </p:spPr>
        <p:txBody>
          <a:bodyPr wrap="square" lIns="0" tIns="0" rIns="0" bIns="0" rtlCol="0" anchor="ctr"/>
          <a:lstStyle/>
          <a:p>
            <a:pPr algn="l" indent="0" marL="0">
              <a:buNone/>
            </a:pPr>
            <a:r>
              <a:rPr lang="en-US" sz="2600" b="1" dirty="0">
                <a:solidFill>
                  <a:srgbClr val="7C9A1E"/>
                </a:solidFill>
              </a:rPr>
              <a:t>mee</a:t>
            </a:r>
            <a:r>
              <a:rPr lang="en-US" sz="2600" b="1" dirty="0">
                <a:solidFill>
                  <a:schemeClr val="tx1"/>
                </a:solidFill>
              </a:rPr>
              <a:t>nemen</a:t>
            </a:r>
            <a:r>
              <a:rPr lang="en-US" sz="1800" dirty="0">
                <a:solidFill>
                  <a:schemeClr val="accent5"/>
                </a:solidFill>
              </a:rPr>
              <a:t>   emporter</a:t>
            </a:r>
            <a:endParaRPr lang="en-US" sz="1800" dirty="0"/>
          </a:p>
        </p:txBody>
      </p:sp>
      <p:sp>
        <p:nvSpPr>
          <p:cNvPr id="24" name="Text 19"/>
          <p:cNvSpPr txBox="1"/>
          <p:nvPr/>
        </p:nvSpPr>
        <p:spPr>
          <a:xfrm>
            <a:off x="6492240" y="382219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Neem een paraplu </a:t>
            </a:r>
            <a:r>
              <a:rPr lang="en-US" sz="1700" b="1" i="1" dirty="0">
                <a:solidFill>
                  <a:srgbClr val="7C9A1E"/>
                </a:solidFill>
              </a:rPr>
              <a:t>mee</a:t>
            </a:r>
            <a:r>
              <a:rPr lang="en-US" sz="1700" i="1" dirty="0">
                <a:solidFill>
                  <a:schemeClr val="tx1"/>
                </a:solidFill>
              </a:rPr>
              <a:t>.</a:t>
            </a:r>
            <a:endParaRPr lang="en-US" sz="1800" dirty="0"/>
          </a:p>
        </p:txBody>
      </p:sp>
      <p:sp>
        <p:nvSpPr>
          <p:cNvPr id="25" name="Shape 20"/>
          <p:cNvSpPr/>
          <p:nvPr/>
        </p:nvSpPr>
        <p:spPr>
          <a:xfrm>
            <a:off x="4937760" y="438912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6" name="Shape 21"/>
          <p:cNvSpPr/>
          <p:nvPr/>
        </p:nvSpPr>
        <p:spPr>
          <a:xfrm>
            <a:off x="4937760" y="4389120"/>
            <a:ext cx="109728" cy="1353312"/>
          </a:xfrm>
          <a:prstGeom prst="rect">
            <a:avLst/>
          </a:prstGeom>
          <a:solidFill>
            <a:srgbClr val="7C9A1E"/>
          </a:solidFill>
          <a:ln w="12700">
            <a:solidFill>
              <a:srgbClr val="FFFFFF">
                <a:alpha val="0"/>
              </a:srgbClr>
            </a:solidFill>
            <a:prstDash val="solid"/>
          </a:ln>
        </p:spPr>
      </p:sp>
      <p:pic>
        <p:nvPicPr>
          <p:cNvPr id="27" name="Image 2" descr="raising hands">    </p:cNvPr>
          <p:cNvPicPr>
            <a:picLocks noChangeAspect="1"/>
          </p:cNvPicPr>
          <p:nvPr/>
        </p:nvPicPr>
        <p:blipFill>
          <a:blip r:embed="rId3"/>
          <a:stretch>
            <a:fillRect/>
          </a:stretch>
        </p:blipFill>
        <p:spPr>
          <a:xfrm>
            <a:off x="5230368" y="4544568"/>
            <a:ext cx="1042416" cy="1042416"/>
          </a:xfrm>
          <a:prstGeom prst="rect">
            <a:avLst/>
          </a:prstGeom>
        </p:spPr>
      </p:pic>
      <p:sp>
        <p:nvSpPr>
          <p:cNvPr id="28" name="Text 22"/>
          <p:cNvSpPr txBox="1"/>
          <p:nvPr/>
        </p:nvSpPr>
        <p:spPr>
          <a:xfrm>
            <a:off x="6492240" y="4480560"/>
            <a:ext cx="5010912" cy="310896"/>
          </a:xfrm>
          <a:prstGeom prst="rect">
            <a:avLst/>
          </a:prstGeom>
          <a:noFill/>
          <a:ln/>
        </p:spPr>
        <p:txBody>
          <a:bodyPr wrap="square" lIns="0" tIns="0" rIns="0" bIns="0" rtlCol="0" anchor="ctr"/>
          <a:lstStyle/>
          <a:p>
            <a:pPr algn="l" indent="0" marL="0">
              <a:buNone/>
            </a:pPr>
            <a:r>
              <a:rPr lang="en-US" sz="1200" b="1" spc="100" kern="0" dirty="0">
                <a:solidFill>
                  <a:srgbClr val="7C9A1E"/>
                </a:solidFill>
              </a:rPr>
              <a:t>③  PARTICIPER</a:t>
            </a:r>
            <a:endParaRPr lang="en-US" sz="1200" dirty="0"/>
          </a:p>
        </p:txBody>
      </p:sp>
      <p:sp>
        <p:nvSpPr>
          <p:cNvPr id="29" name="Text 23"/>
          <p:cNvSpPr txBox="1"/>
          <p:nvPr/>
        </p:nvSpPr>
        <p:spPr>
          <a:xfrm>
            <a:off x="6492240" y="4773168"/>
            <a:ext cx="5010912" cy="512064"/>
          </a:xfrm>
          <a:prstGeom prst="rect">
            <a:avLst/>
          </a:prstGeom>
          <a:noFill/>
          <a:ln/>
        </p:spPr>
        <p:txBody>
          <a:bodyPr wrap="square" lIns="0" tIns="0" rIns="0" bIns="0" rtlCol="0" anchor="ctr"/>
          <a:lstStyle/>
          <a:p>
            <a:pPr algn="l" indent="0" marL="0">
              <a:buNone/>
            </a:pPr>
            <a:r>
              <a:rPr lang="en-US" sz="2600" b="1" dirty="0">
                <a:solidFill>
                  <a:srgbClr val="7C9A1E"/>
                </a:solidFill>
              </a:rPr>
              <a:t>mee</a:t>
            </a:r>
            <a:r>
              <a:rPr lang="en-US" sz="2600" b="1" dirty="0">
                <a:solidFill>
                  <a:schemeClr val="tx1"/>
                </a:solidFill>
              </a:rPr>
              <a:t>doen</a:t>
            </a:r>
            <a:r>
              <a:rPr lang="en-US" sz="1800" dirty="0">
                <a:solidFill>
                  <a:schemeClr val="accent5"/>
                </a:solidFill>
              </a:rPr>
              <a:t>   participer</a:t>
            </a:r>
            <a:endParaRPr lang="en-US" sz="1800" dirty="0"/>
          </a:p>
        </p:txBody>
      </p:sp>
      <p:sp>
        <p:nvSpPr>
          <p:cNvPr id="30" name="Text 24"/>
          <p:cNvSpPr txBox="1"/>
          <p:nvPr/>
        </p:nvSpPr>
        <p:spPr>
          <a:xfrm>
            <a:off x="6492240" y="528523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Doe je </a:t>
            </a:r>
            <a:r>
              <a:rPr lang="en-US" sz="1700" b="1" i="1" dirty="0">
                <a:solidFill>
                  <a:srgbClr val="7C9A1E"/>
                </a:solidFill>
              </a:rPr>
              <a:t>mee</a:t>
            </a:r>
            <a:r>
              <a:rPr lang="en-US" sz="1700" i="1" dirty="0">
                <a:solidFill>
                  <a:schemeClr val="tx1"/>
                </a:solidFill>
              </a:rPr>
              <a:t>?</a:t>
            </a:r>
            <a:endParaRPr lang="en-US" sz="1800" dirty="0"/>
          </a:p>
        </p:txBody>
      </p:sp>
      <p:sp>
        <p:nvSpPr>
          <p:cNvPr id="31" name="Text 25"/>
          <p:cNvSpPr txBox="1"/>
          <p:nvPr/>
        </p:nvSpPr>
        <p:spPr>
          <a:xfrm>
            <a:off x="4937760" y="5870448"/>
            <a:ext cx="6702552" cy="347472"/>
          </a:xfrm>
          <a:prstGeom prst="rect">
            <a:avLst/>
          </a:prstGeom>
          <a:noFill/>
          <a:ln/>
        </p:spPr>
        <p:txBody>
          <a:bodyPr wrap="square" lIns="0" tIns="0" rIns="0" bIns="0" rtlCol="0" anchor="ctr"/>
          <a:lstStyle/>
          <a:p>
            <a:pPr algn="l" indent="0" marL="0">
              <a:buNone/>
            </a:pPr>
            <a:r>
              <a:rPr lang="en-US" sz="1500" dirty="0">
                <a:solidFill>
                  <a:schemeClr val="accent5"/>
                </a:solidFill>
              </a:rPr>
              <a:t>+ aussi : </a:t>
            </a:r>
            <a:r>
              <a:rPr lang="en-US" sz="1500" i="1" dirty="0">
                <a:solidFill>
                  <a:schemeClr val="accent5"/>
                </a:solidFill>
              </a:rPr>
              <a:t>meewerken · meedenken · meevallen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TEGEN- : contre</a:t>
            </a:r>
            <a:endParaRPr lang="en-US" sz="3000" dirty="0"/>
          </a:p>
        </p:txBody>
      </p:sp>
      <p:sp>
        <p:nvSpPr>
          <p:cNvPr id="3" name="tag"/>
          <p:cNvSpPr/>
          <p:nvPr/>
        </p:nvSpPr>
        <p:spPr>
          <a:xfrm>
            <a:off x="548640" y="237744"/>
            <a:ext cx="2092147" cy="310896"/>
          </a:xfrm>
          <a:prstGeom prst="roundRect">
            <a:avLst>
              <a:gd name="adj" fmla="val 14706"/>
            </a:avLst>
          </a:prstGeom>
          <a:solidFill>
            <a:srgbClr val="8B1E3F"/>
          </a:solidFill>
          <a:ln/>
        </p:spPr>
        <p:txBody>
          <a:bodyPr wrap="square" lIns="0" tIns="0" rIns="0" bIns="0" rtlCol="0" anchor="ctr"/>
          <a:lstStyle/>
          <a:p>
            <a:pPr algn="ctr" indent="0" marL="0">
              <a:buNone/>
            </a:pPr>
            <a:r>
              <a:rPr lang="en-US" sz="1200" b="1" spc="100" kern="0" dirty="0">
                <a:solidFill>
                  <a:srgbClr val="FFFFFF"/>
                </a:solidFill>
              </a:rPr>
              <a:t>PARTICULE 9 / 14</a:t>
            </a:r>
            <a:endParaRPr lang="en-US" sz="1200" dirty="0"/>
          </a:p>
        </p:txBody>
      </p:sp>
      <p:sp>
        <p:nvSpPr>
          <p:cNvPr id="5" name="Shape 2"/>
          <p:cNvSpPr/>
          <p:nvPr/>
        </p:nvSpPr>
        <p:spPr>
          <a:xfrm>
            <a:off x="548640" y="1463040"/>
            <a:ext cx="4160520" cy="4754880"/>
          </a:xfrm>
          <a:prstGeom prst="roundRect">
            <a:avLst>
              <a:gd name="adj" fmla="val 2637"/>
            </a:avLst>
          </a:prstGeom>
          <a:solidFill>
            <a:srgbClr val="8B1E3F">
              <a:alpha val="12000"/>
            </a:srgbClr>
          </a:solidFill>
          <a:ln w="19050">
            <a:solidFill>
              <a:srgbClr val="8B1E3F"/>
            </a:solidFill>
            <a:prstDash val="solid"/>
          </a:ln>
        </p:spPr>
      </p:sp>
      <p:sp>
        <p:nvSpPr>
          <p:cNvPr id="6" name="Shape 3"/>
          <p:cNvSpPr/>
          <p:nvPr/>
        </p:nvSpPr>
        <p:spPr>
          <a:xfrm>
            <a:off x="731520" y="1645920"/>
            <a:ext cx="3794760" cy="2743200"/>
          </a:xfrm>
          <a:prstGeom prst="roundRect">
            <a:avLst>
              <a:gd name="adj" fmla="val 3333"/>
            </a:avLst>
          </a:prstGeom>
          <a:solidFill>
            <a:srgbClr val="FFFFFF"/>
          </a:solidFill>
          <a:ln w="12700">
            <a:solidFill>
              <a:srgbClr val="FFFFFF">
                <a:alpha val="0"/>
              </a:srgbClr>
            </a:solidFill>
            <a:prstDash val="solid"/>
          </a:ln>
        </p:spPr>
      </p:sp>
      <p:sp>
        <p:nvSpPr>
          <p:cNvPr id="7" name="Shape 4"/>
          <p:cNvSpPr/>
          <p:nvPr/>
        </p:nvSpPr>
        <p:spPr>
          <a:xfrm>
            <a:off x="2148840" y="2196755"/>
            <a:ext cx="960120" cy="1641531"/>
          </a:xfrm>
          <a:prstGeom prst="irregularSeal1">
            <a:avLst/>
          </a:prstGeom>
          <a:solidFill>
            <a:srgbClr val="F4B400"/>
          </a:solidFill>
          <a:ln w="12700">
            <a:solidFill>
              <a:srgbClr val="FFFFFF">
                <a:alpha val="0"/>
              </a:srgbClr>
            </a:solidFill>
            <a:prstDash val="solid"/>
          </a:ln>
        </p:spPr>
      </p:sp>
      <p:sp>
        <p:nvSpPr>
          <p:cNvPr id="8" name="Shape 5"/>
          <p:cNvSpPr/>
          <p:nvPr/>
        </p:nvSpPr>
        <p:spPr>
          <a:xfrm>
            <a:off x="982980" y="2703698"/>
            <a:ext cx="1577340" cy="627644"/>
          </a:xfrm>
          <a:prstGeom prst="rightArrow">
            <a:avLst/>
          </a:prstGeom>
          <a:solidFill>
            <a:srgbClr val="8B1E3F"/>
          </a:solidFill>
          <a:ln w="12700">
            <a:solidFill>
              <a:srgbClr val="FFFFFF">
                <a:alpha val="0"/>
              </a:srgbClr>
            </a:solidFill>
            <a:prstDash val="solid"/>
          </a:ln>
        </p:spPr>
      </p:sp>
      <p:sp>
        <p:nvSpPr>
          <p:cNvPr id="9" name="Shape 6"/>
          <p:cNvSpPr/>
          <p:nvPr/>
        </p:nvSpPr>
        <p:spPr>
          <a:xfrm>
            <a:off x="2697480" y="2703698"/>
            <a:ext cx="1577340" cy="627644"/>
          </a:xfrm>
          <a:prstGeom prst="leftArrow">
            <a:avLst/>
          </a:prstGeom>
          <a:solidFill>
            <a:srgbClr val="8A96A8"/>
          </a:solidFill>
          <a:ln w="12700">
            <a:solidFill>
              <a:srgbClr val="FFFFFF">
                <a:alpha val="0"/>
              </a:srgbClr>
            </a:solidFill>
            <a:prstDash val="solid"/>
          </a:ln>
        </p:spPr>
      </p:sp>
      <p:sp>
        <p:nvSpPr>
          <p:cNvPr id="10" name="Text 7"/>
          <p:cNvSpPr txBox="1"/>
          <p:nvPr/>
        </p:nvSpPr>
        <p:spPr>
          <a:xfrm>
            <a:off x="731520" y="4434840"/>
            <a:ext cx="3794760" cy="713232"/>
          </a:xfrm>
          <a:prstGeom prst="rect">
            <a:avLst/>
          </a:prstGeom>
          <a:noFill/>
          <a:ln/>
        </p:spPr>
        <p:txBody>
          <a:bodyPr wrap="square" lIns="0" tIns="0" rIns="0" bIns="0" rtlCol="0" anchor="ctr"/>
          <a:lstStyle/>
          <a:p>
            <a:pPr algn="ctr" indent="0" marL="0">
              <a:buNone/>
            </a:pPr>
            <a:r>
              <a:rPr lang="en-US" sz="4600" b="1" dirty="0">
                <a:solidFill>
                  <a:srgbClr val="8B1E3F"/>
                </a:solidFill>
                <a:latin typeface="+mj-lt" pitchFamily="34" charset="0"/>
                <a:ea typeface="+mj-lt" pitchFamily="34" charset="-122"/>
                <a:cs typeface="+mj-lt" pitchFamily="34" charset="-120"/>
              </a:rPr>
              <a:t>tegen</a:t>
            </a:r>
            <a:endParaRPr lang="en-US" sz="4600" dirty="0"/>
          </a:p>
        </p:txBody>
      </p:sp>
      <p:sp>
        <p:nvSpPr>
          <p:cNvPr id="11" name="Text 8"/>
          <p:cNvSpPr txBox="1"/>
          <p:nvPr/>
        </p:nvSpPr>
        <p:spPr>
          <a:xfrm>
            <a:off x="731520" y="5120640"/>
            <a:ext cx="3794760" cy="384048"/>
          </a:xfrm>
          <a:prstGeom prst="rect">
            <a:avLst/>
          </a:prstGeom>
          <a:noFill/>
          <a:ln/>
        </p:spPr>
        <p:txBody>
          <a:bodyPr wrap="square" lIns="0" tIns="0" rIns="0" bIns="0" rtlCol="0" anchor="ctr"/>
          <a:lstStyle/>
          <a:p>
            <a:pPr algn="ctr" indent="0" marL="0">
              <a:buNone/>
            </a:pPr>
            <a:r>
              <a:rPr lang="en-US" sz="1600" i="1" dirty="0">
                <a:solidFill>
                  <a:schemeClr val="tx2"/>
                </a:solidFill>
              </a:rPr>
              <a:t>à la rencontre · contre</a:t>
            </a:r>
            <a:endParaRPr lang="en-US" sz="1600" dirty="0"/>
          </a:p>
        </p:txBody>
      </p:sp>
      <p:sp>
        <p:nvSpPr>
          <p:cNvPr id="12" name="Shape 9"/>
          <p:cNvSpPr/>
          <p:nvPr/>
        </p:nvSpPr>
        <p:spPr>
          <a:xfrm>
            <a:off x="731520" y="5596128"/>
            <a:ext cx="3794760" cy="457200"/>
          </a:xfrm>
          <a:prstGeom prst="roundRect">
            <a:avLst>
              <a:gd name="adj" fmla="val 50000"/>
            </a:avLst>
          </a:prstGeom>
          <a:solidFill>
            <a:srgbClr val="FFFFFF"/>
          </a:solidFill>
          <a:ln w="15875">
            <a:solidFill>
              <a:srgbClr val="7C9A1E"/>
            </a:solidFill>
            <a:prstDash val="solid"/>
          </a:ln>
        </p:spPr>
      </p:sp>
      <p:sp>
        <p:nvSpPr>
          <p:cNvPr id="13" name="Text 10"/>
          <p:cNvSpPr txBox="1"/>
          <p:nvPr/>
        </p:nvSpPr>
        <p:spPr>
          <a:xfrm>
            <a:off x="777240" y="5596128"/>
            <a:ext cx="3703320" cy="457200"/>
          </a:xfrm>
          <a:prstGeom prst="rect">
            <a:avLst/>
          </a:prstGeom>
          <a:noFill/>
          <a:ln/>
        </p:spPr>
        <p:txBody>
          <a:bodyPr wrap="square" lIns="0" tIns="0" rIns="0" bIns="0" rtlCol="0" anchor="ctr"/>
          <a:lstStyle/>
          <a:p>
            <a:pPr algn="ctr" indent="0" marL="0">
              <a:buNone/>
            </a:pPr>
            <a:r>
              <a:rPr lang="en-US" sz="1200" dirty="0">
                <a:solidFill>
                  <a:schemeClr val="accent5"/>
                </a:solidFill>
              </a:rPr>
              <a:t>contraire   </a:t>
            </a:r>
            <a:r>
              <a:rPr lang="en-US" sz="1400" b="1" i="1" dirty="0">
                <a:solidFill>
                  <a:schemeClr val="tx1"/>
                </a:solidFill>
              </a:rPr>
              <a:t>tegenvallen ≠ meevallen</a:t>
            </a:r>
            <a:endParaRPr lang="en-US" sz="1800" dirty="0"/>
          </a:p>
        </p:txBody>
      </p:sp>
      <p:sp>
        <p:nvSpPr>
          <p:cNvPr id="14" name="Shape 11"/>
          <p:cNvSpPr/>
          <p:nvPr/>
        </p:nvSpPr>
        <p:spPr>
          <a:xfrm>
            <a:off x="4937760" y="146304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5" name="Shape 12"/>
          <p:cNvSpPr/>
          <p:nvPr/>
        </p:nvSpPr>
        <p:spPr>
          <a:xfrm>
            <a:off x="4937760" y="1463040"/>
            <a:ext cx="109728" cy="1353312"/>
          </a:xfrm>
          <a:prstGeom prst="rect">
            <a:avLst/>
          </a:prstGeom>
          <a:solidFill>
            <a:srgbClr val="8B1E3F"/>
          </a:solidFill>
          <a:ln w="12700">
            <a:solidFill>
              <a:srgbClr val="FFFFFF">
                <a:alpha val="0"/>
              </a:srgbClr>
            </a:solidFill>
            <a:prstDash val="solid"/>
          </a:ln>
        </p:spPr>
      </p:sp>
      <p:pic>
        <p:nvPicPr>
          <p:cNvPr id="16" name="Image 0" descr="waving hand">    </p:cNvPr>
          <p:cNvPicPr>
            <a:picLocks noChangeAspect="1"/>
          </p:cNvPicPr>
          <p:nvPr/>
        </p:nvPicPr>
        <p:blipFill>
          <a:blip r:embed="rId1"/>
          <a:stretch>
            <a:fillRect/>
          </a:stretch>
        </p:blipFill>
        <p:spPr>
          <a:xfrm>
            <a:off x="5230368" y="1618488"/>
            <a:ext cx="1042416" cy="1042416"/>
          </a:xfrm>
          <a:prstGeom prst="rect">
            <a:avLst/>
          </a:prstGeom>
        </p:spPr>
      </p:pic>
      <p:sp>
        <p:nvSpPr>
          <p:cNvPr id="17" name="Text 13"/>
          <p:cNvSpPr txBox="1"/>
          <p:nvPr/>
        </p:nvSpPr>
        <p:spPr>
          <a:xfrm>
            <a:off x="6492240" y="1554480"/>
            <a:ext cx="5010912" cy="310896"/>
          </a:xfrm>
          <a:prstGeom prst="rect">
            <a:avLst/>
          </a:prstGeom>
          <a:noFill/>
          <a:ln/>
        </p:spPr>
        <p:txBody>
          <a:bodyPr wrap="square" lIns="0" tIns="0" rIns="0" bIns="0" rtlCol="0" anchor="ctr"/>
          <a:lstStyle/>
          <a:p>
            <a:pPr algn="l" indent="0" marL="0">
              <a:buNone/>
            </a:pPr>
            <a:r>
              <a:rPr lang="en-US" sz="1200" b="1" spc="100" kern="0" dirty="0">
                <a:solidFill>
                  <a:srgbClr val="8B1E3F"/>
                </a:solidFill>
              </a:rPr>
              <a:t>①  À LA RENCONTRE</a:t>
            </a:r>
            <a:endParaRPr lang="en-US" sz="1200" dirty="0"/>
          </a:p>
        </p:txBody>
      </p:sp>
      <p:sp>
        <p:nvSpPr>
          <p:cNvPr id="18" name="Text 14"/>
          <p:cNvSpPr txBox="1"/>
          <p:nvPr/>
        </p:nvSpPr>
        <p:spPr>
          <a:xfrm>
            <a:off x="6492240" y="1847088"/>
            <a:ext cx="5010912" cy="512064"/>
          </a:xfrm>
          <a:prstGeom prst="rect">
            <a:avLst/>
          </a:prstGeom>
          <a:noFill/>
          <a:ln/>
        </p:spPr>
        <p:txBody>
          <a:bodyPr wrap="square" lIns="0" tIns="0" rIns="0" bIns="0" rtlCol="0" anchor="ctr"/>
          <a:lstStyle/>
          <a:p>
            <a:pPr algn="l" indent="0" marL="0">
              <a:buNone/>
            </a:pPr>
            <a:r>
              <a:rPr lang="en-US" sz="2600" b="1" dirty="0">
                <a:solidFill>
                  <a:srgbClr val="8B1E3F"/>
                </a:solidFill>
              </a:rPr>
              <a:t>tegen</a:t>
            </a:r>
            <a:r>
              <a:rPr lang="en-US" sz="2600" b="1" dirty="0">
                <a:solidFill>
                  <a:schemeClr val="tx1"/>
                </a:solidFill>
              </a:rPr>
              <a:t>komen</a:t>
            </a:r>
            <a:r>
              <a:rPr lang="en-US" sz="1800" dirty="0">
                <a:solidFill>
                  <a:schemeClr val="accent5"/>
                </a:solidFill>
              </a:rPr>
              <a:t>   croiser (qn)</a:t>
            </a:r>
            <a:endParaRPr lang="en-US" sz="1800" dirty="0"/>
          </a:p>
        </p:txBody>
      </p:sp>
      <p:sp>
        <p:nvSpPr>
          <p:cNvPr id="19" name="Text 15"/>
          <p:cNvSpPr txBox="1"/>
          <p:nvPr/>
        </p:nvSpPr>
        <p:spPr>
          <a:xfrm>
            <a:off x="6492240" y="235915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Ik kwam Sara in de stad </a:t>
            </a:r>
            <a:r>
              <a:rPr lang="en-US" sz="1700" b="1" i="1" dirty="0">
                <a:solidFill>
                  <a:srgbClr val="8B1E3F"/>
                </a:solidFill>
              </a:rPr>
              <a:t>tegen</a:t>
            </a:r>
            <a:r>
              <a:rPr lang="en-US" sz="1700" i="1" dirty="0">
                <a:solidFill>
                  <a:schemeClr val="tx1"/>
                </a:solidFill>
              </a:rPr>
              <a:t>.</a:t>
            </a:r>
            <a:endParaRPr lang="en-US" sz="1800" dirty="0"/>
          </a:p>
        </p:txBody>
      </p:sp>
      <p:sp>
        <p:nvSpPr>
          <p:cNvPr id="20" name="Shape 16"/>
          <p:cNvSpPr/>
          <p:nvPr/>
        </p:nvSpPr>
        <p:spPr>
          <a:xfrm>
            <a:off x="4937760" y="292608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1" name="Shape 17"/>
          <p:cNvSpPr/>
          <p:nvPr/>
        </p:nvSpPr>
        <p:spPr>
          <a:xfrm>
            <a:off x="4937760" y="2926080"/>
            <a:ext cx="109728" cy="1353312"/>
          </a:xfrm>
          <a:prstGeom prst="rect">
            <a:avLst/>
          </a:prstGeom>
          <a:solidFill>
            <a:srgbClr val="8B1E3F"/>
          </a:solidFill>
          <a:ln w="12700">
            <a:solidFill>
              <a:srgbClr val="FFFFFF">
                <a:alpha val="0"/>
              </a:srgbClr>
            </a:solidFill>
            <a:prstDash val="solid"/>
          </a:ln>
        </p:spPr>
      </p:sp>
      <p:pic>
        <p:nvPicPr>
          <p:cNvPr id="22" name="Image 1" descr="stop sign">    </p:cNvPr>
          <p:cNvPicPr>
            <a:picLocks noChangeAspect="1"/>
          </p:cNvPicPr>
          <p:nvPr/>
        </p:nvPicPr>
        <p:blipFill>
          <a:blip r:embed="rId2"/>
          <a:stretch>
            <a:fillRect/>
          </a:stretch>
        </p:blipFill>
        <p:spPr>
          <a:xfrm>
            <a:off x="5230368" y="3081528"/>
            <a:ext cx="1042416" cy="1042416"/>
          </a:xfrm>
          <a:prstGeom prst="rect">
            <a:avLst/>
          </a:prstGeom>
        </p:spPr>
      </p:pic>
      <p:sp>
        <p:nvSpPr>
          <p:cNvPr id="23" name="Text 18"/>
          <p:cNvSpPr txBox="1"/>
          <p:nvPr/>
        </p:nvSpPr>
        <p:spPr>
          <a:xfrm>
            <a:off x="6492240" y="3017520"/>
            <a:ext cx="5010912" cy="310896"/>
          </a:xfrm>
          <a:prstGeom prst="rect">
            <a:avLst/>
          </a:prstGeom>
          <a:noFill/>
          <a:ln/>
        </p:spPr>
        <p:txBody>
          <a:bodyPr wrap="square" lIns="0" tIns="0" rIns="0" bIns="0" rtlCol="0" anchor="ctr"/>
          <a:lstStyle/>
          <a:p>
            <a:pPr algn="l" indent="0" marL="0">
              <a:buNone/>
            </a:pPr>
            <a:r>
              <a:rPr lang="en-US" sz="1200" b="1" spc="100" kern="0" dirty="0">
                <a:solidFill>
                  <a:srgbClr val="8B1E3F"/>
                </a:solidFill>
              </a:rPr>
              <a:t>②  BLOQUER</a:t>
            </a:r>
            <a:endParaRPr lang="en-US" sz="1200" dirty="0"/>
          </a:p>
        </p:txBody>
      </p:sp>
      <p:sp>
        <p:nvSpPr>
          <p:cNvPr id="24" name="Text 19"/>
          <p:cNvSpPr txBox="1"/>
          <p:nvPr/>
        </p:nvSpPr>
        <p:spPr>
          <a:xfrm>
            <a:off x="6492240" y="3310128"/>
            <a:ext cx="5010912" cy="512064"/>
          </a:xfrm>
          <a:prstGeom prst="rect">
            <a:avLst/>
          </a:prstGeom>
          <a:noFill/>
          <a:ln/>
        </p:spPr>
        <p:txBody>
          <a:bodyPr wrap="square" lIns="0" tIns="0" rIns="0" bIns="0" rtlCol="0" anchor="ctr"/>
          <a:lstStyle/>
          <a:p>
            <a:pPr algn="l" indent="0" marL="0">
              <a:buNone/>
            </a:pPr>
            <a:r>
              <a:rPr lang="en-US" sz="2600" b="1" dirty="0">
                <a:solidFill>
                  <a:srgbClr val="8B1E3F"/>
                </a:solidFill>
              </a:rPr>
              <a:t>tegen</a:t>
            </a:r>
            <a:r>
              <a:rPr lang="en-US" sz="2600" b="1" dirty="0">
                <a:solidFill>
                  <a:schemeClr val="tx1"/>
                </a:solidFill>
              </a:rPr>
              <a:t>houden</a:t>
            </a:r>
            <a:r>
              <a:rPr lang="en-US" sz="1800" dirty="0">
                <a:solidFill>
                  <a:schemeClr val="accent5"/>
                </a:solidFill>
              </a:rPr>
              <a:t>   retenir, arrêter</a:t>
            </a:r>
            <a:endParaRPr lang="en-US" sz="1800" dirty="0"/>
          </a:p>
        </p:txBody>
      </p:sp>
      <p:sp>
        <p:nvSpPr>
          <p:cNvPr id="25" name="Text 20"/>
          <p:cNvSpPr txBox="1"/>
          <p:nvPr/>
        </p:nvSpPr>
        <p:spPr>
          <a:xfrm>
            <a:off x="6492240" y="382219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De politie houdt de dief </a:t>
            </a:r>
            <a:r>
              <a:rPr lang="en-US" sz="1700" b="1" i="1" dirty="0">
                <a:solidFill>
                  <a:srgbClr val="8B1E3F"/>
                </a:solidFill>
              </a:rPr>
              <a:t>tegen</a:t>
            </a:r>
            <a:r>
              <a:rPr lang="en-US" sz="1700" i="1" dirty="0">
                <a:solidFill>
                  <a:schemeClr val="tx1"/>
                </a:solidFill>
              </a:rPr>
              <a:t>.</a:t>
            </a:r>
            <a:endParaRPr lang="en-US" sz="1800" dirty="0"/>
          </a:p>
        </p:txBody>
      </p:sp>
      <p:sp>
        <p:nvSpPr>
          <p:cNvPr id="26" name="Shape 21"/>
          <p:cNvSpPr/>
          <p:nvPr/>
        </p:nvSpPr>
        <p:spPr>
          <a:xfrm>
            <a:off x="4937760" y="438912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7" name="Shape 22"/>
          <p:cNvSpPr/>
          <p:nvPr/>
        </p:nvSpPr>
        <p:spPr>
          <a:xfrm>
            <a:off x="4937760" y="4389120"/>
            <a:ext cx="109728" cy="1353312"/>
          </a:xfrm>
          <a:prstGeom prst="rect">
            <a:avLst/>
          </a:prstGeom>
          <a:solidFill>
            <a:srgbClr val="8B1E3F"/>
          </a:solidFill>
          <a:ln w="12700">
            <a:solidFill>
              <a:srgbClr val="FFFFFF">
                <a:alpha val="0"/>
              </a:srgbClr>
            </a:solidFill>
            <a:prstDash val="solid"/>
          </a:ln>
        </p:spPr>
      </p:sp>
      <p:pic>
        <p:nvPicPr>
          <p:cNvPr id="28" name="Image 2" descr="disappointed face">    </p:cNvPr>
          <p:cNvPicPr>
            <a:picLocks noChangeAspect="1"/>
          </p:cNvPicPr>
          <p:nvPr/>
        </p:nvPicPr>
        <p:blipFill>
          <a:blip r:embed="rId3"/>
          <a:stretch>
            <a:fillRect/>
          </a:stretch>
        </p:blipFill>
        <p:spPr>
          <a:xfrm>
            <a:off x="5230368" y="4544568"/>
            <a:ext cx="1042416" cy="1042416"/>
          </a:xfrm>
          <a:prstGeom prst="rect">
            <a:avLst/>
          </a:prstGeom>
        </p:spPr>
      </p:pic>
      <p:sp>
        <p:nvSpPr>
          <p:cNvPr id="29" name="Text 23"/>
          <p:cNvSpPr txBox="1"/>
          <p:nvPr/>
        </p:nvSpPr>
        <p:spPr>
          <a:xfrm>
            <a:off x="6492240" y="4480560"/>
            <a:ext cx="5010912" cy="310896"/>
          </a:xfrm>
          <a:prstGeom prst="rect">
            <a:avLst/>
          </a:prstGeom>
          <a:noFill/>
          <a:ln/>
        </p:spPr>
        <p:txBody>
          <a:bodyPr wrap="square" lIns="0" tIns="0" rIns="0" bIns="0" rtlCol="0" anchor="ctr"/>
          <a:lstStyle/>
          <a:p>
            <a:pPr algn="l" indent="0" marL="0">
              <a:buNone/>
            </a:pPr>
            <a:r>
              <a:rPr lang="en-US" sz="1200" b="1" spc="100" kern="0" dirty="0">
                <a:solidFill>
                  <a:srgbClr val="8B1E3F"/>
                </a:solidFill>
              </a:rPr>
              <a:t>③  DÉCEVOIR</a:t>
            </a:r>
            <a:endParaRPr lang="en-US" sz="1200" dirty="0"/>
          </a:p>
        </p:txBody>
      </p:sp>
      <p:sp>
        <p:nvSpPr>
          <p:cNvPr id="30" name="Text 24"/>
          <p:cNvSpPr txBox="1"/>
          <p:nvPr/>
        </p:nvSpPr>
        <p:spPr>
          <a:xfrm>
            <a:off x="6492240" y="4773168"/>
            <a:ext cx="5010912" cy="512064"/>
          </a:xfrm>
          <a:prstGeom prst="rect">
            <a:avLst/>
          </a:prstGeom>
          <a:noFill/>
          <a:ln/>
        </p:spPr>
        <p:txBody>
          <a:bodyPr wrap="square" lIns="0" tIns="0" rIns="0" bIns="0" rtlCol="0" anchor="ctr"/>
          <a:lstStyle/>
          <a:p>
            <a:pPr algn="l" indent="0" marL="0">
              <a:buNone/>
            </a:pPr>
            <a:r>
              <a:rPr lang="en-US" sz="2600" b="1" dirty="0">
                <a:solidFill>
                  <a:srgbClr val="8B1E3F"/>
                </a:solidFill>
              </a:rPr>
              <a:t>tegen</a:t>
            </a:r>
            <a:r>
              <a:rPr lang="en-US" sz="2600" b="1" dirty="0">
                <a:solidFill>
                  <a:schemeClr val="tx1"/>
                </a:solidFill>
              </a:rPr>
              <a:t>vallen</a:t>
            </a:r>
            <a:r>
              <a:rPr lang="en-US" sz="1800" dirty="0">
                <a:solidFill>
                  <a:schemeClr val="accent5"/>
                </a:solidFill>
              </a:rPr>
              <a:t>   décevoir</a:t>
            </a:r>
            <a:endParaRPr lang="en-US" sz="1800" dirty="0"/>
          </a:p>
        </p:txBody>
      </p:sp>
      <p:sp>
        <p:nvSpPr>
          <p:cNvPr id="31" name="Text 25"/>
          <p:cNvSpPr txBox="1"/>
          <p:nvPr/>
        </p:nvSpPr>
        <p:spPr>
          <a:xfrm>
            <a:off x="6492240" y="528523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Het examen viel </a:t>
            </a:r>
            <a:r>
              <a:rPr lang="en-US" sz="1700" b="1" i="1" dirty="0">
                <a:solidFill>
                  <a:srgbClr val="8B1E3F"/>
                </a:solidFill>
              </a:rPr>
              <a:t>tegen</a:t>
            </a:r>
            <a:r>
              <a:rPr lang="en-US" sz="1700" i="1" dirty="0">
                <a:solidFill>
                  <a:schemeClr val="tx1"/>
                </a:solidFill>
              </a:rPr>
              <a:t>.</a:t>
            </a:r>
            <a:endParaRPr lang="en-US" sz="1800" dirty="0"/>
          </a:p>
        </p:txBody>
      </p:sp>
      <p:sp>
        <p:nvSpPr>
          <p:cNvPr id="32" name="Text 26"/>
          <p:cNvSpPr txBox="1"/>
          <p:nvPr/>
        </p:nvSpPr>
        <p:spPr>
          <a:xfrm>
            <a:off x="4937760" y="5870448"/>
            <a:ext cx="6702552" cy="347472"/>
          </a:xfrm>
          <a:prstGeom prst="rect">
            <a:avLst/>
          </a:prstGeom>
          <a:noFill/>
          <a:ln/>
        </p:spPr>
        <p:txBody>
          <a:bodyPr wrap="square" lIns="0" tIns="0" rIns="0" bIns="0" rtlCol="0" anchor="ctr"/>
          <a:lstStyle/>
          <a:p>
            <a:pPr algn="l" indent="0" marL="0">
              <a:buNone/>
            </a:pPr>
            <a:r>
              <a:rPr lang="en-US" sz="1500" dirty="0">
                <a:solidFill>
                  <a:schemeClr val="accent5"/>
                </a:solidFill>
              </a:rPr>
              <a:t>+ aussi : </a:t>
            </a:r>
            <a:r>
              <a:rPr lang="en-US" sz="1500" i="1" dirty="0">
                <a:solidFill>
                  <a:schemeClr val="accent5"/>
                </a:solidFill>
              </a:rPr>
              <a:t>tegenspreken · tegengaan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DOOR- : à travers</a:t>
            </a:r>
            <a:endParaRPr lang="en-US" sz="3000" dirty="0"/>
          </a:p>
        </p:txBody>
      </p:sp>
      <p:sp>
        <p:nvSpPr>
          <p:cNvPr id="3" name="tag"/>
          <p:cNvSpPr/>
          <p:nvPr/>
        </p:nvSpPr>
        <p:spPr>
          <a:xfrm>
            <a:off x="548640" y="237744"/>
            <a:ext cx="2200046" cy="310896"/>
          </a:xfrm>
          <a:prstGeom prst="roundRect">
            <a:avLst>
              <a:gd name="adj" fmla="val 14706"/>
            </a:avLst>
          </a:prstGeom>
          <a:solidFill>
            <a:srgbClr val="7A5230"/>
          </a:solidFill>
          <a:ln/>
        </p:spPr>
        <p:txBody>
          <a:bodyPr wrap="square" lIns="0" tIns="0" rIns="0" bIns="0" rtlCol="0" anchor="ctr"/>
          <a:lstStyle/>
          <a:p>
            <a:pPr algn="ctr" indent="0" marL="0">
              <a:buNone/>
            </a:pPr>
            <a:r>
              <a:rPr lang="en-US" sz="1200" b="1" spc="100" kern="0" dirty="0">
                <a:solidFill>
                  <a:srgbClr val="FFFFFF"/>
                </a:solidFill>
              </a:rPr>
              <a:t>PARTICULE 10 / 14</a:t>
            </a:r>
            <a:endParaRPr lang="en-US" sz="1200" dirty="0"/>
          </a:p>
        </p:txBody>
      </p:sp>
      <p:sp>
        <p:nvSpPr>
          <p:cNvPr id="5" name="Shape 2"/>
          <p:cNvSpPr/>
          <p:nvPr/>
        </p:nvSpPr>
        <p:spPr>
          <a:xfrm>
            <a:off x="548640" y="1463040"/>
            <a:ext cx="4160520" cy="4754880"/>
          </a:xfrm>
          <a:prstGeom prst="roundRect">
            <a:avLst>
              <a:gd name="adj" fmla="val 2637"/>
            </a:avLst>
          </a:prstGeom>
          <a:solidFill>
            <a:srgbClr val="7A5230">
              <a:alpha val="12000"/>
            </a:srgbClr>
          </a:solidFill>
          <a:ln w="19050">
            <a:solidFill>
              <a:srgbClr val="7A5230"/>
            </a:solidFill>
            <a:prstDash val="solid"/>
          </a:ln>
        </p:spPr>
      </p:sp>
      <p:sp>
        <p:nvSpPr>
          <p:cNvPr id="6" name="Shape 3"/>
          <p:cNvSpPr/>
          <p:nvPr/>
        </p:nvSpPr>
        <p:spPr>
          <a:xfrm>
            <a:off x="731520" y="1645920"/>
            <a:ext cx="3794760" cy="2743200"/>
          </a:xfrm>
          <a:prstGeom prst="roundRect">
            <a:avLst>
              <a:gd name="adj" fmla="val 3333"/>
            </a:avLst>
          </a:prstGeom>
          <a:solidFill>
            <a:srgbClr val="FFFFFF"/>
          </a:solidFill>
          <a:ln w="12700">
            <a:solidFill>
              <a:srgbClr val="FFFFFF">
                <a:alpha val="0"/>
              </a:srgbClr>
            </a:solidFill>
            <a:prstDash val="solid"/>
          </a:ln>
        </p:spPr>
      </p:sp>
      <p:sp>
        <p:nvSpPr>
          <p:cNvPr id="7" name="Shape 4"/>
          <p:cNvSpPr/>
          <p:nvPr/>
        </p:nvSpPr>
        <p:spPr>
          <a:xfrm>
            <a:off x="2423160" y="1907073"/>
            <a:ext cx="411480" cy="2220895"/>
          </a:xfrm>
          <a:prstGeom prst="rect">
            <a:avLst/>
          </a:prstGeom>
          <a:solidFill>
            <a:srgbClr val="8A96A8"/>
          </a:solidFill>
          <a:ln w="12700">
            <a:solidFill>
              <a:srgbClr val="FFFFFF">
                <a:alpha val="0"/>
              </a:srgbClr>
            </a:solidFill>
            <a:prstDash val="solid"/>
          </a:ln>
        </p:spPr>
      </p:sp>
      <p:sp>
        <p:nvSpPr>
          <p:cNvPr id="8" name="Shape 5"/>
          <p:cNvSpPr/>
          <p:nvPr/>
        </p:nvSpPr>
        <p:spPr>
          <a:xfrm>
            <a:off x="2423160" y="2679558"/>
            <a:ext cx="411480" cy="675924"/>
          </a:xfrm>
          <a:prstGeom prst="rect">
            <a:avLst/>
          </a:prstGeom>
          <a:solidFill>
            <a:srgbClr val="17375E"/>
          </a:solidFill>
          <a:ln w="12700">
            <a:solidFill>
              <a:srgbClr val="FFFFFF">
                <a:alpha val="0"/>
              </a:srgbClr>
            </a:solidFill>
            <a:prstDash val="solid"/>
          </a:ln>
        </p:spPr>
      </p:sp>
      <p:sp>
        <p:nvSpPr>
          <p:cNvPr id="9" name="Shape 6"/>
          <p:cNvSpPr/>
          <p:nvPr/>
        </p:nvSpPr>
        <p:spPr>
          <a:xfrm>
            <a:off x="982980" y="2776118"/>
            <a:ext cx="3291840" cy="482803"/>
          </a:xfrm>
          <a:prstGeom prst="rightArrow">
            <a:avLst/>
          </a:prstGeom>
          <a:solidFill>
            <a:srgbClr val="7A5230"/>
          </a:solidFill>
          <a:ln w="12700">
            <a:solidFill>
              <a:srgbClr val="FFFFFF">
                <a:alpha val="0"/>
              </a:srgbClr>
            </a:solidFill>
            <a:prstDash val="solid"/>
          </a:ln>
        </p:spPr>
      </p:sp>
      <p:sp>
        <p:nvSpPr>
          <p:cNvPr id="10" name="Text 7"/>
          <p:cNvSpPr txBox="1"/>
          <p:nvPr/>
        </p:nvSpPr>
        <p:spPr>
          <a:xfrm>
            <a:off x="731520" y="4434840"/>
            <a:ext cx="3794760" cy="713232"/>
          </a:xfrm>
          <a:prstGeom prst="rect">
            <a:avLst/>
          </a:prstGeom>
          <a:noFill/>
          <a:ln/>
        </p:spPr>
        <p:txBody>
          <a:bodyPr wrap="square" lIns="0" tIns="0" rIns="0" bIns="0" rtlCol="0" anchor="ctr"/>
          <a:lstStyle/>
          <a:p>
            <a:pPr algn="ctr" indent="0" marL="0">
              <a:buNone/>
            </a:pPr>
            <a:r>
              <a:rPr lang="en-US" sz="4600" b="1" dirty="0">
                <a:solidFill>
                  <a:srgbClr val="7A5230"/>
                </a:solidFill>
                <a:latin typeface="+mj-lt" pitchFamily="34" charset="0"/>
                <a:ea typeface="+mj-lt" pitchFamily="34" charset="-122"/>
                <a:cs typeface="+mj-lt" pitchFamily="34" charset="-120"/>
              </a:rPr>
              <a:t>door</a:t>
            </a:r>
            <a:endParaRPr lang="en-US" sz="4600" dirty="0"/>
          </a:p>
        </p:txBody>
      </p:sp>
      <p:sp>
        <p:nvSpPr>
          <p:cNvPr id="11" name="Text 8"/>
          <p:cNvSpPr txBox="1"/>
          <p:nvPr/>
        </p:nvSpPr>
        <p:spPr>
          <a:xfrm>
            <a:off x="731520" y="5120640"/>
            <a:ext cx="3794760" cy="384048"/>
          </a:xfrm>
          <a:prstGeom prst="rect">
            <a:avLst/>
          </a:prstGeom>
          <a:noFill/>
          <a:ln/>
        </p:spPr>
        <p:txBody>
          <a:bodyPr wrap="square" lIns="0" tIns="0" rIns="0" bIns="0" rtlCol="0" anchor="ctr"/>
          <a:lstStyle/>
          <a:p>
            <a:pPr algn="ctr" indent="0" marL="0">
              <a:buNone/>
            </a:pPr>
            <a:r>
              <a:rPr lang="en-US" sz="1600" i="1" dirty="0">
                <a:solidFill>
                  <a:schemeClr val="tx2"/>
                </a:solidFill>
              </a:rPr>
              <a:t>à travers · continuer · transmettre</a:t>
            </a:r>
            <a:endParaRPr lang="en-US" sz="1600" dirty="0"/>
          </a:p>
        </p:txBody>
      </p:sp>
      <p:sp>
        <p:nvSpPr>
          <p:cNvPr id="12" name="Shape 9"/>
          <p:cNvSpPr/>
          <p:nvPr/>
        </p:nvSpPr>
        <p:spPr>
          <a:xfrm>
            <a:off x="4937760" y="146304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4937760" y="1463040"/>
            <a:ext cx="109728" cy="1353312"/>
          </a:xfrm>
          <a:prstGeom prst="rect">
            <a:avLst/>
          </a:prstGeom>
          <a:solidFill>
            <a:srgbClr val="7A5230"/>
          </a:solidFill>
          <a:ln w="12700">
            <a:solidFill>
              <a:srgbClr val="FFFFFF">
                <a:alpha val="0"/>
              </a:srgbClr>
            </a:solidFill>
            <a:prstDash val="solid"/>
          </a:ln>
        </p:spPr>
      </p:sp>
      <p:pic>
        <p:nvPicPr>
          <p:cNvPr id="14" name="Image 0" descr="kitchen knife">    </p:cNvPr>
          <p:cNvPicPr>
            <a:picLocks noChangeAspect="1"/>
          </p:cNvPicPr>
          <p:nvPr/>
        </p:nvPicPr>
        <p:blipFill>
          <a:blip r:embed="rId1"/>
          <a:stretch>
            <a:fillRect/>
          </a:stretch>
        </p:blipFill>
        <p:spPr>
          <a:xfrm>
            <a:off x="5230368" y="1618488"/>
            <a:ext cx="1042416" cy="1042416"/>
          </a:xfrm>
          <a:prstGeom prst="rect">
            <a:avLst/>
          </a:prstGeom>
        </p:spPr>
      </p:pic>
      <p:sp>
        <p:nvSpPr>
          <p:cNvPr id="15" name="Text 11"/>
          <p:cNvSpPr txBox="1"/>
          <p:nvPr/>
        </p:nvSpPr>
        <p:spPr>
          <a:xfrm>
            <a:off x="6492240" y="1554480"/>
            <a:ext cx="5010912" cy="310896"/>
          </a:xfrm>
          <a:prstGeom prst="rect">
            <a:avLst/>
          </a:prstGeom>
          <a:noFill/>
          <a:ln/>
        </p:spPr>
        <p:txBody>
          <a:bodyPr wrap="square" lIns="0" tIns="0" rIns="0" bIns="0" rtlCol="0" anchor="ctr"/>
          <a:lstStyle/>
          <a:p>
            <a:pPr algn="l" indent="0" marL="0">
              <a:buNone/>
            </a:pPr>
            <a:r>
              <a:rPr lang="en-US" sz="1200" b="1" spc="100" kern="0" dirty="0">
                <a:solidFill>
                  <a:srgbClr val="7A5230"/>
                </a:solidFill>
              </a:rPr>
              <a:t>①  À TRAVERS</a:t>
            </a:r>
            <a:endParaRPr lang="en-US" sz="1200" dirty="0"/>
          </a:p>
        </p:txBody>
      </p:sp>
      <p:sp>
        <p:nvSpPr>
          <p:cNvPr id="16" name="Text 12"/>
          <p:cNvSpPr txBox="1"/>
          <p:nvPr/>
        </p:nvSpPr>
        <p:spPr>
          <a:xfrm>
            <a:off x="6492240" y="1847088"/>
            <a:ext cx="5010912" cy="512064"/>
          </a:xfrm>
          <a:prstGeom prst="rect">
            <a:avLst/>
          </a:prstGeom>
          <a:noFill/>
          <a:ln/>
        </p:spPr>
        <p:txBody>
          <a:bodyPr wrap="square" lIns="0" tIns="0" rIns="0" bIns="0" rtlCol="0" anchor="ctr"/>
          <a:lstStyle/>
          <a:p>
            <a:pPr algn="l" indent="0" marL="0">
              <a:buNone/>
            </a:pPr>
            <a:r>
              <a:rPr lang="en-US" sz="2600" b="1" dirty="0">
                <a:solidFill>
                  <a:srgbClr val="7A5230"/>
                </a:solidFill>
              </a:rPr>
              <a:t>door</a:t>
            </a:r>
            <a:r>
              <a:rPr lang="en-US" sz="2600" b="1" dirty="0">
                <a:solidFill>
                  <a:schemeClr val="tx1"/>
                </a:solidFill>
              </a:rPr>
              <a:t>snijden</a:t>
            </a:r>
            <a:r>
              <a:rPr lang="en-US" sz="1800" dirty="0">
                <a:solidFill>
                  <a:schemeClr val="accent5"/>
                </a:solidFill>
              </a:rPr>
              <a:t>   couper en deux</a:t>
            </a:r>
            <a:endParaRPr lang="en-US" sz="1800" dirty="0"/>
          </a:p>
        </p:txBody>
      </p:sp>
      <p:sp>
        <p:nvSpPr>
          <p:cNvPr id="17" name="Text 13"/>
          <p:cNvSpPr txBox="1"/>
          <p:nvPr/>
        </p:nvSpPr>
        <p:spPr>
          <a:xfrm>
            <a:off x="6492240" y="235915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Snijd het broodje </a:t>
            </a:r>
            <a:r>
              <a:rPr lang="en-US" sz="1700" b="1" i="1" dirty="0">
                <a:solidFill>
                  <a:srgbClr val="7A5230"/>
                </a:solidFill>
              </a:rPr>
              <a:t>door</a:t>
            </a:r>
            <a:r>
              <a:rPr lang="en-US" sz="1700" i="1" dirty="0">
                <a:solidFill>
                  <a:schemeClr val="tx1"/>
                </a:solidFill>
              </a:rPr>
              <a:t>.</a:t>
            </a:r>
            <a:endParaRPr lang="en-US" sz="1800" dirty="0"/>
          </a:p>
        </p:txBody>
      </p:sp>
      <p:sp>
        <p:nvSpPr>
          <p:cNvPr id="18" name="Shape 14"/>
          <p:cNvSpPr/>
          <p:nvPr/>
        </p:nvSpPr>
        <p:spPr>
          <a:xfrm>
            <a:off x="4937760" y="292608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9" name="Shape 15"/>
          <p:cNvSpPr/>
          <p:nvPr/>
        </p:nvSpPr>
        <p:spPr>
          <a:xfrm>
            <a:off x="4937760" y="2926080"/>
            <a:ext cx="109728" cy="1353312"/>
          </a:xfrm>
          <a:prstGeom prst="rect">
            <a:avLst/>
          </a:prstGeom>
          <a:solidFill>
            <a:srgbClr val="7A5230"/>
          </a:solidFill>
          <a:ln w="12700">
            <a:solidFill>
              <a:srgbClr val="FFFFFF">
                <a:alpha val="0"/>
              </a:srgbClr>
            </a:solidFill>
            <a:prstDash val="solid"/>
          </a:ln>
        </p:spPr>
      </p:sp>
      <p:pic>
        <p:nvPicPr>
          <p:cNvPr id="20" name="Image 1" descr="fast forward button">    </p:cNvPr>
          <p:cNvPicPr>
            <a:picLocks noChangeAspect="1"/>
          </p:cNvPicPr>
          <p:nvPr/>
        </p:nvPicPr>
        <p:blipFill>
          <a:blip r:embed="rId2"/>
          <a:stretch>
            <a:fillRect/>
          </a:stretch>
        </p:blipFill>
        <p:spPr>
          <a:xfrm>
            <a:off x="5230368" y="3081528"/>
            <a:ext cx="1042416" cy="1042416"/>
          </a:xfrm>
          <a:prstGeom prst="rect">
            <a:avLst/>
          </a:prstGeom>
        </p:spPr>
      </p:pic>
      <p:sp>
        <p:nvSpPr>
          <p:cNvPr id="21" name="Text 16"/>
          <p:cNvSpPr txBox="1"/>
          <p:nvPr/>
        </p:nvSpPr>
        <p:spPr>
          <a:xfrm>
            <a:off x="6492240" y="3017520"/>
            <a:ext cx="5010912" cy="310896"/>
          </a:xfrm>
          <a:prstGeom prst="rect">
            <a:avLst/>
          </a:prstGeom>
          <a:noFill/>
          <a:ln/>
        </p:spPr>
        <p:txBody>
          <a:bodyPr wrap="square" lIns="0" tIns="0" rIns="0" bIns="0" rtlCol="0" anchor="ctr"/>
          <a:lstStyle/>
          <a:p>
            <a:pPr algn="l" indent="0" marL="0">
              <a:buNone/>
            </a:pPr>
            <a:r>
              <a:rPr lang="en-US" sz="1200" b="1" spc="100" kern="0" dirty="0">
                <a:solidFill>
                  <a:srgbClr val="7A5230"/>
                </a:solidFill>
              </a:rPr>
              <a:t>②  CONTINUER</a:t>
            </a:r>
            <a:endParaRPr lang="en-US" sz="1200" dirty="0"/>
          </a:p>
        </p:txBody>
      </p:sp>
      <p:sp>
        <p:nvSpPr>
          <p:cNvPr id="22" name="Text 17"/>
          <p:cNvSpPr txBox="1"/>
          <p:nvPr/>
        </p:nvSpPr>
        <p:spPr>
          <a:xfrm>
            <a:off x="6492240" y="3310128"/>
            <a:ext cx="5010912" cy="512064"/>
          </a:xfrm>
          <a:prstGeom prst="rect">
            <a:avLst/>
          </a:prstGeom>
          <a:noFill/>
          <a:ln/>
        </p:spPr>
        <p:txBody>
          <a:bodyPr wrap="square" lIns="0" tIns="0" rIns="0" bIns="0" rtlCol="0" anchor="ctr"/>
          <a:lstStyle/>
          <a:p>
            <a:pPr algn="l" indent="0" marL="0">
              <a:buNone/>
            </a:pPr>
            <a:r>
              <a:rPr lang="en-US" sz="2600" b="1" dirty="0">
                <a:solidFill>
                  <a:srgbClr val="7A5230"/>
                </a:solidFill>
              </a:rPr>
              <a:t>door</a:t>
            </a:r>
            <a:r>
              <a:rPr lang="en-US" sz="2600" b="1" dirty="0">
                <a:solidFill>
                  <a:schemeClr val="tx1"/>
                </a:solidFill>
              </a:rPr>
              <a:t>gaan</a:t>
            </a:r>
            <a:r>
              <a:rPr lang="en-US" sz="1800" dirty="0">
                <a:solidFill>
                  <a:schemeClr val="accent5"/>
                </a:solidFill>
              </a:rPr>
              <a:t>   continuer ; avoir lieu</a:t>
            </a:r>
            <a:endParaRPr lang="en-US" sz="1800" dirty="0"/>
          </a:p>
        </p:txBody>
      </p:sp>
      <p:sp>
        <p:nvSpPr>
          <p:cNvPr id="23" name="Text 18"/>
          <p:cNvSpPr txBox="1"/>
          <p:nvPr/>
        </p:nvSpPr>
        <p:spPr>
          <a:xfrm>
            <a:off x="6492240" y="382219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Ga gerust </a:t>
            </a:r>
            <a:r>
              <a:rPr lang="en-US" sz="1700" b="1" i="1" dirty="0">
                <a:solidFill>
                  <a:srgbClr val="7A5230"/>
                </a:solidFill>
              </a:rPr>
              <a:t>door</a:t>
            </a:r>
            <a:r>
              <a:rPr lang="en-US" sz="1700" i="1" dirty="0">
                <a:solidFill>
                  <a:schemeClr val="tx1"/>
                </a:solidFill>
              </a:rPr>
              <a:t>!</a:t>
            </a:r>
            <a:endParaRPr lang="en-US" sz="1800" dirty="0"/>
          </a:p>
        </p:txBody>
      </p:sp>
      <p:sp>
        <p:nvSpPr>
          <p:cNvPr id="24" name="Shape 19"/>
          <p:cNvSpPr/>
          <p:nvPr/>
        </p:nvSpPr>
        <p:spPr>
          <a:xfrm>
            <a:off x="4937760" y="438912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5" name="Shape 20"/>
          <p:cNvSpPr/>
          <p:nvPr/>
        </p:nvSpPr>
        <p:spPr>
          <a:xfrm>
            <a:off x="4937760" y="4389120"/>
            <a:ext cx="109728" cy="1353312"/>
          </a:xfrm>
          <a:prstGeom prst="rect">
            <a:avLst/>
          </a:prstGeom>
          <a:solidFill>
            <a:srgbClr val="7A5230"/>
          </a:solidFill>
          <a:ln w="12700">
            <a:solidFill>
              <a:srgbClr val="FFFFFF">
                <a:alpha val="0"/>
              </a:srgbClr>
            </a:solidFill>
            <a:prstDash val="solid"/>
          </a:ln>
        </p:spPr>
      </p:sp>
      <p:pic>
        <p:nvPicPr>
          <p:cNvPr id="26" name="Image 2" descr="e mail">    </p:cNvPr>
          <p:cNvPicPr>
            <a:picLocks noChangeAspect="1"/>
          </p:cNvPicPr>
          <p:nvPr/>
        </p:nvPicPr>
        <p:blipFill>
          <a:blip r:embed="rId3"/>
          <a:stretch>
            <a:fillRect/>
          </a:stretch>
        </p:blipFill>
        <p:spPr>
          <a:xfrm>
            <a:off x="5230368" y="4544568"/>
            <a:ext cx="1042416" cy="1042416"/>
          </a:xfrm>
          <a:prstGeom prst="rect">
            <a:avLst/>
          </a:prstGeom>
        </p:spPr>
      </p:pic>
      <p:sp>
        <p:nvSpPr>
          <p:cNvPr id="27" name="Text 21"/>
          <p:cNvSpPr txBox="1"/>
          <p:nvPr/>
        </p:nvSpPr>
        <p:spPr>
          <a:xfrm>
            <a:off x="6492240" y="4480560"/>
            <a:ext cx="5010912" cy="310896"/>
          </a:xfrm>
          <a:prstGeom prst="rect">
            <a:avLst/>
          </a:prstGeom>
          <a:noFill/>
          <a:ln/>
        </p:spPr>
        <p:txBody>
          <a:bodyPr wrap="square" lIns="0" tIns="0" rIns="0" bIns="0" rtlCol="0" anchor="ctr"/>
          <a:lstStyle/>
          <a:p>
            <a:pPr algn="l" indent="0" marL="0">
              <a:buNone/>
            </a:pPr>
            <a:r>
              <a:rPr lang="en-US" sz="1200" b="1" spc="100" kern="0" dirty="0">
                <a:solidFill>
                  <a:srgbClr val="7A5230"/>
                </a:solidFill>
              </a:rPr>
              <a:t>③  TRANSMETTRE</a:t>
            </a:r>
            <a:endParaRPr lang="en-US" sz="1200" dirty="0"/>
          </a:p>
        </p:txBody>
      </p:sp>
      <p:sp>
        <p:nvSpPr>
          <p:cNvPr id="28" name="Text 22"/>
          <p:cNvSpPr txBox="1"/>
          <p:nvPr/>
        </p:nvSpPr>
        <p:spPr>
          <a:xfrm>
            <a:off x="6492240" y="4773168"/>
            <a:ext cx="5010912" cy="512064"/>
          </a:xfrm>
          <a:prstGeom prst="rect">
            <a:avLst/>
          </a:prstGeom>
          <a:noFill/>
          <a:ln/>
        </p:spPr>
        <p:txBody>
          <a:bodyPr wrap="square" lIns="0" tIns="0" rIns="0" bIns="0" rtlCol="0" anchor="ctr"/>
          <a:lstStyle/>
          <a:p>
            <a:pPr algn="l" indent="0" marL="0">
              <a:buNone/>
            </a:pPr>
            <a:r>
              <a:rPr lang="en-US" sz="2600" b="1" dirty="0">
                <a:solidFill>
                  <a:srgbClr val="7A5230"/>
                </a:solidFill>
              </a:rPr>
              <a:t>door</a:t>
            </a:r>
            <a:r>
              <a:rPr lang="en-US" sz="2600" b="1" dirty="0">
                <a:solidFill>
                  <a:schemeClr val="tx1"/>
                </a:solidFill>
              </a:rPr>
              <a:t>sturen</a:t>
            </a:r>
            <a:r>
              <a:rPr lang="en-US" sz="1800" dirty="0">
                <a:solidFill>
                  <a:schemeClr val="accent5"/>
                </a:solidFill>
              </a:rPr>
              <a:t>   transférer</a:t>
            </a:r>
            <a:endParaRPr lang="en-US" sz="1800" dirty="0"/>
          </a:p>
        </p:txBody>
      </p:sp>
      <p:sp>
        <p:nvSpPr>
          <p:cNvPr id="29" name="Text 23"/>
          <p:cNvSpPr txBox="1"/>
          <p:nvPr/>
        </p:nvSpPr>
        <p:spPr>
          <a:xfrm>
            <a:off x="6492240" y="528523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Ik stuur je de mail </a:t>
            </a:r>
            <a:r>
              <a:rPr lang="en-US" sz="1700" b="1" i="1" dirty="0">
                <a:solidFill>
                  <a:srgbClr val="7A5230"/>
                </a:solidFill>
              </a:rPr>
              <a:t>door</a:t>
            </a:r>
            <a:r>
              <a:rPr lang="en-US" sz="1700" i="1" dirty="0">
                <a:solidFill>
                  <a:schemeClr val="tx1"/>
                </a:solidFill>
              </a:rPr>
              <a:t>.</a:t>
            </a:r>
            <a:endParaRPr lang="en-US" sz="1800" dirty="0"/>
          </a:p>
        </p:txBody>
      </p:sp>
      <p:sp>
        <p:nvSpPr>
          <p:cNvPr id="30" name="Text 24"/>
          <p:cNvSpPr txBox="1"/>
          <p:nvPr/>
        </p:nvSpPr>
        <p:spPr>
          <a:xfrm>
            <a:off x="4937760" y="5870448"/>
            <a:ext cx="6702552" cy="347472"/>
          </a:xfrm>
          <a:prstGeom prst="rect">
            <a:avLst/>
          </a:prstGeom>
          <a:noFill/>
          <a:ln/>
        </p:spPr>
        <p:txBody>
          <a:bodyPr wrap="square" lIns="0" tIns="0" rIns="0" bIns="0" rtlCol="0" anchor="ctr"/>
          <a:lstStyle/>
          <a:p>
            <a:pPr algn="l" indent="0" marL="0">
              <a:buNone/>
            </a:pPr>
            <a:r>
              <a:rPr lang="en-US" sz="1500" dirty="0">
                <a:solidFill>
                  <a:schemeClr val="accent5"/>
                </a:solidFill>
              </a:rPr>
              <a:t>+ aussi : </a:t>
            </a:r>
            <a:r>
              <a:rPr lang="en-US" sz="1500" i="1" dirty="0">
                <a:solidFill>
                  <a:schemeClr val="accent5"/>
                </a:solidFill>
              </a:rPr>
              <a:t>doorlezen · doorgeven · doorwerken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OVER- : par-dessus</a:t>
            </a:r>
            <a:endParaRPr lang="en-US" sz="3000" dirty="0"/>
          </a:p>
        </p:txBody>
      </p:sp>
      <p:sp>
        <p:nvSpPr>
          <p:cNvPr id="3" name="tag"/>
          <p:cNvSpPr/>
          <p:nvPr/>
        </p:nvSpPr>
        <p:spPr>
          <a:xfrm>
            <a:off x="548640" y="237744"/>
            <a:ext cx="2200046" cy="310896"/>
          </a:xfrm>
          <a:prstGeom prst="roundRect">
            <a:avLst>
              <a:gd name="adj" fmla="val 14706"/>
            </a:avLst>
          </a:prstGeom>
          <a:solidFill>
            <a:srgbClr val="4352C9"/>
          </a:solidFill>
          <a:ln/>
        </p:spPr>
        <p:txBody>
          <a:bodyPr wrap="square" lIns="0" tIns="0" rIns="0" bIns="0" rtlCol="0" anchor="ctr"/>
          <a:lstStyle/>
          <a:p>
            <a:pPr algn="ctr" indent="0" marL="0">
              <a:buNone/>
            </a:pPr>
            <a:r>
              <a:rPr lang="en-US" sz="1200" b="1" spc="100" kern="0" dirty="0">
                <a:solidFill>
                  <a:srgbClr val="FFFFFF"/>
                </a:solidFill>
              </a:rPr>
              <a:t>PARTICULE 11 / 14</a:t>
            </a:r>
            <a:endParaRPr lang="en-US" sz="1200" dirty="0"/>
          </a:p>
        </p:txBody>
      </p:sp>
      <p:sp>
        <p:nvSpPr>
          <p:cNvPr id="5" name="Shape 2"/>
          <p:cNvSpPr/>
          <p:nvPr/>
        </p:nvSpPr>
        <p:spPr>
          <a:xfrm>
            <a:off x="548640" y="1463040"/>
            <a:ext cx="4160520" cy="4754880"/>
          </a:xfrm>
          <a:prstGeom prst="roundRect">
            <a:avLst>
              <a:gd name="adj" fmla="val 2637"/>
            </a:avLst>
          </a:prstGeom>
          <a:solidFill>
            <a:srgbClr val="4352C9">
              <a:alpha val="12000"/>
            </a:srgbClr>
          </a:solidFill>
          <a:ln w="19050">
            <a:solidFill>
              <a:srgbClr val="4352C9"/>
            </a:solidFill>
            <a:prstDash val="solid"/>
          </a:ln>
        </p:spPr>
      </p:sp>
      <p:sp>
        <p:nvSpPr>
          <p:cNvPr id="6" name="Shape 3"/>
          <p:cNvSpPr/>
          <p:nvPr/>
        </p:nvSpPr>
        <p:spPr>
          <a:xfrm>
            <a:off x="731520" y="1645920"/>
            <a:ext cx="3794760" cy="2743200"/>
          </a:xfrm>
          <a:prstGeom prst="roundRect">
            <a:avLst>
              <a:gd name="adj" fmla="val 3333"/>
            </a:avLst>
          </a:prstGeom>
          <a:solidFill>
            <a:srgbClr val="FFFFFF"/>
          </a:solidFill>
          <a:ln w="12700">
            <a:solidFill>
              <a:srgbClr val="FFFFFF">
                <a:alpha val="0"/>
              </a:srgbClr>
            </a:solidFill>
            <a:prstDash val="solid"/>
          </a:ln>
        </p:spPr>
      </p:sp>
      <p:sp>
        <p:nvSpPr>
          <p:cNvPr id="7" name="Shape 4"/>
          <p:cNvSpPr/>
          <p:nvPr/>
        </p:nvSpPr>
        <p:spPr>
          <a:xfrm>
            <a:off x="1051560" y="3983126"/>
            <a:ext cx="3154680" cy="120701"/>
          </a:xfrm>
          <a:prstGeom prst="rect">
            <a:avLst/>
          </a:prstGeom>
          <a:solidFill>
            <a:srgbClr val="8A96A8"/>
          </a:solidFill>
          <a:ln w="12700">
            <a:solidFill>
              <a:srgbClr val="FFFFFF">
                <a:alpha val="0"/>
              </a:srgbClr>
            </a:solidFill>
            <a:prstDash val="solid"/>
          </a:ln>
        </p:spPr>
      </p:sp>
      <p:sp>
        <p:nvSpPr>
          <p:cNvPr id="8" name="Shape 5"/>
          <p:cNvSpPr/>
          <p:nvPr/>
        </p:nvSpPr>
        <p:spPr>
          <a:xfrm>
            <a:off x="2388870" y="3017520"/>
            <a:ext cx="480060" cy="965606"/>
          </a:xfrm>
          <a:prstGeom prst="rect">
            <a:avLst/>
          </a:prstGeom>
          <a:solidFill>
            <a:srgbClr val="8A96A8"/>
          </a:solidFill>
          <a:ln w="12700">
            <a:solidFill>
              <a:srgbClr val="FFFFFF">
                <a:alpha val="0"/>
              </a:srgbClr>
            </a:solidFill>
            <a:prstDash val="solid"/>
          </a:ln>
        </p:spPr>
      </p:sp>
      <p:sp>
        <p:nvSpPr>
          <p:cNvPr id="9" name="Shape 6"/>
          <p:cNvSpPr/>
          <p:nvPr/>
        </p:nvSpPr>
        <p:spPr>
          <a:xfrm>
            <a:off x="1120140" y="1955353"/>
            <a:ext cx="3017520" cy="1496690"/>
          </a:xfrm>
          <a:prstGeom prst="curvedDownArrow">
            <a:avLst/>
          </a:prstGeom>
          <a:solidFill>
            <a:srgbClr val="4352C9"/>
          </a:solidFill>
          <a:ln w="12700">
            <a:solidFill>
              <a:srgbClr val="FFFFFF">
                <a:alpha val="0"/>
              </a:srgbClr>
            </a:solidFill>
            <a:prstDash val="solid"/>
          </a:ln>
        </p:spPr>
      </p:sp>
      <p:sp>
        <p:nvSpPr>
          <p:cNvPr id="10" name="Text 7"/>
          <p:cNvSpPr txBox="1"/>
          <p:nvPr/>
        </p:nvSpPr>
        <p:spPr>
          <a:xfrm>
            <a:off x="731520" y="4434840"/>
            <a:ext cx="3794760" cy="713232"/>
          </a:xfrm>
          <a:prstGeom prst="rect">
            <a:avLst/>
          </a:prstGeom>
          <a:noFill/>
          <a:ln/>
        </p:spPr>
        <p:txBody>
          <a:bodyPr wrap="square" lIns="0" tIns="0" rIns="0" bIns="0" rtlCol="0" anchor="ctr"/>
          <a:lstStyle/>
          <a:p>
            <a:pPr algn="ctr" indent="0" marL="0">
              <a:buNone/>
            </a:pPr>
            <a:r>
              <a:rPr lang="en-US" sz="4600" b="1" dirty="0">
                <a:solidFill>
                  <a:srgbClr val="4352C9"/>
                </a:solidFill>
                <a:latin typeface="+mj-lt" pitchFamily="34" charset="0"/>
                <a:ea typeface="+mj-lt" pitchFamily="34" charset="-122"/>
                <a:cs typeface="+mj-lt" pitchFamily="34" charset="-120"/>
              </a:rPr>
              <a:t>over</a:t>
            </a:r>
            <a:endParaRPr lang="en-US" sz="4600" dirty="0"/>
          </a:p>
        </p:txBody>
      </p:sp>
      <p:sp>
        <p:nvSpPr>
          <p:cNvPr id="11" name="Text 8"/>
          <p:cNvSpPr txBox="1"/>
          <p:nvPr/>
        </p:nvSpPr>
        <p:spPr>
          <a:xfrm>
            <a:off x="731520" y="5120640"/>
            <a:ext cx="3794760" cy="384048"/>
          </a:xfrm>
          <a:prstGeom prst="rect">
            <a:avLst/>
          </a:prstGeom>
          <a:noFill/>
          <a:ln/>
        </p:spPr>
        <p:txBody>
          <a:bodyPr wrap="square" lIns="0" tIns="0" rIns="0" bIns="0" rtlCol="0" anchor="ctr"/>
          <a:lstStyle/>
          <a:p>
            <a:pPr algn="ctr" indent="0" marL="0">
              <a:buNone/>
            </a:pPr>
            <a:r>
              <a:rPr lang="en-US" sz="1600" i="1" dirty="0">
                <a:solidFill>
                  <a:schemeClr val="tx2"/>
                </a:solidFill>
              </a:rPr>
              <a:t>de l’autre côté · de nouveau</a:t>
            </a:r>
            <a:endParaRPr lang="en-US" sz="1600" dirty="0"/>
          </a:p>
        </p:txBody>
      </p:sp>
      <p:sp>
        <p:nvSpPr>
          <p:cNvPr id="12" name="Shape 9"/>
          <p:cNvSpPr/>
          <p:nvPr/>
        </p:nvSpPr>
        <p:spPr>
          <a:xfrm>
            <a:off x="4937760" y="146304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4937760" y="1463040"/>
            <a:ext cx="109728" cy="1353312"/>
          </a:xfrm>
          <a:prstGeom prst="rect">
            <a:avLst/>
          </a:prstGeom>
          <a:solidFill>
            <a:srgbClr val="4352C9"/>
          </a:solidFill>
          <a:ln w="12700">
            <a:solidFill>
              <a:srgbClr val="FFFFFF">
                <a:alpha val="0"/>
              </a:srgbClr>
            </a:solidFill>
            <a:prstDash val="solid"/>
          </a:ln>
        </p:spPr>
      </p:sp>
      <p:pic>
        <p:nvPicPr>
          <p:cNvPr id="14" name="Image 0" descr="children crossing">    </p:cNvPr>
          <p:cNvPicPr>
            <a:picLocks noChangeAspect="1"/>
          </p:cNvPicPr>
          <p:nvPr/>
        </p:nvPicPr>
        <p:blipFill>
          <a:blip r:embed="rId1"/>
          <a:stretch>
            <a:fillRect/>
          </a:stretch>
        </p:blipFill>
        <p:spPr>
          <a:xfrm>
            <a:off x="5230368" y="1618488"/>
            <a:ext cx="1042416" cy="1042416"/>
          </a:xfrm>
          <a:prstGeom prst="rect">
            <a:avLst/>
          </a:prstGeom>
        </p:spPr>
      </p:pic>
      <p:sp>
        <p:nvSpPr>
          <p:cNvPr id="15" name="Text 11"/>
          <p:cNvSpPr txBox="1"/>
          <p:nvPr/>
        </p:nvSpPr>
        <p:spPr>
          <a:xfrm>
            <a:off x="6492240" y="1554480"/>
            <a:ext cx="5010912" cy="310896"/>
          </a:xfrm>
          <a:prstGeom prst="rect">
            <a:avLst/>
          </a:prstGeom>
          <a:noFill/>
          <a:ln/>
        </p:spPr>
        <p:txBody>
          <a:bodyPr wrap="square" lIns="0" tIns="0" rIns="0" bIns="0" rtlCol="0" anchor="ctr"/>
          <a:lstStyle/>
          <a:p>
            <a:pPr algn="l" indent="0" marL="0">
              <a:buNone/>
            </a:pPr>
            <a:r>
              <a:rPr lang="en-US" sz="1200" b="1" spc="100" kern="0" dirty="0">
                <a:solidFill>
                  <a:srgbClr val="4352C9"/>
                </a:solidFill>
              </a:rPr>
              <a:t>①  D’UN CÔTÉ À L’AUTRE</a:t>
            </a:r>
            <a:endParaRPr lang="en-US" sz="1200" dirty="0"/>
          </a:p>
        </p:txBody>
      </p:sp>
      <p:sp>
        <p:nvSpPr>
          <p:cNvPr id="16" name="Text 12"/>
          <p:cNvSpPr txBox="1"/>
          <p:nvPr/>
        </p:nvSpPr>
        <p:spPr>
          <a:xfrm>
            <a:off x="6492240" y="1847088"/>
            <a:ext cx="5010912" cy="512064"/>
          </a:xfrm>
          <a:prstGeom prst="rect">
            <a:avLst/>
          </a:prstGeom>
          <a:noFill/>
          <a:ln/>
        </p:spPr>
        <p:txBody>
          <a:bodyPr wrap="square" lIns="0" tIns="0" rIns="0" bIns="0" rtlCol="0" anchor="ctr"/>
          <a:lstStyle/>
          <a:p>
            <a:pPr algn="l" indent="0" marL="0">
              <a:buNone/>
            </a:pPr>
            <a:r>
              <a:rPr lang="en-US" sz="2600" b="1" dirty="0">
                <a:solidFill>
                  <a:srgbClr val="4352C9"/>
                </a:solidFill>
              </a:rPr>
              <a:t>over</a:t>
            </a:r>
            <a:r>
              <a:rPr lang="en-US" sz="2600" b="1" dirty="0">
                <a:solidFill>
                  <a:schemeClr val="tx1"/>
                </a:solidFill>
              </a:rPr>
              <a:t>steken</a:t>
            </a:r>
            <a:r>
              <a:rPr lang="en-US" sz="1800" dirty="0">
                <a:solidFill>
                  <a:schemeClr val="accent5"/>
                </a:solidFill>
              </a:rPr>
              <a:t>   traverser</a:t>
            </a:r>
            <a:endParaRPr lang="en-US" sz="1800" dirty="0"/>
          </a:p>
        </p:txBody>
      </p:sp>
      <p:sp>
        <p:nvSpPr>
          <p:cNvPr id="17" name="Text 13"/>
          <p:cNvSpPr txBox="1"/>
          <p:nvPr/>
        </p:nvSpPr>
        <p:spPr>
          <a:xfrm>
            <a:off x="6492240" y="235915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Steek hier </a:t>
            </a:r>
            <a:r>
              <a:rPr lang="en-US" sz="1700" b="1" i="1" dirty="0">
                <a:solidFill>
                  <a:srgbClr val="4352C9"/>
                </a:solidFill>
              </a:rPr>
              <a:t>over</a:t>
            </a:r>
            <a:r>
              <a:rPr lang="en-US" sz="1700" i="1" dirty="0">
                <a:solidFill>
                  <a:schemeClr val="tx1"/>
                </a:solidFill>
              </a:rPr>
              <a:t>.</a:t>
            </a:r>
            <a:endParaRPr lang="en-US" sz="1800" dirty="0"/>
          </a:p>
        </p:txBody>
      </p:sp>
      <p:sp>
        <p:nvSpPr>
          <p:cNvPr id="18" name="Shape 14"/>
          <p:cNvSpPr/>
          <p:nvPr/>
        </p:nvSpPr>
        <p:spPr>
          <a:xfrm>
            <a:off x="4937760" y="292608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9" name="Shape 15"/>
          <p:cNvSpPr/>
          <p:nvPr/>
        </p:nvSpPr>
        <p:spPr>
          <a:xfrm>
            <a:off x="4937760" y="2926080"/>
            <a:ext cx="109728" cy="1353312"/>
          </a:xfrm>
          <a:prstGeom prst="rect">
            <a:avLst/>
          </a:prstGeom>
          <a:solidFill>
            <a:srgbClr val="4352C9"/>
          </a:solidFill>
          <a:ln w="12700">
            <a:solidFill>
              <a:srgbClr val="FFFFFF">
                <a:alpha val="0"/>
              </a:srgbClr>
            </a:solidFill>
            <a:prstDash val="solid"/>
          </a:ln>
        </p:spPr>
      </p:sp>
      <p:pic>
        <p:nvPicPr>
          <p:cNvPr id="20" name="Image 1" descr="repeat button">    </p:cNvPr>
          <p:cNvPicPr>
            <a:picLocks noChangeAspect="1"/>
          </p:cNvPicPr>
          <p:nvPr/>
        </p:nvPicPr>
        <p:blipFill>
          <a:blip r:embed="rId2"/>
          <a:stretch>
            <a:fillRect/>
          </a:stretch>
        </p:blipFill>
        <p:spPr>
          <a:xfrm>
            <a:off x="5230368" y="3081528"/>
            <a:ext cx="1042416" cy="1042416"/>
          </a:xfrm>
          <a:prstGeom prst="rect">
            <a:avLst/>
          </a:prstGeom>
        </p:spPr>
      </p:pic>
      <p:sp>
        <p:nvSpPr>
          <p:cNvPr id="21" name="Text 16"/>
          <p:cNvSpPr txBox="1"/>
          <p:nvPr/>
        </p:nvSpPr>
        <p:spPr>
          <a:xfrm>
            <a:off x="6492240" y="3017520"/>
            <a:ext cx="5010912" cy="310896"/>
          </a:xfrm>
          <a:prstGeom prst="rect">
            <a:avLst/>
          </a:prstGeom>
          <a:noFill/>
          <a:ln/>
        </p:spPr>
        <p:txBody>
          <a:bodyPr wrap="square" lIns="0" tIns="0" rIns="0" bIns="0" rtlCol="0" anchor="ctr"/>
          <a:lstStyle/>
          <a:p>
            <a:pPr algn="l" indent="0" marL="0">
              <a:buNone/>
            </a:pPr>
            <a:r>
              <a:rPr lang="en-US" sz="1200" b="1" spc="100" kern="0" dirty="0">
                <a:solidFill>
                  <a:srgbClr val="4352C9"/>
                </a:solidFill>
              </a:rPr>
              <a:t>②  DE NOUVEAU</a:t>
            </a:r>
            <a:endParaRPr lang="en-US" sz="1200" dirty="0"/>
          </a:p>
        </p:txBody>
      </p:sp>
      <p:sp>
        <p:nvSpPr>
          <p:cNvPr id="22" name="Text 17"/>
          <p:cNvSpPr txBox="1"/>
          <p:nvPr/>
        </p:nvSpPr>
        <p:spPr>
          <a:xfrm>
            <a:off x="6492240" y="3310128"/>
            <a:ext cx="5010912" cy="512064"/>
          </a:xfrm>
          <a:prstGeom prst="rect">
            <a:avLst/>
          </a:prstGeom>
          <a:noFill/>
          <a:ln/>
        </p:spPr>
        <p:txBody>
          <a:bodyPr wrap="square" lIns="0" tIns="0" rIns="0" bIns="0" rtlCol="0" anchor="ctr"/>
          <a:lstStyle/>
          <a:p>
            <a:pPr algn="l" indent="0" marL="0">
              <a:buNone/>
            </a:pPr>
            <a:r>
              <a:rPr lang="en-US" sz="2600" b="1" dirty="0">
                <a:solidFill>
                  <a:srgbClr val="4352C9"/>
                </a:solidFill>
              </a:rPr>
              <a:t>over</a:t>
            </a:r>
            <a:r>
              <a:rPr lang="en-US" sz="2600" b="1" dirty="0">
                <a:solidFill>
                  <a:schemeClr val="tx1"/>
                </a:solidFill>
              </a:rPr>
              <a:t>doen</a:t>
            </a:r>
            <a:r>
              <a:rPr lang="en-US" sz="1800" dirty="0">
                <a:solidFill>
                  <a:schemeClr val="accent5"/>
                </a:solidFill>
              </a:rPr>
              <a:t>   refaire</a:t>
            </a:r>
            <a:endParaRPr lang="en-US" sz="1800" dirty="0"/>
          </a:p>
        </p:txBody>
      </p:sp>
      <p:sp>
        <p:nvSpPr>
          <p:cNvPr id="23" name="Text 18"/>
          <p:cNvSpPr txBox="1"/>
          <p:nvPr/>
        </p:nvSpPr>
        <p:spPr>
          <a:xfrm>
            <a:off x="6492240" y="382219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Ik moet de test </a:t>
            </a:r>
            <a:r>
              <a:rPr lang="en-US" sz="1700" b="1" i="1" dirty="0">
                <a:solidFill>
                  <a:srgbClr val="4352C9"/>
                </a:solidFill>
              </a:rPr>
              <a:t>over</a:t>
            </a:r>
            <a:r>
              <a:rPr lang="en-US" sz="1700" i="1" dirty="0">
                <a:solidFill>
                  <a:schemeClr val="tx1"/>
                </a:solidFill>
              </a:rPr>
              <a:t>doen.</a:t>
            </a:r>
            <a:endParaRPr lang="en-US" sz="1800" dirty="0"/>
          </a:p>
        </p:txBody>
      </p:sp>
      <p:sp>
        <p:nvSpPr>
          <p:cNvPr id="24" name="Shape 19"/>
          <p:cNvSpPr/>
          <p:nvPr/>
        </p:nvSpPr>
        <p:spPr>
          <a:xfrm>
            <a:off x="4937760" y="438912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5" name="Shape 20"/>
          <p:cNvSpPr/>
          <p:nvPr/>
        </p:nvSpPr>
        <p:spPr>
          <a:xfrm>
            <a:off x="4937760" y="4389120"/>
            <a:ext cx="109728" cy="1353312"/>
          </a:xfrm>
          <a:prstGeom prst="rect">
            <a:avLst/>
          </a:prstGeom>
          <a:solidFill>
            <a:srgbClr val="4352C9"/>
          </a:solidFill>
          <a:ln w="12700">
            <a:solidFill>
              <a:srgbClr val="FFFFFF">
                <a:alpha val="0"/>
              </a:srgbClr>
            </a:solidFill>
            <a:prstDash val="solid"/>
          </a:ln>
        </p:spPr>
      </p:sp>
      <p:pic>
        <p:nvPicPr>
          <p:cNvPr id="26" name="Image 2" descr="handshake">    </p:cNvPr>
          <p:cNvPicPr>
            <a:picLocks noChangeAspect="1"/>
          </p:cNvPicPr>
          <p:nvPr/>
        </p:nvPicPr>
        <p:blipFill>
          <a:blip r:embed="rId3"/>
          <a:stretch>
            <a:fillRect/>
          </a:stretch>
        </p:blipFill>
        <p:spPr>
          <a:xfrm>
            <a:off x="5230368" y="4544568"/>
            <a:ext cx="1042416" cy="1042416"/>
          </a:xfrm>
          <a:prstGeom prst="rect">
            <a:avLst/>
          </a:prstGeom>
        </p:spPr>
      </p:pic>
      <p:sp>
        <p:nvSpPr>
          <p:cNvPr id="27" name="Text 21"/>
          <p:cNvSpPr txBox="1"/>
          <p:nvPr/>
        </p:nvSpPr>
        <p:spPr>
          <a:xfrm>
            <a:off x="6492240" y="4480560"/>
            <a:ext cx="5010912" cy="310896"/>
          </a:xfrm>
          <a:prstGeom prst="rect">
            <a:avLst/>
          </a:prstGeom>
          <a:noFill/>
          <a:ln/>
        </p:spPr>
        <p:txBody>
          <a:bodyPr wrap="square" lIns="0" tIns="0" rIns="0" bIns="0" rtlCol="0" anchor="ctr"/>
          <a:lstStyle/>
          <a:p>
            <a:pPr algn="l" indent="0" marL="0">
              <a:buNone/>
            </a:pPr>
            <a:r>
              <a:rPr lang="en-US" sz="1200" b="1" spc="100" kern="0" dirty="0">
                <a:solidFill>
                  <a:srgbClr val="4352C9"/>
                </a:solidFill>
              </a:rPr>
              <a:t>③  PASSER À QN</a:t>
            </a:r>
            <a:endParaRPr lang="en-US" sz="1200" dirty="0"/>
          </a:p>
        </p:txBody>
      </p:sp>
      <p:sp>
        <p:nvSpPr>
          <p:cNvPr id="28" name="Text 22"/>
          <p:cNvSpPr txBox="1"/>
          <p:nvPr/>
        </p:nvSpPr>
        <p:spPr>
          <a:xfrm>
            <a:off x="6492240" y="4773168"/>
            <a:ext cx="5010912" cy="512064"/>
          </a:xfrm>
          <a:prstGeom prst="rect">
            <a:avLst/>
          </a:prstGeom>
          <a:noFill/>
          <a:ln/>
        </p:spPr>
        <p:txBody>
          <a:bodyPr wrap="square" lIns="0" tIns="0" rIns="0" bIns="0" rtlCol="0" anchor="ctr"/>
          <a:lstStyle/>
          <a:p>
            <a:pPr algn="l" indent="0" marL="0">
              <a:buNone/>
            </a:pPr>
            <a:r>
              <a:rPr lang="en-US" sz="2600" b="1" dirty="0">
                <a:solidFill>
                  <a:srgbClr val="4352C9"/>
                </a:solidFill>
              </a:rPr>
              <a:t>over</a:t>
            </a:r>
            <a:r>
              <a:rPr lang="en-US" sz="2600" b="1" dirty="0">
                <a:solidFill>
                  <a:schemeClr val="tx1"/>
                </a:solidFill>
              </a:rPr>
              <a:t>nemen</a:t>
            </a:r>
            <a:r>
              <a:rPr lang="en-US" sz="1800" dirty="0">
                <a:solidFill>
                  <a:schemeClr val="accent5"/>
                </a:solidFill>
              </a:rPr>
              <a:t>   reprendre</a:t>
            </a:r>
            <a:endParaRPr lang="en-US" sz="1800" dirty="0"/>
          </a:p>
        </p:txBody>
      </p:sp>
      <p:sp>
        <p:nvSpPr>
          <p:cNvPr id="29" name="Text 23"/>
          <p:cNvSpPr txBox="1"/>
          <p:nvPr/>
        </p:nvSpPr>
        <p:spPr>
          <a:xfrm>
            <a:off x="6492240" y="528523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Lotte neemt het project </a:t>
            </a:r>
            <a:r>
              <a:rPr lang="en-US" sz="1700" b="1" i="1" dirty="0">
                <a:solidFill>
                  <a:srgbClr val="4352C9"/>
                </a:solidFill>
              </a:rPr>
              <a:t>over</a:t>
            </a:r>
            <a:r>
              <a:rPr lang="en-US" sz="1700" i="1" dirty="0">
                <a:solidFill>
                  <a:schemeClr val="tx1"/>
                </a:solidFill>
              </a:rPr>
              <a:t>.</a:t>
            </a:r>
            <a:endParaRPr lang="en-US" sz="1800" dirty="0"/>
          </a:p>
        </p:txBody>
      </p:sp>
      <p:sp>
        <p:nvSpPr>
          <p:cNvPr id="30" name="Text 24"/>
          <p:cNvSpPr txBox="1"/>
          <p:nvPr/>
        </p:nvSpPr>
        <p:spPr>
          <a:xfrm>
            <a:off x="4937760" y="5870448"/>
            <a:ext cx="6702552" cy="347472"/>
          </a:xfrm>
          <a:prstGeom prst="rect">
            <a:avLst/>
          </a:prstGeom>
          <a:noFill/>
          <a:ln/>
        </p:spPr>
        <p:txBody>
          <a:bodyPr wrap="square" lIns="0" tIns="0" rIns="0" bIns="0" rtlCol="0" anchor="ctr"/>
          <a:lstStyle/>
          <a:p>
            <a:pPr algn="l" indent="0" marL="0">
              <a:buNone/>
            </a:pPr>
            <a:r>
              <a:rPr lang="en-US" sz="1500" dirty="0">
                <a:solidFill>
                  <a:schemeClr val="accent5"/>
                </a:solidFill>
              </a:rPr>
              <a:t>+ aussi : </a:t>
            </a:r>
            <a:r>
              <a:rPr lang="en-US" sz="1500" i="1" dirty="0">
                <a:solidFill>
                  <a:schemeClr val="accent5"/>
                </a:solidFill>
              </a:rPr>
              <a:t>overstappen · overlezen · overschrijven (BE : virer)</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OM- : autour</a:t>
            </a:r>
            <a:endParaRPr lang="en-US" sz="3000" dirty="0"/>
          </a:p>
        </p:txBody>
      </p:sp>
      <p:sp>
        <p:nvSpPr>
          <p:cNvPr id="3" name="tag"/>
          <p:cNvSpPr/>
          <p:nvPr/>
        </p:nvSpPr>
        <p:spPr>
          <a:xfrm>
            <a:off x="548640" y="237744"/>
            <a:ext cx="2200046" cy="310896"/>
          </a:xfrm>
          <a:prstGeom prst="roundRect">
            <a:avLst>
              <a:gd name="adj" fmla="val 14706"/>
            </a:avLst>
          </a:prstGeom>
          <a:solidFill>
            <a:srgbClr val="546E7A"/>
          </a:solidFill>
          <a:ln/>
        </p:spPr>
        <p:txBody>
          <a:bodyPr wrap="square" lIns="0" tIns="0" rIns="0" bIns="0" rtlCol="0" anchor="ctr"/>
          <a:lstStyle/>
          <a:p>
            <a:pPr algn="ctr" indent="0" marL="0">
              <a:buNone/>
            </a:pPr>
            <a:r>
              <a:rPr lang="en-US" sz="1200" b="1" spc="100" kern="0" dirty="0">
                <a:solidFill>
                  <a:srgbClr val="FFFFFF"/>
                </a:solidFill>
              </a:rPr>
              <a:t>PARTICULE 12 / 14</a:t>
            </a:r>
            <a:endParaRPr lang="en-US" sz="1200" dirty="0"/>
          </a:p>
        </p:txBody>
      </p:sp>
      <p:sp>
        <p:nvSpPr>
          <p:cNvPr id="5" name="Shape 2"/>
          <p:cNvSpPr/>
          <p:nvPr/>
        </p:nvSpPr>
        <p:spPr>
          <a:xfrm>
            <a:off x="548640" y="1463040"/>
            <a:ext cx="4160520" cy="4754880"/>
          </a:xfrm>
          <a:prstGeom prst="roundRect">
            <a:avLst>
              <a:gd name="adj" fmla="val 2637"/>
            </a:avLst>
          </a:prstGeom>
          <a:solidFill>
            <a:srgbClr val="546E7A">
              <a:alpha val="12000"/>
            </a:srgbClr>
          </a:solidFill>
          <a:ln w="19050">
            <a:solidFill>
              <a:srgbClr val="546E7A"/>
            </a:solidFill>
            <a:prstDash val="solid"/>
          </a:ln>
        </p:spPr>
      </p:sp>
      <p:sp>
        <p:nvSpPr>
          <p:cNvPr id="6" name="Shape 3"/>
          <p:cNvSpPr/>
          <p:nvPr/>
        </p:nvSpPr>
        <p:spPr>
          <a:xfrm>
            <a:off x="731520" y="1645920"/>
            <a:ext cx="3794760" cy="2743200"/>
          </a:xfrm>
          <a:prstGeom prst="roundRect">
            <a:avLst>
              <a:gd name="adj" fmla="val 3333"/>
            </a:avLst>
          </a:prstGeom>
          <a:solidFill>
            <a:srgbClr val="FFFFFF"/>
          </a:solidFill>
          <a:ln w="12700">
            <a:solidFill>
              <a:srgbClr val="FFFFFF">
                <a:alpha val="0"/>
              </a:srgbClr>
            </a:solidFill>
            <a:prstDash val="solid"/>
          </a:ln>
        </p:spPr>
      </p:sp>
      <p:sp>
        <p:nvSpPr>
          <p:cNvPr id="7" name="Shape 4"/>
          <p:cNvSpPr/>
          <p:nvPr/>
        </p:nvSpPr>
        <p:spPr>
          <a:xfrm>
            <a:off x="1494312" y="1882932"/>
            <a:ext cx="2269175" cy="2269175"/>
          </a:xfrm>
          <a:prstGeom prst="circularArrow">
            <a:avLst/>
          </a:prstGeom>
          <a:solidFill>
            <a:srgbClr val="546E7A"/>
          </a:solidFill>
          <a:ln w="12700">
            <a:solidFill>
              <a:srgbClr val="FFFFFF">
                <a:alpha val="0"/>
              </a:srgbClr>
            </a:solidFill>
            <a:prstDash val="solid"/>
          </a:ln>
        </p:spPr>
      </p:sp>
      <p:sp>
        <p:nvSpPr>
          <p:cNvPr id="8" name="Shape 5"/>
          <p:cNvSpPr/>
          <p:nvPr/>
        </p:nvSpPr>
        <p:spPr>
          <a:xfrm>
            <a:off x="2194377" y="2582997"/>
            <a:ext cx="869046" cy="869046"/>
          </a:xfrm>
          <a:prstGeom prst="ellipse">
            <a:avLst/>
          </a:prstGeom>
          <a:solidFill>
            <a:srgbClr val="8A96A8"/>
          </a:solidFill>
          <a:ln w="12700">
            <a:solidFill>
              <a:srgbClr val="FFFFFF">
                <a:alpha val="0"/>
              </a:srgbClr>
            </a:solidFill>
            <a:prstDash val="solid"/>
          </a:ln>
        </p:spPr>
      </p:sp>
      <p:sp>
        <p:nvSpPr>
          <p:cNvPr id="9" name="Text 6"/>
          <p:cNvSpPr txBox="1"/>
          <p:nvPr/>
        </p:nvSpPr>
        <p:spPr>
          <a:xfrm>
            <a:off x="731520" y="4434840"/>
            <a:ext cx="3794760" cy="713232"/>
          </a:xfrm>
          <a:prstGeom prst="rect">
            <a:avLst/>
          </a:prstGeom>
          <a:noFill/>
          <a:ln/>
        </p:spPr>
        <p:txBody>
          <a:bodyPr wrap="square" lIns="0" tIns="0" rIns="0" bIns="0" rtlCol="0" anchor="ctr"/>
          <a:lstStyle/>
          <a:p>
            <a:pPr algn="ctr" indent="0" marL="0">
              <a:buNone/>
            </a:pPr>
            <a:r>
              <a:rPr lang="en-US" sz="4600" b="1" dirty="0">
                <a:solidFill>
                  <a:srgbClr val="546E7A"/>
                </a:solidFill>
                <a:latin typeface="+mj-lt" pitchFamily="34" charset="0"/>
                <a:ea typeface="+mj-lt" pitchFamily="34" charset="-122"/>
                <a:cs typeface="+mj-lt" pitchFamily="34" charset="-120"/>
              </a:rPr>
              <a:t>om</a:t>
            </a:r>
            <a:endParaRPr lang="en-US" sz="4600" dirty="0"/>
          </a:p>
        </p:txBody>
      </p:sp>
      <p:sp>
        <p:nvSpPr>
          <p:cNvPr id="10" name="Text 7"/>
          <p:cNvSpPr txBox="1"/>
          <p:nvPr/>
        </p:nvSpPr>
        <p:spPr>
          <a:xfrm>
            <a:off x="731520" y="5120640"/>
            <a:ext cx="3794760" cy="384048"/>
          </a:xfrm>
          <a:prstGeom prst="rect">
            <a:avLst/>
          </a:prstGeom>
          <a:noFill/>
          <a:ln/>
        </p:spPr>
        <p:txBody>
          <a:bodyPr wrap="square" lIns="0" tIns="0" rIns="0" bIns="0" rtlCol="0" anchor="ctr"/>
          <a:lstStyle/>
          <a:p>
            <a:pPr algn="ctr" indent="0" marL="0">
              <a:buNone/>
            </a:pPr>
            <a:r>
              <a:rPr lang="en-US" sz="1600" i="1" dirty="0">
                <a:solidFill>
                  <a:schemeClr val="tx2"/>
                </a:solidFill>
              </a:rPr>
              <a:t>autour · retourner · changer</a:t>
            </a:r>
            <a:endParaRPr lang="en-US" sz="1600" dirty="0"/>
          </a:p>
        </p:txBody>
      </p:sp>
      <p:sp>
        <p:nvSpPr>
          <p:cNvPr id="11" name="Shape 8"/>
          <p:cNvSpPr/>
          <p:nvPr/>
        </p:nvSpPr>
        <p:spPr>
          <a:xfrm>
            <a:off x="4937760" y="146304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2" name="Shape 9"/>
          <p:cNvSpPr/>
          <p:nvPr/>
        </p:nvSpPr>
        <p:spPr>
          <a:xfrm>
            <a:off x="4937760" y="1463040"/>
            <a:ext cx="109728" cy="1353312"/>
          </a:xfrm>
          <a:prstGeom prst="rect">
            <a:avLst/>
          </a:prstGeom>
          <a:solidFill>
            <a:srgbClr val="546E7A"/>
          </a:solidFill>
          <a:ln w="12700">
            <a:solidFill>
              <a:srgbClr val="FFFFFF">
                <a:alpha val="0"/>
              </a:srgbClr>
            </a:solidFill>
            <a:prstDash val="solid"/>
          </a:ln>
        </p:spPr>
      </p:sp>
      <p:pic>
        <p:nvPicPr>
          <p:cNvPr id="13" name="Image 0" descr="automobile">    </p:cNvPr>
          <p:cNvPicPr>
            <a:picLocks noChangeAspect="1"/>
          </p:cNvPicPr>
          <p:nvPr/>
        </p:nvPicPr>
        <p:blipFill>
          <a:blip r:embed="rId1"/>
          <a:stretch>
            <a:fillRect/>
          </a:stretch>
        </p:blipFill>
        <p:spPr>
          <a:xfrm>
            <a:off x="5230368" y="1618488"/>
            <a:ext cx="1042416" cy="1042416"/>
          </a:xfrm>
          <a:prstGeom prst="rect">
            <a:avLst/>
          </a:prstGeom>
        </p:spPr>
      </p:pic>
      <p:sp>
        <p:nvSpPr>
          <p:cNvPr id="14" name="Text 10"/>
          <p:cNvSpPr txBox="1"/>
          <p:nvPr/>
        </p:nvSpPr>
        <p:spPr>
          <a:xfrm>
            <a:off x="6492240" y="1554480"/>
            <a:ext cx="5010912" cy="310896"/>
          </a:xfrm>
          <a:prstGeom prst="rect">
            <a:avLst/>
          </a:prstGeom>
          <a:noFill/>
          <a:ln/>
        </p:spPr>
        <p:txBody>
          <a:bodyPr wrap="square" lIns="0" tIns="0" rIns="0" bIns="0" rtlCol="0" anchor="ctr"/>
          <a:lstStyle/>
          <a:p>
            <a:pPr algn="l" indent="0" marL="0">
              <a:buNone/>
            </a:pPr>
            <a:r>
              <a:rPr lang="en-US" sz="1200" b="1" spc="100" kern="0" dirty="0">
                <a:solidFill>
                  <a:srgbClr val="546E7A"/>
                </a:solidFill>
              </a:rPr>
              <a:t>①  AUTOUR, DÉTOUR</a:t>
            </a:r>
            <a:endParaRPr lang="en-US" sz="1200" dirty="0"/>
          </a:p>
        </p:txBody>
      </p:sp>
      <p:sp>
        <p:nvSpPr>
          <p:cNvPr id="15" name="Text 11"/>
          <p:cNvSpPr txBox="1"/>
          <p:nvPr/>
        </p:nvSpPr>
        <p:spPr>
          <a:xfrm>
            <a:off x="6492240" y="1847088"/>
            <a:ext cx="5010912" cy="512064"/>
          </a:xfrm>
          <a:prstGeom prst="rect">
            <a:avLst/>
          </a:prstGeom>
          <a:noFill/>
          <a:ln/>
        </p:spPr>
        <p:txBody>
          <a:bodyPr wrap="square" lIns="0" tIns="0" rIns="0" bIns="0" rtlCol="0" anchor="ctr"/>
          <a:lstStyle/>
          <a:p>
            <a:pPr algn="l" indent="0" marL="0">
              <a:buNone/>
            </a:pPr>
            <a:r>
              <a:rPr lang="en-US" sz="2600" b="1" dirty="0">
                <a:solidFill>
                  <a:srgbClr val="546E7A"/>
                </a:solidFill>
              </a:rPr>
              <a:t>om</a:t>
            </a:r>
            <a:r>
              <a:rPr lang="en-US" sz="2600" b="1" dirty="0">
                <a:solidFill>
                  <a:schemeClr val="tx1"/>
                </a:solidFill>
              </a:rPr>
              <a:t>rijden</a:t>
            </a:r>
            <a:r>
              <a:rPr lang="en-US" sz="1800" dirty="0">
                <a:solidFill>
                  <a:schemeClr val="accent5"/>
                </a:solidFill>
              </a:rPr>
              <a:t>   faire un détour</a:t>
            </a:r>
            <a:endParaRPr lang="en-US" sz="1800" dirty="0"/>
          </a:p>
        </p:txBody>
      </p:sp>
      <p:sp>
        <p:nvSpPr>
          <p:cNvPr id="16" name="Text 12"/>
          <p:cNvSpPr txBox="1"/>
          <p:nvPr/>
        </p:nvSpPr>
        <p:spPr>
          <a:xfrm>
            <a:off x="6492240" y="235915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We rijden via Gent </a:t>
            </a:r>
            <a:r>
              <a:rPr lang="en-US" sz="1700" b="1" i="1" dirty="0">
                <a:solidFill>
                  <a:srgbClr val="546E7A"/>
                </a:solidFill>
              </a:rPr>
              <a:t>om</a:t>
            </a:r>
            <a:r>
              <a:rPr lang="en-US" sz="1700" i="1" dirty="0">
                <a:solidFill>
                  <a:schemeClr val="tx1"/>
                </a:solidFill>
              </a:rPr>
              <a:t>.</a:t>
            </a:r>
            <a:endParaRPr lang="en-US" sz="1800" dirty="0"/>
          </a:p>
        </p:txBody>
      </p:sp>
      <p:sp>
        <p:nvSpPr>
          <p:cNvPr id="17" name="Shape 13"/>
          <p:cNvSpPr/>
          <p:nvPr/>
        </p:nvSpPr>
        <p:spPr>
          <a:xfrm>
            <a:off x="4937760" y="292608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8" name="Shape 14"/>
          <p:cNvSpPr/>
          <p:nvPr/>
        </p:nvSpPr>
        <p:spPr>
          <a:xfrm>
            <a:off x="4937760" y="2926080"/>
            <a:ext cx="109728" cy="1353312"/>
          </a:xfrm>
          <a:prstGeom prst="rect">
            <a:avLst/>
          </a:prstGeom>
          <a:solidFill>
            <a:srgbClr val="546E7A"/>
          </a:solidFill>
          <a:ln w="12700">
            <a:solidFill>
              <a:srgbClr val="FFFFFF">
                <a:alpha val="0"/>
              </a:srgbClr>
            </a:solidFill>
            <a:prstDash val="solid"/>
          </a:ln>
        </p:spPr>
      </p:sp>
      <p:pic>
        <p:nvPicPr>
          <p:cNvPr id="19" name="Image 1" descr="counterclockwise arrows button">    </p:cNvPr>
          <p:cNvPicPr>
            <a:picLocks noChangeAspect="1"/>
          </p:cNvPicPr>
          <p:nvPr/>
        </p:nvPicPr>
        <p:blipFill>
          <a:blip r:embed="rId2"/>
          <a:stretch>
            <a:fillRect/>
          </a:stretch>
        </p:blipFill>
        <p:spPr>
          <a:xfrm>
            <a:off x="5230368" y="3081528"/>
            <a:ext cx="1042416" cy="1042416"/>
          </a:xfrm>
          <a:prstGeom prst="rect">
            <a:avLst/>
          </a:prstGeom>
        </p:spPr>
      </p:pic>
      <p:sp>
        <p:nvSpPr>
          <p:cNvPr id="20" name="Text 15"/>
          <p:cNvSpPr txBox="1"/>
          <p:nvPr/>
        </p:nvSpPr>
        <p:spPr>
          <a:xfrm>
            <a:off x="6492240" y="3017520"/>
            <a:ext cx="5010912" cy="310896"/>
          </a:xfrm>
          <a:prstGeom prst="rect">
            <a:avLst/>
          </a:prstGeom>
          <a:noFill/>
          <a:ln/>
        </p:spPr>
        <p:txBody>
          <a:bodyPr wrap="square" lIns="0" tIns="0" rIns="0" bIns="0" rtlCol="0" anchor="ctr"/>
          <a:lstStyle/>
          <a:p>
            <a:pPr algn="l" indent="0" marL="0">
              <a:buNone/>
            </a:pPr>
            <a:r>
              <a:rPr lang="en-US" sz="1200" b="1" spc="100" kern="0" dirty="0">
                <a:solidFill>
                  <a:srgbClr val="546E7A"/>
                </a:solidFill>
              </a:rPr>
              <a:t>②  RETOURNER</a:t>
            </a:r>
            <a:endParaRPr lang="en-US" sz="1200" dirty="0"/>
          </a:p>
        </p:txBody>
      </p:sp>
      <p:sp>
        <p:nvSpPr>
          <p:cNvPr id="21" name="Text 16"/>
          <p:cNvSpPr txBox="1"/>
          <p:nvPr/>
        </p:nvSpPr>
        <p:spPr>
          <a:xfrm>
            <a:off x="6492240" y="3310128"/>
            <a:ext cx="5010912" cy="512064"/>
          </a:xfrm>
          <a:prstGeom prst="rect">
            <a:avLst/>
          </a:prstGeom>
          <a:noFill/>
          <a:ln/>
        </p:spPr>
        <p:txBody>
          <a:bodyPr wrap="square" lIns="0" tIns="0" rIns="0" bIns="0" rtlCol="0" anchor="ctr"/>
          <a:lstStyle/>
          <a:p>
            <a:pPr algn="l" indent="0" marL="0">
              <a:buNone/>
            </a:pPr>
            <a:r>
              <a:rPr lang="en-US" sz="2600" b="1" dirty="0">
                <a:solidFill>
                  <a:srgbClr val="546E7A"/>
                </a:solidFill>
              </a:rPr>
              <a:t>om</a:t>
            </a:r>
            <a:r>
              <a:rPr lang="en-US" sz="2600" b="1" dirty="0">
                <a:solidFill>
                  <a:schemeClr val="tx1"/>
                </a:solidFill>
              </a:rPr>
              <a:t>draaien</a:t>
            </a:r>
            <a:r>
              <a:rPr lang="en-US" sz="1800" dirty="0">
                <a:solidFill>
                  <a:schemeClr val="accent5"/>
                </a:solidFill>
              </a:rPr>
              <a:t>   retourner</a:t>
            </a:r>
            <a:endParaRPr lang="en-US" sz="1800" dirty="0"/>
          </a:p>
        </p:txBody>
      </p:sp>
      <p:sp>
        <p:nvSpPr>
          <p:cNvPr id="22" name="Text 17"/>
          <p:cNvSpPr txBox="1"/>
          <p:nvPr/>
        </p:nvSpPr>
        <p:spPr>
          <a:xfrm>
            <a:off x="6492240" y="382219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Draai het blad </a:t>
            </a:r>
            <a:r>
              <a:rPr lang="en-US" sz="1700" b="1" i="1" dirty="0">
                <a:solidFill>
                  <a:srgbClr val="546E7A"/>
                </a:solidFill>
              </a:rPr>
              <a:t>om</a:t>
            </a:r>
            <a:r>
              <a:rPr lang="en-US" sz="1700" i="1" dirty="0">
                <a:solidFill>
                  <a:schemeClr val="tx1"/>
                </a:solidFill>
              </a:rPr>
              <a:t>.</a:t>
            </a:r>
            <a:endParaRPr lang="en-US" sz="1800" dirty="0"/>
          </a:p>
        </p:txBody>
      </p:sp>
      <p:sp>
        <p:nvSpPr>
          <p:cNvPr id="23" name="Shape 18"/>
          <p:cNvSpPr/>
          <p:nvPr/>
        </p:nvSpPr>
        <p:spPr>
          <a:xfrm>
            <a:off x="4937760" y="438912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4" name="Shape 19"/>
          <p:cNvSpPr/>
          <p:nvPr/>
        </p:nvSpPr>
        <p:spPr>
          <a:xfrm>
            <a:off x="4937760" y="4389120"/>
            <a:ext cx="109728" cy="1353312"/>
          </a:xfrm>
          <a:prstGeom prst="rect">
            <a:avLst/>
          </a:prstGeom>
          <a:solidFill>
            <a:srgbClr val="546E7A"/>
          </a:solidFill>
          <a:ln w="12700">
            <a:solidFill>
              <a:srgbClr val="FFFFFF">
                <a:alpha val="0"/>
              </a:srgbClr>
            </a:solidFill>
            <a:prstDash val="solid"/>
          </a:ln>
        </p:spPr>
      </p:sp>
      <p:pic>
        <p:nvPicPr>
          <p:cNvPr id="25" name="Image 2" descr="relieved face">    </p:cNvPr>
          <p:cNvPicPr>
            <a:picLocks noChangeAspect="1"/>
          </p:cNvPicPr>
          <p:nvPr/>
        </p:nvPicPr>
        <p:blipFill>
          <a:blip r:embed="rId3"/>
          <a:stretch>
            <a:fillRect/>
          </a:stretch>
        </p:blipFill>
        <p:spPr>
          <a:xfrm>
            <a:off x="5230368" y="4544568"/>
            <a:ext cx="1042416" cy="1042416"/>
          </a:xfrm>
          <a:prstGeom prst="rect">
            <a:avLst/>
          </a:prstGeom>
        </p:spPr>
      </p:pic>
      <p:sp>
        <p:nvSpPr>
          <p:cNvPr id="26" name="Text 20"/>
          <p:cNvSpPr txBox="1"/>
          <p:nvPr/>
        </p:nvSpPr>
        <p:spPr>
          <a:xfrm>
            <a:off x="6492240" y="4480560"/>
            <a:ext cx="5010912" cy="310896"/>
          </a:xfrm>
          <a:prstGeom prst="rect">
            <a:avLst/>
          </a:prstGeom>
          <a:noFill/>
          <a:ln/>
        </p:spPr>
        <p:txBody>
          <a:bodyPr wrap="square" lIns="0" tIns="0" rIns="0" bIns="0" rtlCol="0" anchor="ctr"/>
          <a:lstStyle/>
          <a:p>
            <a:pPr algn="l" indent="0" marL="0">
              <a:buNone/>
            </a:pPr>
            <a:r>
              <a:rPr lang="en-US" sz="1200" b="1" spc="100" kern="0" dirty="0">
                <a:solidFill>
                  <a:srgbClr val="546E7A"/>
                </a:solidFill>
              </a:rPr>
              <a:t>③  FIGURÉ</a:t>
            </a:r>
            <a:endParaRPr lang="en-US" sz="1200" dirty="0"/>
          </a:p>
        </p:txBody>
      </p:sp>
      <p:sp>
        <p:nvSpPr>
          <p:cNvPr id="27" name="Text 21"/>
          <p:cNvSpPr txBox="1"/>
          <p:nvPr/>
        </p:nvSpPr>
        <p:spPr>
          <a:xfrm>
            <a:off x="6492240" y="4773168"/>
            <a:ext cx="5010912" cy="512064"/>
          </a:xfrm>
          <a:prstGeom prst="rect">
            <a:avLst/>
          </a:prstGeom>
          <a:noFill/>
          <a:ln/>
        </p:spPr>
        <p:txBody>
          <a:bodyPr wrap="square" lIns="0" tIns="0" rIns="0" bIns="0" rtlCol="0" anchor="ctr"/>
          <a:lstStyle/>
          <a:p>
            <a:pPr algn="l" indent="0" marL="0">
              <a:buNone/>
            </a:pPr>
            <a:r>
              <a:rPr lang="en-US" sz="2600" b="1" dirty="0">
                <a:solidFill>
                  <a:srgbClr val="546E7A"/>
                </a:solidFill>
              </a:rPr>
              <a:t>om</a:t>
            </a:r>
            <a:r>
              <a:rPr lang="en-US" sz="2600" b="1" dirty="0">
                <a:solidFill>
                  <a:schemeClr val="tx1"/>
                </a:solidFill>
              </a:rPr>
              <a:t>gaan met</a:t>
            </a:r>
            <a:r>
              <a:rPr lang="en-US" sz="1800" dirty="0">
                <a:solidFill>
                  <a:schemeClr val="accent5"/>
                </a:solidFill>
              </a:rPr>
              <a:t>   gérer</a:t>
            </a:r>
            <a:endParaRPr lang="en-US" sz="1800" dirty="0"/>
          </a:p>
        </p:txBody>
      </p:sp>
      <p:sp>
        <p:nvSpPr>
          <p:cNvPr id="28" name="Text 22"/>
          <p:cNvSpPr txBox="1"/>
          <p:nvPr/>
        </p:nvSpPr>
        <p:spPr>
          <a:xfrm>
            <a:off x="6492240" y="528523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Hoe ga je met stress </a:t>
            </a:r>
            <a:r>
              <a:rPr lang="en-US" sz="1700" b="1" i="1" dirty="0">
                <a:solidFill>
                  <a:srgbClr val="546E7A"/>
                </a:solidFill>
              </a:rPr>
              <a:t>om</a:t>
            </a:r>
            <a:r>
              <a:rPr lang="en-US" sz="1700" i="1" dirty="0">
                <a:solidFill>
                  <a:schemeClr val="tx1"/>
                </a:solidFill>
              </a:rPr>
              <a:t>?</a:t>
            </a:r>
            <a:endParaRPr lang="en-US" sz="1800" dirty="0"/>
          </a:p>
        </p:txBody>
      </p:sp>
      <p:sp>
        <p:nvSpPr>
          <p:cNvPr id="29" name="Text 23"/>
          <p:cNvSpPr txBox="1"/>
          <p:nvPr/>
        </p:nvSpPr>
        <p:spPr>
          <a:xfrm>
            <a:off x="4937760" y="5870448"/>
            <a:ext cx="6702552" cy="347472"/>
          </a:xfrm>
          <a:prstGeom prst="rect">
            <a:avLst/>
          </a:prstGeom>
          <a:noFill/>
          <a:ln/>
        </p:spPr>
        <p:txBody>
          <a:bodyPr wrap="square" lIns="0" tIns="0" rIns="0" bIns="0" rtlCol="0" anchor="ctr"/>
          <a:lstStyle/>
          <a:p>
            <a:pPr algn="l" indent="0" marL="0">
              <a:buNone/>
            </a:pPr>
            <a:r>
              <a:rPr lang="en-US" sz="1500" dirty="0">
                <a:solidFill>
                  <a:schemeClr val="accent5"/>
                </a:solidFill>
              </a:rPr>
              <a:t>+ aussi : </a:t>
            </a:r>
            <a:r>
              <a:rPr lang="en-US" sz="1500" i="1" dirty="0">
                <a:solidFill>
                  <a:schemeClr val="accent5"/>
                </a:solidFill>
              </a:rPr>
              <a:t>omkijken · omzetten · zich omkleden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VOOR- : devant</a:t>
            </a:r>
            <a:endParaRPr lang="en-US" sz="3000" dirty="0"/>
          </a:p>
        </p:txBody>
      </p:sp>
      <p:sp>
        <p:nvSpPr>
          <p:cNvPr id="3" name="tag"/>
          <p:cNvSpPr/>
          <p:nvPr/>
        </p:nvSpPr>
        <p:spPr>
          <a:xfrm>
            <a:off x="548640" y="237744"/>
            <a:ext cx="2200046" cy="310896"/>
          </a:xfrm>
          <a:prstGeom prst="roundRect">
            <a:avLst>
              <a:gd name="adj" fmla="val 14706"/>
            </a:avLst>
          </a:prstGeom>
          <a:solidFill>
            <a:srgbClr val="B8860B"/>
          </a:solidFill>
          <a:ln/>
        </p:spPr>
        <p:txBody>
          <a:bodyPr wrap="square" lIns="0" tIns="0" rIns="0" bIns="0" rtlCol="0" anchor="ctr"/>
          <a:lstStyle/>
          <a:p>
            <a:pPr algn="ctr" indent="0" marL="0">
              <a:buNone/>
            </a:pPr>
            <a:r>
              <a:rPr lang="en-US" sz="1200" b="1" spc="100" kern="0" dirty="0">
                <a:solidFill>
                  <a:srgbClr val="FFFFFF"/>
                </a:solidFill>
              </a:rPr>
              <a:t>PARTICULE 13 / 14</a:t>
            </a:r>
            <a:endParaRPr lang="en-US" sz="1200" dirty="0"/>
          </a:p>
        </p:txBody>
      </p:sp>
      <p:sp>
        <p:nvSpPr>
          <p:cNvPr id="5" name="Shape 2"/>
          <p:cNvSpPr/>
          <p:nvPr/>
        </p:nvSpPr>
        <p:spPr>
          <a:xfrm>
            <a:off x="548640" y="1463040"/>
            <a:ext cx="4160520" cy="4754880"/>
          </a:xfrm>
          <a:prstGeom prst="roundRect">
            <a:avLst>
              <a:gd name="adj" fmla="val 2637"/>
            </a:avLst>
          </a:prstGeom>
          <a:solidFill>
            <a:srgbClr val="B8860B">
              <a:alpha val="12000"/>
            </a:srgbClr>
          </a:solidFill>
          <a:ln w="19050">
            <a:solidFill>
              <a:srgbClr val="B8860B"/>
            </a:solidFill>
            <a:prstDash val="solid"/>
          </a:ln>
        </p:spPr>
      </p:sp>
      <p:sp>
        <p:nvSpPr>
          <p:cNvPr id="6" name="Shape 3"/>
          <p:cNvSpPr/>
          <p:nvPr/>
        </p:nvSpPr>
        <p:spPr>
          <a:xfrm>
            <a:off x="731520" y="1645920"/>
            <a:ext cx="3794760" cy="2743200"/>
          </a:xfrm>
          <a:prstGeom prst="roundRect">
            <a:avLst>
              <a:gd name="adj" fmla="val 3333"/>
            </a:avLst>
          </a:prstGeom>
          <a:solidFill>
            <a:srgbClr val="FFFFFF"/>
          </a:solidFill>
          <a:ln w="12700">
            <a:solidFill>
              <a:srgbClr val="FFFFFF">
                <a:alpha val="0"/>
              </a:srgbClr>
            </a:solidFill>
            <a:prstDash val="solid"/>
          </a:ln>
        </p:spPr>
      </p:sp>
      <p:sp>
        <p:nvSpPr>
          <p:cNvPr id="7" name="Shape 4"/>
          <p:cNvSpPr/>
          <p:nvPr/>
        </p:nvSpPr>
        <p:spPr>
          <a:xfrm>
            <a:off x="867217" y="3379622"/>
            <a:ext cx="917326" cy="603504"/>
          </a:xfrm>
          <a:prstGeom prst="roundRect">
            <a:avLst>
              <a:gd name="adj" fmla="val 40000"/>
            </a:avLst>
          </a:prstGeom>
          <a:solidFill>
            <a:srgbClr val="D5DCE6"/>
          </a:solidFill>
          <a:ln w="12700">
            <a:solidFill>
              <a:srgbClr val="FFFFFF">
                <a:alpha val="0"/>
              </a:srgbClr>
            </a:solidFill>
            <a:prstDash val="solid"/>
          </a:ln>
        </p:spPr>
      </p:sp>
      <p:sp>
        <p:nvSpPr>
          <p:cNvPr id="8" name="Shape 5"/>
          <p:cNvSpPr/>
          <p:nvPr/>
        </p:nvSpPr>
        <p:spPr>
          <a:xfrm>
            <a:off x="1072408" y="2824399"/>
            <a:ext cx="506943" cy="506943"/>
          </a:xfrm>
          <a:prstGeom prst="ellipse">
            <a:avLst/>
          </a:prstGeom>
          <a:solidFill>
            <a:srgbClr val="D5DCE6"/>
          </a:solidFill>
          <a:ln w="12700">
            <a:solidFill>
              <a:srgbClr val="FFFFFF">
                <a:alpha val="0"/>
              </a:srgbClr>
            </a:solidFill>
            <a:prstDash val="solid"/>
          </a:ln>
        </p:spPr>
      </p:sp>
      <p:sp>
        <p:nvSpPr>
          <p:cNvPr id="9" name="Shape 6"/>
          <p:cNvSpPr/>
          <p:nvPr/>
        </p:nvSpPr>
        <p:spPr>
          <a:xfrm>
            <a:off x="1381567" y="3379622"/>
            <a:ext cx="917326" cy="603504"/>
          </a:xfrm>
          <a:prstGeom prst="roundRect">
            <a:avLst>
              <a:gd name="adj" fmla="val 40000"/>
            </a:avLst>
          </a:prstGeom>
          <a:solidFill>
            <a:srgbClr val="D5DCE6"/>
          </a:solidFill>
          <a:ln w="12700">
            <a:solidFill>
              <a:srgbClr val="FFFFFF">
                <a:alpha val="0"/>
              </a:srgbClr>
            </a:solidFill>
            <a:prstDash val="solid"/>
          </a:ln>
        </p:spPr>
      </p:sp>
      <p:sp>
        <p:nvSpPr>
          <p:cNvPr id="10" name="Shape 7"/>
          <p:cNvSpPr/>
          <p:nvPr/>
        </p:nvSpPr>
        <p:spPr>
          <a:xfrm>
            <a:off x="1586758" y="2824399"/>
            <a:ext cx="506943" cy="506943"/>
          </a:xfrm>
          <a:prstGeom prst="ellipse">
            <a:avLst/>
          </a:prstGeom>
          <a:solidFill>
            <a:srgbClr val="D5DCE6"/>
          </a:solidFill>
          <a:ln w="12700">
            <a:solidFill>
              <a:srgbClr val="FFFFFF">
                <a:alpha val="0"/>
              </a:srgbClr>
            </a:solidFill>
            <a:prstDash val="solid"/>
          </a:ln>
        </p:spPr>
      </p:sp>
      <p:sp>
        <p:nvSpPr>
          <p:cNvPr id="11" name="Shape 8"/>
          <p:cNvSpPr/>
          <p:nvPr/>
        </p:nvSpPr>
        <p:spPr>
          <a:xfrm>
            <a:off x="1895917" y="3379622"/>
            <a:ext cx="917326" cy="603504"/>
          </a:xfrm>
          <a:prstGeom prst="roundRect">
            <a:avLst>
              <a:gd name="adj" fmla="val 40000"/>
            </a:avLst>
          </a:prstGeom>
          <a:solidFill>
            <a:srgbClr val="D5DCE6"/>
          </a:solidFill>
          <a:ln w="12700">
            <a:solidFill>
              <a:srgbClr val="FFFFFF">
                <a:alpha val="0"/>
              </a:srgbClr>
            </a:solidFill>
            <a:prstDash val="solid"/>
          </a:ln>
        </p:spPr>
      </p:sp>
      <p:sp>
        <p:nvSpPr>
          <p:cNvPr id="12" name="Shape 9"/>
          <p:cNvSpPr/>
          <p:nvPr/>
        </p:nvSpPr>
        <p:spPr>
          <a:xfrm>
            <a:off x="2101108" y="2824399"/>
            <a:ext cx="506943" cy="506943"/>
          </a:xfrm>
          <a:prstGeom prst="ellipse">
            <a:avLst/>
          </a:prstGeom>
          <a:solidFill>
            <a:srgbClr val="D5DCE6"/>
          </a:solidFill>
          <a:ln w="12700">
            <a:solidFill>
              <a:srgbClr val="FFFFFF">
                <a:alpha val="0"/>
              </a:srgbClr>
            </a:solidFill>
            <a:prstDash val="solid"/>
          </a:ln>
        </p:spPr>
      </p:sp>
      <p:sp>
        <p:nvSpPr>
          <p:cNvPr id="13" name="Shape 10"/>
          <p:cNvSpPr/>
          <p:nvPr/>
        </p:nvSpPr>
        <p:spPr>
          <a:xfrm>
            <a:off x="2608798" y="3234781"/>
            <a:ext cx="1137484" cy="748345"/>
          </a:xfrm>
          <a:prstGeom prst="roundRect">
            <a:avLst>
              <a:gd name="adj" fmla="val 40000"/>
            </a:avLst>
          </a:prstGeom>
          <a:solidFill>
            <a:srgbClr val="B8860B"/>
          </a:solidFill>
          <a:ln w="12700">
            <a:solidFill>
              <a:srgbClr val="FFFFFF">
                <a:alpha val="0"/>
              </a:srgbClr>
            </a:solidFill>
            <a:prstDash val="solid"/>
          </a:ln>
        </p:spPr>
      </p:sp>
      <p:sp>
        <p:nvSpPr>
          <p:cNvPr id="14" name="Shape 11"/>
          <p:cNvSpPr/>
          <p:nvPr/>
        </p:nvSpPr>
        <p:spPr>
          <a:xfrm>
            <a:off x="2863235" y="2546304"/>
            <a:ext cx="628610" cy="628610"/>
          </a:xfrm>
          <a:prstGeom prst="ellipse">
            <a:avLst/>
          </a:prstGeom>
          <a:solidFill>
            <a:srgbClr val="B8860B"/>
          </a:solidFill>
          <a:ln w="12700">
            <a:solidFill>
              <a:srgbClr val="FFFFFF">
                <a:alpha val="0"/>
              </a:srgbClr>
            </a:solidFill>
            <a:prstDash val="solid"/>
          </a:ln>
        </p:spPr>
      </p:sp>
      <p:sp>
        <p:nvSpPr>
          <p:cNvPr id="15" name="Shape 12"/>
          <p:cNvSpPr/>
          <p:nvPr/>
        </p:nvSpPr>
        <p:spPr>
          <a:xfrm>
            <a:off x="3657600" y="3138221"/>
            <a:ext cx="617220" cy="482803"/>
          </a:xfrm>
          <a:prstGeom prst="rightArrow">
            <a:avLst/>
          </a:prstGeom>
          <a:solidFill>
            <a:srgbClr val="B8860B"/>
          </a:solidFill>
          <a:ln w="12700">
            <a:solidFill>
              <a:srgbClr val="FFFFFF">
                <a:alpha val="0"/>
              </a:srgbClr>
            </a:solidFill>
            <a:prstDash val="solid"/>
          </a:ln>
        </p:spPr>
      </p:sp>
      <p:sp>
        <p:nvSpPr>
          <p:cNvPr id="16" name="Text 13"/>
          <p:cNvSpPr txBox="1"/>
          <p:nvPr/>
        </p:nvSpPr>
        <p:spPr>
          <a:xfrm>
            <a:off x="731520" y="4434840"/>
            <a:ext cx="3794760" cy="713232"/>
          </a:xfrm>
          <a:prstGeom prst="rect">
            <a:avLst/>
          </a:prstGeom>
          <a:noFill/>
          <a:ln/>
        </p:spPr>
        <p:txBody>
          <a:bodyPr wrap="square" lIns="0" tIns="0" rIns="0" bIns="0" rtlCol="0" anchor="ctr"/>
          <a:lstStyle/>
          <a:p>
            <a:pPr algn="ctr" indent="0" marL="0">
              <a:buNone/>
            </a:pPr>
            <a:r>
              <a:rPr lang="en-US" sz="4600" b="1" dirty="0">
                <a:solidFill>
                  <a:srgbClr val="B8860B"/>
                </a:solidFill>
                <a:latin typeface="+mj-lt" pitchFamily="34" charset="0"/>
                <a:ea typeface="+mj-lt" pitchFamily="34" charset="-122"/>
                <a:cs typeface="+mj-lt" pitchFamily="34" charset="-120"/>
              </a:rPr>
              <a:t>voor</a:t>
            </a:r>
            <a:endParaRPr lang="en-US" sz="4600" dirty="0"/>
          </a:p>
        </p:txBody>
      </p:sp>
      <p:sp>
        <p:nvSpPr>
          <p:cNvPr id="17" name="Text 14"/>
          <p:cNvSpPr txBox="1"/>
          <p:nvPr/>
        </p:nvSpPr>
        <p:spPr>
          <a:xfrm>
            <a:off x="731520" y="5120640"/>
            <a:ext cx="3794760" cy="384048"/>
          </a:xfrm>
          <a:prstGeom prst="rect">
            <a:avLst/>
          </a:prstGeom>
          <a:noFill/>
          <a:ln/>
        </p:spPr>
        <p:txBody>
          <a:bodyPr wrap="square" lIns="0" tIns="0" rIns="0" bIns="0" rtlCol="0" anchor="ctr"/>
          <a:lstStyle/>
          <a:p>
            <a:pPr algn="ctr" indent="0" marL="0">
              <a:buNone/>
            </a:pPr>
            <a:r>
              <a:rPr lang="en-US" sz="1600" i="1" dirty="0">
                <a:solidFill>
                  <a:schemeClr val="tx2"/>
                </a:solidFill>
              </a:rPr>
              <a:t>devant · avant · montrer</a:t>
            </a:r>
            <a:endParaRPr lang="en-US" sz="1600" dirty="0"/>
          </a:p>
        </p:txBody>
      </p:sp>
      <p:sp>
        <p:nvSpPr>
          <p:cNvPr id="18" name="Shape 15"/>
          <p:cNvSpPr/>
          <p:nvPr/>
        </p:nvSpPr>
        <p:spPr>
          <a:xfrm>
            <a:off x="731520" y="5596128"/>
            <a:ext cx="3794760" cy="457200"/>
          </a:xfrm>
          <a:prstGeom prst="roundRect">
            <a:avLst>
              <a:gd name="adj" fmla="val 50000"/>
            </a:avLst>
          </a:prstGeom>
          <a:solidFill>
            <a:srgbClr val="FFFFFF"/>
          </a:solidFill>
          <a:ln w="15875">
            <a:solidFill>
              <a:srgbClr val="17375E"/>
            </a:solidFill>
            <a:prstDash val="solid"/>
          </a:ln>
        </p:spPr>
      </p:sp>
      <p:sp>
        <p:nvSpPr>
          <p:cNvPr id="19" name="Text 16"/>
          <p:cNvSpPr txBox="1"/>
          <p:nvPr/>
        </p:nvSpPr>
        <p:spPr>
          <a:xfrm>
            <a:off x="777240" y="5596128"/>
            <a:ext cx="3703320" cy="457200"/>
          </a:xfrm>
          <a:prstGeom prst="rect">
            <a:avLst/>
          </a:prstGeom>
          <a:noFill/>
          <a:ln/>
        </p:spPr>
        <p:txBody>
          <a:bodyPr wrap="square" lIns="0" tIns="0" rIns="0" bIns="0" rtlCol="0" anchor="ctr"/>
          <a:lstStyle/>
          <a:p>
            <a:pPr algn="ctr" indent="0" marL="0">
              <a:buNone/>
            </a:pPr>
            <a:r>
              <a:rPr lang="en-US" sz="1200" dirty="0">
                <a:solidFill>
                  <a:schemeClr val="accent5"/>
                </a:solidFill>
              </a:rPr>
              <a:t>contraire   </a:t>
            </a:r>
            <a:r>
              <a:rPr lang="en-US" sz="1400" b="1" i="1" dirty="0">
                <a:solidFill>
                  <a:schemeClr val="tx1"/>
                </a:solidFill>
              </a:rPr>
              <a:t>voorzeggen ≠ nazeggen</a:t>
            </a:r>
            <a:endParaRPr lang="en-US" sz="1800" dirty="0"/>
          </a:p>
        </p:txBody>
      </p:sp>
      <p:sp>
        <p:nvSpPr>
          <p:cNvPr id="20" name="Shape 17"/>
          <p:cNvSpPr/>
          <p:nvPr/>
        </p:nvSpPr>
        <p:spPr>
          <a:xfrm>
            <a:off x="4937760" y="146304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1" name="Shape 18"/>
          <p:cNvSpPr/>
          <p:nvPr/>
        </p:nvSpPr>
        <p:spPr>
          <a:xfrm>
            <a:off x="4937760" y="1463040"/>
            <a:ext cx="109728" cy="1353312"/>
          </a:xfrm>
          <a:prstGeom prst="rect">
            <a:avLst/>
          </a:prstGeom>
          <a:solidFill>
            <a:srgbClr val="B8860B"/>
          </a:solidFill>
          <a:ln w="12700">
            <a:solidFill>
              <a:srgbClr val="FFFFFF">
                <a:alpha val="0"/>
              </a:srgbClr>
            </a:solidFill>
            <a:prstDash val="solid"/>
          </a:ln>
        </p:spPr>
      </p:sp>
      <p:pic>
        <p:nvPicPr>
          <p:cNvPr id="22" name="Image 0" descr="clipboard">    </p:cNvPr>
          <p:cNvPicPr>
            <a:picLocks noChangeAspect="1"/>
          </p:cNvPicPr>
          <p:nvPr/>
        </p:nvPicPr>
        <p:blipFill>
          <a:blip r:embed="rId1"/>
          <a:stretch>
            <a:fillRect/>
          </a:stretch>
        </p:blipFill>
        <p:spPr>
          <a:xfrm>
            <a:off x="5230368" y="1618488"/>
            <a:ext cx="1042416" cy="1042416"/>
          </a:xfrm>
          <a:prstGeom prst="rect">
            <a:avLst/>
          </a:prstGeom>
        </p:spPr>
      </p:pic>
      <p:sp>
        <p:nvSpPr>
          <p:cNvPr id="23" name="Text 19"/>
          <p:cNvSpPr txBox="1"/>
          <p:nvPr/>
        </p:nvSpPr>
        <p:spPr>
          <a:xfrm>
            <a:off x="6492240" y="1554480"/>
            <a:ext cx="5010912" cy="310896"/>
          </a:xfrm>
          <a:prstGeom prst="rect">
            <a:avLst/>
          </a:prstGeom>
          <a:noFill/>
          <a:ln/>
        </p:spPr>
        <p:txBody>
          <a:bodyPr wrap="square" lIns="0" tIns="0" rIns="0" bIns="0" rtlCol="0" anchor="ctr"/>
          <a:lstStyle/>
          <a:p>
            <a:pPr algn="l" indent="0" marL="0">
              <a:buNone/>
            </a:pPr>
            <a:r>
              <a:rPr lang="en-US" sz="1200" b="1" spc="100" kern="0" dirty="0">
                <a:solidFill>
                  <a:srgbClr val="B8860B"/>
                </a:solidFill>
              </a:rPr>
              <a:t>①  AVANT</a:t>
            </a:r>
            <a:endParaRPr lang="en-US" sz="1200" dirty="0"/>
          </a:p>
        </p:txBody>
      </p:sp>
      <p:sp>
        <p:nvSpPr>
          <p:cNvPr id="24" name="Text 20"/>
          <p:cNvSpPr txBox="1"/>
          <p:nvPr/>
        </p:nvSpPr>
        <p:spPr>
          <a:xfrm>
            <a:off x="6492240" y="1847088"/>
            <a:ext cx="5010912" cy="512064"/>
          </a:xfrm>
          <a:prstGeom prst="rect">
            <a:avLst/>
          </a:prstGeom>
          <a:noFill/>
          <a:ln/>
        </p:spPr>
        <p:txBody>
          <a:bodyPr wrap="square" lIns="0" tIns="0" rIns="0" bIns="0" rtlCol="0" anchor="ctr"/>
          <a:lstStyle/>
          <a:p>
            <a:pPr algn="l" indent="0" marL="0">
              <a:buNone/>
            </a:pPr>
            <a:r>
              <a:rPr lang="en-US" sz="2600" b="1" dirty="0">
                <a:solidFill>
                  <a:srgbClr val="B8860B"/>
                </a:solidFill>
              </a:rPr>
              <a:t>voor</a:t>
            </a:r>
            <a:r>
              <a:rPr lang="en-US" sz="2600" b="1" dirty="0">
                <a:solidFill>
                  <a:schemeClr val="tx1"/>
                </a:solidFill>
              </a:rPr>
              <a:t>bereiden</a:t>
            </a:r>
            <a:r>
              <a:rPr lang="en-US" sz="1800" dirty="0">
                <a:solidFill>
                  <a:schemeClr val="accent5"/>
                </a:solidFill>
              </a:rPr>
              <a:t>   préparer</a:t>
            </a:r>
            <a:endParaRPr lang="en-US" sz="1800" dirty="0"/>
          </a:p>
        </p:txBody>
      </p:sp>
      <p:sp>
        <p:nvSpPr>
          <p:cNvPr id="25" name="Text 21"/>
          <p:cNvSpPr txBox="1"/>
          <p:nvPr/>
        </p:nvSpPr>
        <p:spPr>
          <a:xfrm>
            <a:off x="6492240" y="235915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Ik bereid de vergadering </a:t>
            </a:r>
            <a:r>
              <a:rPr lang="en-US" sz="1700" b="1" i="1" dirty="0">
                <a:solidFill>
                  <a:srgbClr val="B8860B"/>
                </a:solidFill>
              </a:rPr>
              <a:t>voor</a:t>
            </a:r>
            <a:r>
              <a:rPr lang="en-US" sz="1700" i="1" dirty="0">
                <a:solidFill>
                  <a:schemeClr val="tx1"/>
                </a:solidFill>
              </a:rPr>
              <a:t>.</a:t>
            </a:r>
            <a:endParaRPr lang="en-US" sz="1800" dirty="0"/>
          </a:p>
        </p:txBody>
      </p:sp>
      <p:sp>
        <p:nvSpPr>
          <p:cNvPr id="26" name="Shape 22"/>
          <p:cNvSpPr/>
          <p:nvPr/>
        </p:nvSpPr>
        <p:spPr>
          <a:xfrm>
            <a:off x="4937760" y="292608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7" name="Shape 23"/>
          <p:cNvSpPr/>
          <p:nvPr/>
        </p:nvSpPr>
        <p:spPr>
          <a:xfrm>
            <a:off x="4937760" y="2926080"/>
            <a:ext cx="109728" cy="1353312"/>
          </a:xfrm>
          <a:prstGeom prst="rect">
            <a:avLst/>
          </a:prstGeom>
          <a:solidFill>
            <a:srgbClr val="B8860B"/>
          </a:solidFill>
          <a:ln w="12700">
            <a:solidFill>
              <a:srgbClr val="FFFFFF">
                <a:alpha val="0"/>
              </a:srgbClr>
            </a:solidFill>
            <a:prstDash val="solid"/>
          </a:ln>
        </p:spPr>
      </p:sp>
      <p:pic>
        <p:nvPicPr>
          <p:cNvPr id="28" name="Image 1" descr="speaking head">    </p:cNvPr>
          <p:cNvPicPr>
            <a:picLocks noChangeAspect="1"/>
          </p:cNvPicPr>
          <p:nvPr/>
        </p:nvPicPr>
        <p:blipFill>
          <a:blip r:embed="rId2"/>
          <a:stretch>
            <a:fillRect/>
          </a:stretch>
        </p:blipFill>
        <p:spPr>
          <a:xfrm>
            <a:off x="5230368" y="3081528"/>
            <a:ext cx="1042416" cy="1042416"/>
          </a:xfrm>
          <a:prstGeom prst="rect">
            <a:avLst/>
          </a:prstGeom>
        </p:spPr>
      </p:pic>
      <p:sp>
        <p:nvSpPr>
          <p:cNvPr id="29" name="Text 24"/>
          <p:cNvSpPr txBox="1"/>
          <p:nvPr/>
        </p:nvSpPr>
        <p:spPr>
          <a:xfrm>
            <a:off x="6492240" y="3017520"/>
            <a:ext cx="5010912" cy="310896"/>
          </a:xfrm>
          <a:prstGeom prst="rect">
            <a:avLst/>
          </a:prstGeom>
          <a:noFill/>
          <a:ln/>
        </p:spPr>
        <p:txBody>
          <a:bodyPr wrap="square" lIns="0" tIns="0" rIns="0" bIns="0" rtlCol="0" anchor="ctr"/>
          <a:lstStyle/>
          <a:p>
            <a:pPr algn="l" indent="0" marL="0">
              <a:buNone/>
            </a:pPr>
            <a:r>
              <a:rPr lang="en-US" sz="1200" b="1" spc="100" kern="0" dirty="0">
                <a:solidFill>
                  <a:srgbClr val="B8860B"/>
                </a:solidFill>
              </a:rPr>
              <a:t>②  DEVANT, MONTRER</a:t>
            </a:r>
            <a:endParaRPr lang="en-US" sz="1200" dirty="0"/>
          </a:p>
        </p:txBody>
      </p:sp>
      <p:sp>
        <p:nvSpPr>
          <p:cNvPr id="30" name="Text 25"/>
          <p:cNvSpPr txBox="1"/>
          <p:nvPr/>
        </p:nvSpPr>
        <p:spPr>
          <a:xfrm>
            <a:off x="6492240" y="3310128"/>
            <a:ext cx="5010912" cy="512064"/>
          </a:xfrm>
          <a:prstGeom prst="rect">
            <a:avLst/>
          </a:prstGeom>
          <a:noFill/>
          <a:ln/>
        </p:spPr>
        <p:txBody>
          <a:bodyPr wrap="square" lIns="0" tIns="0" rIns="0" bIns="0" rtlCol="0" anchor="ctr"/>
          <a:lstStyle/>
          <a:p>
            <a:pPr algn="l" indent="0" marL="0">
              <a:buNone/>
            </a:pPr>
            <a:r>
              <a:rPr lang="en-US" sz="2600" b="1" dirty="0">
                <a:solidFill>
                  <a:srgbClr val="B8860B"/>
                </a:solidFill>
              </a:rPr>
              <a:t>voor</a:t>
            </a:r>
            <a:r>
              <a:rPr lang="en-US" sz="2600" b="1" dirty="0">
                <a:solidFill>
                  <a:schemeClr val="tx1"/>
                </a:solidFill>
              </a:rPr>
              <a:t>stellen</a:t>
            </a:r>
            <a:r>
              <a:rPr lang="en-US" sz="1800" dirty="0">
                <a:solidFill>
                  <a:schemeClr val="accent5"/>
                </a:solidFill>
              </a:rPr>
              <a:t>   présenter ; proposer</a:t>
            </a:r>
            <a:endParaRPr lang="en-US" sz="1800" dirty="0"/>
          </a:p>
        </p:txBody>
      </p:sp>
      <p:sp>
        <p:nvSpPr>
          <p:cNvPr id="31" name="Text 26"/>
          <p:cNvSpPr txBox="1"/>
          <p:nvPr/>
        </p:nvSpPr>
        <p:spPr>
          <a:xfrm>
            <a:off x="6492240" y="382219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Mag ik me even </a:t>
            </a:r>
            <a:r>
              <a:rPr lang="en-US" sz="1700" b="1" i="1" dirty="0">
                <a:solidFill>
                  <a:srgbClr val="B8860B"/>
                </a:solidFill>
              </a:rPr>
              <a:t>voor</a:t>
            </a:r>
            <a:r>
              <a:rPr lang="en-US" sz="1700" i="1" dirty="0">
                <a:solidFill>
                  <a:schemeClr val="tx1"/>
                </a:solidFill>
              </a:rPr>
              <a:t>stellen?</a:t>
            </a:r>
            <a:endParaRPr lang="en-US" sz="1800" dirty="0"/>
          </a:p>
        </p:txBody>
      </p:sp>
      <p:sp>
        <p:nvSpPr>
          <p:cNvPr id="32" name="Shape 27"/>
          <p:cNvSpPr/>
          <p:nvPr/>
        </p:nvSpPr>
        <p:spPr>
          <a:xfrm>
            <a:off x="4937760" y="438912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3" name="Shape 28"/>
          <p:cNvSpPr/>
          <p:nvPr/>
        </p:nvSpPr>
        <p:spPr>
          <a:xfrm>
            <a:off x="4937760" y="4389120"/>
            <a:ext cx="109728" cy="1353312"/>
          </a:xfrm>
          <a:prstGeom prst="rect">
            <a:avLst/>
          </a:prstGeom>
          <a:solidFill>
            <a:srgbClr val="B8860B"/>
          </a:solidFill>
          <a:ln w="12700">
            <a:solidFill>
              <a:srgbClr val="FFFFFF">
                <a:alpha val="0"/>
              </a:srgbClr>
            </a:solidFill>
            <a:prstDash val="solid"/>
          </a:ln>
        </p:spPr>
      </p:sp>
      <p:pic>
        <p:nvPicPr>
          <p:cNvPr id="34" name="Image 2" descr="bar chart">    </p:cNvPr>
          <p:cNvPicPr>
            <a:picLocks noChangeAspect="1"/>
          </p:cNvPicPr>
          <p:nvPr/>
        </p:nvPicPr>
        <p:blipFill>
          <a:blip r:embed="rId3"/>
          <a:stretch>
            <a:fillRect/>
          </a:stretch>
        </p:blipFill>
        <p:spPr>
          <a:xfrm>
            <a:off x="5230368" y="4544568"/>
            <a:ext cx="1042416" cy="1042416"/>
          </a:xfrm>
          <a:prstGeom prst="rect">
            <a:avLst/>
          </a:prstGeom>
        </p:spPr>
      </p:pic>
      <p:sp>
        <p:nvSpPr>
          <p:cNvPr id="35" name="Text 29"/>
          <p:cNvSpPr txBox="1"/>
          <p:nvPr/>
        </p:nvSpPr>
        <p:spPr>
          <a:xfrm>
            <a:off x="6492240" y="4480560"/>
            <a:ext cx="5010912" cy="310896"/>
          </a:xfrm>
          <a:prstGeom prst="rect">
            <a:avLst/>
          </a:prstGeom>
          <a:noFill/>
          <a:ln/>
        </p:spPr>
        <p:txBody>
          <a:bodyPr wrap="square" lIns="0" tIns="0" rIns="0" bIns="0" rtlCol="0" anchor="ctr"/>
          <a:lstStyle/>
          <a:p>
            <a:pPr algn="l" indent="0" marL="0">
              <a:buNone/>
            </a:pPr>
            <a:r>
              <a:rPr lang="en-US" sz="1200" b="1" spc="100" kern="0" dirty="0">
                <a:solidFill>
                  <a:srgbClr val="B8860B"/>
                </a:solidFill>
              </a:rPr>
              <a:t>③  FIGURÉ</a:t>
            </a:r>
            <a:endParaRPr lang="en-US" sz="1200" dirty="0"/>
          </a:p>
        </p:txBody>
      </p:sp>
      <p:sp>
        <p:nvSpPr>
          <p:cNvPr id="36" name="Text 30"/>
          <p:cNvSpPr txBox="1"/>
          <p:nvPr/>
        </p:nvSpPr>
        <p:spPr>
          <a:xfrm>
            <a:off x="6492240" y="4773168"/>
            <a:ext cx="5010912" cy="512064"/>
          </a:xfrm>
          <a:prstGeom prst="rect">
            <a:avLst/>
          </a:prstGeom>
          <a:noFill/>
          <a:ln/>
        </p:spPr>
        <p:txBody>
          <a:bodyPr wrap="square" lIns="0" tIns="0" rIns="0" bIns="0" rtlCol="0" anchor="ctr"/>
          <a:lstStyle/>
          <a:p>
            <a:pPr algn="l" indent="0" marL="0">
              <a:buNone/>
            </a:pPr>
            <a:r>
              <a:rPr lang="en-US" sz="2600" b="1" dirty="0">
                <a:solidFill>
                  <a:srgbClr val="B8860B"/>
                </a:solidFill>
              </a:rPr>
              <a:t>voor</a:t>
            </a:r>
            <a:r>
              <a:rPr lang="en-US" sz="2600" b="1" dirty="0">
                <a:solidFill>
                  <a:schemeClr val="tx1"/>
                </a:solidFill>
              </a:rPr>
              <a:t>komen</a:t>
            </a:r>
            <a:r>
              <a:rPr lang="en-US" sz="1800" dirty="0">
                <a:solidFill>
                  <a:schemeClr val="accent5"/>
                </a:solidFill>
              </a:rPr>
              <a:t>   se produire</a:t>
            </a:r>
            <a:endParaRPr lang="en-US" sz="1800" dirty="0"/>
          </a:p>
        </p:txBody>
      </p:sp>
      <p:sp>
        <p:nvSpPr>
          <p:cNvPr id="37" name="Text 31"/>
          <p:cNvSpPr txBox="1"/>
          <p:nvPr/>
        </p:nvSpPr>
        <p:spPr>
          <a:xfrm>
            <a:off x="6492240" y="528523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Dat komt vaak </a:t>
            </a:r>
            <a:r>
              <a:rPr lang="en-US" sz="1700" b="1" i="1" dirty="0">
                <a:solidFill>
                  <a:srgbClr val="B8860B"/>
                </a:solidFill>
              </a:rPr>
              <a:t>voor</a:t>
            </a:r>
            <a:r>
              <a:rPr lang="en-US" sz="1700" i="1" dirty="0">
                <a:solidFill>
                  <a:schemeClr val="tx1"/>
                </a:solidFill>
              </a:rPr>
              <a:t>.</a:t>
            </a:r>
            <a:endParaRPr lang="en-US" sz="1800" dirty="0"/>
          </a:p>
        </p:txBody>
      </p:sp>
      <p:sp>
        <p:nvSpPr>
          <p:cNvPr id="38" name="Text 32"/>
          <p:cNvSpPr txBox="1"/>
          <p:nvPr/>
        </p:nvSpPr>
        <p:spPr>
          <a:xfrm>
            <a:off x="4937760" y="5870448"/>
            <a:ext cx="6702552" cy="347472"/>
          </a:xfrm>
          <a:prstGeom prst="rect">
            <a:avLst/>
          </a:prstGeom>
          <a:noFill/>
          <a:ln/>
        </p:spPr>
        <p:txBody>
          <a:bodyPr wrap="square" lIns="0" tIns="0" rIns="0" bIns="0" rtlCol="0" anchor="ctr"/>
          <a:lstStyle/>
          <a:p>
            <a:pPr algn="l" indent="0" marL="0">
              <a:buNone/>
            </a:pPr>
            <a:r>
              <a:rPr lang="en-US" sz="1500" dirty="0">
                <a:solidFill>
                  <a:schemeClr val="accent5"/>
                </a:solidFill>
              </a:rPr>
              <a:t>+ aussi : </a:t>
            </a:r>
            <a:r>
              <a:rPr lang="en-US" sz="1500" i="1" dirty="0">
                <a:solidFill>
                  <a:schemeClr val="accent5"/>
                </a:solidFill>
              </a:rPr>
              <a:t>voorlezen · voordoen · voorzeggen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NA- : après</a:t>
            </a:r>
            <a:endParaRPr lang="en-US" sz="3000" dirty="0"/>
          </a:p>
        </p:txBody>
      </p:sp>
      <p:sp>
        <p:nvSpPr>
          <p:cNvPr id="3" name="tag"/>
          <p:cNvSpPr/>
          <p:nvPr/>
        </p:nvSpPr>
        <p:spPr>
          <a:xfrm>
            <a:off x="548640" y="237744"/>
            <a:ext cx="2200046"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PARTICULE 14 / 14</a:t>
            </a:r>
            <a:endParaRPr lang="en-US" sz="1200" dirty="0"/>
          </a:p>
        </p:txBody>
      </p:sp>
      <p:sp>
        <p:nvSpPr>
          <p:cNvPr id="5" name="Shape 2"/>
          <p:cNvSpPr/>
          <p:nvPr/>
        </p:nvSpPr>
        <p:spPr>
          <a:xfrm>
            <a:off x="548640" y="1463040"/>
            <a:ext cx="4160520" cy="4754880"/>
          </a:xfrm>
          <a:prstGeom prst="roundRect">
            <a:avLst>
              <a:gd name="adj" fmla="val 2637"/>
            </a:avLst>
          </a:prstGeom>
          <a:solidFill>
            <a:schemeClr val="tx2">
              <a:alpha val="12000"/>
            </a:schemeClr>
          </a:solidFill>
          <a:ln w="19050">
            <a:solidFill>
              <a:srgbClr val="17375E"/>
            </a:solidFill>
            <a:prstDash val="solid"/>
          </a:ln>
        </p:spPr>
      </p:sp>
      <p:sp>
        <p:nvSpPr>
          <p:cNvPr id="6" name="Shape 3"/>
          <p:cNvSpPr/>
          <p:nvPr/>
        </p:nvSpPr>
        <p:spPr>
          <a:xfrm>
            <a:off x="731520" y="1645920"/>
            <a:ext cx="3794760" cy="2743200"/>
          </a:xfrm>
          <a:prstGeom prst="roundRect">
            <a:avLst>
              <a:gd name="adj" fmla="val 3333"/>
            </a:avLst>
          </a:prstGeom>
          <a:solidFill>
            <a:srgbClr val="FFFFFF"/>
          </a:solidFill>
          <a:ln w="12700">
            <a:solidFill>
              <a:srgbClr val="FFFFFF">
                <a:alpha val="0"/>
              </a:srgbClr>
            </a:solidFill>
            <a:prstDash val="solid"/>
          </a:ln>
        </p:spPr>
      </p:sp>
      <p:sp>
        <p:nvSpPr>
          <p:cNvPr id="7" name="Shape 4"/>
          <p:cNvSpPr/>
          <p:nvPr/>
        </p:nvSpPr>
        <p:spPr>
          <a:xfrm>
            <a:off x="2673011" y="3319272"/>
            <a:ext cx="1009059" cy="663854"/>
          </a:xfrm>
          <a:prstGeom prst="roundRect">
            <a:avLst>
              <a:gd name="adj" fmla="val 40000"/>
            </a:avLst>
          </a:prstGeom>
          <a:solidFill>
            <a:srgbClr val="D5DCE6"/>
          </a:solidFill>
          <a:ln w="12700">
            <a:solidFill>
              <a:srgbClr val="FFFFFF">
                <a:alpha val="0"/>
              </a:srgbClr>
            </a:solidFill>
            <a:prstDash val="solid"/>
          </a:ln>
        </p:spPr>
      </p:sp>
      <p:sp>
        <p:nvSpPr>
          <p:cNvPr id="8" name="Shape 5"/>
          <p:cNvSpPr/>
          <p:nvPr/>
        </p:nvSpPr>
        <p:spPr>
          <a:xfrm>
            <a:off x="2898721" y="2708526"/>
            <a:ext cx="557638" cy="557638"/>
          </a:xfrm>
          <a:prstGeom prst="ellipse">
            <a:avLst/>
          </a:prstGeom>
          <a:solidFill>
            <a:srgbClr val="D5DCE6"/>
          </a:solidFill>
          <a:ln w="12700">
            <a:solidFill>
              <a:srgbClr val="FFFFFF">
                <a:alpha val="0"/>
              </a:srgbClr>
            </a:solidFill>
            <a:prstDash val="solid"/>
          </a:ln>
        </p:spPr>
      </p:sp>
      <p:sp>
        <p:nvSpPr>
          <p:cNvPr id="9" name="Shape 6"/>
          <p:cNvSpPr/>
          <p:nvPr/>
        </p:nvSpPr>
        <p:spPr>
          <a:xfrm>
            <a:off x="3657600" y="3138221"/>
            <a:ext cx="617220" cy="482803"/>
          </a:xfrm>
          <a:prstGeom prst="rightArrow">
            <a:avLst/>
          </a:prstGeom>
          <a:solidFill>
            <a:srgbClr val="8A96A8"/>
          </a:solidFill>
          <a:ln w="12700">
            <a:solidFill>
              <a:srgbClr val="FFFFFF">
                <a:alpha val="0"/>
              </a:srgbClr>
            </a:solidFill>
            <a:prstDash val="solid"/>
          </a:ln>
        </p:spPr>
      </p:sp>
      <p:sp>
        <p:nvSpPr>
          <p:cNvPr id="10" name="Shape 7"/>
          <p:cNvSpPr/>
          <p:nvPr/>
        </p:nvSpPr>
        <p:spPr>
          <a:xfrm>
            <a:off x="1438571" y="3319272"/>
            <a:ext cx="1009059" cy="663854"/>
          </a:xfrm>
          <a:prstGeom prst="roundRect">
            <a:avLst>
              <a:gd name="adj" fmla="val 40000"/>
            </a:avLst>
          </a:prstGeom>
          <a:solidFill>
            <a:schemeClr val="tx2"/>
          </a:solidFill>
          <a:ln w="12700">
            <a:solidFill>
              <a:srgbClr val="FFFFFF">
                <a:alpha val="0"/>
              </a:srgbClr>
            </a:solidFill>
            <a:prstDash val="solid"/>
          </a:ln>
        </p:spPr>
      </p:sp>
      <p:sp>
        <p:nvSpPr>
          <p:cNvPr id="11" name="Shape 8"/>
          <p:cNvSpPr/>
          <p:nvPr/>
        </p:nvSpPr>
        <p:spPr>
          <a:xfrm>
            <a:off x="1664281" y="2708526"/>
            <a:ext cx="557638" cy="557638"/>
          </a:xfrm>
          <a:prstGeom prst="ellipse">
            <a:avLst/>
          </a:prstGeom>
          <a:solidFill>
            <a:schemeClr val="tx2"/>
          </a:solidFill>
          <a:ln w="12700">
            <a:solidFill>
              <a:srgbClr val="FFFFFF">
                <a:alpha val="0"/>
              </a:srgbClr>
            </a:solidFill>
            <a:prstDash val="solid"/>
          </a:ln>
        </p:spPr>
      </p:sp>
      <p:sp>
        <p:nvSpPr>
          <p:cNvPr id="12" name="Shape 9"/>
          <p:cNvSpPr/>
          <p:nvPr/>
        </p:nvSpPr>
        <p:spPr>
          <a:xfrm>
            <a:off x="2286000" y="3452043"/>
            <a:ext cx="480060" cy="914"/>
          </a:xfrm>
          <a:prstGeom prst="line">
            <a:avLst/>
          </a:prstGeom>
          <a:noFill/>
          <a:ln w="40234">
            <a:solidFill>
              <a:srgbClr val="17375E"/>
            </a:solidFill>
            <a:prstDash val="dash"/>
            <a:tailEnd type="triangle"/>
          </a:ln>
        </p:spPr>
      </p:sp>
      <p:sp>
        <p:nvSpPr>
          <p:cNvPr id="13" name="Text 10"/>
          <p:cNvSpPr txBox="1"/>
          <p:nvPr/>
        </p:nvSpPr>
        <p:spPr>
          <a:xfrm>
            <a:off x="731520" y="4434840"/>
            <a:ext cx="3794760" cy="713232"/>
          </a:xfrm>
          <a:prstGeom prst="rect">
            <a:avLst/>
          </a:prstGeom>
          <a:noFill/>
          <a:ln/>
        </p:spPr>
        <p:txBody>
          <a:bodyPr wrap="square" lIns="0" tIns="0" rIns="0" bIns="0" rtlCol="0" anchor="ctr"/>
          <a:lstStyle/>
          <a:p>
            <a:pPr algn="ctr" indent="0" marL="0">
              <a:buNone/>
            </a:pPr>
            <a:r>
              <a:rPr lang="en-US" sz="4600" b="1" dirty="0">
                <a:solidFill>
                  <a:schemeClr val="tx2"/>
                </a:solidFill>
                <a:latin typeface="+mj-lt" pitchFamily="34" charset="0"/>
                <a:ea typeface="+mj-lt" pitchFamily="34" charset="-122"/>
                <a:cs typeface="+mj-lt" pitchFamily="34" charset="-120"/>
              </a:rPr>
              <a:t>na</a:t>
            </a:r>
            <a:endParaRPr lang="en-US" sz="4600" dirty="0"/>
          </a:p>
        </p:txBody>
      </p:sp>
      <p:sp>
        <p:nvSpPr>
          <p:cNvPr id="14" name="Text 11"/>
          <p:cNvSpPr txBox="1"/>
          <p:nvPr/>
        </p:nvSpPr>
        <p:spPr>
          <a:xfrm>
            <a:off x="731520" y="5120640"/>
            <a:ext cx="3794760" cy="384048"/>
          </a:xfrm>
          <a:prstGeom prst="rect">
            <a:avLst/>
          </a:prstGeom>
          <a:noFill/>
          <a:ln/>
        </p:spPr>
        <p:txBody>
          <a:bodyPr wrap="square" lIns="0" tIns="0" rIns="0" bIns="0" rtlCol="0" anchor="ctr"/>
          <a:lstStyle/>
          <a:p>
            <a:pPr algn="ctr" indent="0" marL="0">
              <a:buNone/>
            </a:pPr>
            <a:r>
              <a:rPr lang="en-US" sz="1600" i="1" dirty="0">
                <a:solidFill>
                  <a:schemeClr val="tx2"/>
                </a:solidFill>
              </a:rPr>
              <a:t>après · derrière · vérifier</a:t>
            </a:r>
            <a:endParaRPr lang="en-US" sz="1600" dirty="0"/>
          </a:p>
        </p:txBody>
      </p:sp>
      <p:sp>
        <p:nvSpPr>
          <p:cNvPr id="15" name="Shape 12"/>
          <p:cNvSpPr/>
          <p:nvPr/>
        </p:nvSpPr>
        <p:spPr>
          <a:xfrm>
            <a:off x="731520" y="5596128"/>
            <a:ext cx="3794760" cy="457200"/>
          </a:xfrm>
          <a:prstGeom prst="roundRect">
            <a:avLst>
              <a:gd name="adj" fmla="val 50000"/>
            </a:avLst>
          </a:prstGeom>
          <a:solidFill>
            <a:srgbClr val="FFFFFF"/>
          </a:solidFill>
          <a:ln w="15875">
            <a:solidFill>
              <a:srgbClr val="B8860B"/>
            </a:solidFill>
            <a:prstDash val="solid"/>
          </a:ln>
        </p:spPr>
      </p:sp>
      <p:sp>
        <p:nvSpPr>
          <p:cNvPr id="16" name="Text 13"/>
          <p:cNvSpPr txBox="1"/>
          <p:nvPr/>
        </p:nvSpPr>
        <p:spPr>
          <a:xfrm>
            <a:off x="777240" y="5596128"/>
            <a:ext cx="3703320" cy="457200"/>
          </a:xfrm>
          <a:prstGeom prst="rect">
            <a:avLst/>
          </a:prstGeom>
          <a:noFill/>
          <a:ln/>
        </p:spPr>
        <p:txBody>
          <a:bodyPr wrap="square" lIns="0" tIns="0" rIns="0" bIns="0" rtlCol="0" anchor="ctr"/>
          <a:lstStyle/>
          <a:p>
            <a:pPr algn="ctr" indent="0" marL="0">
              <a:buNone/>
            </a:pPr>
            <a:r>
              <a:rPr lang="en-US" sz="1200" dirty="0">
                <a:solidFill>
                  <a:schemeClr val="accent5"/>
                </a:solidFill>
              </a:rPr>
              <a:t>contraire   </a:t>
            </a:r>
            <a:r>
              <a:rPr lang="en-US" sz="1400" b="1" i="1" dirty="0">
                <a:solidFill>
                  <a:schemeClr val="tx1"/>
                </a:solidFill>
              </a:rPr>
              <a:t>nazeggen ≠ voorzeggen</a:t>
            </a:r>
            <a:endParaRPr lang="en-US" sz="1800" dirty="0"/>
          </a:p>
        </p:txBody>
      </p:sp>
      <p:sp>
        <p:nvSpPr>
          <p:cNvPr id="17" name="Shape 14"/>
          <p:cNvSpPr/>
          <p:nvPr/>
        </p:nvSpPr>
        <p:spPr>
          <a:xfrm>
            <a:off x="4937760" y="146304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8" name="Shape 15"/>
          <p:cNvSpPr/>
          <p:nvPr/>
        </p:nvSpPr>
        <p:spPr>
          <a:xfrm>
            <a:off x="4937760" y="1463040"/>
            <a:ext cx="109728" cy="1353312"/>
          </a:xfrm>
          <a:prstGeom prst="rect">
            <a:avLst/>
          </a:prstGeom>
          <a:solidFill>
            <a:schemeClr val="tx2"/>
          </a:solidFill>
          <a:ln w="12700">
            <a:solidFill>
              <a:srgbClr val="FFFFFF">
                <a:alpha val="0"/>
              </a:srgbClr>
            </a:solidFill>
            <a:prstDash val="solid"/>
          </a:ln>
        </p:spPr>
      </p:sp>
      <p:pic>
        <p:nvPicPr>
          <p:cNvPr id="19" name="Image 0" descr="thinking face">    </p:cNvPr>
          <p:cNvPicPr>
            <a:picLocks noChangeAspect="1"/>
          </p:cNvPicPr>
          <p:nvPr/>
        </p:nvPicPr>
        <p:blipFill>
          <a:blip r:embed="rId1"/>
          <a:stretch>
            <a:fillRect/>
          </a:stretch>
        </p:blipFill>
        <p:spPr>
          <a:xfrm>
            <a:off x="5230368" y="1618488"/>
            <a:ext cx="1042416" cy="1042416"/>
          </a:xfrm>
          <a:prstGeom prst="rect">
            <a:avLst/>
          </a:prstGeom>
        </p:spPr>
      </p:pic>
      <p:sp>
        <p:nvSpPr>
          <p:cNvPr id="20" name="Text 16"/>
          <p:cNvSpPr txBox="1"/>
          <p:nvPr/>
        </p:nvSpPr>
        <p:spPr>
          <a:xfrm>
            <a:off x="6492240" y="1554480"/>
            <a:ext cx="5010912" cy="310896"/>
          </a:xfrm>
          <a:prstGeom prst="rect">
            <a:avLst/>
          </a:prstGeom>
          <a:noFill/>
          <a:ln/>
        </p:spPr>
        <p:txBody>
          <a:bodyPr wrap="square" lIns="0" tIns="0" rIns="0" bIns="0" rtlCol="0" anchor="ctr"/>
          <a:lstStyle/>
          <a:p>
            <a:pPr algn="l" indent="0" marL="0">
              <a:buNone/>
            </a:pPr>
            <a:r>
              <a:rPr lang="en-US" sz="1200" b="1" spc="100" kern="0" dirty="0">
                <a:solidFill>
                  <a:schemeClr val="tx2"/>
                </a:solidFill>
              </a:rPr>
              <a:t>①  APRÈS</a:t>
            </a:r>
            <a:endParaRPr lang="en-US" sz="1200" dirty="0"/>
          </a:p>
        </p:txBody>
      </p:sp>
      <p:sp>
        <p:nvSpPr>
          <p:cNvPr id="21" name="Text 17"/>
          <p:cNvSpPr txBox="1"/>
          <p:nvPr/>
        </p:nvSpPr>
        <p:spPr>
          <a:xfrm>
            <a:off x="6492240" y="1847088"/>
            <a:ext cx="5010912" cy="512064"/>
          </a:xfrm>
          <a:prstGeom prst="rect">
            <a:avLst/>
          </a:prstGeom>
          <a:noFill/>
          <a:ln/>
        </p:spPr>
        <p:txBody>
          <a:bodyPr wrap="square" lIns="0" tIns="0" rIns="0" bIns="0" rtlCol="0" anchor="ctr"/>
          <a:lstStyle/>
          <a:p>
            <a:pPr algn="l" indent="0" marL="0">
              <a:buNone/>
            </a:pPr>
            <a:r>
              <a:rPr lang="en-US" sz="2600" b="1" dirty="0">
                <a:solidFill>
                  <a:srgbClr val="17375E"/>
                </a:solidFill>
              </a:rPr>
              <a:t>na</a:t>
            </a:r>
            <a:r>
              <a:rPr lang="en-US" sz="2600" b="1" dirty="0">
                <a:solidFill>
                  <a:schemeClr val="tx1"/>
                </a:solidFill>
              </a:rPr>
              <a:t>denken</a:t>
            </a:r>
            <a:r>
              <a:rPr lang="en-US" sz="1800" dirty="0">
                <a:solidFill>
                  <a:schemeClr val="accent5"/>
                </a:solidFill>
              </a:rPr>
              <a:t>   réfléchir</a:t>
            </a:r>
            <a:endParaRPr lang="en-US" sz="1800" dirty="0"/>
          </a:p>
        </p:txBody>
      </p:sp>
      <p:sp>
        <p:nvSpPr>
          <p:cNvPr id="22" name="Text 18"/>
          <p:cNvSpPr txBox="1"/>
          <p:nvPr/>
        </p:nvSpPr>
        <p:spPr>
          <a:xfrm>
            <a:off x="6492240" y="235915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Ik denk erover </a:t>
            </a:r>
            <a:r>
              <a:rPr lang="en-US" sz="1700" b="1" i="1" dirty="0">
                <a:solidFill>
                  <a:srgbClr val="17375E"/>
                </a:solidFill>
              </a:rPr>
              <a:t>na</a:t>
            </a:r>
            <a:r>
              <a:rPr lang="en-US" sz="1700" i="1" dirty="0">
                <a:solidFill>
                  <a:schemeClr val="tx1"/>
                </a:solidFill>
              </a:rPr>
              <a:t>.</a:t>
            </a:r>
            <a:endParaRPr lang="en-US" sz="1800" dirty="0"/>
          </a:p>
        </p:txBody>
      </p:sp>
      <p:sp>
        <p:nvSpPr>
          <p:cNvPr id="23" name="Shape 19"/>
          <p:cNvSpPr/>
          <p:nvPr/>
        </p:nvSpPr>
        <p:spPr>
          <a:xfrm>
            <a:off x="4937760" y="292608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4" name="Shape 20"/>
          <p:cNvSpPr/>
          <p:nvPr/>
        </p:nvSpPr>
        <p:spPr>
          <a:xfrm>
            <a:off x="4937760" y="2926080"/>
            <a:ext cx="109728" cy="1353312"/>
          </a:xfrm>
          <a:prstGeom prst="rect">
            <a:avLst/>
          </a:prstGeom>
          <a:solidFill>
            <a:schemeClr val="tx2"/>
          </a:solidFill>
          <a:ln w="12700">
            <a:solidFill>
              <a:srgbClr val="FFFFFF">
                <a:alpha val="0"/>
              </a:srgbClr>
            </a:solidFill>
            <a:prstDash val="solid"/>
          </a:ln>
        </p:spPr>
      </p:sp>
      <p:pic>
        <p:nvPicPr>
          <p:cNvPr id="25" name="Image 1" descr="parrot">    </p:cNvPr>
          <p:cNvPicPr>
            <a:picLocks noChangeAspect="1"/>
          </p:cNvPicPr>
          <p:nvPr/>
        </p:nvPicPr>
        <p:blipFill>
          <a:blip r:embed="rId2"/>
          <a:stretch>
            <a:fillRect/>
          </a:stretch>
        </p:blipFill>
        <p:spPr>
          <a:xfrm>
            <a:off x="5230368" y="3081528"/>
            <a:ext cx="1042416" cy="1042416"/>
          </a:xfrm>
          <a:prstGeom prst="rect">
            <a:avLst/>
          </a:prstGeom>
        </p:spPr>
      </p:pic>
      <p:sp>
        <p:nvSpPr>
          <p:cNvPr id="26" name="Text 21"/>
          <p:cNvSpPr txBox="1"/>
          <p:nvPr/>
        </p:nvSpPr>
        <p:spPr>
          <a:xfrm>
            <a:off x="6492240" y="3017520"/>
            <a:ext cx="5010912" cy="310896"/>
          </a:xfrm>
          <a:prstGeom prst="rect">
            <a:avLst/>
          </a:prstGeom>
          <a:noFill/>
          <a:ln/>
        </p:spPr>
        <p:txBody>
          <a:bodyPr wrap="square" lIns="0" tIns="0" rIns="0" bIns="0" rtlCol="0" anchor="ctr"/>
          <a:lstStyle/>
          <a:p>
            <a:pPr algn="l" indent="0" marL="0">
              <a:buNone/>
            </a:pPr>
            <a:r>
              <a:rPr lang="en-US" sz="1200" b="1" spc="100" kern="0" dirty="0">
                <a:solidFill>
                  <a:schemeClr val="tx2"/>
                </a:solidFill>
              </a:rPr>
              <a:t>②  IMITER</a:t>
            </a:r>
            <a:endParaRPr lang="en-US" sz="1200" dirty="0"/>
          </a:p>
        </p:txBody>
      </p:sp>
      <p:sp>
        <p:nvSpPr>
          <p:cNvPr id="27" name="Text 22"/>
          <p:cNvSpPr txBox="1"/>
          <p:nvPr/>
        </p:nvSpPr>
        <p:spPr>
          <a:xfrm>
            <a:off x="6492240" y="3310128"/>
            <a:ext cx="5010912" cy="512064"/>
          </a:xfrm>
          <a:prstGeom prst="rect">
            <a:avLst/>
          </a:prstGeom>
          <a:noFill/>
          <a:ln/>
        </p:spPr>
        <p:txBody>
          <a:bodyPr wrap="square" lIns="0" tIns="0" rIns="0" bIns="0" rtlCol="0" anchor="ctr"/>
          <a:lstStyle/>
          <a:p>
            <a:pPr algn="l" indent="0" marL="0">
              <a:buNone/>
            </a:pPr>
            <a:r>
              <a:rPr lang="en-US" sz="2600" b="1" dirty="0">
                <a:solidFill>
                  <a:srgbClr val="17375E"/>
                </a:solidFill>
              </a:rPr>
              <a:t>na</a:t>
            </a:r>
            <a:r>
              <a:rPr lang="en-US" sz="2600" b="1" dirty="0">
                <a:solidFill>
                  <a:schemeClr val="tx1"/>
                </a:solidFill>
              </a:rPr>
              <a:t>doen</a:t>
            </a:r>
            <a:r>
              <a:rPr lang="en-US" sz="1800" dirty="0">
                <a:solidFill>
                  <a:schemeClr val="accent5"/>
                </a:solidFill>
              </a:rPr>
              <a:t>   imiter</a:t>
            </a:r>
            <a:endParaRPr lang="en-US" sz="1800" dirty="0"/>
          </a:p>
        </p:txBody>
      </p:sp>
      <p:sp>
        <p:nvSpPr>
          <p:cNvPr id="28" name="Text 23"/>
          <p:cNvSpPr txBox="1"/>
          <p:nvPr/>
        </p:nvSpPr>
        <p:spPr>
          <a:xfrm>
            <a:off x="6492240" y="382219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Doe me maar </a:t>
            </a:r>
            <a:r>
              <a:rPr lang="en-US" sz="1700" b="1" i="1" dirty="0">
                <a:solidFill>
                  <a:srgbClr val="17375E"/>
                </a:solidFill>
              </a:rPr>
              <a:t>na</a:t>
            </a:r>
            <a:r>
              <a:rPr lang="en-US" sz="1700" i="1" dirty="0">
                <a:solidFill>
                  <a:schemeClr val="tx1"/>
                </a:solidFill>
              </a:rPr>
              <a:t>!</a:t>
            </a:r>
            <a:endParaRPr lang="en-US" sz="1800" dirty="0"/>
          </a:p>
        </p:txBody>
      </p:sp>
      <p:sp>
        <p:nvSpPr>
          <p:cNvPr id="29" name="Shape 24"/>
          <p:cNvSpPr/>
          <p:nvPr/>
        </p:nvSpPr>
        <p:spPr>
          <a:xfrm>
            <a:off x="4937760" y="4389120"/>
            <a:ext cx="6702552" cy="1353312"/>
          </a:xfrm>
          <a:prstGeom prst="roundRect">
            <a:avLst>
              <a:gd name="adj" fmla="val 675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0" name="Shape 25"/>
          <p:cNvSpPr/>
          <p:nvPr/>
        </p:nvSpPr>
        <p:spPr>
          <a:xfrm>
            <a:off x="4937760" y="4389120"/>
            <a:ext cx="109728" cy="1353312"/>
          </a:xfrm>
          <a:prstGeom prst="rect">
            <a:avLst/>
          </a:prstGeom>
          <a:solidFill>
            <a:schemeClr val="tx2"/>
          </a:solidFill>
          <a:ln w="12700">
            <a:solidFill>
              <a:srgbClr val="FFFFFF">
                <a:alpha val="0"/>
              </a:srgbClr>
            </a:solidFill>
            <a:prstDash val="solid"/>
          </a:ln>
        </p:spPr>
      </p:sp>
      <p:pic>
        <p:nvPicPr>
          <p:cNvPr id="31" name="Image 2" descr="magnifying glass tilted left">    </p:cNvPr>
          <p:cNvPicPr>
            <a:picLocks noChangeAspect="1"/>
          </p:cNvPicPr>
          <p:nvPr/>
        </p:nvPicPr>
        <p:blipFill>
          <a:blip r:embed="rId3"/>
          <a:stretch>
            <a:fillRect/>
          </a:stretch>
        </p:blipFill>
        <p:spPr>
          <a:xfrm>
            <a:off x="5230368" y="4544568"/>
            <a:ext cx="1042416" cy="1042416"/>
          </a:xfrm>
          <a:prstGeom prst="rect">
            <a:avLst/>
          </a:prstGeom>
        </p:spPr>
      </p:pic>
      <p:sp>
        <p:nvSpPr>
          <p:cNvPr id="32" name="Text 26"/>
          <p:cNvSpPr txBox="1"/>
          <p:nvPr/>
        </p:nvSpPr>
        <p:spPr>
          <a:xfrm>
            <a:off x="6492240" y="4480560"/>
            <a:ext cx="5010912" cy="310896"/>
          </a:xfrm>
          <a:prstGeom prst="rect">
            <a:avLst/>
          </a:prstGeom>
          <a:noFill/>
          <a:ln/>
        </p:spPr>
        <p:txBody>
          <a:bodyPr wrap="square" lIns="0" tIns="0" rIns="0" bIns="0" rtlCol="0" anchor="ctr"/>
          <a:lstStyle/>
          <a:p>
            <a:pPr algn="l" indent="0" marL="0">
              <a:buNone/>
            </a:pPr>
            <a:r>
              <a:rPr lang="en-US" sz="1200" b="1" spc="100" kern="0" dirty="0">
                <a:solidFill>
                  <a:schemeClr val="tx2"/>
                </a:solidFill>
              </a:rPr>
              <a:t>③  VÉRIFIER</a:t>
            </a:r>
            <a:endParaRPr lang="en-US" sz="1200" dirty="0"/>
          </a:p>
        </p:txBody>
      </p:sp>
      <p:sp>
        <p:nvSpPr>
          <p:cNvPr id="33" name="Text 27"/>
          <p:cNvSpPr txBox="1"/>
          <p:nvPr/>
        </p:nvSpPr>
        <p:spPr>
          <a:xfrm>
            <a:off x="6492240" y="4773168"/>
            <a:ext cx="5010912" cy="512064"/>
          </a:xfrm>
          <a:prstGeom prst="rect">
            <a:avLst/>
          </a:prstGeom>
          <a:noFill/>
          <a:ln/>
        </p:spPr>
        <p:txBody>
          <a:bodyPr wrap="square" lIns="0" tIns="0" rIns="0" bIns="0" rtlCol="0" anchor="ctr"/>
          <a:lstStyle/>
          <a:p>
            <a:pPr algn="l" indent="0" marL="0">
              <a:buNone/>
            </a:pPr>
            <a:r>
              <a:rPr lang="en-US" sz="2600" b="1" dirty="0">
                <a:solidFill>
                  <a:srgbClr val="17375E"/>
                </a:solidFill>
              </a:rPr>
              <a:t>na</a:t>
            </a:r>
            <a:r>
              <a:rPr lang="en-US" sz="2600" b="1" dirty="0">
                <a:solidFill>
                  <a:schemeClr val="tx1"/>
                </a:solidFill>
              </a:rPr>
              <a:t>kijken</a:t>
            </a:r>
            <a:r>
              <a:rPr lang="en-US" sz="1800" dirty="0">
                <a:solidFill>
                  <a:schemeClr val="accent5"/>
                </a:solidFill>
              </a:rPr>
              <a:t>   vérifier, corriger</a:t>
            </a:r>
            <a:endParaRPr lang="en-US" sz="1800" dirty="0"/>
          </a:p>
        </p:txBody>
      </p:sp>
      <p:sp>
        <p:nvSpPr>
          <p:cNvPr id="34" name="Text 28"/>
          <p:cNvSpPr txBox="1"/>
          <p:nvPr/>
        </p:nvSpPr>
        <p:spPr>
          <a:xfrm>
            <a:off x="6492240" y="5285232"/>
            <a:ext cx="5010912" cy="365760"/>
          </a:xfrm>
          <a:prstGeom prst="rect">
            <a:avLst/>
          </a:prstGeom>
          <a:noFill/>
          <a:ln/>
        </p:spPr>
        <p:txBody>
          <a:bodyPr wrap="square" lIns="0" tIns="0" rIns="0" bIns="0" rtlCol="0" anchor="ctr"/>
          <a:lstStyle/>
          <a:p>
            <a:pPr algn="l" indent="0" marL="0">
              <a:buNone/>
            </a:pPr>
            <a:r>
              <a:rPr lang="en-US" sz="1700" i="1" dirty="0">
                <a:solidFill>
                  <a:schemeClr val="tx1"/>
                </a:solidFill>
              </a:rPr>
              <a:t>Kun je de cijfers </a:t>
            </a:r>
            <a:r>
              <a:rPr lang="en-US" sz="1700" b="1" i="1" dirty="0">
                <a:solidFill>
                  <a:srgbClr val="17375E"/>
                </a:solidFill>
              </a:rPr>
              <a:t>na</a:t>
            </a:r>
            <a:r>
              <a:rPr lang="en-US" sz="1700" i="1" dirty="0">
                <a:solidFill>
                  <a:schemeClr val="tx1"/>
                </a:solidFill>
              </a:rPr>
              <a:t>kijken?</a:t>
            </a:r>
            <a:endParaRPr lang="en-US" sz="1800" dirty="0"/>
          </a:p>
        </p:txBody>
      </p:sp>
      <p:sp>
        <p:nvSpPr>
          <p:cNvPr id="35" name="Text 29"/>
          <p:cNvSpPr txBox="1"/>
          <p:nvPr/>
        </p:nvSpPr>
        <p:spPr>
          <a:xfrm>
            <a:off x="4937760" y="5870448"/>
            <a:ext cx="6702552" cy="347472"/>
          </a:xfrm>
          <a:prstGeom prst="rect">
            <a:avLst/>
          </a:prstGeom>
          <a:noFill/>
          <a:ln/>
        </p:spPr>
        <p:txBody>
          <a:bodyPr wrap="square" lIns="0" tIns="0" rIns="0" bIns="0" rtlCol="0" anchor="ctr"/>
          <a:lstStyle/>
          <a:p>
            <a:pPr algn="l" indent="0" marL="0">
              <a:buNone/>
            </a:pPr>
            <a:r>
              <a:rPr lang="en-US" sz="1500" dirty="0">
                <a:solidFill>
                  <a:schemeClr val="accent5"/>
                </a:solidFill>
              </a:rPr>
              <a:t>+ aussi : </a:t>
            </a:r>
            <a:r>
              <a:rPr lang="en-US" sz="1500" i="1" dirty="0">
                <a:solidFill>
                  <a:schemeClr val="accent5"/>
                </a:solidFill>
              </a:rPr>
              <a:t>nazeggen · nalezen · nagaan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Et aussi : terug, weg, samen, vast, los</a:t>
            </a:r>
            <a:endParaRPr lang="en-US" sz="3000" dirty="0"/>
          </a:p>
        </p:txBody>
      </p:sp>
      <p:sp>
        <p:nvSpPr>
          <p:cNvPr id="3" name="tag"/>
          <p:cNvSpPr/>
          <p:nvPr/>
        </p:nvSpPr>
        <p:spPr>
          <a:xfrm>
            <a:off x="548640" y="237744"/>
            <a:ext cx="12289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ET AUSSI</a:t>
            </a:r>
            <a:endParaRPr lang="en-US" sz="1200" dirty="0"/>
          </a:p>
        </p:txBody>
      </p:sp>
      <p:sp>
        <p:nvSpPr>
          <p:cNvPr id="5" name="Shape 2"/>
          <p:cNvSpPr/>
          <p:nvPr/>
        </p:nvSpPr>
        <p:spPr>
          <a:xfrm>
            <a:off x="548640" y="1508760"/>
            <a:ext cx="2108606" cy="2651760"/>
          </a:xfrm>
          <a:prstGeom prst="roundRect">
            <a:avLst>
              <a:gd name="adj" fmla="val 5204"/>
            </a:avLst>
          </a:prstGeom>
          <a:solidFill>
            <a:srgbClr val="FFFFFF"/>
          </a:solidFill>
          <a:ln w="25400">
            <a:solidFill>
              <a:srgbClr val="2A6FB0"/>
            </a:solidFill>
            <a:prstDash val="solid"/>
          </a:ln>
          <a:effectLst>
            <a:outerShdw sx="100000" sy="100000" kx="0" ky="0" algn="bl" rotWithShape="0" blurRad="101600" dist="25400" dir="3600000">
              <a:srgbClr val="000000">
                <a:alpha val="16000"/>
              </a:srgbClr>
            </a:outerShdw>
          </a:effectLst>
        </p:spPr>
      </p:sp>
      <p:pic>
        <p:nvPicPr>
          <p:cNvPr id="6" name="Image 0" descr="right arrow curving left">    </p:cNvPr>
          <p:cNvPicPr>
            <a:picLocks noChangeAspect="1"/>
          </p:cNvPicPr>
          <p:nvPr/>
        </p:nvPicPr>
        <p:blipFill>
          <a:blip r:embed="rId1"/>
          <a:stretch>
            <a:fillRect/>
          </a:stretch>
        </p:blipFill>
        <p:spPr>
          <a:xfrm>
            <a:off x="1145743" y="1645920"/>
            <a:ext cx="914400" cy="914400"/>
          </a:xfrm>
          <a:prstGeom prst="rect">
            <a:avLst/>
          </a:prstGeom>
        </p:spPr>
      </p:pic>
      <p:sp>
        <p:nvSpPr>
          <p:cNvPr id="7" name="Text 3"/>
          <p:cNvSpPr txBox="1"/>
          <p:nvPr/>
        </p:nvSpPr>
        <p:spPr>
          <a:xfrm>
            <a:off x="548640" y="2606040"/>
            <a:ext cx="2108606" cy="45720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terug</a:t>
            </a:r>
            <a:endParaRPr lang="en-US" sz="2400" dirty="0"/>
          </a:p>
        </p:txBody>
      </p:sp>
      <p:sp>
        <p:nvSpPr>
          <p:cNvPr id="8" name="Text 4"/>
          <p:cNvSpPr txBox="1"/>
          <p:nvPr/>
        </p:nvSpPr>
        <p:spPr>
          <a:xfrm>
            <a:off x="548640" y="3035808"/>
            <a:ext cx="2108606" cy="292608"/>
          </a:xfrm>
          <a:prstGeom prst="rect">
            <a:avLst/>
          </a:prstGeom>
          <a:noFill/>
          <a:ln/>
        </p:spPr>
        <p:txBody>
          <a:bodyPr wrap="square" lIns="0" tIns="0" rIns="0" bIns="0" rtlCol="0" anchor="ctr"/>
          <a:lstStyle/>
          <a:p>
            <a:pPr algn="ctr" indent="0" marL="0">
              <a:buNone/>
            </a:pPr>
            <a:r>
              <a:rPr lang="en-US" sz="1300" i="1" dirty="0">
                <a:solidFill>
                  <a:schemeClr val="accent5"/>
                </a:solidFill>
              </a:rPr>
              <a:t>retour</a:t>
            </a:r>
            <a:endParaRPr lang="en-US" sz="1300" dirty="0"/>
          </a:p>
        </p:txBody>
      </p:sp>
      <p:sp>
        <p:nvSpPr>
          <p:cNvPr id="9" name="Text 5"/>
          <p:cNvSpPr txBox="1"/>
          <p:nvPr/>
        </p:nvSpPr>
        <p:spPr>
          <a:xfrm>
            <a:off x="594360" y="3364992"/>
            <a:ext cx="2017166" cy="365760"/>
          </a:xfrm>
          <a:prstGeom prst="rect">
            <a:avLst/>
          </a:prstGeom>
          <a:noFill/>
          <a:ln/>
        </p:spPr>
        <p:txBody>
          <a:bodyPr wrap="square" lIns="0" tIns="0" rIns="0" bIns="0" rtlCol="0" anchor="ctr"/>
          <a:lstStyle/>
          <a:p>
            <a:pPr algn="ctr" indent="0" marL="0">
              <a:buNone/>
            </a:pPr>
            <a:r>
              <a:rPr lang="en-US" sz="1600" b="1" dirty="0">
                <a:solidFill>
                  <a:srgbClr val="2A6FB0"/>
                </a:solidFill>
              </a:rPr>
              <a:t>terug</a:t>
            </a:r>
            <a:r>
              <a:rPr lang="en-US" sz="1600" b="1" dirty="0">
                <a:solidFill>
                  <a:schemeClr val="tx1"/>
                </a:solidFill>
              </a:rPr>
              <a:t>bellen</a:t>
            </a:r>
            <a:endParaRPr lang="en-US" sz="1800" dirty="0"/>
          </a:p>
        </p:txBody>
      </p:sp>
      <p:sp>
        <p:nvSpPr>
          <p:cNvPr id="10" name="Text 6"/>
          <p:cNvSpPr txBox="1"/>
          <p:nvPr/>
        </p:nvSpPr>
        <p:spPr>
          <a:xfrm>
            <a:off x="548640" y="3703320"/>
            <a:ext cx="2108606" cy="320040"/>
          </a:xfrm>
          <a:prstGeom prst="rect">
            <a:avLst/>
          </a:prstGeom>
          <a:noFill/>
          <a:ln/>
        </p:spPr>
        <p:txBody>
          <a:bodyPr wrap="square" lIns="0" tIns="0" rIns="0" bIns="0" rtlCol="0" anchor="ctr"/>
          <a:lstStyle/>
          <a:p>
            <a:pPr algn="ctr" indent="0" marL="0">
              <a:buNone/>
            </a:pPr>
            <a:r>
              <a:rPr lang="en-US" sz="1400" dirty="0">
                <a:solidFill>
                  <a:schemeClr val="tx2"/>
                </a:solidFill>
              </a:rPr>
              <a:t>rappeler</a:t>
            </a:r>
            <a:endParaRPr lang="en-US" sz="1400" dirty="0"/>
          </a:p>
        </p:txBody>
      </p:sp>
      <p:sp>
        <p:nvSpPr>
          <p:cNvPr id="11" name="Shape 7"/>
          <p:cNvSpPr/>
          <p:nvPr/>
        </p:nvSpPr>
        <p:spPr>
          <a:xfrm>
            <a:off x="2794406" y="1508760"/>
            <a:ext cx="2108606" cy="2651760"/>
          </a:xfrm>
          <a:prstGeom prst="roundRect">
            <a:avLst>
              <a:gd name="adj" fmla="val 5204"/>
            </a:avLst>
          </a:prstGeom>
          <a:solidFill>
            <a:srgbClr val="FFFFFF"/>
          </a:solidFill>
          <a:ln w="25400">
            <a:solidFill>
              <a:srgbClr val="B83227"/>
            </a:solidFill>
            <a:prstDash val="solid"/>
          </a:ln>
          <a:effectLst>
            <a:outerShdw sx="100000" sy="100000" kx="0" ky="0" algn="bl" rotWithShape="0" blurRad="101600" dist="25400" dir="3600000">
              <a:srgbClr val="000000">
                <a:alpha val="16000"/>
              </a:srgbClr>
            </a:outerShdw>
          </a:effectLst>
        </p:spPr>
      </p:sp>
      <p:pic>
        <p:nvPicPr>
          <p:cNvPr id="12" name="Image 1" descr="dashing away">    </p:cNvPr>
          <p:cNvPicPr>
            <a:picLocks noChangeAspect="1"/>
          </p:cNvPicPr>
          <p:nvPr/>
        </p:nvPicPr>
        <p:blipFill>
          <a:blip r:embed="rId2"/>
          <a:stretch>
            <a:fillRect/>
          </a:stretch>
        </p:blipFill>
        <p:spPr>
          <a:xfrm>
            <a:off x="3391510" y="1645920"/>
            <a:ext cx="914400" cy="914400"/>
          </a:xfrm>
          <a:prstGeom prst="rect">
            <a:avLst/>
          </a:prstGeom>
        </p:spPr>
      </p:pic>
      <p:sp>
        <p:nvSpPr>
          <p:cNvPr id="13" name="Text 8"/>
          <p:cNvSpPr txBox="1"/>
          <p:nvPr/>
        </p:nvSpPr>
        <p:spPr>
          <a:xfrm>
            <a:off x="2794406" y="2606040"/>
            <a:ext cx="2108606" cy="457200"/>
          </a:xfrm>
          <a:prstGeom prst="rect">
            <a:avLst/>
          </a:prstGeom>
          <a:noFill/>
          <a:ln/>
        </p:spPr>
        <p:txBody>
          <a:bodyPr wrap="square" lIns="0" tIns="0" rIns="0" bIns="0" rtlCol="0" anchor="ctr"/>
          <a:lstStyle/>
          <a:p>
            <a:pPr algn="ctr" indent="0" marL="0">
              <a:buNone/>
            </a:pPr>
            <a:r>
              <a:rPr lang="en-US" sz="2400" b="1" dirty="0">
                <a:solidFill>
                  <a:schemeClr val="accent6"/>
                </a:solidFill>
                <a:latin typeface="+mj-lt" pitchFamily="34" charset="0"/>
                <a:ea typeface="+mj-lt" pitchFamily="34" charset="-122"/>
                <a:cs typeface="+mj-lt" pitchFamily="34" charset="-120"/>
              </a:rPr>
              <a:t>weg</a:t>
            </a:r>
            <a:endParaRPr lang="en-US" sz="2400" dirty="0"/>
          </a:p>
        </p:txBody>
      </p:sp>
      <p:sp>
        <p:nvSpPr>
          <p:cNvPr id="14" name="Text 9"/>
          <p:cNvSpPr txBox="1"/>
          <p:nvPr/>
        </p:nvSpPr>
        <p:spPr>
          <a:xfrm>
            <a:off x="2794406" y="3035808"/>
            <a:ext cx="2108606" cy="292608"/>
          </a:xfrm>
          <a:prstGeom prst="rect">
            <a:avLst/>
          </a:prstGeom>
          <a:noFill/>
          <a:ln/>
        </p:spPr>
        <p:txBody>
          <a:bodyPr wrap="square" lIns="0" tIns="0" rIns="0" bIns="0" rtlCol="0" anchor="ctr"/>
          <a:lstStyle/>
          <a:p>
            <a:pPr algn="ctr" indent="0" marL="0">
              <a:buNone/>
            </a:pPr>
            <a:r>
              <a:rPr lang="en-US" sz="1300" i="1" dirty="0">
                <a:solidFill>
                  <a:schemeClr val="accent5"/>
                </a:solidFill>
              </a:rPr>
              <a:t>partir, disparaître</a:t>
            </a:r>
            <a:endParaRPr lang="en-US" sz="1300" dirty="0"/>
          </a:p>
        </p:txBody>
      </p:sp>
      <p:sp>
        <p:nvSpPr>
          <p:cNvPr id="15" name="Text 10"/>
          <p:cNvSpPr txBox="1"/>
          <p:nvPr/>
        </p:nvSpPr>
        <p:spPr>
          <a:xfrm>
            <a:off x="2840126" y="3364992"/>
            <a:ext cx="2017166" cy="365760"/>
          </a:xfrm>
          <a:prstGeom prst="rect">
            <a:avLst/>
          </a:prstGeom>
          <a:noFill/>
          <a:ln/>
        </p:spPr>
        <p:txBody>
          <a:bodyPr wrap="square" lIns="0" tIns="0" rIns="0" bIns="0" rtlCol="0" anchor="ctr"/>
          <a:lstStyle/>
          <a:p>
            <a:pPr algn="ctr" indent="0" marL="0">
              <a:buNone/>
            </a:pPr>
            <a:r>
              <a:rPr lang="en-US" sz="1600" b="1" dirty="0">
                <a:solidFill>
                  <a:srgbClr val="B83227"/>
                </a:solidFill>
              </a:rPr>
              <a:t>weg</a:t>
            </a:r>
            <a:r>
              <a:rPr lang="en-US" sz="1600" b="1" dirty="0">
                <a:solidFill>
                  <a:schemeClr val="tx1"/>
                </a:solidFill>
              </a:rPr>
              <a:t>gooien</a:t>
            </a:r>
            <a:endParaRPr lang="en-US" sz="1800" dirty="0"/>
          </a:p>
        </p:txBody>
      </p:sp>
      <p:sp>
        <p:nvSpPr>
          <p:cNvPr id="16" name="Text 11"/>
          <p:cNvSpPr txBox="1"/>
          <p:nvPr/>
        </p:nvSpPr>
        <p:spPr>
          <a:xfrm>
            <a:off x="2794406" y="3703320"/>
            <a:ext cx="2108606" cy="320040"/>
          </a:xfrm>
          <a:prstGeom prst="rect">
            <a:avLst/>
          </a:prstGeom>
          <a:noFill/>
          <a:ln/>
        </p:spPr>
        <p:txBody>
          <a:bodyPr wrap="square" lIns="0" tIns="0" rIns="0" bIns="0" rtlCol="0" anchor="ctr"/>
          <a:lstStyle/>
          <a:p>
            <a:pPr algn="ctr" indent="0" marL="0">
              <a:buNone/>
            </a:pPr>
            <a:r>
              <a:rPr lang="en-US" sz="1400" dirty="0">
                <a:solidFill>
                  <a:schemeClr val="tx2"/>
                </a:solidFill>
              </a:rPr>
              <a:t>jeter</a:t>
            </a:r>
            <a:endParaRPr lang="en-US" sz="1400" dirty="0"/>
          </a:p>
        </p:txBody>
      </p:sp>
      <p:sp>
        <p:nvSpPr>
          <p:cNvPr id="17" name="Shape 12"/>
          <p:cNvSpPr/>
          <p:nvPr/>
        </p:nvSpPr>
        <p:spPr>
          <a:xfrm>
            <a:off x="5040173" y="1508760"/>
            <a:ext cx="2108606" cy="2651760"/>
          </a:xfrm>
          <a:prstGeom prst="roundRect">
            <a:avLst>
              <a:gd name="adj" fmla="val 5204"/>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pic>
        <p:nvPicPr>
          <p:cNvPr id="18" name="Image 2" descr="people hugging">    </p:cNvPr>
          <p:cNvPicPr>
            <a:picLocks noChangeAspect="1"/>
          </p:cNvPicPr>
          <p:nvPr/>
        </p:nvPicPr>
        <p:blipFill>
          <a:blip r:embed="rId3"/>
          <a:stretch>
            <a:fillRect/>
          </a:stretch>
        </p:blipFill>
        <p:spPr>
          <a:xfrm>
            <a:off x="5637276" y="1645920"/>
            <a:ext cx="914400" cy="914400"/>
          </a:xfrm>
          <a:prstGeom prst="rect">
            <a:avLst/>
          </a:prstGeom>
        </p:spPr>
      </p:pic>
      <p:sp>
        <p:nvSpPr>
          <p:cNvPr id="19" name="Text 13"/>
          <p:cNvSpPr txBox="1"/>
          <p:nvPr/>
        </p:nvSpPr>
        <p:spPr>
          <a:xfrm>
            <a:off x="5040173" y="2606040"/>
            <a:ext cx="2108606" cy="457200"/>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samen</a:t>
            </a:r>
            <a:endParaRPr lang="en-US" sz="2400" dirty="0"/>
          </a:p>
        </p:txBody>
      </p:sp>
      <p:sp>
        <p:nvSpPr>
          <p:cNvPr id="20" name="Text 14"/>
          <p:cNvSpPr txBox="1"/>
          <p:nvPr/>
        </p:nvSpPr>
        <p:spPr>
          <a:xfrm>
            <a:off x="5040173" y="3035808"/>
            <a:ext cx="2108606" cy="292608"/>
          </a:xfrm>
          <a:prstGeom prst="rect">
            <a:avLst/>
          </a:prstGeom>
          <a:noFill/>
          <a:ln/>
        </p:spPr>
        <p:txBody>
          <a:bodyPr wrap="square" lIns="0" tIns="0" rIns="0" bIns="0" rtlCol="0" anchor="ctr"/>
          <a:lstStyle/>
          <a:p>
            <a:pPr algn="ctr" indent="0" marL="0">
              <a:buNone/>
            </a:pPr>
            <a:r>
              <a:rPr lang="en-US" sz="1300" i="1" dirty="0">
                <a:solidFill>
                  <a:schemeClr val="accent5"/>
                </a:solidFill>
              </a:rPr>
              <a:t>ensemble</a:t>
            </a:r>
            <a:endParaRPr lang="en-US" sz="1300" dirty="0"/>
          </a:p>
        </p:txBody>
      </p:sp>
      <p:sp>
        <p:nvSpPr>
          <p:cNvPr id="21" name="Text 15"/>
          <p:cNvSpPr txBox="1"/>
          <p:nvPr/>
        </p:nvSpPr>
        <p:spPr>
          <a:xfrm>
            <a:off x="5085893" y="3364992"/>
            <a:ext cx="2017166" cy="365760"/>
          </a:xfrm>
          <a:prstGeom prst="rect">
            <a:avLst/>
          </a:prstGeom>
          <a:noFill/>
          <a:ln/>
        </p:spPr>
        <p:txBody>
          <a:bodyPr wrap="square" lIns="0" tIns="0" rIns="0" bIns="0" rtlCol="0" anchor="ctr"/>
          <a:lstStyle/>
          <a:p>
            <a:pPr algn="ctr" indent="0" marL="0">
              <a:buNone/>
            </a:pPr>
            <a:r>
              <a:rPr lang="en-US" sz="1600" b="1" dirty="0">
                <a:solidFill>
                  <a:srgbClr val="2E7D4F"/>
                </a:solidFill>
              </a:rPr>
              <a:t>samen</a:t>
            </a:r>
            <a:r>
              <a:rPr lang="en-US" sz="1600" b="1" dirty="0">
                <a:solidFill>
                  <a:schemeClr val="tx1"/>
                </a:solidFill>
              </a:rPr>
              <a:t>werken</a:t>
            </a:r>
            <a:endParaRPr lang="en-US" sz="1800" dirty="0"/>
          </a:p>
        </p:txBody>
      </p:sp>
      <p:sp>
        <p:nvSpPr>
          <p:cNvPr id="22" name="Text 16"/>
          <p:cNvSpPr txBox="1"/>
          <p:nvPr/>
        </p:nvSpPr>
        <p:spPr>
          <a:xfrm>
            <a:off x="5040173" y="3703320"/>
            <a:ext cx="2108606" cy="320040"/>
          </a:xfrm>
          <a:prstGeom prst="rect">
            <a:avLst/>
          </a:prstGeom>
          <a:noFill/>
          <a:ln/>
        </p:spPr>
        <p:txBody>
          <a:bodyPr wrap="square" lIns="0" tIns="0" rIns="0" bIns="0" rtlCol="0" anchor="ctr"/>
          <a:lstStyle/>
          <a:p>
            <a:pPr algn="ctr" indent="0" marL="0">
              <a:buNone/>
            </a:pPr>
            <a:r>
              <a:rPr lang="en-US" sz="1400" dirty="0">
                <a:solidFill>
                  <a:schemeClr val="tx2"/>
                </a:solidFill>
              </a:rPr>
              <a:t>collaborer</a:t>
            </a:r>
            <a:endParaRPr lang="en-US" sz="1400" dirty="0"/>
          </a:p>
        </p:txBody>
      </p:sp>
      <p:sp>
        <p:nvSpPr>
          <p:cNvPr id="23" name="Shape 17"/>
          <p:cNvSpPr/>
          <p:nvPr/>
        </p:nvSpPr>
        <p:spPr>
          <a:xfrm>
            <a:off x="7285939" y="1508760"/>
            <a:ext cx="2108606" cy="2651760"/>
          </a:xfrm>
          <a:prstGeom prst="roundRect">
            <a:avLst>
              <a:gd name="adj" fmla="val 5204"/>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pic>
        <p:nvPicPr>
          <p:cNvPr id="24" name="Image 3" descr="pushpin">    </p:cNvPr>
          <p:cNvPicPr>
            <a:picLocks noChangeAspect="1"/>
          </p:cNvPicPr>
          <p:nvPr/>
        </p:nvPicPr>
        <p:blipFill>
          <a:blip r:embed="rId4"/>
          <a:stretch>
            <a:fillRect/>
          </a:stretch>
        </p:blipFill>
        <p:spPr>
          <a:xfrm>
            <a:off x="7883042" y="1645920"/>
            <a:ext cx="914400" cy="914400"/>
          </a:xfrm>
          <a:prstGeom prst="rect">
            <a:avLst/>
          </a:prstGeom>
        </p:spPr>
      </p:pic>
      <p:sp>
        <p:nvSpPr>
          <p:cNvPr id="25" name="Text 18"/>
          <p:cNvSpPr txBox="1"/>
          <p:nvPr/>
        </p:nvSpPr>
        <p:spPr>
          <a:xfrm>
            <a:off x="7285939" y="2606040"/>
            <a:ext cx="2108606" cy="457200"/>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vast</a:t>
            </a:r>
            <a:endParaRPr lang="en-US" sz="2400" dirty="0"/>
          </a:p>
        </p:txBody>
      </p:sp>
      <p:sp>
        <p:nvSpPr>
          <p:cNvPr id="26" name="Text 19"/>
          <p:cNvSpPr txBox="1"/>
          <p:nvPr/>
        </p:nvSpPr>
        <p:spPr>
          <a:xfrm>
            <a:off x="7285939" y="3035808"/>
            <a:ext cx="2108606" cy="292608"/>
          </a:xfrm>
          <a:prstGeom prst="rect">
            <a:avLst/>
          </a:prstGeom>
          <a:noFill/>
          <a:ln/>
        </p:spPr>
        <p:txBody>
          <a:bodyPr wrap="square" lIns="0" tIns="0" rIns="0" bIns="0" rtlCol="0" anchor="ctr"/>
          <a:lstStyle/>
          <a:p>
            <a:pPr algn="ctr" indent="0" marL="0">
              <a:buNone/>
            </a:pPr>
            <a:r>
              <a:rPr lang="en-US" sz="1300" i="1" dirty="0">
                <a:solidFill>
                  <a:schemeClr val="accent5"/>
                </a:solidFill>
              </a:rPr>
              <a:t>fixé</a:t>
            </a:r>
            <a:endParaRPr lang="en-US" sz="1300" dirty="0"/>
          </a:p>
        </p:txBody>
      </p:sp>
      <p:sp>
        <p:nvSpPr>
          <p:cNvPr id="27" name="Text 20"/>
          <p:cNvSpPr txBox="1"/>
          <p:nvPr/>
        </p:nvSpPr>
        <p:spPr>
          <a:xfrm>
            <a:off x="7331659" y="3364992"/>
            <a:ext cx="2017166" cy="365760"/>
          </a:xfrm>
          <a:prstGeom prst="rect">
            <a:avLst/>
          </a:prstGeom>
          <a:noFill/>
          <a:ln/>
        </p:spPr>
        <p:txBody>
          <a:bodyPr wrap="square" lIns="0" tIns="0" rIns="0" bIns="0" rtlCol="0" anchor="ctr"/>
          <a:lstStyle/>
          <a:p>
            <a:pPr algn="ctr" indent="0" marL="0">
              <a:buNone/>
            </a:pPr>
            <a:r>
              <a:rPr lang="en-US" sz="1600" b="1" dirty="0">
                <a:solidFill>
                  <a:srgbClr val="17375E"/>
                </a:solidFill>
              </a:rPr>
              <a:t>vast</a:t>
            </a:r>
            <a:r>
              <a:rPr lang="en-US" sz="1600" b="1" dirty="0">
                <a:solidFill>
                  <a:schemeClr val="tx1"/>
                </a:solidFill>
              </a:rPr>
              <a:t>leggen</a:t>
            </a:r>
            <a:endParaRPr lang="en-US" sz="1800" dirty="0"/>
          </a:p>
        </p:txBody>
      </p:sp>
      <p:sp>
        <p:nvSpPr>
          <p:cNvPr id="28" name="Text 21"/>
          <p:cNvSpPr txBox="1"/>
          <p:nvPr/>
        </p:nvSpPr>
        <p:spPr>
          <a:xfrm>
            <a:off x="7285939" y="3703320"/>
            <a:ext cx="2108606" cy="320040"/>
          </a:xfrm>
          <a:prstGeom prst="rect">
            <a:avLst/>
          </a:prstGeom>
          <a:noFill/>
          <a:ln/>
        </p:spPr>
        <p:txBody>
          <a:bodyPr wrap="square" lIns="0" tIns="0" rIns="0" bIns="0" rtlCol="0" anchor="ctr"/>
          <a:lstStyle/>
          <a:p>
            <a:pPr algn="ctr" indent="0" marL="0">
              <a:buNone/>
            </a:pPr>
            <a:r>
              <a:rPr lang="en-US" sz="1400" dirty="0">
                <a:solidFill>
                  <a:schemeClr val="tx2"/>
                </a:solidFill>
              </a:rPr>
              <a:t>fixer</a:t>
            </a:r>
            <a:endParaRPr lang="en-US" sz="1400" dirty="0"/>
          </a:p>
        </p:txBody>
      </p:sp>
      <p:sp>
        <p:nvSpPr>
          <p:cNvPr id="29" name="Shape 22"/>
          <p:cNvSpPr/>
          <p:nvPr/>
        </p:nvSpPr>
        <p:spPr>
          <a:xfrm>
            <a:off x="9531706" y="1508760"/>
            <a:ext cx="2108606" cy="2651760"/>
          </a:xfrm>
          <a:prstGeom prst="roundRect">
            <a:avLst>
              <a:gd name="adj" fmla="val 5204"/>
            </a:avLst>
          </a:prstGeom>
          <a:solidFill>
            <a:srgbClr val="FFFFFF"/>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30" name="Image 4" descr="balloon">    </p:cNvPr>
          <p:cNvPicPr>
            <a:picLocks noChangeAspect="1"/>
          </p:cNvPicPr>
          <p:nvPr/>
        </p:nvPicPr>
        <p:blipFill>
          <a:blip r:embed="rId5"/>
          <a:stretch>
            <a:fillRect/>
          </a:stretch>
        </p:blipFill>
        <p:spPr>
          <a:xfrm>
            <a:off x="10128809" y="1645920"/>
            <a:ext cx="914400" cy="914400"/>
          </a:xfrm>
          <a:prstGeom prst="rect">
            <a:avLst/>
          </a:prstGeom>
        </p:spPr>
      </p:pic>
      <p:sp>
        <p:nvSpPr>
          <p:cNvPr id="31" name="Text 23"/>
          <p:cNvSpPr txBox="1"/>
          <p:nvPr/>
        </p:nvSpPr>
        <p:spPr>
          <a:xfrm>
            <a:off x="9531706" y="2606040"/>
            <a:ext cx="2108606" cy="45720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los</a:t>
            </a:r>
            <a:endParaRPr lang="en-US" sz="2400" dirty="0"/>
          </a:p>
        </p:txBody>
      </p:sp>
      <p:sp>
        <p:nvSpPr>
          <p:cNvPr id="32" name="Text 24"/>
          <p:cNvSpPr txBox="1"/>
          <p:nvPr/>
        </p:nvSpPr>
        <p:spPr>
          <a:xfrm>
            <a:off x="9531706" y="3035808"/>
            <a:ext cx="2108606" cy="292608"/>
          </a:xfrm>
          <a:prstGeom prst="rect">
            <a:avLst/>
          </a:prstGeom>
          <a:noFill/>
          <a:ln/>
        </p:spPr>
        <p:txBody>
          <a:bodyPr wrap="square" lIns="0" tIns="0" rIns="0" bIns="0" rtlCol="0" anchor="ctr"/>
          <a:lstStyle/>
          <a:p>
            <a:pPr algn="ctr" indent="0" marL="0">
              <a:buNone/>
            </a:pPr>
            <a:r>
              <a:rPr lang="en-US" sz="1300" i="1" dirty="0">
                <a:solidFill>
                  <a:schemeClr val="accent5"/>
                </a:solidFill>
              </a:rPr>
              <a:t>détaché</a:t>
            </a:r>
            <a:endParaRPr lang="en-US" sz="1300" dirty="0"/>
          </a:p>
        </p:txBody>
      </p:sp>
      <p:sp>
        <p:nvSpPr>
          <p:cNvPr id="33" name="Text 25"/>
          <p:cNvSpPr txBox="1"/>
          <p:nvPr/>
        </p:nvSpPr>
        <p:spPr>
          <a:xfrm>
            <a:off x="9577426" y="3364992"/>
            <a:ext cx="2017166" cy="365760"/>
          </a:xfrm>
          <a:prstGeom prst="rect">
            <a:avLst/>
          </a:prstGeom>
          <a:noFill/>
          <a:ln/>
        </p:spPr>
        <p:txBody>
          <a:bodyPr wrap="square" lIns="0" tIns="0" rIns="0" bIns="0" rtlCol="0" anchor="ctr"/>
          <a:lstStyle/>
          <a:p>
            <a:pPr algn="ctr" indent="0" marL="0">
              <a:buNone/>
            </a:pPr>
            <a:r>
              <a:rPr lang="en-US" sz="1600" b="1" dirty="0">
                <a:solidFill>
                  <a:srgbClr val="D9700F"/>
                </a:solidFill>
              </a:rPr>
              <a:t>los</a:t>
            </a:r>
            <a:r>
              <a:rPr lang="en-US" sz="1600" b="1" dirty="0">
                <a:solidFill>
                  <a:schemeClr val="tx1"/>
                </a:solidFill>
              </a:rPr>
              <a:t>laten</a:t>
            </a:r>
            <a:endParaRPr lang="en-US" sz="1800" dirty="0"/>
          </a:p>
        </p:txBody>
      </p:sp>
      <p:sp>
        <p:nvSpPr>
          <p:cNvPr id="34" name="Text 26"/>
          <p:cNvSpPr txBox="1"/>
          <p:nvPr/>
        </p:nvSpPr>
        <p:spPr>
          <a:xfrm>
            <a:off x="9531706" y="3703320"/>
            <a:ext cx="2108606" cy="320040"/>
          </a:xfrm>
          <a:prstGeom prst="rect">
            <a:avLst/>
          </a:prstGeom>
          <a:noFill/>
          <a:ln/>
        </p:spPr>
        <p:txBody>
          <a:bodyPr wrap="square" lIns="0" tIns="0" rIns="0" bIns="0" rtlCol="0" anchor="ctr"/>
          <a:lstStyle/>
          <a:p>
            <a:pPr algn="ctr" indent="0" marL="0">
              <a:buNone/>
            </a:pPr>
            <a:r>
              <a:rPr lang="en-US" sz="1400" dirty="0">
                <a:solidFill>
                  <a:schemeClr val="tx2"/>
                </a:solidFill>
              </a:rPr>
              <a:t>lâcher</a:t>
            </a:r>
            <a:endParaRPr lang="en-US" sz="1400" dirty="0"/>
          </a:p>
        </p:txBody>
      </p:sp>
      <p:sp>
        <p:nvSpPr>
          <p:cNvPr id="35" name="Text 27"/>
          <p:cNvSpPr txBox="1"/>
          <p:nvPr/>
        </p:nvSpPr>
        <p:spPr>
          <a:xfrm>
            <a:off x="548640" y="4343400"/>
            <a:ext cx="11091672" cy="365760"/>
          </a:xfrm>
          <a:prstGeom prst="rect">
            <a:avLst/>
          </a:prstGeom>
          <a:noFill/>
          <a:ln/>
        </p:spPr>
        <p:txBody>
          <a:bodyPr wrap="square" lIns="0" tIns="0" rIns="0" bIns="0" rtlCol="0" anchor="t"/>
          <a:lstStyle/>
          <a:p>
            <a:pPr algn="l" indent="0" marL="0">
              <a:buNone/>
            </a:pPr>
            <a:r>
              <a:rPr lang="en-US" sz="1400" b="1" dirty="0">
                <a:solidFill>
                  <a:schemeClr val="accent5"/>
                </a:solidFill>
              </a:rPr>
              <a:t>ADJECTIF OU NOM + VERBE</a:t>
            </a:r>
            <a:r>
              <a:rPr lang="en-US" sz="1400" dirty="0">
                <a:solidFill>
                  <a:schemeClr val="accent5"/>
                </a:solidFill>
              </a:rPr>
              <a:t> : ils se séparent aussi</a:t>
            </a:r>
            <a:endParaRPr lang="en-US" sz="1400" dirty="0"/>
          </a:p>
        </p:txBody>
      </p:sp>
      <p:sp>
        <p:nvSpPr>
          <p:cNvPr id="36" name="Shape 28"/>
          <p:cNvSpPr/>
          <p:nvPr/>
        </p:nvSpPr>
        <p:spPr>
          <a:xfrm>
            <a:off x="548640" y="4800600"/>
            <a:ext cx="3593592" cy="566928"/>
          </a:xfrm>
          <a:prstGeom prst="roundRect">
            <a:avLst>
              <a:gd name="adj" fmla="val 16129"/>
            </a:avLst>
          </a:prstGeom>
          <a:solidFill>
            <a:schemeClr val="bg2"/>
          </a:solidFill>
          <a:ln w="12700">
            <a:solidFill>
              <a:srgbClr val="D5DCE6"/>
            </a:solidFill>
            <a:prstDash val="solid"/>
          </a:ln>
        </p:spPr>
      </p:sp>
      <p:sp>
        <p:nvSpPr>
          <p:cNvPr id="37" name="Text 29"/>
          <p:cNvSpPr txBox="1"/>
          <p:nvPr/>
        </p:nvSpPr>
        <p:spPr>
          <a:xfrm>
            <a:off x="731520" y="4800600"/>
            <a:ext cx="3291840" cy="566928"/>
          </a:xfrm>
          <a:prstGeom prst="rect">
            <a:avLst/>
          </a:prstGeom>
          <a:noFill/>
          <a:ln/>
        </p:spPr>
        <p:txBody>
          <a:bodyPr wrap="square" lIns="0" tIns="0" rIns="0" bIns="0" rtlCol="0" anchor="ctr"/>
          <a:lstStyle/>
          <a:p>
            <a:pPr algn="l" indent="0" marL="0">
              <a:buNone/>
            </a:pPr>
            <a:r>
              <a:rPr lang="en-US" sz="1700" b="1" dirty="0">
                <a:solidFill>
                  <a:srgbClr val="4A5A70"/>
                </a:solidFill>
              </a:rPr>
              <a:t>schoon</a:t>
            </a:r>
            <a:r>
              <a:rPr lang="en-US" sz="1700" b="1" dirty="0">
                <a:solidFill>
                  <a:schemeClr val="tx1"/>
                </a:solidFill>
              </a:rPr>
              <a:t>maken</a:t>
            </a:r>
            <a:r>
              <a:rPr lang="en-US" sz="1500" dirty="0">
                <a:solidFill>
                  <a:schemeClr val="accent5"/>
                </a:solidFill>
              </a:rPr>
              <a:t>  nettoyer</a:t>
            </a:r>
            <a:endParaRPr lang="en-US" sz="1800" dirty="0"/>
          </a:p>
        </p:txBody>
      </p:sp>
      <p:sp>
        <p:nvSpPr>
          <p:cNvPr id="38" name="Shape 30"/>
          <p:cNvSpPr/>
          <p:nvPr/>
        </p:nvSpPr>
        <p:spPr>
          <a:xfrm>
            <a:off x="4297680" y="4800600"/>
            <a:ext cx="3593592" cy="566928"/>
          </a:xfrm>
          <a:prstGeom prst="roundRect">
            <a:avLst>
              <a:gd name="adj" fmla="val 16129"/>
            </a:avLst>
          </a:prstGeom>
          <a:solidFill>
            <a:schemeClr val="bg2"/>
          </a:solidFill>
          <a:ln w="12700">
            <a:solidFill>
              <a:srgbClr val="D5DCE6"/>
            </a:solidFill>
            <a:prstDash val="solid"/>
          </a:ln>
        </p:spPr>
      </p:sp>
      <p:sp>
        <p:nvSpPr>
          <p:cNvPr id="39" name="Text 31"/>
          <p:cNvSpPr txBox="1"/>
          <p:nvPr/>
        </p:nvSpPr>
        <p:spPr>
          <a:xfrm>
            <a:off x="4480560" y="4800600"/>
            <a:ext cx="3291840" cy="566928"/>
          </a:xfrm>
          <a:prstGeom prst="rect">
            <a:avLst/>
          </a:prstGeom>
          <a:noFill/>
          <a:ln/>
        </p:spPr>
        <p:txBody>
          <a:bodyPr wrap="square" lIns="0" tIns="0" rIns="0" bIns="0" rtlCol="0" anchor="ctr"/>
          <a:lstStyle/>
          <a:p>
            <a:pPr algn="l" indent="0" marL="0">
              <a:buNone/>
            </a:pPr>
            <a:r>
              <a:rPr lang="en-US" sz="1700" b="1" dirty="0">
                <a:solidFill>
                  <a:srgbClr val="4A5A70"/>
                </a:solidFill>
              </a:rPr>
              <a:t>kapot</a:t>
            </a:r>
            <a:r>
              <a:rPr lang="en-US" sz="1700" b="1" dirty="0">
                <a:solidFill>
                  <a:schemeClr val="tx1"/>
                </a:solidFill>
              </a:rPr>
              <a:t>maken</a:t>
            </a:r>
            <a:r>
              <a:rPr lang="en-US" sz="1500" dirty="0">
                <a:solidFill>
                  <a:schemeClr val="accent5"/>
                </a:solidFill>
              </a:rPr>
              <a:t>  casser</a:t>
            </a:r>
            <a:endParaRPr lang="en-US" sz="1800" dirty="0"/>
          </a:p>
        </p:txBody>
      </p:sp>
      <p:sp>
        <p:nvSpPr>
          <p:cNvPr id="40" name="Shape 32"/>
          <p:cNvSpPr/>
          <p:nvPr/>
        </p:nvSpPr>
        <p:spPr>
          <a:xfrm>
            <a:off x="8046720" y="4800600"/>
            <a:ext cx="3593592" cy="566928"/>
          </a:xfrm>
          <a:prstGeom prst="roundRect">
            <a:avLst>
              <a:gd name="adj" fmla="val 16129"/>
            </a:avLst>
          </a:prstGeom>
          <a:solidFill>
            <a:schemeClr val="bg2"/>
          </a:solidFill>
          <a:ln w="12700">
            <a:solidFill>
              <a:srgbClr val="D5DCE6"/>
            </a:solidFill>
            <a:prstDash val="solid"/>
          </a:ln>
        </p:spPr>
      </p:sp>
      <p:sp>
        <p:nvSpPr>
          <p:cNvPr id="41" name="Text 33"/>
          <p:cNvSpPr txBox="1"/>
          <p:nvPr/>
        </p:nvSpPr>
        <p:spPr>
          <a:xfrm>
            <a:off x="8229600" y="4800600"/>
            <a:ext cx="3291840" cy="566928"/>
          </a:xfrm>
          <a:prstGeom prst="rect">
            <a:avLst/>
          </a:prstGeom>
          <a:noFill/>
          <a:ln/>
        </p:spPr>
        <p:txBody>
          <a:bodyPr wrap="square" lIns="0" tIns="0" rIns="0" bIns="0" rtlCol="0" anchor="ctr"/>
          <a:lstStyle/>
          <a:p>
            <a:pPr algn="l" indent="0" marL="0">
              <a:buNone/>
            </a:pPr>
            <a:r>
              <a:rPr lang="en-US" sz="1700" b="1" dirty="0">
                <a:solidFill>
                  <a:srgbClr val="4A5A70"/>
                </a:solidFill>
              </a:rPr>
              <a:t>goed</a:t>
            </a:r>
            <a:r>
              <a:rPr lang="en-US" sz="1700" b="1" dirty="0">
                <a:solidFill>
                  <a:schemeClr val="tx1"/>
                </a:solidFill>
              </a:rPr>
              <a:t>keuren</a:t>
            </a:r>
            <a:r>
              <a:rPr lang="en-US" sz="1500" dirty="0">
                <a:solidFill>
                  <a:schemeClr val="accent5"/>
                </a:solidFill>
              </a:rPr>
              <a:t>  approuver</a:t>
            </a:r>
            <a:endParaRPr lang="en-US" sz="1800" dirty="0"/>
          </a:p>
        </p:txBody>
      </p:sp>
      <p:sp>
        <p:nvSpPr>
          <p:cNvPr id="42" name="Shape 34"/>
          <p:cNvSpPr/>
          <p:nvPr/>
        </p:nvSpPr>
        <p:spPr>
          <a:xfrm>
            <a:off x="548640" y="5486400"/>
            <a:ext cx="3593592" cy="566928"/>
          </a:xfrm>
          <a:prstGeom prst="roundRect">
            <a:avLst>
              <a:gd name="adj" fmla="val 16129"/>
            </a:avLst>
          </a:prstGeom>
          <a:solidFill>
            <a:schemeClr val="bg2"/>
          </a:solidFill>
          <a:ln w="12700">
            <a:solidFill>
              <a:srgbClr val="D5DCE6"/>
            </a:solidFill>
            <a:prstDash val="solid"/>
          </a:ln>
        </p:spPr>
      </p:sp>
      <p:sp>
        <p:nvSpPr>
          <p:cNvPr id="43" name="Text 35"/>
          <p:cNvSpPr txBox="1"/>
          <p:nvPr/>
        </p:nvSpPr>
        <p:spPr>
          <a:xfrm>
            <a:off x="731520" y="5486400"/>
            <a:ext cx="3291840" cy="566928"/>
          </a:xfrm>
          <a:prstGeom prst="rect">
            <a:avLst/>
          </a:prstGeom>
          <a:noFill/>
          <a:ln/>
        </p:spPr>
        <p:txBody>
          <a:bodyPr wrap="square" lIns="0" tIns="0" rIns="0" bIns="0" rtlCol="0" anchor="ctr"/>
          <a:lstStyle/>
          <a:p>
            <a:pPr algn="l" indent="0" marL="0">
              <a:buNone/>
            </a:pPr>
            <a:r>
              <a:rPr lang="en-US" sz="1700" b="1" dirty="0">
                <a:solidFill>
                  <a:srgbClr val="4A5A70"/>
                </a:solidFill>
              </a:rPr>
              <a:t>deel</a:t>
            </a:r>
            <a:r>
              <a:rPr lang="en-US" sz="1700" b="1" dirty="0">
                <a:solidFill>
                  <a:schemeClr val="tx1"/>
                </a:solidFill>
              </a:rPr>
              <a:t>nemen</a:t>
            </a:r>
            <a:r>
              <a:rPr lang="en-US" sz="1500" dirty="0">
                <a:solidFill>
                  <a:schemeClr val="accent5"/>
                </a:solidFill>
              </a:rPr>
              <a:t>  participer</a:t>
            </a:r>
            <a:endParaRPr lang="en-US" sz="1800" dirty="0"/>
          </a:p>
        </p:txBody>
      </p:sp>
      <p:sp>
        <p:nvSpPr>
          <p:cNvPr id="44" name="Shape 36"/>
          <p:cNvSpPr/>
          <p:nvPr/>
        </p:nvSpPr>
        <p:spPr>
          <a:xfrm>
            <a:off x="4297680" y="5486400"/>
            <a:ext cx="3593592" cy="566928"/>
          </a:xfrm>
          <a:prstGeom prst="roundRect">
            <a:avLst>
              <a:gd name="adj" fmla="val 16129"/>
            </a:avLst>
          </a:prstGeom>
          <a:solidFill>
            <a:schemeClr val="bg2"/>
          </a:solidFill>
          <a:ln w="12700">
            <a:solidFill>
              <a:srgbClr val="D5DCE6"/>
            </a:solidFill>
            <a:prstDash val="solid"/>
          </a:ln>
        </p:spPr>
      </p:sp>
      <p:sp>
        <p:nvSpPr>
          <p:cNvPr id="45" name="Text 37"/>
          <p:cNvSpPr txBox="1"/>
          <p:nvPr/>
        </p:nvSpPr>
        <p:spPr>
          <a:xfrm>
            <a:off x="4480560" y="5486400"/>
            <a:ext cx="3291840" cy="566928"/>
          </a:xfrm>
          <a:prstGeom prst="rect">
            <a:avLst/>
          </a:prstGeom>
          <a:noFill/>
          <a:ln/>
        </p:spPr>
        <p:txBody>
          <a:bodyPr wrap="square" lIns="0" tIns="0" rIns="0" bIns="0" rtlCol="0" anchor="ctr"/>
          <a:lstStyle/>
          <a:p>
            <a:pPr algn="l" indent="0" marL="0">
              <a:buNone/>
            </a:pPr>
            <a:r>
              <a:rPr lang="en-US" sz="1700" b="1" dirty="0">
                <a:solidFill>
                  <a:srgbClr val="4A5A70"/>
                </a:solidFill>
              </a:rPr>
              <a:t>plaats</a:t>
            </a:r>
            <a:r>
              <a:rPr lang="en-US" sz="1700" b="1" dirty="0">
                <a:solidFill>
                  <a:schemeClr val="tx1"/>
                </a:solidFill>
              </a:rPr>
              <a:t>vinden</a:t>
            </a:r>
            <a:r>
              <a:rPr lang="en-US" sz="1500" dirty="0">
                <a:solidFill>
                  <a:schemeClr val="accent5"/>
                </a:solidFill>
              </a:rPr>
              <a:t>  avoir lieu</a:t>
            </a:r>
            <a:endParaRPr lang="en-US" sz="1800" dirty="0"/>
          </a:p>
        </p:txBody>
      </p:sp>
      <p:sp>
        <p:nvSpPr>
          <p:cNvPr id="46" name="Shape 38"/>
          <p:cNvSpPr/>
          <p:nvPr/>
        </p:nvSpPr>
        <p:spPr>
          <a:xfrm>
            <a:off x="8046720" y="5486400"/>
            <a:ext cx="3593592" cy="566928"/>
          </a:xfrm>
          <a:prstGeom prst="roundRect">
            <a:avLst>
              <a:gd name="adj" fmla="val 16129"/>
            </a:avLst>
          </a:prstGeom>
          <a:solidFill>
            <a:schemeClr val="bg2"/>
          </a:solidFill>
          <a:ln w="12700">
            <a:solidFill>
              <a:srgbClr val="D5DCE6"/>
            </a:solidFill>
            <a:prstDash val="solid"/>
          </a:ln>
        </p:spPr>
      </p:sp>
      <p:sp>
        <p:nvSpPr>
          <p:cNvPr id="47" name="Text 39"/>
          <p:cNvSpPr txBox="1"/>
          <p:nvPr/>
        </p:nvSpPr>
        <p:spPr>
          <a:xfrm>
            <a:off x="8229600" y="5486400"/>
            <a:ext cx="3291840" cy="566928"/>
          </a:xfrm>
          <a:prstGeom prst="rect">
            <a:avLst/>
          </a:prstGeom>
          <a:noFill/>
          <a:ln/>
        </p:spPr>
        <p:txBody>
          <a:bodyPr wrap="square" lIns="0" tIns="0" rIns="0" bIns="0" rtlCol="0" anchor="ctr"/>
          <a:lstStyle/>
          <a:p>
            <a:pPr algn="l" indent="0" marL="0">
              <a:buNone/>
            </a:pPr>
            <a:r>
              <a:rPr lang="en-US" sz="1700" b="1" dirty="0">
                <a:solidFill>
                  <a:srgbClr val="4A5A70"/>
                </a:solidFill>
              </a:rPr>
              <a:t>kwijt</a:t>
            </a:r>
            <a:r>
              <a:rPr lang="en-US" sz="1700" b="1" dirty="0">
                <a:solidFill>
                  <a:schemeClr val="tx1"/>
                </a:solidFill>
              </a:rPr>
              <a:t>raken</a:t>
            </a:r>
            <a:r>
              <a:rPr lang="en-US" sz="1500" dirty="0">
                <a:solidFill>
                  <a:schemeClr val="accent5"/>
                </a:solidFill>
              </a:rPr>
              <a:t>  perdre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interrupteurs : une particule, son contraire</a:t>
            </a:r>
            <a:endParaRPr lang="en-US" sz="3000" dirty="0"/>
          </a:p>
        </p:txBody>
      </p:sp>
      <p:sp>
        <p:nvSpPr>
          <p:cNvPr id="3" name="tag"/>
          <p:cNvSpPr/>
          <p:nvPr/>
        </p:nvSpPr>
        <p:spPr>
          <a:xfrm>
            <a:off x="548640" y="237744"/>
            <a:ext cx="1444752"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CONTRAIRES</a:t>
            </a:r>
            <a:endParaRPr lang="en-US" sz="1200" dirty="0"/>
          </a:p>
        </p:txBody>
      </p:sp>
      <p:sp>
        <p:nvSpPr>
          <p:cNvPr id="5" name="Shape 2"/>
          <p:cNvSpPr/>
          <p:nvPr/>
        </p:nvSpPr>
        <p:spPr>
          <a:xfrm>
            <a:off x="548640" y="1508760"/>
            <a:ext cx="3544824" cy="2029968"/>
          </a:xfrm>
          <a:prstGeom prst="roundRect">
            <a:avLst>
              <a:gd name="adj" fmla="val 540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6" name="Image 0" descr="light bulb">    </p:cNvPr>
          <p:cNvPicPr>
            <a:picLocks noChangeAspect="1"/>
          </p:cNvPicPr>
          <p:nvPr/>
        </p:nvPicPr>
        <p:blipFill>
          <a:blip r:embed="rId1"/>
          <a:stretch>
            <a:fillRect/>
          </a:stretch>
        </p:blipFill>
        <p:spPr>
          <a:xfrm>
            <a:off x="1000506" y="1645920"/>
            <a:ext cx="914400" cy="914400"/>
          </a:xfrm>
          <a:prstGeom prst="rect">
            <a:avLst/>
          </a:prstGeom>
        </p:spPr>
      </p:pic>
      <p:sp>
        <p:nvSpPr>
          <p:cNvPr id="7" name="Shape 3"/>
          <p:cNvSpPr/>
          <p:nvPr/>
        </p:nvSpPr>
        <p:spPr>
          <a:xfrm>
            <a:off x="685800" y="2651760"/>
            <a:ext cx="1543812" cy="457200"/>
          </a:xfrm>
          <a:prstGeom prst="roundRect">
            <a:avLst>
              <a:gd name="adj" fmla="val 24000"/>
            </a:avLst>
          </a:prstGeom>
          <a:solidFill>
            <a:schemeClr val="accent2"/>
          </a:solidFill>
          <a:ln w="12700">
            <a:solidFill>
              <a:srgbClr val="FFFFFF">
                <a:alpha val="0"/>
              </a:srgbClr>
            </a:solidFill>
            <a:prstDash val="solid"/>
          </a:ln>
        </p:spPr>
      </p:sp>
      <p:sp>
        <p:nvSpPr>
          <p:cNvPr id="8" name="Text 4"/>
          <p:cNvSpPr txBox="1"/>
          <p:nvPr/>
        </p:nvSpPr>
        <p:spPr>
          <a:xfrm>
            <a:off x="685800" y="2651760"/>
            <a:ext cx="1543812" cy="457200"/>
          </a:xfrm>
          <a:prstGeom prst="rect">
            <a:avLst/>
          </a:prstGeom>
          <a:noFill/>
          <a:ln/>
        </p:spPr>
        <p:txBody>
          <a:bodyPr wrap="square" lIns="0" tIns="0" rIns="0" bIns="0" rtlCol="0" anchor="ctr"/>
          <a:lstStyle/>
          <a:p>
            <a:pPr algn="ctr" indent="0" marL="0">
              <a:buNone/>
            </a:pPr>
            <a:r>
              <a:rPr lang="en-US" sz="1500" b="1" dirty="0">
                <a:solidFill>
                  <a:srgbClr val="FFFFFF"/>
                </a:solidFill>
              </a:rPr>
              <a:t>aan</a:t>
            </a:r>
            <a:r>
              <a:rPr lang="en-US" sz="1500" b="1" dirty="0">
                <a:solidFill>
                  <a:srgbClr val="FFFFFF"/>
                </a:solidFill>
              </a:rPr>
              <a:t>zetten</a:t>
            </a:r>
            <a:endParaRPr lang="en-US" sz="1800" dirty="0"/>
          </a:p>
        </p:txBody>
      </p:sp>
      <p:pic>
        <p:nvPicPr>
          <p:cNvPr id="9" name="Image 1" descr="light bulb">    </p:cNvPr>
          <p:cNvPicPr>
            <a:picLocks noChangeAspect="1"/>
          </p:cNvPicPr>
          <p:nvPr/>
        </p:nvPicPr>
        <p:blipFill>
          <a:blip r:embed="rId2">
            <a:alphaModFix amt="25000"/>
          </a:blip>
          <a:stretch>
            <a:fillRect/>
          </a:stretch>
        </p:blipFill>
        <p:spPr>
          <a:xfrm>
            <a:off x="2727198" y="1645920"/>
            <a:ext cx="914400" cy="914400"/>
          </a:xfrm>
          <a:prstGeom prst="rect">
            <a:avLst/>
          </a:prstGeom>
        </p:spPr>
      </p:pic>
      <p:sp>
        <p:nvSpPr>
          <p:cNvPr id="10" name="Shape 5"/>
          <p:cNvSpPr/>
          <p:nvPr/>
        </p:nvSpPr>
        <p:spPr>
          <a:xfrm>
            <a:off x="2412492" y="2651760"/>
            <a:ext cx="1543812" cy="457200"/>
          </a:xfrm>
          <a:prstGeom prst="roundRect">
            <a:avLst>
              <a:gd name="adj" fmla="val 24000"/>
            </a:avLst>
          </a:prstGeom>
          <a:solidFill>
            <a:schemeClr val="accent1"/>
          </a:solidFill>
          <a:ln w="12700">
            <a:solidFill>
              <a:srgbClr val="FFFFFF">
                <a:alpha val="0"/>
              </a:srgbClr>
            </a:solidFill>
            <a:prstDash val="solid"/>
          </a:ln>
        </p:spPr>
      </p:sp>
      <p:sp>
        <p:nvSpPr>
          <p:cNvPr id="11" name="Text 6"/>
          <p:cNvSpPr txBox="1"/>
          <p:nvPr/>
        </p:nvSpPr>
        <p:spPr>
          <a:xfrm>
            <a:off x="2412492" y="2651760"/>
            <a:ext cx="1543812" cy="457200"/>
          </a:xfrm>
          <a:prstGeom prst="rect">
            <a:avLst/>
          </a:prstGeom>
          <a:noFill/>
          <a:ln/>
        </p:spPr>
        <p:txBody>
          <a:bodyPr wrap="square" lIns="0" tIns="0" rIns="0" bIns="0" rtlCol="0" anchor="ctr"/>
          <a:lstStyle/>
          <a:p>
            <a:pPr algn="ctr" indent="0" marL="0">
              <a:buNone/>
            </a:pPr>
            <a:r>
              <a:rPr lang="en-US" sz="1500" b="1" dirty="0">
                <a:solidFill>
                  <a:srgbClr val="FFFFFF"/>
                </a:solidFill>
              </a:rPr>
              <a:t>uit</a:t>
            </a:r>
            <a:r>
              <a:rPr lang="en-US" sz="1500" b="1" dirty="0">
                <a:solidFill>
                  <a:srgbClr val="FFFFFF"/>
                </a:solidFill>
              </a:rPr>
              <a:t>zetten</a:t>
            </a:r>
            <a:endParaRPr lang="en-US" sz="1800" dirty="0"/>
          </a:p>
        </p:txBody>
      </p:sp>
      <p:sp>
        <p:nvSpPr>
          <p:cNvPr id="12" name="Text 7"/>
          <p:cNvSpPr txBox="1"/>
          <p:nvPr/>
        </p:nvSpPr>
        <p:spPr>
          <a:xfrm>
            <a:off x="2092452" y="1920240"/>
            <a:ext cx="457200" cy="457200"/>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13" name="Text 8"/>
          <p:cNvSpPr txBox="1"/>
          <p:nvPr/>
        </p:nvSpPr>
        <p:spPr>
          <a:xfrm>
            <a:off x="640080" y="3154680"/>
            <a:ext cx="3361944" cy="329184"/>
          </a:xfrm>
          <a:prstGeom prst="rect">
            <a:avLst/>
          </a:prstGeom>
          <a:noFill/>
          <a:ln/>
        </p:spPr>
        <p:txBody>
          <a:bodyPr wrap="square" lIns="0" tIns="0" rIns="0" bIns="0" rtlCol="0" anchor="ctr"/>
          <a:lstStyle/>
          <a:p>
            <a:pPr algn="ctr" indent="0" marL="0">
              <a:buNone/>
            </a:pPr>
            <a:r>
              <a:rPr lang="en-US" sz="1300" i="1" dirty="0">
                <a:solidFill>
                  <a:schemeClr val="accent5"/>
                </a:solidFill>
              </a:rPr>
              <a:t>allumer / éteindre</a:t>
            </a:r>
            <a:endParaRPr lang="en-US" sz="1300" dirty="0"/>
          </a:p>
        </p:txBody>
      </p:sp>
      <p:sp>
        <p:nvSpPr>
          <p:cNvPr id="14" name="Shape 9"/>
          <p:cNvSpPr/>
          <p:nvPr/>
        </p:nvSpPr>
        <p:spPr>
          <a:xfrm>
            <a:off x="4322064" y="1508760"/>
            <a:ext cx="3544824" cy="2029968"/>
          </a:xfrm>
          <a:prstGeom prst="roundRect">
            <a:avLst>
              <a:gd name="adj" fmla="val 540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5" name="Image 2" descr="bus">    </p:cNvPr>
          <p:cNvPicPr>
            <a:picLocks noChangeAspect="1"/>
          </p:cNvPicPr>
          <p:nvPr/>
        </p:nvPicPr>
        <p:blipFill>
          <a:blip r:embed="rId3"/>
          <a:stretch>
            <a:fillRect/>
          </a:stretch>
        </p:blipFill>
        <p:spPr>
          <a:xfrm>
            <a:off x="4773930" y="1645920"/>
            <a:ext cx="914400" cy="914400"/>
          </a:xfrm>
          <a:prstGeom prst="rect">
            <a:avLst/>
          </a:prstGeom>
        </p:spPr>
      </p:pic>
      <p:sp>
        <p:nvSpPr>
          <p:cNvPr id="16" name="Shape 10"/>
          <p:cNvSpPr/>
          <p:nvPr/>
        </p:nvSpPr>
        <p:spPr>
          <a:xfrm>
            <a:off x="4459224" y="2651760"/>
            <a:ext cx="1543812" cy="457200"/>
          </a:xfrm>
          <a:prstGeom prst="roundRect">
            <a:avLst>
              <a:gd name="adj" fmla="val 24000"/>
            </a:avLst>
          </a:prstGeom>
          <a:solidFill>
            <a:srgbClr val="6E4A9E"/>
          </a:solidFill>
          <a:ln w="12700">
            <a:solidFill>
              <a:srgbClr val="FFFFFF">
                <a:alpha val="0"/>
              </a:srgbClr>
            </a:solidFill>
            <a:prstDash val="solid"/>
          </a:ln>
        </p:spPr>
      </p:sp>
      <p:sp>
        <p:nvSpPr>
          <p:cNvPr id="17" name="Text 11"/>
          <p:cNvSpPr txBox="1"/>
          <p:nvPr/>
        </p:nvSpPr>
        <p:spPr>
          <a:xfrm>
            <a:off x="4459224" y="2651760"/>
            <a:ext cx="1543812" cy="457200"/>
          </a:xfrm>
          <a:prstGeom prst="rect">
            <a:avLst/>
          </a:prstGeom>
          <a:noFill/>
          <a:ln/>
        </p:spPr>
        <p:txBody>
          <a:bodyPr wrap="square" lIns="0" tIns="0" rIns="0" bIns="0" rtlCol="0" anchor="ctr"/>
          <a:lstStyle/>
          <a:p>
            <a:pPr algn="ctr" indent="0" marL="0">
              <a:buNone/>
            </a:pPr>
            <a:r>
              <a:rPr lang="en-US" sz="1500" b="1" dirty="0">
                <a:solidFill>
                  <a:srgbClr val="FFFFFF"/>
                </a:solidFill>
              </a:rPr>
              <a:t>in</a:t>
            </a:r>
            <a:r>
              <a:rPr lang="en-US" sz="1500" b="1" dirty="0">
                <a:solidFill>
                  <a:srgbClr val="FFFFFF"/>
                </a:solidFill>
              </a:rPr>
              <a:t>stappen</a:t>
            </a:r>
            <a:endParaRPr lang="en-US" sz="1800" dirty="0"/>
          </a:p>
        </p:txBody>
      </p:sp>
      <p:pic>
        <p:nvPicPr>
          <p:cNvPr id="18" name="Image 3" descr="person walking">    </p:cNvPr>
          <p:cNvPicPr>
            <a:picLocks noChangeAspect="1"/>
          </p:cNvPicPr>
          <p:nvPr/>
        </p:nvPicPr>
        <p:blipFill>
          <a:blip r:embed="rId4"/>
          <a:stretch>
            <a:fillRect/>
          </a:stretch>
        </p:blipFill>
        <p:spPr>
          <a:xfrm>
            <a:off x="6500622" y="1645920"/>
            <a:ext cx="914400" cy="914400"/>
          </a:xfrm>
          <a:prstGeom prst="rect">
            <a:avLst/>
          </a:prstGeom>
        </p:spPr>
      </p:pic>
      <p:sp>
        <p:nvSpPr>
          <p:cNvPr id="19" name="Shape 12"/>
          <p:cNvSpPr/>
          <p:nvPr/>
        </p:nvSpPr>
        <p:spPr>
          <a:xfrm>
            <a:off x="6185916" y="2651760"/>
            <a:ext cx="1543812" cy="457200"/>
          </a:xfrm>
          <a:prstGeom prst="roundRect">
            <a:avLst>
              <a:gd name="adj" fmla="val 24000"/>
            </a:avLst>
          </a:prstGeom>
          <a:solidFill>
            <a:schemeClr val="accent1"/>
          </a:solidFill>
          <a:ln w="12700">
            <a:solidFill>
              <a:srgbClr val="FFFFFF">
                <a:alpha val="0"/>
              </a:srgbClr>
            </a:solidFill>
            <a:prstDash val="solid"/>
          </a:ln>
        </p:spPr>
      </p:sp>
      <p:sp>
        <p:nvSpPr>
          <p:cNvPr id="20" name="Text 13"/>
          <p:cNvSpPr txBox="1"/>
          <p:nvPr/>
        </p:nvSpPr>
        <p:spPr>
          <a:xfrm>
            <a:off x="6185916" y="2651760"/>
            <a:ext cx="1543812" cy="457200"/>
          </a:xfrm>
          <a:prstGeom prst="rect">
            <a:avLst/>
          </a:prstGeom>
          <a:noFill/>
          <a:ln/>
        </p:spPr>
        <p:txBody>
          <a:bodyPr wrap="square" lIns="0" tIns="0" rIns="0" bIns="0" rtlCol="0" anchor="ctr"/>
          <a:lstStyle/>
          <a:p>
            <a:pPr algn="ctr" indent="0" marL="0">
              <a:buNone/>
            </a:pPr>
            <a:r>
              <a:rPr lang="en-US" sz="1500" b="1" dirty="0">
                <a:solidFill>
                  <a:srgbClr val="FFFFFF"/>
                </a:solidFill>
              </a:rPr>
              <a:t>uit</a:t>
            </a:r>
            <a:r>
              <a:rPr lang="en-US" sz="1500" b="1" dirty="0">
                <a:solidFill>
                  <a:srgbClr val="FFFFFF"/>
                </a:solidFill>
              </a:rPr>
              <a:t>stappen</a:t>
            </a:r>
            <a:endParaRPr lang="en-US" sz="1800" dirty="0"/>
          </a:p>
        </p:txBody>
      </p:sp>
      <p:sp>
        <p:nvSpPr>
          <p:cNvPr id="21" name="Text 14"/>
          <p:cNvSpPr txBox="1"/>
          <p:nvPr/>
        </p:nvSpPr>
        <p:spPr>
          <a:xfrm>
            <a:off x="5865876" y="1920240"/>
            <a:ext cx="457200" cy="457200"/>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22" name="Text 15"/>
          <p:cNvSpPr txBox="1"/>
          <p:nvPr/>
        </p:nvSpPr>
        <p:spPr>
          <a:xfrm>
            <a:off x="4413504" y="3154680"/>
            <a:ext cx="3361944" cy="329184"/>
          </a:xfrm>
          <a:prstGeom prst="rect">
            <a:avLst/>
          </a:prstGeom>
          <a:noFill/>
          <a:ln/>
        </p:spPr>
        <p:txBody>
          <a:bodyPr wrap="square" lIns="0" tIns="0" rIns="0" bIns="0" rtlCol="0" anchor="ctr"/>
          <a:lstStyle/>
          <a:p>
            <a:pPr algn="ctr" indent="0" marL="0">
              <a:buNone/>
            </a:pPr>
            <a:r>
              <a:rPr lang="en-US" sz="1300" i="1" dirty="0">
                <a:solidFill>
                  <a:schemeClr val="accent5"/>
                </a:solidFill>
              </a:rPr>
              <a:t>monter / descendre</a:t>
            </a:r>
            <a:endParaRPr lang="en-US" sz="1300" dirty="0"/>
          </a:p>
        </p:txBody>
      </p:sp>
      <p:sp>
        <p:nvSpPr>
          <p:cNvPr id="23" name="Shape 16"/>
          <p:cNvSpPr/>
          <p:nvPr/>
        </p:nvSpPr>
        <p:spPr>
          <a:xfrm>
            <a:off x="8095488" y="1508760"/>
            <a:ext cx="3544824" cy="2029968"/>
          </a:xfrm>
          <a:prstGeom prst="roundRect">
            <a:avLst>
              <a:gd name="adj" fmla="val 540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4" name="Image 4" descr="chart increasing">    </p:cNvPr>
          <p:cNvPicPr>
            <a:picLocks noChangeAspect="1"/>
          </p:cNvPicPr>
          <p:nvPr/>
        </p:nvPicPr>
        <p:blipFill>
          <a:blip r:embed="rId5"/>
          <a:stretch>
            <a:fillRect/>
          </a:stretch>
        </p:blipFill>
        <p:spPr>
          <a:xfrm>
            <a:off x="8547354" y="1645920"/>
            <a:ext cx="914400" cy="914400"/>
          </a:xfrm>
          <a:prstGeom prst="rect">
            <a:avLst/>
          </a:prstGeom>
        </p:spPr>
      </p:pic>
      <p:sp>
        <p:nvSpPr>
          <p:cNvPr id="25" name="Shape 17"/>
          <p:cNvSpPr/>
          <p:nvPr/>
        </p:nvSpPr>
        <p:spPr>
          <a:xfrm>
            <a:off x="8232648" y="2651760"/>
            <a:ext cx="1543812" cy="457200"/>
          </a:xfrm>
          <a:prstGeom prst="roundRect">
            <a:avLst>
              <a:gd name="adj" fmla="val 24000"/>
            </a:avLst>
          </a:prstGeom>
          <a:solidFill>
            <a:srgbClr val="0E7C86"/>
          </a:solidFill>
          <a:ln w="12700">
            <a:solidFill>
              <a:srgbClr val="FFFFFF">
                <a:alpha val="0"/>
              </a:srgbClr>
            </a:solidFill>
            <a:prstDash val="solid"/>
          </a:ln>
        </p:spPr>
      </p:sp>
      <p:sp>
        <p:nvSpPr>
          <p:cNvPr id="26" name="Text 18"/>
          <p:cNvSpPr txBox="1"/>
          <p:nvPr/>
        </p:nvSpPr>
        <p:spPr>
          <a:xfrm>
            <a:off x="8232648" y="2651760"/>
            <a:ext cx="1543812" cy="457200"/>
          </a:xfrm>
          <a:prstGeom prst="rect">
            <a:avLst/>
          </a:prstGeom>
          <a:noFill/>
          <a:ln/>
        </p:spPr>
        <p:txBody>
          <a:bodyPr wrap="square" lIns="0" tIns="0" rIns="0" bIns="0" rtlCol="0" anchor="ctr"/>
          <a:lstStyle/>
          <a:p>
            <a:pPr algn="ctr" indent="0" marL="0">
              <a:buNone/>
            </a:pPr>
            <a:r>
              <a:rPr lang="en-US" sz="1500" b="1" dirty="0">
                <a:solidFill>
                  <a:srgbClr val="FFFFFF"/>
                </a:solidFill>
              </a:rPr>
              <a:t>toe</a:t>
            </a:r>
            <a:r>
              <a:rPr lang="en-US" sz="1500" b="1" dirty="0">
                <a:solidFill>
                  <a:srgbClr val="FFFFFF"/>
                </a:solidFill>
              </a:rPr>
              <a:t>nemen</a:t>
            </a:r>
            <a:endParaRPr lang="en-US" sz="1800" dirty="0"/>
          </a:p>
        </p:txBody>
      </p:sp>
      <p:pic>
        <p:nvPicPr>
          <p:cNvPr id="27" name="Image 5" descr="chart decreasing">    </p:cNvPr>
          <p:cNvPicPr>
            <a:picLocks noChangeAspect="1"/>
          </p:cNvPicPr>
          <p:nvPr/>
        </p:nvPicPr>
        <p:blipFill>
          <a:blip r:embed="rId6"/>
          <a:stretch>
            <a:fillRect/>
          </a:stretch>
        </p:blipFill>
        <p:spPr>
          <a:xfrm>
            <a:off x="10274046" y="1645920"/>
            <a:ext cx="914400" cy="914400"/>
          </a:xfrm>
          <a:prstGeom prst="rect">
            <a:avLst/>
          </a:prstGeom>
        </p:spPr>
      </p:pic>
      <p:sp>
        <p:nvSpPr>
          <p:cNvPr id="28" name="Shape 19"/>
          <p:cNvSpPr/>
          <p:nvPr/>
        </p:nvSpPr>
        <p:spPr>
          <a:xfrm>
            <a:off x="9959340" y="2651760"/>
            <a:ext cx="1543812" cy="457200"/>
          </a:xfrm>
          <a:prstGeom prst="roundRect">
            <a:avLst>
              <a:gd name="adj" fmla="val 24000"/>
            </a:avLst>
          </a:prstGeom>
          <a:solidFill>
            <a:schemeClr val="accent6"/>
          </a:solidFill>
          <a:ln w="12700">
            <a:solidFill>
              <a:srgbClr val="FFFFFF">
                <a:alpha val="0"/>
              </a:srgbClr>
            </a:solidFill>
            <a:prstDash val="solid"/>
          </a:ln>
        </p:spPr>
      </p:sp>
      <p:sp>
        <p:nvSpPr>
          <p:cNvPr id="29" name="Text 20"/>
          <p:cNvSpPr txBox="1"/>
          <p:nvPr/>
        </p:nvSpPr>
        <p:spPr>
          <a:xfrm>
            <a:off x="9959340" y="2651760"/>
            <a:ext cx="1543812" cy="457200"/>
          </a:xfrm>
          <a:prstGeom prst="rect">
            <a:avLst/>
          </a:prstGeom>
          <a:noFill/>
          <a:ln/>
        </p:spPr>
        <p:txBody>
          <a:bodyPr wrap="square" lIns="0" tIns="0" rIns="0" bIns="0" rtlCol="0" anchor="ctr"/>
          <a:lstStyle/>
          <a:p>
            <a:pPr algn="ctr" indent="0" marL="0">
              <a:buNone/>
            </a:pPr>
            <a:r>
              <a:rPr lang="en-US" sz="1500" b="1" dirty="0">
                <a:solidFill>
                  <a:srgbClr val="FFFFFF"/>
                </a:solidFill>
              </a:rPr>
              <a:t>af</a:t>
            </a:r>
            <a:r>
              <a:rPr lang="en-US" sz="1500" b="1" dirty="0">
                <a:solidFill>
                  <a:srgbClr val="FFFFFF"/>
                </a:solidFill>
              </a:rPr>
              <a:t>nemen</a:t>
            </a:r>
            <a:endParaRPr lang="en-US" sz="1800" dirty="0"/>
          </a:p>
        </p:txBody>
      </p:sp>
      <p:sp>
        <p:nvSpPr>
          <p:cNvPr id="30" name="Text 21"/>
          <p:cNvSpPr txBox="1"/>
          <p:nvPr/>
        </p:nvSpPr>
        <p:spPr>
          <a:xfrm>
            <a:off x="9639300" y="1920240"/>
            <a:ext cx="457200" cy="457200"/>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31" name="Text 22"/>
          <p:cNvSpPr txBox="1"/>
          <p:nvPr/>
        </p:nvSpPr>
        <p:spPr>
          <a:xfrm>
            <a:off x="8186928" y="3154680"/>
            <a:ext cx="3361944" cy="329184"/>
          </a:xfrm>
          <a:prstGeom prst="rect">
            <a:avLst/>
          </a:prstGeom>
          <a:noFill/>
          <a:ln/>
        </p:spPr>
        <p:txBody>
          <a:bodyPr wrap="square" lIns="0" tIns="0" rIns="0" bIns="0" rtlCol="0" anchor="ctr"/>
          <a:lstStyle/>
          <a:p>
            <a:pPr algn="ctr" indent="0" marL="0">
              <a:buNone/>
            </a:pPr>
            <a:r>
              <a:rPr lang="en-US" sz="1300" i="1" dirty="0">
                <a:solidFill>
                  <a:schemeClr val="accent5"/>
                </a:solidFill>
              </a:rPr>
              <a:t>augmenter / diminuer</a:t>
            </a:r>
            <a:endParaRPr lang="en-US" sz="1300" dirty="0"/>
          </a:p>
        </p:txBody>
      </p:sp>
      <p:sp>
        <p:nvSpPr>
          <p:cNvPr id="32" name="Shape 23"/>
          <p:cNvSpPr/>
          <p:nvPr/>
        </p:nvSpPr>
        <p:spPr>
          <a:xfrm>
            <a:off x="548640" y="3721608"/>
            <a:ext cx="3544824" cy="2029968"/>
          </a:xfrm>
          <a:prstGeom prst="roundRect">
            <a:avLst>
              <a:gd name="adj" fmla="val 540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33" name="Image 6" descr="grinning face">    </p:cNvPr>
          <p:cNvPicPr>
            <a:picLocks noChangeAspect="1"/>
          </p:cNvPicPr>
          <p:nvPr/>
        </p:nvPicPr>
        <p:blipFill>
          <a:blip r:embed="rId7"/>
          <a:stretch>
            <a:fillRect/>
          </a:stretch>
        </p:blipFill>
        <p:spPr>
          <a:xfrm>
            <a:off x="1000506" y="3858768"/>
            <a:ext cx="914400" cy="914400"/>
          </a:xfrm>
          <a:prstGeom prst="rect">
            <a:avLst/>
          </a:prstGeom>
        </p:spPr>
      </p:pic>
      <p:sp>
        <p:nvSpPr>
          <p:cNvPr id="34" name="Shape 24"/>
          <p:cNvSpPr/>
          <p:nvPr/>
        </p:nvSpPr>
        <p:spPr>
          <a:xfrm>
            <a:off x="685800" y="4864608"/>
            <a:ext cx="1543812" cy="457200"/>
          </a:xfrm>
          <a:prstGeom prst="roundRect">
            <a:avLst>
              <a:gd name="adj" fmla="val 24000"/>
            </a:avLst>
          </a:prstGeom>
          <a:solidFill>
            <a:srgbClr val="7C9A1E"/>
          </a:solidFill>
          <a:ln w="12700">
            <a:solidFill>
              <a:srgbClr val="FFFFFF">
                <a:alpha val="0"/>
              </a:srgbClr>
            </a:solidFill>
            <a:prstDash val="solid"/>
          </a:ln>
        </p:spPr>
      </p:sp>
      <p:sp>
        <p:nvSpPr>
          <p:cNvPr id="35" name="Text 25"/>
          <p:cNvSpPr txBox="1"/>
          <p:nvPr/>
        </p:nvSpPr>
        <p:spPr>
          <a:xfrm>
            <a:off x="685800" y="4864608"/>
            <a:ext cx="1543812" cy="457200"/>
          </a:xfrm>
          <a:prstGeom prst="rect">
            <a:avLst/>
          </a:prstGeom>
          <a:noFill/>
          <a:ln/>
        </p:spPr>
        <p:txBody>
          <a:bodyPr wrap="square" lIns="0" tIns="0" rIns="0" bIns="0" rtlCol="0" anchor="ctr"/>
          <a:lstStyle/>
          <a:p>
            <a:pPr algn="ctr" indent="0" marL="0">
              <a:buNone/>
            </a:pPr>
            <a:r>
              <a:rPr lang="en-US" sz="1500" b="1" dirty="0">
                <a:solidFill>
                  <a:srgbClr val="FFFFFF"/>
                </a:solidFill>
              </a:rPr>
              <a:t>mee</a:t>
            </a:r>
            <a:r>
              <a:rPr lang="en-US" sz="1500" b="1" dirty="0">
                <a:solidFill>
                  <a:srgbClr val="FFFFFF"/>
                </a:solidFill>
              </a:rPr>
              <a:t>vallen</a:t>
            </a:r>
            <a:endParaRPr lang="en-US" sz="1800" dirty="0"/>
          </a:p>
        </p:txBody>
      </p:sp>
      <p:pic>
        <p:nvPicPr>
          <p:cNvPr id="36" name="Image 7" descr="disappointed face">    </p:cNvPr>
          <p:cNvPicPr>
            <a:picLocks noChangeAspect="1"/>
          </p:cNvPicPr>
          <p:nvPr/>
        </p:nvPicPr>
        <p:blipFill>
          <a:blip r:embed="rId8"/>
          <a:stretch>
            <a:fillRect/>
          </a:stretch>
        </p:blipFill>
        <p:spPr>
          <a:xfrm>
            <a:off x="2727198" y="3858768"/>
            <a:ext cx="914400" cy="914400"/>
          </a:xfrm>
          <a:prstGeom prst="rect">
            <a:avLst/>
          </a:prstGeom>
        </p:spPr>
      </p:pic>
      <p:sp>
        <p:nvSpPr>
          <p:cNvPr id="37" name="Shape 26"/>
          <p:cNvSpPr/>
          <p:nvPr/>
        </p:nvSpPr>
        <p:spPr>
          <a:xfrm>
            <a:off x="2412492" y="4864608"/>
            <a:ext cx="1543812" cy="457200"/>
          </a:xfrm>
          <a:prstGeom prst="roundRect">
            <a:avLst>
              <a:gd name="adj" fmla="val 24000"/>
            </a:avLst>
          </a:prstGeom>
          <a:solidFill>
            <a:srgbClr val="8B1E3F"/>
          </a:solidFill>
          <a:ln w="12700">
            <a:solidFill>
              <a:srgbClr val="FFFFFF">
                <a:alpha val="0"/>
              </a:srgbClr>
            </a:solidFill>
            <a:prstDash val="solid"/>
          </a:ln>
        </p:spPr>
      </p:sp>
      <p:sp>
        <p:nvSpPr>
          <p:cNvPr id="38" name="Text 27"/>
          <p:cNvSpPr txBox="1"/>
          <p:nvPr/>
        </p:nvSpPr>
        <p:spPr>
          <a:xfrm>
            <a:off x="2412492" y="4864608"/>
            <a:ext cx="1543812" cy="457200"/>
          </a:xfrm>
          <a:prstGeom prst="rect">
            <a:avLst/>
          </a:prstGeom>
          <a:noFill/>
          <a:ln/>
        </p:spPr>
        <p:txBody>
          <a:bodyPr wrap="square" lIns="0" tIns="0" rIns="0" bIns="0" rtlCol="0" anchor="ctr"/>
          <a:lstStyle/>
          <a:p>
            <a:pPr algn="ctr" indent="0" marL="0">
              <a:buNone/>
            </a:pPr>
            <a:r>
              <a:rPr lang="en-US" sz="1500" b="1" dirty="0">
                <a:solidFill>
                  <a:srgbClr val="FFFFFF"/>
                </a:solidFill>
              </a:rPr>
              <a:t>tegen</a:t>
            </a:r>
            <a:r>
              <a:rPr lang="en-US" sz="1500" b="1" dirty="0">
                <a:solidFill>
                  <a:srgbClr val="FFFFFF"/>
                </a:solidFill>
              </a:rPr>
              <a:t>vallen</a:t>
            </a:r>
            <a:endParaRPr lang="en-US" sz="1800" dirty="0"/>
          </a:p>
        </p:txBody>
      </p:sp>
      <p:sp>
        <p:nvSpPr>
          <p:cNvPr id="39" name="Text 28"/>
          <p:cNvSpPr txBox="1"/>
          <p:nvPr/>
        </p:nvSpPr>
        <p:spPr>
          <a:xfrm>
            <a:off x="2092452" y="4133088"/>
            <a:ext cx="457200" cy="457200"/>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40" name="Text 29"/>
          <p:cNvSpPr txBox="1"/>
          <p:nvPr/>
        </p:nvSpPr>
        <p:spPr>
          <a:xfrm>
            <a:off x="640080" y="5367528"/>
            <a:ext cx="3361944" cy="329184"/>
          </a:xfrm>
          <a:prstGeom prst="rect">
            <a:avLst/>
          </a:prstGeom>
          <a:noFill/>
          <a:ln/>
        </p:spPr>
        <p:txBody>
          <a:bodyPr wrap="square" lIns="0" tIns="0" rIns="0" bIns="0" rtlCol="0" anchor="ctr"/>
          <a:lstStyle/>
          <a:p>
            <a:pPr algn="ctr" indent="0" marL="0">
              <a:buNone/>
            </a:pPr>
            <a:r>
              <a:rPr lang="en-US" sz="1300" i="1" dirty="0">
                <a:solidFill>
                  <a:schemeClr val="accent5"/>
                </a:solidFill>
              </a:rPr>
              <a:t>mieux / moins bien que prévu</a:t>
            </a:r>
            <a:endParaRPr lang="en-US" sz="1300" dirty="0"/>
          </a:p>
        </p:txBody>
      </p:sp>
      <p:sp>
        <p:nvSpPr>
          <p:cNvPr id="41" name="Shape 30"/>
          <p:cNvSpPr/>
          <p:nvPr/>
        </p:nvSpPr>
        <p:spPr>
          <a:xfrm>
            <a:off x="4322064" y="3721608"/>
            <a:ext cx="3544824" cy="2029968"/>
          </a:xfrm>
          <a:prstGeom prst="roundRect">
            <a:avLst>
              <a:gd name="adj" fmla="val 540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42" name="Image 8" descr="hamburger">    </p:cNvPr>
          <p:cNvPicPr>
            <a:picLocks noChangeAspect="1"/>
          </p:cNvPicPr>
          <p:nvPr/>
        </p:nvPicPr>
        <p:blipFill>
          <a:blip r:embed="rId9"/>
          <a:stretch>
            <a:fillRect/>
          </a:stretch>
        </p:blipFill>
        <p:spPr>
          <a:xfrm>
            <a:off x="4773930" y="3858768"/>
            <a:ext cx="914400" cy="914400"/>
          </a:xfrm>
          <a:prstGeom prst="rect">
            <a:avLst/>
          </a:prstGeom>
        </p:spPr>
      </p:pic>
      <p:sp>
        <p:nvSpPr>
          <p:cNvPr id="43" name="Shape 31"/>
          <p:cNvSpPr/>
          <p:nvPr/>
        </p:nvSpPr>
        <p:spPr>
          <a:xfrm>
            <a:off x="4459224" y="4864608"/>
            <a:ext cx="1543812" cy="457200"/>
          </a:xfrm>
          <a:prstGeom prst="roundRect">
            <a:avLst>
              <a:gd name="adj" fmla="val 24000"/>
            </a:avLst>
          </a:prstGeom>
          <a:solidFill>
            <a:schemeClr val="accent2"/>
          </a:solidFill>
          <a:ln w="12700">
            <a:solidFill>
              <a:srgbClr val="FFFFFF">
                <a:alpha val="0"/>
              </a:srgbClr>
            </a:solidFill>
            <a:prstDash val="solid"/>
          </a:ln>
        </p:spPr>
      </p:sp>
      <p:sp>
        <p:nvSpPr>
          <p:cNvPr id="44" name="Text 32"/>
          <p:cNvSpPr txBox="1"/>
          <p:nvPr/>
        </p:nvSpPr>
        <p:spPr>
          <a:xfrm>
            <a:off x="4459224" y="4864608"/>
            <a:ext cx="1543812" cy="457200"/>
          </a:xfrm>
          <a:prstGeom prst="rect">
            <a:avLst/>
          </a:prstGeom>
          <a:noFill/>
          <a:ln/>
        </p:spPr>
        <p:txBody>
          <a:bodyPr wrap="square" lIns="0" tIns="0" rIns="0" bIns="0" rtlCol="0" anchor="ctr"/>
          <a:lstStyle/>
          <a:p>
            <a:pPr algn="ctr" indent="0" marL="0">
              <a:buNone/>
            </a:pPr>
            <a:r>
              <a:rPr lang="en-US" sz="1500" b="1" dirty="0">
                <a:solidFill>
                  <a:srgbClr val="FFFFFF"/>
                </a:solidFill>
              </a:rPr>
              <a:t>aan</a:t>
            </a:r>
            <a:r>
              <a:rPr lang="en-US" sz="1500" b="1" dirty="0">
                <a:solidFill>
                  <a:srgbClr val="FFFFFF"/>
                </a:solidFill>
              </a:rPr>
              <a:t>komen</a:t>
            </a:r>
            <a:endParaRPr lang="en-US" sz="1800" dirty="0"/>
          </a:p>
        </p:txBody>
      </p:sp>
      <p:pic>
        <p:nvPicPr>
          <p:cNvPr id="45" name="Image 9" descr="green salad">    </p:cNvPr>
          <p:cNvPicPr>
            <a:picLocks noChangeAspect="1"/>
          </p:cNvPicPr>
          <p:nvPr/>
        </p:nvPicPr>
        <p:blipFill>
          <a:blip r:embed="rId10"/>
          <a:stretch>
            <a:fillRect/>
          </a:stretch>
        </p:blipFill>
        <p:spPr>
          <a:xfrm>
            <a:off x="6500622" y="3858768"/>
            <a:ext cx="914400" cy="914400"/>
          </a:xfrm>
          <a:prstGeom prst="rect">
            <a:avLst/>
          </a:prstGeom>
        </p:spPr>
      </p:pic>
      <p:sp>
        <p:nvSpPr>
          <p:cNvPr id="46" name="Shape 33"/>
          <p:cNvSpPr/>
          <p:nvPr/>
        </p:nvSpPr>
        <p:spPr>
          <a:xfrm>
            <a:off x="6185916" y="4864608"/>
            <a:ext cx="1543812" cy="457200"/>
          </a:xfrm>
          <a:prstGeom prst="roundRect">
            <a:avLst>
              <a:gd name="adj" fmla="val 24000"/>
            </a:avLst>
          </a:prstGeom>
          <a:solidFill>
            <a:schemeClr val="accent6"/>
          </a:solidFill>
          <a:ln w="12700">
            <a:solidFill>
              <a:srgbClr val="FFFFFF">
                <a:alpha val="0"/>
              </a:srgbClr>
            </a:solidFill>
            <a:prstDash val="solid"/>
          </a:ln>
        </p:spPr>
      </p:sp>
      <p:sp>
        <p:nvSpPr>
          <p:cNvPr id="47" name="Text 34"/>
          <p:cNvSpPr txBox="1"/>
          <p:nvPr/>
        </p:nvSpPr>
        <p:spPr>
          <a:xfrm>
            <a:off x="6185916" y="4864608"/>
            <a:ext cx="1543812" cy="457200"/>
          </a:xfrm>
          <a:prstGeom prst="rect">
            <a:avLst/>
          </a:prstGeom>
          <a:noFill/>
          <a:ln/>
        </p:spPr>
        <p:txBody>
          <a:bodyPr wrap="square" lIns="0" tIns="0" rIns="0" bIns="0" rtlCol="0" anchor="ctr"/>
          <a:lstStyle/>
          <a:p>
            <a:pPr algn="ctr" indent="0" marL="0">
              <a:buNone/>
            </a:pPr>
            <a:r>
              <a:rPr lang="en-US" sz="1500" b="1" dirty="0">
                <a:solidFill>
                  <a:srgbClr val="FFFFFF"/>
                </a:solidFill>
              </a:rPr>
              <a:t>af</a:t>
            </a:r>
            <a:r>
              <a:rPr lang="en-US" sz="1500" b="1" dirty="0">
                <a:solidFill>
                  <a:srgbClr val="FFFFFF"/>
                </a:solidFill>
              </a:rPr>
              <a:t>vallen</a:t>
            </a:r>
            <a:endParaRPr lang="en-US" sz="1800" dirty="0"/>
          </a:p>
        </p:txBody>
      </p:sp>
      <p:sp>
        <p:nvSpPr>
          <p:cNvPr id="48" name="Text 35"/>
          <p:cNvSpPr txBox="1"/>
          <p:nvPr/>
        </p:nvSpPr>
        <p:spPr>
          <a:xfrm>
            <a:off x="5865876" y="4133088"/>
            <a:ext cx="457200" cy="457200"/>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49" name="Text 36"/>
          <p:cNvSpPr txBox="1"/>
          <p:nvPr/>
        </p:nvSpPr>
        <p:spPr>
          <a:xfrm>
            <a:off x="4413504" y="5367528"/>
            <a:ext cx="3361944" cy="329184"/>
          </a:xfrm>
          <a:prstGeom prst="rect">
            <a:avLst/>
          </a:prstGeom>
          <a:noFill/>
          <a:ln/>
        </p:spPr>
        <p:txBody>
          <a:bodyPr wrap="square" lIns="0" tIns="0" rIns="0" bIns="0" rtlCol="0" anchor="ctr"/>
          <a:lstStyle/>
          <a:p>
            <a:pPr algn="ctr" indent="0" marL="0">
              <a:buNone/>
            </a:pPr>
            <a:r>
              <a:rPr lang="en-US" sz="1300" i="1" dirty="0">
                <a:solidFill>
                  <a:schemeClr val="accent5"/>
                </a:solidFill>
              </a:rPr>
              <a:t>grossir / maigrir</a:t>
            </a:r>
            <a:endParaRPr lang="en-US" sz="1300" dirty="0"/>
          </a:p>
        </p:txBody>
      </p:sp>
      <p:sp>
        <p:nvSpPr>
          <p:cNvPr id="50" name="Shape 37"/>
          <p:cNvSpPr/>
          <p:nvPr/>
        </p:nvSpPr>
        <p:spPr>
          <a:xfrm>
            <a:off x="8095488" y="3721608"/>
            <a:ext cx="3544824" cy="2029968"/>
          </a:xfrm>
          <a:prstGeom prst="roundRect">
            <a:avLst>
              <a:gd name="adj" fmla="val 540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51" name="Image 10" descr="graduation cap">    </p:cNvPr>
          <p:cNvPicPr>
            <a:picLocks noChangeAspect="1"/>
          </p:cNvPicPr>
          <p:nvPr/>
        </p:nvPicPr>
        <p:blipFill>
          <a:blip r:embed="rId11"/>
          <a:stretch>
            <a:fillRect/>
          </a:stretch>
        </p:blipFill>
        <p:spPr>
          <a:xfrm>
            <a:off x="8547354" y="3858768"/>
            <a:ext cx="914400" cy="914400"/>
          </a:xfrm>
          <a:prstGeom prst="rect">
            <a:avLst/>
          </a:prstGeom>
        </p:spPr>
      </p:pic>
      <p:sp>
        <p:nvSpPr>
          <p:cNvPr id="52" name="Shape 38"/>
          <p:cNvSpPr/>
          <p:nvPr/>
        </p:nvSpPr>
        <p:spPr>
          <a:xfrm>
            <a:off x="8232648" y="4864608"/>
            <a:ext cx="1543812" cy="457200"/>
          </a:xfrm>
          <a:prstGeom prst="roundRect">
            <a:avLst>
              <a:gd name="adj" fmla="val 24000"/>
            </a:avLst>
          </a:prstGeom>
          <a:solidFill>
            <a:schemeClr val="accent2"/>
          </a:solidFill>
          <a:ln w="12700">
            <a:solidFill>
              <a:srgbClr val="FFFFFF">
                <a:alpha val="0"/>
              </a:srgbClr>
            </a:solidFill>
            <a:prstDash val="solid"/>
          </a:ln>
        </p:spPr>
      </p:sp>
      <p:sp>
        <p:nvSpPr>
          <p:cNvPr id="53" name="Text 39"/>
          <p:cNvSpPr txBox="1"/>
          <p:nvPr/>
        </p:nvSpPr>
        <p:spPr>
          <a:xfrm>
            <a:off x="8232648" y="4864608"/>
            <a:ext cx="1543812" cy="457200"/>
          </a:xfrm>
          <a:prstGeom prst="rect">
            <a:avLst/>
          </a:prstGeom>
          <a:noFill/>
          <a:ln/>
        </p:spPr>
        <p:txBody>
          <a:bodyPr wrap="square" lIns="0" tIns="0" rIns="0" bIns="0" rtlCol="0" anchor="ctr"/>
          <a:lstStyle/>
          <a:p>
            <a:pPr algn="ctr" indent="0" marL="0">
              <a:buNone/>
            </a:pPr>
            <a:r>
              <a:rPr lang="en-US" sz="1500" b="1" dirty="0">
                <a:solidFill>
                  <a:srgbClr val="FFFFFF"/>
                </a:solidFill>
              </a:rPr>
              <a:t>aan</a:t>
            </a:r>
            <a:r>
              <a:rPr lang="en-US" sz="1500" b="1" dirty="0">
                <a:solidFill>
                  <a:srgbClr val="FFFFFF"/>
                </a:solidFill>
              </a:rPr>
              <a:t>leren</a:t>
            </a:r>
            <a:endParaRPr lang="en-US" sz="1800" dirty="0"/>
          </a:p>
        </p:txBody>
      </p:sp>
      <p:pic>
        <p:nvPicPr>
          <p:cNvPr id="54" name="Image 11" descr="no smoking">    </p:cNvPr>
          <p:cNvPicPr>
            <a:picLocks noChangeAspect="1"/>
          </p:cNvPicPr>
          <p:nvPr/>
        </p:nvPicPr>
        <p:blipFill>
          <a:blip r:embed="rId12"/>
          <a:stretch>
            <a:fillRect/>
          </a:stretch>
        </p:blipFill>
        <p:spPr>
          <a:xfrm>
            <a:off x="10274046" y="3858768"/>
            <a:ext cx="914400" cy="914400"/>
          </a:xfrm>
          <a:prstGeom prst="rect">
            <a:avLst/>
          </a:prstGeom>
        </p:spPr>
      </p:pic>
      <p:sp>
        <p:nvSpPr>
          <p:cNvPr id="55" name="Shape 40"/>
          <p:cNvSpPr/>
          <p:nvPr/>
        </p:nvSpPr>
        <p:spPr>
          <a:xfrm>
            <a:off x="9959340" y="4864608"/>
            <a:ext cx="1543812" cy="457200"/>
          </a:xfrm>
          <a:prstGeom prst="roundRect">
            <a:avLst>
              <a:gd name="adj" fmla="val 24000"/>
            </a:avLst>
          </a:prstGeom>
          <a:solidFill>
            <a:schemeClr val="accent6"/>
          </a:solidFill>
          <a:ln w="12700">
            <a:solidFill>
              <a:srgbClr val="FFFFFF">
                <a:alpha val="0"/>
              </a:srgbClr>
            </a:solidFill>
            <a:prstDash val="solid"/>
          </a:ln>
        </p:spPr>
      </p:sp>
      <p:sp>
        <p:nvSpPr>
          <p:cNvPr id="56" name="Text 41"/>
          <p:cNvSpPr txBox="1"/>
          <p:nvPr/>
        </p:nvSpPr>
        <p:spPr>
          <a:xfrm>
            <a:off x="9959340" y="4864608"/>
            <a:ext cx="1543812" cy="457200"/>
          </a:xfrm>
          <a:prstGeom prst="rect">
            <a:avLst/>
          </a:prstGeom>
          <a:noFill/>
          <a:ln/>
        </p:spPr>
        <p:txBody>
          <a:bodyPr wrap="square" lIns="0" tIns="0" rIns="0" bIns="0" rtlCol="0" anchor="ctr"/>
          <a:lstStyle/>
          <a:p>
            <a:pPr algn="ctr" indent="0" marL="0">
              <a:buNone/>
            </a:pPr>
            <a:r>
              <a:rPr lang="en-US" sz="1500" b="1" dirty="0">
                <a:solidFill>
                  <a:srgbClr val="FFFFFF"/>
                </a:solidFill>
              </a:rPr>
              <a:t>af</a:t>
            </a:r>
            <a:r>
              <a:rPr lang="en-US" sz="1500" b="1" dirty="0">
                <a:solidFill>
                  <a:srgbClr val="FFFFFF"/>
                </a:solidFill>
              </a:rPr>
              <a:t>leren</a:t>
            </a:r>
            <a:endParaRPr lang="en-US" sz="1800" dirty="0"/>
          </a:p>
        </p:txBody>
      </p:sp>
      <p:sp>
        <p:nvSpPr>
          <p:cNvPr id="57" name="Text 42"/>
          <p:cNvSpPr txBox="1"/>
          <p:nvPr/>
        </p:nvSpPr>
        <p:spPr>
          <a:xfrm>
            <a:off x="9639300" y="4133088"/>
            <a:ext cx="457200" cy="457200"/>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58" name="Text 43"/>
          <p:cNvSpPr txBox="1"/>
          <p:nvPr/>
        </p:nvSpPr>
        <p:spPr>
          <a:xfrm>
            <a:off x="8186928" y="5367528"/>
            <a:ext cx="3361944" cy="329184"/>
          </a:xfrm>
          <a:prstGeom prst="rect">
            <a:avLst/>
          </a:prstGeom>
          <a:noFill/>
          <a:ln/>
        </p:spPr>
        <p:txBody>
          <a:bodyPr wrap="square" lIns="0" tIns="0" rIns="0" bIns="0" rtlCol="0" anchor="ctr"/>
          <a:lstStyle/>
          <a:p>
            <a:pPr algn="ctr" indent="0" marL="0">
              <a:buNone/>
            </a:pPr>
            <a:r>
              <a:rPr lang="en-US" sz="1300" i="1" dirty="0">
                <a:solidFill>
                  <a:schemeClr val="accent5"/>
                </a:solidFill>
              </a:rPr>
              <a:t>acquérir / perdre (une habitude)</a:t>
            </a:r>
            <a:endParaRPr lang="en-US" sz="1300" dirty="0"/>
          </a:p>
        </p:txBody>
      </p:sp>
      <p:sp>
        <p:nvSpPr>
          <p:cNvPr id="59" name="Text 44"/>
          <p:cNvSpPr txBox="1"/>
          <p:nvPr/>
        </p:nvSpPr>
        <p:spPr>
          <a:xfrm>
            <a:off x="548640" y="5943600"/>
            <a:ext cx="11091672" cy="320040"/>
          </a:xfrm>
          <a:prstGeom prst="rect">
            <a:avLst/>
          </a:prstGeom>
          <a:noFill/>
          <a:ln/>
        </p:spPr>
        <p:txBody>
          <a:bodyPr wrap="square" lIns="0" tIns="0" rIns="0" bIns="0" rtlCol="0" anchor="t"/>
          <a:lstStyle/>
          <a:p>
            <a:pPr algn="ctr" indent="0" marL="0">
              <a:buNone/>
            </a:pPr>
            <a:r>
              <a:rPr lang="en-US" sz="1300" i="1" dirty="0">
                <a:solidFill>
                  <a:schemeClr val="accent5"/>
                </a:solidFill>
              </a:rPr>
              <a:t>aandoen / uitdoen</a:t>
            </a:r>
            <a:r>
              <a:rPr lang="en-US" sz="1300" i="1" dirty="0">
                <a:solidFill>
                  <a:schemeClr val="accent5"/>
                </a:solidFill>
              </a:rPr>
              <a:t> = mettre / enlever (un vêtement) ; familier (BE et NL) : allumer / éteindre (la lumière, la télé).</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L’étoile du verbe : nemen</a:t>
            </a:r>
            <a:endParaRPr lang="en-US" sz="3000" dirty="0"/>
          </a:p>
        </p:txBody>
      </p:sp>
      <p:sp>
        <p:nvSpPr>
          <p:cNvPr id="3" name="tag"/>
          <p:cNvSpPr/>
          <p:nvPr/>
        </p:nvSpPr>
        <p:spPr>
          <a:xfrm>
            <a:off x="548640" y="237744"/>
            <a:ext cx="1230782"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MÉTHODE</a:t>
            </a:r>
            <a:endParaRPr lang="en-US" sz="1200" dirty="0"/>
          </a:p>
        </p:txBody>
      </p:sp>
      <p:sp>
        <p:nvSpPr>
          <p:cNvPr id="5" name="Shape 2"/>
          <p:cNvSpPr/>
          <p:nvPr/>
        </p:nvSpPr>
        <p:spPr>
          <a:xfrm flipV="1">
            <a:off x="6099048" y="1965960"/>
            <a:ext cx="914" cy="1828800"/>
          </a:xfrm>
          <a:prstGeom prst="line">
            <a:avLst/>
          </a:prstGeom>
          <a:noFill/>
          <a:ln w="25400">
            <a:solidFill>
              <a:srgbClr val="D5DCE6"/>
            </a:solidFill>
            <a:prstDash val="solid"/>
          </a:ln>
        </p:spPr>
      </p:sp>
      <p:sp>
        <p:nvSpPr>
          <p:cNvPr id="6" name="Shape 3"/>
          <p:cNvSpPr/>
          <p:nvPr/>
        </p:nvSpPr>
        <p:spPr>
          <a:xfrm>
            <a:off x="4887468" y="1531620"/>
            <a:ext cx="2423160" cy="868680"/>
          </a:xfrm>
          <a:prstGeom prst="roundRect">
            <a:avLst>
              <a:gd name="adj" fmla="val 14737"/>
            </a:avLst>
          </a:prstGeom>
          <a:solidFill>
            <a:srgbClr val="FFFFFF"/>
          </a:solidFill>
          <a:ln w="25400">
            <a:solidFill>
              <a:srgbClr val="2A6FB0"/>
            </a:solidFill>
            <a:prstDash val="solid"/>
          </a:ln>
          <a:effectLst>
            <a:outerShdw sx="100000" sy="100000" kx="0" ky="0" algn="bl" rotWithShape="0" blurRad="101600" dist="25400" dir="3600000">
              <a:srgbClr val="000000">
                <a:alpha val="16000"/>
              </a:srgbClr>
            </a:outerShdw>
          </a:effectLst>
        </p:spPr>
      </p:sp>
      <p:pic>
        <p:nvPicPr>
          <p:cNvPr id="7" name="Image 0" descr="briefcase">    </p:cNvPr>
          <p:cNvPicPr>
            <a:picLocks noChangeAspect="1"/>
          </p:cNvPicPr>
          <p:nvPr/>
        </p:nvPicPr>
        <p:blipFill>
          <a:blip r:embed="rId1"/>
          <a:stretch>
            <a:fillRect/>
          </a:stretch>
        </p:blipFill>
        <p:spPr>
          <a:xfrm>
            <a:off x="4978908" y="1664208"/>
            <a:ext cx="603504" cy="603504"/>
          </a:xfrm>
          <a:prstGeom prst="rect">
            <a:avLst/>
          </a:prstGeom>
        </p:spPr>
      </p:pic>
      <p:sp>
        <p:nvSpPr>
          <p:cNvPr id="8" name="Text 4"/>
          <p:cNvSpPr txBox="1"/>
          <p:nvPr/>
        </p:nvSpPr>
        <p:spPr>
          <a:xfrm>
            <a:off x="5664708" y="1586484"/>
            <a:ext cx="1581912" cy="384048"/>
          </a:xfrm>
          <a:prstGeom prst="rect">
            <a:avLst/>
          </a:prstGeom>
          <a:noFill/>
          <a:ln/>
        </p:spPr>
        <p:txBody>
          <a:bodyPr wrap="square" lIns="0" tIns="0" rIns="0" bIns="0" rtlCol="0" anchor="ctr"/>
          <a:lstStyle/>
          <a:p>
            <a:pPr algn="l" indent="0" marL="0">
              <a:buNone/>
            </a:pPr>
            <a:r>
              <a:rPr lang="en-US" sz="1700" b="1" dirty="0">
                <a:solidFill>
                  <a:srgbClr val="2A6FB0"/>
                </a:solidFill>
              </a:rPr>
              <a:t>aan</a:t>
            </a:r>
            <a:r>
              <a:rPr lang="en-US" sz="1700" b="1" dirty="0">
                <a:solidFill>
                  <a:schemeClr val="tx1"/>
                </a:solidFill>
              </a:rPr>
              <a:t>nemen</a:t>
            </a:r>
            <a:endParaRPr lang="en-US" sz="1800" dirty="0"/>
          </a:p>
        </p:txBody>
      </p:sp>
      <p:sp>
        <p:nvSpPr>
          <p:cNvPr id="9" name="Text 5"/>
          <p:cNvSpPr txBox="1"/>
          <p:nvPr/>
        </p:nvSpPr>
        <p:spPr>
          <a:xfrm>
            <a:off x="5664708" y="1947672"/>
            <a:ext cx="1581912" cy="411480"/>
          </a:xfrm>
          <a:prstGeom prst="rect">
            <a:avLst/>
          </a:prstGeom>
          <a:noFill/>
          <a:ln/>
        </p:spPr>
        <p:txBody>
          <a:bodyPr wrap="square" lIns="0" tIns="0" rIns="0" bIns="0" rtlCol="0" anchor="t"/>
          <a:lstStyle/>
          <a:p>
            <a:pPr algn="l" indent="0" marL="0">
              <a:buNone/>
            </a:pPr>
            <a:r>
              <a:rPr lang="en-US" sz="1200" dirty="0">
                <a:solidFill>
                  <a:schemeClr val="accent5"/>
                </a:solidFill>
              </a:rPr>
              <a:t>embaucher ; accepter</a:t>
            </a:r>
            <a:endParaRPr lang="en-US" sz="1200" dirty="0"/>
          </a:p>
        </p:txBody>
      </p:sp>
      <p:sp>
        <p:nvSpPr>
          <p:cNvPr id="10" name="Shape 6"/>
          <p:cNvSpPr/>
          <p:nvPr/>
        </p:nvSpPr>
        <p:spPr>
          <a:xfrm flipV="1">
            <a:off x="6099048" y="2501603"/>
            <a:ext cx="2780287" cy="1293157"/>
          </a:xfrm>
          <a:prstGeom prst="line">
            <a:avLst/>
          </a:prstGeom>
          <a:noFill/>
          <a:ln w="25400">
            <a:solidFill>
              <a:srgbClr val="D5DCE6"/>
            </a:solidFill>
            <a:prstDash val="solid"/>
          </a:ln>
        </p:spPr>
      </p:sp>
      <p:sp>
        <p:nvSpPr>
          <p:cNvPr id="11" name="Shape 7"/>
          <p:cNvSpPr/>
          <p:nvPr/>
        </p:nvSpPr>
        <p:spPr>
          <a:xfrm>
            <a:off x="7667755" y="2067263"/>
            <a:ext cx="2423160" cy="868680"/>
          </a:xfrm>
          <a:prstGeom prst="roundRect">
            <a:avLst>
              <a:gd name="adj" fmla="val 14737"/>
            </a:avLst>
          </a:prstGeom>
          <a:solidFill>
            <a:srgbClr val="FFFFFF"/>
          </a:solidFill>
          <a:ln w="25400">
            <a:solidFill>
              <a:srgbClr val="B83227"/>
            </a:solidFill>
            <a:prstDash val="solid"/>
          </a:ln>
          <a:effectLst>
            <a:outerShdw sx="100000" sy="100000" kx="0" ky="0" algn="bl" rotWithShape="0" blurRad="101600" dist="25400" dir="3600000">
              <a:srgbClr val="000000">
                <a:alpha val="16000"/>
              </a:srgbClr>
            </a:outerShdw>
          </a:effectLst>
        </p:spPr>
      </p:sp>
      <p:pic>
        <p:nvPicPr>
          <p:cNvPr id="12" name="Image 1" descr="chart decreasing">    </p:cNvPr>
          <p:cNvPicPr>
            <a:picLocks noChangeAspect="1"/>
          </p:cNvPicPr>
          <p:nvPr/>
        </p:nvPicPr>
        <p:blipFill>
          <a:blip r:embed="rId2"/>
          <a:stretch>
            <a:fillRect/>
          </a:stretch>
        </p:blipFill>
        <p:spPr>
          <a:xfrm>
            <a:off x="7759195" y="2199851"/>
            <a:ext cx="603504" cy="603504"/>
          </a:xfrm>
          <a:prstGeom prst="rect">
            <a:avLst/>
          </a:prstGeom>
        </p:spPr>
      </p:pic>
      <p:sp>
        <p:nvSpPr>
          <p:cNvPr id="13" name="Text 8"/>
          <p:cNvSpPr txBox="1"/>
          <p:nvPr/>
        </p:nvSpPr>
        <p:spPr>
          <a:xfrm>
            <a:off x="8444995" y="2122127"/>
            <a:ext cx="1581912" cy="384048"/>
          </a:xfrm>
          <a:prstGeom prst="rect">
            <a:avLst/>
          </a:prstGeom>
          <a:noFill/>
          <a:ln/>
        </p:spPr>
        <p:txBody>
          <a:bodyPr wrap="square" lIns="0" tIns="0" rIns="0" bIns="0" rtlCol="0" anchor="ctr"/>
          <a:lstStyle/>
          <a:p>
            <a:pPr algn="l" indent="0" marL="0">
              <a:buNone/>
            </a:pPr>
            <a:r>
              <a:rPr lang="en-US" sz="1700" b="1" dirty="0">
                <a:solidFill>
                  <a:srgbClr val="B83227"/>
                </a:solidFill>
              </a:rPr>
              <a:t>af</a:t>
            </a:r>
            <a:r>
              <a:rPr lang="en-US" sz="1700" b="1" dirty="0">
                <a:solidFill>
                  <a:schemeClr val="tx1"/>
                </a:solidFill>
              </a:rPr>
              <a:t>nemen</a:t>
            </a:r>
            <a:endParaRPr lang="en-US" sz="1800" dirty="0"/>
          </a:p>
        </p:txBody>
      </p:sp>
      <p:sp>
        <p:nvSpPr>
          <p:cNvPr id="14" name="Text 9"/>
          <p:cNvSpPr txBox="1"/>
          <p:nvPr/>
        </p:nvSpPr>
        <p:spPr>
          <a:xfrm>
            <a:off x="8444995" y="2483315"/>
            <a:ext cx="1581912" cy="411480"/>
          </a:xfrm>
          <a:prstGeom prst="rect">
            <a:avLst/>
          </a:prstGeom>
          <a:noFill/>
          <a:ln/>
        </p:spPr>
        <p:txBody>
          <a:bodyPr wrap="square" lIns="0" tIns="0" rIns="0" bIns="0" rtlCol="0" anchor="t"/>
          <a:lstStyle/>
          <a:p>
            <a:pPr algn="l" indent="0" marL="0">
              <a:buNone/>
            </a:pPr>
            <a:r>
              <a:rPr lang="en-US" sz="1200" dirty="0">
                <a:solidFill>
                  <a:schemeClr val="accent5"/>
                </a:solidFill>
              </a:rPr>
              <a:t>diminuer</a:t>
            </a:r>
            <a:endParaRPr lang="en-US" sz="1200" dirty="0"/>
          </a:p>
        </p:txBody>
      </p:sp>
      <p:sp>
        <p:nvSpPr>
          <p:cNvPr id="15" name="Shape 10"/>
          <p:cNvSpPr/>
          <p:nvPr/>
        </p:nvSpPr>
        <p:spPr>
          <a:xfrm>
            <a:off x="6099048" y="3794760"/>
            <a:ext cx="3931920" cy="914"/>
          </a:xfrm>
          <a:prstGeom prst="line">
            <a:avLst/>
          </a:prstGeom>
          <a:noFill/>
          <a:ln w="25400">
            <a:solidFill>
              <a:srgbClr val="D5DCE6"/>
            </a:solidFill>
            <a:prstDash val="solid"/>
          </a:ln>
        </p:spPr>
      </p:sp>
      <p:sp>
        <p:nvSpPr>
          <p:cNvPr id="16" name="Shape 11"/>
          <p:cNvSpPr/>
          <p:nvPr/>
        </p:nvSpPr>
        <p:spPr>
          <a:xfrm>
            <a:off x="8819388" y="3360420"/>
            <a:ext cx="2423160" cy="868680"/>
          </a:xfrm>
          <a:prstGeom prst="roundRect">
            <a:avLst>
              <a:gd name="adj" fmla="val 14737"/>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pic>
        <p:nvPicPr>
          <p:cNvPr id="17" name="Image 2" descr="telephone receiver">    </p:cNvPr>
          <p:cNvPicPr>
            <a:picLocks noChangeAspect="1"/>
          </p:cNvPicPr>
          <p:nvPr/>
        </p:nvPicPr>
        <p:blipFill>
          <a:blip r:embed="rId3"/>
          <a:stretch>
            <a:fillRect/>
          </a:stretch>
        </p:blipFill>
        <p:spPr>
          <a:xfrm>
            <a:off x="8910828" y="3493008"/>
            <a:ext cx="603504" cy="603504"/>
          </a:xfrm>
          <a:prstGeom prst="rect">
            <a:avLst/>
          </a:prstGeom>
        </p:spPr>
      </p:pic>
      <p:sp>
        <p:nvSpPr>
          <p:cNvPr id="18" name="Text 12"/>
          <p:cNvSpPr txBox="1"/>
          <p:nvPr/>
        </p:nvSpPr>
        <p:spPr>
          <a:xfrm>
            <a:off x="9596628" y="3415284"/>
            <a:ext cx="1581912" cy="384048"/>
          </a:xfrm>
          <a:prstGeom prst="rect">
            <a:avLst/>
          </a:prstGeom>
          <a:noFill/>
          <a:ln/>
        </p:spPr>
        <p:txBody>
          <a:bodyPr wrap="square" lIns="0" tIns="0" rIns="0" bIns="0" rtlCol="0" anchor="ctr"/>
          <a:lstStyle/>
          <a:p>
            <a:pPr algn="l" indent="0" marL="0">
              <a:buNone/>
            </a:pPr>
            <a:r>
              <a:rPr lang="en-US" sz="1700" b="1" dirty="0">
                <a:solidFill>
                  <a:srgbClr val="2E7D4F"/>
                </a:solidFill>
              </a:rPr>
              <a:t>op</a:t>
            </a:r>
            <a:r>
              <a:rPr lang="en-US" sz="1700" b="1" dirty="0">
                <a:solidFill>
                  <a:schemeClr val="tx1"/>
                </a:solidFill>
              </a:rPr>
              <a:t>nemen</a:t>
            </a:r>
            <a:endParaRPr lang="en-US" sz="1800" dirty="0"/>
          </a:p>
        </p:txBody>
      </p:sp>
      <p:sp>
        <p:nvSpPr>
          <p:cNvPr id="19" name="Text 13"/>
          <p:cNvSpPr txBox="1"/>
          <p:nvPr/>
        </p:nvSpPr>
        <p:spPr>
          <a:xfrm>
            <a:off x="9596628" y="3776472"/>
            <a:ext cx="1581912" cy="411480"/>
          </a:xfrm>
          <a:prstGeom prst="rect">
            <a:avLst/>
          </a:prstGeom>
          <a:noFill/>
          <a:ln/>
        </p:spPr>
        <p:txBody>
          <a:bodyPr wrap="square" lIns="0" tIns="0" rIns="0" bIns="0" rtlCol="0" anchor="t"/>
          <a:lstStyle/>
          <a:p>
            <a:pPr algn="l" indent="0" marL="0">
              <a:buNone/>
            </a:pPr>
            <a:r>
              <a:rPr lang="en-US" sz="1200" dirty="0">
                <a:solidFill>
                  <a:schemeClr val="accent5"/>
                </a:solidFill>
              </a:rPr>
              <a:t>décrocher ; enregistrer</a:t>
            </a:r>
            <a:endParaRPr lang="en-US" sz="1200" dirty="0"/>
          </a:p>
        </p:txBody>
      </p:sp>
      <p:sp>
        <p:nvSpPr>
          <p:cNvPr id="20" name="Shape 14"/>
          <p:cNvSpPr/>
          <p:nvPr/>
        </p:nvSpPr>
        <p:spPr>
          <a:xfrm>
            <a:off x="6099048" y="3794760"/>
            <a:ext cx="2780287" cy="1293157"/>
          </a:xfrm>
          <a:prstGeom prst="line">
            <a:avLst/>
          </a:prstGeom>
          <a:noFill/>
          <a:ln w="25400">
            <a:solidFill>
              <a:srgbClr val="D5DCE6"/>
            </a:solidFill>
            <a:prstDash val="solid"/>
          </a:ln>
        </p:spPr>
      </p:sp>
      <p:sp>
        <p:nvSpPr>
          <p:cNvPr id="21" name="Shape 15"/>
          <p:cNvSpPr/>
          <p:nvPr/>
        </p:nvSpPr>
        <p:spPr>
          <a:xfrm>
            <a:off x="7667755" y="4653577"/>
            <a:ext cx="2423160" cy="868680"/>
          </a:xfrm>
          <a:prstGeom prst="roundRect">
            <a:avLst>
              <a:gd name="adj" fmla="val 14737"/>
            </a:avLst>
          </a:prstGeom>
          <a:solidFill>
            <a:srgbClr val="FFFFFF"/>
          </a:solidFill>
          <a:ln w="25400">
            <a:solidFill>
              <a:srgbClr val="4352C9"/>
            </a:solidFill>
            <a:prstDash val="solid"/>
          </a:ln>
          <a:effectLst>
            <a:outerShdw sx="100000" sy="100000" kx="0" ky="0" algn="bl" rotWithShape="0" blurRad="101600" dist="25400" dir="3600000">
              <a:srgbClr val="000000">
                <a:alpha val="16000"/>
              </a:srgbClr>
            </a:outerShdw>
          </a:effectLst>
        </p:spPr>
      </p:sp>
      <p:pic>
        <p:nvPicPr>
          <p:cNvPr id="22" name="Image 3" descr="handshake">    </p:cNvPr>
          <p:cNvPicPr>
            <a:picLocks noChangeAspect="1"/>
          </p:cNvPicPr>
          <p:nvPr/>
        </p:nvPicPr>
        <p:blipFill>
          <a:blip r:embed="rId4"/>
          <a:stretch>
            <a:fillRect/>
          </a:stretch>
        </p:blipFill>
        <p:spPr>
          <a:xfrm>
            <a:off x="7759195" y="4786165"/>
            <a:ext cx="603504" cy="603504"/>
          </a:xfrm>
          <a:prstGeom prst="rect">
            <a:avLst/>
          </a:prstGeom>
        </p:spPr>
      </p:pic>
      <p:sp>
        <p:nvSpPr>
          <p:cNvPr id="23" name="Text 16"/>
          <p:cNvSpPr txBox="1"/>
          <p:nvPr/>
        </p:nvSpPr>
        <p:spPr>
          <a:xfrm>
            <a:off x="8444995" y="4708441"/>
            <a:ext cx="1581912" cy="384048"/>
          </a:xfrm>
          <a:prstGeom prst="rect">
            <a:avLst/>
          </a:prstGeom>
          <a:noFill/>
          <a:ln/>
        </p:spPr>
        <p:txBody>
          <a:bodyPr wrap="square" lIns="0" tIns="0" rIns="0" bIns="0" rtlCol="0" anchor="ctr"/>
          <a:lstStyle/>
          <a:p>
            <a:pPr algn="l" indent="0" marL="0">
              <a:buNone/>
            </a:pPr>
            <a:r>
              <a:rPr lang="en-US" sz="1700" b="1" dirty="0">
                <a:solidFill>
                  <a:srgbClr val="4352C9"/>
                </a:solidFill>
              </a:rPr>
              <a:t>over</a:t>
            </a:r>
            <a:r>
              <a:rPr lang="en-US" sz="1700" b="1" dirty="0">
                <a:solidFill>
                  <a:schemeClr val="tx1"/>
                </a:solidFill>
              </a:rPr>
              <a:t>nemen</a:t>
            </a:r>
            <a:endParaRPr lang="en-US" sz="1800" dirty="0"/>
          </a:p>
        </p:txBody>
      </p:sp>
      <p:sp>
        <p:nvSpPr>
          <p:cNvPr id="24" name="Text 17"/>
          <p:cNvSpPr txBox="1"/>
          <p:nvPr/>
        </p:nvSpPr>
        <p:spPr>
          <a:xfrm>
            <a:off x="8444995" y="5069629"/>
            <a:ext cx="1581912" cy="411480"/>
          </a:xfrm>
          <a:prstGeom prst="rect">
            <a:avLst/>
          </a:prstGeom>
          <a:noFill/>
          <a:ln/>
        </p:spPr>
        <p:txBody>
          <a:bodyPr wrap="square" lIns="0" tIns="0" rIns="0" bIns="0" rtlCol="0" anchor="t"/>
          <a:lstStyle/>
          <a:p>
            <a:pPr algn="l" indent="0" marL="0">
              <a:buNone/>
            </a:pPr>
            <a:r>
              <a:rPr lang="en-US" sz="1200" dirty="0">
                <a:solidFill>
                  <a:schemeClr val="accent5"/>
                </a:solidFill>
              </a:rPr>
              <a:t>reprendre</a:t>
            </a:r>
            <a:endParaRPr lang="en-US" sz="1200" dirty="0"/>
          </a:p>
        </p:txBody>
      </p:sp>
      <p:sp>
        <p:nvSpPr>
          <p:cNvPr id="25" name="Shape 18"/>
          <p:cNvSpPr/>
          <p:nvPr/>
        </p:nvSpPr>
        <p:spPr>
          <a:xfrm>
            <a:off x="6099048" y="3794760"/>
            <a:ext cx="914" cy="1828800"/>
          </a:xfrm>
          <a:prstGeom prst="line">
            <a:avLst/>
          </a:prstGeom>
          <a:noFill/>
          <a:ln w="25400">
            <a:solidFill>
              <a:srgbClr val="D5DCE6"/>
            </a:solidFill>
            <a:prstDash val="solid"/>
          </a:ln>
        </p:spPr>
      </p:sp>
      <p:sp>
        <p:nvSpPr>
          <p:cNvPr id="26" name="Shape 19"/>
          <p:cNvSpPr/>
          <p:nvPr/>
        </p:nvSpPr>
        <p:spPr>
          <a:xfrm>
            <a:off x="4887468" y="5189220"/>
            <a:ext cx="2423160" cy="868680"/>
          </a:xfrm>
          <a:prstGeom prst="roundRect">
            <a:avLst>
              <a:gd name="adj" fmla="val 14737"/>
            </a:avLst>
          </a:prstGeom>
          <a:solidFill>
            <a:srgbClr val="FFFFFF"/>
          </a:solidFill>
          <a:ln w="25400">
            <a:solidFill>
              <a:srgbClr val="0E7C86"/>
            </a:solidFill>
            <a:prstDash val="solid"/>
          </a:ln>
          <a:effectLst>
            <a:outerShdw sx="100000" sy="100000" kx="0" ky="0" algn="bl" rotWithShape="0" blurRad="101600" dist="25400" dir="3600000">
              <a:srgbClr val="000000">
                <a:alpha val="16000"/>
              </a:srgbClr>
            </a:outerShdw>
          </a:effectLst>
        </p:spPr>
      </p:sp>
      <p:pic>
        <p:nvPicPr>
          <p:cNvPr id="27" name="Image 4" descr="chart increasing">    </p:cNvPr>
          <p:cNvPicPr>
            <a:picLocks noChangeAspect="1"/>
          </p:cNvPicPr>
          <p:nvPr/>
        </p:nvPicPr>
        <p:blipFill>
          <a:blip r:embed="rId5"/>
          <a:stretch>
            <a:fillRect/>
          </a:stretch>
        </p:blipFill>
        <p:spPr>
          <a:xfrm>
            <a:off x="4978908" y="5321808"/>
            <a:ext cx="603504" cy="603504"/>
          </a:xfrm>
          <a:prstGeom prst="rect">
            <a:avLst/>
          </a:prstGeom>
        </p:spPr>
      </p:pic>
      <p:sp>
        <p:nvSpPr>
          <p:cNvPr id="28" name="Text 20"/>
          <p:cNvSpPr txBox="1"/>
          <p:nvPr/>
        </p:nvSpPr>
        <p:spPr>
          <a:xfrm>
            <a:off x="5664708" y="5244084"/>
            <a:ext cx="1581912" cy="384048"/>
          </a:xfrm>
          <a:prstGeom prst="rect">
            <a:avLst/>
          </a:prstGeom>
          <a:noFill/>
          <a:ln/>
        </p:spPr>
        <p:txBody>
          <a:bodyPr wrap="square" lIns="0" tIns="0" rIns="0" bIns="0" rtlCol="0" anchor="ctr"/>
          <a:lstStyle/>
          <a:p>
            <a:pPr algn="l" indent="0" marL="0">
              <a:buNone/>
            </a:pPr>
            <a:r>
              <a:rPr lang="en-US" sz="1700" b="1" dirty="0">
                <a:solidFill>
                  <a:srgbClr val="0E7C86"/>
                </a:solidFill>
              </a:rPr>
              <a:t>toe</a:t>
            </a:r>
            <a:r>
              <a:rPr lang="en-US" sz="1700" b="1" dirty="0">
                <a:solidFill>
                  <a:schemeClr val="tx1"/>
                </a:solidFill>
              </a:rPr>
              <a:t>nemen</a:t>
            </a:r>
            <a:endParaRPr lang="en-US" sz="1800" dirty="0"/>
          </a:p>
        </p:txBody>
      </p:sp>
      <p:sp>
        <p:nvSpPr>
          <p:cNvPr id="29" name="Text 21"/>
          <p:cNvSpPr txBox="1"/>
          <p:nvPr/>
        </p:nvSpPr>
        <p:spPr>
          <a:xfrm>
            <a:off x="5664708" y="5605272"/>
            <a:ext cx="1581912" cy="411480"/>
          </a:xfrm>
          <a:prstGeom prst="rect">
            <a:avLst/>
          </a:prstGeom>
          <a:noFill/>
          <a:ln/>
        </p:spPr>
        <p:txBody>
          <a:bodyPr wrap="square" lIns="0" tIns="0" rIns="0" bIns="0" rtlCol="0" anchor="t"/>
          <a:lstStyle/>
          <a:p>
            <a:pPr algn="l" indent="0" marL="0">
              <a:buNone/>
            </a:pPr>
            <a:r>
              <a:rPr lang="en-US" sz="1200" dirty="0">
                <a:solidFill>
                  <a:schemeClr val="accent5"/>
                </a:solidFill>
              </a:rPr>
              <a:t>augmenter</a:t>
            </a:r>
            <a:endParaRPr lang="en-US" sz="1200" dirty="0"/>
          </a:p>
        </p:txBody>
      </p:sp>
      <p:sp>
        <p:nvSpPr>
          <p:cNvPr id="30" name="Shape 22"/>
          <p:cNvSpPr/>
          <p:nvPr/>
        </p:nvSpPr>
        <p:spPr>
          <a:xfrm flipH="1">
            <a:off x="3318761" y="3794760"/>
            <a:ext cx="2780287" cy="1293157"/>
          </a:xfrm>
          <a:prstGeom prst="line">
            <a:avLst/>
          </a:prstGeom>
          <a:noFill/>
          <a:ln w="25400">
            <a:solidFill>
              <a:srgbClr val="D5DCE6"/>
            </a:solidFill>
            <a:prstDash val="solid"/>
          </a:ln>
        </p:spPr>
      </p:sp>
      <p:sp>
        <p:nvSpPr>
          <p:cNvPr id="31" name="Shape 23"/>
          <p:cNvSpPr/>
          <p:nvPr/>
        </p:nvSpPr>
        <p:spPr>
          <a:xfrm>
            <a:off x="2107181" y="4653577"/>
            <a:ext cx="2423160" cy="868680"/>
          </a:xfrm>
          <a:prstGeom prst="roundRect">
            <a:avLst>
              <a:gd name="adj" fmla="val 14737"/>
            </a:avLst>
          </a:prstGeom>
          <a:solidFill>
            <a:srgbClr val="FFFFFF"/>
          </a:solidFill>
          <a:ln w="25400">
            <a:solidFill>
              <a:srgbClr val="7C9A1E"/>
            </a:solidFill>
            <a:prstDash val="solid"/>
          </a:ln>
          <a:effectLst>
            <a:outerShdw sx="100000" sy="100000" kx="0" ky="0" algn="bl" rotWithShape="0" blurRad="101600" dist="25400" dir="3600000">
              <a:srgbClr val="000000">
                <a:alpha val="16000"/>
              </a:srgbClr>
            </a:outerShdw>
          </a:effectLst>
        </p:spPr>
      </p:sp>
      <p:pic>
        <p:nvPicPr>
          <p:cNvPr id="32" name="Image 5" descr="umbrella">    </p:cNvPr>
          <p:cNvPicPr>
            <a:picLocks noChangeAspect="1"/>
          </p:cNvPicPr>
          <p:nvPr/>
        </p:nvPicPr>
        <p:blipFill>
          <a:blip r:embed="rId6"/>
          <a:stretch>
            <a:fillRect/>
          </a:stretch>
        </p:blipFill>
        <p:spPr>
          <a:xfrm>
            <a:off x="2198621" y="4786165"/>
            <a:ext cx="603504" cy="603504"/>
          </a:xfrm>
          <a:prstGeom prst="rect">
            <a:avLst/>
          </a:prstGeom>
        </p:spPr>
      </p:pic>
      <p:sp>
        <p:nvSpPr>
          <p:cNvPr id="33" name="Text 24"/>
          <p:cNvSpPr txBox="1"/>
          <p:nvPr/>
        </p:nvSpPr>
        <p:spPr>
          <a:xfrm>
            <a:off x="2884421" y="4708441"/>
            <a:ext cx="1581912" cy="384048"/>
          </a:xfrm>
          <a:prstGeom prst="rect">
            <a:avLst/>
          </a:prstGeom>
          <a:noFill/>
          <a:ln/>
        </p:spPr>
        <p:txBody>
          <a:bodyPr wrap="square" lIns="0" tIns="0" rIns="0" bIns="0" rtlCol="0" anchor="ctr"/>
          <a:lstStyle/>
          <a:p>
            <a:pPr algn="l" indent="0" marL="0">
              <a:buNone/>
            </a:pPr>
            <a:r>
              <a:rPr lang="en-US" sz="1700" b="1" dirty="0">
                <a:solidFill>
                  <a:srgbClr val="7C9A1E"/>
                </a:solidFill>
              </a:rPr>
              <a:t>mee</a:t>
            </a:r>
            <a:r>
              <a:rPr lang="en-US" sz="1700" b="1" dirty="0">
                <a:solidFill>
                  <a:schemeClr val="tx1"/>
                </a:solidFill>
              </a:rPr>
              <a:t>nemen</a:t>
            </a:r>
            <a:endParaRPr lang="en-US" sz="1800" dirty="0"/>
          </a:p>
        </p:txBody>
      </p:sp>
      <p:sp>
        <p:nvSpPr>
          <p:cNvPr id="34" name="Text 25"/>
          <p:cNvSpPr txBox="1"/>
          <p:nvPr/>
        </p:nvSpPr>
        <p:spPr>
          <a:xfrm>
            <a:off x="2884421" y="5069629"/>
            <a:ext cx="1581912" cy="411480"/>
          </a:xfrm>
          <a:prstGeom prst="rect">
            <a:avLst/>
          </a:prstGeom>
          <a:noFill/>
          <a:ln/>
        </p:spPr>
        <p:txBody>
          <a:bodyPr wrap="square" lIns="0" tIns="0" rIns="0" bIns="0" rtlCol="0" anchor="t"/>
          <a:lstStyle/>
          <a:p>
            <a:pPr algn="l" indent="0" marL="0">
              <a:buNone/>
            </a:pPr>
            <a:r>
              <a:rPr lang="en-US" sz="1200" dirty="0">
                <a:solidFill>
                  <a:schemeClr val="accent5"/>
                </a:solidFill>
              </a:rPr>
              <a:t>emporter</a:t>
            </a:r>
            <a:endParaRPr lang="en-US" sz="1200" dirty="0"/>
          </a:p>
        </p:txBody>
      </p:sp>
      <p:sp>
        <p:nvSpPr>
          <p:cNvPr id="35" name="Shape 26"/>
          <p:cNvSpPr/>
          <p:nvPr/>
        </p:nvSpPr>
        <p:spPr>
          <a:xfrm flipH="1">
            <a:off x="2167128" y="3794760"/>
            <a:ext cx="3931920" cy="914"/>
          </a:xfrm>
          <a:prstGeom prst="line">
            <a:avLst/>
          </a:prstGeom>
          <a:noFill/>
          <a:ln w="25400">
            <a:solidFill>
              <a:srgbClr val="D5DCE6"/>
            </a:solidFill>
            <a:prstDash val="solid"/>
          </a:ln>
        </p:spPr>
      </p:sp>
      <p:sp>
        <p:nvSpPr>
          <p:cNvPr id="36" name="Shape 27"/>
          <p:cNvSpPr/>
          <p:nvPr/>
        </p:nvSpPr>
        <p:spPr>
          <a:xfrm>
            <a:off x="955548" y="3360420"/>
            <a:ext cx="2423160" cy="868680"/>
          </a:xfrm>
          <a:prstGeom prst="roundRect">
            <a:avLst>
              <a:gd name="adj" fmla="val 14737"/>
            </a:avLst>
          </a:prstGeom>
          <a:solidFill>
            <a:srgbClr val="FFFFFF"/>
          </a:solidFill>
          <a:ln w="25400">
            <a:solidFill>
              <a:srgbClr val="6E4A9E"/>
            </a:solidFill>
            <a:prstDash val="solid"/>
          </a:ln>
          <a:effectLst>
            <a:outerShdw sx="100000" sy="100000" kx="0" ky="0" algn="bl" rotWithShape="0" blurRad="101600" dist="25400" dir="3600000">
              <a:srgbClr val="000000">
                <a:alpha val="16000"/>
              </a:srgbClr>
            </a:outerShdw>
          </a:effectLst>
        </p:spPr>
      </p:sp>
      <p:pic>
        <p:nvPicPr>
          <p:cNvPr id="37" name="Image 6" descr="pill">    </p:cNvPr>
          <p:cNvPicPr>
            <a:picLocks noChangeAspect="1"/>
          </p:cNvPicPr>
          <p:nvPr/>
        </p:nvPicPr>
        <p:blipFill>
          <a:blip r:embed="rId7"/>
          <a:stretch>
            <a:fillRect/>
          </a:stretch>
        </p:blipFill>
        <p:spPr>
          <a:xfrm>
            <a:off x="1046988" y="3493008"/>
            <a:ext cx="603504" cy="603504"/>
          </a:xfrm>
          <a:prstGeom prst="rect">
            <a:avLst/>
          </a:prstGeom>
        </p:spPr>
      </p:pic>
      <p:sp>
        <p:nvSpPr>
          <p:cNvPr id="38" name="Text 28"/>
          <p:cNvSpPr txBox="1"/>
          <p:nvPr/>
        </p:nvSpPr>
        <p:spPr>
          <a:xfrm>
            <a:off x="1732788" y="3415284"/>
            <a:ext cx="1581912" cy="384048"/>
          </a:xfrm>
          <a:prstGeom prst="rect">
            <a:avLst/>
          </a:prstGeom>
          <a:noFill/>
          <a:ln/>
        </p:spPr>
        <p:txBody>
          <a:bodyPr wrap="square" lIns="0" tIns="0" rIns="0" bIns="0" rtlCol="0" anchor="ctr"/>
          <a:lstStyle/>
          <a:p>
            <a:pPr algn="l" indent="0" marL="0">
              <a:buNone/>
            </a:pPr>
            <a:r>
              <a:rPr lang="en-US" sz="1700" b="1" dirty="0">
                <a:solidFill>
                  <a:srgbClr val="6E4A9E"/>
                </a:solidFill>
              </a:rPr>
              <a:t>in</a:t>
            </a:r>
            <a:r>
              <a:rPr lang="en-US" sz="1700" b="1" dirty="0">
                <a:solidFill>
                  <a:schemeClr val="tx1"/>
                </a:solidFill>
              </a:rPr>
              <a:t>nemen</a:t>
            </a:r>
            <a:endParaRPr lang="en-US" sz="1800" dirty="0"/>
          </a:p>
        </p:txBody>
      </p:sp>
      <p:sp>
        <p:nvSpPr>
          <p:cNvPr id="39" name="Text 29"/>
          <p:cNvSpPr txBox="1"/>
          <p:nvPr/>
        </p:nvSpPr>
        <p:spPr>
          <a:xfrm>
            <a:off x="1732788" y="3776472"/>
            <a:ext cx="1581912" cy="411480"/>
          </a:xfrm>
          <a:prstGeom prst="rect">
            <a:avLst/>
          </a:prstGeom>
          <a:noFill/>
          <a:ln/>
        </p:spPr>
        <p:txBody>
          <a:bodyPr wrap="square" lIns="0" tIns="0" rIns="0" bIns="0" rtlCol="0" anchor="t"/>
          <a:lstStyle/>
          <a:p>
            <a:pPr algn="l" indent="0" marL="0">
              <a:buNone/>
            </a:pPr>
            <a:r>
              <a:rPr lang="en-US" sz="1200" dirty="0">
                <a:solidFill>
                  <a:schemeClr val="accent5"/>
                </a:solidFill>
              </a:rPr>
              <a:t>prendre (un médicament)</a:t>
            </a:r>
            <a:endParaRPr lang="en-US" sz="1200" dirty="0"/>
          </a:p>
        </p:txBody>
      </p:sp>
      <p:sp>
        <p:nvSpPr>
          <p:cNvPr id="40" name="Shape 30"/>
          <p:cNvSpPr/>
          <p:nvPr/>
        </p:nvSpPr>
        <p:spPr>
          <a:xfrm flipH="1" flipV="1">
            <a:off x="3318761" y="2501603"/>
            <a:ext cx="2780287" cy="1293157"/>
          </a:xfrm>
          <a:prstGeom prst="line">
            <a:avLst/>
          </a:prstGeom>
          <a:noFill/>
          <a:ln w="25400">
            <a:solidFill>
              <a:srgbClr val="D5DCE6"/>
            </a:solidFill>
            <a:prstDash val="solid"/>
          </a:ln>
        </p:spPr>
      </p:sp>
      <p:sp>
        <p:nvSpPr>
          <p:cNvPr id="41" name="Shape 31"/>
          <p:cNvSpPr/>
          <p:nvPr/>
        </p:nvSpPr>
        <p:spPr>
          <a:xfrm>
            <a:off x="2107181" y="2067263"/>
            <a:ext cx="2423160" cy="868680"/>
          </a:xfrm>
          <a:prstGeom prst="roundRect">
            <a:avLst>
              <a:gd name="adj" fmla="val 14737"/>
            </a:avLst>
          </a:prstGeom>
          <a:solidFill>
            <a:srgbClr val="FFFFFF"/>
          </a:solidFill>
          <a:ln w="25400">
            <a:solidFill>
              <a:srgbClr val="4A5A70"/>
            </a:solidFill>
            <a:prstDash val="solid"/>
          </a:ln>
          <a:effectLst>
            <a:outerShdw sx="100000" sy="100000" kx="0" ky="0" algn="bl" rotWithShape="0" blurRad="101600" dist="25400" dir="3600000">
              <a:srgbClr val="000000">
                <a:alpha val="16000"/>
              </a:srgbClr>
            </a:outerShdw>
          </a:effectLst>
        </p:spPr>
      </p:sp>
      <p:pic>
        <p:nvPicPr>
          <p:cNvPr id="42" name="Image 7" descr="raising hands">    </p:cNvPr>
          <p:cNvPicPr>
            <a:picLocks noChangeAspect="1"/>
          </p:cNvPicPr>
          <p:nvPr/>
        </p:nvPicPr>
        <p:blipFill>
          <a:blip r:embed="rId8"/>
          <a:stretch>
            <a:fillRect/>
          </a:stretch>
        </p:blipFill>
        <p:spPr>
          <a:xfrm>
            <a:off x="2198621" y="2199851"/>
            <a:ext cx="603504" cy="603504"/>
          </a:xfrm>
          <a:prstGeom prst="rect">
            <a:avLst/>
          </a:prstGeom>
        </p:spPr>
      </p:pic>
      <p:sp>
        <p:nvSpPr>
          <p:cNvPr id="43" name="Text 32"/>
          <p:cNvSpPr txBox="1"/>
          <p:nvPr/>
        </p:nvSpPr>
        <p:spPr>
          <a:xfrm>
            <a:off x="2884421" y="2122127"/>
            <a:ext cx="1581912" cy="384048"/>
          </a:xfrm>
          <a:prstGeom prst="rect">
            <a:avLst/>
          </a:prstGeom>
          <a:noFill/>
          <a:ln/>
        </p:spPr>
        <p:txBody>
          <a:bodyPr wrap="square" lIns="0" tIns="0" rIns="0" bIns="0" rtlCol="0" anchor="ctr"/>
          <a:lstStyle/>
          <a:p>
            <a:pPr algn="l" indent="0" marL="0">
              <a:buNone/>
            </a:pPr>
            <a:r>
              <a:rPr lang="en-US" sz="1700" b="1" dirty="0">
                <a:solidFill>
                  <a:srgbClr val="4A5A70"/>
                </a:solidFill>
              </a:rPr>
              <a:t>deel</a:t>
            </a:r>
            <a:r>
              <a:rPr lang="en-US" sz="1700" b="1" dirty="0">
                <a:solidFill>
                  <a:schemeClr val="tx1"/>
                </a:solidFill>
              </a:rPr>
              <a:t>nemen</a:t>
            </a:r>
            <a:endParaRPr lang="en-US" sz="1800" dirty="0"/>
          </a:p>
        </p:txBody>
      </p:sp>
      <p:sp>
        <p:nvSpPr>
          <p:cNvPr id="44" name="Text 33"/>
          <p:cNvSpPr txBox="1"/>
          <p:nvPr/>
        </p:nvSpPr>
        <p:spPr>
          <a:xfrm>
            <a:off x="2884421" y="2483315"/>
            <a:ext cx="1581912" cy="411480"/>
          </a:xfrm>
          <a:prstGeom prst="rect">
            <a:avLst/>
          </a:prstGeom>
          <a:noFill/>
          <a:ln/>
        </p:spPr>
        <p:txBody>
          <a:bodyPr wrap="square" lIns="0" tIns="0" rIns="0" bIns="0" rtlCol="0" anchor="t"/>
          <a:lstStyle/>
          <a:p>
            <a:pPr algn="l" indent="0" marL="0">
              <a:buNone/>
            </a:pPr>
            <a:r>
              <a:rPr lang="en-US" sz="1200" dirty="0">
                <a:solidFill>
                  <a:schemeClr val="accent5"/>
                </a:solidFill>
              </a:rPr>
              <a:t>participer</a:t>
            </a:r>
            <a:endParaRPr lang="en-US" sz="1200" dirty="0"/>
          </a:p>
        </p:txBody>
      </p:sp>
      <p:sp>
        <p:nvSpPr>
          <p:cNvPr id="45" name="Shape 34"/>
          <p:cNvSpPr/>
          <p:nvPr/>
        </p:nvSpPr>
        <p:spPr>
          <a:xfrm>
            <a:off x="5276088" y="3337560"/>
            <a:ext cx="1645920" cy="914400"/>
          </a:xfrm>
          <a:prstGeom prst="ellipse">
            <a:avLst/>
          </a:prstGeom>
          <a:solidFill>
            <a:schemeClr val="tx2"/>
          </a:solidFill>
          <a:ln w="12700">
            <a:solidFill>
              <a:srgbClr val="FFFFFF">
                <a:alpha val="0"/>
              </a:srgbClr>
            </a:solidFill>
            <a:prstDash val="solid"/>
          </a:ln>
        </p:spPr>
      </p:sp>
      <p:sp>
        <p:nvSpPr>
          <p:cNvPr id="46" name="Text 35"/>
          <p:cNvSpPr txBox="1"/>
          <p:nvPr/>
        </p:nvSpPr>
        <p:spPr>
          <a:xfrm>
            <a:off x="5276088" y="3337560"/>
            <a:ext cx="1645920" cy="914400"/>
          </a:xfrm>
          <a:prstGeom prst="rect">
            <a:avLst/>
          </a:prstGeom>
          <a:noFill/>
          <a:ln/>
        </p:spPr>
        <p:txBody>
          <a:bodyPr wrap="square" lIns="0" tIns="0" rIns="0" bIns="0" rtlCol="0" anchor="ctr"/>
          <a:lstStyle/>
          <a:p>
            <a:pPr algn="ctr" indent="0" marL="0">
              <a:buNone/>
            </a:pPr>
            <a:r>
              <a:rPr lang="en-US" sz="2200" b="1" dirty="0">
                <a:solidFill>
                  <a:schemeClr val="bg1"/>
                </a:solidFill>
              </a:rPr>
              <a:t>NEMEN</a:t>
            </a:r>
            <a:endParaRPr lang="en-US" sz="2200" dirty="0"/>
          </a:p>
        </p:txBody>
      </p:sp>
      <p:sp>
        <p:nvSpPr>
          <p:cNvPr id="47" name="Text 36"/>
          <p:cNvSpPr txBox="1"/>
          <p:nvPr/>
        </p:nvSpPr>
        <p:spPr>
          <a:xfrm>
            <a:off x="548640" y="5852160"/>
            <a:ext cx="4297680" cy="365760"/>
          </a:xfrm>
          <a:prstGeom prst="rect">
            <a:avLst/>
          </a:prstGeom>
          <a:noFill/>
          <a:ln/>
        </p:spPr>
        <p:txBody>
          <a:bodyPr wrap="square" lIns="0" tIns="0" rIns="0" bIns="0" rtlCol="0" anchor="t"/>
          <a:lstStyle/>
          <a:p>
            <a:pPr algn="l" indent="0" marL="0">
              <a:buNone/>
            </a:pPr>
            <a:r>
              <a:rPr lang="en-US" sz="1500" i="1" dirty="0">
                <a:solidFill>
                  <a:schemeClr val="accent5"/>
                </a:solidFill>
              </a:rPr>
              <a:t>À vous : l’étoile de </a:t>
            </a:r>
            <a:r>
              <a:rPr lang="en-US" sz="1500" i="1" dirty="0">
                <a:solidFill>
                  <a:schemeClr val="accent5"/>
                </a:solidFill>
              </a:rPr>
              <a:t>gaan</a:t>
            </a:r>
            <a:r>
              <a:rPr lang="en-US" sz="1500" i="1" dirty="0">
                <a:solidFill>
                  <a:schemeClr val="accent5"/>
                </a:solidFill>
              </a:rPr>
              <a:t>, </a:t>
            </a:r>
            <a:r>
              <a:rPr lang="en-US" sz="1500" i="1" dirty="0">
                <a:solidFill>
                  <a:schemeClr val="accent5"/>
                </a:solidFill>
              </a:rPr>
              <a:t>komen</a:t>
            </a:r>
            <a:r>
              <a:rPr lang="en-US" sz="1500" i="1" dirty="0">
                <a:solidFill>
                  <a:schemeClr val="accent5"/>
                </a:solidFill>
              </a:rPr>
              <a:t> ou </a:t>
            </a:r>
            <a:r>
              <a:rPr lang="en-US" sz="1500" i="1" dirty="0">
                <a:solidFill>
                  <a:schemeClr val="accent5"/>
                </a:solidFill>
              </a:rPr>
              <a:t>zetten</a:t>
            </a:r>
            <a:r>
              <a:rPr lang="en-US" sz="1500" i="1" dirty="0">
                <a:solidFill>
                  <a:schemeClr val="accent5"/>
                </a:solidFill>
              </a:rPr>
              <a:t> !</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Un verbe, trois sens : le complément décide</a:t>
            </a:r>
            <a:endParaRPr lang="en-US" sz="3000" dirty="0"/>
          </a:p>
        </p:txBody>
      </p:sp>
      <p:sp>
        <p:nvSpPr>
          <p:cNvPr id="3" name="tag"/>
          <p:cNvSpPr/>
          <p:nvPr/>
        </p:nvSpPr>
        <p:spPr>
          <a:xfrm>
            <a:off x="548640" y="237744"/>
            <a:ext cx="1230782"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MÉTHODE</a:t>
            </a:r>
            <a:endParaRPr lang="en-US" sz="1200" dirty="0"/>
          </a:p>
        </p:txBody>
      </p:sp>
      <p:sp>
        <p:nvSpPr>
          <p:cNvPr id="5" name="Shape 2"/>
          <p:cNvSpPr/>
          <p:nvPr/>
        </p:nvSpPr>
        <p:spPr>
          <a:xfrm>
            <a:off x="548640" y="1508760"/>
            <a:ext cx="2240280" cy="2103120"/>
          </a:xfrm>
          <a:prstGeom prst="roundRect">
            <a:avLst>
              <a:gd name="adj" fmla="val 5217"/>
            </a:avLst>
          </a:prstGeom>
          <a:solidFill>
            <a:schemeClr val="accent3"/>
          </a:solidFill>
          <a:ln w="12700">
            <a:solidFill>
              <a:srgbClr val="FFFFFF">
                <a:alpha val="0"/>
              </a:srgbClr>
            </a:solidFill>
            <a:prstDash val="solid"/>
          </a:ln>
        </p:spPr>
      </p:sp>
      <p:sp>
        <p:nvSpPr>
          <p:cNvPr id="6" name="Text 3"/>
          <p:cNvSpPr txBox="1"/>
          <p:nvPr/>
        </p:nvSpPr>
        <p:spPr>
          <a:xfrm>
            <a:off x="548640" y="1508760"/>
            <a:ext cx="2240280" cy="2103120"/>
          </a:xfrm>
          <a:prstGeom prst="rect">
            <a:avLst/>
          </a:prstGeom>
          <a:noFill/>
          <a:ln/>
        </p:spPr>
        <p:txBody>
          <a:bodyPr wrap="square" lIns="0" tIns="0" rIns="0" bIns="0" rtlCol="0" anchor="ctr"/>
          <a:lstStyle/>
          <a:p>
            <a:pPr algn="ctr" indent="0" marL="0">
              <a:buNone/>
            </a:pPr>
            <a:r>
              <a:rPr lang="en-US" sz="2400" b="1" dirty="0">
                <a:solidFill>
                  <a:srgbClr val="FFFFFF"/>
                </a:solidFill>
              </a:rPr>
              <a:t>op</a:t>
            </a:r>
            <a:r>
              <a:rPr lang="en-US" sz="2400" b="1" dirty="0">
                <a:solidFill>
                  <a:srgbClr val="FFFFFF"/>
                </a:solidFill>
              </a:rPr>
              <a:t>nemen</a:t>
            </a:r>
            <a:endParaRPr lang="en-US" sz="1800" dirty="0"/>
          </a:p>
        </p:txBody>
      </p:sp>
      <p:sp>
        <p:nvSpPr>
          <p:cNvPr id="7" name="Shape 4"/>
          <p:cNvSpPr/>
          <p:nvPr/>
        </p:nvSpPr>
        <p:spPr>
          <a:xfrm>
            <a:off x="2953512" y="1508760"/>
            <a:ext cx="2785872" cy="2103120"/>
          </a:xfrm>
          <a:prstGeom prst="roundRect">
            <a:avLst>
              <a:gd name="adj" fmla="val 5217"/>
            </a:avLst>
          </a:prstGeom>
          <a:solidFill>
            <a:srgbClr val="FFFFFF"/>
          </a:solidFill>
          <a:ln w="19050">
            <a:solidFill>
              <a:srgbClr val="2E7D4F"/>
            </a:solidFill>
            <a:prstDash val="solid"/>
          </a:ln>
          <a:effectLst>
            <a:outerShdw sx="100000" sy="100000" kx="0" ky="0" algn="bl" rotWithShape="0" blurRad="101600" dist="25400" dir="3600000">
              <a:srgbClr val="000000">
                <a:alpha val="16000"/>
              </a:srgbClr>
            </a:outerShdw>
          </a:effectLst>
        </p:spPr>
      </p:sp>
      <p:pic>
        <p:nvPicPr>
          <p:cNvPr id="8" name="Image 0" descr="telephone receiver">    </p:cNvPr>
          <p:cNvPicPr>
            <a:picLocks noChangeAspect="1"/>
          </p:cNvPicPr>
          <p:nvPr/>
        </p:nvPicPr>
        <p:blipFill>
          <a:blip r:embed="rId1"/>
          <a:stretch>
            <a:fillRect/>
          </a:stretch>
        </p:blipFill>
        <p:spPr>
          <a:xfrm>
            <a:off x="3934968" y="1618488"/>
            <a:ext cx="822960" cy="822960"/>
          </a:xfrm>
          <a:prstGeom prst="rect">
            <a:avLst/>
          </a:prstGeom>
        </p:spPr>
      </p:pic>
      <p:sp>
        <p:nvSpPr>
          <p:cNvPr id="9" name="Text 5"/>
          <p:cNvSpPr txBox="1"/>
          <p:nvPr/>
        </p:nvSpPr>
        <p:spPr>
          <a:xfrm>
            <a:off x="3063240" y="2496312"/>
            <a:ext cx="2566416" cy="566928"/>
          </a:xfrm>
          <a:prstGeom prst="rect">
            <a:avLst/>
          </a:prstGeom>
          <a:noFill/>
          <a:ln/>
        </p:spPr>
        <p:txBody>
          <a:bodyPr wrap="square" lIns="0" tIns="0" rIns="0" bIns="0" rtlCol="0" anchor="ctr"/>
          <a:lstStyle/>
          <a:p>
            <a:pPr algn="ctr" indent="0" marL="0">
              <a:buNone/>
            </a:pPr>
            <a:r>
              <a:rPr lang="en-US" sz="1500" i="1" dirty="0">
                <a:solidFill>
                  <a:schemeClr val="tx1"/>
                </a:solidFill>
              </a:rPr>
              <a:t>Neem de telefoon </a:t>
            </a:r>
            <a:r>
              <a:rPr lang="en-US" sz="1500" b="1" i="1" dirty="0">
                <a:solidFill>
                  <a:srgbClr val="2E7D4F"/>
                </a:solidFill>
              </a:rPr>
              <a:t>op</a:t>
            </a:r>
            <a:r>
              <a:rPr lang="en-US" sz="1500" i="1" dirty="0">
                <a:solidFill>
                  <a:schemeClr val="tx1"/>
                </a:solidFill>
              </a:rPr>
              <a:t>!</a:t>
            </a:r>
            <a:endParaRPr lang="en-US" sz="1800" dirty="0"/>
          </a:p>
        </p:txBody>
      </p:sp>
      <p:sp>
        <p:nvSpPr>
          <p:cNvPr id="10" name="Text 6"/>
          <p:cNvSpPr txBox="1"/>
          <p:nvPr/>
        </p:nvSpPr>
        <p:spPr>
          <a:xfrm>
            <a:off x="3063240" y="3063240"/>
            <a:ext cx="2566416" cy="411480"/>
          </a:xfrm>
          <a:prstGeom prst="rect">
            <a:avLst/>
          </a:prstGeom>
          <a:noFill/>
          <a:ln/>
        </p:spPr>
        <p:txBody>
          <a:bodyPr wrap="square" lIns="0" tIns="0" rIns="0" bIns="0" rtlCol="0" anchor="ctr"/>
          <a:lstStyle/>
          <a:p>
            <a:pPr algn="ctr" indent="0" marL="0">
              <a:buNone/>
            </a:pPr>
            <a:r>
              <a:rPr lang="en-US" sz="1700" b="1" dirty="0">
                <a:solidFill>
                  <a:schemeClr val="accent3"/>
                </a:solidFill>
              </a:rPr>
              <a:t>décrocher</a:t>
            </a:r>
            <a:endParaRPr lang="en-US" sz="1700" dirty="0"/>
          </a:p>
        </p:txBody>
      </p:sp>
      <p:sp>
        <p:nvSpPr>
          <p:cNvPr id="11" name="Shape 7"/>
          <p:cNvSpPr/>
          <p:nvPr/>
        </p:nvSpPr>
        <p:spPr>
          <a:xfrm>
            <a:off x="5903976" y="1508760"/>
            <a:ext cx="2785872" cy="2103120"/>
          </a:xfrm>
          <a:prstGeom prst="roundRect">
            <a:avLst>
              <a:gd name="adj" fmla="val 5217"/>
            </a:avLst>
          </a:prstGeom>
          <a:solidFill>
            <a:srgbClr val="FFFFFF"/>
          </a:solidFill>
          <a:ln w="19050">
            <a:solidFill>
              <a:srgbClr val="2E7D4F"/>
            </a:solidFill>
            <a:prstDash val="solid"/>
          </a:ln>
          <a:effectLst>
            <a:outerShdw sx="100000" sy="100000" kx="0" ky="0" algn="bl" rotWithShape="0" blurRad="101600" dist="25400" dir="3600000">
              <a:srgbClr val="000000">
                <a:alpha val="16000"/>
              </a:srgbClr>
            </a:outerShdw>
          </a:effectLst>
        </p:spPr>
      </p:sp>
      <p:pic>
        <p:nvPicPr>
          <p:cNvPr id="12" name="Image 1" descr="studio microphone">    </p:cNvPr>
          <p:cNvPicPr>
            <a:picLocks noChangeAspect="1"/>
          </p:cNvPicPr>
          <p:nvPr/>
        </p:nvPicPr>
        <p:blipFill>
          <a:blip r:embed="rId2"/>
          <a:stretch>
            <a:fillRect/>
          </a:stretch>
        </p:blipFill>
        <p:spPr>
          <a:xfrm>
            <a:off x="6885432" y="1618488"/>
            <a:ext cx="822960" cy="822960"/>
          </a:xfrm>
          <a:prstGeom prst="rect">
            <a:avLst/>
          </a:prstGeom>
        </p:spPr>
      </p:pic>
      <p:sp>
        <p:nvSpPr>
          <p:cNvPr id="13" name="Text 8"/>
          <p:cNvSpPr txBox="1"/>
          <p:nvPr/>
        </p:nvSpPr>
        <p:spPr>
          <a:xfrm>
            <a:off x="6013704" y="2496312"/>
            <a:ext cx="2566416" cy="566928"/>
          </a:xfrm>
          <a:prstGeom prst="rect">
            <a:avLst/>
          </a:prstGeom>
          <a:noFill/>
          <a:ln/>
        </p:spPr>
        <p:txBody>
          <a:bodyPr wrap="square" lIns="0" tIns="0" rIns="0" bIns="0" rtlCol="0" anchor="ctr"/>
          <a:lstStyle/>
          <a:p>
            <a:pPr algn="ctr" indent="0" marL="0">
              <a:buNone/>
            </a:pPr>
            <a:r>
              <a:rPr lang="en-US" sz="1500" i="1" dirty="0">
                <a:solidFill>
                  <a:schemeClr val="tx1"/>
                </a:solidFill>
              </a:rPr>
              <a:t>We nemen het gesprek </a:t>
            </a:r>
            <a:r>
              <a:rPr lang="en-US" sz="1500" b="1" i="1" dirty="0">
                <a:solidFill>
                  <a:srgbClr val="2E7D4F"/>
                </a:solidFill>
              </a:rPr>
              <a:t>op</a:t>
            </a:r>
            <a:r>
              <a:rPr lang="en-US" sz="1500" i="1" dirty="0">
                <a:solidFill>
                  <a:schemeClr val="tx1"/>
                </a:solidFill>
              </a:rPr>
              <a:t>.</a:t>
            </a:r>
            <a:endParaRPr lang="en-US" sz="1800" dirty="0"/>
          </a:p>
        </p:txBody>
      </p:sp>
      <p:sp>
        <p:nvSpPr>
          <p:cNvPr id="14" name="Text 9"/>
          <p:cNvSpPr txBox="1"/>
          <p:nvPr/>
        </p:nvSpPr>
        <p:spPr>
          <a:xfrm>
            <a:off x="6013704" y="3063240"/>
            <a:ext cx="2566416" cy="411480"/>
          </a:xfrm>
          <a:prstGeom prst="rect">
            <a:avLst/>
          </a:prstGeom>
          <a:noFill/>
          <a:ln/>
        </p:spPr>
        <p:txBody>
          <a:bodyPr wrap="square" lIns="0" tIns="0" rIns="0" bIns="0" rtlCol="0" anchor="ctr"/>
          <a:lstStyle/>
          <a:p>
            <a:pPr algn="ctr" indent="0" marL="0">
              <a:buNone/>
            </a:pPr>
            <a:r>
              <a:rPr lang="en-US" sz="1700" b="1" dirty="0">
                <a:solidFill>
                  <a:schemeClr val="accent3"/>
                </a:solidFill>
              </a:rPr>
              <a:t>enregistrer</a:t>
            </a:r>
            <a:endParaRPr lang="en-US" sz="1700" dirty="0"/>
          </a:p>
        </p:txBody>
      </p:sp>
      <p:sp>
        <p:nvSpPr>
          <p:cNvPr id="15" name="Shape 10"/>
          <p:cNvSpPr/>
          <p:nvPr/>
        </p:nvSpPr>
        <p:spPr>
          <a:xfrm>
            <a:off x="8854440" y="1508760"/>
            <a:ext cx="2785872" cy="2103120"/>
          </a:xfrm>
          <a:prstGeom prst="roundRect">
            <a:avLst>
              <a:gd name="adj" fmla="val 5217"/>
            </a:avLst>
          </a:prstGeom>
          <a:solidFill>
            <a:srgbClr val="FFFFFF"/>
          </a:solidFill>
          <a:ln w="19050">
            <a:solidFill>
              <a:srgbClr val="2E7D4F"/>
            </a:solidFill>
            <a:prstDash val="solid"/>
          </a:ln>
          <a:effectLst>
            <a:outerShdw sx="100000" sy="100000" kx="0" ky="0" algn="bl" rotWithShape="0" blurRad="101600" dist="25400" dir="3600000">
              <a:srgbClr val="000000">
                <a:alpha val="16000"/>
              </a:srgbClr>
            </a:outerShdw>
          </a:effectLst>
        </p:spPr>
      </p:sp>
      <p:pic>
        <p:nvPicPr>
          <p:cNvPr id="16" name="Image 2" descr="beach with umbrella">    </p:cNvPr>
          <p:cNvPicPr>
            <a:picLocks noChangeAspect="1"/>
          </p:cNvPicPr>
          <p:nvPr/>
        </p:nvPicPr>
        <p:blipFill>
          <a:blip r:embed="rId3"/>
          <a:stretch>
            <a:fillRect/>
          </a:stretch>
        </p:blipFill>
        <p:spPr>
          <a:xfrm>
            <a:off x="9835896" y="1618488"/>
            <a:ext cx="822960" cy="822960"/>
          </a:xfrm>
          <a:prstGeom prst="rect">
            <a:avLst/>
          </a:prstGeom>
        </p:spPr>
      </p:pic>
      <p:sp>
        <p:nvSpPr>
          <p:cNvPr id="17" name="Text 11"/>
          <p:cNvSpPr txBox="1"/>
          <p:nvPr/>
        </p:nvSpPr>
        <p:spPr>
          <a:xfrm>
            <a:off x="8964168" y="2496312"/>
            <a:ext cx="2566416" cy="566928"/>
          </a:xfrm>
          <a:prstGeom prst="rect">
            <a:avLst/>
          </a:prstGeom>
          <a:noFill/>
          <a:ln/>
        </p:spPr>
        <p:txBody>
          <a:bodyPr wrap="square" lIns="0" tIns="0" rIns="0" bIns="0" rtlCol="0" anchor="ctr"/>
          <a:lstStyle/>
          <a:p>
            <a:pPr algn="ctr" indent="0" marL="0">
              <a:buNone/>
            </a:pPr>
            <a:r>
              <a:rPr lang="en-US" sz="1500" i="1" dirty="0">
                <a:solidFill>
                  <a:schemeClr val="tx1"/>
                </a:solidFill>
              </a:rPr>
              <a:t>Ik neem morgen verlof </a:t>
            </a:r>
            <a:r>
              <a:rPr lang="en-US" sz="1500" b="1" i="1" dirty="0">
                <a:solidFill>
                  <a:srgbClr val="2E7D4F"/>
                </a:solidFill>
              </a:rPr>
              <a:t>op</a:t>
            </a:r>
            <a:r>
              <a:rPr lang="en-US" sz="1500" i="1" dirty="0">
                <a:solidFill>
                  <a:schemeClr val="tx1"/>
                </a:solidFill>
              </a:rPr>
              <a:t>.</a:t>
            </a:r>
            <a:endParaRPr lang="en-US" sz="1800" dirty="0"/>
          </a:p>
        </p:txBody>
      </p:sp>
      <p:sp>
        <p:nvSpPr>
          <p:cNvPr id="18" name="Text 12"/>
          <p:cNvSpPr txBox="1"/>
          <p:nvPr/>
        </p:nvSpPr>
        <p:spPr>
          <a:xfrm>
            <a:off x="8964168" y="3063240"/>
            <a:ext cx="2566416" cy="411480"/>
          </a:xfrm>
          <a:prstGeom prst="rect">
            <a:avLst/>
          </a:prstGeom>
          <a:noFill/>
          <a:ln/>
        </p:spPr>
        <p:txBody>
          <a:bodyPr wrap="square" lIns="0" tIns="0" rIns="0" bIns="0" rtlCol="0" anchor="ctr"/>
          <a:lstStyle/>
          <a:p>
            <a:pPr algn="ctr" indent="0" marL="0">
              <a:buNone/>
            </a:pPr>
            <a:r>
              <a:rPr lang="en-US" sz="1700" b="1" dirty="0">
                <a:solidFill>
                  <a:schemeClr val="accent3"/>
                </a:solidFill>
              </a:rPr>
              <a:t>prendre (un congé)</a:t>
            </a:r>
            <a:endParaRPr lang="en-US" sz="1700" dirty="0"/>
          </a:p>
        </p:txBody>
      </p:sp>
      <p:sp>
        <p:nvSpPr>
          <p:cNvPr id="19" name="Shape 13"/>
          <p:cNvSpPr/>
          <p:nvPr/>
        </p:nvSpPr>
        <p:spPr>
          <a:xfrm>
            <a:off x="548640" y="3794760"/>
            <a:ext cx="2240280" cy="2103120"/>
          </a:xfrm>
          <a:prstGeom prst="roundRect">
            <a:avLst>
              <a:gd name="adj" fmla="val 5217"/>
            </a:avLst>
          </a:prstGeom>
          <a:solidFill>
            <a:schemeClr val="accent2"/>
          </a:solidFill>
          <a:ln w="12700">
            <a:solidFill>
              <a:srgbClr val="FFFFFF">
                <a:alpha val="0"/>
              </a:srgbClr>
            </a:solidFill>
            <a:prstDash val="solid"/>
          </a:ln>
        </p:spPr>
      </p:sp>
      <p:sp>
        <p:nvSpPr>
          <p:cNvPr id="20" name="Text 14"/>
          <p:cNvSpPr txBox="1"/>
          <p:nvPr/>
        </p:nvSpPr>
        <p:spPr>
          <a:xfrm>
            <a:off x="548640" y="3794760"/>
            <a:ext cx="2240280" cy="2103120"/>
          </a:xfrm>
          <a:prstGeom prst="rect">
            <a:avLst/>
          </a:prstGeom>
          <a:noFill/>
          <a:ln/>
        </p:spPr>
        <p:txBody>
          <a:bodyPr wrap="square" lIns="0" tIns="0" rIns="0" bIns="0" rtlCol="0" anchor="ctr"/>
          <a:lstStyle/>
          <a:p>
            <a:pPr algn="ctr" indent="0" marL="0">
              <a:buNone/>
            </a:pPr>
            <a:r>
              <a:rPr lang="en-US" sz="2400" b="1" dirty="0">
                <a:solidFill>
                  <a:srgbClr val="FFFFFF"/>
                </a:solidFill>
              </a:rPr>
              <a:t>aan</a:t>
            </a:r>
            <a:r>
              <a:rPr lang="en-US" sz="2400" b="1" dirty="0">
                <a:solidFill>
                  <a:srgbClr val="FFFFFF"/>
                </a:solidFill>
              </a:rPr>
              <a:t>nemen</a:t>
            </a:r>
            <a:endParaRPr lang="en-US" sz="1800" dirty="0"/>
          </a:p>
        </p:txBody>
      </p:sp>
      <p:sp>
        <p:nvSpPr>
          <p:cNvPr id="21" name="Shape 15"/>
          <p:cNvSpPr/>
          <p:nvPr/>
        </p:nvSpPr>
        <p:spPr>
          <a:xfrm>
            <a:off x="2953512" y="3794760"/>
            <a:ext cx="2785872" cy="2103120"/>
          </a:xfrm>
          <a:prstGeom prst="roundRect">
            <a:avLst>
              <a:gd name="adj" fmla="val 5217"/>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22" name="Image 3" descr="check mark button">    </p:cNvPr>
          <p:cNvPicPr>
            <a:picLocks noChangeAspect="1"/>
          </p:cNvPicPr>
          <p:nvPr/>
        </p:nvPicPr>
        <p:blipFill>
          <a:blip r:embed="rId4"/>
          <a:stretch>
            <a:fillRect/>
          </a:stretch>
        </p:blipFill>
        <p:spPr>
          <a:xfrm>
            <a:off x="3934968" y="3904488"/>
            <a:ext cx="822960" cy="822960"/>
          </a:xfrm>
          <a:prstGeom prst="rect">
            <a:avLst/>
          </a:prstGeom>
        </p:spPr>
      </p:pic>
      <p:sp>
        <p:nvSpPr>
          <p:cNvPr id="23" name="Text 16"/>
          <p:cNvSpPr txBox="1"/>
          <p:nvPr/>
        </p:nvSpPr>
        <p:spPr>
          <a:xfrm>
            <a:off x="3063240" y="4782312"/>
            <a:ext cx="2566416" cy="566928"/>
          </a:xfrm>
          <a:prstGeom prst="rect">
            <a:avLst/>
          </a:prstGeom>
          <a:noFill/>
          <a:ln/>
        </p:spPr>
        <p:txBody>
          <a:bodyPr wrap="square" lIns="0" tIns="0" rIns="0" bIns="0" rtlCol="0" anchor="ctr"/>
          <a:lstStyle/>
          <a:p>
            <a:pPr algn="ctr" indent="0" marL="0">
              <a:buNone/>
            </a:pPr>
            <a:r>
              <a:rPr lang="en-US" sz="1500" i="1" dirty="0">
                <a:solidFill>
                  <a:schemeClr val="tx1"/>
                </a:solidFill>
              </a:rPr>
              <a:t>Ik neem het voorstel </a:t>
            </a:r>
            <a:r>
              <a:rPr lang="en-US" sz="1500" b="1" i="1" dirty="0">
                <a:solidFill>
                  <a:srgbClr val="2A6FB0"/>
                </a:solidFill>
              </a:rPr>
              <a:t>aan</a:t>
            </a:r>
            <a:r>
              <a:rPr lang="en-US" sz="1500" i="1" dirty="0">
                <a:solidFill>
                  <a:schemeClr val="tx1"/>
                </a:solidFill>
              </a:rPr>
              <a:t>.</a:t>
            </a:r>
            <a:endParaRPr lang="en-US" sz="1800" dirty="0"/>
          </a:p>
        </p:txBody>
      </p:sp>
      <p:sp>
        <p:nvSpPr>
          <p:cNvPr id="24" name="Text 17"/>
          <p:cNvSpPr txBox="1"/>
          <p:nvPr/>
        </p:nvSpPr>
        <p:spPr>
          <a:xfrm>
            <a:off x="3063240" y="5349240"/>
            <a:ext cx="2566416" cy="411480"/>
          </a:xfrm>
          <a:prstGeom prst="rect">
            <a:avLst/>
          </a:prstGeom>
          <a:noFill/>
          <a:ln/>
        </p:spPr>
        <p:txBody>
          <a:bodyPr wrap="square" lIns="0" tIns="0" rIns="0" bIns="0" rtlCol="0" anchor="ctr"/>
          <a:lstStyle/>
          <a:p>
            <a:pPr algn="ctr" indent="0" marL="0">
              <a:buNone/>
            </a:pPr>
            <a:r>
              <a:rPr lang="en-US" sz="1700" b="1" dirty="0">
                <a:solidFill>
                  <a:schemeClr val="accent2"/>
                </a:solidFill>
              </a:rPr>
              <a:t>accepter</a:t>
            </a:r>
            <a:endParaRPr lang="en-US" sz="1700" dirty="0"/>
          </a:p>
        </p:txBody>
      </p:sp>
      <p:sp>
        <p:nvSpPr>
          <p:cNvPr id="25" name="Shape 18"/>
          <p:cNvSpPr/>
          <p:nvPr/>
        </p:nvSpPr>
        <p:spPr>
          <a:xfrm>
            <a:off x="5903976" y="3794760"/>
            <a:ext cx="2785872" cy="2103120"/>
          </a:xfrm>
          <a:prstGeom prst="roundRect">
            <a:avLst>
              <a:gd name="adj" fmla="val 5217"/>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26" name="Image 4" descr="briefcase">    </p:cNvPr>
          <p:cNvPicPr>
            <a:picLocks noChangeAspect="1"/>
          </p:cNvPicPr>
          <p:nvPr/>
        </p:nvPicPr>
        <p:blipFill>
          <a:blip r:embed="rId5"/>
          <a:stretch>
            <a:fillRect/>
          </a:stretch>
        </p:blipFill>
        <p:spPr>
          <a:xfrm>
            <a:off x="6885432" y="3904488"/>
            <a:ext cx="822960" cy="822960"/>
          </a:xfrm>
          <a:prstGeom prst="rect">
            <a:avLst/>
          </a:prstGeom>
        </p:spPr>
      </p:pic>
      <p:sp>
        <p:nvSpPr>
          <p:cNvPr id="27" name="Text 19"/>
          <p:cNvSpPr txBox="1"/>
          <p:nvPr/>
        </p:nvSpPr>
        <p:spPr>
          <a:xfrm>
            <a:off x="6013704" y="4782312"/>
            <a:ext cx="2566416" cy="566928"/>
          </a:xfrm>
          <a:prstGeom prst="rect">
            <a:avLst/>
          </a:prstGeom>
          <a:noFill/>
          <a:ln/>
        </p:spPr>
        <p:txBody>
          <a:bodyPr wrap="square" lIns="0" tIns="0" rIns="0" bIns="0" rtlCol="0" anchor="ctr"/>
          <a:lstStyle/>
          <a:p>
            <a:pPr algn="ctr" indent="0" marL="0">
              <a:buNone/>
            </a:pPr>
            <a:r>
              <a:rPr lang="en-US" sz="1500" i="1" dirty="0">
                <a:solidFill>
                  <a:schemeClr val="tx1"/>
                </a:solidFill>
              </a:rPr>
              <a:t>Het bedrijf neemt twee mensen </a:t>
            </a:r>
            <a:r>
              <a:rPr lang="en-US" sz="1500" b="1" i="1" dirty="0">
                <a:solidFill>
                  <a:srgbClr val="2A6FB0"/>
                </a:solidFill>
              </a:rPr>
              <a:t>aan</a:t>
            </a:r>
            <a:r>
              <a:rPr lang="en-US" sz="1500" i="1" dirty="0">
                <a:solidFill>
                  <a:schemeClr val="tx1"/>
                </a:solidFill>
              </a:rPr>
              <a:t>.</a:t>
            </a:r>
            <a:endParaRPr lang="en-US" sz="1800" dirty="0"/>
          </a:p>
        </p:txBody>
      </p:sp>
      <p:sp>
        <p:nvSpPr>
          <p:cNvPr id="28" name="Text 20"/>
          <p:cNvSpPr txBox="1"/>
          <p:nvPr/>
        </p:nvSpPr>
        <p:spPr>
          <a:xfrm>
            <a:off x="6013704" y="5349240"/>
            <a:ext cx="2566416" cy="411480"/>
          </a:xfrm>
          <a:prstGeom prst="rect">
            <a:avLst/>
          </a:prstGeom>
          <a:noFill/>
          <a:ln/>
        </p:spPr>
        <p:txBody>
          <a:bodyPr wrap="square" lIns="0" tIns="0" rIns="0" bIns="0" rtlCol="0" anchor="ctr"/>
          <a:lstStyle/>
          <a:p>
            <a:pPr algn="ctr" indent="0" marL="0">
              <a:buNone/>
            </a:pPr>
            <a:r>
              <a:rPr lang="en-US" sz="1700" b="1" dirty="0">
                <a:solidFill>
                  <a:schemeClr val="accent2"/>
                </a:solidFill>
              </a:rPr>
              <a:t>embaucher</a:t>
            </a:r>
            <a:endParaRPr lang="en-US" sz="1700" dirty="0"/>
          </a:p>
        </p:txBody>
      </p:sp>
      <p:sp>
        <p:nvSpPr>
          <p:cNvPr id="29" name="Shape 21"/>
          <p:cNvSpPr/>
          <p:nvPr/>
        </p:nvSpPr>
        <p:spPr>
          <a:xfrm>
            <a:off x="8854440" y="3794760"/>
            <a:ext cx="2785872" cy="2103120"/>
          </a:xfrm>
          <a:prstGeom prst="roundRect">
            <a:avLst>
              <a:gd name="adj" fmla="val 5217"/>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30" name="Image 5" descr="thinking face">    </p:cNvPr>
          <p:cNvPicPr>
            <a:picLocks noChangeAspect="1"/>
          </p:cNvPicPr>
          <p:nvPr/>
        </p:nvPicPr>
        <p:blipFill>
          <a:blip r:embed="rId6"/>
          <a:stretch>
            <a:fillRect/>
          </a:stretch>
        </p:blipFill>
        <p:spPr>
          <a:xfrm>
            <a:off x="9835896" y="3904488"/>
            <a:ext cx="822960" cy="822960"/>
          </a:xfrm>
          <a:prstGeom prst="rect">
            <a:avLst/>
          </a:prstGeom>
        </p:spPr>
      </p:pic>
      <p:sp>
        <p:nvSpPr>
          <p:cNvPr id="31" name="Text 22"/>
          <p:cNvSpPr txBox="1"/>
          <p:nvPr/>
        </p:nvSpPr>
        <p:spPr>
          <a:xfrm>
            <a:off x="8964168" y="4782312"/>
            <a:ext cx="2566416" cy="566928"/>
          </a:xfrm>
          <a:prstGeom prst="rect">
            <a:avLst/>
          </a:prstGeom>
          <a:noFill/>
          <a:ln/>
        </p:spPr>
        <p:txBody>
          <a:bodyPr wrap="square" lIns="0" tIns="0" rIns="0" bIns="0" rtlCol="0" anchor="ctr"/>
          <a:lstStyle/>
          <a:p>
            <a:pPr algn="ctr" indent="0" marL="0">
              <a:buNone/>
            </a:pPr>
            <a:r>
              <a:rPr lang="en-US" sz="1500" i="1" dirty="0">
                <a:solidFill>
                  <a:schemeClr val="tx1"/>
                </a:solidFill>
              </a:rPr>
              <a:t>Ik neem </a:t>
            </a:r>
            <a:r>
              <a:rPr lang="en-US" sz="1500" b="1" i="1" dirty="0">
                <a:solidFill>
                  <a:srgbClr val="2A6FB0"/>
                </a:solidFill>
              </a:rPr>
              <a:t>aan</a:t>
            </a:r>
            <a:r>
              <a:rPr lang="en-US" sz="1500" i="1" dirty="0">
                <a:solidFill>
                  <a:schemeClr val="tx1"/>
                </a:solidFill>
              </a:rPr>
              <a:t> dat je komt.</a:t>
            </a:r>
            <a:endParaRPr lang="en-US" sz="1800" dirty="0"/>
          </a:p>
        </p:txBody>
      </p:sp>
      <p:sp>
        <p:nvSpPr>
          <p:cNvPr id="32" name="Text 23"/>
          <p:cNvSpPr txBox="1"/>
          <p:nvPr/>
        </p:nvSpPr>
        <p:spPr>
          <a:xfrm>
            <a:off x="8964168" y="5349240"/>
            <a:ext cx="2566416" cy="411480"/>
          </a:xfrm>
          <a:prstGeom prst="rect">
            <a:avLst/>
          </a:prstGeom>
          <a:noFill/>
          <a:ln/>
        </p:spPr>
        <p:txBody>
          <a:bodyPr wrap="square" lIns="0" tIns="0" rIns="0" bIns="0" rtlCol="0" anchor="ctr"/>
          <a:lstStyle/>
          <a:p>
            <a:pPr algn="ctr" indent="0" marL="0">
              <a:buNone/>
            </a:pPr>
            <a:r>
              <a:rPr lang="en-US" sz="1700" b="1" dirty="0">
                <a:solidFill>
                  <a:schemeClr val="accent2"/>
                </a:solidFill>
              </a:rPr>
              <a:t>supposer</a:t>
            </a:r>
            <a:endParaRPr lang="en-US" sz="1700" dirty="0"/>
          </a:p>
        </p:txBody>
      </p:sp>
      <p:sp>
        <p:nvSpPr>
          <p:cNvPr id="33" name="Text 24"/>
          <p:cNvSpPr txBox="1"/>
          <p:nvPr/>
        </p:nvSpPr>
        <p:spPr>
          <a:xfrm>
            <a:off x="548640" y="5989320"/>
            <a:ext cx="11091672" cy="320040"/>
          </a:xfrm>
          <a:prstGeom prst="rect">
            <a:avLst/>
          </a:prstGeom>
          <a:noFill/>
          <a:ln/>
        </p:spPr>
        <p:txBody>
          <a:bodyPr wrap="square" lIns="0" tIns="0" rIns="0" bIns="0" rtlCol="0" anchor="t"/>
          <a:lstStyle/>
          <a:p>
            <a:pPr algn="ctr" indent="0" marL="0">
              <a:buNone/>
            </a:pPr>
            <a:r>
              <a:rPr lang="en-US" sz="1500" dirty="0">
                <a:solidFill>
                  <a:schemeClr val="tx2"/>
                </a:solidFill>
              </a:rPr>
              <a:t>Notez toujours le verbe </a:t>
            </a:r>
            <a:r>
              <a:rPr lang="en-US" sz="1500" b="1" dirty="0">
                <a:solidFill>
                  <a:schemeClr val="tx2"/>
                </a:solidFill>
              </a:rPr>
              <a:t>avec</a:t>
            </a:r>
            <a:r>
              <a:rPr lang="en-US" sz="1500" dirty="0">
                <a:solidFill>
                  <a:schemeClr val="tx2"/>
                </a:solidFill>
              </a:rPr>
              <a:t> son complément : </a:t>
            </a:r>
            <a:r>
              <a:rPr lang="en-US" sz="1500" i="1" dirty="0">
                <a:solidFill>
                  <a:schemeClr val="tx2"/>
                </a:solidFill>
              </a:rPr>
              <a:t>de telefoon opnemen · verlof opnemen</a:t>
            </a:r>
            <a:r>
              <a:rPr lang="en-US" sz="1500" dirty="0">
                <a:solidFill>
                  <a:schemeClr val="tx2"/>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Particule + préposition : Ik kijk ernaar uit</a:t>
            </a:r>
            <a:endParaRPr lang="en-US" sz="3000" dirty="0"/>
          </a:p>
        </p:txBody>
      </p:sp>
      <p:sp>
        <p:nvSpPr>
          <p:cNvPr id="3" name="tag"/>
          <p:cNvSpPr/>
          <p:nvPr/>
        </p:nvSpPr>
        <p:spPr>
          <a:xfrm>
            <a:off x="548640" y="237744"/>
            <a:ext cx="581558"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B2</a:t>
            </a:r>
            <a:endParaRPr lang="en-US" sz="1200" dirty="0"/>
          </a:p>
        </p:txBody>
      </p:sp>
      <p:sp>
        <p:nvSpPr>
          <p:cNvPr id="5" name="Shape 2"/>
          <p:cNvSpPr/>
          <p:nvPr/>
        </p:nvSpPr>
        <p:spPr>
          <a:xfrm>
            <a:off x="548640" y="1691640"/>
            <a:ext cx="634959" cy="694944"/>
          </a:xfrm>
          <a:prstGeom prst="roundRect">
            <a:avLst>
              <a:gd name="adj" fmla="val 11521"/>
            </a:avLst>
          </a:prstGeom>
          <a:solidFill>
            <a:schemeClr val="bg1"/>
          </a:solidFill>
          <a:ln w="15875">
            <a:solidFill>
              <a:srgbClr val="D5DCE6"/>
            </a:solidFill>
            <a:prstDash val="solid"/>
          </a:ln>
        </p:spPr>
      </p:sp>
      <p:sp>
        <p:nvSpPr>
          <p:cNvPr id="6" name="Text 3"/>
          <p:cNvSpPr txBox="1"/>
          <p:nvPr/>
        </p:nvSpPr>
        <p:spPr>
          <a:xfrm>
            <a:off x="548640" y="1691640"/>
            <a:ext cx="634959" cy="694944"/>
          </a:xfrm>
          <a:prstGeom prst="rect">
            <a:avLst/>
          </a:prstGeom>
          <a:noFill/>
          <a:ln/>
        </p:spPr>
        <p:txBody>
          <a:bodyPr wrap="square" lIns="0" tIns="0" rIns="0" bIns="0" rtlCol="0" anchor="ctr"/>
          <a:lstStyle/>
          <a:p>
            <a:pPr algn="ctr" indent="0" marL="0">
              <a:buNone/>
            </a:pPr>
            <a:r>
              <a:rPr lang="en-US" sz="2400" dirty="0">
                <a:solidFill>
                  <a:schemeClr val="tx1"/>
                </a:solidFill>
              </a:rPr>
              <a:t>Ik</a:t>
            </a:r>
            <a:endParaRPr lang="en-US" sz="2400" dirty="0"/>
          </a:p>
        </p:txBody>
      </p:sp>
      <p:sp>
        <p:nvSpPr>
          <p:cNvPr id="7" name="Shape 4"/>
          <p:cNvSpPr/>
          <p:nvPr/>
        </p:nvSpPr>
        <p:spPr>
          <a:xfrm>
            <a:off x="1265895" y="1691640"/>
            <a:ext cx="1167740" cy="694944"/>
          </a:xfrm>
          <a:prstGeom prst="roundRect">
            <a:avLst>
              <a:gd name="adj" fmla="val 10526"/>
            </a:avLst>
          </a:prstGeom>
          <a:solidFill>
            <a:srgbClr val="FBEDEB"/>
          </a:solidFill>
          <a:ln w="31750">
            <a:solidFill>
              <a:srgbClr val="B83227"/>
            </a:solidFill>
            <a:prstDash val="solid"/>
          </a:ln>
        </p:spPr>
      </p:sp>
      <p:sp>
        <p:nvSpPr>
          <p:cNvPr id="8" name="Text 5"/>
          <p:cNvSpPr txBox="1"/>
          <p:nvPr/>
        </p:nvSpPr>
        <p:spPr>
          <a:xfrm>
            <a:off x="1265895" y="1691640"/>
            <a:ext cx="1167740" cy="694944"/>
          </a:xfrm>
          <a:prstGeom prst="rect">
            <a:avLst/>
          </a:prstGeom>
          <a:noFill/>
          <a:ln/>
        </p:spPr>
        <p:txBody>
          <a:bodyPr wrap="square" lIns="0" tIns="0" rIns="0" bIns="0" rtlCol="0" anchor="ctr"/>
          <a:lstStyle/>
          <a:p>
            <a:pPr algn="ctr" indent="0" marL="0">
              <a:buNone/>
            </a:pPr>
            <a:r>
              <a:rPr lang="en-US" sz="2400" b="1" dirty="0">
                <a:solidFill>
                  <a:schemeClr val="accent6"/>
                </a:solidFill>
              </a:rPr>
              <a:t>kijk</a:t>
            </a:r>
            <a:endParaRPr lang="en-US" sz="2400" dirty="0"/>
          </a:p>
        </p:txBody>
      </p:sp>
      <p:sp>
        <p:nvSpPr>
          <p:cNvPr id="9" name="Shape 6"/>
          <p:cNvSpPr/>
          <p:nvPr/>
        </p:nvSpPr>
        <p:spPr>
          <a:xfrm>
            <a:off x="2515931" y="1691640"/>
            <a:ext cx="1551174" cy="694944"/>
          </a:xfrm>
          <a:prstGeom prst="roundRect">
            <a:avLst>
              <a:gd name="adj" fmla="val 10526"/>
            </a:avLst>
          </a:prstGeom>
          <a:solidFill>
            <a:srgbClr val="EAF2FB"/>
          </a:solidFill>
          <a:ln w="25400">
            <a:solidFill>
              <a:srgbClr val="2A6FB0"/>
            </a:solidFill>
            <a:prstDash val="solid"/>
          </a:ln>
        </p:spPr>
      </p:sp>
      <p:sp>
        <p:nvSpPr>
          <p:cNvPr id="10" name="Text 7"/>
          <p:cNvSpPr txBox="1"/>
          <p:nvPr/>
        </p:nvSpPr>
        <p:spPr>
          <a:xfrm>
            <a:off x="2515931" y="1691640"/>
            <a:ext cx="1551174" cy="694944"/>
          </a:xfrm>
          <a:prstGeom prst="rect">
            <a:avLst/>
          </a:prstGeom>
          <a:noFill/>
          <a:ln/>
        </p:spPr>
        <p:txBody>
          <a:bodyPr wrap="square" lIns="0" tIns="0" rIns="0" bIns="0" rtlCol="0" anchor="ctr"/>
          <a:lstStyle/>
          <a:p>
            <a:pPr algn="ctr" indent="0" marL="0">
              <a:buNone/>
            </a:pPr>
            <a:r>
              <a:rPr lang="en-US" sz="2400" b="1" dirty="0">
                <a:solidFill>
                  <a:schemeClr val="accent2"/>
                </a:solidFill>
              </a:rPr>
              <a:t>ernaar</a:t>
            </a:r>
            <a:endParaRPr lang="en-US" sz="2400" dirty="0"/>
          </a:p>
        </p:txBody>
      </p:sp>
      <p:sp>
        <p:nvSpPr>
          <p:cNvPr id="11" name="Shape 8"/>
          <p:cNvSpPr/>
          <p:nvPr/>
        </p:nvSpPr>
        <p:spPr>
          <a:xfrm>
            <a:off x="4149401" y="1691640"/>
            <a:ext cx="1167740" cy="694944"/>
          </a:xfrm>
          <a:prstGeom prst="roundRect">
            <a:avLst>
              <a:gd name="adj" fmla="val 10526"/>
            </a:avLst>
          </a:prstGeom>
          <a:solidFill>
            <a:schemeClr val="accent1"/>
          </a:solidFill>
          <a:ln w="12700">
            <a:solidFill>
              <a:srgbClr val="FFFFFF">
                <a:alpha val="0"/>
              </a:srgbClr>
            </a:solidFill>
            <a:prstDash val="solid"/>
          </a:ln>
        </p:spPr>
      </p:sp>
      <p:sp>
        <p:nvSpPr>
          <p:cNvPr id="12" name="Text 9"/>
          <p:cNvSpPr txBox="1"/>
          <p:nvPr/>
        </p:nvSpPr>
        <p:spPr>
          <a:xfrm>
            <a:off x="4149401" y="1691640"/>
            <a:ext cx="1167740" cy="694944"/>
          </a:xfrm>
          <a:prstGeom prst="rect">
            <a:avLst/>
          </a:prstGeom>
          <a:noFill/>
          <a:ln/>
        </p:spPr>
        <p:txBody>
          <a:bodyPr wrap="square" lIns="0" tIns="0" rIns="0" bIns="0" rtlCol="0" anchor="ctr"/>
          <a:lstStyle/>
          <a:p>
            <a:pPr algn="ctr" indent="0" marL="0">
              <a:buNone/>
            </a:pPr>
            <a:r>
              <a:rPr lang="en-US" sz="2400" b="1" dirty="0">
                <a:solidFill>
                  <a:schemeClr val="bg1"/>
                </a:solidFill>
              </a:rPr>
              <a:t>uit.</a:t>
            </a:r>
            <a:endParaRPr lang="en-US" sz="2400" dirty="0"/>
          </a:p>
        </p:txBody>
      </p:sp>
      <p:sp>
        <p:nvSpPr>
          <p:cNvPr id="13" name="Text 10"/>
          <p:cNvSpPr txBox="1"/>
          <p:nvPr/>
        </p:nvSpPr>
        <p:spPr>
          <a:xfrm>
            <a:off x="1174455" y="2432304"/>
            <a:ext cx="1350620" cy="320040"/>
          </a:xfrm>
          <a:prstGeom prst="rect">
            <a:avLst/>
          </a:prstGeom>
          <a:noFill/>
          <a:ln/>
        </p:spPr>
        <p:txBody>
          <a:bodyPr wrap="square" lIns="0" tIns="0" rIns="0" bIns="0" rtlCol="0" anchor="t"/>
          <a:lstStyle/>
          <a:p>
            <a:pPr algn="ctr" indent="0" marL="0">
              <a:buNone/>
            </a:pPr>
            <a:r>
              <a:rPr lang="en-US" sz="1200" b="1" dirty="0">
                <a:solidFill>
                  <a:schemeClr val="accent6"/>
                </a:solidFill>
              </a:rPr>
              <a:t>verbe</a:t>
            </a:r>
            <a:endParaRPr lang="en-US" sz="1200" dirty="0"/>
          </a:p>
        </p:txBody>
      </p:sp>
      <p:sp>
        <p:nvSpPr>
          <p:cNvPr id="14" name="Text 11"/>
          <p:cNvSpPr txBox="1"/>
          <p:nvPr/>
        </p:nvSpPr>
        <p:spPr>
          <a:xfrm>
            <a:off x="2424491" y="2432304"/>
            <a:ext cx="1734054" cy="320040"/>
          </a:xfrm>
          <a:prstGeom prst="rect">
            <a:avLst/>
          </a:prstGeom>
          <a:noFill/>
          <a:ln/>
        </p:spPr>
        <p:txBody>
          <a:bodyPr wrap="square" lIns="0" tIns="0" rIns="0" bIns="0" rtlCol="0" anchor="t"/>
          <a:lstStyle/>
          <a:p>
            <a:pPr algn="ctr" indent="0" marL="0">
              <a:buNone/>
            </a:pPr>
            <a:r>
              <a:rPr lang="en-US" sz="1200" b="1" dirty="0">
                <a:solidFill>
                  <a:schemeClr val="accent2"/>
                </a:solidFill>
              </a:rPr>
              <a:t>er + prép.</a:t>
            </a:r>
            <a:endParaRPr lang="en-US" sz="1200" dirty="0"/>
          </a:p>
        </p:txBody>
      </p:sp>
      <p:sp>
        <p:nvSpPr>
          <p:cNvPr id="15" name="Text 12"/>
          <p:cNvSpPr txBox="1"/>
          <p:nvPr/>
        </p:nvSpPr>
        <p:spPr>
          <a:xfrm>
            <a:off x="4057961" y="2432304"/>
            <a:ext cx="1350620" cy="320040"/>
          </a:xfrm>
          <a:prstGeom prst="rect">
            <a:avLst/>
          </a:prstGeom>
          <a:noFill/>
          <a:ln/>
        </p:spPr>
        <p:txBody>
          <a:bodyPr wrap="square" lIns="0" tIns="0" rIns="0" bIns="0" rtlCol="0" anchor="t"/>
          <a:lstStyle/>
          <a:p>
            <a:pPr algn="ctr" indent="0" marL="0">
              <a:buNone/>
            </a:pPr>
            <a:r>
              <a:rPr lang="en-US" sz="1200" b="1" dirty="0">
                <a:solidFill>
                  <a:schemeClr val="accent1"/>
                </a:solidFill>
              </a:rPr>
              <a:t>particule</a:t>
            </a:r>
            <a:endParaRPr lang="en-US" sz="1200" dirty="0"/>
          </a:p>
        </p:txBody>
      </p:sp>
      <p:sp>
        <p:nvSpPr>
          <p:cNvPr id="16" name="Shape 13"/>
          <p:cNvSpPr/>
          <p:nvPr/>
        </p:nvSpPr>
        <p:spPr>
          <a:xfrm>
            <a:off x="6035040" y="1691640"/>
            <a:ext cx="2175540" cy="694944"/>
          </a:xfrm>
          <a:prstGeom prst="roundRect">
            <a:avLst>
              <a:gd name="adj" fmla="val 10526"/>
            </a:avLst>
          </a:prstGeom>
          <a:solidFill>
            <a:schemeClr val="bg1"/>
          </a:solidFill>
          <a:ln w="15875">
            <a:solidFill>
              <a:srgbClr val="D5DCE6"/>
            </a:solidFill>
            <a:prstDash val="solid"/>
          </a:ln>
        </p:spPr>
      </p:sp>
      <p:sp>
        <p:nvSpPr>
          <p:cNvPr id="17" name="Text 14"/>
          <p:cNvSpPr txBox="1"/>
          <p:nvPr/>
        </p:nvSpPr>
        <p:spPr>
          <a:xfrm>
            <a:off x="6035040" y="1691640"/>
            <a:ext cx="2175540" cy="694944"/>
          </a:xfrm>
          <a:prstGeom prst="rect">
            <a:avLst/>
          </a:prstGeom>
          <a:noFill/>
          <a:ln/>
        </p:spPr>
        <p:txBody>
          <a:bodyPr wrap="square" lIns="0" tIns="0" rIns="0" bIns="0" rtlCol="0" anchor="ctr"/>
          <a:lstStyle/>
          <a:p>
            <a:pPr algn="ctr" indent="0" marL="0">
              <a:buNone/>
            </a:pPr>
            <a:r>
              <a:rPr lang="en-US" sz="2400" dirty="0">
                <a:solidFill>
                  <a:schemeClr val="tx1"/>
                </a:solidFill>
              </a:rPr>
              <a:t>…, omdat ik</a:t>
            </a:r>
            <a:endParaRPr lang="en-US" sz="2400" dirty="0"/>
          </a:p>
        </p:txBody>
      </p:sp>
      <p:sp>
        <p:nvSpPr>
          <p:cNvPr id="18" name="Shape 15"/>
          <p:cNvSpPr/>
          <p:nvPr/>
        </p:nvSpPr>
        <p:spPr>
          <a:xfrm>
            <a:off x="8292876" y="1691640"/>
            <a:ext cx="1551174" cy="694944"/>
          </a:xfrm>
          <a:prstGeom prst="roundRect">
            <a:avLst>
              <a:gd name="adj" fmla="val 10526"/>
            </a:avLst>
          </a:prstGeom>
          <a:solidFill>
            <a:srgbClr val="EAF2FB"/>
          </a:solidFill>
          <a:ln w="25400">
            <a:solidFill>
              <a:srgbClr val="2A6FB0"/>
            </a:solidFill>
            <a:prstDash val="solid"/>
          </a:ln>
        </p:spPr>
      </p:sp>
      <p:sp>
        <p:nvSpPr>
          <p:cNvPr id="19" name="Text 16"/>
          <p:cNvSpPr txBox="1"/>
          <p:nvPr/>
        </p:nvSpPr>
        <p:spPr>
          <a:xfrm>
            <a:off x="8292876" y="1691640"/>
            <a:ext cx="1551174" cy="694944"/>
          </a:xfrm>
          <a:prstGeom prst="rect">
            <a:avLst/>
          </a:prstGeom>
          <a:noFill/>
          <a:ln/>
        </p:spPr>
        <p:txBody>
          <a:bodyPr wrap="square" lIns="0" tIns="0" rIns="0" bIns="0" rtlCol="0" anchor="ctr"/>
          <a:lstStyle/>
          <a:p>
            <a:pPr algn="ctr" indent="0" marL="0">
              <a:buNone/>
            </a:pPr>
            <a:r>
              <a:rPr lang="en-US" sz="2400" b="1" dirty="0">
                <a:solidFill>
                  <a:schemeClr val="accent2"/>
                </a:solidFill>
              </a:rPr>
              <a:t>ernaar</a:t>
            </a:r>
            <a:endParaRPr lang="en-US" sz="2400" dirty="0"/>
          </a:p>
        </p:txBody>
      </p:sp>
      <p:sp>
        <p:nvSpPr>
          <p:cNvPr id="20" name="Shape 17"/>
          <p:cNvSpPr/>
          <p:nvPr/>
        </p:nvSpPr>
        <p:spPr>
          <a:xfrm>
            <a:off x="9926346" y="1691640"/>
            <a:ext cx="1934607" cy="694944"/>
          </a:xfrm>
          <a:prstGeom prst="roundRect">
            <a:avLst>
              <a:gd name="adj" fmla="val 10526"/>
            </a:avLst>
          </a:prstGeom>
          <a:solidFill>
            <a:srgbClr val="FBEDEB"/>
          </a:solidFill>
          <a:ln w="31750">
            <a:solidFill>
              <a:srgbClr val="B83227"/>
            </a:solidFill>
            <a:prstDash val="solid"/>
          </a:ln>
        </p:spPr>
      </p:sp>
      <p:sp>
        <p:nvSpPr>
          <p:cNvPr id="21" name="Text 18"/>
          <p:cNvSpPr txBox="1"/>
          <p:nvPr/>
        </p:nvSpPr>
        <p:spPr>
          <a:xfrm>
            <a:off x="9926346" y="1691640"/>
            <a:ext cx="1934607" cy="694944"/>
          </a:xfrm>
          <a:prstGeom prst="rect">
            <a:avLst/>
          </a:prstGeom>
          <a:noFill/>
          <a:ln/>
        </p:spPr>
        <p:txBody>
          <a:bodyPr wrap="square" lIns="0" tIns="0" rIns="0" bIns="0" rtlCol="0" anchor="ctr"/>
          <a:lstStyle/>
          <a:p>
            <a:pPr algn="ctr" indent="0" marL="0">
              <a:buNone/>
            </a:pPr>
            <a:r>
              <a:rPr lang="en-US" sz="2400" b="1" dirty="0">
                <a:solidFill>
                  <a:schemeClr val="accent6"/>
                </a:solidFill>
              </a:rPr>
              <a:t>uitkijk.</a:t>
            </a:r>
            <a:endParaRPr lang="en-US" sz="2400" dirty="0"/>
          </a:p>
        </p:txBody>
      </p:sp>
      <p:sp>
        <p:nvSpPr>
          <p:cNvPr id="22" name="Text 19"/>
          <p:cNvSpPr txBox="1"/>
          <p:nvPr/>
        </p:nvSpPr>
        <p:spPr>
          <a:xfrm>
            <a:off x="6035040" y="2432304"/>
            <a:ext cx="5577840" cy="320040"/>
          </a:xfrm>
          <a:prstGeom prst="rect">
            <a:avLst/>
          </a:prstGeom>
          <a:noFill/>
          <a:ln/>
        </p:spPr>
        <p:txBody>
          <a:bodyPr wrap="square" lIns="0" tIns="0" rIns="0" bIns="0" rtlCol="0" anchor="t"/>
          <a:lstStyle/>
          <a:p>
            <a:pPr algn="l" indent="0" marL="0">
              <a:buNone/>
            </a:pPr>
            <a:r>
              <a:rPr lang="en-US" sz="1200" i="1" dirty="0">
                <a:solidFill>
                  <a:schemeClr val="accent5"/>
                </a:solidFill>
              </a:rPr>
              <a:t>subordonnée : la particule se recolle au verbe</a:t>
            </a:r>
            <a:endParaRPr lang="en-US" sz="1200" dirty="0"/>
          </a:p>
        </p:txBody>
      </p:sp>
      <p:sp>
        <p:nvSpPr>
          <p:cNvPr id="23" name="Shape 20"/>
          <p:cNvSpPr/>
          <p:nvPr/>
        </p:nvSpPr>
        <p:spPr>
          <a:xfrm>
            <a:off x="548640" y="3063240"/>
            <a:ext cx="3575304" cy="1143000"/>
          </a:xfrm>
          <a:prstGeom prst="roundRect">
            <a:avLst>
              <a:gd name="adj" fmla="val 8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4" name="Shape 21"/>
          <p:cNvSpPr/>
          <p:nvPr/>
        </p:nvSpPr>
        <p:spPr>
          <a:xfrm>
            <a:off x="548640" y="3063240"/>
            <a:ext cx="91440" cy="1143000"/>
          </a:xfrm>
          <a:prstGeom prst="rect">
            <a:avLst/>
          </a:prstGeom>
          <a:solidFill>
            <a:schemeClr val="accent6"/>
          </a:solidFill>
          <a:ln w="12700">
            <a:solidFill>
              <a:srgbClr val="FFFFFF">
                <a:alpha val="0"/>
              </a:srgbClr>
            </a:solidFill>
            <a:prstDash val="solid"/>
          </a:ln>
        </p:spPr>
      </p:sp>
      <p:sp>
        <p:nvSpPr>
          <p:cNvPr id="25" name="Text 22"/>
          <p:cNvSpPr txBox="1"/>
          <p:nvPr/>
        </p:nvSpPr>
        <p:spPr>
          <a:xfrm>
            <a:off x="777240" y="3118104"/>
            <a:ext cx="3255264" cy="365760"/>
          </a:xfrm>
          <a:prstGeom prst="rect">
            <a:avLst/>
          </a:prstGeom>
          <a:noFill/>
          <a:ln/>
        </p:spPr>
        <p:txBody>
          <a:bodyPr wrap="square" lIns="0" tIns="0" rIns="0" bIns="0" rtlCol="0" anchor="ctr"/>
          <a:lstStyle/>
          <a:p>
            <a:pPr algn="l" indent="0" marL="0">
              <a:buNone/>
            </a:pPr>
            <a:r>
              <a:rPr lang="en-US" sz="1800" b="1" dirty="0">
                <a:solidFill>
                  <a:srgbClr val="B83227"/>
                </a:solidFill>
              </a:rPr>
              <a:t>af</a:t>
            </a:r>
            <a:r>
              <a:rPr lang="en-US" sz="1800" b="1" dirty="0">
                <a:solidFill>
                  <a:schemeClr val="tx1"/>
                </a:solidFill>
              </a:rPr>
              <a:t>hangen van</a:t>
            </a:r>
            <a:endParaRPr lang="en-US" sz="1800" dirty="0"/>
          </a:p>
        </p:txBody>
      </p:sp>
      <p:sp>
        <p:nvSpPr>
          <p:cNvPr id="26" name="Text 23"/>
          <p:cNvSpPr txBox="1"/>
          <p:nvPr/>
        </p:nvSpPr>
        <p:spPr>
          <a:xfrm>
            <a:off x="777240" y="3474720"/>
            <a:ext cx="3255264" cy="274320"/>
          </a:xfrm>
          <a:prstGeom prst="rect">
            <a:avLst/>
          </a:prstGeom>
          <a:noFill/>
          <a:ln/>
        </p:spPr>
        <p:txBody>
          <a:bodyPr wrap="square" lIns="0" tIns="0" rIns="0" bIns="0" rtlCol="0" anchor="ctr"/>
          <a:lstStyle/>
          <a:p>
            <a:pPr algn="l" indent="0" marL="0">
              <a:buNone/>
            </a:pPr>
            <a:r>
              <a:rPr lang="en-US" sz="1300" dirty="0">
                <a:solidFill>
                  <a:schemeClr val="accent5"/>
                </a:solidFill>
              </a:rPr>
              <a:t>dépendre de</a:t>
            </a:r>
            <a:endParaRPr lang="en-US" sz="1300" dirty="0"/>
          </a:p>
        </p:txBody>
      </p:sp>
      <p:sp>
        <p:nvSpPr>
          <p:cNvPr id="27" name="Text 24"/>
          <p:cNvSpPr txBox="1"/>
          <p:nvPr/>
        </p:nvSpPr>
        <p:spPr>
          <a:xfrm>
            <a:off x="777240" y="3776472"/>
            <a:ext cx="3255264" cy="365760"/>
          </a:xfrm>
          <a:prstGeom prst="rect">
            <a:avLst/>
          </a:prstGeom>
          <a:noFill/>
          <a:ln/>
        </p:spPr>
        <p:txBody>
          <a:bodyPr wrap="square" lIns="0" tIns="0" rIns="0" bIns="0" rtlCol="0" anchor="ctr"/>
          <a:lstStyle/>
          <a:p>
            <a:pPr algn="l" indent="0" marL="0">
              <a:buNone/>
            </a:pPr>
            <a:r>
              <a:rPr lang="en-US" sz="1600" i="1" dirty="0">
                <a:solidFill>
                  <a:schemeClr val="tx1"/>
                </a:solidFill>
              </a:rPr>
              <a:t>Het hangt ervan </a:t>
            </a:r>
            <a:r>
              <a:rPr lang="en-US" sz="1600" b="1" i="1" dirty="0">
                <a:solidFill>
                  <a:srgbClr val="B83227"/>
                </a:solidFill>
              </a:rPr>
              <a:t>af</a:t>
            </a:r>
            <a:r>
              <a:rPr lang="en-US" sz="1600" i="1" dirty="0">
                <a:solidFill>
                  <a:schemeClr val="tx1"/>
                </a:solidFill>
              </a:rPr>
              <a:t>.</a:t>
            </a:r>
            <a:endParaRPr lang="en-US" sz="1800" dirty="0"/>
          </a:p>
        </p:txBody>
      </p:sp>
      <p:sp>
        <p:nvSpPr>
          <p:cNvPr id="28" name="Shape 25"/>
          <p:cNvSpPr/>
          <p:nvPr/>
        </p:nvSpPr>
        <p:spPr>
          <a:xfrm>
            <a:off x="4306824" y="3063240"/>
            <a:ext cx="3575304" cy="1143000"/>
          </a:xfrm>
          <a:prstGeom prst="roundRect">
            <a:avLst>
              <a:gd name="adj" fmla="val 8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9" name="Shape 26"/>
          <p:cNvSpPr/>
          <p:nvPr/>
        </p:nvSpPr>
        <p:spPr>
          <a:xfrm>
            <a:off x="4306824" y="3063240"/>
            <a:ext cx="91440" cy="1143000"/>
          </a:xfrm>
          <a:prstGeom prst="rect">
            <a:avLst/>
          </a:prstGeom>
          <a:solidFill>
            <a:schemeClr val="accent1"/>
          </a:solidFill>
          <a:ln w="12700">
            <a:solidFill>
              <a:srgbClr val="FFFFFF">
                <a:alpha val="0"/>
              </a:srgbClr>
            </a:solidFill>
            <a:prstDash val="solid"/>
          </a:ln>
        </p:spPr>
      </p:sp>
      <p:sp>
        <p:nvSpPr>
          <p:cNvPr id="30" name="Text 27"/>
          <p:cNvSpPr txBox="1"/>
          <p:nvPr/>
        </p:nvSpPr>
        <p:spPr>
          <a:xfrm>
            <a:off x="4535424" y="3118104"/>
            <a:ext cx="3255264" cy="365760"/>
          </a:xfrm>
          <a:prstGeom prst="rect">
            <a:avLst/>
          </a:prstGeom>
          <a:noFill/>
          <a:ln/>
        </p:spPr>
        <p:txBody>
          <a:bodyPr wrap="square" lIns="0" tIns="0" rIns="0" bIns="0" rtlCol="0" anchor="ctr"/>
          <a:lstStyle/>
          <a:p>
            <a:pPr algn="l" indent="0" marL="0">
              <a:buNone/>
            </a:pPr>
            <a:r>
              <a:rPr lang="en-US" sz="1800" b="1" dirty="0">
                <a:solidFill>
                  <a:srgbClr val="D9700F"/>
                </a:solidFill>
              </a:rPr>
              <a:t>uit</a:t>
            </a:r>
            <a:r>
              <a:rPr lang="en-US" sz="1800" b="1" dirty="0">
                <a:solidFill>
                  <a:schemeClr val="tx1"/>
                </a:solidFill>
              </a:rPr>
              <a:t>kijken naar</a:t>
            </a:r>
            <a:endParaRPr lang="en-US" sz="1800" dirty="0"/>
          </a:p>
        </p:txBody>
      </p:sp>
      <p:sp>
        <p:nvSpPr>
          <p:cNvPr id="31" name="Text 28"/>
          <p:cNvSpPr txBox="1"/>
          <p:nvPr/>
        </p:nvSpPr>
        <p:spPr>
          <a:xfrm>
            <a:off x="4535424" y="3474720"/>
            <a:ext cx="3255264" cy="274320"/>
          </a:xfrm>
          <a:prstGeom prst="rect">
            <a:avLst/>
          </a:prstGeom>
          <a:noFill/>
          <a:ln/>
        </p:spPr>
        <p:txBody>
          <a:bodyPr wrap="square" lIns="0" tIns="0" rIns="0" bIns="0" rtlCol="0" anchor="ctr"/>
          <a:lstStyle/>
          <a:p>
            <a:pPr algn="l" indent="0" marL="0">
              <a:buNone/>
            </a:pPr>
            <a:r>
              <a:rPr lang="en-US" sz="1300" dirty="0">
                <a:solidFill>
                  <a:schemeClr val="accent5"/>
                </a:solidFill>
              </a:rPr>
              <a:t>attendre avec impatience</a:t>
            </a:r>
            <a:endParaRPr lang="en-US" sz="1300" dirty="0"/>
          </a:p>
        </p:txBody>
      </p:sp>
      <p:sp>
        <p:nvSpPr>
          <p:cNvPr id="32" name="Text 29"/>
          <p:cNvSpPr txBox="1"/>
          <p:nvPr/>
        </p:nvSpPr>
        <p:spPr>
          <a:xfrm>
            <a:off x="4535424" y="3776472"/>
            <a:ext cx="3255264" cy="365760"/>
          </a:xfrm>
          <a:prstGeom prst="rect">
            <a:avLst/>
          </a:prstGeom>
          <a:noFill/>
          <a:ln/>
        </p:spPr>
        <p:txBody>
          <a:bodyPr wrap="square" lIns="0" tIns="0" rIns="0" bIns="0" rtlCol="0" anchor="ctr"/>
          <a:lstStyle/>
          <a:p>
            <a:pPr algn="l" indent="0" marL="0">
              <a:buNone/>
            </a:pPr>
            <a:r>
              <a:rPr lang="en-US" sz="1600" i="1" dirty="0">
                <a:solidFill>
                  <a:schemeClr val="tx1"/>
                </a:solidFill>
              </a:rPr>
              <a:t>Ik kijk ernaar </a:t>
            </a:r>
            <a:r>
              <a:rPr lang="en-US" sz="1600" b="1" i="1" dirty="0">
                <a:solidFill>
                  <a:srgbClr val="D9700F"/>
                </a:solidFill>
              </a:rPr>
              <a:t>uit</a:t>
            </a:r>
            <a:r>
              <a:rPr lang="en-US" sz="1600" i="1" dirty="0">
                <a:solidFill>
                  <a:schemeClr val="tx1"/>
                </a:solidFill>
              </a:rPr>
              <a:t>.</a:t>
            </a:r>
            <a:endParaRPr lang="en-US" sz="1800" dirty="0"/>
          </a:p>
        </p:txBody>
      </p:sp>
      <p:sp>
        <p:nvSpPr>
          <p:cNvPr id="33" name="Shape 30"/>
          <p:cNvSpPr/>
          <p:nvPr/>
        </p:nvSpPr>
        <p:spPr>
          <a:xfrm>
            <a:off x="8065008" y="3063240"/>
            <a:ext cx="3575304" cy="1143000"/>
          </a:xfrm>
          <a:prstGeom prst="roundRect">
            <a:avLst>
              <a:gd name="adj" fmla="val 8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4" name="Shape 31"/>
          <p:cNvSpPr/>
          <p:nvPr/>
        </p:nvSpPr>
        <p:spPr>
          <a:xfrm>
            <a:off x="8065008" y="3063240"/>
            <a:ext cx="91440" cy="1143000"/>
          </a:xfrm>
          <a:prstGeom prst="rect">
            <a:avLst/>
          </a:prstGeom>
          <a:solidFill>
            <a:schemeClr val="accent1"/>
          </a:solidFill>
          <a:ln w="12700">
            <a:solidFill>
              <a:srgbClr val="FFFFFF">
                <a:alpha val="0"/>
              </a:srgbClr>
            </a:solidFill>
            <a:prstDash val="solid"/>
          </a:ln>
        </p:spPr>
      </p:sp>
      <p:sp>
        <p:nvSpPr>
          <p:cNvPr id="35" name="Text 32"/>
          <p:cNvSpPr txBox="1"/>
          <p:nvPr/>
        </p:nvSpPr>
        <p:spPr>
          <a:xfrm>
            <a:off x="8293608" y="3118104"/>
            <a:ext cx="3255264" cy="365760"/>
          </a:xfrm>
          <a:prstGeom prst="rect">
            <a:avLst/>
          </a:prstGeom>
          <a:noFill/>
          <a:ln/>
        </p:spPr>
        <p:txBody>
          <a:bodyPr wrap="square" lIns="0" tIns="0" rIns="0" bIns="0" rtlCol="0" anchor="ctr"/>
          <a:lstStyle/>
          <a:p>
            <a:pPr algn="l" indent="0" marL="0">
              <a:buNone/>
            </a:pPr>
            <a:r>
              <a:rPr lang="en-US" sz="1800" b="1" dirty="0">
                <a:solidFill>
                  <a:srgbClr val="D9700F"/>
                </a:solidFill>
              </a:rPr>
              <a:t>uit</a:t>
            </a:r>
            <a:r>
              <a:rPr lang="en-US" sz="1800" b="1" dirty="0">
                <a:solidFill>
                  <a:schemeClr val="tx1"/>
                </a:solidFill>
              </a:rPr>
              <a:t>gaan van</a:t>
            </a:r>
            <a:endParaRPr lang="en-US" sz="1800" dirty="0"/>
          </a:p>
        </p:txBody>
      </p:sp>
      <p:sp>
        <p:nvSpPr>
          <p:cNvPr id="36" name="Text 33"/>
          <p:cNvSpPr txBox="1"/>
          <p:nvPr/>
        </p:nvSpPr>
        <p:spPr>
          <a:xfrm>
            <a:off x="8293608" y="3474720"/>
            <a:ext cx="3255264" cy="274320"/>
          </a:xfrm>
          <a:prstGeom prst="rect">
            <a:avLst/>
          </a:prstGeom>
          <a:noFill/>
          <a:ln/>
        </p:spPr>
        <p:txBody>
          <a:bodyPr wrap="square" lIns="0" tIns="0" rIns="0" bIns="0" rtlCol="0" anchor="ctr"/>
          <a:lstStyle/>
          <a:p>
            <a:pPr algn="l" indent="0" marL="0">
              <a:buNone/>
            </a:pPr>
            <a:r>
              <a:rPr lang="en-US" sz="1300" dirty="0">
                <a:solidFill>
                  <a:schemeClr val="accent5"/>
                </a:solidFill>
              </a:rPr>
              <a:t>partir du principe que</a:t>
            </a:r>
            <a:endParaRPr lang="en-US" sz="1300" dirty="0"/>
          </a:p>
        </p:txBody>
      </p:sp>
      <p:sp>
        <p:nvSpPr>
          <p:cNvPr id="37" name="Text 34"/>
          <p:cNvSpPr txBox="1"/>
          <p:nvPr/>
        </p:nvSpPr>
        <p:spPr>
          <a:xfrm>
            <a:off x="8293608" y="3776472"/>
            <a:ext cx="3255264" cy="365760"/>
          </a:xfrm>
          <a:prstGeom prst="rect">
            <a:avLst/>
          </a:prstGeom>
          <a:noFill/>
          <a:ln/>
        </p:spPr>
        <p:txBody>
          <a:bodyPr wrap="square" lIns="0" tIns="0" rIns="0" bIns="0" rtlCol="0" anchor="ctr"/>
          <a:lstStyle/>
          <a:p>
            <a:pPr algn="l" indent="0" marL="0">
              <a:buNone/>
            </a:pPr>
            <a:r>
              <a:rPr lang="en-US" sz="1600" i="1" dirty="0">
                <a:solidFill>
                  <a:schemeClr val="tx1"/>
                </a:solidFill>
              </a:rPr>
              <a:t>Ik ga ervan </a:t>
            </a:r>
            <a:r>
              <a:rPr lang="en-US" sz="1600" b="1" i="1" dirty="0">
                <a:solidFill>
                  <a:srgbClr val="D9700F"/>
                </a:solidFill>
              </a:rPr>
              <a:t>uit</a:t>
            </a:r>
            <a:r>
              <a:rPr lang="en-US" sz="1600" i="1" dirty="0">
                <a:solidFill>
                  <a:schemeClr val="tx1"/>
                </a:solidFill>
              </a:rPr>
              <a:t> dat…</a:t>
            </a:r>
            <a:endParaRPr lang="en-US" sz="1800" dirty="0"/>
          </a:p>
        </p:txBody>
      </p:sp>
      <p:sp>
        <p:nvSpPr>
          <p:cNvPr id="38" name="Shape 35"/>
          <p:cNvSpPr/>
          <p:nvPr/>
        </p:nvSpPr>
        <p:spPr>
          <a:xfrm>
            <a:off x="548640" y="4325112"/>
            <a:ext cx="3575304" cy="1143000"/>
          </a:xfrm>
          <a:prstGeom prst="roundRect">
            <a:avLst>
              <a:gd name="adj" fmla="val 8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9" name="Shape 36"/>
          <p:cNvSpPr/>
          <p:nvPr/>
        </p:nvSpPr>
        <p:spPr>
          <a:xfrm>
            <a:off x="548640" y="4325112"/>
            <a:ext cx="91440" cy="1143000"/>
          </a:xfrm>
          <a:prstGeom prst="rect">
            <a:avLst/>
          </a:prstGeom>
          <a:solidFill>
            <a:schemeClr val="tx2"/>
          </a:solidFill>
          <a:ln w="12700">
            <a:solidFill>
              <a:srgbClr val="FFFFFF">
                <a:alpha val="0"/>
              </a:srgbClr>
            </a:solidFill>
            <a:prstDash val="solid"/>
          </a:ln>
        </p:spPr>
      </p:sp>
      <p:sp>
        <p:nvSpPr>
          <p:cNvPr id="40" name="Text 37"/>
          <p:cNvSpPr txBox="1"/>
          <p:nvPr/>
        </p:nvSpPr>
        <p:spPr>
          <a:xfrm>
            <a:off x="777240" y="4379976"/>
            <a:ext cx="3255264" cy="365760"/>
          </a:xfrm>
          <a:prstGeom prst="rect">
            <a:avLst/>
          </a:prstGeom>
          <a:noFill/>
          <a:ln/>
        </p:spPr>
        <p:txBody>
          <a:bodyPr wrap="square" lIns="0" tIns="0" rIns="0" bIns="0" rtlCol="0" anchor="ctr"/>
          <a:lstStyle/>
          <a:p>
            <a:pPr algn="l" indent="0" marL="0">
              <a:buNone/>
            </a:pPr>
            <a:r>
              <a:rPr lang="en-US" sz="1800" b="1" dirty="0">
                <a:solidFill>
                  <a:srgbClr val="17375E"/>
                </a:solidFill>
              </a:rPr>
              <a:t>na</a:t>
            </a:r>
            <a:r>
              <a:rPr lang="en-US" sz="1800" b="1" dirty="0">
                <a:solidFill>
                  <a:schemeClr val="tx1"/>
                </a:solidFill>
              </a:rPr>
              <a:t>denken over</a:t>
            </a:r>
            <a:endParaRPr lang="en-US" sz="1800" dirty="0"/>
          </a:p>
        </p:txBody>
      </p:sp>
      <p:sp>
        <p:nvSpPr>
          <p:cNvPr id="41" name="Text 38"/>
          <p:cNvSpPr txBox="1"/>
          <p:nvPr/>
        </p:nvSpPr>
        <p:spPr>
          <a:xfrm>
            <a:off x="777240" y="4736592"/>
            <a:ext cx="3255264" cy="274320"/>
          </a:xfrm>
          <a:prstGeom prst="rect">
            <a:avLst/>
          </a:prstGeom>
          <a:noFill/>
          <a:ln/>
        </p:spPr>
        <p:txBody>
          <a:bodyPr wrap="square" lIns="0" tIns="0" rIns="0" bIns="0" rtlCol="0" anchor="ctr"/>
          <a:lstStyle/>
          <a:p>
            <a:pPr algn="l" indent="0" marL="0">
              <a:buNone/>
            </a:pPr>
            <a:r>
              <a:rPr lang="en-US" sz="1300" dirty="0">
                <a:solidFill>
                  <a:schemeClr val="accent5"/>
                </a:solidFill>
              </a:rPr>
              <a:t>réfléchir à</a:t>
            </a:r>
            <a:endParaRPr lang="en-US" sz="1300" dirty="0"/>
          </a:p>
        </p:txBody>
      </p:sp>
      <p:sp>
        <p:nvSpPr>
          <p:cNvPr id="42" name="Text 39"/>
          <p:cNvSpPr txBox="1"/>
          <p:nvPr/>
        </p:nvSpPr>
        <p:spPr>
          <a:xfrm>
            <a:off x="777240" y="5038344"/>
            <a:ext cx="3255264" cy="365760"/>
          </a:xfrm>
          <a:prstGeom prst="rect">
            <a:avLst/>
          </a:prstGeom>
          <a:noFill/>
          <a:ln/>
        </p:spPr>
        <p:txBody>
          <a:bodyPr wrap="square" lIns="0" tIns="0" rIns="0" bIns="0" rtlCol="0" anchor="ctr"/>
          <a:lstStyle/>
          <a:p>
            <a:pPr algn="l" indent="0" marL="0">
              <a:buNone/>
            </a:pPr>
            <a:r>
              <a:rPr lang="en-US" sz="1600" i="1" dirty="0">
                <a:solidFill>
                  <a:schemeClr val="tx1"/>
                </a:solidFill>
              </a:rPr>
              <a:t>Ik denk erover </a:t>
            </a:r>
            <a:r>
              <a:rPr lang="en-US" sz="1600" b="1" i="1" dirty="0">
                <a:solidFill>
                  <a:srgbClr val="17375E"/>
                </a:solidFill>
              </a:rPr>
              <a:t>na</a:t>
            </a:r>
            <a:r>
              <a:rPr lang="en-US" sz="1600" i="1" dirty="0">
                <a:solidFill>
                  <a:schemeClr val="tx1"/>
                </a:solidFill>
              </a:rPr>
              <a:t>.</a:t>
            </a:r>
            <a:endParaRPr lang="en-US" sz="1800" dirty="0"/>
          </a:p>
        </p:txBody>
      </p:sp>
      <p:sp>
        <p:nvSpPr>
          <p:cNvPr id="43" name="Shape 40"/>
          <p:cNvSpPr/>
          <p:nvPr/>
        </p:nvSpPr>
        <p:spPr>
          <a:xfrm>
            <a:off x="4306824" y="4325112"/>
            <a:ext cx="3575304" cy="1143000"/>
          </a:xfrm>
          <a:prstGeom prst="roundRect">
            <a:avLst>
              <a:gd name="adj" fmla="val 8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4" name="Shape 41"/>
          <p:cNvSpPr/>
          <p:nvPr/>
        </p:nvSpPr>
        <p:spPr>
          <a:xfrm>
            <a:off x="4306824" y="4325112"/>
            <a:ext cx="91440" cy="1143000"/>
          </a:xfrm>
          <a:prstGeom prst="rect">
            <a:avLst/>
          </a:prstGeom>
          <a:solidFill>
            <a:schemeClr val="accent5"/>
          </a:solidFill>
          <a:ln w="12700">
            <a:solidFill>
              <a:srgbClr val="FFFFFF">
                <a:alpha val="0"/>
              </a:srgbClr>
            </a:solidFill>
            <a:prstDash val="solid"/>
          </a:ln>
        </p:spPr>
      </p:sp>
      <p:sp>
        <p:nvSpPr>
          <p:cNvPr id="45" name="Text 42"/>
          <p:cNvSpPr txBox="1"/>
          <p:nvPr/>
        </p:nvSpPr>
        <p:spPr>
          <a:xfrm>
            <a:off x="4535424" y="4379976"/>
            <a:ext cx="3255264" cy="365760"/>
          </a:xfrm>
          <a:prstGeom prst="rect">
            <a:avLst/>
          </a:prstGeom>
          <a:noFill/>
          <a:ln/>
        </p:spPr>
        <p:txBody>
          <a:bodyPr wrap="square" lIns="0" tIns="0" rIns="0" bIns="0" rtlCol="0" anchor="ctr"/>
          <a:lstStyle/>
          <a:p>
            <a:pPr algn="l" indent="0" marL="0">
              <a:buNone/>
            </a:pPr>
            <a:r>
              <a:rPr lang="en-US" sz="1800" b="1" dirty="0">
                <a:solidFill>
                  <a:srgbClr val="4A5A70"/>
                </a:solidFill>
              </a:rPr>
              <a:t>deel</a:t>
            </a:r>
            <a:r>
              <a:rPr lang="en-US" sz="1800" b="1" dirty="0">
                <a:solidFill>
                  <a:schemeClr val="tx1"/>
                </a:solidFill>
              </a:rPr>
              <a:t>nemen aan</a:t>
            </a:r>
            <a:endParaRPr lang="en-US" sz="1800" dirty="0"/>
          </a:p>
        </p:txBody>
      </p:sp>
      <p:sp>
        <p:nvSpPr>
          <p:cNvPr id="46" name="Text 43"/>
          <p:cNvSpPr txBox="1"/>
          <p:nvPr/>
        </p:nvSpPr>
        <p:spPr>
          <a:xfrm>
            <a:off x="4535424" y="4736592"/>
            <a:ext cx="3255264" cy="274320"/>
          </a:xfrm>
          <a:prstGeom prst="rect">
            <a:avLst/>
          </a:prstGeom>
          <a:noFill/>
          <a:ln/>
        </p:spPr>
        <p:txBody>
          <a:bodyPr wrap="square" lIns="0" tIns="0" rIns="0" bIns="0" rtlCol="0" anchor="ctr"/>
          <a:lstStyle/>
          <a:p>
            <a:pPr algn="l" indent="0" marL="0">
              <a:buNone/>
            </a:pPr>
            <a:r>
              <a:rPr lang="en-US" sz="1300" dirty="0">
                <a:solidFill>
                  <a:schemeClr val="accent5"/>
                </a:solidFill>
              </a:rPr>
              <a:t>participer à</a:t>
            </a:r>
            <a:endParaRPr lang="en-US" sz="1300" dirty="0"/>
          </a:p>
        </p:txBody>
      </p:sp>
      <p:sp>
        <p:nvSpPr>
          <p:cNvPr id="47" name="Text 44"/>
          <p:cNvSpPr txBox="1"/>
          <p:nvPr/>
        </p:nvSpPr>
        <p:spPr>
          <a:xfrm>
            <a:off x="4535424" y="5038344"/>
            <a:ext cx="3255264" cy="365760"/>
          </a:xfrm>
          <a:prstGeom prst="rect">
            <a:avLst/>
          </a:prstGeom>
          <a:noFill/>
          <a:ln/>
        </p:spPr>
        <p:txBody>
          <a:bodyPr wrap="square" lIns="0" tIns="0" rIns="0" bIns="0" rtlCol="0" anchor="ctr"/>
          <a:lstStyle/>
          <a:p>
            <a:pPr algn="l" indent="0" marL="0">
              <a:buNone/>
            </a:pPr>
            <a:r>
              <a:rPr lang="en-US" sz="1600" i="1" dirty="0">
                <a:solidFill>
                  <a:schemeClr val="tx1"/>
                </a:solidFill>
              </a:rPr>
              <a:t>Ik neem eraan </a:t>
            </a:r>
            <a:r>
              <a:rPr lang="en-US" sz="1600" b="1" i="1" dirty="0">
                <a:solidFill>
                  <a:srgbClr val="4A5A70"/>
                </a:solidFill>
              </a:rPr>
              <a:t>deel</a:t>
            </a:r>
            <a:r>
              <a:rPr lang="en-US" sz="1600" i="1" dirty="0">
                <a:solidFill>
                  <a:schemeClr val="tx1"/>
                </a:solidFill>
              </a:rPr>
              <a:t>.</a:t>
            </a:r>
            <a:endParaRPr lang="en-US" sz="1800" dirty="0"/>
          </a:p>
        </p:txBody>
      </p:sp>
      <p:sp>
        <p:nvSpPr>
          <p:cNvPr id="48" name="Shape 45"/>
          <p:cNvSpPr/>
          <p:nvPr/>
        </p:nvSpPr>
        <p:spPr>
          <a:xfrm>
            <a:off x="8065008" y="4325112"/>
            <a:ext cx="3575304" cy="1143000"/>
          </a:xfrm>
          <a:prstGeom prst="roundRect">
            <a:avLst>
              <a:gd name="adj" fmla="val 8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9" name="Shape 46"/>
          <p:cNvSpPr/>
          <p:nvPr/>
        </p:nvSpPr>
        <p:spPr>
          <a:xfrm>
            <a:off x="8065008" y="4325112"/>
            <a:ext cx="91440" cy="1143000"/>
          </a:xfrm>
          <a:prstGeom prst="rect">
            <a:avLst/>
          </a:prstGeom>
          <a:solidFill>
            <a:srgbClr val="6E4A9E"/>
          </a:solidFill>
          <a:ln w="12700">
            <a:solidFill>
              <a:srgbClr val="FFFFFF">
                <a:alpha val="0"/>
              </a:srgbClr>
            </a:solidFill>
            <a:prstDash val="solid"/>
          </a:ln>
        </p:spPr>
      </p:sp>
      <p:sp>
        <p:nvSpPr>
          <p:cNvPr id="50" name="Text 47"/>
          <p:cNvSpPr txBox="1"/>
          <p:nvPr/>
        </p:nvSpPr>
        <p:spPr>
          <a:xfrm>
            <a:off x="8293608" y="4379976"/>
            <a:ext cx="3255264" cy="365760"/>
          </a:xfrm>
          <a:prstGeom prst="rect">
            <a:avLst/>
          </a:prstGeom>
          <a:noFill/>
          <a:ln/>
        </p:spPr>
        <p:txBody>
          <a:bodyPr wrap="square" lIns="0" tIns="0" rIns="0" bIns="0" rtlCol="0" anchor="ctr"/>
          <a:lstStyle/>
          <a:p>
            <a:pPr algn="l" indent="0" marL="0">
              <a:buNone/>
            </a:pPr>
            <a:r>
              <a:rPr lang="en-US" sz="1800" b="1" dirty="0">
                <a:solidFill>
                  <a:srgbClr val="6E4A9E"/>
                </a:solidFill>
              </a:rPr>
              <a:t>in</a:t>
            </a:r>
            <a:r>
              <a:rPr lang="en-US" sz="1800" b="1" dirty="0">
                <a:solidFill>
                  <a:schemeClr val="tx1"/>
                </a:solidFill>
              </a:rPr>
              <a:t>gaan op</a:t>
            </a:r>
            <a:endParaRPr lang="en-US" sz="1800" dirty="0"/>
          </a:p>
        </p:txBody>
      </p:sp>
      <p:sp>
        <p:nvSpPr>
          <p:cNvPr id="51" name="Text 48"/>
          <p:cNvSpPr txBox="1"/>
          <p:nvPr/>
        </p:nvSpPr>
        <p:spPr>
          <a:xfrm>
            <a:off x="8293608" y="4736592"/>
            <a:ext cx="3255264" cy="274320"/>
          </a:xfrm>
          <a:prstGeom prst="rect">
            <a:avLst/>
          </a:prstGeom>
          <a:noFill/>
          <a:ln/>
        </p:spPr>
        <p:txBody>
          <a:bodyPr wrap="square" lIns="0" tIns="0" rIns="0" bIns="0" rtlCol="0" anchor="ctr"/>
          <a:lstStyle/>
          <a:p>
            <a:pPr algn="l" indent="0" marL="0">
              <a:buNone/>
            </a:pPr>
            <a:r>
              <a:rPr lang="en-US" sz="1300" dirty="0">
                <a:solidFill>
                  <a:schemeClr val="accent5"/>
                </a:solidFill>
              </a:rPr>
              <a:t>répondre à</a:t>
            </a:r>
            <a:endParaRPr lang="en-US" sz="1300" dirty="0"/>
          </a:p>
        </p:txBody>
      </p:sp>
      <p:sp>
        <p:nvSpPr>
          <p:cNvPr id="52" name="Text 49"/>
          <p:cNvSpPr txBox="1"/>
          <p:nvPr/>
        </p:nvSpPr>
        <p:spPr>
          <a:xfrm>
            <a:off x="8293608" y="5038344"/>
            <a:ext cx="3255264" cy="365760"/>
          </a:xfrm>
          <a:prstGeom prst="rect">
            <a:avLst/>
          </a:prstGeom>
          <a:noFill/>
          <a:ln/>
        </p:spPr>
        <p:txBody>
          <a:bodyPr wrap="square" lIns="0" tIns="0" rIns="0" bIns="0" rtlCol="0" anchor="ctr"/>
          <a:lstStyle/>
          <a:p>
            <a:pPr algn="l" indent="0" marL="0">
              <a:buNone/>
            </a:pPr>
            <a:r>
              <a:rPr lang="en-US" sz="1600" i="1" dirty="0">
                <a:solidFill>
                  <a:schemeClr val="tx1"/>
                </a:solidFill>
              </a:rPr>
              <a:t>Ik ga erop </a:t>
            </a:r>
            <a:r>
              <a:rPr lang="en-US" sz="1600" b="1" i="1" dirty="0">
                <a:solidFill>
                  <a:srgbClr val="6E4A9E"/>
                </a:solidFill>
              </a:rPr>
              <a:t>in</a:t>
            </a:r>
            <a:r>
              <a:rPr lang="en-US" sz="1600" i="1" dirty="0">
                <a:solidFill>
                  <a:schemeClr val="tx1"/>
                </a:solidFill>
              </a:rPr>
              <a:t>.</a:t>
            </a:r>
            <a:endParaRPr lang="en-US" sz="1800" dirty="0"/>
          </a:p>
        </p:txBody>
      </p:sp>
      <p:sp>
        <p:nvSpPr>
          <p:cNvPr id="53" name="Text 50"/>
          <p:cNvSpPr txBox="1"/>
          <p:nvPr/>
        </p:nvSpPr>
        <p:spPr>
          <a:xfrm>
            <a:off x="548640" y="5715000"/>
            <a:ext cx="11091672" cy="365760"/>
          </a:xfrm>
          <a:prstGeom prst="rect">
            <a:avLst/>
          </a:prstGeom>
          <a:noFill/>
          <a:ln/>
        </p:spPr>
        <p:txBody>
          <a:bodyPr wrap="square" lIns="0" tIns="0" rIns="0" bIns="0" rtlCol="0" anchor="t"/>
          <a:lstStyle/>
          <a:p>
            <a:pPr algn="ctr" indent="0" marL="0">
              <a:buNone/>
            </a:pPr>
            <a:r>
              <a:rPr lang="en-US" sz="1500" dirty="0">
                <a:solidFill>
                  <a:schemeClr val="tx2"/>
                </a:solidFill>
              </a:rPr>
              <a:t>Un adverbe peut séparer </a:t>
            </a:r>
            <a:r>
              <a:rPr lang="en-US" sz="1500" i="1" dirty="0">
                <a:solidFill>
                  <a:schemeClr val="tx2"/>
                </a:solidFill>
              </a:rPr>
              <a:t>er</a:t>
            </a:r>
            <a:r>
              <a:rPr lang="en-US" sz="1500" dirty="0">
                <a:solidFill>
                  <a:schemeClr val="tx2"/>
                </a:solidFill>
              </a:rPr>
              <a:t> et la préposition : </a:t>
            </a:r>
            <a:r>
              <a:rPr lang="en-US" sz="1500" i="1" dirty="0">
                <a:solidFill>
                  <a:schemeClr val="tx2"/>
                </a:solidFill>
              </a:rPr>
              <a:t>Ik kijk er </a:t>
            </a:r>
            <a:r>
              <a:rPr lang="en-US" sz="1500" b="1" i="1" dirty="0">
                <a:solidFill>
                  <a:schemeClr val="tx2"/>
                </a:solidFill>
              </a:rPr>
              <a:t>echt</a:t>
            </a:r>
            <a:r>
              <a:rPr lang="en-US" sz="1500" i="1" dirty="0">
                <a:solidFill>
                  <a:schemeClr val="tx2"/>
                </a:solidFill>
              </a:rPr>
              <a:t> naar uit.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Ciseaux ou cadenas ? séparable ou inséparable</a:t>
            </a:r>
            <a:endParaRPr lang="en-US" sz="3000" dirty="0"/>
          </a:p>
        </p:txBody>
      </p:sp>
      <p:sp>
        <p:nvSpPr>
          <p:cNvPr id="3" name="tag"/>
          <p:cNvSpPr/>
          <p:nvPr/>
        </p:nvSpPr>
        <p:spPr>
          <a:xfrm>
            <a:off x="548640" y="237744"/>
            <a:ext cx="101498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PIÈGE</a:t>
            </a:r>
            <a:endParaRPr lang="en-US" sz="1200" dirty="0"/>
          </a:p>
        </p:txBody>
      </p:sp>
      <p:sp>
        <p:nvSpPr>
          <p:cNvPr id="5" name="Shape 2"/>
          <p:cNvSpPr/>
          <p:nvPr/>
        </p:nvSpPr>
        <p:spPr>
          <a:xfrm>
            <a:off x="548640" y="1463040"/>
            <a:ext cx="5431536" cy="2971800"/>
          </a:xfrm>
          <a:prstGeom prst="roundRect">
            <a:avLst>
              <a:gd name="adj" fmla="val 3692"/>
            </a:avLst>
          </a:prstGeom>
          <a:solidFill>
            <a:srgbClr val="FDF1E6"/>
          </a:solidFill>
          <a:ln w="25400">
            <a:solidFill>
              <a:srgbClr val="D9700F"/>
            </a:solidFill>
            <a:prstDash val="solid"/>
          </a:ln>
        </p:spPr>
      </p:sp>
      <p:pic>
        <p:nvPicPr>
          <p:cNvPr id="6" name="Image 0" descr="scissors">    </p:cNvPr>
          <p:cNvPicPr>
            <a:picLocks noChangeAspect="1"/>
          </p:cNvPicPr>
          <p:nvPr/>
        </p:nvPicPr>
        <p:blipFill>
          <a:blip r:embed="rId1"/>
          <a:stretch>
            <a:fillRect/>
          </a:stretch>
        </p:blipFill>
        <p:spPr>
          <a:xfrm>
            <a:off x="731520" y="1600200"/>
            <a:ext cx="731520" cy="731520"/>
          </a:xfrm>
          <a:prstGeom prst="rect">
            <a:avLst/>
          </a:prstGeom>
        </p:spPr>
      </p:pic>
      <p:sp>
        <p:nvSpPr>
          <p:cNvPr id="7" name="Text 3"/>
          <p:cNvSpPr txBox="1"/>
          <p:nvPr/>
        </p:nvSpPr>
        <p:spPr>
          <a:xfrm>
            <a:off x="1600200" y="1600200"/>
            <a:ext cx="3657600" cy="731520"/>
          </a:xfrm>
          <a:prstGeom prst="rect">
            <a:avLst/>
          </a:prstGeom>
          <a:noFill/>
          <a:ln/>
        </p:spPr>
        <p:txBody>
          <a:bodyPr wrap="square" lIns="0" tIns="0" rIns="0" bIns="0" rtlCol="0" anchor="ctr"/>
          <a:lstStyle/>
          <a:p>
            <a:pPr algn="l" indent="0" marL="0">
              <a:buNone/>
            </a:pPr>
            <a:r>
              <a:rPr lang="en-US" sz="2200" b="1" dirty="0">
                <a:solidFill>
                  <a:schemeClr val="accent1"/>
                </a:solidFill>
              </a:rPr>
              <a:t>SÉPARABLE</a:t>
            </a:r>
            <a:endParaRPr lang="en-US" sz="2200" dirty="0"/>
          </a:p>
        </p:txBody>
      </p:sp>
      <p:sp>
        <p:nvSpPr>
          <p:cNvPr id="8" name="Shape 4"/>
          <p:cNvSpPr/>
          <p:nvPr/>
        </p:nvSpPr>
        <p:spPr>
          <a:xfrm>
            <a:off x="1207008" y="2560320"/>
            <a:ext cx="201168" cy="201168"/>
          </a:xfrm>
          <a:prstGeom prst="ellipse">
            <a:avLst/>
          </a:prstGeom>
          <a:solidFill>
            <a:schemeClr val="accent1"/>
          </a:solidFill>
          <a:ln w="12700">
            <a:solidFill>
              <a:srgbClr val="FFFFFF">
                <a:alpha val="0"/>
              </a:srgbClr>
            </a:solidFill>
            <a:prstDash val="solid"/>
          </a:ln>
        </p:spPr>
      </p:sp>
      <p:sp>
        <p:nvSpPr>
          <p:cNvPr id="9" name="Shape 5"/>
          <p:cNvSpPr/>
          <p:nvPr/>
        </p:nvSpPr>
        <p:spPr>
          <a:xfrm>
            <a:off x="777240" y="2788920"/>
            <a:ext cx="1051560" cy="685800"/>
          </a:xfrm>
          <a:prstGeom prst="roundRect">
            <a:avLst>
              <a:gd name="adj" fmla="val 16000"/>
            </a:avLst>
          </a:prstGeom>
          <a:solidFill>
            <a:schemeClr val="accent1"/>
          </a:solidFill>
          <a:ln w="12700">
            <a:solidFill>
              <a:srgbClr val="FFFFFF">
                <a:alpha val="0"/>
              </a:srgbClr>
            </a:solidFill>
            <a:prstDash val="solid"/>
          </a:ln>
        </p:spPr>
      </p:sp>
      <p:sp>
        <p:nvSpPr>
          <p:cNvPr id="10" name="Text 6"/>
          <p:cNvSpPr txBox="1"/>
          <p:nvPr/>
        </p:nvSpPr>
        <p:spPr>
          <a:xfrm>
            <a:off x="777240" y="2788920"/>
            <a:ext cx="1051560" cy="685800"/>
          </a:xfrm>
          <a:prstGeom prst="rect">
            <a:avLst/>
          </a:prstGeom>
          <a:noFill/>
          <a:ln/>
        </p:spPr>
        <p:txBody>
          <a:bodyPr wrap="square" lIns="0" tIns="0" rIns="0" bIns="0" rtlCol="0" anchor="ctr"/>
          <a:lstStyle/>
          <a:p>
            <a:pPr algn="ctr" indent="0" marL="0">
              <a:buNone/>
            </a:pPr>
            <a:r>
              <a:rPr lang="en-US" sz="2600" b="1" dirty="0">
                <a:solidFill>
                  <a:schemeClr val="bg1"/>
                </a:solidFill>
              </a:rPr>
              <a:t>OP</a:t>
            </a:r>
            <a:endParaRPr lang="en-US" sz="2600" dirty="0"/>
          </a:p>
        </p:txBody>
      </p:sp>
      <p:sp>
        <p:nvSpPr>
          <p:cNvPr id="11" name="Shape 7"/>
          <p:cNvSpPr/>
          <p:nvPr/>
        </p:nvSpPr>
        <p:spPr>
          <a:xfrm>
            <a:off x="1965960" y="2697480"/>
            <a:ext cx="914" cy="914400"/>
          </a:xfrm>
          <a:prstGeom prst="line">
            <a:avLst/>
          </a:prstGeom>
          <a:noFill/>
          <a:ln w="25400">
            <a:solidFill>
              <a:srgbClr val="D9700F"/>
            </a:solidFill>
            <a:prstDash val="dash"/>
          </a:ln>
        </p:spPr>
      </p:sp>
      <p:sp>
        <p:nvSpPr>
          <p:cNvPr id="12" name="Shape 8"/>
          <p:cNvSpPr/>
          <p:nvPr/>
        </p:nvSpPr>
        <p:spPr>
          <a:xfrm>
            <a:off x="2103120" y="2788920"/>
            <a:ext cx="1600200" cy="685800"/>
          </a:xfrm>
          <a:prstGeom prst="roundRect">
            <a:avLst>
              <a:gd name="adj" fmla="val 16000"/>
            </a:avLst>
          </a:prstGeom>
          <a:solidFill>
            <a:srgbClr val="FBEDEB"/>
          </a:solidFill>
          <a:ln w="25400">
            <a:solidFill>
              <a:srgbClr val="B83227"/>
            </a:solidFill>
            <a:prstDash val="solid"/>
          </a:ln>
        </p:spPr>
      </p:sp>
      <p:sp>
        <p:nvSpPr>
          <p:cNvPr id="13" name="Text 9"/>
          <p:cNvSpPr txBox="1"/>
          <p:nvPr/>
        </p:nvSpPr>
        <p:spPr>
          <a:xfrm>
            <a:off x="2103120" y="2788920"/>
            <a:ext cx="1600200" cy="685800"/>
          </a:xfrm>
          <a:prstGeom prst="rect">
            <a:avLst/>
          </a:prstGeom>
          <a:noFill/>
          <a:ln/>
        </p:spPr>
        <p:txBody>
          <a:bodyPr wrap="square" lIns="0" tIns="0" rIns="0" bIns="0" rtlCol="0" anchor="ctr"/>
          <a:lstStyle/>
          <a:p>
            <a:pPr algn="ctr" indent="0" marL="0">
              <a:buNone/>
            </a:pPr>
            <a:r>
              <a:rPr lang="en-US" sz="2600" b="1" dirty="0">
                <a:solidFill>
                  <a:schemeClr val="accent6"/>
                </a:solidFill>
              </a:rPr>
              <a:t>bellen</a:t>
            </a:r>
            <a:endParaRPr lang="en-US" sz="2600" dirty="0"/>
          </a:p>
        </p:txBody>
      </p:sp>
      <p:sp>
        <p:nvSpPr>
          <p:cNvPr id="14" name="Text 10"/>
          <p:cNvSpPr txBox="1"/>
          <p:nvPr/>
        </p:nvSpPr>
        <p:spPr>
          <a:xfrm>
            <a:off x="3886200" y="2468880"/>
            <a:ext cx="2011680" cy="1828800"/>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accent sur la </a:t>
            </a:r>
            <a:r>
              <a:rPr lang="en-US" sz="1500" b="1" dirty="0">
                <a:solidFill>
                  <a:schemeClr val="tx1"/>
                </a:solidFill>
              </a:rPr>
              <a:t>particule</a:t>
            </a:r>
            <a:endParaRPr lang="en-US" sz="1500" dirty="0"/>
          </a:p>
          <a:p>
            <a:pPr algn="l" indent="0" marL="0">
              <a:spcAft>
                <a:spcPts val="600"/>
              </a:spcAft>
              <a:buNone/>
            </a:pPr>
            <a:r>
              <a:rPr lang="en-US" sz="1500" i="1" dirty="0">
                <a:solidFill>
                  <a:schemeClr val="tx1"/>
                </a:solidFill>
              </a:rPr>
              <a:t>Ik bel je </a:t>
            </a:r>
            <a:r>
              <a:rPr lang="en-US" sz="1500" b="1" i="1" dirty="0">
                <a:solidFill>
                  <a:schemeClr val="tx1"/>
                </a:solidFill>
              </a:rPr>
              <a:t>op</a:t>
            </a:r>
            <a:r>
              <a:rPr lang="en-US" sz="1500" i="1" dirty="0">
                <a:solidFill>
                  <a:schemeClr val="tx1"/>
                </a:solidFill>
              </a:rPr>
              <a:t>.</a:t>
            </a:r>
            <a:endParaRPr lang="en-US" sz="1500" dirty="0"/>
          </a:p>
          <a:p>
            <a:pPr algn="l" indent="0" marL="0">
              <a:spcAft>
                <a:spcPts val="600"/>
              </a:spcAft>
              <a:buNone/>
            </a:pPr>
            <a:r>
              <a:rPr lang="en-US" sz="1500" i="1" dirty="0">
                <a:solidFill>
                  <a:schemeClr val="tx1"/>
                </a:solidFill>
              </a:rPr>
              <a:t>Ik heb je op</a:t>
            </a:r>
            <a:r>
              <a:rPr lang="en-US" sz="1500" b="1" i="1" dirty="0">
                <a:solidFill>
                  <a:schemeClr val="tx1"/>
                </a:solidFill>
              </a:rPr>
              <a:t>ge</a:t>
            </a:r>
            <a:r>
              <a:rPr lang="en-US" sz="1500" i="1" dirty="0">
                <a:solidFill>
                  <a:schemeClr val="tx1"/>
                </a:solidFill>
              </a:rPr>
              <a:t>beld.</a:t>
            </a:r>
            <a:endParaRPr lang="en-US" sz="1500" dirty="0"/>
          </a:p>
        </p:txBody>
      </p:sp>
      <p:sp>
        <p:nvSpPr>
          <p:cNvPr id="15" name="Shape 11"/>
          <p:cNvSpPr/>
          <p:nvPr/>
        </p:nvSpPr>
        <p:spPr>
          <a:xfrm>
            <a:off x="6208776" y="1463040"/>
            <a:ext cx="5431536" cy="2971800"/>
          </a:xfrm>
          <a:prstGeom prst="roundRect">
            <a:avLst>
              <a:gd name="adj" fmla="val 3692"/>
            </a:avLst>
          </a:prstGeom>
          <a:solidFill>
            <a:srgbClr val="E6EBF2"/>
          </a:solidFill>
          <a:ln w="25400">
            <a:solidFill>
              <a:srgbClr val="17375E"/>
            </a:solidFill>
            <a:prstDash val="solid"/>
          </a:ln>
        </p:spPr>
      </p:sp>
      <p:pic>
        <p:nvPicPr>
          <p:cNvPr id="16" name="Image 1" descr="locked">    </p:cNvPr>
          <p:cNvPicPr>
            <a:picLocks noChangeAspect="1"/>
          </p:cNvPicPr>
          <p:nvPr/>
        </p:nvPicPr>
        <p:blipFill>
          <a:blip r:embed="rId2"/>
          <a:stretch>
            <a:fillRect/>
          </a:stretch>
        </p:blipFill>
        <p:spPr>
          <a:xfrm>
            <a:off x="6391656" y="1600200"/>
            <a:ext cx="731520" cy="731520"/>
          </a:xfrm>
          <a:prstGeom prst="rect">
            <a:avLst/>
          </a:prstGeom>
        </p:spPr>
      </p:pic>
      <p:sp>
        <p:nvSpPr>
          <p:cNvPr id="17" name="Text 12"/>
          <p:cNvSpPr txBox="1"/>
          <p:nvPr/>
        </p:nvSpPr>
        <p:spPr>
          <a:xfrm>
            <a:off x="7260336" y="1600200"/>
            <a:ext cx="3657600" cy="731520"/>
          </a:xfrm>
          <a:prstGeom prst="rect">
            <a:avLst/>
          </a:prstGeom>
          <a:noFill/>
          <a:ln/>
        </p:spPr>
        <p:txBody>
          <a:bodyPr wrap="square" lIns="0" tIns="0" rIns="0" bIns="0" rtlCol="0" anchor="ctr"/>
          <a:lstStyle/>
          <a:p>
            <a:pPr algn="l" indent="0" marL="0">
              <a:buNone/>
            </a:pPr>
            <a:r>
              <a:rPr lang="en-US" sz="2200" b="1" dirty="0">
                <a:solidFill>
                  <a:schemeClr val="tx2"/>
                </a:solidFill>
              </a:rPr>
              <a:t>INSÉPARABLE</a:t>
            </a:r>
            <a:endParaRPr lang="en-US" sz="2200" dirty="0"/>
          </a:p>
        </p:txBody>
      </p:sp>
      <p:sp>
        <p:nvSpPr>
          <p:cNvPr id="18" name="Shape 13"/>
          <p:cNvSpPr/>
          <p:nvPr/>
        </p:nvSpPr>
        <p:spPr>
          <a:xfrm>
            <a:off x="6437376" y="2788920"/>
            <a:ext cx="2697480" cy="685800"/>
          </a:xfrm>
          <a:prstGeom prst="roundRect">
            <a:avLst>
              <a:gd name="adj" fmla="val 16000"/>
            </a:avLst>
          </a:prstGeom>
          <a:solidFill>
            <a:schemeClr val="tx2"/>
          </a:solidFill>
          <a:ln w="12700">
            <a:solidFill>
              <a:srgbClr val="FFFFFF">
                <a:alpha val="0"/>
              </a:srgbClr>
            </a:solidFill>
            <a:prstDash val="solid"/>
          </a:ln>
        </p:spPr>
      </p:sp>
      <p:sp>
        <p:nvSpPr>
          <p:cNvPr id="19" name="Text 14"/>
          <p:cNvSpPr txBox="1"/>
          <p:nvPr/>
        </p:nvSpPr>
        <p:spPr>
          <a:xfrm>
            <a:off x="6437376" y="2788920"/>
            <a:ext cx="2697480" cy="685800"/>
          </a:xfrm>
          <a:prstGeom prst="rect">
            <a:avLst/>
          </a:prstGeom>
          <a:noFill/>
          <a:ln/>
        </p:spPr>
        <p:txBody>
          <a:bodyPr wrap="square" lIns="0" tIns="0" rIns="0" bIns="0" rtlCol="0" anchor="ctr"/>
          <a:lstStyle/>
          <a:p>
            <a:pPr algn="ctr" indent="0" marL="0">
              <a:buNone/>
            </a:pPr>
            <a:r>
              <a:rPr lang="en-US" sz="2600" b="1" dirty="0">
                <a:solidFill>
                  <a:schemeClr val="bg1"/>
                </a:solidFill>
              </a:rPr>
              <a:t>verTAlen</a:t>
            </a:r>
            <a:endParaRPr lang="en-US" sz="2600" dirty="0"/>
          </a:p>
        </p:txBody>
      </p:sp>
      <p:sp>
        <p:nvSpPr>
          <p:cNvPr id="20" name="Shape 15"/>
          <p:cNvSpPr/>
          <p:nvPr/>
        </p:nvSpPr>
        <p:spPr>
          <a:xfrm>
            <a:off x="7726680" y="2560320"/>
            <a:ext cx="201168" cy="201168"/>
          </a:xfrm>
          <a:prstGeom prst="ellipse">
            <a:avLst/>
          </a:prstGeom>
          <a:solidFill>
            <a:schemeClr val="tx2"/>
          </a:solidFill>
          <a:ln w="12700">
            <a:solidFill>
              <a:srgbClr val="FFFFFF">
                <a:alpha val="0"/>
              </a:srgbClr>
            </a:solidFill>
            <a:prstDash val="solid"/>
          </a:ln>
        </p:spPr>
      </p:sp>
      <p:sp>
        <p:nvSpPr>
          <p:cNvPr id="21" name="Text 16"/>
          <p:cNvSpPr txBox="1"/>
          <p:nvPr/>
        </p:nvSpPr>
        <p:spPr>
          <a:xfrm>
            <a:off x="9317736" y="2468880"/>
            <a:ext cx="2231136" cy="1828800"/>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accent sur le </a:t>
            </a:r>
            <a:r>
              <a:rPr lang="en-US" sz="1500" b="1" dirty="0">
                <a:solidFill>
                  <a:schemeClr val="tx1"/>
                </a:solidFill>
              </a:rPr>
              <a:t>verbe</a:t>
            </a:r>
            <a:endParaRPr lang="en-US" sz="1500" dirty="0"/>
          </a:p>
          <a:p>
            <a:pPr algn="l" indent="0" marL="0">
              <a:spcAft>
                <a:spcPts val="600"/>
              </a:spcAft>
              <a:buNone/>
            </a:pPr>
            <a:r>
              <a:rPr lang="en-US" sz="1500" i="1" dirty="0">
                <a:solidFill>
                  <a:schemeClr val="tx1"/>
                </a:solidFill>
              </a:rPr>
              <a:t>Ik </a:t>
            </a:r>
            <a:r>
              <a:rPr lang="en-US" sz="1500" b="1" i="1" dirty="0">
                <a:solidFill>
                  <a:schemeClr val="tx1"/>
                </a:solidFill>
              </a:rPr>
              <a:t>vertaal</a:t>
            </a:r>
            <a:r>
              <a:rPr lang="en-US" sz="1500" i="1" dirty="0">
                <a:solidFill>
                  <a:schemeClr val="tx1"/>
                </a:solidFill>
              </a:rPr>
              <a:t> de tekst.</a:t>
            </a:r>
            <a:endParaRPr lang="en-US" sz="1500" dirty="0"/>
          </a:p>
          <a:p>
            <a:pPr algn="l" indent="0" marL="0">
              <a:spcAft>
                <a:spcPts val="600"/>
              </a:spcAft>
              <a:buNone/>
            </a:pPr>
            <a:r>
              <a:rPr lang="en-US" sz="1500" i="1" dirty="0">
                <a:solidFill>
                  <a:schemeClr val="tx1"/>
                </a:solidFill>
              </a:rPr>
              <a:t>Ik heb hem </a:t>
            </a:r>
            <a:r>
              <a:rPr lang="en-US" sz="1500" b="1" i="1" dirty="0">
                <a:solidFill>
                  <a:schemeClr val="tx1"/>
                </a:solidFill>
              </a:rPr>
              <a:t>vertaald</a:t>
            </a:r>
            <a:r>
              <a:rPr lang="en-US" sz="1500" i="1" dirty="0">
                <a:solidFill>
                  <a:schemeClr val="tx1"/>
                </a:solidFill>
              </a:rPr>
              <a:t>.</a:t>
            </a:r>
            <a:r>
              <a:rPr lang="en-US" sz="1500" dirty="0">
                <a:solidFill>
                  <a:schemeClr val="tx1"/>
                </a:solidFill>
              </a:rPr>
              <a:t> (pas de </a:t>
            </a:r>
            <a:r>
              <a:rPr lang="en-US" sz="1500" i="1" dirty="0">
                <a:solidFill>
                  <a:schemeClr val="tx1"/>
                </a:solidFill>
              </a:rPr>
              <a:t>ge-</a:t>
            </a:r>
            <a:r>
              <a:rPr lang="en-US" sz="1500" dirty="0">
                <a:solidFill>
                  <a:schemeClr val="tx1"/>
                </a:solidFill>
              </a:rPr>
              <a:t>)</a:t>
            </a:r>
            <a:endParaRPr lang="en-US" sz="1500" dirty="0"/>
          </a:p>
        </p:txBody>
      </p:sp>
      <p:sp>
        <p:nvSpPr>
          <p:cNvPr id="22" name="Text 17"/>
          <p:cNvSpPr txBox="1"/>
          <p:nvPr/>
        </p:nvSpPr>
        <p:spPr>
          <a:xfrm>
            <a:off x="548640" y="4572000"/>
            <a:ext cx="11091672" cy="365760"/>
          </a:xfrm>
          <a:prstGeom prst="rect">
            <a:avLst/>
          </a:prstGeom>
          <a:noFill/>
          <a:ln/>
        </p:spPr>
        <p:txBody>
          <a:bodyPr wrap="square" lIns="0" tIns="0" rIns="0" bIns="0" rtlCol="0" anchor="t"/>
          <a:lstStyle/>
          <a:p>
            <a:pPr algn="l" indent="0" marL="0">
              <a:buNone/>
            </a:pPr>
            <a:r>
              <a:rPr lang="en-US" sz="1400" b="1" dirty="0">
                <a:solidFill>
                  <a:schemeClr val="accent6"/>
                </a:solidFill>
              </a:rPr>
              <a:t>TOUJOURS COLLÉS</a:t>
            </a:r>
            <a:r>
              <a:rPr lang="en-US" sz="1400" dirty="0">
                <a:solidFill>
                  <a:schemeClr val="accent6"/>
                </a:solidFill>
              </a:rPr>
              <a:t> : jamais de séparation, jamais de </a:t>
            </a:r>
            <a:r>
              <a:rPr lang="en-US" sz="1400" i="1" dirty="0">
                <a:solidFill>
                  <a:schemeClr val="accent6"/>
                </a:solidFill>
              </a:rPr>
              <a:t>ge-</a:t>
            </a:r>
            <a:endParaRPr lang="en-US" sz="1400" dirty="0"/>
          </a:p>
        </p:txBody>
      </p:sp>
      <p:sp>
        <p:nvSpPr>
          <p:cNvPr id="23" name="Shape 18"/>
          <p:cNvSpPr/>
          <p:nvPr/>
        </p:nvSpPr>
        <p:spPr>
          <a:xfrm>
            <a:off x="548640" y="4983480"/>
            <a:ext cx="1734312" cy="1188720"/>
          </a:xfrm>
          <a:prstGeom prst="roundRect">
            <a:avLst>
              <a:gd name="adj" fmla="val 9231"/>
            </a:avLst>
          </a:prstGeom>
          <a:solidFill>
            <a:srgbClr val="FFFFFF"/>
          </a:solidFill>
          <a:ln w="19050">
            <a:solidFill>
              <a:srgbClr val="B83227"/>
            </a:solidFill>
            <a:prstDash val="solid"/>
          </a:ln>
        </p:spPr>
      </p:sp>
      <p:pic>
        <p:nvPicPr>
          <p:cNvPr id="24" name="Image 2" descr="locked">    </p:cNvPr>
          <p:cNvPicPr>
            <a:picLocks noChangeAspect="1"/>
          </p:cNvPicPr>
          <p:nvPr/>
        </p:nvPicPr>
        <p:blipFill>
          <a:blip r:embed="rId3"/>
          <a:stretch>
            <a:fillRect/>
          </a:stretch>
        </p:blipFill>
        <p:spPr>
          <a:xfrm>
            <a:off x="658368" y="5074920"/>
            <a:ext cx="384048" cy="384048"/>
          </a:xfrm>
          <a:prstGeom prst="rect">
            <a:avLst/>
          </a:prstGeom>
        </p:spPr>
      </p:pic>
      <p:sp>
        <p:nvSpPr>
          <p:cNvPr id="25" name="Text 19"/>
          <p:cNvSpPr txBox="1"/>
          <p:nvPr/>
        </p:nvSpPr>
        <p:spPr>
          <a:xfrm>
            <a:off x="1005840" y="5029200"/>
            <a:ext cx="1185672" cy="502920"/>
          </a:xfrm>
          <a:prstGeom prst="rect">
            <a:avLst/>
          </a:prstGeom>
          <a:noFill/>
          <a:ln/>
        </p:spPr>
        <p:txBody>
          <a:bodyPr wrap="square" lIns="0" tIns="0" rIns="0" bIns="0" rtlCol="0" anchor="ctr"/>
          <a:lstStyle/>
          <a:p>
            <a:pPr algn="ctr" indent="0" marL="0">
              <a:buNone/>
            </a:pPr>
            <a:r>
              <a:rPr lang="en-US" sz="2400" b="1" dirty="0">
                <a:solidFill>
                  <a:schemeClr val="accent6"/>
                </a:solidFill>
              </a:rPr>
              <a:t>be-</a:t>
            </a:r>
            <a:endParaRPr lang="en-US" sz="2400" dirty="0"/>
          </a:p>
        </p:txBody>
      </p:sp>
      <p:sp>
        <p:nvSpPr>
          <p:cNvPr id="26" name="Text 20"/>
          <p:cNvSpPr txBox="1"/>
          <p:nvPr/>
        </p:nvSpPr>
        <p:spPr>
          <a:xfrm>
            <a:off x="548640" y="5596128"/>
            <a:ext cx="1734312" cy="457200"/>
          </a:xfrm>
          <a:prstGeom prst="rect">
            <a:avLst/>
          </a:prstGeom>
          <a:noFill/>
          <a:ln/>
        </p:spPr>
        <p:txBody>
          <a:bodyPr wrap="square" lIns="0" tIns="0" rIns="0" bIns="0" rtlCol="0" anchor="ctr"/>
          <a:lstStyle/>
          <a:p>
            <a:pPr algn="ctr" indent="0" marL="0">
              <a:buNone/>
            </a:pPr>
            <a:r>
              <a:rPr lang="en-US" sz="1500" i="1" dirty="0">
                <a:solidFill>
                  <a:schemeClr val="tx1"/>
                </a:solidFill>
              </a:rPr>
              <a:t>betalen</a:t>
            </a:r>
            <a:endParaRPr lang="en-US" sz="1500" dirty="0"/>
          </a:p>
        </p:txBody>
      </p:sp>
      <p:sp>
        <p:nvSpPr>
          <p:cNvPr id="27" name="Shape 21"/>
          <p:cNvSpPr/>
          <p:nvPr/>
        </p:nvSpPr>
        <p:spPr>
          <a:xfrm>
            <a:off x="2420112" y="4983480"/>
            <a:ext cx="1734312" cy="1188720"/>
          </a:xfrm>
          <a:prstGeom prst="roundRect">
            <a:avLst>
              <a:gd name="adj" fmla="val 9231"/>
            </a:avLst>
          </a:prstGeom>
          <a:solidFill>
            <a:srgbClr val="FFFFFF"/>
          </a:solidFill>
          <a:ln w="19050">
            <a:solidFill>
              <a:srgbClr val="B83227"/>
            </a:solidFill>
            <a:prstDash val="solid"/>
          </a:ln>
        </p:spPr>
      </p:sp>
      <p:pic>
        <p:nvPicPr>
          <p:cNvPr id="28" name="Image 3" descr="locked">    </p:cNvPr>
          <p:cNvPicPr>
            <a:picLocks noChangeAspect="1"/>
          </p:cNvPicPr>
          <p:nvPr/>
        </p:nvPicPr>
        <p:blipFill>
          <a:blip r:embed="rId4"/>
          <a:stretch>
            <a:fillRect/>
          </a:stretch>
        </p:blipFill>
        <p:spPr>
          <a:xfrm>
            <a:off x="2529840" y="5074920"/>
            <a:ext cx="384048" cy="384048"/>
          </a:xfrm>
          <a:prstGeom prst="rect">
            <a:avLst/>
          </a:prstGeom>
        </p:spPr>
      </p:pic>
      <p:sp>
        <p:nvSpPr>
          <p:cNvPr id="29" name="Text 22"/>
          <p:cNvSpPr txBox="1"/>
          <p:nvPr/>
        </p:nvSpPr>
        <p:spPr>
          <a:xfrm>
            <a:off x="2877312" y="5029200"/>
            <a:ext cx="1185672" cy="502920"/>
          </a:xfrm>
          <a:prstGeom prst="rect">
            <a:avLst/>
          </a:prstGeom>
          <a:noFill/>
          <a:ln/>
        </p:spPr>
        <p:txBody>
          <a:bodyPr wrap="square" lIns="0" tIns="0" rIns="0" bIns="0" rtlCol="0" anchor="ctr"/>
          <a:lstStyle/>
          <a:p>
            <a:pPr algn="ctr" indent="0" marL="0">
              <a:buNone/>
            </a:pPr>
            <a:r>
              <a:rPr lang="en-US" sz="2400" b="1" dirty="0">
                <a:solidFill>
                  <a:schemeClr val="accent6"/>
                </a:solidFill>
              </a:rPr>
              <a:t>ge-</a:t>
            </a:r>
            <a:endParaRPr lang="en-US" sz="2400" dirty="0"/>
          </a:p>
        </p:txBody>
      </p:sp>
      <p:sp>
        <p:nvSpPr>
          <p:cNvPr id="30" name="Text 23"/>
          <p:cNvSpPr txBox="1"/>
          <p:nvPr/>
        </p:nvSpPr>
        <p:spPr>
          <a:xfrm>
            <a:off x="2420112" y="5596128"/>
            <a:ext cx="1734312" cy="457200"/>
          </a:xfrm>
          <a:prstGeom prst="rect">
            <a:avLst/>
          </a:prstGeom>
          <a:noFill/>
          <a:ln/>
        </p:spPr>
        <p:txBody>
          <a:bodyPr wrap="square" lIns="0" tIns="0" rIns="0" bIns="0" rtlCol="0" anchor="ctr"/>
          <a:lstStyle/>
          <a:p>
            <a:pPr algn="ctr" indent="0" marL="0">
              <a:buNone/>
            </a:pPr>
            <a:r>
              <a:rPr lang="en-US" sz="1500" i="1" dirty="0">
                <a:solidFill>
                  <a:schemeClr val="tx1"/>
                </a:solidFill>
              </a:rPr>
              <a:t>gebruiken</a:t>
            </a:r>
            <a:endParaRPr lang="en-US" sz="1500" dirty="0"/>
          </a:p>
        </p:txBody>
      </p:sp>
      <p:sp>
        <p:nvSpPr>
          <p:cNvPr id="31" name="Shape 24"/>
          <p:cNvSpPr/>
          <p:nvPr/>
        </p:nvSpPr>
        <p:spPr>
          <a:xfrm>
            <a:off x="4291584" y="4983480"/>
            <a:ext cx="1734312" cy="1188720"/>
          </a:xfrm>
          <a:prstGeom prst="roundRect">
            <a:avLst>
              <a:gd name="adj" fmla="val 9231"/>
            </a:avLst>
          </a:prstGeom>
          <a:solidFill>
            <a:srgbClr val="FFFFFF"/>
          </a:solidFill>
          <a:ln w="19050">
            <a:solidFill>
              <a:srgbClr val="B83227"/>
            </a:solidFill>
            <a:prstDash val="solid"/>
          </a:ln>
        </p:spPr>
      </p:sp>
      <p:pic>
        <p:nvPicPr>
          <p:cNvPr id="32" name="Image 4" descr="locked">    </p:cNvPr>
          <p:cNvPicPr>
            <a:picLocks noChangeAspect="1"/>
          </p:cNvPicPr>
          <p:nvPr/>
        </p:nvPicPr>
        <p:blipFill>
          <a:blip r:embed="rId5"/>
          <a:stretch>
            <a:fillRect/>
          </a:stretch>
        </p:blipFill>
        <p:spPr>
          <a:xfrm>
            <a:off x="4401312" y="5074920"/>
            <a:ext cx="384048" cy="384048"/>
          </a:xfrm>
          <a:prstGeom prst="rect">
            <a:avLst/>
          </a:prstGeom>
        </p:spPr>
      </p:pic>
      <p:sp>
        <p:nvSpPr>
          <p:cNvPr id="33" name="Text 25"/>
          <p:cNvSpPr txBox="1"/>
          <p:nvPr/>
        </p:nvSpPr>
        <p:spPr>
          <a:xfrm>
            <a:off x="4748784" y="5029200"/>
            <a:ext cx="1185672" cy="502920"/>
          </a:xfrm>
          <a:prstGeom prst="rect">
            <a:avLst/>
          </a:prstGeom>
          <a:noFill/>
          <a:ln/>
        </p:spPr>
        <p:txBody>
          <a:bodyPr wrap="square" lIns="0" tIns="0" rIns="0" bIns="0" rtlCol="0" anchor="ctr"/>
          <a:lstStyle/>
          <a:p>
            <a:pPr algn="ctr" indent="0" marL="0">
              <a:buNone/>
            </a:pPr>
            <a:r>
              <a:rPr lang="en-US" sz="2400" b="1" dirty="0">
                <a:solidFill>
                  <a:schemeClr val="accent6"/>
                </a:solidFill>
              </a:rPr>
              <a:t>her-</a:t>
            </a:r>
            <a:endParaRPr lang="en-US" sz="2400" dirty="0"/>
          </a:p>
        </p:txBody>
      </p:sp>
      <p:sp>
        <p:nvSpPr>
          <p:cNvPr id="34" name="Text 26"/>
          <p:cNvSpPr txBox="1"/>
          <p:nvPr/>
        </p:nvSpPr>
        <p:spPr>
          <a:xfrm>
            <a:off x="4291584" y="5596128"/>
            <a:ext cx="1734312" cy="457200"/>
          </a:xfrm>
          <a:prstGeom prst="rect">
            <a:avLst/>
          </a:prstGeom>
          <a:noFill/>
          <a:ln/>
        </p:spPr>
        <p:txBody>
          <a:bodyPr wrap="square" lIns="0" tIns="0" rIns="0" bIns="0" rtlCol="0" anchor="ctr"/>
          <a:lstStyle/>
          <a:p>
            <a:pPr algn="ctr" indent="0" marL="0">
              <a:buNone/>
            </a:pPr>
            <a:r>
              <a:rPr lang="en-US" sz="1500" i="1" dirty="0">
                <a:solidFill>
                  <a:schemeClr val="tx1"/>
                </a:solidFill>
              </a:rPr>
              <a:t>herhalen</a:t>
            </a:r>
            <a:endParaRPr lang="en-US" sz="1500" dirty="0"/>
          </a:p>
        </p:txBody>
      </p:sp>
      <p:sp>
        <p:nvSpPr>
          <p:cNvPr id="35" name="Shape 27"/>
          <p:cNvSpPr/>
          <p:nvPr/>
        </p:nvSpPr>
        <p:spPr>
          <a:xfrm>
            <a:off x="6163056" y="4983480"/>
            <a:ext cx="1734312" cy="1188720"/>
          </a:xfrm>
          <a:prstGeom prst="roundRect">
            <a:avLst>
              <a:gd name="adj" fmla="val 9231"/>
            </a:avLst>
          </a:prstGeom>
          <a:solidFill>
            <a:srgbClr val="FFFFFF"/>
          </a:solidFill>
          <a:ln w="19050">
            <a:solidFill>
              <a:srgbClr val="B83227"/>
            </a:solidFill>
            <a:prstDash val="solid"/>
          </a:ln>
        </p:spPr>
      </p:sp>
      <p:pic>
        <p:nvPicPr>
          <p:cNvPr id="36" name="Image 5" descr="locked">    </p:cNvPr>
          <p:cNvPicPr>
            <a:picLocks noChangeAspect="1"/>
          </p:cNvPicPr>
          <p:nvPr/>
        </p:nvPicPr>
        <p:blipFill>
          <a:blip r:embed="rId6"/>
          <a:stretch>
            <a:fillRect/>
          </a:stretch>
        </p:blipFill>
        <p:spPr>
          <a:xfrm>
            <a:off x="6272784" y="5074920"/>
            <a:ext cx="384048" cy="384048"/>
          </a:xfrm>
          <a:prstGeom prst="rect">
            <a:avLst/>
          </a:prstGeom>
        </p:spPr>
      </p:pic>
      <p:sp>
        <p:nvSpPr>
          <p:cNvPr id="37" name="Text 28"/>
          <p:cNvSpPr txBox="1"/>
          <p:nvPr/>
        </p:nvSpPr>
        <p:spPr>
          <a:xfrm>
            <a:off x="6620256" y="5029200"/>
            <a:ext cx="1185672" cy="502920"/>
          </a:xfrm>
          <a:prstGeom prst="rect">
            <a:avLst/>
          </a:prstGeom>
          <a:noFill/>
          <a:ln/>
        </p:spPr>
        <p:txBody>
          <a:bodyPr wrap="square" lIns="0" tIns="0" rIns="0" bIns="0" rtlCol="0" anchor="ctr"/>
          <a:lstStyle/>
          <a:p>
            <a:pPr algn="ctr" indent="0" marL="0">
              <a:buNone/>
            </a:pPr>
            <a:r>
              <a:rPr lang="en-US" sz="2400" b="1" dirty="0">
                <a:solidFill>
                  <a:schemeClr val="accent6"/>
                </a:solidFill>
              </a:rPr>
              <a:t>ont-</a:t>
            </a:r>
            <a:endParaRPr lang="en-US" sz="2400" dirty="0"/>
          </a:p>
        </p:txBody>
      </p:sp>
      <p:sp>
        <p:nvSpPr>
          <p:cNvPr id="38" name="Text 29"/>
          <p:cNvSpPr txBox="1"/>
          <p:nvPr/>
        </p:nvSpPr>
        <p:spPr>
          <a:xfrm>
            <a:off x="6163056" y="5596128"/>
            <a:ext cx="1734312" cy="457200"/>
          </a:xfrm>
          <a:prstGeom prst="rect">
            <a:avLst/>
          </a:prstGeom>
          <a:noFill/>
          <a:ln/>
        </p:spPr>
        <p:txBody>
          <a:bodyPr wrap="square" lIns="0" tIns="0" rIns="0" bIns="0" rtlCol="0" anchor="ctr"/>
          <a:lstStyle/>
          <a:p>
            <a:pPr algn="ctr" indent="0" marL="0">
              <a:buNone/>
            </a:pPr>
            <a:r>
              <a:rPr lang="en-US" sz="1500" i="1" dirty="0">
                <a:solidFill>
                  <a:schemeClr val="tx1"/>
                </a:solidFill>
              </a:rPr>
              <a:t>ontmoeten</a:t>
            </a:r>
            <a:endParaRPr lang="en-US" sz="1500" dirty="0"/>
          </a:p>
        </p:txBody>
      </p:sp>
      <p:sp>
        <p:nvSpPr>
          <p:cNvPr id="39" name="Shape 30"/>
          <p:cNvSpPr/>
          <p:nvPr/>
        </p:nvSpPr>
        <p:spPr>
          <a:xfrm>
            <a:off x="8034528" y="4983480"/>
            <a:ext cx="1734312" cy="1188720"/>
          </a:xfrm>
          <a:prstGeom prst="roundRect">
            <a:avLst>
              <a:gd name="adj" fmla="val 9231"/>
            </a:avLst>
          </a:prstGeom>
          <a:solidFill>
            <a:srgbClr val="FFFFFF"/>
          </a:solidFill>
          <a:ln w="19050">
            <a:solidFill>
              <a:srgbClr val="B83227"/>
            </a:solidFill>
            <a:prstDash val="solid"/>
          </a:ln>
        </p:spPr>
      </p:sp>
      <p:pic>
        <p:nvPicPr>
          <p:cNvPr id="40" name="Image 6" descr="locked">    </p:cNvPr>
          <p:cNvPicPr>
            <a:picLocks noChangeAspect="1"/>
          </p:cNvPicPr>
          <p:nvPr/>
        </p:nvPicPr>
        <p:blipFill>
          <a:blip r:embed="rId7"/>
          <a:stretch>
            <a:fillRect/>
          </a:stretch>
        </p:blipFill>
        <p:spPr>
          <a:xfrm>
            <a:off x="8144256" y="5074920"/>
            <a:ext cx="384048" cy="384048"/>
          </a:xfrm>
          <a:prstGeom prst="rect">
            <a:avLst/>
          </a:prstGeom>
        </p:spPr>
      </p:pic>
      <p:sp>
        <p:nvSpPr>
          <p:cNvPr id="41" name="Text 31"/>
          <p:cNvSpPr txBox="1"/>
          <p:nvPr/>
        </p:nvSpPr>
        <p:spPr>
          <a:xfrm>
            <a:off x="8491728" y="5029200"/>
            <a:ext cx="1185672" cy="502920"/>
          </a:xfrm>
          <a:prstGeom prst="rect">
            <a:avLst/>
          </a:prstGeom>
          <a:noFill/>
          <a:ln/>
        </p:spPr>
        <p:txBody>
          <a:bodyPr wrap="square" lIns="0" tIns="0" rIns="0" bIns="0" rtlCol="0" anchor="ctr"/>
          <a:lstStyle/>
          <a:p>
            <a:pPr algn="ctr" indent="0" marL="0">
              <a:buNone/>
            </a:pPr>
            <a:r>
              <a:rPr lang="en-US" sz="2400" b="1" dirty="0">
                <a:solidFill>
                  <a:schemeClr val="accent6"/>
                </a:solidFill>
              </a:rPr>
              <a:t>er-</a:t>
            </a:r>
            <a:endParaRPr lang="en-US" sz="2400" dirty="0"/>
          </a:p>
        </p:txBody>
      </p:sp>
      <p:sp>
        <p:nvSpPr>
          <p:cNvPr id="42" name="Text 32"/>
          <p:cNvSpPr txBox="1"/>
          <p:nvPr/>
        </p:nvSpPr>
        <p:spPr>
          <a:xfrm>
            <a:off x="8034528" y="5596128"/>
            <a:ext cx="1734312" cy="457200"/>
          </a:xfrm>
          <a:prstGeom prst="rect">
            <a:avLst/>
          </a:prstGeom>
          <a:noFill/>
          <a:ln/>
        </p:spPr>
        <p:txBody>
          <a:bodyPr wrap="square" lIns="0" tIns="0" rIns="0" bIns="0" rtlCol="0" anchor="ctr"/>
          <a:lstStyle/>
          <a:p>
            <a:pPr algn="ctr" indent="0" marL="0">
              <a:buNone/>
            </a:pPr>
            <a:r>
              <a:rPr lang="en-US" sz="1500" i="1" dirty="0">
                <a:solidFill>
                  <a:schemeClr val="tx1"/>
                </a:solidFill>
              </a:rPr>
              <a:t>erkennen</a:t>
            </a:r>
            <a:endParaRPr lang="en-US" sz="1500" dirty="0"/>
          </a:p>
        </p:txBody>
      </p:sp>
      <p:sp>
        <p:nvSpPr>
          <p:cNvPr id="43" name="Shape 33"/>
          <p:cNvSpPr/>
          <p:nvPr/>
        </p:nvSpPr>
        <p:spPr>
          <a:xfrm>
            <a:off x="9906000" y="4983480"/>
            <a:ext cx="1734312" cy="1188720"/>
          </a:xfrm>
          <a:prstGeom prst="roundRect">
            <a:avLst>
              <a:gd name="adj" fmla="val 9231"/>
            </a:avLst>
          </a:prstGeom>
          <a:solidFill>
            <a:srgbClr val="FFFFFF"/>
          </a:solidFill>
          <a:ln w="19050">
            <a:solidFill>
              <a:srgbClr val="B83227"/>
            </a:solidFill>
            <a:prstDash val="solid"/>
          </a:ln>
        </p:spPr>
      </p:sp>
      <p:pic>
        <p:nvPicPr>
          <p:cNvPr id="44" name="Image 7" descr="locked">    </p:cNvPr>
          <p:cNvPicPr>
            <a:picLocks noChangeAspect="1"/>
          </p:cNvPicPr>
          <p:nvPr/>
        </p:nvPicPr>
        <p:blipFill>
          <a:blip r:embed="rId8"/>
          <a:stretch>
            <a:fillRect/>
          </a:stretch>
        </p:blipFill>
        <p:spPr>
          <a:xfrm>
            <a:off x="10015728" y="5074920"/>
            <a:ext cx="384048" cy="384048"/>
          </a:xfrm>
          <a:prstGeom prst="rect">
            <a:avLst/>
          </a:prstGeom>
        </p:spPr>
      </p:pic>
      <p:sp>
        <p:nvSpPr>
          <p:cNvPr id="45" name="Text 34"/>
          <p:cNvSpPr txBox="1"/>
          <p:nvPr/>
        </p:nvSpPr>
        <p:spPr>
          <a:xfrm>
            <a:off x="10363200" y="5029200"/>
            <a:ext cx="1185672" cy="502920"/>
          </a:xfrm>
          <a:prstGeom prst="rect">
            <a:avLst/>
          </a:prstGeom>
          <a:noFill/>
          <a:ln/>
        </p:spPr>
        <p:txBody>
          <a:bodyPr wrap="square" lIns="0" tIns="0" rIns="0" bIns="0" rtlCol="0" anchor="ctr"/>
          <a:lstStyle/>
          <a:p>
            <a:pPr algn="ctr" indent="0" marL="0">
              <a:buNone/>
            </a:pPr>
            <a:r>
              <a:rPr lang="en-US" sz="2400" b="1" dirty="0">
                <a:solidFill>
                  <a:schemeClr val="accent6"/>
                </a:solidFill>
              </a:rPr>
              <a:t>ver-</a:t>
            </a:r>
            <a:endParaRPr lang="en-US" sz="2400" dirty="0"/>
          </a:p>
        </p:txBody>
      </p:sp>
      <p:sp>
        <p:nvSpPr>
          <p:cNvPr id="46" name="Text 35"/>
          <p:cNvSpPr txBox="1"/>
          <p:nvPr/>
        </p:nvSpPr>
        <p:spPr>
          <a:xfrm>
            <a:off x="9906000" y="5596128"/>
            <a:ext cx="1734312" cy="457200"/>
          </a:xfrm>
          <a:prstGeom prst="rect">
            <a:avLst/>
          </a:prstGeom>
          <a:noFill/>
          <a:ln/>
        </p:spPr>
        <p:txBody>
          <a:bodyPr wrap="square" lIns="0" tIns="0" rIns="0" bIns="0" rtlCol="0" anchor="ctr"/>
          <a:lstStyle/>
          <a:p>
            <a:pPr algn="ctr" indent="0" marL="0">
              <a:buNone/>
            </a:pPr>
            <a:r>
              <a:rPr lang="en-US" sz="1500" i="1" dirty="0">
                <a:solidFill>
                  <a:schemeClr val="tx1"/>
                </a:solidFill>
              </a:rPr>
              <a:t>vertalen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Même verbe, deux accents, deux sens</a:t>
            </a:r>
            <a:endParaRPr lang="en-US" sz="3000" dirty="0"/>
          </a:p>
        </p:txBody>
      </p:sp>
      <p:sp>
        <p:nvSpPr>
          <p:cNvPr id="3" name="tag"/>
          <p:cNvSpPr/>
          <p:nvPr/>
        </p:nvSpPr>
        <p:spPr>
          <a:xfrm>
            <a:off x="548640" y="237744"/>
            <a:ext cx="101498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PIÈGE</a:t>
            </a:r>
            <a:endParaRPr lang="en-US" sz="1200" dirty="0"/>
          </a:p>
        </p:txBody>
      </p:sp>
      <p:sp>
        <p:nvSpPr>
          <p:cNvPr id="5" name="Shape 2"/>
          <p:cNvSpPr/>
          <p:nvPr/>
        </p:nvSpPr>
        <p:spPr>
          <a:xfrm>
            <a:off x="548640" y="1463040"/>
            <a:ext cx="5225796" cy="457200"/>
          </a:xfrm>
          <a:prstGeom prst="roundRect">
            <a:avLst>
              <a:gd name="adj" fmla="val 20000"/>
            </a:avLst>
          </a:prstGeom>
          <a:solidFill>
            <a:schemeClr val="accent1"/>
          </a:solidFill>
          <a:ln w="12700">
            <a:solidFill>
              <a:srgbClr val="FFFFFF">
                <a:alpha val="0"/>
              </a:srgbClr>
            </a:solidFill>
            <a:prstDash val="solid"/>
          </a:ln>
        </p:spPr>
      </p:sp>
      <p:sp>
        <p:nvSpPr>
          <p:cNvPr id="6" name="Text 3"/>
          <p:cNvSpPr txBox="1"/>
          <p:nvPr/>
        </p:nvSpPr>
        <p:spPr>
          <a:xfrm>
            <a:off x="548640" y="1463040"/>
            <a:ext cx="5225796" cy="457200"/>
          </a:xfrm>
          <a:prstGeom prst="rect">
            <a:avLst/>
          </a:prstGeom>
          <a:noFill/>
          <a:ln/>
        </p:spPr>
        <p:txBody>
          <a:bodyPr wrap="square" lIns="0" tIns="0" rIns="0" bIns="0" rtlCol="0" anchor="ctr"/>
          <a:lstStyle/>
          <a:p>
            <a:pPr algn="ctr" indent="0" marL="0">
              <a:buNone/>
            </a:pPr>
            <a:r>
              <a:rPr lang="en-US" sz="1400" b="1" dirty="0">
                <a:solidFill>
                  <a:schemeClr val="bg1"/>
                </a:solidFill>
              </a:rPr>
              <a:t>✂  accent sur la PARTICULE · séparable · ge-</a:t>
            </a:r>
            <a:endParaRPr lang="en-US" sz="1400" dirty="0"/>
          </a:p>
        </p:txBody>
      </p:sp>
      <p:sp>
        <p:nvSpPr>
          <p:cNvPr id="7" name="Shape 4"/>
          <p:cNvSpPr/>
          <p:nvPr/>
        </p:nvSpPr>
        <p:spPr>
          <a:xfrm>
            <a:off x="6414516" y="1463040"/>
            <a:ext cx="5225796" cy="457200"/>
          </a:xfrm>
          <a:prstGeom prst="roundRect">
            <a:avLst>
              <a:gd name="adj" fmla="val 20000"/>
            </a:avLst>
          </a:prstGeom>
          <a:solidFill>
            <a:schemeClr val="tx2"/>
          </a:solidFill>
          <a:ln w="12700">
            <a:solidFill>
              <a:srgbClr val="FFFFFF">
                <a:alpha val="0"/>
              </a:srgbClr>
            </a:solidFill>
            <a:prstDash val="solid"/>
          </a:ln>
        </p:spPr>
      </p:sp>
      <p:sp>
        <p:nvSpPr>
          <p:cNvPr id="8" name="Text 5"/>
          <p:cNvSpPr txBox="1"/>
          <p:nvPr/>
        </p:nvSpPr>
        <p:spPr>
          <a:xfrm>
            <a:off x="6414516" y="1463040"/>
            <a:ext cx="5225796" cy="457200"/>
          </a:xfrm>
          <a:prstGeom prst="rect">
            <a:avLst/>
          </a:prstGeom>
          <a:noFill/>
          <a:ln/>
        </p:spPr>
        <p:txBody>
          <a:bodyPr wrap="square" lIns="0" tIns="0" rIns="0" bIns="0" rtlCol="0" anchor="ctr"/>
          <a:lstStyle/>
          <a:p>
            <a:pPr algn="ctr" indent="0" marL="0">
              <a:buNone/>
            </a:pPr>
            <a:r>
              <a:rPr lang="en-US" sz="1400" b="1" dirty="0">
                <a:solidFill>
                  <a:schemeClr val="bg1"/>
                </a:solidFill>
              </a:rPr>
              <a:t>🔒  accent sur le VERBE · inséparable · pas de ge-</a:t>
            </a:r>
            <a:endParaRPr lang="en-US" sz="1400" dirty="0"/>
          </a:p>
        </p:txBody>
      </p:sp>
      <p:sp>
        <p:nvSpPr>
          <p:cNvPr id="9" name="Shape 6"/>
          <p:cNvSpPr/>
          <p:nvPr/>
        </p:nvSpPr>
        <p:spPr>
          <a:xfrm>
            <a:off x="548640" y="2029968"/>
            <a:ext cx="5225796" cy="896112"/>
          </a:xfrm>
          <a:prstGeom prst="roundRect">
            <a:avLst>
              <a:gd name="adj" fmla="val 10204"/>
            </a:avLst>
          </a:prstGeom>
          <a:solidFill>
            <a:srgbClr val="FDF1E6"/>
          </a:solidFill>
          <a:ln w="12700">
            <a:solidFill>
              <a:srgbClr val="FFFFFF">
                <a:alpha val="0"/>
              </a:srgbClr>
            </a:solidFill>
            <a:prstDash val="solid"/>
          </a:ln>
        </p:spPr>
      </p:sp>
      <p:pic>
        <p:nvPicPr>
          <p:cNvPr id="10" name="Image 0" descr="bar chart">    </p:cNvPr>
          <p:cNvPicPr>
            <a:picLocks noChangeAspect="1"/>
          </p:cNvPicPr>
          <p:nvPr/>
        </p:nvPicPr>
        <p:blipFill>
          <a:blip r:embed="rId1"/>
          <a:stretch>
            <a:fillRect/>
          </a:stretch>
        </p:blipFill>
        <p:spPr>
          <a:xfrm>
            <a:off x="685800" y="2139696"/>
            <a:ext cx="676656" cy="676656"/>
          </a:xfrm>
          <a:prstGeom prst="rect">
            <a:avLst/>
          </a:prstGeom>
        </p:spPr>
      </p:pic>
      <p:sp>
        <p:nvSpPr>
          <p:cNvPr id="11" name="Text 7"/>
          <p:cNvSpPr txBox="1"/>
          <p:nvPr/>
        </p:nvSpPr>
        <p:spPr>
          <a:xfrm>
            <a:off x="1508760" y="2084832"/>
            <a:ext cx="4174236" cy="457200"/>
          </a:xfrm>
          <a:prstGeom prst="rect">
            <a:avLst/>
          </a:prstGeom>
          <a:noFill/>
          <a:ln/>
        </p:spPr>
        <p:txBody>
          <a:bodyPr wrap="square" lIns="0" tIns="0" rIns="0" bIns="0" rtlCol="0" anchor="ctr"/>
          <a:lstStyle/>
          <a:p>
            <a:pPr algn="l" indent="0" marL="0">
              <a:buNone/>
            </a:pPr>
            <a:r>
              <a:rPr lang="en-US" sz="2000" b="1" dirty="0">
                <a:solidFill>
                  <a:srgbClr val="D9700F"/>
                </a:solidFill>
              </a:rPr>
              <a:t>VOOR</a:t>
            </a:r>
            <a:r>
              <a:rPr lang="en-US" sz="2000" b="1" dirty="0">
                <a:solidFill>
                  <a:schemeClr val="tx1"/>
                </a:solidFill>
              </a:rPr>
              <a:t>komen</a:t>
            </a:r>
            <a:r>
              <a:rPr lang="en-US" sz="1400" dirty="0">
                <a:solidFill>
                  <a:schemeClr val="accent5"/>
                </a:solidFill>
              </a:rPr>
              <a:t>  se produire</a:t>
            </a:r>
            <a:endParaRPr lang="en-US" sz="1800" dirty="0"/>
          </a:p>
        </p:txBody>
      </p:sp>
      <p:sp>
        <p:nvSpPr>
          <p:cNvPr id="12" name="Text 8"/>
          <p:cNvSpPr txBox="1"/>
          <p:nvPr/>
        </p:nvSpPr>
        <p:spPr>
          <a:xfrm>
            <a:off x="1508760" y="2505456"/>
            <a:ext cx="4174236" cy="365760"/>
          </a:xfrm>
          <a:prstGeom prst="rect">
            <a:avLst/>
          </a:prstGeom>
          <a:noFill/>
          <a:ln/>
        </p:spPr>
        <p:txBody>
          <a:bodyPr wrap="square" lIns="0" tIns="0" rIns="0" bIns="0" rtlCol="0" anchor="ctr"/>
          <a:lstStyle/>
          <a:p>
            <a:pPr algn="l" indent="0" marL="0">
              <a:buNone/>
            </a:pPr>
            <a:r>
              <a:rPr lang="en-US" sz="1400" i="1" dirty="0">
                <a:solidFill>
                  <a:schemeClr val="tx2"/>
                </a:solidFill>
              </a:rPr>
              <a:t>Het komt vaak voor.</a:t>
            </a:r>
            <a:endParaRPr lang="en-US" sz="1400" dirty="0"/>
          </a:p>
        </p:txBody>
      </p:sp>
      <p:sp>
        <p:nvSpPr>
          <p:cNvPr id="13" name="Shape 9"/>
          <p:cNvSpPr/>
          <p:nvPr/>
        </p:nvSpPr>
        <p:spPr>
          <a:xfrm>
            <a:off x="6414516" y="2029968"/>
            <a:ext cx="5225796" cy="896112"/>
          </a:xfrm>
          <a:prstGeom prst="roundRect">
            <a:avLst>
              <a:gd name="adj" fmla="val 10204"/>
            </a:avLst>
          </a:prstGeom>
          <a:solidFill>
            <a:srgbClr val="E6EBF2"/>
          </a:solidFill>
          <a:ln w="12700">
            <a:solidFill>
              <a:srgbClr val="FFFFFF">
                <a:alpha val="0"/>
              </a:srgbClr>
            </a:solidFill>
            <a:prstDash val="solid"/>
          </a:ln>
        </p:spPr>
      </p:sp>
      <p:pic>
        <p:nvPicPr>
          <p:cNvPr id="14" name="Image 1" descr="shield">    </p:cNvPr>
          <p:cNvPicPr>
            <a:picLocks noChangeAspect="1"/>
          </p:cNvPicPr>
          <p:nvPr/>
        </p:nvPicPr>
        <p:blipFill>
          <a:blip r:embed="rId2"/>
          <a:stretch>
            <a:fillRect/>
          </a:stretch>
        </p:blipFill>
        <p:spPr>
          <a:xfrm>
            <a:off x="6551676" y="2139696"/>
            <a:ext cx="676656" cy="676656"/>
          </a:xfrm>
          <a:prstGeom prst="rect">
            <a:avLst/>
          </a:prstGeom>
        </p:spPr>
      </p:pic>
      <p:sp>
        <p:nvSpPr>
          <p:cNvPr id="15" name="Text 10"/>
          <p:cNvSpPr txBox="1"/>
          <p:nvPr/>
        </p:nvSpPr>
        <p:spPr>
          <a:xfrm>
            <a:off x="7374636" y="2084832"/>
            <a:ext cx="4174236" cy="457200"/>
          </a:xfrm>
          <a:prstGeom prst="rect">
            <a:avLst/>
          </a:prstGeom>
          <a:noFill/>
          <a:ln/>
        </p:spPr>
        <p:txBody>
          <a:bodyPr wrap="square" lIns="0" tIns="0" rIns="0" bIns="0" rtlCol="0" anchor="ctr"/>
          <a:lstStyle/>
          <a:p>
            <a:pPr algn="l" indent="0" marL="0">
              <a:buNone/>
            </a:pPr>
            <a:r>
              <a:rPr lang="en-US" sz="2000" b="1" dirty="0">
                <a:solidFill>
                  <a:schemeClr val="tx1"/>
                </a:solidFill>
              </a:rPr>
              <a:t>voor</a:t>
            </a:r>
            <a:r>
              <a:rPr lang="en-US" sz="2000" b="1" dirty="0">
                <a:solidFill>
                  <a:srgbClr val="17375E"/>
                </a:solidFill>
              </a:rPr>
              <a:t>KO</a:t>
            </a:r>
            <a:r>
              <a:rPr lang="en-US" sz="2000" b="1" dirty="0">
                <a:solidFill>
                  <a:schemeClr val="tx1"/>
                </a:solidFill>
              </a:rPr>
              <a:t>men</a:t>
            </a:r>
            <a:r>
              <a:rPr lang="en-US" sz="1400" dirty="0">
                <a:solidFill>
                  <a:schemeClr val="accent5"/>
                </a:solidFill>
              </a:rPr>
              <a:t>  éviter</a:t>
            </a:r>
            <a:endParaRPr lang="en-US" sz="1800" dirty="0"/>
          </a:p>
        </p:txBody>
      </p:sp>
      <p:sp>
        <p:nvSpPr>
          <p:cNvPr id="16" name="Text 11"/>
          <p:cNvSpPr txBox="1"/>
          <p:nvPr/>
        </p:nvSpPr>
        <p:spPr>
          <a:xfrm>
            <a:off x="7374636" y="2505456"/>
            <a:ext cx="4174236" cy="365760"/>
          </a:xfrm>
          <a:prstGeom prst="rect">
            <a:avLst/>
          </a:prstGeom>
          <a:noFill/>
          <a:ln/>
        </p:spPr>
        <p:txBody>
          <a:bodyPr wrap="square" lIns="0" tIns="0" rIns="0" bIns="0" rtlCol="0" anchor="ctr"/>
          <a:lstStyle/>
          <a:p>
            <a:pPr algn="l" indent="0" marL="0">
              <a:buNone/>
            </a:pPr>
            <a:r>
              <a:rPr lang="en-US" sz="1400" i="1" dirty="0">
                <a:solidFill>
                  <a:schemeClr val="tx2"/>
                </a:solidFill>
              </a:rPr>
              <a:t>Zo voorkom je fouten.</a:t>
            </a:r>
            <a:endParaRPr lang="en-US" sz="1400" dirty="0"/>
          </a:p>
        </p:txBody>
      </p:sp>
      <p:sp>
        <p:nvSpPr>
          <p:cNvPr id="17" name="Text 12"/>
          <p:cNvSpPr txBox="1"/>
          <p:nvPr/>
        </p:nvSpPr>
        <p:spPr>
          <a:xfrm>
            <a:off x="5774436" y="2029968"/>
            <a:ext cx="640080" cy="896112"/>
          </a:xfrm>
          <a:prstGeom prst="rect">
            <a:avLst/>
          </a:prstGeom>
          <a:noFill/>
          <a:ln/>
        </p:spPr>
        <p:txBody>
          <a:bodyPr wrap="square" lIns="0" tIns="0" rIns="0" bIns="0" rtlCol="0" anchor="ctr"/>
          <a:lstStyle/>
          <a:p>
            <a:pPr algn="ctr" indent="0" marL="0">
              <a:buNone/>
            </a:pPr>
            <a:r>
              <a:rPr lang="en-US" sz="2600" b="1" dirty="0">
                <a:solidFill>
                  <a:schemeClr val="accent6"/>
                </a:solidFill>
              </a:rPr>
              <a:t>≠</a:t>
            </a:r>
            <a:endParaRPr lang="en-US" sz="2600" dirty="0"/>
          </a:p>
        </p:txBody>
      </p:sp>
      <p:sp>
        <p:nvSpPr>
          <p:cNvPr id="18" name="Shape 13"/>
          <p:cNvSpPr/>
          <p:nvPr/>
        </p:nvSpPr>
        <p:spPr>
          <a:xfrm>
            <a:off x="548640" y="2999232"/>
            <a:ext cx="5225796" cy="896112"/>
          </a:xfrm>
          <a:prstGeom prst="roundRect">
            <a:avLst>
              <a:gd name="adj" fmla="val 10204"/>
            </a:avLst>
          </a:prstGeom>
          <a:solidFill>
            <a:srgbClr val="FDF1E6"/>
          </a:solidFill>
          <a:ln w="12700">
            <a:solidFill>
              <a:srgbClr val="FFFFFF">
                <a:alpha val="0"/>
              </a:srgbClr>
            </a:solidFill>
            <a:prstDash val="solid"/>
          </a:ln>
        </p:spPr>
      </p:sp>
      <p:pic>
        <p:nvPicPr>
          <p:cNvPr id="19" name="Image 2" descr="person walking">    </p:cNvPr>
          <p:cNvPicPr>
            <a:picLocks noChangeAspect="1"/>
          </p:cNvPicPr>
          <p:nvPr/>
        </p:nvPicPr>
        <p:blipFill>
          <a:blip r:embed="rId3"/>
          <a:stretch>
            <a:fillRect/>
          </a:stretch>
        </p:blipFill>
        <p:spPr>
          <a:xfrm>
            <a:off x="685800" y="3108960"/>
            <a:ext cx="676656" cy="676656"/>
          </a:xfrm>
          <a:prstGeom prst="rect">
            <a:avLst/>
          </a:prstGeom>
        </p:spPr>
      </p:pic>
      <p:sp>
        <p:nvSpPr>
          <p:cNvPr id="20" name="Text 14"/>
          <p:cNvSpPr txBox="1"/>
          <p:nvPr/>
        </p:nvSpPr>
        <p:spPr>
          <a:xfrm>
            <a:off x="1508760" y="3054096"/>
            <a:ext cx="4174236" cy="457200"/>
          </a:xfrm>
          <a:prstGeom prst="rect">
            <a:avLst/>
          </a:prstGeom>
          <a:noFill/>
          <a:ln/>
        </p:spPr>
        <p:txBody>
          <a:bodyPr wrap="square" lIns="0" tIns="0" rIns="0" bIns="0" rtlCol="0" anchor="ctr"/>
          <a:lstStyle/>
          <a:p>
            <a:pPr algn="l" indent="0" marL="0">
              <a:buNone/>
            </a:pPr>
            <a:r>
              <a:rPr lang="en-US" sz="2000" b="1" dirty="0">
                <a:solidFill>
                  <a:srgbClr val="D9700F"/>
                </a:solidFill>
              </a:rPr>
              <a:t>DOOR</a:t>
            </a:r>
            <a:r>
              <a:rPr lang="en-US" sz="2000" b="1" dirty="0">
                <a:solidFill>
                  <a:schemeClr val="tx1"/>
                </a:solidFill>
              </a:rPr>
              <a:t>lopen</a:t>
            </a:r>
            <a:r>
              <a:rPr lang="en-US" sz="1400" dirty="0">
                <a:solidFill>
                  <a:schemeClr val="accent5"/>
                </a:solidFill>
              </a:rPr>
              <a:t>  continuer à marcher</a:t>
            </a:r>
            <a:endParaRPr lang="en-US" sz="1800" dirty="0"/>
          </a:p>
        </p:txBody>
      </p:sp>
      <p:sp>
        <p:nvSpPr>
          <p:cNvPr id="21" name="Text 15"/>
          <p:cNvSpPr txBox="1"/>
          <p:nvPr/>
        </p:nvSpPr>
        <p:spPr>
          <a:xfrm>
            <a:off x="1508760" y="3474720"/>
            <a:ext cx="4174236" cy="365760"/>
          </a:xfrm>
          <a:prstGeom prst="rect">
            <a:avLst/>
          </a:prstGeom>
          <a:noFill/>
          <a:ln/>
        </p:spPr>
        <p:txBody>
          <a:bodyPr wrap="square" lIns="0" tIns="0" rIns="0" bIns="0" rtlCol="0" anchor="ctr"/>
          <a:lstStyle/>
          <a:p>
            <a:pPr algn="l" indent="0" marL="0">
              <a:buNone/>
            </a:pPr>
            <a:r>
              <a:rPr lang="en-US" sz="1400" i="1" dirty="0">
                <a:solidFill>
                  <a:schemeClr val="tx2"/>
                </a:solidFill>
              </a:rPr>
              <a:t>Loop maar door!</a:t>
            </a:r>
            <a:endParaRPr lang="en-US" sz="1400" dirty="0"/>
          </a:p>
        </p:txBody>
      </p:sp>
      <p:sp>
        <p:nvSpPr>
          <p:cNvPr id="22" name="Shape 16"/>
          <p:cNvSpPr/>
          <p:nvPr/>
        </p:nvSpPr>
        <p:spPr>
          <a:xfrm>
            <a:off x="6414516" y="2999232"/>
            <a:ext cx="5225796" cy="896112"/>
          </a:xfrm>
          <a:prstGeom prst="roundRect">
            <a:avLst>
              <a:gd name="adj" fmla="val 10204"/>
            </a:avLst>
          </a:prstGeom>
          <a:solidFill>
            <a:srgbClr val="E6EBF2"/>
          </a:solidFill>
          <a:ln w="12700">
            <a:solidFill>
              <a:srgbClr val="FFFFFF">
                <a:alpha val="0"/>
              </a:srgbClr>
            </a:solidFill>
            <a:prstDash val="solid"/>
          </a:ln>
        </p:spPr>
      </p:sp>
      <p:pic>
        <p:nvPicPr>
          <p:cNvPr id="23" name="Image 3" descr="graduation cap">    </p:cNvPr>
          <p:cNvPicPr>
            <a:picLocks noChangeAspect="1"/>
          </p:cNvPicPr>
          <p:nvPr/>
        </p:nvPicPr>
        <p:blipFill>
          <a:blip r:embed="rId4"/>
          <a:stretch>
            <a:fillRect/>
          </a:stretch>
        </p:blipFill>
        <p:spPr>
          <a:xfrm>
            <a:off x="6551676" y="3108960"/>
            <a:ext cx="676656" cy="676656"/>
          </a:xfrm>
          <a:prstGeom prst="rect">
            <a:avLst/>
          </a:prstGeom>
        </p:spPr>
      </p:pic>
      <p:sp>
        <p:nvSpPr>
          <p:cNvPr id="24" name="Text 17"/>
          <p:cNvSpPr txBox="1"/>
          <p:nvPr/>
        </p:nvSpPr>
        <p:spPr>
          <a:xfrm>
            <a:off x="7374636" y="3054096"/>
            <a:ext cx="4174236" cy="457200"/>
          </a:xfrm>
          <a:prstGeom prst="rect">
            <a:avLst/>
          </a:prstGeom>
          <a:noFill/>
          <a:ln/>
        </p:spPr>
        <p:txBody>
          <a:bodyPr wrap="square" lIns="0" tIns="0" rIns="0" bIns="0" rtlCol="0" anchor="ctr"/>
          <a:lstStyle/>
          <a:p>
            <a:pPr algn="l" indent="0" marL="0">
              <a:buNone/>
            </a:pPr>
            <a:r>
              <a:rPr lang="en-US" sz="2000" b="1" dirty="0">
                <a:solidFill>
                  <a:schemeClr val="tx1"/>
                </a:solidFill>
              </a:rPr>
              <a:t>door</a:t>
            </a:r>
            <a:r>
              <a:rPr lang="en-US" sz="2000" b="1" dirty="0">
                <a:solidFill>
                  <a:srgbClr val="17375E"/>
                </a:solidFill>
              </a:rPr>
              <a:t>LO</a:t>
            </a:r>
            <a:r>
              <a:rPr lang="en-US" sz="2000" b="1" dirty="0">
                <a:solidFill>
                  <a:schemeClr val="tx1"/>
                </a:solidFill>
              </a:rPr>
              <a:t>pen</a:t>
            </a:r>
            <a:r>
              <a:rPr lang="en-US" sz="1400" dirty="0">
                <a:solidFill>
                  <a:schemeClr val="accent5"/>
                </a:solidFill>
              </a:rPr>
              <a:t>  suivre (une formation)</a:t>
            </a:r>
            <a:endParaRPr lang="en-US" sz="1800" dirty="0"/>
          </a:p>
        </p:txBody>
      </p:sp>
      <p:sp>
        <p:nvSpPr>
          <p:cNvPr id="25" name="Text 18"/>
          <p:cNvSpPr txBox="1"/>
          <p:nvPr/>
        </p:nvSpPr>
        <p:spPr>
          <a:xfrm>
            <a:off x="7374636" y="3474720"/>
            <a:ext cx="4174236" cy="365760"/>
          </a:xfrm>
          <a:prstGeom prst="rect">
            <a:avLst/>
          </a:prstGeom>
          <a:noFill/>
          <a:ln/>
        </p:spPr>
        <p:txBody>
          <a:bodyPr wrap="square" lIns="0" tIns="0" rIns="0" bIns="0" rtlCol="0" anchor="ctr"/>
          <a:lstStyle/>
          <a:p>
            <a:pPr algn="l" indent="0" marL="0">
              <a:buNone/>
            </a:pPr>
            <a:r>
              <a:rPr lang="en-US" sz="1400" i="1" dirty="0">
                <a:solidFill>
                  <a:schemeClr val="tx2"/>
                </a:solidFill>
              </a:rPr>
              <a:t>Ze heeft de opleiding doorlopen.</a:t>
            </a:r>
            <a:endParaRPr lang="en-US" sz="1400" dirty="0"/>
          </a:p>
        </p:txBody>
      </p:sp>
      <p:sp>
        <p:nvSpPr>
          <p:cNvPr id="26" name="Text 19"/>
          <p:cNvSpPr txBox="1"/>
          <p:nvPr/>
        </p:nvSpPr>
        <p:spPr>
          <a:xfrm>
            <a:off x="5774436" y="2999232"/>
            <a:ext cx="640080" cy="896112"/>
          </a:xfrm>
          <a:prstGeom prst="rect">
            <a:avLst/>
          </a:prstGeom>
          <a:noFill/>
          <a:ln/>
        </p:spPr>
        <p:txBody>
          <a:bodyPr wrap="square" lIns="0" tIns="0" rIns="0" bIns="0" rtlCol="0" anchor="ctr"/>
          <a:lstStyle/>
          <a:p>
            <a:pPr algn="ctr" indent="0" marL="0">
              <a:buNone/>
            </a:pPr>
            <a:r>
              <a:rPr lang="en-US" sz="2600" b="1" dirty="0">
                <a:solidFill>
                  <a:schemeClr val="accent6"/>
                </a:solidFill>
              </a:rPr>
              <a:t>≠</a:t>
            </a:r>
            <a:endParaRPr lang="en-US" sz="2600" dirty="0"/>
          </a:p>
        </p:txBody>
      </p:sp>
      <p:sp>
        <p:nvSpPr>
          <p:cNvPr id="27" name="Shape 20"/>
          <p:cNvSpPr/>
          <p:nvPr/>
        </p:nvSpPr>
        <p:spPr>
          <a:xfrm>
            <a:off x="548640" y="3968496"/>
            <a:ext cx="5225796" cy="896112"/>
          </a:xfrm>
          <a:prstGeom prst="roundRect">
            <a:avLst>
              <a:gd name="adj" fmla="val 10204"/>
            </a:avLst>
          </a:prstGeom>
          <a:solidFill>
            <a:srgbClr val="FDF1E6"/>
          </a:solidFill>
          <a:ln w="12700">
            <a:solidFill>
              <a:srgbClr val="FFFFFF">
                <a:alpha val="0"/>
              </a:srgbClr>
            </a:solidFill>
            <a:prstDash val="solid"/>
          </a:ln>
        </p:spPr>
      </p:sp>
      <p:pic>
        <p:nvPicPr>
          <p:cNvPr id="28" name="Image 4" descr="airplane arrival">    </p:cNvPr>
          <p:cNvPicPr>
            <a:picLocks noChangeAspect="1"/>
          </p:cNvPicPr>
          <p:nvPr/>
        </p:nvPicPr>
        <p:blipFill>
          <a:blip r:embed="rId5"/>
          <a:stretch>
            <a:fillRect/>
          </a:stretch>
        </p:blipFill>
        <p:spPr>
          <a:xfrm>
            <a:off x="685800" y="4078224"/>
            <a:ext cx="676656" cy="676656"/>
          </a:xfrm>
          <a:prstGeom prst="rect">
            <a:avLst/>
          </a:prstGeom>
        </p:spPr>
      </p:pic>
      <p:sp>
        <p:nvSpPr>
          <p:cNvPr id="29" name="Text 21"/>
          <p:cNvSpPr txBox="1"/>
          <p:nvPr/>
        </p:nvSpPr>
        <p:spPr>
          <a:xfrm>
            <a:off x="1508760" y="4023360"/>
            <a:ext cx="4174236" cy="457200"/>
          </a:xfrm>
          <a:prstGeom prst="rect">
            <a:avLst/>
          </a:prstGeom>
          <a:noFill/>
          <a:ln/>
        </p:spPr>
        <p:txBody>
          <a:bodyPr wrap="square" lIns="0" tIns="0" rIns="0" bIns="0" rtlCol="0" anchor="ctr"/>
          <a:lstStyle/>
          <a:p>
            <a:pPr algn="l" indent="0" marL="0">
              <a:buNone/>
            </a:pPr>
            <a:r>
              <a:rPr lang="en-US" sz="2000" b="1" dirty="0">
                <a:solidFill>
                  <a:srgbClr val="D9700F"/>
                </a:solidFill>
              </a:rPr>
              <a:t>OVER</a:t>
            </a:r>
            <a:r>
              <a:rPr lang="en-US" sz="2000" b="1" dirty="0">
                <a:solidFill>
                  <a:schemeClr val="tx1"/>
                </a:solidFill>
              </a:rPr>
              <a:t>komen</a:t>
            </a:r>
            <a:r>
              <a:rPr lang="en-US" sz="1400" dirty="0">
                <a:solidFill>
                  <a:schemeClr val="accent5"/>
                </a:solidFill>
              </a:rPr>
              <a:t>  venir (de loin)</a:t>
            </a:r>
            <a:endParaRPr lang="en-US" sz="1800" dirty="0"/>
          </a:p>
        </p:txBody>
      </p:sp>
      <p:sp>
        <p:nvSpPr>
          <p:cNvPr id="30" name="Text 22"/>
          <p:cNvSpPr txBox="1"/>
          <p:nvPr/>
        </p:nvSpPr>
        <p:spPr>
          <a:xfrm>
            <a:off x="1508760" y="4443984"/>
            <a:ext cx="4174236" cy="365760"/>
          </a:xfrm>
          <a:prstGeom prst="rect">
            <a:avLst/>
          </a:prstGeom>
          <a:noFill/>
          <a:ln/>
        </p:spPr>
        <p:txBody>
          <a:bodyPr wrap="square" lIns="0" tIns="0" rIns="0" bIns="0" rtlCol="0" anchor="ctr"/>
          <a:lstStyle/>
          <a:p>
            <a:pPr algn="l" indent="0" marL="0">
              <a:buNone/>
            </a:pPr>
            <a:r>
              <a:rPr lang="en-US" sz="1400" i="1" dirty="0">
                <a:solidFill>
                  <a:schemeClr val="tx2"/>
                </a:solidFill>
              </a:rPr>
              <a:t>Mijn zus komt uit Canada over.</a:t>
            </a:r>
            <a:endParaRPr lang="en-US" sz="1400" dirty="0"/>
          </a:p>
        </p:txBody>
      </p:sp>
      <p:sp>
        <p:nvSpPr>
          <p:cNvPr id="31" name="Shape 23"/>
          <p:cNvSpPr/>
          <p:nvPr/>
        </p:nvSpPr>
        <p:spPr>
          <a:xfrm>
            <a:off x="6414516" y="3968496"/>
            <a:ext cx="5225796" cy="896112"/>
          </a:xfrm>
          <a:prstGeom prst="roundRect">
            <a:avLst>
              <a:gd name="adj" fmla="val 10204"/>
            </a:avLst>
          </a:prstGeom>
          <a:solidFill>
            <a:srgbClr val="E6EBF2"/>
          </a:solidFill>
          <a:ln w="12700">
            <a:solidFill>
              <a:srgbClr val="FFFFFF">
                <a:alpha val="0"/>
              </a:srgbClr>
            </a:solidFill>
            <a:prstDash val="solid"/>
          </a:ln>
        </p:spPr>
      </p:sp>
      <p:pic>
        <p:nvPicPr>
          <p:cNvPr id="32" name="Image 5" descr="collision">    </p:cNvPr>
          <p:cNvPicPr>
            <a:picLocks noChangeAspect="1"/>
          </p:cNvPicPr>
          <p:nvPr/>
        </p:nvPicPr>
        <p:blipFill>
          <a:blip r:embed="rId6"/>
          <a:stretch>
            <a:fillRect/>
          </a:stretch>
        </p:blipFill>
        <p:spPr>
          <a:xfrm>
            <a:off x="6551676" y="4078224"/>
            <a:ext cx="676656" cy="676656"/>
          </a:xfrm>
          <a:prstGeom prst="rect">
            <a:avLst/>
          </a:prstGeom>
        </p:spPr>
      </p:pic>
      <p:sp>
        <p:nvSpPr>
          <p:cNvPr id="33" name="Text 24"/>
          <p:cNvSpPr txBox="1"/>
          <p:nvPr/>
        </p:nvSpPr>
        <p:spPr>
          <a:xfrm>
            <a:off x="7374636" y="4023360"/>
            <a:ext cx="4174236" cy="457200"/>
          </a:xfrm>
          <a:prstGeom prst="rect">
            <a:avLst/>
          </a:prstGeom>
          <a:noFill/>
          <a:ln/>
        </p:spPr>
        <p:txBody>
          <a:bodyPr wrap="square" lIns="0" tIns="0" rIns="0" bIns="0" rtlCol="0" anchor="ctr"/>
          <a:lstStyle/>
          <a:p>
            <a:pPr algn="l" indent="0" marL="0">
              <a:buNone/>
            </a:pPr>
            <a:r>
              <a:rPr lang="en-US" sz="2000" b="1" dirty="0">
                <a:solidFill>
                  <a:schemeClr val="tx1"/>
                </a:solidFill>
              </a:rPr>
              <a:t>over</a:t>
            </a:r>
            <a:r>
              <a:rPr lang="en-US" sz="2000" b="1" dirty="0">
                <a:solidFill>
                  <a:srgbClr val="17375E"/>
                </a:solidFill>
              </a:rPr>
              <a:t>KO</a:t>
            </a:r>
            <a:r>
              <a:rPr lang="en-US" sz="2000" b="1" dirty="0">
                <a:solidFill>
                  <a:schemeClr val="tx1"/>
                </a:solidFill>
              </a:rPr>
              <a:t>men</a:t>
            </a:r>
            <a:r>
              <a:rPr lang="en-US" sz="1400" dirty="0">
                <a:solidFill>
                  <a:schemeClr val="accent5"/>
                </a:solidFill>
              </a:rPr>
              <a:t>  arriver (à qn)</a:t>
            </a:r>
            <a:endParaRPr lang="en-US" sz="1800" dirty="0"/>
          </a:p>
        </p:txBody>
      </p:sp>
      <p:sp>
        <p:nvSpPr>
          <p:cNvPr id="34" name="Text 25"/>
          <p:cNvSpPr txBox="1"/>
          <p:nvPr/>
        </p:nvSpPr>
        <p:spPr>
          <a:xfrm>
            <a:off x="7374636" y="4443984"/>
            <a:ext cx="4174236" cy="365760"/>
          </a:xfrm>
          <a:prstGeom prst="rect">
            <a:avLst/>
          </a:prstGeom>
          <a:noFill/>
          <a:ln/>
        </p:spPr>
        <p:txBody>
          <a:bodyPr wrap="square" lIns="0" tIns="0" rIns="0" bIns="0" rtlCol="0" anchor="ctr"/>
          <a:lstStyle/>
          <a:p>
            <a:pPr algn="l" indent="0" marL="0">
              <a:buNone/>
            </a:pPr>
            <a:r>
              <a:rPr lang="en-US" sz="1400" i="1" dirty="0">
                <a:solidFill>
                  <a:schemeClr val="tx2"/>
                </a:solidFill>
              </a:rPr>
              <a:t>Wat is hem overkomen?</a:t>
            </a:r>
            <a:endParaRPr lang="en-US" sz="1400" dirty="0"/>
          </a:p>
        </p:txBody>
      </p:sp>
      <p:sp>
        <p:nvSpPr>
          <p:cNvPr id="35" name="Text 26"/>
          <p:cNvSpPr txBox="1"/>
          <p:nvPr/>
        </p:nvSpPr>
        <p:spPr>
          <a:xfrm>
            <a:off x="5774436" y="3968496"/>
            <a:ext cx="640080" cy="896112"/>
          </a:xfrm>
          <a:prstGeom prst="rect">
            <a:avLst/>
          </a:prstGeom>
          <a:noFill/>
          <a:ln/>
        </p:spPr>
        <p:txBody>
          <a:bodyPr wrap="square" lIns="0" tIns="0" rIns="0" bIns="0" rtlCol="0" anchor="ctr"/>
          <a:lstStyle/>
          <a:p>
            <a:pPr algn="ctr" indent="0" marL="0">
              <a:buNone/>
            </a:pPr>
            <a:r>
              <a:rPr lang="en-US" sz="2600" b="1" dirty="0">
                <a:solidFill>
                  <a:schemeClr val="accent6"/>
                </a:solidFill>
              </a:rPr>
              <a:t>≠</a:t>
            </a:r>
            <a:endParaRPr lang="en-US" sz="2600" dirty="0"/>
          </a:p>
        </p:txBody>
      </p:sp>
      <p:sp>
        <p:nvSpPr>
          <p:cNvPr id="36" name="Shape 27"/>
          <p:cNvSpPr/>
          <p:nvPr/>
        </p:nvSpPr>
        <p:spPr>
          <a:xfrm>
            <a:off x="548640" y="4937760"/>
            <a:ext cx="5225796" cy="896112"/>
          </a:xfrm>
          <a:prstGeom prst="roundRect">
            <a:avLst>
              <a:gd name="adj" fmla="val 10204"/>
            </a:avLst>
          </a:prstGeom>
          <a:solidFill>
            <a:srgbClr val="FDF1E6"/>
          </a:solidFill>
          <a:ln w="12700">
            <a:solidFill>
              <a:srgbClr val="FFFFFF">
                <a:alpha val="0"/>
              </a:srgbClr>
            </a:solidFill>
            <a:prstDash val="solid"/>
          </a:ln>
        </p:spPr>
      </p:sp>
      <p:pic>
        <p:nvPicPr>
          <p:cNvPr id="37" name="Image 6" descr="page facing up">    </p:cNvPr>
          <p:cNvPicPr>
            <a:picLocks noChangeAspect="1"/>
          </p:cNvPicPr>
          <p:nvPr/>
        </p:nvPicPr>
        <p:blipFill>
          <a:blip r:embed="rId7"/>
          <a:stretch>
            <a:fillRect/>
          </a:stretch>
        </p:blipFill>
        <p:spPr>
          <a:xfrm>
            <a:off x="685800" y="5047488"/>
            <a:ext cx="676656" cy="676656"/>
          </a:xfrm>
          <a:prstGeom prst="rect">
            <a:avLst/>
          </a:prstGeom>
        </p:spPr>
      </p:pic>
      <p:sp>
        <p:nvSpPr>
          <p:cNvPr id="38" name="Text 28"/>
          <p:cNvSpPr txBox="1"/>
          <p:nvPr/>
        </p:nvSpPr>
        <p:spPr>
          <a:xfrm>
            <a:off x="1508760" y="4992624"/>
            <a:ext cx="4174236" cy="457200"/>
          </a:xfrm>
          <a:prstGeom prst="rect">
            <a:avLst/>
          </a:prstGeom>
          <a:noFill/>
          <a:ln/>
        </p:spPr>
        <p:txBody>
          <a:bodyPr wrap="square" lIns="0" tIns="0" rIns="0" bIns="0" rtlCol="0" anchor="ctr"/>
          <a:lstStyle/>
          <a:p>
            <a:pPr algn="l" indent="0" marL="0">
              <a:buNone/>
            </a:pPr>
            <a:r>
              <a:rPr lang="en-US" sz="2000" b="1" dirty="0">
                <a:solidFill>
                  <a:srgbClr val="D9700F"/>
                </a:solidFill>
              </a:rPr>
              <a:t>OVER</a:t>
            </a:r>
            <a:r>
              <a:rPr lang="en-US" sz="2000" b="1" dirty="0">
                <a:solidFill>
                  <a:schemeClr val="tx1"/>
                </a:solidFill>
              </a:rPr>
              <a:t>leggen</a:t>
            </a:r>
            <a:r>
              <a:rPr lang="en-US" sz="1400" dirty="0">
                <a:solidFill>
                  <a:schemeClr val="accent5"/>
                </a:solidFill>
              </a:rPr>
              <a:t>  présenter (un document)</a:t>
            </a:r>
            <a:endParaRPr lang="en-US" sz="1800" dirty="0"/>
          </a:p>
        </p:txBody>
      </p:sp>
      <p:sp>
        <p:nvSpPr>
          <p:cNvPr id="39" name="Text 29"/>
          <p:cNvSpPr txBox="1"/>
          <p:nvPr/>
        </p:nvSpPr>
        <p:spPr>
          <a:xfrm>
            <a:off x="1508760" y="5413248"/>
            <a:ext cx="4174236" cy="365760"/>
          </a:xfrm>
          <a:prstGeom prst="rect">
            <a:avLst/>
          </a:prstGeom>
          <a:noFill/>
          <a:ln/>
        </p:spPr>
        <p:txBody>
          <a:bodyPr wrap="square" lIns="0" tIns="0" rIns="0" bIns="0" rtlCol="0" anchor="ctr"/>
          <a:lstStyle/>
          <a:p>
            <a:pPr algn="l" indent="0" marL="0">
              <a:buNone/>
            </a:pPr>
            <a:r>
              <a:rPr lang="en-US" sz="1400" i="1" dirty="0">
                <a:solidFill>
                  <a:schemeClr val="tx2"/>
                </a:solidFill>
              </a:rPr>
              <a:t>Hij legde een attest over.</a:t>
            </a:r>
            <a:endParaRPr lang="en-US" sz="1400" dirty="0"/>
          </a:p>
        </p:txBody>
      </p:sp>
      <p:sp>
        <p:nvSpPr>
          <p:cNvPr id="40" name="Shape 30"/>
          <p:cNvSpPr/>
          <p:nvPr/>
        </p:nvSpPr>
        <p:spPr>
          <a:xfrm>
            <a:off x="6414516" y="4937760"/>
            <a:ext cx="5225796" cy="896112"/>
          </a:xfrm>
          <a:prstGeom prst="roundRect">
            <a:avLst>
              <a:gd name="adj" fmla="val 10204"/>
            </a:avLst>
          </a:prstGeom>
          <a:solidFill>
            <a:srgbClr val="E6EBF2"/>
          </a:solidFill>
          <a:ln w="12700">
            <a:solidFill>
              <a:srgbClr val="FFFFFF">
                <a:alpha val="0"/>
              </a:srgbClr>
            </a:solidFill>
            <a:prstDash val="solid"/>
          </a:ln>
        </p:spPr>
      </p:sp>
      <p:pic>
        <p:nvPicPr>
          <p:cNvPr id="41" name="Image 7" descr="busts in silhouette">    </p:cNvPr>
          <p:cNvPicPr>
            <a:picLocks noChangeAspect="1"/>
          </p:cNvPicPr>
          <p:nvPr/>
        </p:nvPicPr>
        <p:blipFill>
          <a:blip r:embed="rId8"/>
          <a:stretch>
            <a:fillRect/>
          </a:stretch>
        </p:blipFill>
        <p:spPr>
          <a:xfrm>
            <a:off x="6551676" y="5047488"/>
            <a:ext cx="676656" cy="676656"/>
          </a:xfrm>
          <a:prstGeom prst="rect">
            <a:avLst/>
          </a:prstGeom>
        </p:spPr>
      </p:pic>
      <p:sp>
        <p:nvSpPr>
          <p:cNvPr id="42" name="Text 31"/>
          <p:cNvSpPr txBox="1"/>
          <p:nvPr/>
        </p:nvSpPr>
        <p:spPr>
          <a:xfrm>
            <a:off x="7374636" y="4992624"/>
            <a:ext cx="4174236" cy="457200"/>
          </a:xfrm>
          <a:prstGeom prst="rect">
            <a:avLst/>
          </a:prstGeom>
          <a:noFill/>
          <a:ln/>
        </p:spPr>
        <p:txBody>
          <a:bodyPr wrap="square" lIns="0" tIns="0" rIns="0" bIns="0" rtlCol="0" anchor="ctr"/>
          <a:lstStyle/>
          <a:p>
            <a:pPr algn="l" indent="0" marL="0">
              <a:buNone/>
            </a:pPr>
            <a:r>
              <a:rPr lang="en-US" sz="2000" b="1" dirty="0">
                <a:solidFill>
                  <a:schemeClr val="tx1"/>
                </a:solidFill>
              </a:rPr>
              <a:t>over</a:t>
            </a:r>
            <a:r>
              <a:rPr lang="en-US" sz="2000" b="1" dirty="0">
                <a:solidFill>
                  <a:srgbClr val="17375E"/>
                </a:solidFill>
              </a:rPr>
              <a:t>LEG</a:t>
            </a:r>
            <a:r>
              <a:rPr lang="en-US" sz="2000" b="1" dirty="0">
                <a:solidFill>
                  <a:schemeClr val="tx1"/>
                </a:solidFill>
              </a:rPr>
              <a:t>gen</a:t>
            </a:r>
            <a:r>
              <a:rPr lang="en-US" sz="1400" dirty="0">
                <a:solidFill>
                  <a:schemeClr val="accent5"/>
                </a:solidFill>
              </a:rPr>
              <a:t>  se concerter</a:t>
            </a:r>
            <a:endParaRPr lang="en-US" sz="1800" dirty="0"/>
          </a:p>
        </p:txBody>
      </p:sp>
      <p:sp>
        <p:nvSpPr>
          <p:cNvPr id="43" name="Text 32"/>
          <p:cNvSpPr txBox="1"/>
          <p:nvPr/>
        </p:nvSpPr>
        <p:spPr>
          <a:xfrm>
            <a:off x="7374636" y="5413248"/>
            <a:ext cx="4174236" cy="365760"/>
          </a:xfrm>
          <a:prstGeom prst="rect">
            <a:avLst/>
          </a:prstGeom>
          <a:noFill/>
          <a:ln/>
        </p:spPr>
        <p:txBody>
          <a:bodyPr wrap="square" lIns="0" tIns="0" rIns="0" bIns="0" rtlCol="0" anchor="ctr"/>
          <a:lstStyle/>
          <a:p>
            <a:pPr algn="l" indent="0" marL="0">
              <a:buNone/>
            </a:pPr>
            <a:r>
              <a:rPr lang="en-US" sz="1400" i="1" dirty="0">
                <a:solidFill>
                  <a:schemeClr val="tx2"/>
                </a:solidFill>
              </a:rPr>
              <a:t>We overleggen morgen.</a:t>
            </a:r>
            <a:endParaRPr lang="en-US" sz="1400" dirty="0"/>
          </a:p>
        </p:txBody>
      </p:sp>
      <p:sp>
        <p:nvSpPr>
          <p:cNvPr id="44" name="Text 33"/>
          <p:cNvSpPr txBox="1"/>
          <p:nvPr/>
        </p:nvSpPr>
        <p:spPr>
          <a:xfrm>
            <a:off x="5774436" y="4937760"/>
            <a:ext cx="640080" cy="896112"/>
          </a:xfrm>
          <a:prstGeom prst="rect">
            <a:avLst/>
          </a:prstGeom>
          <a:noFill/>
          <a:ln/>
        </p:spPr>
        <p:txBody>
          <a:bodyPr wrap="square" lIns="0" tIns="0" rIns="0" bIns="0" rtlCol="0" anchor="ctr"/>
          <a:lstStyle/>
          <a:p>
            <a:pPr algn="ctr" indent="0" marL="0">
              <a:buNone/>
            </a:pPr>
            <a:r>
              <a:rPr lang="en-US" sz="2600" b="1" dirty="0">
                <a:solidFill>
                  <a:schemeClr val="accent6"/>
                </a:solidFill>
              </a:rPr>
              <a:t>≠</a:t>
            </a:r>
            <a:endParaRPr lang="en-US" sz="2600" dirty="0"/>
          </a:p>
        </p:txBody>
      </p:sp>
      <p:sp>
        <p:nvSpPr>
          <p:cNvPr id="45" name="Text 34"/>
          <p:cNvSpPr txBox="1"/>
          <p:nvPr/>
        </p:nvSpPr>
        <p:spPr>
          <a:xfrm>
            <a:off x="548640" y="5897880"/>
            <a:ext cx="11091672" cy="365760"/>
          </a:xfrm>
          <a:prstGeom prst="rect">
            <a:avLst/>
          </a:prstGeom>
          <a:noFill/>
          <a:ln/>
        </p:spPr>
        <p:txBody>
          <a:bodyPr wrap="square" lIns="0" tIns="0" rIns="0" bIns="0" rtlCol="0" anchor="t"/>
          <a:lstStyle/>
          <a:p>
            <a:pPr algn="ctr" indent="0" marL="0">
              <a:buNone/>
            </a:pPr>
            <a:r>
              <a:rPr lang="en-US" sz="1500" dirty="0">
                <a:solidFill>
                  <a:schemeClr val="tx2"/>
                </a:solidFill>
              </a:rPr>
              <a:t>Passé composé : </a:t>
            </a:r>
            <a:r>
              <a:rPr lang="en-US" sz="1500" i="1" dirty="0">
                <a:solidFill>
                  <a:schemeClr val="tx2"/>
                </a:solidFill>
              </a:rPr>
              <a:t>het is voor</a:t>
            </a:r>
            <a:r>
              <a:rPr lang="en-US" sz="1500" b="1" i="1" dirty="0">
                <a:solidFill>
                  <a:schemeClr val="tx2"/>
                </a:solidFill>
              </a:rPr>
              <a:t>ge</a:t>
            </a:r>
            <a:r>
              <a:rPr lang="en-US" sz="1500" i="1" dirty="0">
                <a:solidFill>
                  <a:schemeClr val="tx2"/>
                </a:solidFill>
              </a:rPr>
              <a:t>komen</a:t>
            </a:r>
            <a:r>
              <a:rPr lang="en-US" sz="1500" dirty="0">
                <a:solidFill>
                  <a:schemeClr val="tx2"/>
                </a:solidFill>
              </a:rPr>
              <a:t> (séparable) · </a:t>
            </a:r>
            <a:r>
              <a:rPr lang="en-US" sz="1500" i="1" dirty="0">
                <a:solidFill>
                  <a:schemeClr val="tx2"/>
                </a:solidFill>
              </a:rPr>
              <a:t>ik heb het voorkomen</a:t>
            </a:r>
            <a:r>
              <a:rPr lang="en-US" sz="1500" dirty="0">
                <a:solidFill>
                  <a:schemeClr val="tx2"/>
                </a:solidFill>
              </a:rPr>
              <a:t> (inséparable)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Dans un groupe verbal : deux ordres corrects</a:t>
            </a:r>
            <a:endParaRPr lang="en-US" sz="3000" dirty="0"/>
          </a:p>
        </p:txBody>
      </p:sp>
      <p:sp>
        <p:nvSpPr>
          <p:cNvPr id="3" name="tag"/>
          <p:cNvSpPr/>
          <p:nvPr/>
        </p:nvSpPr>
        <p:spPr>
          <a:xfrm>
            <a:off x="548640" y="237744"/>
            <a:ext cx="581558"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B2</a:t>
            </a:r>
            <a:endParaRPr lang="en-US" sz="1200" dirty="0"/>
          </a:p>
        </p:txBody>
      </p:sp>
      <p:sp>
        <p:nvSpPr>
          <p:cNvPr id="5" name="Shape 2"/>
          <p:cNvSpPr/>
          <p:nvPr/>
        </p:nvSpPr>
        <p:spPr>
          <a:xfrm>
            <a:off x="548640" y="1645920"/>
            <a:ext cx="1747601" cy="548640"/>
          </a:xfrm>
          <a:prstGeom prst="roundRect">
            <a:avLst>
              <a:gd name="adj" fmla="val 13333"/>
            </a:avLst>
          </a:prstGeom>
          <a:solidFill>
            <a:schemeClr val="bg1"/>
          </a:solidFill>
          <a:ln w="15875">
            <a:solidFill>
              <a:srgbClr val="D5DCE6"/>
            </a:solidFill>
            <a:prstDash val="solid"/>
          </a:ln>
        </p:spPr>
      </p:sp>
      <p:sp>
        <p:nvSpPr>
          <p:cNvPr id="6" name="Text 3"/>
          <p:cNvSpPr txBox="1"/>
          <p:nvPr/>
        </p:nvSpPr>
        <p:spPr>
          <a:xfrm>
            <a:off x="548640" y="1645920"/>
            <a:ext cx="1747601" cy="548640"/>
          </a:xfrm>
          <a:prstGeom prst="rect">
            <a:avLst/>
          </a:prstGeom>
          <a:noFill/>
          <a:ln/>
        </p:spPr>
        <p:txBody>
          <a:bodyPr wrap="square" lIns="0" tIns="0" rIns="0" bIns="0" rtlCol="0" anchor="ctr"/>
          <a:lstStyle/>
          <a:p>
            <a:pPr algn="ctr" indent="0" marL="0">
              <a:buNone/>
            </a:pPr>
            <a:r>
              <a:rPr lang="en-US" sz="1700" dirty="0">
                <a:solidFill>
                  <a:schemeClr val="tx1"/>
                </a:solidFill>
              </a:rPr>
              <a:t>…, dat ik je</a:t>
            </a:r>
            <a:endParaRPr lang="en-US" sz="1700" dirty="0"/>
          </a:p>
        </p:txBody>
      </p:sp>
      <p:sp>
        <p:nvSpPr>
          <p:cNvPr id="7" name="Shape 4"/>
          <p:cNvSpPr/>
          <p:nvPr/>
        </p:nvSpPr>
        <p:spPr>
          <a:xfrm>
            <a:off x="2378537" y="1645920"/>
            <a:ext cx="808271" cy="548640"/>
          </a:xfrm>
          <a:prstGeom prst="roundRect">
            <a:avLst>
              <a:gd name="adj" fmla="val 13333"/>
            </a:avLst>
          </a:prstGeom>
          <a:solidFill>
            <a:srgbClr val="FBEDEB"/>
          </a:solidFill>
          <a:ln w="31750">
            <a:solidFill>
              <a:srgbClr val="B83227"/>
            </a:solidFill>
            <a:prstDash val="solid"/>
          </a:ln>
        </p:spPr>
      </p:sp>
      <p:sp>
        <p:nvSpPr>
          <p:cNvPr id="8" name="Text 5"/>
          <p:cNvSpPr txBox="1"/>
          <p:nvPr/>
        </p:nvSpPr>
        <p:spPr>
          <a:xfrm>
            <a:off x="2378537" y="1645920"/>
            <a:ext cx="808271" cy="548640"/>
          </a:xfrm>
          <a:prstGeom prst="rect">
            <a:avLst/>
          </a:prstGeom>
          <a:noFill/>
          <a:ln/>
        </p:spPr>
        <p:txBody>
          <a:bodyPr wrap="square" lIns="0" tIns="0" rIns="0" bIns="0" rtlCol="0" anchor="ctr"/>
          <a:lstStyle/>
          <a:p>
            <a:pPr algn="ctr" indent="0" marL="0">
              <a:buNone/>
            </a:pPr>
            <a:r>
              <a:rPr lang="en-US" sz="1700" b="1" dirty="0">
                <a:solidFill>
                  <a:schemeClr val="accent6"/>
                </a:solidFill>
              </a:rPr>
              <a:t>zal</a:t>
            </a:r>
            <a:endParaRPr lang="en-US" sz="1700" dirty="0"/>
          </a:p>
        </p:txBody>
      </p:sp>
      <p:sp>
        <p:nvSpPr>
          <p:cNvPr id="9" name="Shape 6"/>
          <p:cNvSpPr/>
          <p:nvPr/>
        </p:nvSpPr>
        <p:spPr>
          <a:xfrm>
            <a:off x="3269104" y="1645920"/>
            <a:ext cx="1623067" cy="548640"/>
          </a:xfrm>
          <a:prstGeom prst="roundRect">
            <a:avLst>
              <a:gd name="adj" fmla="val 13333"/>
            </a:avLst>
          </a:prstGeom>
          <a:solidFill>
            <a:srgbClr val="FFFFFF"/>
          </a:solidFill>
          <a:ln w="25400">
            <a:solidFill>
              <a:srgbClr val="B83227"/>
            </a:solidFill>
            <a:prstDash val="dash"/>
          </a:ln>
        </p:spPr>
      </p:sp>
      <p:sp>
        <p:nvSpPr>
          <p:cNvPr id="10" name="Text 7"/>
          <p:cNvSpPr txBox="1"/>
          <p:nvPr/>
        </p:nvSpPr>
        <p:spPr>
          <a:xfrm>
            <a:off x="3269104" y="1645920"/>
            <a:ext cx="1623067" cy="548640"/>
          </a:xfrm>
          <a:prstGeom prst="rect">
            <a:avLst/>
          </a:prstGeom>
          <a:noFill/>
          <a:ln/>
        </p:spPr>
        <p:txBody>
          <a:bodyPr wrap="square" lIns="0" tIns="0" rIns="0" bIns="0" rtlCol="0" anchor="ctr"/>
          <a:lstStyle/>
          <a:p>
            <a:pPr algn="ctr" indent="0" marL="0">
              <a:buNone/>
            </a:pPr>
            <a:r>
              <a:rPr lang="en-US" sz="1700" b="1" dirty="0">
                <a:solidFill>
                  <a:schemeClr val="accent6"/>
                </a:solidFill>
              </a:rPr>
              <a:t>opbellen.</a:t>
            </a:r>
            <a:endParaRPr lang="en-US" sz="1700" dirty="0"/>
          </a:p>
        </p:txBody>
      </p:sp>
      <p:sp>
        <p:nvSpPr>
          <p:cNvPr id="11" name="Text 8"/>
          <p:cNvSpPr txBox="1"/>
          <p:nvPr/>
        </p:nvSpPr>
        <p:spPr>
          <a:xfrm>
            <a:off x="4965324" y="1645920"/>
            <a:ext cx="365760" cy="548640"/>
          </a:xfrm>
          <a:prstGeom prst="rect">
            <a:avLst/>
          </a:prstGeom>
          <a:noFill/>
          <a:ln/>
        </p:spPr>
        <p:txBody>
          <a:bodyPr wrap="square" lIns="0" tIns="0" rIns="0" bIns="0" rtlCol="0" anchor="ctr"/>
          <a:lstStyle/>
          <a:p>
            <a:pPr algn="ctr" indent="0" marL="0">
              <a:buNone/>
            </a:pPr>
            <a:r>
              <a:rPr lang="en-US" sz="2400" b="1" dirty="0">
                <a:solidFill>
                  <a:schemeClr val="accent3"/>
                </a:solidFill>
              </a:rPr>
              <a:t>=</a:t>
            </a:r>
            <a:endParaRPr lang="en-US" sz="2400" dirty="0"/>
          </a:p>
        </p:txBody>
      </p:sp>
      <p:sp>
        <p:nvSpPr>
          <p:cNvPr id="12" name="Shape 9"/>
          <p:cNvSpPr/>
          <p:nvPr/>
        </p:nvSpPr>
        <p:spPr>
          <a:xfrm>
            <a:off x="5404236" y="1645920"/>
            <a:ext cx="1747601" cy="548640"/>
          </a:xfrm>
          <a:prstGeom prst="roundRect">
            <a:avLst>
              <a:gd name="adj" fmla="val 13333"/>
            </a:avLst>
          </a:prstGeom>
          <a:solidFill>
            <a:schemeClr val="bg1"/>
          </a:solidFill>
          <a:ln w="15875">
            <a:solidFill>
              <a:srgbClr val="D5DCE6"/>
            </a:solidFill>
            <a:prstDash val="solid"/>
          </a:ln>
        </p:spPr>
      </p:sp>
      <p:sp>
        <p:nvSpPr>
          <p:cNvPr id="13" name="Text 10"/>
          <p:cNvSpPr txBox="1"/>
          <p:nvPr/>
        </p:nvSpPr>
        <p:spPr>
          <a:xfrm>
            <a:off x="5404236" y="1645920"/>
            <a:ext cx="1747601" cy="548640"/>
          </a:xfrm>
          <a:prstGeom prst="rect">
            <a:avLst/>
          </a:prstGeom>
          <a:noFill/>
          <a:ln/>
        </p:spPr>
        <p:txBody>
          <a:bodyPr wrap="square" lIns="0" tIns="0" rIns="0" bIns="0" rtlCol="0" anchor="ctr"/>
          <a:lstStyle/>
          <a:p>
            <a:pPr algn="ctr" indent="0" marL="0">
              <a:buNone/>
            </a:pPr>
            <a:r>
              <a:rPr lang="en-US" sz="1700" dirty="0">
                <a:solidFill>
                  <a:schemeClr val="tx1"/>
                </a:solidFill>
              </a:rPr>
              <a:t>…, dat ik je</a:t>
            </a:r>
            <a:endParaRPr lang="en-US" sz="1700" dirty="0"/>
          </a:p>
        </p:txBody>
      </p:sp>
      <p:sp>
        <p:nvSpPr>
          <p:cNvPr id="14" name="Shape 11"/>
          <p:cNvSpPr/>
          <p:nvPr/>
        </p:nvSpPr>
        <p:spPr>
          <a:xfrm>
            <a:off x="7234133" y="1645920"/>
            <a:ext cx="672472" cy="548640"/>
          </a:xfrm>
          <a:prstGeom prst="roundRect">
            <a:avLst>
              <a:gd name="adj" fmla="val 13333"/>
            </a:avLst>
          </a:prstGeom>
          <a:solidFill>
            <a:schemeClr val="accent1"/>
          </a:solidFill>
          <a:ln w="12700">
            <a:solidFill>
              <a:srgbClr val="FFFFFF">
                <a:alpha val="0"/>
              </a:srgbClr>
            </a:solidFill>
            <a:prstDash val="solid"/>
          </a:ln>
        </p:spPr>
      </p:sp>
      <p:sp>
        <p:nvSpPr>
          <p:cNvPr id="15" name="Text 12"/>
          <p:cNvSpPr txBox="1"/>
          <p:nvPr/>
        </p:nvSpPr>
        <p:spPr>
          <a:xfrm>
            <a:off x="7234133" y="1645920"/>
            <a:ext cx="672472" cy="548640"/>
          </a:xfrm>
          <a:prstGeom prst="rect">
            <a:avLst/>
          </a:prstGeom>
          <a:noFill/>
          <a:ln/>
        </p:spPr>
        <p:txBody>
          <a:bodyPr wrap="square" lIns="0" tIns="0" rIns="0" bIns="0" rtlCol="0" anchor="ctr"/>
          <a:lstStyle/>
          <a:p>
            <a:pPr algn="ctr" indent="0" marL="0">
              <a:buNone/>
            </a:pPr>
            <a:r>
              <a:rPr lang="en-US" sz="1700" b="1" dirty="0">
                <a:solidFill>
                  <a:schemeClr val="bg1"/>
                </a:solidFill>
              </a:rPr>
              <a:t>op</a:t>
            </a:r>
            <a:endParaRPr lang="en-US" sz="1700" dirty="0"/>
          </a:p>
        </p:txBody>
      </p:sp>
      <p:sp>
        <p:nvSpPr>
          <p:cNvPr id="16" name="Shape 13"/>
          <p:cNvSpPr/>
          <p:nvPr/>
        </p:nvSpPr>
        <p:spPr>
          <a:xfrm>
            <a:off x="7988901" y="1645920"/>
            <a:ext cx="808271" cy="548640"/>
          </a:xfrm>
          <a:prstGeom prst="roundRect">
            <a:avLst>
              <a:gd name="adj" fmla="val 13333"/>
            </a:avLst>
          </a:prstGeom>
          <a:solidFill>
            <a:srgbClr val="FBEDEB"/>
          </a:solidFill>
          <a:ln w="31750">
            <a:solidFill>
              <a:srgbClr val="B83227"/>
            </a:solidFill>
            <a:prstDash val="solid"/>
          </a:ln>
        </p:spPr>
      </p:sp>
      <p:sp>
        <p:nvSpPr>
          <p:cNvPr id="17" name="Text 14"/>
          <p:cNvSpPr txBox="1"/>
          <p:nvPr/>
        </p:nvSpPr>
        <p:spPr>
          <a:xfrm>
            <a:off x="7988901" y="1645920"/>
            <a:ext cx="808271" cy="548640"/>
          </a:xfrm>
          <a:prstGeom prst="rect">
            <a:avLst/>
          </a:prstGeom>
          <a:noFill/>
          <a:ln/>
        </p:spPr>
        <p:txBody>
          <a:bodyPr wrap="square" lIns="0" tIns="0" rIns="0" bIns="0" rtlCol="0" anchor="ctr"/>
          <a:lstStyle/>
          <a:p>
            <a:pPr algn="ctr" indent="0" marL="0">
              <a:buNone/>
            </a:pPr>
            <a:r>
              <a:rPr lang="en-US" sz="1700" b="1" dirty="0">
                <a:solidFill>
                  <a:schemeClr val="accent6"/>
                </a:solidFill>
              </a:rPr>
              <a:t>zal</a:t>
            </a:r>
            <a:endParaRPr lang="en-US" sz="1700" dirty="0"/>
          </a:p>
        </p:txBody>
      </p:sp>
      <p:sp>
        <p:nvSpPr>
          <p:cNvPr id="18" name="Shape 15"/>
          <p:cNvSpPr/>
          <p:nvPr/>
        </p:nvSpPr>
        <p:spPr>
          <a:xfrm>
            <a:off x="8879468" y="1645920"/>
            <a:ext cx="1351469" cy="548640"/>
          </a:xfrm>
          <a:prstGeom prst="roundRect">
            <a:avLst>
              <a:gd name="adj" fmla="val 13333"/>
            </a:avLst>
          </a:prstGeom>
          <a:solidFill>
            <a:srgbClr val="FFFFFF"/>
          </a:solidFill>
          <a:ln w="25400">
            <a:solidFill>
              <a:srgbClr val="B83227"/>
            </a:solidFill>
            <a:prstDash val="dash"/>
          </a:ln>
        </p:spPr>
      </p:sp>
      <p:sp>
        <p:nvSpPr>
          <p:cNvPr id="19" name="Text 16"/>
          <p:cNvSpPr txBox="1"/>
          <p:nvPr/>
        </p:nvSpPr>
        <p:spPr>
          <a:xfrm>
            <a:off x="8879468" y="1645920"/>
            <a:ext cx="1351469" cy="548640"/>
          </a:xfrm>
          <a:prstGeom prst="rect">
            <a:avLst/>
          </a:prstGeom>
          <a:noFill/>
          <a:ln/>
        </p:spPr>
        <p:txBody>
          <a:bodyPr wrap="square" lIns="0" tIns="0" rIns="0" bIns="0" rtlCol="0" anchor="ctr"/>
          <a:lstStyle/>
          <a:p>
            <a:pPr algn="ctr" indent="0" marL="0">
              <a:buNone/>
            </a:pPr>
            <a:r>
              <a:rPr lang="en-US" sz="1700" b="1" dirty="0">
                <a:solidFill>
                  <a:schemeClr val="accent6"/>
                </a:solidFill>
              </a:rPr>
              <a:t>bellen.</a:t>
            </a:r>
            <a:endParaRPr lang="en-US" sz="1700" dirty="0"/>
          </a:p>
        </p:txBody>
      </p:sp>
      <p:sp>
        <p:nvSpPr>
          <p:cNvPr id="20" name="Shape 17"/>
          <p:cNvSpPr/>
          <p:nvPr/>
        </p:nvSpPr>
        <p:spPr>
          <a:xfrm>
            <a:off x="548640" y="2606040"/>
            <a:ext cx="2111350" cy="548640"/>
          </a:xfrm>
          <a:prstGeom prst="roundRect">
            <a:avLst>
              <a:gd name="adj" fmla="val 13333"/>
            </a:avLst>
          </a:prstGeom>
          <a:solidFill>
            <a:schemeClr val="bg1"/>
          </a:solidFill>
          <a:ln w="15875">
            <a:solidFill>
              <a:srgbClr val="D5DCE6"/>
            </a:solidFill>
            <a:prstDash val="solid"/>
          </a:ln>
        </p:spPr>
      </p:sp>
      <p:sp>
        <p:nvSpPr>
          <p:cNvPr id="21" name="Text 18"/>
          <p:cNvSpPr txBox="1"/>
          <p:nvPr/>
        </p:nvSpPr>
        <p:spPr>
          <a:xfrm>
            <a:off x="548640" y="2606040"/>
            <a:ext cx="2111350" cy="548640"/>
          </a:xfrm>
          <a:prstGeom prst="rect">
            <a:avLst/>
          </a:prstGeom>
          <a:noFill/>
          <a:ln/>
        </p:spPr>
        <p:txBody>
          <a:bodyPr wrap="square" lIns="0" tIns="0" rIns="0" bIns="0" rtlCol="0" anchor="ctr"/>
          <a:lstStyle/>
          <a:p>
            <a:pPr algn="ctr" indent="0" marL="0">
              <a:buNone/>
            </a:pPr>
            <a:r>
              <a:rPr lang="en-US" sz="1700" dirty="0">
                <a:solidFill>
                  <a:schemeClr val="tx1"/>
                </a:solidFill>
              </a:rPr>
              <a:t>Ik heb het niet</a:t>
            </a:r>
            <a:endParaRPr lang="en-US" sz="1700" dirty="0"/>
          </a:p>
        </p:txBody>
      </p:sp>
      <p:sp>
        <p:nvSpPr>
          <p:cNvPr id="22" name="Shape 19"/>
          <p:cNvSpPr/>
          <p:nvPr/>
        </p:nvSpPr>
        <p:spPr>
          <a:xfrm>
            <a:off x="2742286" y="2606040"/>
            <a:ext cx="1215669" cy="548640"/>
          </a:xfrm>
          <a:prstGeom prst="roundRect">
            <a:avLst>
              <a:gd name="adj" fmla="val 13333"/>
            </a:avLst>
          </a:prstGeom>
          <a:solidFill>
            <a:srgbClr val="FFFFFF"/>
          </a:solidFill>
          <a:ln w="25400">
            <a:solidFill>
              <a:srgbClr val="B83227"/>
            </a:solidFill>
            <a:prstDash val="dash"/>
          </a:ln>
        </p:spPr>
      </p:sp>
      <p:sp>
        <p:nvSpPr>
          <p:cNvPr id="23" name="Text 20"/>
          <p:cNvSpPr txBox="1"/>
          <p:nvPr/>
        </p:nvSpPr>
        <p:spPr>
          <a:xfrm>
            <a:off x="2742286" y="2606040"/>
            <a:ext cx="1215669" cy="548640"/>
          </a:xfrm>
          <a:prstGeom prst="rect">
            <a:avLst/>
          </a:prstGeom>
          <a:noFill/>
          <a:ln/>
        </p:spPr>
        <p:txBody>
          <a:bodyPr wrap="square" lIns="0" tIns="0" rIns="0" bIns="0" rtlCol="0" anchor="ctr"/>
          <a:lstStyle/>
          <a:p>
            <a:pPr algn="ctr" indent="0" marL="0">
              <a:buNone/>
            </a:pPr>
            <a:r>
              <a:rPr lang="en-US" sz="1700" b="1" dirty="0">
                <a:solidFill>
                  <a:schemeClr val="accent6"/>
                </a:solidFill>
              </a:rPr>
              <a:t>kunnen</a:t>
            </a:r>
            <a:endParaRPr lang="en-US" sz="1700" dirty="0"/>
          </a:p>
        </p:txBody>
      </p:sp>
      <p:sp>
        <p:nvSpPr>
          <p:cNvPr id="24" name="Shape 21"/>
          <p:cNvSpPr/>
          <p:nvPr/>
        </p:nvSpPr>
        <p:spPr>
          <a:xfrm>
            <a:off x="4040251" y="2606040"/>
            <a:ext cx="1487268" cy="548640"/>
          </a:xfrm>
          <a:prstGeom prst="roundRect">
            <a:avLst>
              <a:gd name="adj" fmla="val 13333"/>
            </a:avLst>
          </a:prstGeom>
          <a:solidFill>
            <a:srgbClr val="FFFFFF"/>
          </a:solidFill>
          <a:ln w="25400">
            <a:solidFill>
              <a:srgbClr val="B83227"/>
            </a:solidFill>
            <a:prstDash val="dash"/>
          </a:ln>
        </p:spPr>
      </p:sp>
      <p:sp>
        <p:nvSpPr>
          <p:cNvPr id="25" name="Text 22"/>
          <p:cNvSpPr txBox="1"/>
          <p:nvPr/>
        </p:nvSpPr>
        <p:spPr>
          <a:xfrm>
            <a:off x="4040251" y="2606040"/>
            <a:ext cx="1487268" cy="548640"/>
          </a:xfrm>
          <a:prstGeom prst="rect">
            <a:avLst/>
          </a:prstGeom>
          <a:noFill/>
          <a:ln/>
        </p:spPr>
        <p:txBody>
          <a:bodyPr wrap="square" lIns="0" tIns="0" rIns="0" bIns="0" rtlCol="0" anchor="ctr"/>
          <a:lstStyle/>
          <a:p>
            <a:pPr algn="ctr" indent="0" marL="0">
              <a:buNone/>
            </a:pPr>
            <a:r>
              <a:rPr lang="en-US" sz="1700" b="1" dirty="0">
                <a:solidFill>
                  <a:schemeClr val="accent6"/>
                </a:solidFill>
              </a:rPr>
              <a:t>afmaken.</a:t>
            </a:r>
            <a:endParaRPr lang="en-US" sz="1700" dirty="0"/>
          </a:p>
        </p:txBody>
      </p:sp>
      <p:sp>
        <p:nvSpPr>
          <p:cNvPr id="26" name="Text 23"/>
          <p:cNvSpPr txBox="1"/>
          <p:nvPr/>
        </p:nvSpPr>
        <p:spPr>
          <a:xfrm>
            <a:off x="5600671" y="2606040"/>
            <a:ext cx="365760" cy="548640"/>
          </a:xfrm>
          <a:prstGeom prst="rect">
            <a:avLst/>
          </a:prstGeom>
          <a:noFill/>
          <a:ln/>
        </p:spPr>
        <p:txBody>
          <a:bodyPr wrap="square" lIns="0" tIns="0" rIns="0" bIns="0" rtlCol="0" anchor="ctr"/>
          <a:lstStyle/>
          <a:p>
            <a:pPr algn="ctr" indent="0" marL="0">
              <a:buNone/>
            </a:pPr>
            <a:r>
              <a:rPr lang="en-US" sz="2400" b="1" dirty="0">
                <a:solidFill>
                  <a:schemeClr val="accent3"/>
                </a:solidFill>
              </a:rPr>
              <a:t>=</a:t>
            </a:r>
            <a:endParaRPr lang="en-US" sz="2400" dirty="0"/>
          </a:p>
        </p:txBody>
      </p:sp>
      <p:sp>
        <p:nvSpPr>
          <p:cNvPr id="27" name="Shape 24"/>
          <p:cNvSpPr/>
          <p:nvPr/>
        </p:nvSpPr>
        <p:spPr>
          <a:xfrm>
            <a:off x="6039583" y="2606040"/>
            <a:ext cx="2111350" cy="548640"/>
          </a:xfrm>
          <a:prstGeom prst="roundRect">
            <a:avLst>
              <a:gd name="adj" fmla="val 13333"/>
            </a:avLst>
          </a:prstGeom>
          <a:solidFill>
            <a:schemeClr val="bg1"/>
          </a:solidFill>
          <a:ln w="15875">
            <a:solidFill>
              <a:srgbClr val="D5DCE6"/>
            </a:solidFill>
            <a:prstDash val="solid"/>
          </a:ln>
        </p:spPr>
      </p:sp>
      <p:sp>
        <p:nvSpPr>
          <p:cNvPr id="28" name="Text 25"/>
          <p:cNvSpPr txBox="1"/>
          <p:nvPr/>
        </p:nvSpPr>
        <p:spPr>
          <a:xfrm>
            <a:off x="6039583" y="2606040"/>
            <a:ext cx="2111350" cy="548640"/>
          </a:xfrm>
          <a:prstGeom prst="rect">
            <a:avLst/>
          </a:prstGeom>
          <a:noFill/>
          <a:ln/>
        </p:spPr>
        <p:txBody>
          <a:bodyPr wrap="square" lIns="0" tIns="0" rIns="0" bIns="0" rtlCol="0" anchor="ctr"/>
          <a:lstStyle/>
          <a:p>
            <a:pPr algn="ctr" indent="0" marL="0">
              <a:buNone/>
            </a:pPr>
            <a:r>
              <a:rPr lang="en-US" sz="1700" dirty="0">
                <a:solidFill>
                  <a:schemeClr val="tx1"/>
                </a:solidFill>
              </a:rPr>
              <a:t>Ik heb het niet</a:t>
            </a:r>
            <a:endParaRPr lang="en-US" sz="1700" dirty="0"/>
          </a:p>
        </p:txBody>
      </p:sp>
      <p:sp>
        <p:nvSpPr>
          <p:cNvPr id="29" name="Shape 26"/>
          <p:cNvSpPr/>
          <p:nvPr/>
        </p:nvSpPr>
        <p:spPr>
          <a:xfrm>
            <a:off x="8233228" y="2606040"/>
            <a:ext cx="672472" cy="548640"/>
          </a:xfrm>
          <a:prstGeom prst="roundRect">
            <a:avLst>
              <a:gd name="adj" fmla="val 13333"/>
            </a:avLst>
          </a:prstGeom>
          <a:solidFill>
            <a:schemeClr val="accent1"/>
          </a:solidFill>
          <a:ln w="12700">
            <a:solidFill>
              <a:srgbClr val="FFFFFF">
                <a:alpha val="0"/>
              </a:srgbClr>
            </a:solidFill>
            <a:prstDash val="solid"/>
          </a:ln>
        </p:spPr>
      </p:sp>
      <p:sp>
        <p:nvSpPr>
          <p:cNvPr id="30" name="Text 27"/>
          <p:cNvSpPr txBox="1"/>
          <p:nvPr/>
        </p:nvSpPr>
        <p:spPr>
          <a:xfrm>
            <a:off x="8233228" y="2606040"/>
            <a:ext cx="672472" cy="548640"/>
          </a:xfrm>
          <a:prstGeom prst="rect">
            <a:avLst/>
          </a:prstGeom>
          <a:noFill/>
          <a:ln/>
        </p:spPr>
        <p:txBody>
          <a:bodyPr wrap="square" lIns="0" tIns="0" rIns="0" bIns="0" rtlCol="0" anchor="ctr"/>
          <a:lstStyle/>
          <a:p>
            <a:pPr algn="ctr" indent="0" marL="0">
              <a:buNone/>
            </a:pPr>
            <a:r>
              <a:rPr lang="en-US" sz="1700" b="1" dirty="0">
                <a:solidFill>
                  <a:schemeClr val="bg1"/>
                </a:solidFill>
              </a:rPr>
              <a:t>af</a:t>
            </a:r>
            <a:endParaRPr lang="en-US" sz="1700" dirty="0"/>
          </a:p>
        </p:txBody>
      </p:sp>
      <p:sp>
        <p:nvSpPr>
          <p:cNvPr id="31" name="Shape 28"/>
          <p:cNvSpPr/>
          <p:nvPr/>
        </p:nvSpPr>
        <p:spPr>
          <a:xfrm>
            <a:off x="8987996" y="2606040"/>
            <a:ext cx="1215669" cy="548640"/>
          </a:xfrm>
          <a:prstGeom prst="roundRect">
            <a:avLst>
              <a:gd name="adj" fmla="val 13333"/>
            </a:avLst>
          </a:prstGeom>
          <a:solidFill>
            <a:srgbClr val="FFFFFF"/>
          </a:solidFill>
          <a:ln w="25400">
            <a:solidFill>
              <a:srgbClr val="B83227"/>
            </a:solidFill>
            <a:prstDash val="dash"/>
          </a:ln>
        </p:spPr>
      </p:sp>
      <p:sp>
        <p:nvSpPr>
          <p:cNvPr id="32" name="Text 29"/>
          <p:cNvSpPr txBox="1"/>
          <p:nvPr/>
        </p:nvSpPr>
        <p:spPr>
          <a:xfrm>
            <a:off x="8987996" y="2606040"/>
            <a:ext cx="1215669" cy="548640"/>
          </a:xfrm>
          <a:prstGeom prst="rect">
            <a:avLst/>
          </a:prstGeom>
          <a:noFill/>
          <a:ln/>
        </p:spPr>
        <p:txBody>
          <a:bodyPr wrap="square" lIns="0" tIns="0" rIns="0" bIns="0" rtlCol="0" anchor="ctr"/>
          <a:lstStyle/>
          <a:p>
            <a:pPr algn="ctr" indent="0" marL="0">
              <a:buNone/>
            </a:pPr>
            <a:r>
              <a:rPr lang="en-US" sz="1700" b="1" dirty="0">
                <a:solidFill>
                  <a:schemeClr val="accent6"/>
                </a:solidFill>
              </a:rPr>
              <a:t>kunnen</a:t>
            </a:r>
            <a:endParaRPr lang="en-US" sz="1700" dirty="0"/>
          </a:p>
        </p:txBody>
      </p:sp>
      <p:sp>
        <p:nvSpPr>
          <p:cNvPr id="33" name="Shape 30"/>
          <p:cNvSpPr/>
          <p:nvPr/>
        </p:nvSpPr>
        <p:spPr>
          <a:xfrm>
            <a:off x="10285961" y="2606040"/>
            <a:ext cx="1215669" cy="548640"/>
          </a:xfrm>
          <a:prstGeom prst="roundRect">
            <a:avLst>
              <a:gd name="adj" fmla="val 13333"/>
            </a:avLst>
          </a:prstGeom>
          <a:solidFill>
            <a:srgbClr val="FFFFFF"/>
          </a:solidFill>
          <a:ln w="25400">
            <a:solidFill>
              <a:srgbClr val="B83227"/>
            </a:solidFill>
            <a:prstDash val="dash"/>
          </a:ln>
        </p:spPr>
      </p:sp>
      <p:sp>
        <p:nvSpPr>
          <p:cNvPr id="34" name="Text 31"/>
          <p:cNvSpPr txBox="1"/>
          <p:nvPr/>
        </p:nvSpPr>
        <p:spPr>
          <a:xfrm>
            <a:off x="10285961" y="2606040"/>
            <a:ext cx="1215669" cy="548640"/>
          </a:xfrm>
          <a:prstGeom prst="rect">
            <a:avLst/>
          </a:prstGeom>
          <a:noFill/>
          <a:ln/>
        </p:spPr>
        <p:txBody>
          <a:bodyPr wrap="square" lIns="0" tIns="0" rIns="0" bIns="0" rtlCol="0" anchor="ctr"/>
          <a:lstStyle/>
          <a:p>
            <a:pPr algn="ctr" indent="0" marL="0">
              <a:buNone/>
            </a:pPr>
            <a:r>
              <a:rPr lang="en-US" sz="1700" b="1" dirty="0">
                <a:solidFill>
                  <a:schemeClr val="accent6"/>
                </a:solidFill>
              </a:rPr>
              <a:t>maken.</a:t>
            </a:r>
            <a:endParaRPr lang="en-US" sz="1700" dirty="0"/>
          </a:p>
        </p:txBody>
      </p:sp>
      <p:sp>
        <p:nvSpPr>
          <p:cNvPr id="35" name="Text 32"/>
          <p:cNvSpPr txBox="1"/>
          <p:nvPr/>
        </p:nvSpPr>
        <p:spPr>
          <a:xfrm>
            <a:off x="548640" y="3611880"/>
            <a:ext cx="11091672" cy="365760"/>
          </a:xfrm>
          <a:prstGeom prst="rect">
            <a:avLst/>
          </a:prstGeom>
          <a:noFill/>
          <a:ln/>
        </p:spPr>
        <p:txBody>
          <a:bodyPr wrap="square" lIns="0" tIns="0" rIns="0" bIns="0" rtlCol="0" anchor="t"/>
          <a:lstStyle/>
          <a:p>
            <a:pPr algn="l" indent="0" marL="0">
              <a:buNone/>
            </a:pPr>
            <a:r>
              <a:rPr lang="en-US" sz="1500" i="1" dirty="0">
                <a:solidFill>
                  <a:schemeClr val="accent5"/>
                </a:solidFill>
              </a:rPr>
              <a:t>la particule reste collée… ou passe devant le groupe</a:t>
            </a:r>
            <a:endParaRPr lang="en-US" sz="1500" dirty="0"/>
          </a:p>
        </p:txBody>
      </p:sp>
      <p:sp>
        <p:nvSpPr>
          <p:cNvPr id="36" name="Shape 33"/>
          <p:cNvSpPr/>
          <p:nvPr/>
        </p:nvSpPr>
        <p:spPr>
          <a:xfrm>
            <a:off x="548640" y="4069080"/>
            <a:ext cx="11091672" cy="36576"/>
          </a:xfrm>
          <a:prstGeom prst="rect">
            <a:avLst/>
          </a:prstGeom>
          <a:solidFill>
            <a:srgbClr val="D5DCE6"/>
          </a:solidFill>
          <a:ln w="12700">
            <a:solidFill>
              <a:srgbClr val="FFFFFF">
                <a:alpha val="0"/>
              </a:srgbClr>
            </a:solidFill>
            <a:prstDash val="solid"/>
          </a:ln>
        </p:spPr>
      </p:sp>
      <p:sp>
        <p:nvSpPr>
          <p:cNvPr id="37" name="Text 34"/>
          <p:cNvSpPr txBox="1"/>
          <p:nvPr/>
        </p:nvSpPr>
        <p:spPr>
          <a:xfrm>
            <a:off x="548640" y="4206240"/>
            <a:ext cx="7315200" cy="365760"/>
          </a:xfrm>
          <a:prstGeom prst="rect">
            <a:avLst/>
          </a:prstGeom>
          <a:noFill/>
          <a:ln/>
        </p:spPr>
        <p:txBody>
          <a:bodyPr wrap="square" lIns="0" tIns="0" rIns="0" bIns="0" rtlCol="0" anchor="t"/>
          <a:lstStyle/>
          <a:p>
            <a:pPr algn="l" indent="0" marL="0">
              <a:buNone/>
            </a:pPr>
            <a:r>
              <a:rPr lang="en-US" sz="1500" b="1" dirty="0">
                <a:solidFill>
                  <a:schemeClr val="tx2"/>
                </a:solidFill>
              </a:rPr>
              <a:t>AVEC TE</a:t>
            </a:r>
            <a:r>
              <a:rPr lang="en-US" sz="1500" dirty="0">
                <a:solidFill>
                  <a:schemeClr val="tx2"/>
                </a:solidFill>
              </a:rPr>
              <a:t> : particule + te + verbe</a:t>
            </a:r>
            <a:endParaRPr lang="en-US" sz="1500" dirty="0"/>
          </a:p>
        </p:txBody>
      </p:sp>
      <p:sp>
        <p:nvSpPr>
          <p:cNvPr id="38" name="Shape 35"/>
          <p:cNvSpPr/>
          <p:nvPr/>
        </p:nvSpPr>
        <p:spPr>
          <a:xfrm>
            <a:off x="548640" y="4663440"/>
            <a:ext cx="2189805" cy="566928"/>
          </a:xfrm>
          <a:prstGeom prst="roundRect">
            <a:avLst>
              <a:gd name="adj" fmla="val 12903"/>
            </a:avLst>
          </a:prstGeom>
          <a:solidFill>
            <a:schemeClr val="bg1"/>
          </a:solidFill>
          <a:ln w="15875">
            <a:solidFill>
              <a:srgbClr val="D5DCE6"/>
            </a:solidFill>
            <a:prstDash val="solid"/>
          </a:ln>
        </p:spPr>
      </p:sp>
      <p:sp>
        <p:nvSpPr>
          <p:cNvPr id="39" name="Text 36"/>
          <p:cNvSpPr txBox="1"/>
          <p:nvPr/>
        </p:nvSpPr>
        <p:spPr>
          <a:xfrm>
            <a:off x="548640" y="4663440"/>
            <a:ext cx="2189805" cy="566928"/>
          </a:xfrm>
          <a:prstGeom prst="rect">
            <a:avLst/>
          </a:prstGeom>
          <a:noFill/>
          <a:ln/>
        </p:spPr>
        <p:txBody>
          <a:bodyPr wrap="square" lIns="0" tIns="0" rIns="0" bIns="0" rtlCol="0" anchor="ctr"/>
          <a:lstStyle/>
          <a:p>
            <a:pPr algn="ctr" indent="0" marL="0">
              <a:buNone/>
            </a:pPr>
            <a:r>
              <a:rPr lang="en-US" sz="1900" dirty="0">
                <a:solidFill>
                  <a:schemeClr val="tx1"/>
                </a:solidFill>
              </a:rPr>
              <a:t>Ik probeer het</a:t>
            </a:r>
            <a:endParaRPr lang="en-US" sz="1900" dirty="0"/>
          </a:p>
        </p:txBody>
      </p:sp>
      <p:sp>
        <p:nvSpPr>
          <p:cNvPr id="40" name="Shape 37"/>
          <p:cNvSpPr/>
          <p:nvPr/>
        </p:nvSpPr>
        <p:spPr>
          <a:xfrm>
            <a:off x="2820741" y="4663440"/>
            <a:ext cx="704424" cy="566928"/>
          </a:xfrm>
          <a:prstGeom prst="roundRect">
            <a:avLst>
              <a:gd name="adj" fmla="val 12903"/>
            </a:avLst>
          </a:prstGeom>
          <a:solidFill>
            <a:schemeClr val="accent1"/>
          </a:solidFill>
          <a:ln w="12700">
            <a:solidFill>
              <a:srgbClr val="FFFFFF">
                <a:alpha val="0"/>
              </a:srgbClr>
            </a:solidFill>
            <a:prstDash val="solid"/>
          </a:ln>
        </p:spPr>
      </p:sp>
      <p:sp>
        <p:nvSpPr>
          <p:cNvPr id="41" name="Text 38"/>
          <p:cNvSpPr txBox="1"/>
          <p:nvPr/>
        </p:nvSpPr>
        <p:spPr>
          <a:xfrm>
            <a:off x="2820741" y="4663440"/>
            <a:ext cx="704424" cy="566928"/>
          </a:xfrm>
          <a:prstGeom prst="rect">
            <a:avLst/>
          </a:prstGeom>
          <a:noFill/>
          <a:ln/>
        </p:spPr>
        <p:txBody>
          <a:bodyPr wrap="square" lIns="0" tIns="0" rIns="0" bIns="0" rtlCol="0" anchor="ctr"/>
          <a:lstStyle/>
          <a:p>
            <a:pPr algn="ctr" indent="0" marL="0">
              <a:buNone/>
            </a:pPr>
            <a:r>
              <a:rPr lang="en-US" sz="1900" b="1" dirty="0">
                <a:solidFill>
                  <a:schemeClr val="bg1"/>
                </a:solidFill>
              </a:rPr>
              <a:t>af</a:t>
            </a:r>
            <a:endParaRPr lang="en-US" sz="1900" dirty="0"/>
          </a:p>
        </p:txBody>
      </p:sp>
      <p:sp>
        <p:nvSpPr>
          <p:cNvPr id="42" name="Text 39"/>
          <p:cNvSpPr txBox="1"/>
          <p:nvPr/>
        </p:nvSpPr>
        <p:spPr>
          <a:xfrm>
            <a:off x="3607462" y="4663440"/>
            <a:ext cx="704424" cy="566928"/>
          </a:xfrm>
          <a:prstGeom prst="rect">
            <a:avLst/>
          </a:prstGeom>
          <a:noFill/>
          <a:ln/>
        </p:spPr>
        <p:txBody>
          <a:bodyPr wrap="square" lIns="0" tIns="0" rIns="0" bIns="0" rtlCol="0" anchor="ctr"/>
          <a:lstStyle/>
          <a:p>
            <a:pPr algn="ctr" indent="0" marL="0">
              <a:buNone/>
            </a:pPr>
            <a:r>
              <a:rPr lang="en-US" sz="1900" b="1" dirty="0">
                <a:solidFill>
                  <a:schemeClr val="accent5"/>
                </a:solidFill>
              </a:rPr>
              <a:t>te</a:t>
            </a:r>
            <a:endParaRPr lang="en-US" sz="1900" dirty="0"/>
          </a:p>
        </p:txBody>
      </p:sp>
      <p:sp>
        <p:nvSpPr>
          <p:cNvPr id="43" name="Shape 40"/>
          <p:cNvSpPr/>
          <p:nvPr/>
        </p:nvSpPr>
        <p:spPr>
          <a:xfrm>
            <a:off x="4394182" y="4663440"/>
            <a:ext cx="1311528" cy="566928"/>
          </a:xfrm>
          <a:prstGeom prst="roundRect">
            <a:avLst>
              <a:gd name="adj" fmla="val 12903"/>
            </a:avLst>
          </a:prstGeom>
          <a:solidFill>
            <a:srgbClr val="FFFFFF"/>
          </a:solidFill>
          <a:ln w="25400">
            <a:solidFill>
              <a:srgbClr val="B83227"/>
            </a:solidFill>
            <a:prstDash val="dash"/>
          </a:ln>
        </p:spPr>
      </p:sp>
      <p:sp>
        <p:nvSpPr>
          <p:cNvPr id="44" name="Text 41"/>
          <p:cNvSpPr txBox="1"/>
          <p:nvPr/>
        </p:nvSpPr>
        <p:spPr>
          <a:xfrm>
            <a:off x="4394182" y="4663440"/>
            <a:ext cx="1311528" cy="566928"/>
          </a:xfrm>
          <a:prstGeom prst="rect">
            <a:avLst/>
          </a:prstGeom>
          <a:noFill/>
          <a:ln/>
        </p:spPr>
        <p:txBody>
          <a:bodyPr wrap="square" lIns="0" tIns="0" rIns="0" bIns="0" rtlCol="0" anchor="ctr"/>
          <a:lstStyle/>
          <a:p>
            <a:pPr algn="ctr" indent="0" marL="0">
              <a:buNone/>
            </a:pPr>
            <a:r>
              <a:rPr lang="en-US" sz="1900" b="1" dirty="0">
                <a:solidFill>
                  <a:schemeClr val="accent6"/>
                </a:solidFill>
              </a:rPr>
              <a:t>maken.</a:t>
            </a:r>
            <a:endParaRPr lang="en-US" sz="1900" dirty="0"/>
          </a:p>
        </p:txBody>
      </p:sp>
      <p:sp>
        <p:nvSpPr>
          <p:cNvPr id="45" name="Shape 42"/>
          <p:cNvSpPr/>
          <p:nvPr/>
        </p:nvSpPr>
        <p:spPr>
          <a:xfrm>
            <a:off x="6035040" y="4663440"/>
            <a:ext cx="1376721" cy="566928"/>
          </a:xfrm>
          <a:prstGeom prst="roundRect">
            <a:avLst>
              <a:gd name="adj" fmla="val 12903"/>
            </a:avLst>
          </a:prstGeom>
          <a:solidFill>
            <a:schemeClr val="bg1"/>
          </a:solidFill>
          <a:ln w="15875">
            <a:solidFill>
              <a:srgbClr val="D5DCE6"/>
            </a:solidFill>
            <a:prstDash val="solid"/>
          </a:ln>
        </p:spPr>
      </p:sp>
      <p:sp>
        <p:nvSpPr>
          <p:cNvPr id="46" name="Text 43"/>
          <p:cNvSpPr txBox="1"/>
          <p:nvPr/>
        </p:nvSpPr>
        <p:spPr>
          <a:xfrm>
            <a:off x="6035040" y="4663440"/>
            <a:ext cx="1376721" cy="566928"/>
          </a:xfrm>
          <a:prstGeom prst="rect">
            <a:avLst/>
          </a:prstGeom>
          <a:noFill/>
          <a:ln/>
        </p:spPr>
        <p:txBody>
          <a:bodyPr wrap="square" lIns="0" tIns="0" rIns="0" bIns="0" rtlCol="0" anchor="ctr"/>
          <a:lstStyle/>
          <a:p>
            <a:pPr algn="ctr" indent="0" marL="0">
              <a:buNone/>
            </a:pPr>
            <a:r>
              <a:rPr lang="en-US" sz="1900" dirty="0">
                <a:solidFill>
                  <a:schemeClr val="tx1"/>
                </a:solidFill>
              </a:rPr>
              <a:t>… zonder</a:t>
            </a:r>
            <a:endParaRPr lang="en-US" sz="1900" dirty="0"/>
          </a:p>
        </p:txBody>
      </p:sp>
      <p:sp>
        <p:nvSpPr>
          <p:cNvPr id="47" name="Shape 44"/>
          <p:cNvSpPr/>
          <p:nvPr/>
        </p:nvSpPr>
        <p:spPr>
          <a:xfrm>
            <a:off x="7494057" y="4663440"/>
            <a:ext cx="704424" cy="566928"/>
          </a:xfrm>
          <a:prstGeom prst="roundRect">
            <a:avLst>
              <a:gd name="adj" fmla="val 12903"/>
            </a:avLst>
          </a:prstGeom>
          <a:solidFill>
            <a:schemeClr val="accent1"/>
          </a:solidFill>
          <a:ln w="12700">
            <a:solidFill>
              <a:srgbClr val="FFFFFF">
                <a:alpha val="0"/>
              </a:srgbClr>
            </a:solidFill>
            <a:prstDash val="solid"/>
          </a:ln>
        </p:spPr>
      </p:sp>
      <p:sp>
        <p:nvSpPr>
          <p:cNvPr id="48" name="Text 45"/>
          <p:cNvSpPr txBox="1"/>
          <p:nvPr/>
        </p:nvSpPr>
        <p:spPr>
          <a:xfrm>
            <a:off x="7494057" y="4663440"/>
            <a:ext cx="704424" cy="566928"/>
          </a:xfrm>
          <a:prstGeom prst="rect">
            <a:avLst/>
          </a:prstGeom>
          <a:noFill/>
          <a:ln/>
        </p:spPr>
        <p:txBody>
          <a:bodyPr wrap="square" lIns="0" tIns="0" rIns="0" bIns="0" rtlCol="0" anchor="ctr"/>
          <a:lstStyle/>
          <a:p>
            <a:pPr algn="ctr" indent="0" marL="0">
              <a:buNone/>
            </a:pPr>
            <a:r>
              <a:rPr lang="en-US" sz="1900" b="1" dirty="0">
                <a:solidFill>
                  <a:schemeClr val="bg1"/>
                </a:solidFill>
              </a:rPr>
              <a:t>op</a:t>
            </a:r>
            <a:endParaRPr lang="en-US" sz="1900" dirty="0"/>
          </a:p>
        </p:txBody>
      </p:sp>
      <p:sp>
        <p:nvSpPr>
          <p:cNvPr id="49" name="Text 46"/>
          <p:cNvSpPr txBox="1"/>
          <p:nvPr/>
        </p:nvSpPr>
        <p:spPr>
          <a:xfrm>
            <a:off x="8280777" y="4663440"/>
            <a:ext cx="704424" cy="566928"/>
          </a:xfrm>
          <a:prstGeom prst="rect">
            <a:avLst/>
          </a:prstGeom>
          <a:noFill/>
          <a:ln/>
        </p:spPr>
        <p:txBody>
          <a:bodyPr wrap="square" lIns="0" tIns="0" rIns="0" bIns="0" rtlCol="0" anchor="ctr"/>
          <a:lstStyle/>
          <a:p>
            <a:pPr algn="ctr" indent="0" marL="0">
              <a:buNone/>
            </a:pPr>
            <a:r>
              <a:rPr lang="en-US" sz="1900" b="1" dirty="0">
                <a:solidFill>
                  <a:schemeClr val="accent5"/>
                </a:solidFill>
              </a:rPr>
              <a:t>te</a:t>
            </a:r>
            <a:endParaRPr lang="en-US" sz="1900" dirty="0"/>
          </a:p>
        </p:txBody>
      </p:sp>
      <p:sp>
        <p:nvSpPr>
          <p:cNvPr id="50" name="Shape 47"/>
          <p:cNvSpPr/>
          <p:nvPr/>
        </p:nvSpPr>
        <p:spPr>
          <a:xfrm>
            <a:off x="9067498" y="4663440"/>
            <a:ext cx="1463303" cy="566928"/>
          </a:xfrm>
          <a:prstGeom prst="roundRect">
            <a:avLst>
              <a:gd name="adj" fmla="val 12903"/>
            </a:avLst>
          </a:prstGeom>
          <a:solidFill>
            <a:srgbClr val="FFFFFF"/>
          </a:solidFill>
          <a:ln w="25400">
            <a:solidFill>
              <a:srgbClr val="B83227"/>
            </a:solidFill>
            <a:prstDash val="dash"/>
          </a:ln>
        </p:spPr>
      </p:sp>
      <p:sp>
        <p:nvSpPr>
          <p:cNvPr id="51" name="Text 48"/>
          <p:cNvSpPr txBox="1"/>
          <p:nvPr/>
        </p:nvSpPr>
        <p:spPr>
          <a:xfrm>
            <a:off x="9067498" y="4663440"/>
            <a:ext cx="1463303" cy="566928"/>
          </a:xfrm>
          <a:prstGeom prst="rect">
            <a:avLst/>
          </a:prstGeom>
          <a:noFill/>
          <a:ln/>
        </p:spPr>
        <p:txBody>
          <a:bodyPr wrap="square" lIns="0" tIns="0" rIns="0" bIns="0" rtlCol="0" anchor="ctr"/>
          <a:lstStyle/>
          <a:p>
            <a:pPr algn="ctr" indent="0" marL="0">
              <a:buNone/>
            </a:pPr>
            <a:r>
              <a:rPr lang="en-US" sz="1900" b="1" dirty="0">
                <a:solidFill>
                  <a:schemeClr val="accent6"/>
                </a:solidFill>
              </a:rPr>
              <a:t>letten.</a:t>
            </a:r>
            <a:endParaRPr lang="en-US" sz="1900" dirty="0"/>
          </a:p>
        </p:txBody>
      </p:sp>
      <p:sp>
        <p:nvSpPr>
          <p:cNvPr id="52" name="Text 49"/>
          <p:cNvSpPr txBox="1"/>
          <p:nvPr/>
        </p:nvSpPr>
        <p:spPr>
          <a:xfrm>
            <a:off x="548640" y="5486400"/>
            <a:ext cx="11091672" cy="411480"/>
          </a:xfrm>
          <a:prstGeom prst="rect">
            <a:avLst/>
          </a:prstGeom>
          <a:noFill/>
          <a:ln/>
        </p:spPr>
        <p:txBody>
          <a:bodyPr wrap="square" lIns="0" tIns="0" rIns="0" bIns="0" rtlCol="0" anchor="t"/>
          <a:lstStyle/>
          <a:p>
            <a:pPr algn="l" indent="0" marL="0">
              <a:buNone/>
            </a:pPr>
            <a:r>
              <a:rPr lang="en-US" sz="1500" dirty="0">
                <a:solidFill>
                  <a:schemeClr val="tx1"/>
                </a:solidFill>
              </a:rPr>
              <a:t>Avec un modal, deux ordres : </a:t>
            </a:r>
            <a:r>
              <a:rPr lang="en-US" sz="1500" i="1" dirty="0">
                <a:solidFill>
                  <a:schemeClr val="tx1"/>
                </a:solidFill>
              </a:rPr>
              <a:t>om het </a:t>
            </a:r>
            <a:r>
              <a:rPr lang="en-US" sz="1500" b="1" i="1" dirty="0">
                <a:solidFill>
                  <a:schemeClr val="tx1"/>
                </a:solidFill>
              </a:rPr>
              <a:t>af te kunnen maken</a:t>
            </a:r>
            <a:r>
              <a:rPr lang="en-US" sz="1500" i="1" dirty="0">
                <a:solidFill>
                  <a:schemeClr val="tx1"/>
                </a:solidFill>
              </a:rPr>
              <a:t> = om het </a:t>
            </a:r>
            <a:r>
              <a:rPr lang="en-US" sz="1500" b="1" i="1" dirty="0">
                <a:solidFill>
                  <a:schemeClr val="tx1"/>
                </a:solidFill>
              </a:rPr>
              <a:t>te kunnen afmaken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Deviner : l’image de la particule + le verbe</a:t>
            </a:r>
            <a:endParaRPr lang="en-US" sz="3000" dirty="0"/>
          </a:p>
        </p:txBody>
      </p:sp>
      <p:sp>
        <p:nvSpPr>
          <p:cNvPr id="3" name="tag"/>
          <p:cNvSpPr/>
          <p:nvPr/>
        </p:nvSpPr>
        <p:spPr>
          <a:xfrm>
            <a:off x="548640" y="237744"/>
            <a:ext cx="1230782"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MÉTHODE</a:t>
            </a:r>
            <a:endParaRPr lang="en-US" sz="1200" dirty="0"/>
          </a:p>
        </p:txBody>
      </p:sp>
      <p:sp>
        <p:nvSpPr>
          <p:cNvPr id="5" name="Shape 2"/>
          <p:cNvSpPr/>
          <p:nvPr/>
        </p:nvSpPr>
        <p:spPr>
          <a:xfrm>
            <a:off x="548640" y="1508760"/>
            <a:ext cx="1783080" cy="950976"/>
          </a:xfrm>
          <a:prstGeom prst="roundRect">
            <a:avLst>
              <a:gd name="adj" fmla="val 11538"/>
            </a:avLst>
          </a:prstGeom>
          <a:solidFill>
            <a:srgbClr val="FFFFFF"/>
          </a:solidFill>
          <a:ln w="22225">
            <a:solidFill>
              <a:srgbClr val="D9700F"/>
            </a:solidFill>
            <a:prstDash val="solid"/>
          </a:ln>
        </p:spPr>
      </p:sp>
      <p:sp>
        <p:nvSpPr>
          <p:cNvPr id="6" name="Shape 3"/>
          <p:cNvSpPr/>
          <p:nvPr/>
        </p:nvSpPr>
        <p:spPr>
          <a:xfrm>
            <a:off x="713232" y="1717975"/>
            <a:ext cx="384048" cy="605699"/>
          </a:xfrm>
          <a:prstGeom prst="rect">
            <a:avLst/>
          </a:prstGeom>
          <a:solidFill>
            <a:srgbClr val="FFFFFF"/>
          </a:solidFill>
          <a:ln w="19050">
            <a:solidFill>
              <a:srgbClr val="17375E"/>
            </a:solidFill>
            <a:prstDash val="solid"/>
          </a:ln>
        </p:spPr>
      </p:sp>
      <p:sp>
        <p:nvSpPr>
          <p:cNvPr id="7" name="Shape 4"/>
          <p:cNvSpPr/>
          <p:nvPr/>
        </p:nvSpPr>
        <p:spPr>
          <a:xfrm>
            <a:off x="1069848" y="1903049"/>
            <a:ext cx="54864" cy="235549"/>
          </a:xfrm>
          <a:prstGeom prst="rect">
            <a:avLst/>
          </a:prstGeom>
          <a:solidFill>
            <a:srgbClr val="FFFFFF"/>
          </a:solidFill>
          <a:ln w="12700">
            <a:solidFill>
              <a:srgbClr val="FFFFFF">
                <a:alpha val="0"/>
              </a:srgbClr>
            </a:solidFill>
            <a:prstDash val="solid"/>
          </a:ln>
        </p:spPr>
      </p:sp>
      <p:sp>
        <p:nvSpPr>
          <p:cNvPr id="8" name="Shape 5"/>
          <p:cNvSpPr/>
          <p:nvPr/>
        </p:nvSpPr>
        <p:spPr>
          <a:xfrm>
            <a:off x="877824" y="1936699"/>
            <a:ext cx="676656" cy="168250"/>
          </a:xfrm>
          <a:prstGeom prst="rightArrow">
            <a:avLst/>
          </a:prstGeom>
          <a:solidFill>
            <a:srgbClr val="D9700F"/>
          </a:solidFill>
          <a:ln w="12700">
            <a:solidFill>
              <a:srgbClr val="FFFFFF">
                <a:alpha val="0"/>
              </a:srgbClr>
            </a:solidFill>
            <a:prstDash val="solid"/>
          </a:ln>
        </p:spPr>
      </p:sp>
      <p:sp>
        <p:nvSpPr>
          <p:cNvPr id="9" name="Text 6"/>
          <p:cNvSpPr txBox="1"/>
          <p:nvPr/>
        </p:nvSpPr>
        <p:spPr>
          <a:xfrm>
            <a:off x="1572768" y="1508760"/>
            <a:ext cx="731520" cy="1024128"/>
          </a:xfrm>
          <a:prstGeom prst="rect">
            <a:avLst/>
          </a:prstGeom>
          <a:noFill/>
          <a:ln/>
        </p:spPr>
        <p:txBody>
          <a:bodyPr wrap="square" lIns="0" tIns="0" rIns="0" bIns="0" rtlCol="0" anchor="ctr"/>
          <a:lstStyle/>
          <a:p>
            <a:pPr algn="ctr" indent="0" marL="0">
              <a:buNone/>
            </a:pPr>
            <a:r>
              <a:rPr lang="en-US" sz="2000" b="1" dirty="0">
                <a:solidFill>
                  <a:schemeClr val="accent1"/>
                </a:solidFill>
              </a:rPr>
              <a:t>uit</a:t>
            </a:r>
            <a:endParaRPr lang="en-US" sz="2000" dirty="0"/>
          </a:p>
        </p:txBody>
      </p:sp>
      <p:sp>
        <p:nvSpPr>
          <p:cNvPr id="10" name="Text 7"/>
          <p:cNvSpPr txBox="1"/>
          <p:nvPr/>
        </p:nvSpPr>
        <p:spPr>
          <a:xfrm>
            <a:off x="2377440" y="1508760"/>
            <a:ext cx="411480" cy="1024128"/>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11" name="Shape 8"/>
          <p:cNvSpPr/>
          <p:nvPr/>
        </p:nvSpPr>
        <p:spPr>
          <a:xfrm>
            <a:off x="2834640" y="1508760"/>
            <a:ext cx="2103120" cy="1024128"/>
          </a:xfrm>
          <a:prstGeom prst="roundRect">
            <a:avLst>
              <a:gd name="adj" fmla="val 10714"/>
            </a:avLst>
          </a:prstGeom>
          <a:solidFill>
            <a:srgbClr val="FBEDEB"/>
          </a:solidFill>
          <a:ln w="22225">
            <a:solidFill>
              <a:srgbClr val="B83227"/>
            </a:solidFill>
            <a:prstDash val="solid"/>
          </a:ln>
        </p:spPr>
      </p:sp>
      <p:pic>
        <p:nvPicPr>
          <p:cNvPr id="12" name="Image 0" descr="printer">    </p:cNvPr>
          <p:cNvPicPr>
            <a:picLocks noChangeAspect="1"/>
          </p:cNvPicPr>
          <p:nvPr/>
        </p:nvPicPr>
        <p:blipFill>
          <a:blip r:embed="rId1"/>
          <a:stretch>
            <a:fillRect/>
          </a:stretch>
        </p:blipFill>
        <p:spPr>
          <a:xfrm>
            <a:off x="2926080" y="1700784"/>
            <a:ext cx="640080" cy="640080"/>
          </a:xfrm>
          <a:prstGeom prst="rect">
            <a:avLst/>
          </a:prstGeom>
        </p:spPr>
      </p:pic>
      <p:sp>
        <p:nvSpPr>
          <p:cNvPr id="13" name="Text 9"/>
          <p:cNvSpPr txBox="1"/>
          <p:nvPr/>
        </p:nvSpPr>
        <p:spPr>
          <a:xfrm>
            <a:off x="3566160" y="1508760"/>
            <a:ext cx="1325880" cy="1024128"/>
          </a:xfrm>
          <a:prstGeom prst="rect">
            <a:avLst/>
          </a:prstGeom>
          <a:noFill/>
          <a:ln/>
        </p:spPr>
        <p:txBody>
          <a:bodyPr wrap="square" lIns="0" tIns="0" rIns="0" bIns="0" rtlCol="0" anchor="ctr"/>
          <a:lstStyle/>
          <a:p>
            <a:pPr algn="l" indent="0" marL="0">
              <a:buNone/>
            </a:pPr>
            <a:r>
              <a:rPr lang="en-US" sz="1800" b="1" dirty="0">
                <a:solidFill>
                  <a:schemeClr val="accent6"/>
                </a:solidFill>
              </a:rPr>
              <a:t>printen</a:t>
            </a:r>
            <a:endParaRPr lang="en-US" sz="1800" dirty="0"/>
          </a:p>
        </p:txBody>
      </p:sp>
      <p:sp>
        <p:nvSpPr>
          <p:cNvPr id="14" name="Text 10"/>
          <p:cNvSpPr txBox="1"/>
          <p:nvPr/>
        </p:nvSpPr>
        <p:spPr>
          <a:xfrm>
            <a:off x="4983480" y="1508760"/>
            <a:ext cx="411480" cy="1024128"/>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15" name="Shape 11"/>
          <p:cNvSpPr/>
          <p:nvPr/>
        </p:nvSpPr>
        <p:spPr>
          <a:xfrm>
            <a:off x="5440680" y="1508760"/>
            <a:ext cx="1188720" cy="1024128"/>
          </a:xfrm>
          <a:prstGeom prst="roundRect">
            <a:avLst>
              <a:gd name="adj" fmla="val 10714"/>
            </a:avLst>
          </a:prstGeom>
          <a:solidFill>
            <a:srgbClr val="FFFFFF"/>
          </a:solidFill>
          <a:ln w="22225">
            <a:solidFill>
              <a:srgbClr val="D9700F"/>
            </a:solidFill>
            <a:prstDash val="dash"/>
          </a:ln>
        </p:spPr>
      </p:sp>
      <p:sp>
        <p:nvSpPr>
          <p:cNvPr id="16" name="Text 12"/>
          <p:cNvSpPr txBox="1"/>
          <p:nvPr/>
        </p:nvSpPr>
        <p:spPr>
          <a:xfrm>
            <a:off x="5440680" y="1508760"/>
            <a:ext cx="1188720" cy="1024128"/>
          </a:xfrm>
          <a:prstGeom prst="rect">
            <a:avLst/>
          </a:prstGeom>
          <a:noFill/>
          <a:ln/>
        </p:spPr>
        <p:txBody>
          <a:bodyPr wrap="square" lIns="0" tIns="0" rIns="0" bIns="0" rtlCol="0" anchor="ctr"/>
          <a:lstStyle/>
          <a:p>
            <a:pPr algn="ctr" indent="0" marL="0">
              <a:buNone/>
            </a:pPr>
            <a:r>
              <a:rPr lang="en-US" sz="3000" b="1" dirty="0">
                <a:solidFill>
                  <a:schemeClr val="accent1"/>
                </a:solidFill>
              </a:rPr>
              <a:t>?</a:t>
            </a:r>
            <a:endParaRPr lang="en-US" sz="3000" dirty="0"/>
          </a:p>
        </p:txBody>
      </p:sp>
      <p:sp>
        <p:nvSpPr>
          <p:cNvPr id="17" name="Text 13"/>
          <p:cNvSpPr txBox="1"/>
          <p:nvPr/>
        </p:nvSpPr>
        <p:spPr>
          <a:xfrm>
            <a:off x="6812280" y="1508760"/>
            <a:ext cx="4828032" cy="1024128"/>
          </a:xfrm>
          <a:prstGeom prst="rect">
            <a:avLst/>
          </a:prstGeom>
          <a:noFill/>
          <a:ln/>
        </p:spPr>
        <p:txBody>
          <a:bodyPr wrap="square" lIns="0" tIns="0" rIns="0" bIns="0" rtlCol="0" anchor="ctr"/>
          <a:lstStyle/>
          <a:p>
            <a:pPr algn="l" indent="0" marL="0">
              <a:buNone/>
            </a:pPr>
            <a:r>
              <a:rPr lang="en-US" sz="1800" i="1" dirty="0">
                <a:solidFill>
                  <a:schemeClr val="tx1"/>
                </a:solidFill>
              </a:rPr>
              <a:t>Kun je dat even </a:t>
            </a:r>
            <a:r>
              <a:rPr lang="en-US" sz="1800" b="1" i="1" dirty="0">
                <a:solidFill>
                  <a:srgbClr val="D9700F"/>
                </a:solidFill>
              </a:rPr>
              <a:t>uit</a:t>
            </a:r>
            <a:r>
              <a:rPr lang="en-US" sz="1800" i="1" dirty="0">
                <a:solidFill>
                  <a:schemeClr val="tx1"/>
                </a:solidFill>
              </a:rPr>
              <a:t>printen?</a:t>
            </a:r>
            <a:endParaRPr lang="en-US" sz="1800" dirty="0"/>
          </a:p>
        </p:txBody>
      </p:sp>
      <p:sp>
        <p:nvSpPr>
          <p:cNvPr id="18" name="Shape 14"/>
          <p:cNvSpPr/>
          <p:nvPr/>
        </p:nvSpPr>
        <p:spPr>
          <a:xfrm>
            <a:off x="548640" y="2587752"/>
            <a:ext cx="1783080" cy="950976"/>
          </a:xfrm>
          <a:prstGeom prst="roundRect">
            <a:avLst>
              <a:gd name="adj" fmla="val 11538"/>
            </a:avLst>
          </a:prstGeom>
          <a:solidFill>
            <a:srgbClr val="FFFFFF"/>
          </a:solidFill>
          <a:ln w="22225">
            <a:solidFill>
              <a:srgbClr val="B4236A"/>
            </a:solidFill>
            <a:prstDash val="solid"/>
          </a:ln>
        </p:spPr>
      </p:sp>
      <p:sp>
        <p:nvSpPr>
          <p:cNvPr id="19" name="Shape 15"/>
          <p:cNvSpPr/>
          <p:nvPr/>
        </p:nvSpPr>
        <p:spPr>
          <a:xfrm>
            <a:off x="749808" y="3217591"/>
            <a:ext cx="256032" cy="235549"/>
          </a:xfrm>
          <a:prstGeom prst="rect">
            <a:avLst/>
          </a:prstGeom>
          <a:solidFill>
            <a:srgbClr val="D5DCE6"/>
          </a:solidFill>
          <a:ln w="19050">
            <a:solidFill>
              <a:srgbClr val="8A96A8"/>
            </a:solidFill>
            <a:prstDash val="solid"/>
          </a:ln>
        </p:spPr>
      </p:sp>
      <p:sp>
        <p:nvSpPr>
          <p:cNvPr id="20" name="Shape 16"/>
          <p:cNvSpPr/>
          <p:nvPr/>
        </p:nvSpPr>
        <p:spPr>
          <a:xfrm>
            <a:off x="1024128" y="3217591"/>
            <a:ext cx="256032" cy="235549"/>
          </a:xfrm>
          <a:prstGeom prst="rect">
            <a:avLst/>
          </a:prstGeom>
          <a:solidFill>
            <a:srgbClr val="D5DCE6"/>
          </a:solidFill>
          <a:ln w="19050">
            <a:solidFill>
              <a:srgbClr val="8A96A8"/>
            </a:solidFill>
            <a:prstDash val="solid"/>
          </a:ln>
        </p:spPr>
      </p:sp>
      <p:sp>
        <p:nvSpPr>
          <p:cNvPr id="21" name="Shape 17"/>
          <p:cNvSpPr/>
          <p:nvPr/>
        </p:nvSpPr>
        <p:spPr>
          <a:xfrm>
            <a:off x="886968" y="2965216"/>
            <a:ext cx="256032" cy="235549"/>
          </a:xfrm>
          <a:prstGeom prst="rect">
            <a:avLst/>
          </a:prstGeom>
          <a:solidFill>
            <a:srgbClr val="FFFFFF">
              <a:alpha val="0"/>
            </a:srgbClr>
          </a:solidFill>
          <a:ln w="19050">
            <a:solidFill>
              <a:srgbClr val="B4236A"/>
            </a:solidFill>
            <a:prstDash val="dash"/>
          </a:ln>
        </p:spPr>
      </p:sp>
      <p:sp>
        <p:nvSpPr>
          <p:cNvPr id="22" name="Shape 18"/>
          <p:cNvSpPr/>
          <p:nvPr/>
        </p:nvSpPr>
        <p:spPr>
          <a:xfrm>
            <a:off x="886968" y="2696017"/>
            <a:ext cx="256032" cy="235549"/>
          </a:xfrm>
          <a:prstGeom prst="rect">
            <a:avLst/>
          </a:prstGeom>
          <a:solidFill>
            <a:srgbClr val="B4236A"/>
          </a:solidFill>
          <a:ln w="12700">
            <a:solidFill>
              <a:srgbClr val="FFFFFF">
                <a:alpha val="0"/>
              </a:srgbClr>
            </a:solidFill>
            <a:prstDash val="solid"/>
          </a:ln>
        </p:spPr>
      </p:sp>
      <p:sp>
        <p:nvSpPr>
          <p:cNvPr id="23" name="Shape 19"/>
          <p:cNvSpPr/>
          <p:nvPr/>
        </p:nvSpPr>
        <p:spPr>
          <a:xfrm>
            <a:off x="1261872" y="2712842"/>
            <a:ext cx="256032" cy="437449"/>
          </a:xfrm>
          <a:prstGeom prst="mathPlus">
            <a:avLst/>
          </a:prstGeom>
          <a:solidFill>
            <a:srgbClr val="B4236A"/>
          </a:solidFill>
          <a:ln w="12700">
            <a:solidFill>
              <a:srgbClr val="FFFFFF">
                <a:alpha val="0"/>
              </a:srgbClr>
            </a:solidFill>
            <a:prstDash val="solid"/>
          </a:ln>
        </p:spPr>
      </p:sp>
      <p:sp>
        <p:nvSpPr>
          <p:cNvPr id="24" name="Text 20"/>
          <p:cNvSpPr txBox="1"/>
          <p:nvPr/>
        </p:nvSpPr>
        <p:spPr>
          <a:xfrm>
            <a:off x="1572768" y="2587752"/>
            <a:ext cx="731520" cy="1024128"/>
          </a:xfrm>
          <a:prstGeom prst="rect">
            <a:avLst/>
          </a:prstGeom>
          <a:noFill/>
          <a:ln/>
        </p:spPr>
        <p:txBody>
          <a:bodyPr wrap="square" lIns="0" tIns="0" rIns="0" bIns="0" rtlCol="0" anchor="ctr"/>
          <a:lstStyle/>
          <a:p>
            <a:pPr algn="ctr" indent="0" marL="0">
              <a:buNone/>
            </a:pPr>
            <a:r>
              <a:rPr lang="en-US" sz="2000" b="1" dirty="0">
                <a:solidFill>
                  <a:schemeClr val="accent4"/>
                </a:solidFill>
              </a:rPr>
              <a:t>bij</a:t>
            </a:r>
            <a:endParaRPr lang="en-US" sz="2000" dirty="0"/>
          </a:p>
        </p:txBody>
      </p:sp>
      <p:sp>
        <p:nvSpPr>
          <p:cNvPr id="25" name="Text 21"/>
          <p:cNvSpPr txBox="1"/>
          <p:nvPr/>
        </p:nvSpPr>
        <p:spPr>
          <a:xfrm>
            <a:off x="2377440" y="2587752"/>
            <a:ext cx="411480" cy="1024128"/>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26" name="Shape 22"/>
          <p:cNvSpPr/>
          <p:nvPr/>
        </p:nvSpPr>
        <p:spPr>
          <a:xfrm>
            <a:off x="2834640" y="2587752"/>
            <a:ext cx="2103120" cy="1024128"/>
          </a:xfrm>
          <a:prstGeom prst="roundRect">
            <a:avLst>
              <a:gd name="adj" fmla="val 10714"/>
            </a:avLst>
          </a:prstGeom>
          <a:solidFill>
            <a:srgbClr val="FBEDEB"/>
          </a:solidFill>
          <a:ln w="22225">
            <a:solidFill>
              <a:srgbClr val="B83227"/>
            </a:solidFill>
            <a:prstDash val="solid"/>
          </a:ln>
        </p:spPr>
      </p:sp>
      <p:pic>
        <p:nvPicPr>
          <p:cNvPr id="27" name="Image 1" descr="shopping cart">    </p:cNvPr>
          <p:cNvPicPr>
            <a:picLocks noChangeAspect="1"/>
          </p:cNvPicPr>
          <p:nvPr/>
        </p:nvPicPr>
        <p:blipFill>
          <a:blip r:embed="rId2"/>
          <a:stretch>
            <a:fillRect/>
          </a:stretch>
        </p:blipFill>
        <p:spPr>
          <a:xfrm>
            <a:off x="2926080" y="2779776"/>
            <a:ext cx="640080" cy="640080"/>
          </a:xfrm>
          <a:prstGeom prst="rect">
            <a:avLst/>
          </a:prstGeom>
        </p:spPr>
      </p:pic>
      <p:sp>
        <p:nvSpPr>
          <p:cNvPr id="28" name="Text 23"/>
          <p:cNvSpPr txBox="1"/>
          <p:nvPr/>
        </p:nvSpPr>
        <p:spPr>
          <a:xfrm>
            <a:off x="3566160" y="2587752"/>
            <a:ext cx="1325880" cy="1024128"/>
          </a:xfrm>
          <a:prstGeom prst="rect">
            <a:avLst/>
          </a:prstGeom>
          <a:noFill/>
          <a:ln/>
        </p:spPr>
        <p:txBody>
          <a:bodyPr wrap="square" lIns="0" tIns="0" rIns="0" bIns="0" rtlCol="0" anchor="ctr"/>
          <a:lstStyle/>
          <a:p>
            <a:pPr algn="l" indent="0" marL="0">
              <a:buNone/>
            </a:pPr>
            <a:r>
              <a:rPr lang="en-US" sz="1800" b="1" dirty="0">
                <a:solidFill>
                  <a:schemeClr val="accent6"/>
                </a:solidFill>
              </a:rPr>
              <a:t>bestellen</a:t>
            </a:r>
            <a:endParaRPr lang="en-US" sz="1800" dirty="0"/>
          </a:p>
        </p:txBody>
      </p:sp>
      <p:sp>
        <p:nvSpPr>
          <p:cNvPr id="29" name="Text 24"/>
          <p:cNvSpPr txBox="1"/>
          <p:nvPr/>
        </p:nvSpPr>
        <p:spPr>
          <a:xfrm>
            <a:off x="4983480" y="2587752"/>
            <a:ext cx="411480" cy="1024128"/>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30" name="Shape 25"/>
          <p:cNvSpPr/>
          <p:nvPr/>
        </p:nvSpPr>
        <p:spPr>
          <a:xfrm>
            <a:off x="5440680" y="2587752"/>
            <a:ext cx="1188720" cy="1024128"/>
          </a:xfrm>
          <a:prstGeom prst="roundRect">
            <a:avLst>
              <a:gd name="adj" fmla="val 10714"/>
            </a:avLst>
          </a:prstGeom>
          <a:solidFill>
            <a:srgbClr val="FFFFFF"/>
          </a:solidFill>
          <a:ln w="22225">
            <a:solidFill>
              <a:srgbClr val="B4236A"/>
            </a:solidFill>
            <a:prstDash val="dash"/>
          </a:ln>
        </p:spPr>
      </p:sp>
      <p:sp>
        <p:nvSpPr>
          <p:cNvPr id="31" name="Text 26"/>
          <p:cNvSpPr txBox="1"/>
          <p:nvPr/>
        </p:nvSpPr>
        <p:spPr>
          <a:xfrm>
            <a:off x="5440680" y="2587752"/>
            <a:ext cx="1188720" cy="1024128"/>
          </a:xfrm>
          <a:prstGeom prst="rect">
            <a:avLst/>
          </a:prstGeom>
          <a:noFill/>
          <a:ln/>
        </p:spPr>
        <p:txBody>
          <a:bodyPr wrap="square" lIns="0" tIns="0" rIns="0" bIns="0" rtlCol="0" anchor="ctr"/>
          <a:lstStyle/>
          <a:p>
            <a:pPr algn="ctr" indent="0" marL="0">
              <a:buNone/>
            </a:pPr>
            <a:r>
              <a:rPr lang="en-US" sz="3000" b="1" dirty="0">
                <a:solidFill>
                  <a:schemeClr val="accent4"/>
                </a:solidFill>
              </a:rPr>
              <a:t>?</a:t>
            </a:r>
            <a:endParaRPr lang="en-US" sz="3000" dirty="0"/>
          </a:p>
        </p:txBody>
      </p:sp>
      <p:sp>
        <p:nvSpPr>
          <p:cNvPr id="32" name="Text 27"/>
          <p:cNvSpPr txBox="1"/>
          <p:nvPr/>
        </p:nvSpPr>
        <p:spPr>
          <a:xfrm>
            <a:off x="6812280" y="2587752"/>
            <a:ext cx="4828032" cy="1024128"/>
          </a:xfrm>
          <a:prstGeom prst="rect">
            <a:avLst/>
          </a:prstGeom>
          <a:noFill/>
          <a:ln/>
        </p:spPr>
        <p:txBody>
          <a:bodyPr wrap="square" lIns="0" tIns="0" rIns="0" bIns="0" rtlCol="0" anchor="ctr"/>
          <a:lstStyle/>
          <a:p>
            <a:pPr algn="l" indent="0" marL="0">
              <a:buNone/>
            </a:pPr>
            <a:r>
              <a:rPr lang="en-US" sz="1800" i="1" dirty="0">
                <a:solidFill>
                  <a:schemeClr val="tx1"/>
                </a:solidFill>
              </a:rPr>
              <a:t>We moeten papier </a:t>
            </a:r>
            <a:r>
              <a:rPr lang="en-US" sz="1800" b="1" i="1" dirty="0">
                <a:solidFill>
                  <a:srgbClr val="B4236A"/>
                </a:solidFill>
              </a:rPr>
              <a:t>bij</a:t>
            </a:r>
            <a:r>
              <a:rPr lang="en-US" sz="1800" i="1" dirty="0">
                <a:solidFill>
                  <a:schemeClr val="tx1"/>
                </a:solidFill>
              </a:rPr>
              <a:t>bestellen.</a:t>
            </a:r>
            <a:endParaRPr lang="en-US" sz="1800" dirty="0"/>
          </a:p>
        </p:txBody>
      </p:sp>
      <p:sp>
        <p:nvSpPr>
          <p:cNvPr id="33" name="Shape 28"/>
          <p:cNvSpPr/>
          <p:nvPr/>
        </p:nvSpPr>
        <p:spPr>
          <a:xfrm>
            <a:off x="548640" y="3666744"/>
            <a:ext cx="1783080" cy="950976"/>
          </a:xfrm>
          <a:prstGeom prst="roundRect">
            <a:avLst>
              <a:gd name="adj" fmla="val 11538"/>
            </a:avLst>
          </a:prstGeom>
          <a:solidFill>
            <a:srgbClr val="FFFFFF"/>
          </a:solidFill>
          <a:ln w="22225">
            <a:solidFill>
              <a:srgbClr val="17375E"/>
            </a:solidFill>
            <a:prstDash val="solid"/>
          </a:ln>
        </p:spPr>
      </p:sp>
      <p:sp>
        <p:nvSpPr>
          <p:cNvPr id="34" name="Shape 29"/>
          <p:cNvSpPr/>
          <p:nvPr/>
        </p:nvSpPr>
        <p:spPr>
          <a:xfrm>
            <a:off x="1086051" y="4283964"/>
            <a:ext cx="351642" cy="231343"/>
          </a:xfrm>
          <a:prstGeom prst="roundRect">
            <a:avLst>
              <a:gd name="adj" fmla="val 40000"/>
            </a:avLst>
          </a:prstGeom>
          <a:solidFill>
            <a:srgbClr val="D5DCE6"/>
          </a:solidFill>
          <a:ln w="12700">
            <a:solidFill>
              <a:srgbClr val="FFFFFF">
                <a:alpha val="0"/>
              </a:srgbClr>
            </a:solidFill>
            <a:prstDash val="solid"/>
          </a:ln>
        </p:spPr>
      </p:sp>
      <p:sp>
        <p:nvSpPr>
          <p:cNvPr id="35" name="Shape 30"/>
          <p:cNvSpPr/>
          <p:nvPr/>
        </p:nvSpPr>
        <p:spPr>
          <a:xfrm>
            <a:off x="1164708" y="4071128"/>
            <a:ext cx="194328" cy="194328"/>
          </a:xfrm>
          <a:prstGeom prst="ellipse">
            <a:avLst/>
          </a:prstGeom>
          <a:solidFill>
            <a:srgbClr val="D5DCE6"/>
          </a:solidFill>
          <a:ln w="12700">
            <a:solidFill>
              <a:srgbClr val="FFFFFF">
                <a:alpha val="0"/>
              </a:srgbClr>
            </a:solidFill>
            <a:prstDash val="solid"/>
          </a:ln>
        </p:spPr>
      </p:sp>
      <p:sp>
        <p:nvSpPr>
          <p:cNvPr id="36" name="Shape 31"/>
          <p:cNvSpPr/>
          <p:nvPr/>
        </p:nvSpPr>
        <p:spPr>
          <a:xfrm>
            <a:off x="1389888" y="4220870"/>
            <a:ext cx="164592" cy="168250"/>
          </a:xfrm>
          <a:prstGeom prst="rightArrow">
            <a:avLst/>
          </a:prstGeom>
          <a:solidFill>
            <a:srgbClr val="8A96A8"/>
          </a:solidFill>
          <a:ln w="12700">
            <a:solidFill>
              <a:srgbClr val="FFFFFF">
                <a:alpha val="0"/>
              </a:srgbClr>
            </a:solidFill>
            <a:prstDash val="solid"/>
          </a:ln>
        </p:spPr>
      </p:sp>
      <p:sp>
        <p:nvSpPr>
          <p:cNvPr id="37" name="Shape 32"/>
          <p:cNvSpPr/>
          <p:nvPr/>
        </p:nvSpPr>
        <p:spPr>
          <a:xfrm>
            <a:off x="756867" y="4283964"/>
            <a:ext cx="351642" cy="231343"/>
          </a:xfrm>
          <a:prstGeom prst="roundRect">
            <a:avLst>
              <a:gd name="adj" fmla="val 40000"/>
            </a:avLst>
          </a:prstGeom>
          <a:solidFill>
            <a:schemeClr val="tx2"/>
          </a:solidFill>
          <a:ln w="12700">
            <a:solidFill>
              <a:srgbClr val="FFFFFF">
                <a:alpha val="0"/>
              </a:srgbClr>
            </a:solidFill>
            <a:prstDash val="solid"/>
          </a:ln>
        </p:spPr>
      </p:sp>
      <p:sp>
        <p:nvSpPr>
          <p:cNvPr id="38" name="Shape 33"/>
          <p:cNvSpPr/>
          <p:nvPr/>
        </p:nvSpPr>
        <p:spPr>
          <a:xfrm>
            <a:off x="835524" y="4071128"/>
            <a:ext cx="194328" cy="194328"/>
          </a:xfrm>
          <a:prstGeom prst="ellipse">
            <a:avLst/>
          </a:prstGeom>
          <a:solidFill>
            <a:schemeClr val="tx2"/>
          </a:solidFill>
          <a:ln w="12700">
            <a:solidFill>
              <a:srgbClr val="FFFFFF">
                <a:alpha val="0"/>
              </a:srgbClr>
            </a:solidFill>
            <a:prstDash val="solid"/>
          </a:ln>
        </p:spPr>
      </p:sp>
      <p:sp>
        <p:nvSpPr>
          <p:cNvPr id="39" name="Shape 34"/>
          <p:cNvSpPr/>
          <p:nvPr/>
        </p:nvSpPr>
        <p:spPr>
          <a:xfrm>
            <a:off x="1024128" y="4330233"/>
            <a:ext cx="128016" cy="914"/>
          </a:xfrm>
          <a:prstGeom prst="line">
            <a:avLst/>
          </a:prstGeom>
          <a:noFill/>
          <a:ln w="19050">
            <a:solidFill>
              <a:srgbClr val="17375E"/>
            </a:solidFill>
            <a:prstDash val="dash"/>
            <a:tailEnd type="triangle"/>
          </a:ln>
        </p:spPr>
      </p:sp>
      <p:sp>
        <p:nvSpPr>
          <p:cNvPr id="40" name="Text 35"/>
          <p:cNvSpPr txBox="1"/>
          <p:nvPr/>
        </p:nvSpPr>
        <p:spPr>
          <a:xfrm>
            <a:off x="1572768" y="3666744"/>
            <a:ext cx="731520" cy="1024128"/>
          </a:xfrm>
          <a:prstGeom prst="rect">
            <a:avLst/>
          </a:prstGeom>
          <a:noFill/>
          <a:ln/>
        </p:spPr>
        <p:txBody>
          <a:bodyPr wrap="square" lIns="0" tIns="0" rIns="0" bIns="0" rtlCol="0" anchor="ctr"/>
          <a:lstStyle/>
          <a:p>
            <a:pPr algn="ctr" indent="0" marL="0">
              <a:buNone/>
            </a:pPr>
            <a:r>
              <a:rPr lang="en-US" sz="2000" b="1" dirty="0">
                <a:solidFill>
                  <a:schemeClr val="tx2"/>
                </a:solidFill>
              </a:rPr>
              <a:t>na</a:t>
            </a:r>
            <a:endParaRPr lang="en-US" sz="2000" dirty="0"/>
          </a:p>
        </p:txBody>
      </p:sp>
      <p:sp>
        <p:nvSpPr>
          <p:cNvPr id="41" name="Text 36"/>
          <p:cNvSpPr txBox="1"/>
          <p:nvPr/>
        </p:nvSpPr>
        <p:spPr>
          <a:xfrm>
            <a:off x="2377440" y="3666744"/>
            <a:ext cx="411480" cy="1024128"/>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42" name="Shape 37"/>
          <p:cNvSpPr/>
          <p:nvPr/>
        </p:nvSpPr>
        <p:spPr>
          <a:xfrm>
            <a:off x="2834640" y="3666744"/>
            <a:ext cx="2103120" cy="1024128"/>
          </a:xfrm>
          <a:prstGeom prst="roundRect">
            <a:avLst>
              <a:gd name="adj" fmla="val 10714"/>
            </a:avLst>
          </a:prstGeom>
          <a:solidFill>
            <a:srgbClr val="FBEDEB"/>
          </a:solidFill>
          <a:ln w="22225">
            <a:solidFill>
              <a:srgbClr val="B83227"/>
            </a:solidFill>
            <a:prstDash val="solid"/>
          </a:ln>
        </p:spPr>
      </p:sp>
      <p:pic>
        <p:nvPicPr>
          <p:cNvPr id="43" name="Image 2" descr="telephone receiver">    </p:cNvPr>
          <p:cNvPicPr>
            <a:picLocks noChangeAspect="1"/>
          </p:cNvPicPr>
          <p:nvPr/>
        </p:nvPicPr>
        <p:blipFill>
          <a:blip r:embed="rId3"/>
          <a:stretch>
            <a:fillRect/>
          </a:stretch>
        </p:blipFill>
        <p:spPr>
          <a:xfrm>
            <a:off x="2926080" y="3858768"/>
            <a:ext cx="640080" cy="640080"/>
          </a:xfrm>
          <a:prstGeom prst="rect">
            <a:avLst/>
          </a:prstGeom>
        </p:spPr>
      </p:pic>
      <p:sp>
        <p:nvSpPr>
          <p:cNvPr id="44" name="Text 38"/>
          <p:cNvSpPr txBox="1"/>
          <p:nvPr/>
        </p:nvSpPr>
        <p:spPr>
          <a:xfrm>
            <a:off x="3566160" y="3666744"/>
            <a:ext cx="1325880" cy="1024128"/>
          </a:xfrm>
          <a:prstGeom prst="rect">
            <a:avLst/>
          </a:prstGeom>
          <a:noFill/>
          <a:ln/>
        </p:spPr>
        <p:txBody>
          <a:bodyPr wrap="square" lIns="0" tIns="0" rIns="0" bIns="0" rtlCol="0" anchor="ctr"/>
          <a:lstStyle/>
          <a:p>
            <a:pPr algn="l" indent="0" marL="0">
              <a:buNone/>
            </a:pPr>
            <a:r>
              <a:rPr lang="en-US" sz="1800" b="1" dirty="0">
                <a:solidFill>
                  <a:schemeClr val="accent6"/>
                </a:solidFill>
              </a:rPr>
              <a:t>bellen</a:t>
            </a:r>
            <a:endParaRPr lang="en-US" sz="1800" dirty="0"/>
          </a:p>
        </p:txBody>
      </p:sp>
      <p:sp>
        <p:nvSpPr>
          <p:cNvPr id="45" name="Text 39"/>
          <p:cNvSpPr txBox="1"/>
          <p:nvPr/>
        </p:nvSpPr>
        <p:spPr>
          <a:xfrm>
            <a:off x="4983480" y="3666744"/>
            <a:ext cx="411480" cy="1024128"/>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46" name="Shape 40"/>
          <p:cNvSpPr/>
          <p:nvPr/>
        </p:nvSpPr>
        <p:spPr>
          <a:xfrm>
            <a:off x="5440680" y="3666744"/>
            <a:ext cx="1188720" cy="1024128"/>
          </a:xfrm>
          <a:prstGeom prst="roundRect">
            <a:avLst>
              <a:gd name="adj" fmla="val 10714"/>
            </a:avLst>
          </a:prstGeom>
          <a:solidFill>
            <a:srgbClr val="FFFFFF"/>
          </a:solidFill>
          <a:ln w="22225">
            <a:solidFill>
              <a:srgbClr val="17375E"/>
            </a:solidFill>
            <a:prstDash val="dash"/>
          </a:ln>
        </p:spPr>
      </p:sp>
      <p:sp>
        <p:nvSpPr>
          <p:cNvPr id="47" name="Text 41"/>
          <p:cNvSpPr txBox="1"/>
          <p:nvPr/>
        </p:nvSpPr>
        <p:spPr>
          <a:xfrm>
            <a:off x="5440680" y="3666744"/>
            <a:ext cx="1188720" cy="1024128"/>
          </a:xfrm>
          <a:prstGeom prst="rect">
            <a:avLst/>
          </a:prstGeom>
          <a:noFill/>
          <a:ln/>
        </p:spPr>
        <p:txBody>
          <a:bodyPr wrap="square" lIns="0" tIns="0" rIns="0" bIns="0" rtlCol="0" anchor="ctr"/>
          <a:lstStyle/>
          <a:p>
            <a:pPr algn="ctr" indent="0" marL="0">
              <a:buNone/>
            </a:pPr>
            <a:r>
              <a:rPr lang="en-US" sz="3000" b="1" dirty="0">
                <a:solidFill>
                  <a:schemeClr val="tx2"/>
                </a:solidFill>
              </a:rPr>
              <a:t>?</a:t>
            </a:r>
            <a:endParaRPr lang="en-US" sz="3000" dirty="0"/>
          </a:p>
        </p:txBody>
      </p:sp>
      <p:sp>
        <p:nvSpPr>
          <p:cNvPr id="48" name="Text 42"/>
          <p:cNvSpPr txBox="1"/>
          <p:nvPr/>
        </p:nvSpPr>
        <p:spPr>
          <a:xfrm>
            <a:off x="6812280" y="3666744"/>
            <a:ext cx="4828032" cy="1024128"/>
          </a:xfrm>
          <a:prstGeom prst="rect">
            <a:avLst/>
          </a:prstGeom>
          <a:noFill/>
          <a:ln/>
        </p:spPr>
        <p:txBody>
          <a:bodyPr wrap="square" lIns="0" tIns="0" rIns="0" bIns="0" rtlCol="0" anchor="ctr"/>
          <a:lstStyle/>
          <a:p>
            <a:pPr algn="l" indent="0" marL="0">
              <a:buNone/>
            </a:pPr>
            <a:r>
              <a:rPr lang="en-US" sz="1800" i="1" dirty="0">
                <a:solidFill>
                  <a:schemeClr val="tx1"/>
                </a:solidFill>
              </a:rPr>
              <a:t>Wil je de klant </a:t>
            </a:r>
            <a:r>
              <a:rPr lang="en-US" sz="1800" b="1" i="1" dirty="0">
                <a:solidFill>
                  <a:srgbClr val="17375E"/>
                </a:solidFill>
              </a:rPr>
              <a:t>na</a:t>
            </a:r>
            <a:r>
              <a:rPr lang="en-US" sz="1800" i="1" dirty="0">
                <a:solidFill>
                  <a:schemeClr val="tx1"/>
                </a:solidFill>
              </a:rPr>
              <a:t>bellen?</a:t>
            </a:r>
            <a:endParaRPr lang="en-US" sz="1800" dirty="0"/>
          </a:p>
        </p:txBody>
      </p:sp>
      <p:sp>
        <p:nvSpPr>
          <p:cNvPr id="49" name="Shape 43"/>
          <p:cNvSpPr/>
          <p:nvPr/>
        </p:nvSpPr>
        <p:spPr>
          <a:xfrm>
            <a:off x="548640" y="4745736"/>
            <a:ext cx="1783080" cy="950976"/>
          </a:xfrm>
          <a:prstGeom prst="roundRect">
            <a:avLst>
              <a:gd name="adj" fmla="val 11538"/>
            </a:avLst>
          </a:prstGeom>
          <a:solidFill>
            <a:srgbClr val="FFFFFF"/>
          </a:solidFill>
          <a:ln w="22225">
            <a:solidFill>
              <a:srgbClr val="2E7D4F"/>
            </a:solidFill>
            <a:prstDash val="solid"/>
          </a:ln>
        </p:spPr>
      </p:sp>
      <p:sp>
        <p:nvSpPr>
          <p:cNvPr id="50" name="Shape 44"/>
          <p:cNvSpPr/>
          <p:nvPr/>
        </p:nvSpPr>
        <p:spPr>
          <a:xfrm>
            <a:off x="786384" y="5577474"/>
            <a:ext cx="658368" cy="50475"/>
          </a:xfrm>
          <a:prstGeom prst="rect">
            <a:avLst/>
          </a:prstGeom>
          <a:solidFill>
            <a:srgbClr val="8A96A8"/>
          </a:solidFill>
          <a:ln w="12700">
            <a:solidFill>
              <a:srgbClr val="FFFFFF">
                <a:alpha val="0"/>
              </a:srgbClr>
            </a:solidFill>
            <a:prstDash val="solid"/>
          </a:ln>
        </p:spPr>
      </p:sp>
      <p:sp>
        <p:nvSpPr>
          <p:cNvPr id="51" name="Shape 45"/>
          <p:cNvSpPr/>
          <p:nvPr/>
        </p:nvSpPr>
        <p:spPr>
          <a:xfrm>
            <a:off x="1014984" y="4870826"/>
            <a:ext cx="201168" cy="689823"/>
          </a:xfrm>
          <a:prstGeom prst="upArrow">
            <a:avLst/>
          </a:prstGeom>
          <a:solidFill>
            <a:srgbClr val="2E7D4F"/>
          </a:solidFill>
          <a:ln w="12700">
            <a:solidFill>
              <a:srgbClr val="FFFFFF">
                <a:alpha val="0"/>
              </a:srgbClr>
            </a:solidFill>
            <a:prstDash val="solid"/>
          </a:ln>
        </p:spPr>
      </p:sp>
      <p:sp>
        <p:nvSpPr>
          <p:cNvPr id="52" name="Text 46"/>
          <p:cNvSpPr txBox="1"/>
          <p:nvPr/>
        </p:nvSpPr>
        <p:spPr>
          <a:xfrm>
            <a:off x="1572768" y="4745736"/>
            <a:ext cx="731520" cy="1024128"/>
          </a:xfrm>
          <a:prstGeom prst="rect">
            <a:avLst/>
          </a:prstGeom>
          <a:noFill/>
          <a:ln/>
        </p:spPr>
        <p:txBody>
          <a:bodyPr wrap="square" lIns="0" tIns="0" rIns="0" bIns="0" rtlCol="0" anchor="ctr"/>
          <a:lstStyle/>
          <a:p>
            <a:pPr algn="ctr" indent="0" marL="0">
              <a:buNone/>
            </a:pPr>
            <a:r>
              <a:rPr lang="en-US" sz="2000" b="1" dirty="0">
                <a:solidFill>
                  <a:schemeClr val="accent3"/>
                </a:solidFill>
              </a:rPr>
              <a:t>op</a:t>
            </a:r>
            <a:endParaRPr lang="en-US" sz="2000" dirty="0"/>
          </a:p>
        </p:txBody>
      </p:sp>
      <p:sp>
        <p:nvSpPr>
          <p:cNvPr id="53" name="Text 47"/>
          <p:cNvSpPr txBox="1"/>
          <p:nvPr/>
        </p:nvSpPr>
        <p:spPr>
          <a:xfrm>
            <a:off x="2377440" y="4745736"/>
            <a:ext cx="411480" cy="1024128"/>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54" name="Shape 48"/>
          <p:cNvSpPr/>
          <p:nvPr/>
        </p:nvSpPr>
        <p:spPr>
          <a:xfrm>
            <a:off x="2834640" y="4745736"/>
            <a:ext cx="2103120" cy="1024128"/>
          </a:xfrm>
          <a:prstGeom prst="roundRect">
            <a:avLst>
              <a:gd name="adj" fmla="val 10714"/>
            </a:avLst>
          </a:prstGeom>
          <a:solidFill>
            <a:srgbClr val="FBEDEB"/>
          </a:solidFill>
          <a:ln w="22225">
            <a:solidFill>
              <a:srgbClr val="B83227"/>
            </a:solidFill>
            <a:prstDash val="solid"/>
          </a:ln>
        </p:spPr>
      </p:sp>
      <p:pic>
        <p:nvPicPr>
          <p:cNvPr id="55" name="Image 3" descr="battery">    </p:cNvPr>
          <p:cNvPicPr>
            <a:picLocks noChangeAspect="1"/>
          </p:cNvPicPr>
          <p:nvPr/>
        </p:nvPicPr>
        <p:blipFill>
          <a:blip r:embed="rId4"/>
          <a:stretch>
            <a:fillRect/>
          </a:stretch>
        </p:blipFill>
        <p:spPr>
          <a:xfrm>
            <a:off x="2926080" y="4937760"/>
            <a:ext cx="640080" cy="640080"/>
          </a:xfrm>
          <a:prstGeom prst="rect">
            <a:avLst/>
          </a:prstGeom>
        </p:spPr>
      </p:pic>
      <p:sp>
        <p:nvSpPr>
          <p:cNvPr id="56" name="Text 49"/>
          <p:cNvSpPr txBox="1"/>
          <p:nvPr/>
        </p:nvSpPr>
        <p:spPr>
          <a:xfrm>
            <a:off x="3566160" y="4745736"/>
            <a:ext cx="1325880" cy="1024128"/>
          </a:xfrm>
          <a:prstGeom prst="rect">
            <a:avLst/>
          </a:prstGeom>
          <a:noFill/>
          <a:ln/>
        </p:spPr>
        <p:txBody>
          <a:bodyPr wrap="square" lIns="0" tIns="0" rIns="0" bIns="0" rtlCol="0" anchor="ctr"/>
          <a:lstStyle/>
          <a:p>
            <a:pPr algn="l" indent="0" marL="0">
              <a:buNone/>
            </a:pPr>
            <a:r>
              <a:rPr lang="en-US" sz="1800" b="1" dirty="0">
                <a:solidFill>
                  <a:schemeClr val="accent6"/>
                </a:solidFill>
              </a:rPr>
              <a:t>laden</a:t>
            </a:r>
            <a:endParaRPr lang="en-US" sz="1800" dirty="0"/>
          </a:p>
        </p:txBody>
      </p:sp>
      <p:sp>
        <p:nvSpPr>
          <p:cNvPr id="57" name="Text 50"/>
          <p:cNvSpPr txBox="1"/>
          <p:nvPr/>
        </p:nvSpPr>
        <p:spPr>
          <a:xfrm>
            <a:off x="4983480" y="4745736"/>
            <a:ext cx="411480" cy="1024128"/>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58" name="Shape 51"/>
          <p:cNvSpPr/>
          <p:nvPr/>
        </p:nvSpPr>
        <p:spPr>
          <a:xfrm>
            <a:off x="5440680" y="4745736"/>
            <a:ext cx="1188720" cy="1024128"/>
          </a:xfrm>
          <a:prstGeom prst="roundRect">
            <a:avLst>
              <a:gd name="adj" fmla="val 10714"/>
            </a:avLst>
          </a:prstGeom>
          <a:solidFill>
            <a:srgbClr val="FFFFFF"/>
          </a:solidFill>
          <a:ln w="22225">
            <a:solidFill>
              <a:srgbClr val="2E7D4F"/>
            </a:solidFill>
            <a:prstDash val="dash"/>
          </a:ln>
        </p:spPr>
      </p:sp>
      <p:sp>
        <p:nvSpPr>
          <p:cNvPr id="59" name="Text 52"/>
          <p:cNvSpPr txBox="1"/>
          <p:nvPr/>
        </p:nvSpPr>
        <p:spPr>
          <a:xfrm>
            <a:off x="5440680" y="4745736"/>
            <a:ext cx="1188720" cy="1024128"/>
          </a:xfrm>
          <a:prstGeom prst="rect">
            <a:avLst/>
          </a:prstGeom>
          <a:noFill/>
          <a:ln/>
        </p:spPr>
        <p:txBody>
          <a:bodyPr wrap="square" lIns="0" tIns="0" rIns="0" bIns="0" rtlCol="0" anchor="ctr"/>
          <a:lstStyle/>
          <a:p>
            <a:pPr algn="ctr" indent="0" marL="0">
              <a:buNone/>
            </a:pPr>
            <a:r>
              <a:rPr lang="en-US" sz="3000" b="1" dirty="0">
                <a:solidFill>
                  <a:schemeClr val="accent3"/>
                </a:solidFill>
              </a:rPr>
              <a:t>?</a:t>
            </a:r>
            <a:endParaRPr lang="en-US" sz="3000" dirty="0"/>
          </a:p>
        </p:txBody>
      </p:sp>
      <p:sp>
        <p:nvSpPr>
          <p:cNvPr id="60" name="Text 53"/>
          <p:cNvSpPr txBox="1"/>
          <p:nvPr/>
        </p:nvSpPr>
        <p:spPr>
          <a:xfrm>
            <a:off x="6812280" y="4745736"/>
            <a:ext cx="4828032" cy="1024128"/>
          </a:xfrm>
          <a:prstGeom prst="rect">
            <a:avLst/>
          </a:prstGeom>
          <a:noFill/>
          <a:ln/>
        </p:spPr>
        <p:txBody>
          <a:bodyPr wrap="square" lIns="0" tIns="0" rIns="0" bIns="0" rtlCol="0" anchor="ctr"/>
          <a:lstStyle/>
          <a:p>
            <a:pPr algn="l" indent="0" marL="0">
              <a:buNone/>
            </a:pPr>
            <a:r>
              <a:rPr lang="en-US" sz="1800" i="1" dirty="0">
                <a:solidFill>
                  <a:schemeClr val="tx1"/>
                </a:solidFill>
              </a:rPr>
              <a:t>Ik moet mijn gsm nog </a:t>
            </a:r>
            <a:r>
              <a:rPr lang="en-US" sz="1800" b="1" i="1" dirty="0">
                <a:solidFill>
                  <a:srgbClr val="2E7D4F"/>
                </a:solidFill>
              </a:rPr>
              <a:t>op</a:t>
            </a:r>
            <a:r>
              <a:rPr lang="en-US" sz="1800" i="1" dirty="0">
                <a:solidFill>
                  <a:schemeClr val="tx1"/>
                </a:solidFill>
              </a:rPr>
              <a:t>laden.</a:t>
            </a:r>
            <a:endParaRPr lang="en-US" sz="1800" dirty="0"/>
          </a:p>
        </p:txBody>
      </p:sp>
      <p:sp>
        <p:nvSpPr>
          <p:cNvPr id="61" name="Text 54"/>
          <p:cNvSpPr txBox="1"/>
          <p:nvPr/>
        </p:nvSpPr>
        <p:spPr>
          <a:xfrm>
            <a:off x="548640" y="5870448"/>
            <a:ext cx="11091672" cy="365760"/>
          </a:xfrm>
          <a:prstGeom prst="rect">
            <a:avLst/>
          </a:prstGeom>
          <a:noFill/>
          <a:ln/>
        </p:spPr>
        <p:txBody>
          <a:bodyPr wrap="square" lIns="0" tIns="0" rIns="0" bIns="0" rtlCol="0" anchor="t"/>
          <a:lstStyle/>
          <a:p>
            <a:pPr algn="ctr" indent="0" marL="0">
              <a:buNone/>
            </a:pPr>
            <a:r>
              <a:rPr lang="en-US" sz="1500" dirty="0">
                <a:solidFill>
                  <a:schemeClr val="tx2"/>
                </a:solidFill>
              </a:rPr>
              <a:t>① l’image de la particule  ② le sens du verbe  ③ le contexte confirme. En cas de doute : le dictionnaire.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14 particules, 14 images</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Shape 2"/>
          <p:cNvSpPr/>
          <p:nvPr/>
        </p:nvSpPr>
        <p:spPr>
          <a:xfrm>
            <a:off x="548640" y="1463040"/>
            <a:ext cx="1466959" cy="2286000"/>
          </a:xfrm>
          <a:prstGeom prst="roundRect">
            <a:avLst>
              <a:gd name="adj" fmla="val 6233"/>
            </a:avLst>
          </a:prstGeom>
          <a:solidFill>
            <a:srgbClr val="FFFFFF"/>
          </a:solidFill>
          <a:ln w="22225">
            <a:solidFill>
              <a:srgbClr val="6E4A9E"/>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1307069" y="1694383"/>
            <a:ext cx="523951" cy="625450"/>
          </a:xfrm>
          <a:prstGeom prst="rect">
            <a:avLst/>
          </a:prstGeom>
          <a:solidFill>
            <a:srgbClr val="FFFFFF"/>
          </a:solidFill>
          <a:ln w="19050">
            <a:solidFill>
              <a:srgbClr val="17375E"/>
            </a:solidFill>
            <a:prstDash val="solid"/>
          </a:ln>
        </p:spPr>
      </p:sp>
      <p:sp>
        <p:nvSpPr>
          <p:cNvPr id="7" name="Shape 4"/>
          <p:cNvSpPr/>
          <p:nvPr/>
        </p:nvSpPr>
        <p:spPr>
          <a:xfrm>
            <a:off x="1269644" y="1885493"/>
            <a:ext cx="74850" cy="243230"/>
          </a:xfrm>
          <a:prstGeom prst="rect">
            <a:avLst/>
          </a:prstGeom>
          <a:solidFill>
            <a:srgbClr val="FFFFFF"/>
          </a:solidFill>
          <a:ln w="12700">
            <a:solidFill>
              <a:srgbClr val="FFFFFF">
                <a:alpha val="0"/>
              </a:srgbClr>
            </a:solidFill>
            <a:prstDash val="solid"/>
          </a:ln>
        </p:spPr>
      </p:sp>
      <p:sp>
        <p:nvSpPr>
          <p:cNvPr id="8" name="Shape 5"/>
          <p:cNvSpPr/>
          <p:nvPr/>
        </p:nvSpPr>
        <p:spPr>
          <a:xfrm>
            <a:off x="683318" y="1920240"/>
            <a:ext cx="923152" cy="173736"/>
          </a:xfrm>
          <a:prstGeom prst="rightArrow">
            <a:avLst/>
          </a:prstGeom>
          <a:solidFill>
            <a:srgbClr val="6E4A9E"/>
          </a:solidFill>
          <a:ln w="12700">
            <a:solidFill>
              <a:srgbClr val="FFFFFF">
                <a:alpha val="0"/>
              </a:srgbClr>
            </a:solidFill>
            <a:prstDash val="solid"/>
          </a:ln>
        </p:spPr>
      </p:sp>
      <p:sp>
        <p:nvSpPr>
          <p:cNvPr id="9" name="Text 6"/>
          <p:cNvSpPr txBox="1"/>
          <p:nvPr/>
        </p:nvSpPr>
        <p:spPr>
          <a:xfrm>
            <a:off x="548640" y="2478024"/>
            <a:ext cx="1466959" cy="384048"/>
          </a:xfrm>
          <a:prstGeom prst="rect">
            <a:avLst/>
          </a:prstGeom>
          <a:noFill/>
          <a:ln/>
        </p:spPr>
        <p:txBody>
          <a:bodyPr wrap="square" lIns="0" tIns="0" rIns="0" bIns="0" rtlCol="0" anchor="ctr"/>
          <a:lstStyle/>
          <a:p>
            <a:pPr algn="ctr" indent="0" marL="0">
              <a:buNone/>
            </a:pPr>
            <a:r>
              <a:rPr lang="en-US" sz="2000" b="1" dirty="0">
                <a:solidFill>
                  <a:srgbClr val="6E4A9E"/>
                </a:solidFill>
                <a:latin typeface="+mj-lt" pitchFamily="34" charset="0"/>
                <a:ea typeface="+mj-lt" pitchFamily="34" charset="-122"/>
                <a:cs typeface="+mj-lt" pitchFamily="34" charset="-120"/>
              </a:rPr>
              <a:t>in</a:t>
            </a:r>
            <a:endParaRPr lang="en-US" sz="2000" dirty="0"/>
          </a:p>
        </p:txBody>
      </p:sp>
      <p:sp>
        <p:nvSpPr>
          <p:cNvPr id="10" name="Text 7"/>
          <p:cNvSpPr txBox="1"/>
          <p:nvPr/>
        </p:nvSpPr>
        <p:spPr>
          <a:xfrm>
            <a:off x="594360" y="2862072"/>
            <a:ext cx="1375519" cy="310896"/>
          </a:xfrm>
          <a:prstGeom prst="rect">
            <a:avLst/>
          </a:prstGeom>
          <a:noFill/>
          <a:ln/>
        </p:spPr>
        <p:txBody>
          <a:bodyPr wrap="square" lIns="0" tIns="0" rIns="0" bIns="0" rtlCol="0" anchor="ctr"/>
          <a:lstStyle/>
          <a:p>
            <a:pPr algn="ctr" indent="0" marL="0">
              <a:buNone/>
            </a:pPr>
            <a:r>
              <a:rPr lang="en-US" sz="1300" dirty="0">
                <a:solidFill>
                  <a:schemeClr val="tx2"/>
                </a:solidFill>
              </a:rPr>
              <a:t>dedans</a:t>
            </a:r>
            <a:endParaRPr lang="en-US" sz="1300" dirty="0"/>
          </a:p>
        </p:txBody>
      </p:sp>
      <p:sp>
        <p:nvSpPr>
          <p:cNvPr id="11" name="Text 8"/>
          <p:cNvSpPr txBox="1"/>
          <p:nvPr/>
        </p:nvSpPr>
        <p:spPr>
          <a:xfrm>
            <a:off x="603504" y="3172968"/>
            <a:ext cx="1357231" cy="521208"/>
          </a:xfrm>
          <a:prstGeom prst="rect">
            <a:avLst/>
          </a:prstGeom>
          <a:noFill/>
          <a:ln/>
        </p:spPr>
        <p:txBody>
          <a:bodyPr wrap="square" lIns="0" tIns="0" rIns="0" bIns="0" rtlCol="0" anchor="ctr"/>
          <a:lstStyle/>
          <a:p>
            <a:pPr algn="ctr" indent="0" marL="0">
              <a:buNone/>
            </a:pPr>
            <a:r>
              <a:rPr lang="en-US" sz="1100" i="1" dirty="0">
                <a:solidFill>
                  <a:schemeClr val="accent5"/>
                </a:solidFill>
              </a:rPr>
              <a:t>instappen</a:t>
            </a:r>
            <a:endParaRPr lang="en-US" sz="1100" dirty="0"/>
          </a:p>
          <a:p>
            <a:pPr algn="ctr" indent="0" marL="0">
              <a:buNone/>
            </a:pPr>
            <a:r>
              <a:rPr lang="en-US" sz="1100" i="1" dirty="0">
                <a:solidFill>
                  <a:schemeClr val="accent5"/>
                </a:solidFill>
              </a:rPr>
              <a:t>inleveren</a:t>
            </a:r>
            <a:endParaRPr lang="en-US" sz="1100" dirty="0"/>
          </a:p>
        </p:txBody>
      </p:sp>
      <p:sp>
        <p:nvSpPr>
          <p:cNvPr id="12" name="Shape 9"/>
          <p:cNvSpPr/>
          <p:nvPr/>
        </p:nvSpPr>
        <p:spPr>
          <a:xfrm>
            <a:off x="2152759" y="1463040"/>
            <a:ext cx="1466959" cy="2286000"/>
          </a:xfrm>
          <a:prstGeom prst="roundRect">
            <a:avLst>
              <a:gd name="adj" fmla="val 6233"/>
            </a:avLst>
          </a:prstGeom>
          <a:solidFill>
            <a:srgbClr val="FFFFFF"/>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2337337" y="1694383"/>
            <a:ext cx="523951" cy="625450"/>
          </a:xfrm>
          <a:prstGeom prst="rect">
            <a:avLst/>
          </a:prstGeom>
          <a:solidFill>
            <a:srgbClr val="FFFFFF"/>
          </a:solidFill>
          <a:ln w="19050">
            <a:solidFill>
              <a:srgbClr val="17375E"/>
            </a:solidFill>
            <a:prstDash val="solid"/>
          </a:ln>
        </p:spPr>
      </p:sp>
      <p:sp>
        <p:nvSpPr>
          <p:cNvPr id="14" name="Shape 11"/>
          <p:cNvSpPr/>
          <p:nvPr/>
        </p:nvSpPr>
        <p:spPr>
          <a:xfrm>
            <a:off x="2823863" y="1885493"/>
            <a:ext cx="74850" cy="243230"/>
          </a:xfrm>
          <a:prstGeom prst="rect">
            <a:avLst/>
          </a:prstGeom>
          <a:solidFill>
            <a:srgbClr val="FFFFFF"/>
          </a:solidFill>
          <a:ln w="12700">
            <a:solidFill>
              <a:srgbClr val="FFFFFF">
                <a:alpha val="0"/>
              </a:srgbClr>
            </a:solidFill>
            <a:prstDash val="solid"/>
          </a:ln>
        </p:spPr>
      </p:sp>
      <p:sp>
        <p:nvSpPr>
          <p:cNvPr id="15" name="Shape 12"/>
          <p:cNvSpPr/>
          <p:nvPr/>
        </p:nvSpPr>
        <p:spPr>
          <a:xfrm>
            <a:off x="2561888" y="1920240"/>
            <a:ext cx="923152" cy="173736"/>
          </a:xfrm>
          <a:prstGeom prst="rightArrow">
            <a:avLst/>
          </a:prstGeom>
          <a:solidFill>
            <a:srgbClr val="D9700F"/>
          </a:solidFill>
          <a:ln w="12700">
            <a:solidFill>
              <a:srgbClr val="FFFFFF">
                <a:alpha val="0"/>
              </a:srgbClr>
            </a:solidFill>
            <a:prstDash val="solid"/>
          </a:ln>
        </p:spPr>
      </p:sp>
      <p:sp>
        <p:nvSpPr>
          <p:cNvPr id="16" name="Text 13"/>
          <p:cNvSpPr txBox="1"/>
          <p:nvPr/>
        </p:nvSpPr>
        <p:spPr>
          <a:xfrm>
            <a:off x="2152759" y="2478024"/>
            <a:ext cx="1466959" cy="384048"/>
          </a:xfrm>
          <a:prstGeom prst="rect">
            <a:avLst/>
          </a:prstGeom>
          <a:noFill/>
          <a:ln/>
        </p:spPr>
        <p:txBody>
          <a:bodyPr wrap="square" lIns="0" tIns="0" rIns="0" bIns="0" rtlCol="0" anchor="ctr"/>
          <a:lstStyle/>
          <a:p>
            <a:pPr algn="ctr" indent="0" marL="0">
              <a:buNone/>
            </a:pPr>
            <a:r>
              <a:rPr lang="en-US" sz="2000" b="1" dirty="0">
                <a:solidFill>
                  <a:schemeClr val="accent1"/>
                </a:solidFill>
                <a:latin typeface="+mj-lt" pitchFamily="34" charset="0"/>
                <a:ea typeface="+mj-lt" pitchFamily="34" charset="-122"/>
                <a:cs typeface="+mj-lt" pitchFamily="34" charset="-120"/>
              </a:rPr>
              <a:t>uit</a:t>
            </a:r>
            <a:endParaRPr lang="en-US" sz="2000" dirty="0"/>
          </a:p>
        </p:txBody>
      </p:sp>
      <p:sp>
        <p:nvSpPr>
          <p:cNvPr id="17" name="Text 14"/>
          <p:cNvSpPr txBox="1"/>
          <p:nvPr/>
        </p:nvSpPr>
        <p:spPr>
          <a:xfrm>
            <a:off x="2198479" y="2862072"/>
            <a:ext cx="1375519" cy="310896"/>
          </a:xfrm>
          <a:prstGeom prst="rect">
            <a:avLst/>
          </a:prstGeom>
          <a:noFill/>
          <a:ln/>
        </p:spPr>
        <p:txBody>
          <a:bodyPr wrap="square" lIns="0" tIns="0" rIns="0" bIns="0" rtlCol="0" anchor="ctr"/>
          <a:lstStyle/>
          <a:p>
            <a:pPr algn="ctr" indent="0" marL="0">
              <a:buNone/>
            </a:pPr>
            <a:r>
              <a:rPr lang="en-US" sz="1300" dirty="0">
                <a:solidFill>
                  <a:schemeClr val="tx2"/>
                </a:solidFill>
              </a:rPr>
              <a:t>dehors</a:t>
            </a:r>
            <a:endParaRPr lang="en-US" sz="1300" dirty="0"/>
          </a:p>
        </p:txBody>
      </p:sp>
      <p:sp>
        <p:nvSpPr>
          <p:cNvPr id="18" name="Text 15"/>
          <p:cNvSpPr txBox="1"/>
          <p:nvPr/>
        </p:nvSpPr>
        <p:spPr>
          <a:xfrm>
            <a:off x="2207623" y="3172968"/>
            <a:ext cx="1357231" cy="521208"/>
          </a:xfrm>
          <a:prstGeom prst="rect">
            <a:avLst/>
          </a:prstGeom>
          <a:noFill/>
          <a:ln/>
        </p:spPr>
        <p:txBody>
          <a:bodyPr wrap="square" lIns="0" tIns="0" rIns="0" bIns="0" rtlCol="0" anchor="ctr"/>
          <a:lstStyle/>
          <a:p>
            <a:pPr algn="ctr" indent="0" marL="0">
              <a:buNone/>
            </a:pPr>
            <a:r>
              <a:rPr lang="en-US" sz="1100" i="1" dirty="0">
                <a:solidFill>
                  <a:schemeClr val="accent5"/>
                </a:solidFill>
              </a:rPr>
              <a:t>uitgaan</a:t>
            </a:r>
            <a:endParaRPr lang="en-US" sz="1100" dirty="0"/>
          </a:p>
          <a:p>
            <a:pPr algn="ctr" indent="0" marL="0">
              <a:buNone/>
            </a:pPr>
            <a:r>
              <a:rPr lang="en-US" sz="1100" i="1" dirty="0">
                <a:solidFill>
                  <a:schemeClr val="accent5"/>
                </a:solidFill>
              </a:rPr>
              <a:t>uitleggen</a:t>
            </a:r>
            <a:endParaRPr lang="en-US" sz="1100" dirty="0"/>
          </a:p>
        </p:txBody>
      </p:sp>
      <p:sp>
        <p:nvSpPr>
          <p:cNvPr id="19" name="Shape 16"/>
          <p:cNvSpPr/>
          <p:nvPr/>
        </p:nvSpPr>
        <p:spPr>
          <a:xfrm>
            <a:off x="3756878" y="1463040"/>
            <a:ext cx="1466959" cy="2286000"/>
          </a:xfrm>
          <a:prstGeom prst="roundRect">
            <a:avLst>
              <a:gd name="adj" fmla="val 6233"/>
            </a:avLst>
          </a:prstGeom>
          <a:solidFill>
            <a:srgbClr val="FFFFFF"/>
          </a:solidFill>
          <a:ln w="22225">
            <a:solidFill>
              <a:srgbClr val="2E7D4F"/>
            </a:solidFill>
            <a:prstDash val="solid"/>
          </a:ln>
          <a:effectLst>
            <a:outerShdw sx="100000" sy="100000" kx="0" ky="0" algn="bl" rotWithShape="0" blurRad="101600" dist="25400" dir="3600000">
              <a:srgbClr val="000000">
                <a:alpha val="16000"/>
              </a:srgbClr>
            </a:outerShdw>
          </a:effectLst>
        </p:spPr>
      </p:sp>
      <p:sp>
        <p:nvSpPr>
          <p:cNvPr id="20" name="Shape 17"/>
          <p:cNvSpPr/>
          <p:nvPr/>
        </p:nvSpPr>
        <p:spPr>
          <a:xfrm>
            <a:off x="4041256" y="2337206"/>
            <a:ext cx="898202" cy="52121"/>
          </a:xfrm>
          <a:prstGeom prst="rect">
            <a:avLst/>
          </a:prstGeom>
          <a:solidFill>
            <a:srgbClr val="8A96A8"/>
          </a:solidFill>
          <a:ln w="12700">
            <a:solidFill>
              <a:srgbClr val="FFFFFF">
                <a:alpha val="0"/>
              </a:srgbClr>
            </a:solidFill>
            <a:prstDash val="solid"/>
          </a:ln>
        </p:spPr>
      </p:sp>
      <p:sp>
        <p:nvSpPr>
          <p:cNvPr id="21" name="Shape 18"/>
          <p:cNvSpPr/>
          <p:nvPr/>
        </p:nvSpPr>
        <p:spPr>
          <a:xfrm>
            <a:off x="4353132" y="1607515"/>
            <a:ext cx="274451" cy="712318"/>
          </a:xfrm>
          <a:prstGeom prst="upArrow">
            <a:avLst/>
          </a:prstGeom>
          <a:solidFill>
            <a:srgbClr val="2E7D4F"/>
          </a:solidFill>
          <a:ln w="12700">
            <a:solidFill>
              <a:srgbClr val="FFFFFF">
                <a:alpha val="0"/>
              </a:srgbClr>
            </a:solidFill>
            <a:prstDash val="solid"/>
          </a:ln>
        </p:spPr>
      </p:sp>
      <p:sp>
        <p:nvSpPr>
          <p:cNvPr id="22" name="Text 19"/>
          <p:cNvSpPr txBox="1"/>
          <p:nvPr/>
        </p:nvSpPr>
        <p:spPr>
          <a:xfrm>
            <a:off x="3756878" y="2478024"/>
            <a:ext cx="1466959" cy="384048"/>
          </a:xfrm>
          <a:prstGeom prst="rect">
            <a:avLst/>
          </a:prstGeom>
          <a:noFill/>
          <a:ln/>
        </p:spPr>
        <p:txBody>
          <a:bodyPr wrap="square" lIns="0" tIns="0" rIns="0" bIns="0" rtlCol="0" anchor="ctr"/>
          <a:lstStyle/>
          <a:p>
            <a:pPr algn="ctr" indent="0" marL="0">
              <a:buNone/>
            </a:pPr>
            <a:r>
              <a:rPr lang="en-US" sz="2000" b="1" dirty="0">
                <a:solidFill>
                  <a:schemeClr val="accent3"/>
                </a:solidFill>
                <a:latin typeface="+mj-lt" pitchFamily="34" charset="0"/>
                <a:ea typeface="+mj-lt" pitchFamily="34" charset="-122"/>
                <a:cs typeface="+mj-lt" pitchFamily="34" charset="-120"/>
              </a:rPr>
              <a:t>op</a:t>
            </a:r>
            <a:endParaRPr lang="en-US" sz="2000" dirty="0"/>
          </a:p>
        </p:txBody>
      </p:sp>
      <p:sp>
        <p:nvSpPr>
          <p:cNvPr id="23" name="Text 20"/>
          <p:cNvSpPr txBox="1"/>
          <p:nvPr/>
        </p:nvSpPr>
        <p:spPr>
          <a:xfrm>
            <a:off x="3802598" y="2862072"/>
            <a:ext cx="1375519" cy="310896"/>
          </a:xfrm>
          <a:prstGeom prst="rect">
            <a:avLst/>
          </a:prstGeom>
          <a:noFill/>
          <a:ln/>
        </p:spPr>
        <p:txBody>
          <a:bodyPr wrap="square" lIns="0" tIns="0" rIns="0" bIns="0" rtlCol="0" anchor="ctr"/>
          <a:lstStyle/>
          <a:p>
            <a:pPr algn="ctr" indent="0" marL="0">
              <a:buNone/>
            </a:pPr>
            <a:r>
              <a:rPr lang="en-US" sz="1300" dirty="0">
                <a:solidFill>
                  <a:schemeClr val="tx2"/>
                </a:solidFill>
              </a:rPr>
              <a:t>vers le haut</a:t>
            </a:r>
            <a:endParaRPr lang="en-US" sz="1300" dirty="0"/>
          </a:p>
        </p:txBody>
      </p:sp>
      <p:sp>
        <p:nvSpPr>
          <p:cNvPr id="24" name="Text 21"/>
          <p:cNvSpPr txBox="1"/>
          <p:nvPr/>
        </p:nvSpPr>
        <p:spPr>
          <a:xfrm>
            <a:off x="3811742" y="3172968"/>
            <a:ext cx="1357231" cy="521208"/>
          </a:xfrm>
          <a:prstGeom prst="rect">
            <a:avLst/>
          </a:prstGeom>
          <a:noFill/>
          <a:ln/>
        </p:spPr>
        <p:txBody>
          <a:bodyPr wrap="square" lIns="0" tIns="0" rIns="0" bIns="0" rtlCol="0" anchor="ctr"/>
          <a:lstStyle/>
          <a:p>
            <a:pPr algn="ctr" indent="0" marL="0">
              <a:buNone/>
            </a:pPr>
            <a:r>
              <a:rPr lang="en-US" sz="1100" i="1" dirty="0">
                <a:solidFill>
                  <a:schemeClr val="accent5"/>
                </a:solidFill>
              </a:rPr>
              <a:t>opstaan</a:t>
            </a:r>
            <a:endParaRPr lang="en-US" sz="1100" dirty="0"/>
          </a:p>
          <a:p>
            <a:pPr algn="ctr" indent="0" marL="0">
              <a:buNone/>
            </a:pPr>
            <a:r>
              <a:rPr lang="en-US" sz="1100" i="1" dirty="0">
                <a:solidFill>
                  <a:schemeClr val="accent5"/>
                </a:solidFill>
              </a:rPr>
              <a:t>opschrijven</a:t>
            </a:r>
            <a:endParaRPr lang="en-US" sz="1100" dirty="0"/>
          </a:p>
        </p:txBody>
      </p:sp>
      <p:sp>
        <p:nvSpPr>
          <p:cNvPr id="25" name="Shape 22"/>
          <p:cNvSpPr/>
          <p:nvPr/>
        </p:nvSpPr>
        <p:spPr>
          <a:xfrm>
            <a:off x="5360997" y="1463040"/>
            <a:ext cx="1466959" cy="2286000"/>
          </a:xfrm>
          <a:prstGeom prst="roundRect">
            <a:avLst>
              <a:gd name="adj" fmla="val 6233"/>
            </a:avLst>
          </a:prstGeom>
          <a:solidFill>
            <a:srgbClr val="FFFFFF"/>
          </a:solidFill>
          <a:ln w="22225">
            <a:solidFill>
              <a:srgbClr val="B83227"/>
            </a:solidFill>
            <a:prstDash val="solid"/>
          </a:ln>
          <a:effectLst>
            <a:outerShdw sx="100000" sy="100000" kx="0" ky="0" algn="bl" rotWithShape="0" blurRad="101600" dist="25400" dir="3600000">
              <a:srgbClr val="000000">
                <a:alpha val="16000"/>
              </a:srgbClr>
            </a:outerShdw>
          </a:effectLst>
        </p:spPr>
      </p:sp>
      <p:sp>
        <p:nvSpPr>
          <p:cNvPr id="26" name="Shape 23"/>
          <p:cNvSpPr/>
          <p:nvPr/>
        </p:nvSpPr>
        <p:spPr>
          <a:xfrm>
            <a:off x="5520625" y="1885493"/>
            <a:ext cx="523951" cy="60808"/>
          </a:xfrm>
          <a:prstGeom prst="rect">
            <a:avLst/>
          </a:prstGeom>
          <a:solidFill>
            <a:srgbClr val="8A96A8"/>
          </a:solidFill>
          <a:ln w="12700">
            <a:solidFill>
              <a:srgbClr val="FFFFFF">
                <a:alpha val="0"/>
              </a:srgbClr>
            </a:solidFill>
            <a:prstDash val="solid"/>
          </a:ln>
        </p:spPr>
      </p:sp>
      <p:sp>
        <p:nvSpPr>
          <p:cNvPr id="27" name="Shape 24"/>
          <p:cNvSpPr/>
          <p:nvPr/>
        </p:nvSpPr>
        <p:spPr>
          <a:xfrm>
            <a:off x="5645375" y="1642262"/>
            <a:ext cx="224551" cy="243230"/>
          </a:xfrm>
          <a:prstGeom prst="rect">
            <a:avLst/>
          </a:prstGeom>
          <a:solidFill>
            <a:srgbClr val="FFFFFF">
              <a:alpha val="0"/>
            </a:srgbClr>
          </a:solidFill>
          <a:ln w="13335">
            <a:solidFill>
              <a:srgbClr val="8A96A8"/>
            </a:solidFill>
            <a:prstDash val="dash"/>
          </a:ln>
        </p:spPr>
      </p:sp>
      <p:sp>
        <p:nvSpPr>
          <p:cNvPr id="28" name="Shape 25"/>
          <p:cNvSpPr/>
          <p:nvPr/>
        </p:nvSpPr>
        <p:spPr>
          <a:xfrm>
            <a:off x="5919826" y="1954987"/>
            <a:ext cx="474051" cy="312725"/>
          </a:xfrm>
          <a:prstGeom prst="line">
            <a:avLst/>
          </a:prstGeom>
          <a:noFill/>
          <a:ln w="50800">
            <a:solidFill>
              <a:srgbClr val="B83227"/>
            </a:solidFill>
            <a:prstDash val="solid"/>
            <a:tailEnd type="triangle"/>
          </a:ln>
        </p:spPr>
      </p:sp>
      <p:sp>
        <p:nvSpPr>
          <p:cNvPr id="29" name="Shape 26"/>
          <p:cNvSpPr/>
          <p:nvPr/>
        </p:nvSpPr>
        <p:spPr>
          <a:xfrm>
            <a:off x="6418827" y="2180844"/>
            <a:ext cx="224551" cy="225857"/>
          </a:xfrm>
          <a:prstGeom prst="rect">
            <a:avLst/>
          </a:prstGeom>
          <a:solidFill>
            <a:srgbClr val="B83227"/>
          </a:solidFill>
          <a:ln w="12700">
            <a:solidFill>
              <a:srgbClr val="FFFFFF">
                <a:alpha val="0"/>
              </a:srgbClr>
            </a:solidFill>
            <a:prstDash val="solid"/>
          </a:ln>
        </p:spPr>
      </p:sp>
      <p:sp>
        <p:nvSpPr>
          <p:cNvPr id="30" name="Text 27"/>
          <p:cNvSpPr txBox="1"/>
          <p:nvPr/>
        </p:nvSpPr>
        <p:spPr>
          <a:xfrm>
            <a:off x="5360997" y="2478024"/>
            <a:ext cx="1466959" cy="384048"/>
          </a:xfrm>
          <a:prstGeom prst="rect">
            <a:avLst/>
          </a:prstGeom>
          <a:noFill/>
          <a:ln/>
        </p:spPr>
        <p:txBody>
          <a:bodyPr wrap="square" lIns="0" tIns="0" rIns="0" bIns="0" rtlCol="0" anchor="ctr"/>
          <a:lstStyle/>
          <a:p>
            <a:pPr algn="ctr" indent="0" marL="0">
              <a:buNone/>
            </a:pPr>
            <a:r>
              <a:rPr lang="en-US" sz="2000" b="1" dirty="0">
                <a:solidFill>
                  <a:schemeClr val="accent6"/>
                </a:solidFill>
                <a:latin typeface="+mj-lt" pitchFamily="34" charset="0"/>
                <a:ea typeface="+mj-lt" pitchFamily="34" charset="-122"/>
                <a:cs typeface="+mj-lt" pitchFamily="34" charset="-120"/>
              </a:rPr>
              <a:t>af</a:t>
            </a:r>
            <a:endParaRPr lang="en-US" sz="2000" dirty="0"/>
          </a:p>
        </p:txBody>
      </p:sp>
      <p:sp>
        <p:nvSpPr>
          <p:cNvPr id="31" name="Text 28"/>
          <p:cNvSpPr txBox="1"/>
          <p:nvPr/>
        </p:nvSpPr>
        <p:spPr>
          <a:xfrm>
            <a:off x="5406717" y="2862072"/>
            <a:ext cx="1375519" cy="310896"/>
          </a:xfrm>
          <a:prstGeom prst="rect">
            <a:avLst/>
          </a:prstGeom>
          <a:noFill/>
          <a:ln/>
        </p:spPr>
        <p:txBody>
          <a:bodyPr wrap="square" lIns="0" tIns="0" rIns="0" bIns="0" rtlCol="0" anchor="ctr"/>
          <a:lstStyle/>
          <a:p>
            <a:pPr algn="ctr" indent="0" marL="0">
              <a:buNone/>
            </a:pPr>
            <a:r>
              <a:rPr lang="en-US" sz="1300" dirty="0">
                <a:solidFill>
                  <a:schemeClr val="tx2"/>
                </a:solidFill>
              </a:rPr>
              <a:t>vers le bas</a:t>
            </a:r>
            <a:endParaRPr lang="en-US" sz="1300" dirty="0"/>
          </a:p>
        </p:txBody>
      </p:sp>
      <p:sp>
        <p:nvSpPr>
          <p:cNvPr id="32" name="Text 29"/>
          <p:cNvSpPr txBox="1"/>
          <p:nvPr/>
        </p:nvSpPr>
        <p:spPr>
          <a:xfrm>
            <a:off x="5415861" y="3172968"/>
            <a:ext cx="1357231" cy="521208"/>
          </a:xfrm>
          <a:prstGeom prst="rect">
            <a:avLst/>
          </a:prstGeom>
          <a:noFill/>
          <a:ln/>
        </p:spPr>
        <p:txBody>
          <a:bodyPr wrap="square" lIns="0" tIns="0" rIns="0" bIns="0" rtlCol="0" anchor="ctr"/>
          <a:lstStyle/>
          <a:p>
            <a:pPr algn="ctr" indent="0" marL="0">
              <a:buNone/>
            </a:pPr>
            <a:r>
              <a:rPr lang="en-US" sz="1100" i="1" dirty="0">
                <a:solidFill>
                  <a:schemeClr val="accent5"/>
                </a:solidFill>
              </a:rPr>
              <a:t>afnemen</a:t>
            </a:r>
            <a:endParaRPr lang="en-US" sz="1100" dirty="0"/>
          </a:p>
          <a:p>
            <a:pPr algn="ctr" indent="0" marL="0">
              <a:buNone/>
            </a:pPr>
            <a:r>
              <a:rPr lang="en-US" sz="1100" i="1" dirty="0">
                <a:solidFill>
                  <a:schemeClr val="accent5"/>
                </a:solidFill>
              </a:rPr>
              <a:t>afmaken</a:t>
            </a:r>
            <a:endParaRPr lang="en-US" sz="1100" dirty="0"/>
          </a:p>
        </p:txBody>
      </p:sp>
      <p:sp>
        <p:nvSpPr>
          <p:cNvPr id="33" name="Shape 30"/>
          <p:cNvSpPr/>
          <p:nvPr/>
        </p:nvSpPr>
        <p:spPr>
          <a:xfrm>
            <a:off x="6965115" y="1463040"/>
            <a:ext cx="1466959" cy="2286000"/>
          </a:xfrm>
          <a:prstGeom prst="roundRect">
            <a:avLst>
              <a:gd name="adj" fmla="val 6233"/>
            </a:avLst>
          </a:prstGeom>
          <a:solidFill>
            <a:srgbClr val="FFFFFF"/>
          </a:solidFill>
          <a:ln w="22225">
            <a:solidFill>
              <a:srgbClr val="2A6FB0"/>
            </a:solidFill>
            <a:prstDash val="solid"/>
          </a:ln>
          <a:effectLst>
            <a:outerShdw sx="100000" sy="100000" kx="0" ky="0" algn="bl" rotWithShape="0" blurRad="101600" dist="25400" dir="3600000">
              <a:srgbClr val="000000">
                <a:alpha val="16000"/>
              </a:srgbClr>
            </a:outerShdw>
          </a:effectLst>
        </p:spPr>
      </p:sp>
      <p:sp>
        <p:nvSpPr>
          <p:cNvPr id="34" name="Shape 31"/>
          <p:cNvSpPr/>
          <p:nvPr/>
        </p:nvSpPr>
        <p:spPr>
          <a:xfrm>
            <a:off x="7798395" y="1763878"/>
            <a:ext cx="374251" cy="486461"/>
          </a:xfrm>
          <a:prstGeom prst="irregularSeal1">
            <a:avLst/>
          </a:prstGeom>
          <a:solidFill>
            <a:srgbClr val="F4B400"/>
          </a:solidFill>
          <a:ln w="12700">
            <a:solidFill>
              <a:srgbClr val="FFFFFF">
                <a:alpha val="0"/>
              </a:srgbClr>
            </a:solidFill>
            <a:prstDash val="solid"/>
          </a:ln>
        </p:spPr>
      </p:sp>
      <p:sp>
        <p:nvSpPr>
          <p:cNvPr id="35" name="Shape 32"/>
          <p:cNvSpPr/>
          <p:nvPr/>
        </p:nvSpPr>
        <p:spPr>
          <a:xfrm>
            <a:off x="8047896" y="1624889"/>
            <a:ext cx="99800" cy="764438"/>
          </a:xfrm>
          <a:prstGeom prst="rect">
            <a:avLst/>
          </a:prstGeom>
          <a:solidFill>
            <a:srgbClr val="8A96A8"/>
          </a:solidFill>
          <a:ln w="12700">
            <a:solidFill>
              <a:srgbClr val="FFFFFF">
                <a:alpha val="0"/>
              </a:srgbClr>
            </a:solidFill>
            <a:prstDash val="solid"/>
          </a:ln>
        </p:spPr>
      </p:sp>
      <p:sp>
        <p:nvSpPr>
          <p:cNvPr id="36" name="Shape 33"/>
          <p:cNvSpPr/>
          <p:nvPr/>
        </p:nvSpPr>
        <p:spPr>
          <a:xfrm>
            <a:off x="7124744" y="1920240"/>
            <a:ext cx="923152" cy="173736"/>
          </a:xfrm>
          <a:prstGeom prst="rightArrow">
            <a:avLst/>
          </a:prstGeom>
          <a:solidFill>
            <a:srgbClr val="2A6FB0"/>
          </a:solidFill>
          <a:ln w="12700">
            <a:solidFill>
              <a:srgbClr val="FFFFFF">
                <a:alpha val="0"/>
              </a:srgbClr>
            </a:solidFill>
            <a:prstDash val="solid"/>
          </a:ln>
        </p:spPr>
      </p:sp>
      <p:sp>
        <p:nvSpPr>
          <p:cNvPr id="37" name="Text 34"/>
          <p:cNvSpPr txBox="1"/>
          <p:nvPr/>
        </p:nvSpPr>
        <p:spPr>
          <a:xfrm>
            <a:off x="6965115" y="2478024"/>
            <a:ext cx="1466959" cy="384048"/>
          </a:xfrm>
          <a:prstGeom prst="rect">
            <a:avLst/>
          </a:prstGeom>
          <a:noFill/>
          <a:ln/>
        </p:spPr>
        <p:txBody>
          <a:bodyPr wrap="square" lIns="0" tIns="0" rIns="0" bIns="0" rtlCol="0" anchor="ctr"/>
          <a:lstStyle/>
          <a:p>
            <a:pPr algn="ctr" indent="0" marL="0">
              <a:buNone/>
            </a:pPr>
            <a:r>
              <a:rPr lang="en-US" sz="2000" b="1" dirty="0">
                <a:solidFill>
                  <a:schemeClr val="accent2"/>
                </a:solidFill>
                <a:latin typeface="+mj-lt" pitchFamily="34" charset="0"/>
                <a:ea typeface="+mj-lt" pitchFamily="34" charset="-122"/>
                <a:cs typeface="+mj-lt" pitchFamily="34" charset="-120"/>
              </a:rPr>
              <a:t>aan</a:t>
            </a:r>
            <a:endParaRPr lang="en-US" sz="2000" dirty="0"/>
          </a:p>
        </p:txBody>
      </p:sp>
      <p:sp>
        <p:nvSpPr>
          <p:cNvPr id="38" name="Text 35"/>
          <p:cNvSpPr txBox="1"/>
          <p:nvPr/>
        </p:nvSpPr>
        <p:spPr>
          <a:xfrm>
            <a:off x="7010835" y="2862072"/>
            <a:ext cx="1375519" cy="310896"/>
          </a:xfrm>
          <a:prstGeom prst="rect">
            <a:avLst/>
          </a:prstGeom>
          <a:noFill/>
          <a:ln/>
        </p:spPr>
        <p:txBody>
          <a:bodyPr wrap="square" lIns="0" tIns="0" rIns="0" bIns="0" rtlCol="0" anchor="ctr"/>
          <a:lstStyle/>
          <a:p>
            <a:pPr algn="ctr" indent="0" marL="0">
              <a:buNone/>
            </a:pPr>
            <a:r>
              <a:rPr lang="en-US" sz="1300" dirty="0">
                <a:solidFill>
                  <a:schemeClr val="tx2"/>
                </a:solidFill>
              </a:rPr>
              <a:t>contact</a:t>
            </a:r>
            <a:endParaRPr lang="en-US" sz="1300" dirty="0"/>
          </a:p>
        </p:txBody>
      </p:sp>
      <p:sp>
        <p:nvSpPr>
          <p:cNvPr id="39" name="Text 36"/>
          <p:cNvSpPr txBox="1"/>
          <p:nvPr/>
        </p:nvSpPr>
        <p:spPr>
          <a:xfrm>
            <a:off x="7019979" y="3172968"/>
            <a:ext cx="1357231" cy="521208"/>
          </a:xfrm>
          <a:prstGeom prst="rect">
            <a:avLst/>
          </a:prstGeom>
          <a:noFill/>
          <a:ln/>
        </p:spPr>
        <p:txBody>
          <a:bodyPr wrap="square" lIns="0" tIns="0" rIns="0" bIns="0" rtlCol="0" anchor="ctr"/>
          <a:lstStyle/>
          <a:p>
            <a:pPr algn="ctr" indent="0" marL="0">
              <a:buNone/>
            </a:pPr>
            <a:r>
              <a:rPr lang="en-US" sz="1100" i="1" dirty="0">
                <a:solidFill>
                  <a:schemeClr val="accent5"/>
                </a:solidFill>
              </a:rPr>
              <a:t>aanzetten</a:t>
            </a:r>
            <a:endParaRPr lang="en-US" sz="1100" dirty="0"/>
          </a:p>
          <a:p>
            <a:pPr algn="ctr" indent="0" marL="0">
              <a:buNone/>
            </a:pPr>
            <a:r>
              <a:rPr lang="en-US" sz="1100" i="1" dirty="0">
                <a:solidFill>
                  <a:schemeClr val="accent5"/>
                </a:solidFill>
              </a:rPr>
              <a:t>aanleren</a:t>
            </a:r>
            <a:endParaRPr lang="en-US" sz="1100" dirty="0"/>
          </a:p>
        </p:txBody>
      </p:sp>
      <p:sp>
        <p:nvSpPr>
          <p:cNvPr id="40" name="Shape 37"/>
          <p:cNvSpPr/>
          <p:nvPr/>
        </p:nvSpPr>
        <p:spPr>
          <a:xfrm>
            <a:off x="8569234" y="1463040"/>
            <a:ext cx="1466959" cy="2286000"/>
          </a:xfrm>
          <a:prstGeom prst="roundRect">
            <a:avLst>
              <a:gd name="adj" fmla="val 6233"/>
            </a:avLst>
          </a:prstGeom>
          <a:solidFill>
            <a:srgbClr val="FFFFFF"/>
          </a:solidFill>
          <a:ln w="22225">
            <a:solidFill>
              <a:srgbClr val="0E7C86"/>
            </a:solidFill>
            <a:prstDash val="solid"/>
          </a:ln>
          <a:effectLst>
            <a:outerShdw sx="100000" sy="100000" kx="0" ky="0" algn="bl" rotWithShape="0" blurRad="101600" dist="25400" dir="3600000">
              <a:srgbClr val="000000">
                <a:alpha val="16000"/>
              </a:srgbClr>
            </a:outerShdw>
          </a:effectLst>
        </p:spPr>
      </p:sp>
      <p:sp>
        <p:nvSpPr>
          <p:cNvPr id="41" name="Shape 38"/>
          <p:cNvSpPr/>
          <p:nvPr/>
        </p:nvSpPr>
        <p:spPr>
          <a:xfrm>
            <a:off x="9313229" y="1668323"/>
            <a:ext cx="677570" cy="677570"/>
          </a:xfrm>
          <a:prstGeom prst="ellipse">
            <a:avLst/>
          </a:prstGeom>
          <a:solidFill>
            <a:srgbClr val="FFFFFF"/>
          </a:solidFill>
          <a:ln w="19050">
            <a:solidFill>
              <a:srgbClr val="17375E"/>
            </a:solidFill>
            <a:prstDash val="solid"/>
          </a:ln>
        </p:spPr>
      </p:sp>
      <p:sp>
        <p:nvSpPr>
          <p:cNvPr id="42" name="Shape 39"/>
          <p:cNvSpPr/>
          <p:nvPr/>
        </p:nvSpPr>
        <p:spPr>
          <a:xfrm>
            <a:off x="9426158" y="1781251"/>
            <a:ext cx="451714" cy="451714"/>
          </a:xfrm>
          <a:prstGeom prst="ellipse">
            <a:avLst/>
          </a:prstGeom>
          <a:solidFill>
            <a:srgbClr val="0E7C86">
              <a:alpha val="25000"/>
            </a:srgbClr>
          </a:solidFill>
          <a:ln w="12700">
            <a:solidFill>
              <a:srgbClr val="FFFFFF">
                <a:alpha val="0"/>
              </a:srgbClr>
            </a:solidFill>
            <a:prstDash val="solid"/>
          </a:ln>
        </p:spPr>
      </p:sp>
      <p:sp>
        <p:nvSpPr>
          <p:cNvPr id="43" name="Shape 40"/>
          <p:cNvSpPr/>
          <p:nvPr/>
        </p:nvSpPr>
        <p:spPr>
          <a:xfrm>
            <a:off x="9556460" y="1911553"/>
            <a:ext cx="191110" cy="191110"/>
          </a:xfrm>
          <a:prstGeom prst="ellipse">
            <a:avLst/>
          </a:prstGeom>
          <a:solidFill>
            <a:srgbClr val="17375E"/>
          </a:solidFill>
          <a:ln w="12700">
            <a:solidFill>
              <a:srgbClr val="FFFFFF">
                <a:alpha val="0"/>
              </a:srgbClr>
            </a:solidFill>
            <a:prstDash val="solid"/>
          </a:ln>
        </p:spPr>
      </p:sp>
      <p:sp>
        <p:nvSpPr>
          <p:cNvPr id="44" name="Shape 41"/>
          <p:cNvSpPr/>
          <p:nvPr/>
        </p:nvSpPr>
        <p:spPr>
          <a:xfrm>
            <a:off x="8703912" y="1954987"/>
            <a:ext cx="923152" cy="104242"/>
          </a:xfrm>
          <a:prstGeom prst="rightArrow">
            <a:avLst/>
          </a:prstGeom>
          <a:solidFill>
            <a:srgbClr val="0E7C86"/>
          </a:solidFill>
          <a:ln w="12700">
            <a:solidFill>
              <a:srgbClr val="FFFFFF">
                <a:alpha val="0"/>
              </a:srgbClr>
            </a:solidFill>
            <a:prstDash val="solid"/>
          </a:ln>
        </p:spPr>
      </p:sp>
      <p:sp>
        <p:nvSpPr>
          <p:cNvPr id="45" name="Text 42"/>
          <p:cNvSpPr txBox="1"/>
          <p:nvPr/>
        </p:nvSpPr>
        <p:spPr>
          <a:xfrm>
            <a:off x="8569234" y="2478024"/>
            <a:ext cx="1466959" cy="384048"/>
          </a:xfrm>
          <a:prstGeom prst="rect">
            <a:avLst/>
          </a:prstGeom>
          <a:noFill/>
          <a:ln/>
        </p:spPr>
        <p:txBody>
          <a:bodyPr wrap="square" lIns="0" tIns="0" rIns="0" bIns="0" rtlCol="0" anchor="ctr"/>
          <a:lstStyle/>
          <a:p>
            <a:pPr algn="ctr" indent="0" marL="0">
              <a:buNone/>
            </a:pPr>
            <a:r>
              <a:rPr lang="en-US" sz="2000" b="1" dirty="0">
                <a:solidFill>
                  <a:srgbClr val="0E7C86"/>
                </a:solidFill>
                <a:latin typeface="+mj-lt" pitchFamily="34" charset="0"/>
                <a:ea typeface="+mj-lt" pitchFamily="34" charset="-122"/>
                <a:cs typeface="+mj-lt" pitchFamily="34" charset="-120"/>
              </a:rPr>
              <a:t>toe</a:t>
            </a:r>
            <a:endParaRPr lang="en-US" sz="2000" dirty="0"/>
          </a:p>
        </p:txBody>
      </p:sp>
      <p:sp>
        <p:nvSpPr>
          <p:cNvPr id="46" name="Text 43"/>
          <p:cNvSpPr txBox="1"/>
          <p:nvPr/>
        </p:nvSpPr>
        <p:spPr>
          <a:xfrm>
            <a:off x="8614954" y="2862072"/>
            <a:ext cx="1375519" cy="310896"/>
          </a:xfrm>
          <a:prstGeom prst="rect">
            <a:avLst/>
          </a:prstGeom>
          <a:noFill/>
          <a:ln/>
        </p:spPr>
        <p:txBody>
          <a:bodyPr wrap="square" lIns="0" tIns="0" rIns="0" bIns="0" rtlCol="0" anchor="ctr"/>
          <a:lstStyle/>
          <a:p>
            <a:pPr algn="ctr" indent="0" marL="0">
              <a:buNone/>
            </a:pPr>
            <a:r>
              <a:rPr lang="en-US" sz="1300" dirty="0">
                <a:solidFill>
                  <a:schemeClr val="tx2"/>
                </a:solidFill>
              </a:rPr>
              <a:t>vers</a:t>
            </a:r>
            <a:endParaRPr lang="en-US" sz="1300" dirty="0"/>
          </a:p>
        </p:txBody>
      </p:sp>
      <p:sp>
        <p:nvSpPr>
          <p:cNvPr id="47" name="Text 44"/>
          <p:cNvSpPr txBox="1"/>
          <p:nvPr/>
        </p:nvSpPr>
        <p:spPr>
          <a:xfrm>
            <a:off x="8624098" y="3172968"/>
            <a:ext cx="1357231" cy="521208"/>
          </a:xfrm>
          <a:prstGeom prst="rect">
            <a:avLst/>
          </a:prstGeom>
          <a:noFill/>
          <a:ln/>
        </p:spPr>
        <p:txBody>
          <a:bodyPr wrap="square" lIns="0" tIns="0" rIns="0" bIns="0" rtlCol="0" anchor="ctr"/>
          <a:lstStyle/>
          <a:p>
            <a:pPr algn="ctr" indent="0" marL="0">
              <a:buNone/>
            </a:pPr>
            <a:r>
              <a:rPr lang="en-US" sz="1100" i="1" dirty="0">
                <a:solidFill>
                  <a:schemeClr val="accent5"/>
                </a:solidFill>
              </a:rPr>
              <a:t>toenemen</a:t>
            </a:r>
            <a:endParaRPr lang="en-US" sz="1100" dirty="0"/>
          </a:p>
          <a:p>
            <a:pPr algn="ctr" indent="0" marL="0">
              <a:buNone/>
            </a:pPr>
            <a:r>
              <a:rPr lang="en-US" sz="1100" i="1" dirty="0">
                <a:solidFill>
                  <a:schemeClr val="accent5"/>
                </a:solidFill>
              </a:rPr>
              <a:t>toedoen</a:t>
            </a:r>
            <a:endParaRPr lang="en-US" sz="1100" dirty="0"/>
          </a:p>
        </p:txBody>
      </p:sp>
      <p:sp>
        <p:nvSpPr>
          <p:cNvPr id="48" name="Shape 45"/>
          <p:cNvSpPr/>
          <p:nvPr/>
        </p:nvSpPr>
        <p:spPr>
          <a:xfrm>
            <a:off x="10173353" y="1463040"/>
            <a:ext cx="1466959" cy="2286000"/>
          </a:xfrm>
          <a:prstGeom prst="roundRect">
            <a:avLst>
              <a:gd name="adj" fmla="val 6233"/>
            </a:avLst>
          </a:prstGeom>
          <a:solidFill>
            <a:srgbClr val="FFFFFF"/>
          </a:solidFill>
          <a:ln w="22225">
            <a:solidFill>
              <a:srgbClr val="B4236A"/>
            </a:solidFill>
            <a:prstDash val="solid"/>
          </a:ln>
          <a:effectLst>
            <a:outerShdw sx="100000" sy="100000" kx="0" ky="0" algn="bl" rotWithShape="0" blurRad="101600" dist="25400" dir="3600000">
              <a:srgbClr val="000000">
                <a:alpha val="16000"/>
              </a:srgbClr>
            </a:outerShdw>
          </a:effectLst>
        </p:spPr>
      </p:sp>
      <p:sp>
        <p:nvSpPr>
          <p:cNvPr id="49" name="Shape 46"/>
          <p:cNvSpPr/>
          <p:nvPr/>
        </p:nvSpPr>
        <p:spPr>
          <a:xfrm>
            <a:off x="10407831" y="2128723"/>
            <a:ext cx="349301" cy="243230"/>
          </a:xfrm>
          <a:prstGeom prst="rect">
            <a:avLst/>
          </a:prstGeom>
          <a:solidFill>
            <a:srgbClr val="D5DCE6"/>
          </a:solidFill>
          <a:ln w="19050">
            <a:solidFill>
              <a:srgbClr val="8A96A8"/>
            </a:solidFill>
            <a:prstDash val="solid"/>
          </a:ln>
        </p:spPr>
      </p:sp>
      <p:sp>
        <p:nvSpPr>
          <p:cNvPr id="50" name="Shape 47"/>
          <p:cNvSpPr/>
          <p:nvPr/>
        </p:nvSpPr>
        <p:spPr>
          <a:xfrm>
            <a:off x="10782082" y="2128723"/>
            <a:ext cx="349301" cy="243230"/>
          </a:xfrm>
          <a:prstGeom prst="rect">
            <a:avLst/>
          </a:prstGeom>
          <a:solidFill>
            <a:srgbClr val="D5DCE6"/>
          </a:solidFill>
          <a:ln w="19050">
            <a:solidFill>
              <a:srgbClr val="8A96A8"/>
            </a:solidFill>
            <a:prstDash val="solid"/>
          </a:ln>
        </p:spPr>
      </p:sp>
      <p:sp>
        <p:nvSpPr>
          <p:cNvPr id="51" name="Shape 48"/>
          <p:cNvSpPr/>
          <p:nvPr/>
        </p:nvSpPr>
        <p:spPr>
          <a:xfrm>
            <a:off x="10594957" y="1868119"/>
            <a:ext cx="349301" cy="243230"/>
          </a:xfrm>
          <a:prstGeom prst="rect">
            <a:avLst/>
          </a:prstGeom>
          <a:solidFill>
            <a:srgbClr val="FFFFFF">
              <a:alpha val="0"/>
            </a:srgbClr>
          </a:solidFill>
          <a:ln w="19050">
            <a:solidFill>
              <a:srgbClr val="B4236A"/>
            </a:solidFill>
            <a:prstDash val="dash"/>
          </a:ln>
        </p:spPr>
      </p:sp>
      <p:sp>
        <p:nvSpPr>
          <p:cNvPr id="52" name="Shape 49"/>
          <p:cNvSpPr/>
          <p:nvPr/>
        </p:nvSpPr>
        <p:spPr>
          <a:xfrm>
            <a:off x="10594957" y="1590142"/>
            <a:ext cx="349301" cy="243230"/>
          </a:xfrm>
          <a:prstGeom prst="rect">
            <a:avLst/>
          </a:prstGeom>
          <a:solidFill>
            <a:srgbClr val="B4236A"/>
          </a:solidFill>
          <a:ln w="12700">
            <a:solidFill>
              <a:srgbClr val="FFFFFF">
                <a:alpha val="0"/>
              </a:srgbClr>
            </a:solidFill>
            <a:prstDash val="solid"/>
          </a:ln>
        </p:spPr>
      </p:sp>
      <p:sp>
        <p:nvSpPr>
          <p:cNvPr id="53" name="Shape 50"/>
          <p:cNvSpPr/>
          <p:nvPr/>
        </p:nvSpPr>
        <p:spPr>
          <a:xfrm>
            <a:off x="11106433" y="1607515"/>
            <a:ext cx="349301" cy="451714"/>
          </a:xfrm>
          <a:prstGeom prst="mathPlus">
            <a:avLst/>
          </a:prstGeom>
          <a:solidFill>
            <a:srgbClr val="B4236A"/>
          </a:solidFill>
          <a:ln w="12700">
            <a:solidFill>
              <a:srgbClr val="FFFFFF">
                <a:alpha val="0"/>
              </a:srgbClr>
            </a:solidFill>
            <a:prstDash val="solid"/>
          </a:ln>
        </p:spPr>
      </p:sp>
      <p:sp>
        <p:nvSpPr>
          <p:cNvPr id="54" name="Text 51"/>
          <p:cNvSpPr txBox="1"/>
          <p:nvPr/>
        </p:nvSpPr>
        <p:spPr>
          <a:xfrm>
            <a:off x="10173353" y="2478024"/>
            <a:ext cx="1466959" cy="384048"/>
          </a:xfrm>
          <a:prstGeom prst="rect">
            <a:avLst/>
          </a:prstGeom>
          <a:noFill/>
          <a:ln/>
        </p:spPr>
        <p:txBody>
          <a:bodyPr wrap="square" lIns="0" tIns="0" rIns="0" bIns="0" rtlCol="0" anchor="ctr"/>
          <a:lstStyle/>
          <a:p>
            <a:pPr algn="ctr" indent="0" marL="0">
              <a:buNone/>
            </a:pPr>
            <a:r>
              <a:rPr lang="en-US" sz="2000" b="1" dirty="0">
                <a:solidFill>
                  <a:schemeClr val="accent4"/>
                </a:solidFill>
                <a:latin typeface="+mj-lt" pitchFamily="34" charset="0"/>
                <a:ea typeface="+mj-lt" pitchFamily="34" charset="-122"/>
                <a:cs typeface="+mj-lt" pitchFamily="34" charset="-120"/>
              </a:rPr>
              <a:t>bij</a:t>
            </a:r>
            <a:endParaRPr lang="en-US" sz="2000" dirty="0"/>
          </a:p>
        </p:txBody>
      </p:sp>
      <p:sp>
        <p:nvSpPr>
          <p:cNvPr id="55" name="Text 52"/>
          <p:cNvSpPr txBox="1"/>
          <p:nvPr/>
        </p:nvSpPr>
        <p:spPr>
          <a:xfrm>
            <a:off x="10219073" y="2862072"/>
            <a:ext cx="1375519" cy="310896"/>
          </a:xfrm>
          <a:prstGeom prst="rect">
            <a:avLst/>
          </a:prstGeom>
          <a:noFill/>
          <a:ln/>
        </p:spPr>
        <p:txBody>
          <a:bodyPr wrap="square" lIns="0" tIns="0" rIns="0" bIns="0" rtlCol="0" anchor="ctr"/>
          <a:lstStyle/>
          <a:p>
            <a:pPr algn="ctr" indent="0" marL="0">
              <a:buNone/>
            </a:pPr>
            <a:r>
              <a:rPr lang="en-US" sz="1300" dirty="0">
                <a:solidFill>
                  <a:schemeClr val="tx2"/>
                </a:solidFill>
              </a:rPr>
              <a:t>en plus</a:t>
            </a:r>
            <a:endParaRPr lang="en-US" sz="1300" dirty="0"/>
          </a:p>
        </p:txBody>
      </p:sp>
      <p:sp>
        <p:nvSpPr>
          <p:cNvPr id="56" name="Text 53"/>
          <p:cNvSpPr txBox="1"/>
          <p:nvPr/>
        </p:nvSpPr>
        <p:spPr>
          <a:xfrm>
            <a:off x="10228217" y="3172968"/>
            <a:ext cx="1357231" cy="521208"/>
          </a:xfrm>
          <a:prstGeom prst="rect">
            <a:avLst/>
          </a:prstGeom>
          <a:noFill/>
          <a:ln/>
        </p:spPr>
        <p:txBody>
          <a:bodyPr wrap="square" lIns="0" tIns="0" rIns="0" bIns="0" rtlCol="0" anchor="ctr"/>
          <a:lstStyle/>
          <a:p>
            <a:pPr algn="ctr" indent="0" marL="0">
              <a:buNone/>
            </a:pPr>
            <a:r>
              <a:rPr lang="en-US" sz="1100" i="1" dirty="0">
                <a:solidFill>
                  <a:schemeClr val="accent5"/>
                </a:solidFill>
              </a:rPr>
              <a:t>bijleren</a:t>
            </a:r>
            <a:endParaRPr lang="en-US" sz="1100" dirty="0"/>
          </a:p>
          <a:p>
            <a:pPr algn="ctr" indent="0" marL="0">
              <a:buNone/>
            </a:pPr>
            <a:r>
              <a:rPr lang="en-US" sz="1100" i="1" dirty="0">
                <a:solidFill>
                  <a:schemeClr val="accent5"/>
                </a:solidFill>
              </a:rPr>
              <a:t>bijhouden</a:t>
            </a:r>
            <a:endParaRPr lang="en-US" sz="1100" dirty="0"/>
          </a:p>
        </p:txBody>
      </p:sp>
      <p:sp>
        <p:nvSpPr>
          <p:cNvPr id="57" name="Shape 54"/>
          <p:cNvSpPr/>
          <p:nvPr/>
        </p:nvSpPr>
        <p:spPr>
          <a:xfrm>
            <a:off x="548640" y="3858768"/>
            <a:ext cx="1466959" cy="2286000"/>
          </a:xfrm>
          <a:prstGeom prst="roundRect">
            <a:avLst>
              <a:gd name="adj" fmla="val 6233"/>
            </a:avLst>
          </a:prstGeom>
          <a:solidFill>
            <a:srgbClr val="FFFFFF"/>
          </a:solidFill>
          <a:ln w="22225">
            <a:solidFill>
              <a:srgbClr val="7C9A1E"/>
            </a:solidFill>
            <a:prstDash val="solid"/>
          </a:ln>
          <a:effectLst>
            <a:outerShdw sx="100000" sy="100000" kx="0" ky="0" algn="bl" rotWithShape="0" blurRad="101600" dist="25400" dir="3600000">
              <a:srgbClr val="000000">
                <a:alpha val="16000"/>
              </a:srgbClr>
            </a:outerShdw>
          </a:effectLst>
        </p:spPr>
      </p:sp>
      <p:sp>
        <p:nvSpPr>
          <p:cNvPr id="58" name="Shape 55"/>
          <p:cNvSpPr/>
          <p:nvPr/>
        </p:nvSpPr>
        <p:spPr>
          <a:xfrm>
            <a:off x="708268" y="4107485"/>
            <a:ext cx="1122753" cy="225857"/>
          </a:xfrm>
          <a:prstGeom prst="rightArrow">
            <a:avLst/>
          </a:prstGeom>
          <a:solidFill>
            <a:srgbClr val="8A96A8"/>
          </a:solidFill>
          <a:ln w="12700">
            <a:solidFill>
              <a:srgbClr val="FFFFFF">
                <a:alpha val="0"/>
              </a:srgbClr>
            </a:solidFill>
            <a:prstDash val="solid"/>
          </a:ln>
        </p:spPr>
      </p:sp>
      <p:sp>
        <p:nvSpPr>
          <p:cNvPr id="59" name="Shape 56"/>
          <p:cNvSpPr/>
          <p:nvPr/>
        </p:nvSpPr>
        <p:spPr>
          <a:xfrm>
            <a:off x="708268" y="4472330"/>
            <a:ext cx="1122753" cy="225857"/>
          </a:xfrm>
          <a:prstGeom prst="rightArrow">
            <a:avLst/>
          </a:prstGeom>
          <a:solidFill>
            <a:srgbClr val="7C9A1E"/>
          </a:solidFill>
          <a:ln w="12700">
            <a:solidFill>
              <a:srgbClr val="FFFFFF">
                <a:alpha val="0"/>
              </a:srgbClr>
            </a:solidFill>
            <a:prstDash val="solid"/>
          </a:ln>
        </p:spPr>
      </p:sp>
      <p:sp>
        <p:nvSpPr>
          <p:cNvPr id="60" name="Text 57"/>
          <p:cNvSpPr txBox="1"/>
          <p:nvPr/>
        </p:nvSpPr>
        <p:spPr>
          <a:xfrm>
            <a:off x="548640" y="4873752"/>
            <a:ext cx="1466959" cy="384048"/>
          </a:xfrm>
          <a:prstGeom prst="rect">
            <a:avLst/>
          </a:prstGeom>
          <a:noFill/>
          <a:ln/>
        </p:spPr>
        <p:txBody>
          <a:bodyPr wrap="square" lIns="0" tIns="0" rIns="0" bIns="0" rtlCol="0" anchor="ctr"/>
          <a:lstStyle/>
          <a:p>
            <a:pPr algn="ctr" indent="0" marL="0">
              <a:buNone/>
            </a:pPr>
            <a:r>
              <a:rPr lang="en-US" sz="2000" b="1" dirty="0">
                <a:solidFill>
                  <a:srgbClr val="7C9A1E"/>
                </a:solidFill>
                <a:latin typeface="+mj-lt" pitchFamily="34" charset="0"/>
                <a:ea typeface="+mj-lt" pitchFamily="34" charset="-122"/>
                <a:cs typeface="+mj-lt" pitchFamily="34" charset="-120"/>
              </a:rPr>
              <a:t>mee</a:t>
            </a:r>
            <a:endParaRPr lang="en-US" sz="2000" dirty="0"/>
          </a:p>
        </p:txBody>
      </p:sp>
      <p:sp>
        <p:nvSpPr>
          <p:cNvPr id="61" name="Text 58"/>
          <p:cNvSpPr txBox="1"/>
          <p:nvPr/>
        </p:nvSpPr>
        <p:spPr>
          <a:xfrm>
            <a:off x="594360" y="5257800"/>
            <a:ext cx="1375519" cy="310896"/>
          </a:xfrm>
          <a:prstGeom prst="rect">
            <a:avLst/>
          </a:prstGeom>
          <a:noFill/>
          <a:ln/>
        </p:spPr>
        <p:txBody>
          <a:bodyPr wrap="square" lIns="0" tIns="0" rIns="0" bIns="0" rtlCol="0" anchor="ctr"/>
          <a:lstStyle/>
          <a:p>
            <a:pPr algn="ctr" indent="0" marL="0">
              <a:buNone/>
            </a:pPr>
            <a:r>
              <a:rPr lang="en-US" sz="1300" dirty="0">
                <a:solidFill>
                  <a:schemeClr val="tx2"/>
                </a:solidFill>
              </a:rPr>
              <a:t>avec</a:t>
            </a:r>
            <a:endParaRPr lang="en-US" sz="1300" dirty="0"/>
          </a:p>
        </p:txBody>
      </p:sp>
      <p:sp>
        <p:nvSpPr>
          <p:cNvPr id="62" name="Text 59"/>
          <p:cNvSpPr txBox="1"/>
          <p:nvPr/>
        </p:nvSpPr>
        <p:spPr>
          <a:xfrm>
            <a:off x="603504" y="5568696"/>
            <a:ext cx="1357231" cy="521208"/>
          </a:xfrm>
          <a:prstGeom prst="rect">
            <a:avLst/>
          </a:prstGeom>
          <a:noFill/>
          <a:ln/>
        </p:spPr>
        <p:txBody>
          <a:bodyPr wrap="square" lIns="0" tIns="0" rIns="0" bIns="0" rtlCol="0" anchor="ctr"/>
          <a:lstStyle/>
          <a:p>
            <a:pPr algn="ctr" indent="0" marL="0">
              <a:buNone/>
            </a:pPr>
            <a:r>
              <a:rPr lang="en-US" sz="1100" i="1" dirty="0">
                <a:solidFill>
                  <a:schemeClr val="accent5"/>
                </a:solidFill>
              </a:rPr>
              <a:t>meenemen</a:t>
            </a:r>
            <a:endParaRPr lang="en-US" sz="1100" dirty="0"/>
          </a:p>
          <a:p>
            <a:pPr algn="ctr" indent="0" marL="0">
              <a:buNone/>
            </a:pPr>
            <a:r>
              <a:rPr lang="en-US" sz="1100" i="1" dirty="0">
                <a:solidFill>
                  <a:schemeClr val="accent5"/>
                </a:solidFill>
              </a:rPr>
              <a:t>meedoen</a:t>
            </a:r>
            <a:endParaRPr lang="en-US" sz="1100" dirty="0"/>
          </a:p>
        </p:txBody>
      </p:sp>
      <p:sp>
        <p:nvSpPr>
          <p:cNvPr id="63" name="Shape 60"/>
          <p:cNvSpPr/>
          <p:nvPr/>
        </p:nvSpPr>
        <p:spPr>
          <a:xfrm>
            <a:off x="2152759" y="3858768"/>
            <a:ext cx="1466959" cy="2286000"/>
          </a:xfrm>
          <a:prstGeom prst="roundRect">
            <a:avLst>
              <a:gd name="adj" fmla="val 6233"/>
            </a:avLst>
          </a:prstGeom>
          <a:solidFill>
            <a:srgbClr val="FFFFFF"/>
          </a:solidFill>
          <a:ln w="22225">
            <a:solidFill>
              <a:srgbClr val="8B1E3F"/>
            </a:solidFill>
            <a:prstDash val="solid"/>
          </a:ln>
          <a:effectLst>
            <a:outerShdw sx="100000" sy="100000" kx="0" ky="0" algn="bl" rotWithShape="0" blurRad="101600" dist="25400" dir="3600000">
              <a:srgbClr val="000000">
                <a:alpha val="16000"/>
              </a:srgbClr>
            </a:outerShdw>
          </a:effectLst>
        </p:spPr>
      </p:sp>
      <p:sp>
        <p:nvSpPr>
          <p:cNvPr id="64" name="Shape 61"/>
          <p:cNvSpPr/>
          <p:nvPr/>
        </p:nvSpPr>
        <p:spPr>
          <a:xfrm>
            <a:off x="2711588" y="4107485"/>
            <a:ext cx="349301" cy="590702"/>
          </a:xfrm>
          <a:prstGeom prst="irregularSeal1">
            <a:avLst/>
          </a:prstGeom>
          <a:solidFill>
            <a:srgbClr val="F4B400"/>
          </a:solidFill>
          <a:ln w="12700">
            <a:solidFill>
              <a:srgbClr val="FFFFFF">
                <a:alpha val="0"/>
              </a:srgbClr>
            </a:solidFill>
            <a:prstDash val="solid"/>
          </a:ln>
        </p:spPr>
      </p:sp>
      <p:sp>
        <p:nvSpPr>
          <p:cNvPr id="65" name="Shape 62"/>
          <p:cNvSpPr/>
          <p:nvPr/>
        </p:nvSpPr>
        <p:spPr>
          <a:xfrm>
            <a:off x="2287437" y="4289908"/>
            <a:ext cx="573851" cy="225857"/>
          </a:xfrm>
          <a:prstGeom prst="rightArrow">
            <a:avLst/>
          </a:prstGeom>
          <a:solidFill>
            <a:srgbClr val="8B1E3F"/>
          </a:solidFill>
          <a:ln w="12700">
            <a:solidFill>
              <a:srgbClr val="FFFFFF">
                <a:alpha val="0"/>
              </a:srgbClr>
            </a:solidFill>
            <a:prstDash val="solid"/>
          </a:ln>
        </p:spPr>
      </p:sp>
      <p:sp>
        <p:nvSpPr>
          <p:cNvPr id="66" name="Shape 63"/>
          <p:cNvSpPr/>
          <p:nvPr/>
        </p:nvSpPr>
        <p:spPr>
          <a:xfrm>
            <a:off x="2911188" y="4289908"/>
            <a:ext cx="573851" cy="225857"/>
          </a:xfrm>
          <a:prstGeom prst="leftArrow">
            <a:avLst/>
          </a:prstGeom>
          <a:solidFill>
            <a:srgbClr val="8A96A8"/>
          </a:solidFill>
          <a:ln w="12700">
            <a:solidFill>
              <a:srgbClr val="FFFFFF">
                <a:alpha val="0"/>
              </a:srgbClr>
            </a:solidFill>
            <a:prstDash val="solid"/>
          </a:ln>
        </p:spPr>
      </p:sp>
      <p:sp>
        <p:nvSpPr>
          <p:cNvPr id="67" name="Text 64"/>
          <p:cNvSpPr txBox="1"/>
          <p:nvPr/>
        </p:nvSpPr>
        <p:spPr>
          <a:xfrm>
            <a:off x="2152759" y="4873752"/>
            <a:ext cx="1466959" cy="384048"/>
          </a:xfrm>
          <a:prstGeom prst="rect">
            <a:avLst/>
          </a:prstGeom>
          <a:noFill/>
          <a:ln/>
        </p:spPr>
        <p:txBody>
          <a:bodyPr wrap="square" lIns="0" tIns="0" rIns="0" bIns="0" rtlCol="0" anchor="ctr"/>
          <a:lstStyle/>
          <a:p>
            <a:pPr algn="ctr" indent="0" marL="0">
              <a:buNone/>
            </a:pPr>
            <a:r>
              <a:rPr lang="en-US" sz="2000" b="1" dirty="0">
                <a:solidFill>
                  <a:srgbClr val="8B1E3F"/>
                </a:solidFill>
                <a:latin typeface="+mj-lt" pitchFamily="34" charset="0"/>
                <a:ea typeface="+mj-lt" pitchFamily="34" charset="-122"/>
                <a:cs typeface="+mj-lt" pitchFamily="34" charset="-120"/>
              </a:rPr>
              <a:t>tegen</a:t>
            </a:r>
            <a:endParaRPr lang="en-US" sz="2000" dirty="0"/>
          </a:p>
        </p:txBody>
      </p:sp>
      <p:sp>
        <p:nvSpPr>
          <p:cNvPr id="68" name="Text 65"/>
          <p:cNvSpPr txBox="1"/>
          <p:nvPr/>
        </p:nvSpPr>
        <p:spPr>
          <a:xfrm>
            <a:off x="2198479" y="5257800"/>
            <a:ext cx="1375519" cy="310896"/>
          </a:xfrm>
          <a:prstGeom prst="rect">
            <a:avLst/>
          </a:prstGeom>
          <a:noFill/>
          <a:ln/>
        </p:spPr>
        <p:txBody>
          <a:bodyPr wrap="square" lIns="0" tIns="0" rIns="0" bIns="0" rtlCol="0" anchor="ctr"/>
          <a:lstStyle/>
          <a:p>
            <a:pPr algn="ctr" indent="0" marL="0">
              <a:buNone/>
            </a:pPr>
            <a:r>
              <a:rPr lang="en-US" sz="1300" dirty="0">
                <a:solidFill>
                  <a:schemeClr val="tx2"/>
                </a:solidFill>
              </a:rPr>
              <a:t>contre</a:t>
            </a:r>
            <a:endParaRPr lang="en-US" sz="1300" dirty="0"/>
          </a:p>
        </p:txBody>
      </p:sp>
      <p:sp>
        <p:nvSpPr>
          <p:cNvPr id="69" name="Text 66"/>
          <p:cNvSpPr txBox="1"/>
          <p:nvPr/>
        </p:nvSpPr>
        <p:spPr>
          <a:xfrm>
            <a:off x="2207623" y="5568696"/>
            <a:ext cx="1357231" cy="521208"/>
          </a:xfrm>
          <a:prstGeom prst="rect">
            <a:avLst/>
          </a:prstGeom>
          <a:noFill/>
          <a:ln/>
        </p:spPr>
        <p:txBody>
          <a:bodyPr wrap="square" lIns="0" tIns="0" rIns="0" bIns="0" rtlCol="0" anchor="ctr"/>
          <a:lstStyle/>
          <a:p>
            <a:pPr algn="ctr" indent="0" marL="0">
              <a:buNone/>
            </a:pPr>
            <a:r>
              <a:rPr lang="en-US" sz="1100" i="1" dirty="0">
                <a:solidFill>
                  <a:schemeClr val="accent5"/>
                </a:solidFill>
              </a:rPr>
              <a:t>tegenkomen</a:t>
            </a:r>
            <a:endParaRPr lang="en-US" sz="1100" dirty="0"/>
          </a:p>
          <a:p>
            <a:pPr algn="ctr" indent="0" marL="0">
              <a:buNone/>
            </a:pPr>
            <a:r>
              <a:rPr lang="en-US" sz="1100" i="1" dirty="0">
                <a:solidFill>
                  <a:schemeClr val="accent5"/>
                </a:solidFill>
              </a:rPr>
              <a:t>tegenvallen</a:t>
            </a:r>
            <a:endParaRPr lang="en-US" sz="1100" dirty="0"/>
          </a:p>
        </p:txBody>
      </p:sp>
      <p:sp>
        <p:nvSpPr>
          <p:cNvPr id="70" name="Shape 67"/>
          <p:cNvSpPr/>
          <p:nvPr/>
        </p:nvSpPr>
        <p:spPr>
          <a:xfrm>
            <a:off x="3756878" y="3858768"/>
            <a:ext cx="1466959" cy="2286000"/>
          </a:xfrm>
          <a:prstGeom prst="roundRect">
            <a:avLst>
              <a:gd name="adj" fmla="val 6233"/>
            </a:avLst>
          </a:prstGeom>
          <a:solidFill>
            <a:srgbClr val="FFFFFF"/>
          </a:solidFill>
          <a:ln w="22225">
            <a:solidFill>
              <a:srgbClr val="7A5230"/>
            </a:solidFill>
            <a:prstDash val="solid"/>
          </a:ln>
          <a:effectLst>
            <a:outerShdw sx="100000" sy="100000" kx="0" ky="0" algn="bl" rotWithShape="0" blurRad="101600" dist="25400" dir="3600000">
              <a:srgbClr val="000000">
                <a:alpha val="16000"/>
              </a:srgbClr>
            </a:outerShdw>
          </a:effectLst>
        </p:spPr>
      </p:sp>
      <p:sp>
        <p:nvSpPr>
          <p:cNvPr id="71" name="Shape 68"/>
          <p:cNvSpPr/>
          <p:nvPr/>
        </p:nvSpPr>
        <p:spPr>
          <a:xfrm>
            <a:off x="4415507" y="4003243"/>
            <a:ext cx="149700" cy="799186"/>
          </a:xfrm>
          <a:prstGeom prst="rect">
            <a:avLst/>
          </a:prstGeom>
          <a:solidFill>
            <a:srgbClr val="8A96A8"/>
          </a:solidFill>
          <a:ln w="12700">
            <a:solidFill>
              <a:srgbClr val="FFFFFF">
                <a:alpha val="0"/>
              </a:srgbClr>
            </a:solidFill>
            <a:prstDash val="solid"/>
          </a:ln>
        </p:spPr>
      </p:sp>
      <p:sp>
        <p:nvSpPr>
          <p:cNvPr id="72" name="Shape 69"/>
          <p:cNvSpPr/>
          <p:nvPr/>
        </p:nvSpPr>
        <p:spPr>
          <a:xfrm>
            <a:off x="4415507" y="4281221"/>
            <a:ext cx="149700" cy="243230"/>
          </a:xfrm>
          <a:prstGeom prst="rect">
            <a:avLst/>
          </a:prstGeom>
          <a:solidFill>
            <a:srgbClr val="17375E"/>
          </a:solidFill>
          <a:ln w="12700">
            <a:solidFill>
              <a:srgbClr val="FFFFFF">
                <a:alpha val="0"/>
              </a:srgbClr>
            </a:solidFill>
            <a:prstDash val="solid"/>
          </a:ln>
        </p:spPr>
      </p:sp>
      <p:sp>
        <p:nvSpPr>
          <p:cNvPr id="73" name="Shape 70"/>
          <p:cNvSpPr/>
          <p:nvPr/>
        </p:nvSpPr>
        <p:spPr>
          <a:xfrm>
            <a:off x="3891556" y="4315968"/>
            <a:ext cx="1197603" cy="173736"/>
          </a:xfrm>
          <a:prstGeom prst="rightArrow">
            <a:avLst/>
          </a:prstGeom>
          <a:solidFill>
            <a:srgbClr val="7A5230"/>
          </a:solidFill>
          <a:ln w="12700">
            <a:solidFill>
              <a:srgbClr val="FFFFFF">
                <a:alpha val="0"/>
              </a:srgbClr>
            </a:solidFill>
            <a:prstDash val="solid"/>
          </a:ln>
        </p:spPr>
      </p:sp>
      <p:sp>
        <p:nvSpPr>
          <p:cNvPr id="74" name="Text 71"/>
          <p:cNvSpPr txBox="1"/>
          <p:nvPr/>
        </p:nvSpPr>
        <p:spPr>
          <a:xfrm>
            <a:off x="3756878" y="4873752"/>
            <a:ext cx="1466959" cy="384048"/>
          </a:xfrm>
          <a:prstGeom prst="rect">
            <a:avLst/>
          </a:prstGeom>
          <a:noFill/>
          <a:ln/>
        </p:spPr>
        <p:txBody>
          <a:bodyPr wrap="square" lIns="0" tIns="0" rIns="0" bIns="0" rtlCol="0" anchor="ctr"/>
          <a:lstStyle/>
          <a:p>
            <a:pPr algn="ctr" indent="0" marL="0">
              <a:buNone/>
            </a:pPr>
            <a:r>
              <a:rPr lang="en-US" sz="2000" b="1" dirty="0">
                <a:solidFill>
                  <a:srgbClr val="7A5230"/>
                </a:solidFill>
                <a:latin typeface="+mj-lt" pitchFamily="34" charset="0"/>
                <a:ea typeface="+mj-lt" pitchFamily="34" charset="-122"/>
                <a:cs typeface="+mj-lt" pitchFamily="34" charset="-120"/>
              </a:rPr>
              <a:t>door</a:t>
            </a:r>
            <a:endParaRPr lang="en-US" sz="2000" dirty="0"/>
          </a:p>
        </p:txBody>
      </p:sp>
      <p:sp>
        <p:nvSpPr>
          <p:cNvPr id="75" name="Text 72"/>
          <p:cNvSpPr txBox="1"/>
          <p:nvPr/>
        </p:nvSpPr>
        <p:spPr>
          <a:xfrm>
            <a:off x="3802598" y="5257800"/>
            <a:ext cx="1375519" cy="310896"/>
          </a:xfrm>
          <a:prstGeom prst="rect">
            <a:avLst/>
          </a:prstGeom>
          <a:noFill/>
          <a:ln/>
        </p:spPr>
        <p:txBody>
          <a:bodyPr wrap="square" lIns="0" tIns="0" rIns="0" bIns="0" rtlCol="0" anchor="ctr"/>
          <a:lstStyle/>
          <a:p>
            <a:pPr algn="ctr" indent="0" marL="0">
              <a:buNone/>
            </a:pPr>
            <a:r>
              <a:rPr lang="en-US" sz="1300" dirty="0">
                <a:solidFill>
                  <a:schemeClr val="tx2"/>
                </a:solidFill>
              </a:rPr>
              <a:t>à travers</a:t>
            </a:r>
            <a:endParaRPr lang="en-US" sz="1300" dirty="0"/>
          </a:p>
        </p:txBody>
      </p:sp>
      <p:sp>
        <p:nvSpPr>
          <p:cNvPr id="76" name="Text 73"/>
          <p:cNvSpPr txBox="1"/>
          <p:nvPr/>
        </p:nvSpPr>
        <p:spPr>
          <a:xfrm>
            <a:off x="3811742" y="5568696"/>
            <a:ext cx="1357231" cy="521208"/>
          </a:xfrm>
          <a:prstGeom prst="rect">
            <a:avLst/>
          </a:prstGeom>
          <a:noFill/>
          <a:ln/>
        </p:spPr>
        <p:txBody>
          <a:bodyPr wrap="square" lIns="0" tIns="0" rIns="0" bIns="0" rtlCol="0" anchor="ctr"/>
          <a:lstStyle/>
          <a:p>
            <a:pPr algn="ctr" indent="0" marL="0">
              <a:buNone/>
            </a:pPr>
            <a:r>
              <a:rPr lang="en-US" sz="1100" i="1" dirty="0">
                <a:solidFill>
                  <a:schemeClr val="accent5"/>
                </a:solidFill>
              </a:rPr>
              <a:t>doorgaan</a:t>
            </a:r>
            <a:endParaRPr lang="en-US" sz="1100" dirty="0"/>
          </a:p>
          <a:p>
            <a:pPr algn="ctr" indent="0" marL="0">
              <a:buNone/>
            </a:pPr>
            <a:r>
              <a:rPr lang="en-US" sz="1100" i="1" dirty="0">
                <a:solidFill>
                  <a:schemeClr val="accent5"/>
                </a:solidFill>
              </a:rPr>
              <a:t>doorsturen</a:t>
            </a:r>
            <a:endParaRPr lang="en-US" sz="1100" dirty="0"/>
          </a:p>
        </p:txBody>
      </p:sp>
      <p:sp>
        <p:nvSpPr>
          <p:cNvPr id="77" name="Shape 74"/>
          <p:cNvSpPr/>
          <p:nvPr/>
        </p:nvSpPr>
        <p:spPr>
          <a:xfrm>
            <a:off x="5360997" y="3858768"/>
            <a:ext cx="1466959" cy="2286000"/>
          </a:xfrm>
          <a:prstGeom prst="roundRect">
            <a:avLst>
              <a:gd name="adj" fmla="val 6233"/>
            </a:avLst>
          </a:prstGeom>
          <a:solidFill>
            <a:srgbClr val="FFFFFF"/>
          </a:solidFill>
          <a:ln w="22225">
            <a:solidFill>
              <a:srgbClr val="4352C9"/>
            </a:solidFill>
            <a:prstDash val="solid"/>
          </a:ln>
          <a:effectLst>
            <a:outerShdw sx="100000" sy="100000" kx="0" ky="0" algn="bl" rotWithShape="0" blurRad="101600" dist="25400" dir="3600000">
              <a:srgbClr val="000000">
                <a:alpha val="16000"/>
              </a:srgbClr>
            </a:outerShdw>
          </a:effectLst>
        </p:spPr>
      </p:sp>
      <p:sp>
        <p:nvSpPr>
          <p:cNvPr id="78" name="Shape 75"/>
          <p:cNvSpPr/>
          <p:nvPr/>
        </p:nvSpPr>
        <p:spPr>
          <a:xfrm>
            <a:off x="5520625" y="4750308"/>
            <a:ext cx="1147703" cy="43434"/>
          </a:xfrm>
          <a:prstGeom prst="rect">
            <a:avLst/>
          </a:prstGeom>
          <a:solidFill>
            <a:srgbClr val="8A96A8"/>
          </a:solidFill>
          <a:ln w="12700">
            <a:solidFill>
              <a:srgbClr val="FFFFFF">
                <a:alpha val="0"/>
              </a:srgbClr>
            </a:solidFill>
            <a:prstDash val="solid"/>
          </a:ln>
        </p:spPr>
      </p:sp>
      <p:sp>
        <p:nvSpPr>
          <p:cNvPr id="79" name="Shape 76"/>
          <p:cNvSpPr/>
          <p:nvPr/>
        </p:nvSpPr>
        <p:spPr>
          <a:xfrm>
            <a:off x="6007151" y="4402836"/>
            <a:ext cx="174650" cy="347472"/>
          </a:xfrm>
          <a:prstGeom prst="rect">
            <a:avLst/>
          </a:prstGeom>
          <a:solidFill>
            <a:srgbClr val="8A96A8"/>
          </a:solidFill>
          <a:ln w="12700">
            <a:solidFill>
              <a:srgbClr val="FFFFFF">
                <a:alpha val="0"/>
              </a:srgbClr>
            </a:solidFill>
            <a:prstDash val="solid"/>
          </a:ln>
        </p:spPr>
      </p:sp>
      <p:sp>
        <p:nvSpPr>
          <p:cNvPr id="80" name="Shape 77"/>
          <p:cNvSpPr/>
          <p:nvPr/>
        </p:nvSpPr>
        <p:spPr>
          <a:xfrm>
            <a:off x="5545575" y="4020617"/>
            <a:ext cx="1097803" cy="538582"/>
          </a:xfrm>
          <a:prstGeom prst="curvedDownArrow">
            <a:avLst/>
          </a:prstGeom>
          <a:solidFill>
            <a:srgbClr val="4352C9"/>
          </a:solidFill>
          <a:ln w="12700">
            <a:solidFill>
              <a:srgbClr val="FFFFFF">
                <a:alpha val="0"/>
              </a:srgbClr>
            </a:solidFill>
            <a:prstDash val="solid"/>
          </a:ln>
        </p:spPr>
      </p:sp>
      <p:sp>
        <p:nvSpPr>
          <p:cNvPr id="81" name="Text 78"/>
          <p:cNvSpPr txBox="1"/>
          <p:nvPr/>
        </p:nvSpPr>
        <p:spPr>
          <a:xfrm>
            <a:off x="5360997" y="4873752"/>
            <a:ext cx="1466959" cy="384048"/>
          </a:xfrm>
          <a:prstGeom prst="rect">
            <a:avLst/>
          </a:prstGeom>
          <a:noFill/>
          <a:ln/>
        </p:spPr>
        <p:txBody>
          <a:bodyPr wrap="square" lIns="0" tIns="0" rIns="0" bIns="0" rtlCol="0" anchor="ctr"/>
          <a:lstStyle/>
          <a:p>
            <a:pPr algn="ctr" indent="0" marL="0">
              <a:buNone/>
            </a:pPr>
            <a:r>
              <a:rPr lang="en-US" sz="2000" b="1" dirty="0">
                <a:solidFill>
                  <a:srgbClr val="4352C9"/>
                </a:solidFill>
                <a:latin typeface="+mj-lt" pitchFamily="34" charset="0"/>
                <a:ea typeface="+mj-lt" pitchFamily="34" charset="-122"/>
                <a:cs typeface="+mj-lt" pitchFamily="34" charset="-120"/>
              </a:rPr>
              <a:t>over</a:t>
            </a:r>
            <a:endParaRPr lang="en-US" sz="2000" dirty="0"/>
          </a:p>
        </p:txBody>
      </p:sp>
      <p:sp>
        <p:nvSpPr>
          <p:cNvPr id="82" name="Text 79"/>
          <p:cNvSpPr txBox="1"/>
          <p:nvPr/>
        </p:nvSpPr>
        <p:spPr>
          <a:xfrm>
            <a:off x="5406717" y="5257800"/>
            <a:ext cx="1375519" cy="310896"/>
          </a:xfrm>
          <a:prstGeom prst="rect">
            <a:avLst/>
          </a:prstGeom>
          <a:noFill/>
          <a:ln/>
        </p:spPr>
        <p:txBody>
          <a:bodyPr wrap="square" lIns="0" tIns="0" rIns="0" bIns="0" rtlCol="0" anchor="ctr"/>
          <a:lstStyle/>
          <a:p>
            <a:pPr algn="ctr" indent="0" marL="0">
              <a:buNone/>
            </a:pPr>
            <a:r>
              <a:rPr lang="en-US" sz="1300" dirty="0">
                <a:solidFill>
                  <a:schemeClr val="tx2"/>
                </a:solidFill>
              </a:rPr>
              <a:t>par-dessus</a:t>
            </a:r>
            <a:endParaRPr lang="en-US" sz="1300" dirty="0"/>
          </a:p>
        </p:txBody>
      </p:sp>
      <p:sp>
        <p:nvSpPr>
          <p:cNvPr id="83" name="Text 80"/>
          <p:cNvSpPr txBox="1"/>
          <p:nvPr/>
        </p:nvSpPr>
        <p:spPr>
          <a:xfrm>
            <a:off x="5415861" y="5568696"/>
            <a:ext cx="1357231" cy="521208"/>
          </a:xfrm>
          <a:prstGeom prst="rect">
            <a:avLst/>
          </a:prstGeom>
          <a:noFill/>
          <a:ln/>
        </p:spPr>
        <p:txBody>
          <a:bodyPr wrap="square" lIns="0" tIns="0" rIns="0" bIns="0" rtlCol="0" anchor="ctr"/>
          <a:lstStyle/>
          <a:p>
            <a:pPr algn="ctr" indent="0" marL="0">
              <a:buNone/>
            </a:pPr>
            <a:r>
              <a:rPr lang="en-US" sz="1100" i="1" dirty="0">
                <a:solidFill>
                  <a:schemeClr val="accent5"/>
                </a:solidFill>
              </a:rPr>
              <a:t>oversteken</a:t>
            </a:r>
            <a:endParaRPr lang="en-US" sz="1100" dirty="0"/>
          </a:p>
          <a:p>
            <a:pPr algn="ctr" indent="0" marL="0">
              <a:buNone/>
            </a:pPr>
            <a:r>
              <a:rPr lang="en-US" sz="1100" i="1" dirty="0">
                <a:solidFill>
                  <a:schemeClr val="accent5"/>
                </a:solidFill>
              </a:rPr>
              <a:t>overnemen</a:t>
            </a:r>
            <a:endParaRPr lang="en-US" sz="1100" dirty="0"/>
          </a:p>
        </p:txBody>
      </p:sp>
      <p:sp>
        <p:nvSpPr>
          <p:cNvPr id="84" name="Shape 81"/>
          <p:cNvSpPr/>
          <p:nvPr/>
        </p:nvSpPr>
        <p:spPr>
          <a:xfrm>
            <a:off x="6965115" y="3858768"/>
            <a:ext cx="1466959" cy="2286000"/>
          </a:xfrm>
          <a:prstGeom prst="roundRect">
            <a:avLst>
              <a:gd name="adj" fmla="val 6233"/>
            </a:avLst>
          </a:prstGeom>
          <a:solidFill>
            <a:srgbClr val="FFFFFF"/>
          </a:solidFill>
          <a:ln w="22225">
            <a:solidFill>
              <a:srgbClr val="546E7A"/>
            </a:solidFill>
            <a:prstDash val="solid"/>
          </a:ln>
          <a:effectLst>
            <a:outerShdw sx="100000" sy="100000" kx="0" ky="0" algn="bl" rotWithShape="0" blurRad="101600" dist="25400" dir="3600000">
              <a:srgbClr val="000000">
                <a:alpha val="16000"/>
              </a:srgbClr>
            </a:outerShdw>
          </a:effectLst>
        </p:spPr>
      </p:sp>
      <p:sp>
        <p:nvSpPr>
          <p:cNvPr id="85" name="Shape 82"/>
          <p:cNvSpPr/>
          <p:nvPr/>
        </p:nvSpPr>
        <p:spPr>
          <a:xfrm>
            <a:off x="7290315" y="3994556"/>
            <a:ext cx="816559" cy="816559"/>
          </a:xfrm>
          <a:prstGeom prst="circularArrow">
            <a:avLst/>
          </a:prstGeom>
          <a:solidFill>
            <a:srgbClr val="546E7A"/>
          </a:solidFill>
          <a:ln w="12700">
            <a:solidFill>
              <a:srgbClr val="FFFFFF">
                <a:alpha val="0"/>
              </a:srgbClr>
            </a:solidFill>
            <a:prstDash val="solid"/>
          </a:ln>
        </p:spPr>
      </p:sp>
      <p:sp>
        <p:nvSpPr>
          <p:cNvPr id="86" name="Shape 83"/>
          <p:cNvSpPr/>
          <p:nvPr/>
        </p:nvSpPr>
        <p:spPr>
          <a:xfrm>
            <a:off x="7542232" y="4246474"/>
            <a:ext cx="312725" cy="312725"/>
          </a:xfrm>
          <a:prstGeom prst="ellipse">
            <a:avLst/>
          </a:prstGeom>
          <a:solidFill>
            <a:srgbClr val="8A96A8"/>
          </a:solidFill>
          <a:ln w="12700">
            <a:solidFill>
              <a:srgbClr val="FFFFFF">
                <a:alpha val="0"/>
              </a:srgbClr>
            </a:solidFill>
            <a:prstDash val="solid"/>
          </a:ln>
        </p:spPr>
      </p:sp>
      <p:sp>
        <p:nvSpPr>
          <p:cNvPr id="87" name="Text 84"/>
          <p:cNvSpPr txBox="1"/>
          <p:nvPr/>
        </p:nvSpPr>
        <p:spPr>
          <a:xfrm>
            <a:off x="6965115" y="4873752"/>
            <a:ext cx="1466959" cy="384048"/>
          </a:xfrm>
          <a:prstGeom prst="rect">
            <a:avLst/>
          </a:prstGeom>
          <a:noFill/>
          <a:ln/>
        </p:spPr>
        <p:txBody>
          <a:bodyPr wrap="square" lIns="0" tIns="0" rIns="0" bIns="0" rtlCol="0" anchor="ctr"/>
          <a:lstStyle/>
          <a:p>
            <a:pPr algn="ctr" indent="0" marL="0">
              <a:buNone/>
            </a:pPr>
            <a:r>
              <a:rPr lang="en-US" sz="2000" b="1" dirty="0">
                <a:solidFill>
                  <a:srgbClr val="546E7A"/>
                </a:solidFill>
                <a:latin typeface="+mj-lt" pitchFamily="34" charset="0"/>
                <a:ea typeface="+mj-lt" pitchFamily="34" charset="-122"/>
                <a:cs typeface="+mj-lt" pitchFamily="34" charset="-120"/>
              </a:rPr>
              <a:t>om</a:t>
            </a:r>
            <a:endParaRPr lang="en-US" sz="2000" dirty="0"/>
          </a:p>
        </p:txBody>
      </p:sp>
      <p:sp>
        <p:nvSpPr>
          <p:cNvPr id="88" name="Text 85"/>
          <p:cNvSpPr txBox="1"/>
          <p:nvPr/>
        </p:nvSpPr>
        <p:spPr>
          <a:xfrm>
            <a:off x="7010835" y="5257800"/>
            <a:ext cx="1375519" cy="310896"/>
          </a:xfrm>
          <a:prstGeom prst="rect">
            <a:avLst/>
          </a:prstGeom>
          <a:noFill/>
          <a:ln/>
        </p:spPr>
        <p:txBody>
          <a:bodyPr wrap="square" lIns="0" tIns="0" rIns="0" bIns="0" rtlCol="0" anchor="ctr"/>
          <a:lstStyle/>
          <a:p>
            <a:pPr algn="ctr" indent="0" marL="0">
              <a:buNone/>
            </a:pPr>
            <a:r>
              <a:rPr lang="en-US" sz="1300" dirty="0">
                <a:solidFill>
                  <a:schemeClr val="tx2"/>
                </a:solidFill>
              </a:rPr>
              <a:t>autour</a:t>
            </a:r>
            <a:endParaRPr lang="en-US" sz="1300" dirty="0"/>
          </a:p>
        </p:txBody>
      </p:sp>
      <p:sp>
        <p:nvSpPr>
          <p:cNvPr id="89" name="Text 86"/>
          <p:cNvSpPr txBox="1"/>
          <p:nvPr/>
        </p:nvSpPr>
        <p:spPr>
          <a:xfrm>
            <a:off x="7019979" y="5568696"/>
            <a:ext cx="1357231" cy="521208"/>
          </a:xfrm>
          <a:prstGeom prst="rect">
            <a:avLst/>
          </a:prstGeom>
          <a:noFill/>
          <a:ln/>
        </p:spPr>
        <p:txBody>
          <a:bodyPr wrap="square" lIns="0" tIns="0" rIns="0" bIns="0" rtlCol="0" anchor="ctr"/>
          <a:lstStyle/>
          <a:p>
            <a:pPr algn="ctr" indent="0" marL="0">
              <a:buNone/>
            </a:pPr>
            <a:r>
              <a:rPr lang="en-US" sz="1100" i="1" dirty="0">
                <a:solidFill>
                  <a:schemeClr val="accent5"/>
                </a:solidFill>
              </a:rPr>
              <a:t>omrijden</a:t>
            </a:r>
            <a:endParaRPr lang="en-US" sz="1100" dirty="0"/>
          </a:p>
          <a:p>
            <a:pPr algn="ctr" indent="0" marL="0">
              <a:buNone/>
            </a:pPr>
            <a:r>
              <a:rPr lang="en-US" sz="1100" i="1" dirty="0">
                <a:solidFill>
                  <a:schemeClr val="accent5"/>
                </a:solidFill>
              </a:rPr>
              <a:t>omdraaien</a:t>
            </a:r>
            <a:endParaRPr lang="en-US" sz="1100" dirty="0"/>
          </a:p>
        </p:txBody>
      </p:sp>
      <p:sp>
        <p:nvSpPr>
          <p:cNvPr id="90" name="Shape 87"/>
          <p:cNvSpPr/>
          <p:nvPr/>
        </p:nvSpPr>
        <p:spPr>
          <a:xfrm>
            <a:off x="8569234" y="3858768"/>
            <a:ext cx="1466959" cy="2286000"/>
          </a:xfrm>
          <a:prstGeom prst="roundRect">
            <a:avLst>
              <a:gd name="adj" fmla="val 6233"/>
            </a:avLst>
          </a:prstGeom>
          <a:solidFill>
            <a:srgbClr val="FFFFFF"/>
          </a:solidFill>
          <a:ln w="22225">
            <a:solidFill>
              <a:srgbClr val="B8860B"/>
            </a:solidFill>
            <a:prstDash val="solid"/>
          </a:ln>
          <a:effectLst>
            <a:outerShdw sx="100000" sy="100000" kx="0" ky="0" algn="bl" rotWithShape="0" blurRad="101600" dist="25400" dir="3600000">
              <a:srgbClr val="000000">
                <a:alpha val="16000"/>
              </a:srgbClr>
            </a:outerShdw>
          </a:effectLst>
        </p:spPr>
      </p:sp>
      <p:sp>
        <p:nvSpPr>
          <p:cNvPr id="91" name="Shape 88"/>
          <p:cNvSpPr/>
          <p:nvPr/>
        </p:nvSpPr>
        <p:spPr>
          <a:xfrm>
            <a:off x="8663613" y="4533138"/>
            <a:ext cx="330098" cy="217170"/>
          </a:xfrm>
          <a:prstGeom prst="roundRect">
            <a:avLst>
              <a:gd name="adj" fmla="val 40000"/>
            </a:avLst>
          </a:prstGeom>
          <a:solidFill>
            <a:srgbClr val="D5DCE6"/>
          </a:solidFill>
          <a:ln w="12700">
            <a:solidFill>
              <a:srgbClr val="FFFFFF">
                <a:alpha val="0"/>
              </a:srgbClr>
            </a:solidFill>
            <a:prstDash val="solid"/>
          </a:ln>
        </p:spPr>
      </p:sp>
      <p:sp>
        <p:nvSpPr>
          <p:cNvPr id="92" name="Shape 89"/>
          <p:cNvSpPr/>
          <p:nvPr/>
        </p:nvSpPr>
        <p:spPr>
          <a:xfrm>
            <a:off x="8737451" y="4333342"/>
            <a:ext cx="182423" cy="182423"/>
          </a:xfrm>
          <a:prstGeom prst="ellipse">
            <a:avLst/>
          </a:prstGeom>
          <a:solidFill>
            <a:srgbClr val="D5DCE6"/>
          </a:solidFill>
          <a:ln w="12700">
            <a:solidFill>
              <a:srgbClr val="FFFFFF">
                <a:alpha val="0"/>
              </a:srgbClr>
            </a:solidFill>
            <a:prstDash val="solid"/>
          </a:ln>
        </p:spPr>
      </p:sp>
      <p:sp>
        <p:nvSpPr>
          <p:cNvPr id="93" name="Shape 90"/>
          <p:cNvSpPr/>
          <p:nvPr/>
        </p:nvSpPr>
        <p:spPr>
          <a:xfrm>
            <a:off x="8850739" y="4533138"/>
            <a:ext cx="330098" cy="217170"/>
          </a:xfrm>
          <a:prstGeom prst="roundRect">
            <a:avLst>
              <a:gd name="adj" fmla="val 40000"/>
            </a:avLst>
          </a:prstGeom>
          <a:solidFill>
            <a:srgbClr val="D5DCE6"/>
          </a:solidFill>
          <a:ln w="12700">
            <a:solidFill>
              <a:srgbClr val="FFFFFF">
                <a:alpha val="0"/>
              </a:srgbClr>
            </a:solidFill>
            <a:prstDash val="solid"/>
          </a:ln>
        </p:spPr>
      </p:sp>
      <p:sp>
        <p:nvSpPr>
          <p:cNvPr id="94" name="Shape 91"/>
          <p:cNvSpPr/>
          <p:nvPr/>
        </p:nvSpPr>
        <p:spPr>
          <a:xfrm>
            <a:off x="8924577" y="4333342"/>
            <a:ext cx="182423" cy="182423"/>
          </a:xfrm>
          <a:prstGeom prst="ellipse">
            <a:avLst/>
          </a:prstGeom>
          <a:solidFill>
            <a:srgbClr val="D5DCE6"/>
          </a:solidFill>
          <a:ln w="12700">
            <a:solidFill>
              <a:srgbClr val="FFFFFF">
                <a:alpha val="0"/>
              </a:srgbClr>
            </a:solidFill>
            <a:prstDash val="solid"/>
          </a:ln>
        </p:spPr>
      </p:sp>
      <p:sp>
        <p:nvSpPr>
          <p:cNvPr id="95" name="Shape 92"/>
          <p:cNvSpPr/>
          <p:nvPr/>
        </p:nvSpPr>
        <p:spPr>
          <a:xfrm>
            <a:off x="9037864" y="4533138"/>
            <a:ext cx="330098" cy="217170"/>
          </a:xfrm>
          <a:prstGeom prst="roundRect">
            <a:avLst>
              <a:gd name="adj" fmla="val 40000"/>
            </a:avLst>
          </a:prstGeom>
          <a:solidFill>
            <a:srgbClr val="D5DCE6"/>
          </a:solidFill>
          <a:ln w="12700">
            <a:solidFill>
              <a:srgbClr val="FFFFFF">
                <a:alpha val="0"/>
              </a:srgbClr>
            </a:solidFill>
            <a:prstDash val="solid"/>
          </a:ln>
        </p:spPr>
      </p:sp>
      <p:sp>
        <p:nvSpPr>
          <p:cNvPr id="96" name="Shape 93"/>
          <p:cNvSpPr/>
          <p:nvPr/>
        </p:nvSpPr>
        <p:spPr>
          <a:xfrm>
            <a:off x="9111702" y="4333342"/>
            <a:ext cx="182423" cy="182423"/>
          </a:xfrm>
          <a:prstGeom prst="ellipse">
            <a:avLst/>
          </a:prstGeom>
          <a:solidFill>
            <a:srgbClr val="D5DCE6"/>
          </a:solidFill>
          <a:ln w="12700">
            <a:solidFill>
              <a:srgbClr val="FFFFFF">
                <a:alpha val="0"/>
              </a:srgbClr>
            </a:solidFill>
            <a:prstDash val="solid"/>
          </a:ln>
        </p:spPr>
      </p:sp>
      <p:sp>
        <p:nvSpPr>
          <p:cNvPr id="97" name="Shape 94"/>
          <p:cNvSpPr/>
          <p:nvPr/>
        </p:nvSpPr>
        <p:spPr>
          <a:xfrm>
            <a:off x="9297653" y="4481017"/>
            <a:ext cx="409322" cy="269291"/>
          </a:xfrm>
          <a:prstGeom prst="roundRect">
            <a:avLst>
              <a:gd name="adj" fmla="val 40000"/>
            </a:avLst>
          </a:prstGeom>
          <a:solidFill>
            <a:srgbClr val="B8860B"/>
          </a:solidFill>
          <a:ln w="12700">
            <a:solidFill>
              <a:srgbClr val="FFFFFF">
                <a:alpha val="0"/>
              </a:srgbClr>
            </a:solidFill>
            <a:prstDash val="solid"/>
          </a:ln>
        </p:spPr>
      </p:sp>
      <p:sp>
        <p:nvSpPr>
          <p:cNvPr id="98" name="Shape 95"/>
          <p:cNvSpPr/>
          <p:nvPr/>
        </p:nvSpPr>
        <p:spPr>
          <a:xfrm>
            <a:off x="9389212" y="4233270"/>
            <a:ext cx="226204" cy="226204"/>
          </a:xfrm>
          <a:prstGeom prst="ellipse">
            <a:avLst/>
          </a:prstGeom>
          <a:solidFill>
            <a:srgbClr val="B8860B"/>
          </a:solidFill>
          <a:ln w="12700">
            <a:solidFill>
              <a:srgbClr val="FFFFFF">
                <a:alpha val="0"/>
              </a:srgbClr>
            </a:solidFill>
            <a:prstDash val="solid"/>
          </a:ln>
        </p:spPr>
      </p:sp>
      <p:sp>
        <p:nvSpPr>
          <p:cNvPr id="99" name="Shape 96"/>
          <p:cNvSpPr/>
          <p:nvPr/>
        </p:nvSpPr>
        <p:spPr>
          <a:xfrm>
            <a:off x="9676965" y="4446270"/>
            <a:ext cx="224551" cy="173736"/>
          </a:xfrm>
          <a:prstGeom prst="rightArrow">
            <a:avLst/>
          </a:prstGeom>
          <a:solidFill>
            <a:srgbClr val="B8860B"/>
          </a:solidFill>
          <a:ln w="12700">
            <a:solidFill>
              <a:srgbClr val="FFFFFF">
                <a:alpha val="0"/>
              </a:srgbClr>
            </a:solidFill>
            <a:prstDash val="solid"/>
          </a:ln>
        </p:spPr>
      </p:sp>
      <p:sp>
        <p:nvSpPr>
          <p:cNvPr id="100" name="Text 97"/>
          <p:cNvSpPr txBox="1"/>
          <p:nvPr/>
        </p:nvSpPr>
        <p:spPr>
          <a:xfrm>
            <a:off x="8569234" y="4873752"/>
            <a:ext cx="1466959" cy="384048"/>
          </a:xfrm>
          <a:prstGeom prst="rect">
            <a:avLst/>
          </a:prstGeom>
          <a:noFill/>
          <a:ln/>
        </p:spPr>
        <p:txBody>
          <a:bodyPr wrap="square" lIns="0" tIns="0" rIns="0" bIns="0" rtlCol="0" anchor="ctr"/>
          <a:lstStyle/>
          <a:p>
            <a:pPr algn="ctr" indent="0" marL="0">
              <a:buNone/>
            </a:pPr>
            <a:r>
              <a:rPr lang="en-US" sz="2000" b="1" dirty="0">
                <a:solidFill>
                  <a:srgbClr val="B8860B"/>
                </a:solidFill>
                <a:latin typeface="+mj-lt" pitchFamily="34" charset="0"/>
                <a:ea typeface="+mj-lt" pitchFamily="34" charset="-122"/>
                <a:cs typeface="+mj-lt" pitchFamily="34" charset="-120"/>
              </a:rPr>
              <a:t>voor</a:t>
            </a:r>
            <a:endParaRPr lang="en-US" sz="2000" dirty="0"/>
          </a:p>
        </p:txBody>
      </p:sp>
      <p:sp>
        <p:nvSpPr>
          <p:cNvPr id="101" name="Text 98"/>
          <p:cNvSpPr txBox="1"/>
          <p:nvPr/>
        </p:nvSpPr>
        <p:spPr>
          <a:xfrm>
            <a:off x="8614954" y="5257800"/>
            <a:ext cx="1375519" cy="310896"/>
          </a:xfrm>
          <a:prstGeom prst="rect">
            <a:avLst/>
          </a:prstGeom>
          <a:noFill/>
          <a:ln/>
        </p:spPr>
        <p:txBody>
          <a:bodyPr wrap="square" lIns="0" tIns="0" rIns="0" bIns="0" rtlCol="0" anchor="ctr"/>
          <a:lstStyle/>
          <a:p>
            <a:pPr algn="ctr" indent="0" marL="0">
              <a:buNone/>
            </a:pPr>
            <a:r>
              <a:rPr lang="en-US" sz="1300" dirty="0">
                <a:solidFill>
                  <a:schemeClr val="tx2"/>
                </a:solidFill>
              </a:rPr>
              <a:t>devant</a:t>
            </a:r>
            <a:endParaRPr lang="en-US" sz="1300" dirty="0"/>
          </a:p>
        </p:txBody>
      </p:sp>
      <p:sp>
        <p:nvSpPr>
          <p:cNvPr id="102" name="Text 99"/>
          <p:cNvSpPr txBox="1"/>
          <p:nvPr/>
        </p:nvSpPr>
        <p:spPr>
          <a:xfrm>
            <a:off x="8624098" y="5568696"/>
            <a:ext cx="1357231" cy="521208"/>
          </a:xfrm>
          <a:prstGeom prst="rect">
            <a:avLst/>
          </a:prstGeom>
          <a:noFill/>
          <a:ln/>
        </p:spPr>
        <p:txBody>
          <a:bodyPr wrap="square" lIns="0" tIns="0" rIns="0" bIns="0" rtlCol="0" anchor="ctr"/>
          <a:lstStyle/>
          <a:p>
            <a:pPr algn="ctr" indent="0" marL="0">
              <a:buNone/>
            </a:pPr>
            <a:r>
              <a:rPr lang="en-US" sz="1100" i="1" dirty="0">
                <a:solidFill>
                  <a:schemeClr val="accent5"/>
                </a:solidFill>
              </a:rPr>
              <a:t>voorbereiden</a:t>
            </a:r>
            <a:endParaRPr lang="en-US" sz="1100" dirty="0"/>
          </a:p>
          <a:p>
            <a:pPr algn="ctr" indent="0" marL="0">
              <a:buNone/>
            </a:pPr>
            <a:r>
              <a:rPr lang="en-US" sz="1100" i="1" dirty="0">
                <a:solidFill>
                  <a:schemeClr val="accent5"/>
                </a:solidFill>
              </a:rPr>
              <a:t>voorstellen</a:t>
            </a:r>
            <a:endParaRPr lang="en-US" sz="1100" dirty="0"/>
          </a:p>
        </p:txBody>
      </p:sp>
      <p:sp>
        <p:nvSpPr>
          <p:cNvPr id="103" name="Shape 100"/>
          <p:cNvSpPr/>
          <p:nvPr/>
        </p:nvSpPr>
        <p:spPr>
          <a:xfrm>
            <a:off x="10173353" y="3858768"/>
            <a:ext cx="1466959" cy="2286000"/>
          </a:xfrm>
          <a:prstGeom prst="roundRect">
            <a:avLst>
              <a:gd name="adj" fmla="val 6233"/>
            </a:avLst>
          </a:prstGeom>
          <a:solidFill>
            <a:srgbClr val="FFFFFF"/>
          </a:solidFill>
          <a:ln w="22225">
            <a:solidFill>
              <a:srgbClr val="17375E"/>
            </a:solidFill>
            <a:prstDash val="solid"/>
          </a:ln>
          <a:effectLst>
            <a:outerShdw sx="100000" sy="100000" kx="0" ky="0" algn="bl" rotWithShape="0" blurRad="101600" dist="25400" dir="3600000">
              <a:srgbClr val="000000">
                <a:alpha val="16000"/>
              </a:srgbClr>
            </a:outerShdw>
          </a:effectLst>
        </p:spPr>
      </p:sp>
      <p:sp>
        <p:nvSpPr>
          <p:cNvPr id="104" name="Shape 101"/>
          <p:cNvSpPr/>
          <p:nvPr/>
        </p:nvSpPr>
        <p:spPr>
          <a:xfrm>
            <a:off x="10924879" y="4511421"/>
            <a:ext cx="363108" cy="238887"/>
          </a:xfrm>
          <a:prstGeom prst="roundRect">
            <a:avLst>
              <a:gd name="adj" fmla="val 40000"/>
            </a:avLst>
          </a:prstGeom>
          <a:solidFill>
            <a:srgbClr val="D5DCE6"/>
          </a:solidFill>
          <a:ln w="12700">
            <a:solidFill>
              <a:srgbClr val="FFFFFF">
                <a:alpha val="0"/>
              </a:srgbClr>
            </a:solidFill>
            <a:prstDash val="solid"/>
          </a:ln>
        </p:spPr>
      </p:sp>
      <p:sp>
        <p:nvSpPr>
          <p:cNvPr id="105" name="Shape 102"/>
          <p:cNvSpPr/>
          <p:nvPr/>
        </p:nvSpPr>
        <p:spPr>
          <a:xfrm>
            <a:off x="11006100" y="4291645"/>
            <a:ext cx="200665" cy="200665"/>
          </a:xfrm>
          <a:prstGeom prst="ellipse">
            <a:avLst/>
          </a:prstGeom>
          <a:solidFill>
            <a:srgbClr val="D5DCE6"/>
          </a:solidFill>
          <a:ln w="12700">
            <a:solidFill>
              <a:srgbClr val="FFFFFF">
                <a:alpha val="0"/>
              </a:srgbClr>
            </a:solidFill>
            <a:prstDash val="solid"/>
          </a:ln>
        </p:spPr>
      </p:sp>
      <p:sp>
        <p:nvSpPr>
          <p:cNvPr id="106" name="Shape 103"/>
          <p:cNvSpPr/>
          <p:nvPr/>
        </p:nvSpPr>
        <p:spPr>
          <a:xfrm>
            <a:off x="11281083" y="4446270"/>
            <a:ext cx="224551" cy="173736"/>
          </a:xfrm>
          <a:prstGeom prst="rightArrow">
            <a:avLst/>
          </a:prstGeom>
          <a:solidFill>
            <a:srgbClr val="8A96A8"/>
          </a:solidFill>
          <a:ln w="12700">
            <a:solidFill>
              <a:srgbClr val="FFFFFF">
                <a:alpha val="0"/>
              </a:srgbClr>
            </a:solidFill>
            <a:prstDash val="solid"/>
          </a:ln>
        </p:spPr>
      </p:sp>
      <p:sp>
        <p:nvSpPr>
          <p:cNvPr id="107" name="Shape 104"/>
          <p:cNvSpPr/>
          <p:nvPr/>
        </p:nvSpPr>
        <p:spPr>
          <a:xfrm>
            <a:off x="10475778" y="4511421"/>
            <a:ext cx="363108" cy="238887"/>
          </a:xfrm>
          <a:prstGeom prst="roundRect">
            <a:avLst>
              <a:gd name="adj" fmla="val 40000"/>
            </a:avLst>
          </a:prstGeom>
          <a:solidFill>
            <a:schemeClr val="tx2"/>
          </a:solidFill>
          <a:ln w="12700">
            <a:solidFill>
              <a:srgbClr val="FFFFFF">
                <a:alpha val="0"/>
              </a:srgbClr>
            </a:solidFill>
            <a:prstDash val="solid"/>
          </a:ln>
        </p:spPr>
      </p:sp>
      <p:sp>
        <p:nvSpPr>
          <p:cNvPr id="108" name="Shape 105"/>
          <p:cNvSpPr/>
          <p:nvPr/>
        </p:nvSpPr>
        <p:spPr>
          <a:xfrm>
            <a:off x="10556999" y="4291645"/>
            <a:ext cx="200665" cy="200665"/>
          </a:xfrm>
          <a:prstGeom prst="ellipse">
            <a:avLst/>
          </a:prstGeom>
          <a:solidFill>
            <a:schemeClr val="tx2"/>
          </a:solidFill>
          <a:ln w="12700">
            <a:solidFill>
              <a:srgbClr val="FFFFFF">
                <a:alpha val="0"/>
              </a:srgbClr>
            </a:solidFill>
            <a:prstDash val="solid"/>
          </a:ln>
        </p:spPr>
      </p:sp>
      <p:sp>
        <p:nvSpPr>
          <p:cNvPr id="109" name="Shape 106"/>
          <p:cNvSpPr/>
          <p:nvPr/>
        </p:nvSpPr>
        <p:spPr>
          <a:xfrm>
            <a:off x="10782082" y="4559198"/>
            <a:ext cx="174650" cy="914"/>
          </a:xfrm>
          <a:prstGeom prst="line">
            <a:avLst/>
          </a:prstGeom>
          <a:noFill/>
          <a:ln w="19050">
            <a:solidFill>
              <a:srgbClr val="17375E"/>
            </a:solidFill>
            <a:prstDash val="dash"/>
            <a:tailEnd type="triangle"/>
          </a:ln>
        </p:spPr>
      </p:sp>
      <p:sp>
        <p:nvSpPr>
          <p:cNvPr id="110" name="Text 107"/>
          <p:cNvSpPr txBox="1"/>
          <p:nvPr/>
        </p:nvSpPr>
        <p:spPr>
          <a:xfrm>
            <a:off x="10173353" y="4873752"/>
            <a:ext cx="1466959" cy="384048"/>
          </a:xfrm>
          <a:prstGeom prst="rect">
            <a:avLst/>
          </a:prstGeom>
          <a:noFill/>
          <a:ln/>
        </p:spPr>
        <p:txBody>
          <a:bodyPr wrap="square" lIns="0" tIns="0" rIns="0" bIns="0" rtlCol="0" anchor="ctr"/>
          <a:lstStyle/>
          <a:p>
            <a:pPr algn="ctr" indent="0" marL="0">
              <a:buNone/>
            </a:pPr>
            <a:r>
              <a:rPr lang="en-US" sz="2000" b="1" dirty="0">
                <a:solidFill>
                  <a:schemeClr val="tx2"/>
                </a:solidFill>
                <a:latin typeface="+mj-lt" pitchFamily="34" charset="0"/>
                <a:ea typeface="+mj-lt" pitchFamily="34" charset="-122"/>
                <a:cs typeface="+mj-lt" pitchFamily="34" charset="-120"/>
              </a:rPr>
              <a:t>na</a:t>
            </a:r>
            <a:endParaRPr lang="en-US" sz="2000" dirty="0"/>
          </a:p>
        </p:txBody>
      </p:sp>
      <p:sp>
        <p:nvSpPr>
          <p:cNvPr id="111" name="Text 108"/>
          <p:cNvSpPr txBox="1"/>
          <p:nvPr/>
        </p:nvSpPr>
        <p:spPr>
          <a:xfrm>
            <a:off x="10219073" y="5257800"/>
            <a:ext cx="1375519" cy="310896"/>
          </a:xfrm>
          <a:prstGeom prst="rect">
            <a:avLst/>
          </a:prstGeom>
          <a:noFill/>
          <a:ln/>
        </p:spPr>
        <p:txBody>
          <a:bodyPr wrap="square" lIns="0" tIns="0" rIns="0" bIns="0" rtlCol="0" anchor="ctr"/>
          <a:lstStyle/>
          <a:p>
            <a:pPr algn="ctr" indent="0" marL="0">
              <a:buNone/>
            </a:pPr>
            <a:r>
              <a:rPr lang="en-US" sz="1300" dirty="0">
                <a:solidFill>
                  <a:schemeClr val="tx2"/>
                </a:solidFill>
              </a:rPr>
              <a:t>après</a:t>
            </a:r>
            <a:endParaRPr lang="en-US" sz="1300" dirty="0"/>
          </a:p>
        </p:txBody>
      </p:sp>
      <p:sp>
        <p:nvSpPr>
          <p:cNvPr id="112" name="Text 109"/>
          <p:cNvSpPr txBox="1"/>
          <p:nvPr/>
        </p:nvSpPr>
        <p:spPr>
          <a:xfrm>
            <a:off x="10228217" y="5568696"/>
            <a:ext cx="1357231" cy="521208"/>
          </a:xfrm>
          <a:prstGeom prst="rect">
            <a:avLst/>
          </a:prstGeom>
          <a:noFill/>
          <a:ln/>
        </p:spPr>
        <p:txBody>
          <a:bodyPr wrap="square" lIns="0" tIns="0" rIns="0" bIns="0" rtlCol="0" anchor="ctr"/>
          <a:lstStyle/>
          <a:p>
            <a:pPr algn="ctr" indent="0" marL="0">
              <a:buNone/>
            </a:pPr>
            <a:r>
              <a:rPr lang="en-US" sz="1100" i="1" dirty="0">
                <a:solidFill>
                  <a:schemeClr val="accent5"/>
                </a:solidFill>
              </a:rPr>
              <a:t>nadenken</a:t>
            </a:r>
            <a:endParaRPr lang="en-US" sz="1100" dirty="0"/>
          </a:p>
          <a:p>
            <a:pPr algn="ctr" indent="0" marL="0">
              <a:buNone/>
            </a:pPr>
            <a:r>
              <a:rPr lang="en-US" sz="1100" i="1" dirty="0">
                <a:solidFill>
                  <a:schemeClr val="accent5"/>
                </a:solidFill>
              </a:rPr>
              <a:t>nakijken</a:t>
            </a:r>
            <a:endParaRPr lang="en-US" sz="1100" dirty="0"/>
          </a:p>
        </p:txBody>
      </p:sp>
      <p:pic>
        <p:nvPicPr>
          <p:cNvPr id="113" name="Image 0" descr="Camera">    </p:cNvPr>
          <p:cNvPicPr>
            <a:picLocks noChangeAspect="1"/>
          </p:cNvPicPr>
          <p:nvPr/>
        </p:nvPicPr>
        <p:blipFill>
          <a:blip r:embed="rId1"/>
          <a:stretch>
            <a:fillRect/>
          </a:stretch>
        </p:blipFill>
        <p:spPr>
          <a:xfrm>
            <a:off x="11247120" y="960120"/>
            <a:ext cx="347472" cy="34747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Question">    </p:cNvPr>
          <p:cNvPicPr>
            <a:picLocks noChangeAspect="1"/>
          </p:cNvPicPr>
          <p:nvPr/>
        </p:nvPicPr>
        <p:blipFill>
          <a:blip r:embed="rId1"/>
          <a:stretch>
            <a:fillRect/>
          </a:stretch>
        </p:blipFill>
        <p:spPr>
          <a:xfrm>
            <a:off x="2183130" y="2770632"/>
            <a:ext cx="384048" cy="384048"/>
          </a:xfrm>
          <a:prstGeom prst="rect">
            <a:avLst/>
          </a:prstGeom>
        </p:spPr>
      </p:pic>
      <p:sp>
        <p:nvSpPr>
          <p:cNvPr id="10" name="Text 6"/>
          <p:cNvSpPr txBox="1"/>
          <p:nvPr/>
        </p:nvSpPr>
        <p:spPr>
          <a:xfrm>
            <a:off x="68580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Quelle particule ?</a:t>
            </a:r>
            <a:endParaRPr lang="en-US" sz="1600" dirty="0"/>
          </a:p>
        </p:txBody>
      </p:sp>
      <p:sp>
        <p:nvSpPr>
          <p:cNvPr id="11" name="Text 7"/>
          <p:cNvSpPr txBox="1"/>
          <p:nvPr/>
        </p:nvSpPr>
        <p:spPr>
          <a:xfrm>
            <a:off x="68580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96037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09753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09753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Image">    </p:cNvPr>
          <p:cNvPicPr>
            <a:picLocks noChangeAspect="1"/>
          </p:cNvPicPr>
          <p:nvPr/>
        </p:nvPicPr>
        <p:blipFill>
          <a:blip r:embed="rId2"/>
          <a:stretch>
            <a:fillRect/>
          </a:stretch>
        </p:blipFill>
        <p:spPr>
          <a:xfrm>
            <a:off x="4594860" y="2770632"/>
            <a:ext cx="384048" cy="384048"/>
          </a:xfrm>
          <a:prstGeom prst="rect">
            <a:avLst/>
          </a:prstGeom>
        </p:spPr>
      </p:pic>
      <p:sp>
        <p:nvSpPr>
          <p:cNvPr id="16" name="Text 11"/>
          <p:cNvSpPr txBox="1"/>
          <p:nvPr/>
        </p:nvSpPr>
        <p:spPr>
          <a:xfrm>
            <a:off x="309753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L’image et le verbe</a:t>
            </a:r>
            <a:endParaRPr lang="en-US" sz="1600" dirty="0"/>
          </a:p>
        </p:txBody>
      </p:sp>
      <p:sp>
        <p:nvSpPr>
          <p:cNvPr id="17" name="Text 12"/>
          <p:cNvSpPr txBox="1"/>
          <p:nvPr/>
        </p:nvSpPr>
        <p:spPr>
          <a:xfrm>
            <a:off x="309753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537210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550926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550926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Cut">    </p:cNvPr>
          <p:cNvPicPr>
            <a:picLocks noChangeAspect="1"/>
          </p:cNvPicPr>
          <p:nvPr/>
        </p:nvPicPr>
        <p:blipFill>
          <a:blip r:embed="rId3"/>
          <a:stretch>
            <a:fillRect/>
          </a:stretch>
        </p:blipFill>
        <p:spPr>
          <a:xfrm>
            <a:off x="7006590" y="2770632"/>
            <a:ext cx="384048" cy="384048"/>
          </a:xfrm>
          <a:prstGeom prst="rect">
            <a:avLst/>
          </a:prstGeom>
        </p:spPr>
      </p:pic>
      <p:sp>
        <p:nvSpPr>
          <p:cNvPr id="22" name="Text 16"/>
          <p:cNvSpPr txBox="1"/>
          <p:nvPr/>
        </p:nvSpPr>
        <p:spPr>
          <a:xfrm>
            <a:off x="550926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Ciseaux ou cadenas ?</a:t>
            </a:r>
            <a:endParaRPr lang="en-US" sz="1600" dirty="0"/>
          </a:p>
        </p:txBody>
      </p:sp>
      <p:sp>
        <p:nvSpPr>
          <p:cNvPr id="23" name="Text 17"/>
          <p:cNvSpPr txBox="1"/>
          <p:nvPr/>
        </p:nvSpPr>
        <p:spPr>
          <a:xfrm>
            <a:off x="550926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778383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7920990"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792099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Search">    </p:cNvPr>
          <p:cNvPicPr>
            <a:picLocks noChangeAspect="1"/>
          </p:cNvPicPr>
          <p:nvPr/>
        </p:nvPicPr>
        <p:blipFill>
          <a:blip r:embed="rId4"/>
          <a:stretch>
            <a:fillRect/>
          </a:stretch>
        </p:blipFill>
        <p:spPr>
          <a:xfrm>
            <a:off x="9418320" y="2770632"/>
            <a:ext cx="384048" cy="384048"/>
          </a:xfrm>
          <a:prstGeom prst="rect">
            <a:avLst/>
          </a:prstGeom>
        </p:spPr>
      </p:pic>
      <p:sp>
        <p:nvSpPr>
          <p:cNvPr id="28" name="Text 21"/>
          <p:cNvSpPr txBox="1"/>
          <p:nvPr/>
        </p:nvSpPr>
        <p:spPr>
          <a:xfrm>
            <a:off x="792099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détective</a:t>
            </a:r>
            <a:endParaRPr lang="en-US" sz="1600" dirty="0"/>
          </a:p>
        </p:txBody>
      </p:sp>
      <p:sp>
        <p:nvSpPr>
          <p:cNvPr id="29" name="Text 22"/>
          <p:cNvSpPr txBox="1"/>
          <p:nvPr/>
        </p:nvSpPr>
        <p:spPr>
          <a:xfrm>
            <a:off x="792099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54864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ToggleOn">    </p:cNvPr>
          <p:cNvPicPr>
            <a:picLocks noChangeAspect="1"/>
          </p:cNvPicPr>
          <p:nvPr/>
        </p:nvPicPr>
        <p:blipFill>
          <a:blip r:embed="rId5"/>
          <a:stretch>
            <a:fillRect/>
          </a:stretch>
        </p:blipFill>
        <p:spPr>
          <a:xfrm>
            <a:off x="2183130" y="4599432"/>
            <a:ext cx="384048" cy="384048"/>
          </a:xfrm>
          <a:prstGeom prst="rect">
            <a:avLst/>
          </a:prstGeom>
        </p:spPr>
      </p:pic>
      <p:sp>
        <p:nvSpPr>
          <p:cNvPr id="34" name="Text 26"/>
          <p:cNvSpPr txBox="1"/>
          <p:nvPr/>
        </p:nvSpPr>
        <p:spPr>
          <a:xfrm>
            <a:off x="68580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Les interrupteurs</a:t>
            </a:r>
            <a:endParaRPr lang="en-US" sz="1600" dirty="0"/>
          </a:p>
        </p:txBody>
      </p:sp>
      <p:sp>
        <p:nvSpPr>
          <p:cNvPr id="35" name="Text 27"/>
          <p:cNvSpPr txBox="1"/>
          <p:nvPr/>
        </p:nvSpPr>
        <p:spPr>
          <a:xfrm>
            <a:off x="68580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296037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309753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309753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Dharmachakra">    </p:cNvPr>
          <p:cNvPicPr>
            <a:picLocks noChangeAspect="1"/>
          </p:cNvPicPr>
          <p:nvPr/>
        </p:nvPicPr>
        <p:blipFill>
          <a:blip r:embed="rId6"/>
          <a:stretch>
            <a:fillRect/>
          </a:stretch>
        </p:blipFill>
        <p:spPr>
          <a:xfrm>
            <a:off x="4594860" y="4599432"/>
            <a:ext cx="384048" cy="384048"/>
          </a:xfrm>
          <a:prstGeom prst="rect">
            <a:avLst/>
          </a:prstGeom>
        </p:spPr>
      </p:pic>
      <p:sp>
        <p:nvSpPr>
          <p:cNvPr id="40" name="Text 31"/>
          <p:cNvSpPr txBox="1"/>
          <p:nvPr/>
        </p:nvSpPr>
        <p:spPr>
          <a:xfrm>
            <a:off x="309753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La roulette des particules</a:t>
            </a:r>
            <a:endParaRPr lang="en-US" sz="1600" dirty="0"/>
          </a:p>
        </p:txBody>
      </p:sp>
      <p:sp>
        <p:nvSpPr>
          <p:cNvPr id="41" name="Text 32"/>
          <p:cNvSpPr txBox="1"/>
          <p:nvPr/>
        </p:nvSpPr>
        <p:spPr>
          <a:xfrm>
            <a:off x="309753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537210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5509260"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550926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Users">    </p:cNvPr>
          <p:cNvPicPr>
            <a:picLocks noChangeAspect="1"/>
          </p:cNvPicPr>
          <p:nvPr/>
        </p:nvPicPr>
        <p:blipFill>
          <a:blip r:embed="rId7"/>
          <a:stretch>
            <a:fillRect/>
          </a:stretch>
        </p:blipFill>
        <p:spPr>
          <a:xfrm>
            <a:off x="7006590" y="4599432"/>
            <a:ext cx="384048" cy="384048"/>
          </a:xfrm>
          <a:prstGeom prst="rect">
            <a:avLst/>
          </a:prstGeom>
        </p:spPr>
      </p:pic>
      <p:sp>
        <p:nvSpPr>
          <p:cNvPr id="46" name="Text 36"/>
          <p:cNvSpPr txBox="1"/>
          <p:nvPr/>
        </p:nvSpPr>
        <p:spPr>
          <a:xfrm>
            <a:off x="550926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La réunion d’équipe</a:t>
            </a:r>
            <a:endParaRPr lang="en-US" sz="1600" dirty="0"/>
          </a:p>
        </p:txBody>
      </p:sp>
      <p:sp>
        <p:nvSpPr>
          <p:cNvPr id="47" name="Text 37"/>
          <p:cNvSpPr txBox="1"/>
          <p:nvPr/>
        </p:nvSpPr>
        <p:spPr>
          <a:xfrm>
            <a:off x="550926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48" name="Image 7" descr="man teacher">    </p:cNvPr>
          <p:cNvPicPr>
            <a:picLocks noChangeAspect="1"/>
          </p:cNvPicPr>
          <p:nvPr/>
        </p:nvPicPr>
        <p:blipFill>
          <a:blip r:embed="rId8"/>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Quelle particule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Regardez l’image et complétez avec la bonne particule.</a:t>
            </a:r>
            <a:endParaRPr lang="en-US" sz="1700" dirty="0"/>
          </a:p>
        </p:txBody>
      </p:sp>
      <p:sp>
        <p:nvSpPr>
          <p:cNvPr id="8" name="Shape 4"/>
          <p:cNvSpPr/>
          <p:nvPr/>
        </p:nvSpPr>
        <p:spPr>
          <a:xfrm>
            <a:off x="548640" y="1978152"/>
            <a:ext cx="5408676" cy="858774"/>
          </a:xfrm>
          <a:prstGeom prst="roundRect">
            <a:avLst>
              <a:gd name="adj" fmla="val 10648"/>
            </a:avLst>
          </a:prstGeom>
          <a:solidFill>
            <a:schemeClr val="bg2"/>
          </a:solidFill>
          <a:ln w="9525">
            <a:solidFill>
              <a:srgbClr val="D5DCE6"/>
            </a:solidFill>
            <a:prstDash val="solid"/>
          </a:ln>
        </p:spPr>
      </p:sp>
      <p:pic>
        <p:nvPicPr>
          <p:cNvPr id="9" name="Image 1" descr="mobile phone off">    </p:cNvPr>
          <p:cNvPicPr>
            <a:picLocks noChangeAspect="1"/>
          </p:cNvPicPr>
          <p:nvPr/>
        </p:nvPicPr>
        <p:blipFill>
          <a:blip r:embed="rId2"/>
          <a:stretch>
            <a:fillRect/>
          </a:stretch>
        </p:blipFill>
        <p:spPr>
          <a:xfrm>
            <a:off x="658368" y="2023872"/>
            <a:ext cx="767334" cy="767334"/>
          </a:xfrm>
          <a:prstGeom prst="rect">
            <a:avLst/>
          </a:prstGeom>
        </p:spPr>
      </p:pic>
      <p:sp>
        <p:nvSpPr>
          <p:cNvPr id="10" name="Text 5"/>
          <p:cNvSpPr txBox="1"/>
          <p:nvPr/>
        </p:nvSpPr>
        <p:spPr>
          <a:xfrm>
            <a:off x="1517142" y="1978152"/>
            <a:ext cx="4348734" cy="858774"/>
          </a:xfrm>
          <a:prstGeom prst="rect">
            <a:avLst/>
          </a:prstGeom>
          <a:noFill/>
          <a:ln/>
        </p:spPr>
        <p:txBody>
          <a:bodyPr wrap="square" lIns="0" tIns="0" rIns="0" bIns="0" rtlCol="0" anchor="ctr"/>
          <a:lstStyle/>
          <a:p>
            <a:pPr algn="l" indent="0" marL="0">
              <a:buNone/>
            </a:pPr>
            <a:r>
              <a:rPr lang="en-US" sz="2000" b="1" dirty="0">
                <a:solidFill>
                  <a:schemeClr val="tx1"/>
                </a:solidFill>
              </a:rPr>
              <a:t>1</a:t>
            </a:r>
            <a:r>
              <a:rPr lang="en-US" sz="2000" dirty="0">
                <a:solidFill>
                  <a:schemeClr val="tx1"/>
                </a:solidFill>
              </a:rPr>
              <a:t>  </a:t>
            </a:r>
            <a:r>
              <a:rPr lang="en-US" sz="2000" i="1" dirty="0">
                <a:solidFill>
                  <a:schemeClr val="tx1"/>
                </a:solidFill>
              </a:rPr>
              <a:t>Zet je gsm </a:t>
            </a:r>
            <a:r>
              <a:rPr lang="en-US" sz="2000" i="1" dirty="0">
                <a:solidFill>
                  <a:schemeClr val="accent5"/>
                </a:solidFill>
              </a:rPr>
              <a:t>…………</a:t>
            </a:r>
            <a:r>
              <a:rPr lang="en-US" sz="2000" i="1" dirty="0">
                <a:solidFill>
                  <a:schemeClr val="tx1"/>
                </a:solidFill>
              </a:rPr>
              <a:t>.</a:t>
            </a:r>
            <a:endParaRPr lang="en-US" sz="2000" dirty="0"/>
          </a:p>
        </p:txBody>
      </p:sp>
      <p:sp>
        <p:nvSpPr>
          <p:cNvPr id="11" name="Shape 6"/>
          <p:cNvSpPr/>
          <p:nvPr/>
        </p:nvSpPr>
        <p:spPr>
          <a:xfrm>
            <a:off x="548640" y="2946654"/>
            <a:ext cx="5408676" cy="858774"/>
          </a:xfrm>
          <a:prstGeom prst="roundRect">
            <a:avLst>
              <a:gd name="adj" fmla="val 10648"/>
            </a:avLst>
          </a:prstGeom>
          <a:solidFill>
            <a:srgbClr val="FFFFFF"/>
          </a:solidFill>
          <a:ln w="9525">
            <a:solidFill>
              <a:srgbClr val="D5DCE6"/>
            </a:solidFill>
            <a:prstDash val="solid"/>
          </a:ln>
        </p:spPr>
      </p:sp>
      <p:pic>
        <p:nvPicPr>
          <p:cNvPr id="12" name="Image 2" descr="chart increasing">    </p:cNvPr>
          <p:cNvPicPr>
            <a:picLocks noChangeAspect="1"/>
          </p:cNvPicPr>
          <p:nvPr/>
        </p:nvPicPr>
        <p:blipFill>
          <a:blip r:embed="rId3"/>
          <a:stretch>
            <a:fillRect/>
          </a:stretch>
        </p:blipFill>
        <p:spPr>
          <a:xfrm>
            <a:off x="658368" y="2992374"/>
            <a:ext cx="767334" cy="767334"/>
          </a:xfrm>
          <a:prstGeom prst="rect">
            <a:avLst/>
          </a:prstGeom>
        </p:spPr>
      </p:pic>
      <p:sp>
        <p:nvSpPr>
          <p:cNvPr id="13" name="Text 7"/>
          <p:cNvSpPr txBox="1"/>
          <p:nvPr/>
        </p:nvSpPr>
        <p:spPr>
          <a:xfrm>
            <a:off x="1517142" y="2946654"/>
            <a:ext cx="4348734" cy="858774"/>
          </a:xfrm>
          <a:prstGeom prst="rect">
            <a:avLst/>
          </a:prstGeom>
          <a:noFill/>
          <a:ln/>
        </p:spPr>
        <p:txBody>
          <a:bodyPr wrap="square" lIns="0" tIns="0" rIns="0" bIns="0" rtlCol="0" anchor="ctr"/>
          <a:lstStyle/>
          <a:p>
            <a:pPr algn="l" indent="0" marL="0">
              <a:buNone/>
            </a:pPr>
            <a:r>
              <a:rPr lang="en-US" sz="2000" b="1" dirty="0">
                <a:solidFill>
                  <a:schemeClr val="tx1"/>
                </a:solidFill>
              </a:rPr>
              <a:t>2</a:t>
            </a:r>
            <a:r>
              <a:rPr lang="en-US" sz="2000" dirty="0">
                <a:solidFill>
                  <a:schemeClr val="tx1"/>
                </a:solidFill>
              </a:rPr>
              <a:t>  </a:t>
            </a:r>
            <a:r>
              <a:rPr lang="en-US" sz="2000" i="1" dirty="0">
                <a:solidFill>
                  <a:schemeClr val="tx1"/>
                </a:solidFill>
              </a:rPr>
              <a:t>De prijzen nemen elk jaar </a:t>
            </a:r>
            <a:r>
              <a:rPr lang="en-US" sz="2000" i="1" dirty="0">
                <a:solidFill>
                  <a:schemeClr val="accent5"/>
                </a:solidFill>
              </a:rPr>
              <a:t>…………</a:t>
            </a:r>
            <a:r>
              <a:rPr lang="en-US" sz="2000" i="1" dirty="0">
                <a:solidFill>
                  <a:schemeClr val="tx1"/>
                </a:solidFill>
              </a:rPr>
              <a:t>.</a:t>
            </a:r>
            <a:endParaRPr lang="en-US" sz="2000" dirty="0"/>
          </a:p>
        </p:txBody>
      </p:sp>
      <p:sp>
        <p:nvSpPr>
          <p:cNvPr id="14" name="Shape 8"/>
          <p:cNvSpPr/>
          <p:nvPr/>
        </p:nvSpPr>
        <p:spPr>
          <a:xfrm>
            <a:off x="548640" y="3915156"/>
            <a:ext cx="5408676" cy="858774"/>
          </a:xfrm>
          <a:prstGeom prst="roundRect">
            <a:avLst>
              <a:gd name="adj" fmla="val 10648"/>
            </a:avLst>
          </a:prstGeom>
          <a:solidFill>
            <a:schemeClr val="bg2"/>
          </a:solidFill>
          <a:ln w="9525">
            <a:solidFill>
              <a:srgbClr val="D5DCE6"/>
            </a:solidFill>
            <a:prstDash val="solid"/>
          </a:ln>
        </p:spPr>
      </p:sp>
      <p:pic>
        <p:nvPicPr>
          <p:cNvPr id="15" name="Image 3" descr="open book">    </p:cNvPr>
          <p:cNvPicPr>
            <a:picLocks noChangeAspect="1"/>
          </p:cNvPicPr>
          <p:nvPr/>
        </p:nvPicPr>
        <p:blipFill>
          <a:blip r:embed="rId4"/>
          <a:stretch>
            <a:fillRect/>
          </a:stretch>
        </p:blipFill>
        <p:spPr>
          <a:xfrm>
            <a:off x="658368" y="3960876"/>
            <a:ext cx="767334" cy="767334"/>
          </a:xfrm>
          <a:prstGeom prst="rect">
            <a:avLst/>
          </a:prstGeom>
        </p:spPr>
      </p:pic>
      <p:sp>
        <p:nvSpPr>
          <p:cNvPr id="16" name="Text 9"/>
          <p:cNvSpPr txBox="1"/>
          <p:nvPr/>
        </p:nvSpPr>
        <p:spPr>
          <a:xfrm>
            <a:off x="1517142" y="3915156"/>
            <a:ext cx="4348734" cy="858774"/>
          </a:xfrm>
          <a:prstGeom prst="rect">
            <a:avLst/>
          </a:prstGeom>
          <a:noFill/>
          <a:ln/>
        </p:spPr>
        <p:txBody>
          <a:bodyPr wrap="square" lIns="0" tIns="0" rIns="0" bIns="0" rtlCol="0" anchor="ctr"/>
          <a:lstStyle/>
          <a:p>
            <a:pPr algn="l" indent="0" marL="0">
              <a:buNone/>
            </a:pPr>
            <a:r>
              <a:rPr lang="en-US" sz="2000" b="1" dirty="0">
                <a:solidFill>
                  <a:schemeClr val="tx1"/>
                </a:solidFill>
              </a:rPr>
              <a:t>3</a:t>
            </a:r>
            <a:r>
              <a:rPr lang="en-US" sz="2000" dirty="0">
                <a:solidFill>
                  <a:schemeClr val="tx1"/>
                </a:solidFill>
              </a:rPr>
              <a:t>  </a:t>
            </a:r>
            <a:r>
              <a:rPr lang="en-US" sz="2000" i="1" dirty="0">
                <a:solidFill>
                  <a:schemeClr val="tx1"/>
                </a:solidFill>
              </a:rPr>
              <a:t>Zoek dit woord even </a:t>
            </a:r>
            <a:r>
              <a:rPr lang="en-US" sz="2000" i="1" dirty="0">
                <a:solidFill>
                  <a:schemeClr val="accent5"/>
                </a:solidFill>
              </a:rPr>
              <a:t>…………</a:t>
            </a:r>
            <a:r>
              <a:rPr lang="en-US" sz="2000" i="1" dirty="0">
                <a:solidFill>
                  <a:schemeClr val="tx1"/>
                </a:solidFill>
              </a:rPr>
              <a:t>.</a:t>
            </a:r>
            <a:endParaRPr lang="en-US" sz="2000" dirty="0"/>
          </a:p>
        </p:txBody>
      </p:sp>
      <p:sp>
        <p:nvSpPr>
          <p:cNvPr id="17" name="Shape 10"/>
          <p:cNvSpPr/>
          <p:nvPr/>
        </p:nvSpPr>
        <p:spPr>
          <a:xfrm>
            <a:off x="548640" y="4883658"/>
            <a:ext cx="5408676" cy="858774"/>
          </a:xfrm>
          <a:prstGeom prst="roundRect">
            <a:avLst>
              <a:gd name="adj" fmla="val 10648"/>
            </a:avLst>
          </a:prstGeom>
          <a:solidFill>
            <a:srgbClr val="FFFFFF"/>
          </a:solidFill>
          <a:ln w="9525">
            <a:solidFill>
              <a:srgbClr val="D5DCE6"/>
            </a:solidFill>
            <a:prstDash val="solid"/>
          </a:ln>
        </p:spPr>
      </p:sp>
      <p:pic>
        <p:nvPicPr>
          <p:cNvPr id="18" name="Image 4" descr="magnifying glass tilted left">    </p:cNvPr>
          <p:cNvPicPr>
            <a:picLocks noChangeAspect="1"/>
          </p:cNvPicPr>
          <p:nvPr/>
        </p:nvPicPr>
        <p:blipFill>
          <a:blip r:embed="rId5"/>
          <a:stretch>
            <a:fillRect/>
          </a:stretch>
        </p:blipFill>
        <p:spPr>
          <a:xfrm>
            <a:off x="658368" y="4929378"/>
            <a:ext cx="767334" cy="767334"/>
          </a:xfrm>
          <a:prstGeom prst="rect">
            <a:avLst/>
          </a:prstGeom>
        </p:spPr>
      </p:pic>
      <p:sp>
        <p:nvSpPr>
          <p:cNvPr id="19" name="Text 11"/>
          <p:cNvSpPr txBox="1"/>
          <p:nvPr/>
        </p:nvSpPr>
        <p:spPr>
          <a:xfrm>
            <a:off x="1517142" y="4883658"/>
            <a:ext cx="4348734" cy="858774"/>
          </a:xfrm>
          <a:prstGeom prst="rect">
            <a:avLst/>
          </a:prstGeom>
          <a:noFill/>
          <a:ln/>
        </p:spPr>
        <p:txBody>
          <a:bodyPr wrap="square" lIns="0" tIns="0" rIns="0" bIns="0" rtlCol="0" anchor="ctr"/>
          <a:lstStyle/>
          <a:p>
            <a:pPr algn="l" indent="0" marL="0">
              <a:buNone/>
            </a:pPr>
            <a:r>
              <a:rPr lang="en-US" sz="2000" b="1" dirty="0">
                <a:solidFill>
                  <a:schemeClr val="tx1"/>
                </a:solidFill>
              </a:rPr>
              <a:t>4</a:t>
            </a:r>
            <a:r>
              <a:rPr lang="en-US" sz="2000" dirty="0">
                <a:solidFill>
                  <a:schemeClr val="tx1"/>
                </a:solidFill>
              </a:rPr>
              <a:t>  </a:t>
            </a:r>
            <a:r>
              <a:rPr lang="en-US" sz="2000" i="1" dirty="0">
                <a:solidFill>
                  <a:schemeClr val="tx1"/>
                </a:solidFill>
              </a:rPr>
              <a:t>Kijk je tekst nog eens </a:t>
            </a:r>
            <a:r>
              <a:rPr lang="en-US" sz="2000" i="1" dirty="0">
                <a:solidFill>
                  <a:schemeClr val="accent5"/>
                </a:solidFill>
              </a:rPr>
              <a:t>…………</a:t>
            </a:r>
            <a:r>
              <a:rPr lang="en-US" sz="2000" i="1" dirty="0">
                <a:solidFill>
                  <a:schemeClr val="tx1"/>
                </a:solidFill>
              </a:rPr>
              <a:t>.</a:t>
            </a:r>
            <a:endParaRPr lang="en-US" sz="2000" dirty="0"/>
          </a:p>
        </p:txBody>
      </p:sp>
      <p:sp>
        <p:nvSpPr>
          <p:cNvPr id="20" name="Shape 12"/>
          <p:cNvSpPr/>
          <p:nvPr/>
        </p:nvSpPr>
        <p:spPr>
          <a:xfrm>
            <a:off x="6231636" y="1978152"/>
            <a:ext cx="5408676" cy="858774"/>
          </a:xfrm>
          <a:prstGeom prst="roundRect">
            <a:avLst>
              <a:gd name="adj" fmla="val 10648"/>
            </a:avLst>
          </a:prstGeom>
          <a:solidFill>
            <a:schemeClr val="bg2"/>
          </a:solidFill>
          <a:ln w="9525">
            <a:solidFill>
              <a:srgbClr val="D5DCE6"/>
            </a:solidFill>
            <a:prstDash val="solid"/>
          </a:ln>
        </p:spPr>
      </p:sp>
      <p:pic>
        <p:nvPicPr>
          <p:cNvPr id="21" name="Image 5" descr="e mail">    </p:cNvPr>
          <p:cNvPicPr>
            <a:picLocks noChangeAspect="1"/>
          </p:cNvPicPr>
          <p:nvPr/>
        </p:nvPicPr>
        <p:blipFill>
          <a:blip r:embed="rId6"/>
          <a:stretch>
            <a:fillRect/>
          </a:stretch>
        </p:blipFill>
        <p:spPr>
          <a:xfrm>
            <a:off x="6341364" y="2023872"/>
            <a:ext cx="767334" cy="767334"/>
          </a:xfrm>
          <a:prstGeom prst="rect">
            <a:avLst/>
          </a:prstGeom>
        </p:spPr>
      </p:pic>
      <p:sp>
        <p:nvSpPr>
          <p:cNvPr id="22" name="Text 13"/>
          <p:cNvSpPr txBox="1"/>
          <p:nvPr/>
        </p:nvSpPr>
        <p:spPr>
          <a:xfrm>
            <a:off x="7200138" y="1978152"/>
            <a:ext cx="4348734" cy="858774"/>
          </a:xfrm>
          <a:prstGeom prst="rect">
            <a:avLst/>
          </a:prstGeom>
          <a:noFill/>
          <a:ln/>
        </p:spPr>
        <p:txBody>
          <a:bodyPr wrap="square" lIns="0" tIns="0" rIns="0" bIns="0" rtlCol="0" anchor="ctr"/>
          <a:lstStyle/>
          <a:p>
            <a:pPr algn="l" indent="0" marL="0">
              <a:buNone/>
            </a:pPr>
            <a:r>
              <a:rPr lang="en-US" sz="2000" b="1" dirty="0">
                <a:solidFill>
                  <a:schemeClr val="tx1"/>
                </a:solidFill>
              </a:rPr>
              <a:t>5</a:t>
            </a:r>
            <a:r>
              <a:rPr lang="en-US" sz="2000" dirty="0">
                <a:solidFill>
                  <a:schemeClr val="tx1"/>
                </a:solidFill>
              </a:rPr>
              <a:t>  </a:t>
            </a:r>
            <a:r>
              <a:rPr lang="en-US" sz="2000" i="1" dirty="0">
                <a:solidFill>
                  <a:schemeClr val="tx1"/>
                </a:solidFill>
              </a:rPr>
              <a:t>Ik stuur je de mail </a:t>
            </a:r>
            <a:r>
              <a:rPr lang="en-US" sz="2000" i="1" dirty="0">
                <a:solidFill>
                  <a:schemeClr val="accent5"/>
                </a:solidFill>
              </a:rPr>
              <a:t>…………</a:t>
            </a:r>
            <a:r>
              <a:rPr lang="en-US" sz="2000" i="1" dirty="0">
                <a:solidFill>
                  <a:schemeClr val="tx1"/>
                </a:solidFill>
              </a:rPr>
              <a:t>.</a:t>
            </a:r>
            <a:endParaRPr lang="en-US" sz="2000" dirty="0"/>
          </a:p>
        </p:txBody>
      </p:sp>
      <p:sp>
        <p:nvSpPr>
          <p:cNvPr id="23" name="Shape 14"/>
          <p:cNvSpPr/>
          <p:nvPr/>
        </p:nvSpPr>
        <p:spPr>
          <a:xfrm>
            <a:off x="6231636" y="2946654"/>
            <a:ext cx="5408676" cy="858774"/>
          </a:xfrm>
          <a:prstGeom prst="roundRect">
            <a:avLst>
              <a:gd name="adj" fmla="val 10648"/>
            </a:avLst>
          </a:prstGeom>
          <a:solidFill>
            <a:srgbClr val="FFFFFF"/>
          </a:solidFill>
          <a:ln w="9525">
            <a:solidFill>
              <a:srgbClr val="D5DCE6"/>
            </a:solidFill>
            <a:prstDash val="solid"/>
          </a:ln>
        </p:spPr>
      </p:sp>
      <p:pic>
        <p:nvPicPr>
          <p:cNvPr id="24" name="Image 6" descr="handshake">    </p:cNvPr>
          <p:cNvPicPr>
            <a:picLocks noChangeAspect="1"/>
          </p:cNvPicPr>
          <p:nvPr/>
        </p:nvPicPr>
        <p:blipFill>
          <a:blip r:embed="rId7"/>
          <a:stretch>
            <a:fillRect/>
          </a:stretch>
        </p:blipFill>
        <p:spPr>
          <a:xfrm>
            <a:off x="6341364" y="2992374"/>
            <a:ext cx="767334" cy="767334"/>
          </a:xfrm>
          <a:prstGeom prst="rect">
            <a:avLst/>
          </a:prstGeom>
        </p:spPr>
      </p:pic>
      <p:sp>
        <p:nvSpPr>
          <p:cNvPr id="25" name="Text 15"/>
          <p:cNvSpPr txBox="1"/>
          <p:nvPr/>
        </p:nvSpPr>
        <p:spPr>
          <a:xfrm>
            <a:off x="7200138" y="2946654"/>
            <a:ext cx="4348734" cy="858774"/>
          </a:xfrm>
          <a:prstGeom prst="rect">
            <a:avLst/>
          </a:prstGeom>
          <a:noFill/>
          <a:ln/>
        </p:spPr>
        <p:txBody>
          <a:bodyPr wrap="square" lIns="0" tIns="0" rIns="0" bIns="0" rtlCol="0" anchor="ctr"/>
          <a:lstStyle/>
          <a:p>
            <a:pPr algn="l" indent="0" marL="0">
              <a:buNone/>
            </a:pPr>
            <a:r>
              <a:rPr lang="en-US" sz="2000" b="1" dirty="0">
                <a:solidFill>
                  <a:schemeClr val="tx1"/>
                </a:solidFill>
              </a:rPr>
              <a:t>6</a:t>
            </a:r>
            <a:r>
              <a:rPr lang="en-US" sz="2000" dirty="0">
                <a:solidFill>
                  <a:schemeClr val="tx1"/>
                </a:solidFill>
              </a:rPr>
              <a:t>  </a:t>
            </a:r>
            <a:r>
              <a:rPr lang="en-US" sz="2000" i="1" dirty="0">
                <a:solidFill>
                  <a:schemeClr val="tx1"/>
                </a:solidFill>
              </a:rPr>
              <a:t>Lotte neemt het project </a:t>
            </a:r>
            <a:r>
              <a:rPr lang="en-US" sz="2000" i="1" dirty="0">
                <a:solidFill>
                  <a:schemeClr val="accent5"/>
                </a:solidFill>
              </a:rPr>
              <a:t>…………</a:t>
            </a:r>
            <a:r>
              <a:rPr lang="en-US" sz="2000" i="1" dirty="0">
                <a:solidFill>
                  <a:schemeClr val="tx1"/>
                </a:solidFill>
              </a:rPr>
              <a:t>.</a:t>
            </a:r>
            <a:endParaRPr lang="en-US" sz="2000" dirty="0"/>
          </a:p>
        </p:txBody>
      </p:sp>
      <p:sp>
        <p:nvSpPr>
          <p:cNvPr id="26" name="Shape 16"/>
          <p:cNvSpPr/>
          <p:nvPr/>
        </p:nvSpPr>
        <p:spPr>
          <a:xfrm>
            <a:off x="6231636" y="3915156"/>
            <a:ext cx="5408676" cy="858774"/>
          </a:xfrm>
          <a:prstGeom prst="roundRect">
            <a:avLst>
              <a:gd name="adj" fmla="val 10648"/>
            </a:avLst>
          </a:prstGeom>
          <a:solidFill>
            <a:schemeClr val="bg2"/>
          </a:solidFill>
          <a:ln w="9525">
            <a:solidFill>
              <a:srgbClr val="D5DCE6"/>
            </a:solidFill>
            <a:prstDash val="solid"/>
          </a:ln>
        </p:spPr>
      </p:sp>
      <p:pic>
        <p:nvPicPr>
          <p:cNvPr id="27" name="Image 7" descr="inbox tray">    </p:cNvPr>
          <p:cNvPicPr>
            <a:picLocks noChangeAspect="1"/>
          </p:cNvPicPr>
          <p:nvPr/>
        </p:nvPicPr>
        <p:blipFill>
          <a:blip r:embed="rId8"/>
          <a:stretch>
            <a:fillRect/>
          </a:stretch>
        </p:blipFill>
        <p:spPr>
          <a:xfrm>
            <a:off x="6341364" y="3960876"/>
            <a:ext cx="767334" cy="767334"/>
          </a:xfrm>
          <a:prstGeom prst="rect">
            <a:avLst/>
          </a:prstGeom>
        </p:spPr>
      </p:pic>
      <p:sp>
        <p:nvSpPr>
          <p:cNvPr id="28" name="Text 17"/>
          <p:cNvSpPr txBox="1"/>
          <p:nvPr/>
        </p:nvSpPr>
        <p:spPr>
          <a:xfrm>
            <a:off x="7200138" y="3915156"/>
            <a:ext cx="4348734" cy="858774"/>
          </a:xfrm>
          <a:prstGeom prst="rect">
            <a:avLst/>
          </a:prstGeom>
          <a:noFill/>
          <a:ln/>
        </p:spPr>
        <p:txBody>
          <a:bodyPr wrap="square" lIns="0" tIns="0" rIns="0" bIns="0" rtlCol="0" anchor="ctr"/>
          <a:lstStyle/>
          <a:p>
            <a:pPr algn="l" indent="0" marL="0">
              <a:buNone/>
            </a:pPr>
            <a:r>
              <a:rPr lang="en-US" sz="2000" b="1" dirty="0">
                <a:solidFill>
                  <a:schemeClr val="tx1"/>
                </a:solidFill>
              </a:rPr>
              <a:t>7</a:t>
            </a:r>
            <a:r>
              <a:rPr lang="en-US" sz="2000" dirty="0">
                <a:solidFill>
                  <a:schemeClr val="tx1"/>
                </a:solidFill>
              </a:rPr>
              <a:t>  </a:t>
            </a:r>
            <a:r>
              <a:rPr lang="en-US" sz="2000" i="1" dirty="0">
                <a:solidFill>
                  <a:schemeClr val="tx1"/>
                </a:solidFill>
              </a:rPr>
              <a:t>Lever je rapport vrijdag </a:t>
            </a:r>
            <a:r>
              <a:rPr lang="en-US" sz="2000" i="1" dirty="0">
                <a:solidFill>
                  <a:schemeClr val="accent5"/>
                </a:solidFill>
              </a:rPr>
              <a:t>…………</a:t>
            </a:r>
            <a:r>
              <a:rPr lang="en-US" sz="2000" i="1" dirty="0">
                <a:solidFill>
                  <a:schemeClr val="tx1"/>
                </a:solidFill>
              </a:rPr>
              <a:t>.</a:t>
            </a:r>
            <a:endParaRPr lang="en-US" sz="2000" dirty="0"/>
          </a:p>
        </p:txBody>
      </p:sp>
      <p:sp>
        <p:nvSpPr>
          <p:cNvPr id="29" name="Shape 18"/>
          <p:cNvSpPr/>
          <p:nvPr/>
        </p:nvSpPr>
        <p:spPr>
          <a:xfrm>
            <a:off x="6231636" y="4883658"/>
            <a:ext cx="5408676" cy="858774"/>
          </a:xfrm>
          <a:prstGeom prst="roundRect">
            <a:avLst>
              <a:gd name="adj" fmla="val 10648"/>
            </a:avLst>
          </a:prstGeom>
          <a:solidFill>
            <a:srgbClr val="FFFFFF"/>
          </a:solidFill>
          <a:ln w="9525">
            <a:solidFill>
              <a:srgbClr val="D5DCE6"/>
            </a:solidFill>
            <a:prstDash val="solid"/>
          </a:ln>
        </p:spPr>
      </p:sp>
      <p:pic>
        <p:nvPicPr>
          <p:cNvPr id="30" name="Image 8" descr="umbrella">    </p:cNvPr>
          <p:cNvPicPr>
            <a:picLocks noChangeAspect="1"/>
          </p:cNvPicPr>
          <p:nvPr/>
        </p:nvPicPr>
        <p:blipFill>
          <a:blip r:embed="rId9"/>
          <a:stretch>
            <a:fillRect/>
          </a:stretch>
        </p:blipFill>
        <p:spPr>
          <a:xfrm>
            <a:off x="6341364" y="4929378"/>
            <a:ext cx="767334" cy="767334"/>
          </a:xfrm>
          <a:prstGeom prst="rect">
            <a:avLst/>
          </a:prstGeom>
        </p:spPr>
      </p:pic>
      <p:sp>
        <p:nvSpPr>
          <p:cNvPr id="31" name="Text 19"/>
          <p:cNvSpPr txBox="1"/>
          <p:nvPr/>
        </p:nvSpPr>
        <p:spPr>
          <a:xfrm>
            <a:off x="7200138" y="4883658"/>
            <a:ext cx="4348734" cy="858774"/>
          </a:xfrm>
          <a:prstGeom prst="rect">
            <a:avLst/>
          </a:prstGeom>
          <a:noFill/>
          <a:ln/>
        </p:spPr>
        <p:txBody>
          <a:bodyPr wrap="square" lIns="0" tIns="0" rIns="0" bIns="0" rtlCol="0" anchor="ctr"/>
          <a:lstStyle/>
          <a:p>
            <a:pPr algn="l" indent="0" marL="0">
              <a:buNone/>
            </a:pPr>
            <a:r>
              <a:rPr lang="en-US" sz="2000" b="1" dirty="0">
                <a:solidFill>
                  <a:schemeClr val="tx1"/>
                </a:solidFill>
              </a:rPr>
              <a:t>8</a:t>
            </a:r>
            <a:r>
              <a:rPr lang="en-US" sz="2000" dirty="0">
                <a:solidFill>
                  <a:schemeClr val="tx1"/>
                </a:solidFill>
              </a:rPr>
              <a:t>  </a:t>
            </a:r>
            <a:r>
              <a:rPr lang="en-US" sz="2000" i="1" dirty="0">
                <a:solidFill>
                  <a:schemeClr val="tx1"/>
                </a:solidFill>
              </a:rPr>
              <a:t>Neem een paraplu </a:t>
            </a:r>
            <a:r>
              <a:rPr lang="en-US" sz="2000" i="1" dirty="0">
                <a:solidFill>
                  <a:schemeClr val="accent5"/>
                </a:solidFill>
              </a:rPr>
              <a:t>…………</a:t>
            </a:r>
            <a:r>
              <a:rPr lang="en-US" sz="2000" i="1" dirty="0">
                <a:solidFill>
                  <a:schemeClr val="tx1"/>
                </a:solidFill>
              </a:rPr>
              <a:t>.</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Quelle particule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Regardez l’image et complétez avec la bonne particule.</a:t>
            </a:r>
            <a:endParaRPr lang="en-US" sz="1700" dirty="0"/>
          </a:p>
        </p:txBody>
      </p:sp>
      <p:sp>
        <p:nvSpPr>
          <p:cNvPr id="9" name="Shape 5"/>
          <p:cNvSpPr/>
          <p:nvPr/>
        </p:nvSpPr>
        <p:spPr>
          <a:xfrm>
            <a:off x="548640" y="1978152"/>
            <a:ext cx="5408676" cy="858774"/>
          </a:xfrm>
          <a:prstGeom prst="roundRect">
            <a:avLst>
              <a:gd name="adj" fmla="val 10648"/>
            </a:avLst>
          </a:prstGeom>
          <a:solidFill>
            <a:schemeClr val="bg2"/>
          </a:solidFill>
          <a:ln w="9525">
            <a:solidFill>
              <a:srgbClr val="D5DCE6"/>
            </a:solidFill>
            <a:prstDash val="solid"/>
          </a:ln>
        </p:spPr>
      </p:sp>
      <p:pic>
        <p:nvPicPr>
          <p:cNvPr id="10" name="Image 1" descr="mobile phone off">    </p:cNvPr>
          <p:cNvPicPr>
            <a:picLocks noChangeAspect="1"/>
          </p:cNvPicPr>
          <p:nvPr/>
        </p:nvPicPr>
        <p:blipFill>
          <a:blip r:embed="rId2"/>
          <a:stretch>
            <a:fillRect/>
          </a:stretch>
        </p:blipFill>
        <p:spPr>
          <a:xfrm>
            <a:off x="658368" y="2023872"/>
            <a:ext cx="767334" cy="767334"/>
          </a:xfrm>
          <a:prstGeom prst="rect">
            <a:avLst/>
          </a:prstGeom>
        </p:spPr>
      </p:pic>
      <p:sp>
        <p:nvSpPr>
          <p:cNvPr id="11" name="Text 6"/>
          <p:cNvSpPr txBox="1"/>
          <p:nvPr/>
        </p:nvSpPr>
        <p:spPr>
          <a:xfrm>
            <a:off x="1517142" y="1978152"/>
            <a:ext cx="4348734" cy="858774"/>
          </a:xfrm>
          <a:prstGeom prst="rect">
            <a:avLst/>
          </a:prstGeom>
          <a:noFill/>
          <a:ln/>
        </p:spPr>
        <p:txBody>
          <a:bodyPr wrap="square" lIns="0" tIns="0" rIns="0" bIns="0" rtlCol="0" anchor="ctr"/>
          <a:lstStyle/>
          <a:p>
            <a:pPr algn="l" indent="0" marL="0">
              <a:buNone/>
            </a:pPr>
            <a:r>
              <a:rPr lang="en-US" sz="2000" b="1" dirty="0">
                <a:solidFill>
                  <a:schemeClr val="tx1"/>
                </a:solidFill>
              </a:rPr>
              <a:t>1</a:t>
            </a:r>
            <a:r>
              <a:rPr lang="en-US" sz="2000" dirty="0">
                <a:solidFill>
                  <a:schemeClr val="tx1"/>
                </a:solidFill>
              </a:rPr>
              <a:t>  </a:t>
            </a:r>
            <a:r>
              <a:rPr lang="en-US" sz="2000" i="1" dirty="0">
                <a:solidFill>
                  <a:schemeClr val="tx1"/>
                </a:solidFill>
              </a:rPr>
              <a:t>Zet je gsm </a:t>
            </a:r>
            <a:r>
              <a:rPr lang="en-US" sz="2000" b="1" i="1" dirty="0">
                <a:solidFill>
                  <a:schemeClr val="accent3"/>
                </a:solidFill>
              </a:rPr>
              <a:t>uit</a:t>
            </a:r>
            <a:r>
              <a:rPr lang="en-US" sz="2000" i="1" dirty="0">
                <a:solidFill>
                  <a:schemeClr val="tx1"/>
                </a:solidFill>
              </a:rPr>
              <a:t>.</a:t>
            </a:r>
            <a:endParaRPr lang="en-US" sz="2000" dirty="0"/>
          </a:p>
        </p:txBody>
      </p:sp>
      <p:sp>
        <p:nvSpPr>
          <p:cNvPr id="12" name="Shape 7"/>
          <p:cNvSpPr/>
          <p:nvPr/>
        </p:nvSpPr>
        <p:spPr>
          <a:xfrm>
            <a:off x="548640" y="2946654"/>
            <a:ext cx="5408676" cy="858774"/>
          </a:xfrm>
          <a:prstGeom prst="roundRect">
            <a:avLst>
              <a:gd name="adj" fmla="val 10648"/>
            </a:avLst>
          </a:prstGeom>
          <a:solidFill>
            <a:srgbClr val="FFFFFF"/>
          </a:solidFill>
          <a:ln w="9525">
            <a:solidFill>
              <a:srgbClr val="D5DCE6"/>
            </a:solidFill>
            <a:prstDash val="solid"/>
          </a:ln>
        </p:spPr>
      </p:sp>
      <p:pic>
        <p:nvPicPr>
          <p:cNvPr id="13" name="Image 2" descr="chart increasing">    </p:cNvPr>
          <p:cNvPicPr>
            <a:picLocks noChangeAspect="1"/>
          </p:cNvPicPr>
          <p:nvPr/>
        </p:nvPicPr>
        <p:blipFill>
          <a:blip r:embed="rId3"/>
          <a:stretch>
            <a:fillRect/>
          </a:stretch>
        </p:blipFill>
        <p:spPr>
          <a:xfrm>
            <a:off x="658368" y="2992374"/>
            <a:ext cx="767334" cy="767334"/>
          </a:xfrm>
          <a:prstGeom prst="rect">
            <a:avLst/>
          </a:prstGeom>
        </p:spPr>
      </p:pic>
      <p:sp>
        <p:nvSpPr>
          <p:cNvPr id="14" name="Text 8"/>
          <p:cNvSpPr txBox="1"/>
          <p:nvPr/>
        </p:nvSpPr>
        <p:spPr>
          <a:xfrm>
            <a:off x="1517142" y="2946654"/>
            <a:ext cx="4348734" cy="858774"/>
          </a:xfrm>
          <a:prstGeom prst="rect">
            <a:avLst/>
          </a:prstGeom>
          <a:noFill/>
          <a:ln/>
        </p:spPr>
        <p:txBody>
          <a:bodyPr wrap="square" lIns="0" tIns="0" rIns="0" bIns="0" rtlCol="0" anchor="ctr"/>
          <a:lstStyle/>
          <a:p>
            <a:pPr algn="l" indent="0" marL="0">
              <a:buNone/>
            </a:pPr>
            <a:r>
              <a:rPr lang="en-US" sz="2000" b="1" dirty="0">
                <a:solidFill>
                  <a:schemeClr val="tx1"/>
                </a:solidFill>
              </a:rPr>
              <a:t>2</a:t>
            </a:r>
            <a:r>
              <a:rPr lang="en-US" sz="2000" dirty="0">
                <a:solidFill>
                  <a:schemeClr val="tx1"/>
                </a:solidFill>
              </a:rPr>
              <a:t>  </a:t>
            </a:r>
            <a:r>
              <a:rPr lang="en-US" sz="2000" i="1" dirty="0">
                <a:solidFill>
                  <a:schemeClr val="tx1"/>
                </a:solidFill>
              </a:rPr>
              <a:t>De prijzen nemen elk jaar </a:t>
            </a:r>
            <a:r>
              <a:rPr lang="en-US" sz="2000" b="1" i="1" dirty="0">
                <a:solidFill>
                  <a:schemeClr val="accent3"/>
                </a:solidFill>
              </a:rPr>
              <a:t>toe</a:t>
            </a:r>
            <a:r>
              <a:rPr lang="en-US" sz="2000" i="1" dirty="0">
                <a:solidFill>
                  <a:schemeClr val="tx1"/>
                </a:solidFill>
              </a:rPr>
              <a:t>.</a:t>
            </a:r>
            <a:endParaRPr lang="en-US" sz="2000" dirty="0"/>
          </a:p>
        </p:txBody>
      </p:sp>
      <p:sp>
        <p:nvSpPr>
          <p:cNvPr id="15" name="Shape 9"/>
          <p:cNvSpPr/>
          <p:nvPr/>
        </p:nvSpPr>
        <p:spPr>
          <a:xfrm>
            <a:off x="548640" y="3915156"/>
            <a:ext cx="5408676" cy="858774"/>
          </a:xfrm>
          <a:prstGeom prst="roundRect">
            <a:avLst>
              <a:gd name="adj" fmla="val 10648"/>
            </a:avLst>
          </a:prstGeom>
          <a:solidFill>
            <a:schemeClr val="bg2"/>
          </a:solidFill>
          <a:ln w="9525">
            <a:solidFill>
              <a:srgbClr val="D5DCE6"/>
            </a:solidFill>
            <a:prstDash val="solid"/>
          </a:ln>
        </p:spPr>
      </p:sp>
      <p:pic>
        <p:nvPicPr>
          <p:cNvPr id="16" name="Image 3" descr="open book">    </p:cNvPr>
          <p:cNvPicPr>
            <a:picLocks noChangeAspect="1"/>
          </p:cNvPicPr>
          <p:nvPr/>
        </p:nvPicPr>
        <p:blipFill>
          <a:blip r:embed="rId4"/>
          <a:stretch>
            <a:fillRect/>
          </a:stretch>
        </p:blipFill>
        <p:spPr>
          <a:xfrm>
            <a:off x="658368" y="3960876"/>
            <a:ext cx="767334" cy="767334"/>
          </a:xfrm>
          <a:prstGeom prst="rect">
            <a:avLst/>
          </a:prstGeom>
        </p:spPr>
      </p:pic>
      <p:sp>
        <p:nvSpPr>
          <p:cNvPr id="17" name="Text 10"/>
          <p:cNvSpPr txBox="1"/>
          <p:nvPr/>
        </p:nvSpPr>
        <p:spPr>
          <a:xfrm>
            <a:off x="1517142" y="3915156"/>
            <a:ext cx="4348734" cy="858774"/>
          </a:xfrm>
          <a:prstGeom prst="rect">
            <a:avLst/>
          </a:prstGeom>
          <a:noFill/>
          <a:ln/>
        </p:spPr>
        <p:txBody>
          <a:bodyPr wrap="square" lIns="0" tIns="0" rIns="0" bIns="0" rtlCol="0" anchor="ctr"/>
          <a:lstStyle/>
          <a:p>
            <a:pPr algn="l" indent="0" marL="0">
              <a:buNone/>
            </a:pPr>
            <a:r>
              <a:rPr lang="en-US" sz="2000" b="1" dirty="0">
                <a:solidFill>
                  <a:schemeClr val="tx1"/>
                </a:solidFill>
              </a:rPr>
              <a:t>3</a:t>
            </a:r>
            <a:r>
              <a:rPr lang="en-US" sz="2000" dirty="0">
                <a:solidFill>
                  <a:schemeClr val="tx1"/>
                </a:solidFill>
              </a:rPr>
              <a:t>  </a:t>
            </a:r>
            <a:r>
              <a:rPr lang="en-US" sz="2000" i="1" dirty="0">
                <a:solidFill>
                  <a:schemeClr val="tx1"/>
                </a:solidFill>
              </a:rPr>
              <a:t>Zoek dit woord even </a:t>
            </a:r>
            <a:r>
              <a:rPr lang="en-US" sz="2000" b="1" i="1" dirty="0">
                <a:solidFill>
                  <a:schemeClr val="accent3"/>
                </a:solidFill>
              </a:rPr>
              <a:t>op</a:t>
            </a:r>
            <a:r>
              <a:rPr lang="en-US" sz="2000" i="1" dirty="0">
                <a:solidFill>
                  <a:schemeClr val="tx1"/>
                </a:solidFill>
              </a:rPr>
              <a:t>.</a:t>
            </a:r>
            <a:endParaRPr lang="en-US" sz="2000" dirty="0"/>
          </a:p>
        </p:txBody>
      </p:sp>
      <p:sp>
        <p:nvSpPr>
          <p:cNvPr id="18" name="Shape 11"/>
          <p:cNvSpPr/>
          <p:nvPr/>
        </p:nvSpPr>
        <p:spPr>
          <a:xfrm>
            <a:off x="548640" y="4883658"/>
            <a:ext cx="5408676" cy="858774"/>
          </a:xfrm>
          <a:prstGeom prst="roundRect">
            <a:avLst>
              <a:gd name="adj" fmla="val 10648"/>
            </a:avLst>
          </a:prstGeom>
          <a:solidFill>
            <a:srgbClr val="FFFFFF"/>
          </a:solidFill>
          <a:ln w="9525">
            <a:solidFill>
              <a:srgbClr val="D5DCE6"/>
            </a:solidFill>
            <a:prstDash val="solid"/>
          </a:ln>
        </p:spPr>
      </p:sp>
      <p:pic>
        <p:nvPicPr>
          <p:cNvPr id="19" name="Image 4" descr="magnifying glass tilted left">    </p:cNvPr>
          <p:cNvPicPr>
            <a:picLocks noChangeAspect="1"/>
          </p:cNvPicPr>
          <p:nvPr/>
        </p:nvPicPr>
        <p:blipFill>
          <a:blip r:embed="rId5"/>
          <a:stretch>
            <a:fillRect/>
          </a:stretch>
        </p:blipFill>
        <p:spPr>
          <a:xfrm>
            <a:off x="658368" y="4929378"/>
            <a:ext cx="767334" cy="767334"/>
          </a:xfrm>
          <a:prstGeom prst="rect">
            <a:avLst/>
          </a:prstGeom>
        </p:spPr>
      </p:pic>
      <p:sp>
        <p:nvSpPr>
          <p:cNvPr id="20" name="Text 12"/>
          <p:cNvSpPr txBox="1"/>
          <p:nvPr/>
        </p:nvSpPr>
        <p:spPr>
          <a:xfrm>
            <a:off x="1517142" y="4883658"/>
            <a:ext cx="4348734" cy="858774"/>
          </a:xfrm>
          <a:prstGeom prst="rect">
            <a:avLst/>
          </a:prstGeom>
          <a:noFill/>
          <a:ln/>
        </p:spPr>
        <p:txBody>
          <a:bodyPr wrap="square" lIns="0" tIns="0" rIns="0" bIns="0" rtlCol="0" anchor="ctr"/>
          <a:lstStyle/>
          <a:p>
            <a:pPr algn="l" indent="0" marL="0">
              <a:buNone/>
            </a:pPr>
            <a:r>
              <a:rPr lang="en-US" sz="2000" b="1" dirty="0">
                <a:solidFill>
                  <a:schemeClr val="tx1"/>
                </a:solidFill>
              </a:rPr>
              <a:t>4</a:t>
            </a:r>
            <a:r>
              <a:rPr lang="en-US" sz="2000" dirty="0">
                <a:solidFill>
                  <a:schemeClr val="tx1"/>
                </a:solidFill>
              </a:rPr>
              <a:t>  </a:t>
            </a:r>
            <a:r>
              <a:rPr lang="en-US" sz="2000" i="1" dirty="0">
                <a:solidFill>
                  <a:schemeClr val="tx1"/>
                </a:solidFill>
              </a:rPr>
              <a:t>Kijk je tekst nog eens </a:t>
            </a:r>
            <a:r>
              <a:rPr lang="en-US" sz="2000" b="1" i="1" dirty="0">
                <a:solidFill>
                  <a:schemeClr val="accent3"/>
                </a:solidFill>
              </a:rPr>
              <a:t>na</a:t>
            </a:r>
            <a:r>
              <a:rPr lang="en-US" sz="2000" i="1" dirty="0">
                <a:solidFill>
                  <a:schemeClr val="tx1"/>
                </a:solidFill>
              </a:rPr>
              <a:t>.</a:t>
            </a:r>
            <a:endParaRPr lang="en-US" sz="2000" dirty="0"/>
          </a:p>
        </p:txBody>
      </p:sp>
      <p:sp>
        <p:nvSpPr>
          <p:cNvPr id="21" name="Shape 13"/>
          <p:cNvSpPr/>
          <p:nvPr/>
        </p:nvSpPr>
        <p:spPr>
          <a:xfrm>
            <a:off x="6231636" y="1978152"/>
            <a:ext cx="5408676" cy="858774"/>
          </a:xfrm>
          <a:prstGeom prst="roundRect">
            <a:avLst>
              <a:gd name="adj" fmla="val 10648"/>
            </a:avLst>
          </a:prstGeom>
          <a:solidFill>
            <a:schemeClr val="bg2"/>
          </a:solidFill>
          <a:ln w="9525">
            <a:solidFill>
              <a:srgbClr val="D5DCE6"/>
            </a:solidFill>
            <a:prstDash val="solid"/>
          </a:ln>
        </p:spPr>
      </p:sp>
      <p:pic>
        <p:nvPicPr>
          <p:cNvPr id="22" name="Image 5" descr="e mail">    </p:cNvPr>
          <p:cNvPicPr>
            <a:picLocks noChangeAspect="1"/>
          </p:cNvPicPr>
          <p:nvPr/>
        </p:nvPicPr>
        <p:blipFill>
          <a:blip r:embed="rId6"/>
          <a:stretch>
            <a:fillRect/>
          </a:stretch>
        </p:blipFill>
        <p:spPr>
          <a:xfrm>
            <a:off x="6341364" y="2023872"/>
            <a:ext cx="767334" cy="767334"/>
          </a:xfrm>
          <a:prstGeom prst="rect">
            <a:avLst/>
          </a:prstGeom>
        </p:spPr>
      </p:pic>
      <p:sp>
        <p:nvSpPr>
          <p:cNvPr id="23" name="Text 14"/>
          <p:cNvSpPr txBox="1"/>
          <p:nvPr/>
        </p:nvSpPr>
        <p:spPr>
          <a:xfrm>
            <a:off x="7200138" y="1978152"/>
            <a:ext cx="4348734" cy="858774"/>
          </a:xfrm>
          <a:prstGeom prst="rect">
            <a:avLst/>
          </a:prstGeom>
          <a:noFill/>
          <a:ln/>
        </p:spPr>
        <p:txBody>
          <a:bodyPr wrap="square" lIns="0" tIns="0" rIns="0" bIns="0" rtlCol="0" anchor="ctr"/>
          <a:lstStyle/>
          <a:p>
            <a:pPr algn="l" indent="0" marL="0">
              <a:buNone/>
            </a:pPr>
            <a:r>
              <a:rPr lang="en-US" sz="2000" b="1" dirty="0">
                <a:solidFill>
                  <a:schemeClr val="tx1"/>
                </a:solidFill>
              </a:rPr>
              <a:t>5</a:t>
            </a:r>
            <a:r>
              <a:rPr lang="en-US" sz="2000" dirty="0">
                <a:solidFill>
                  <a:schemeClr val="tx1"/>
                </a:solidFill>
              </a:rPr>
              <a:t>  </a:t>
            </a:r>
            <a:r>
              <a:rPr lang="en-US" sz="2000" i="1" dirty="0">
                <a:solidFill>
                  <a:schemeClr val="tx1"/>
                </a:solidFill>
              </a:rPr>
              <a:t>Ik stuur je de mail </a:t>
            </a:r>
            <a:r>
              <a:rPr lang="en-US" sz="2000" b="1" i="1" dirty="0">
                <a:solidFill>
                  <a:schemeClr val="accent3"/>
                </a:solidFill>
              </a:rPr>
              <a:t>door</a:t>
            </a:r>
            <a:r>
              <a:rPr lang="en-US" sz="2000" i="1" dirty="0">
                <a:solidFill>
                  <a:schemeClr val="tx1"/>
                </a:solidFill>
              </a:rPr>
              <a:t>.</a:t>
            </a:r>
            <a:endParaRPr lang="en-US" sz="2000" dirty="0"/>
          </a:p>
        </p:txBody>
      </p:sp>
      <p:sp>
        <p:nvSpPr>
          <p:cNvPr id="24" name="Shape 15"/>
          <p:cNvSpPr/>
          <p:nvPr/>
        </p:nvSpPr>
        <p:spPr>
          <a:xfrm>
            <a:off x="6231636" y="2946654"/>
            <a:ext cx="5408676" cy="858774"/>
          </a:xfrm>
          <a:prstGeom prst="roundRect">
            <a:avLst>
              <a:gd name="adj" fmla="val 10648"/>
            </a:avLst>
          </a:prstGeom>
          <a:solidFill>
            <a:srgbClr val="FFFFFF"/>
          </a:solidFill>
          <a:ln w="9525">
            <a:solidFill>
              <a:srgbClr val="D5DCE6"/>
            </a:solidFill>
            <a:prstDash val="solid"/>
          </a:ln>
        </p:spPr>
      </p:sp>
      <p:pic>
        <p:nvPicPr>
          <p:cNvPr id="25" name="Image 6" descr="handshake">    </p:cNvPr>
          <p:cNvPicPr>
            <a:picLocks noChangeAspect="1"/>
          </p:cNvPicPr>
          <p:nvPr/>
        </p:nvPicPr>
        <p:blipFill>
          <a:blip r:embed="rId7"/>
          <a:stretch>
            <a:fillRect/>
          </a:stretch>
        </p:blipFill>
        <p:spPr>
          <a:xfrm>
            <a:off x="6341364" y="2992374"/>
            <a:ext cx="767334" cy="767334"/>
          </a:xfrm>
          <a:prstGeom prst="rect">
            <a:avLst/>
          </a:prstGeom>
        </p:spPr>
      </p:pic>
      <p:sp>
        <p:nvSpPr>
          <p:cNvPr id="26" name="Text 16"/>
          <p:cNvSpPr txBox="1"/>
          <p:nvPr/>
        </p:nvSpPr>
        <p:spPr>
          <a:xfrm>
            <a:off x="7200138" y="2946654"/>
            <a:ext cx="4348734" cy="858774"/>
          </a:xfrm>
          <a:prstGeom prst="rect">
            <a:avLst/>
          </a:prstGeom>
          <a:noFill/>
          <a:ln/>
        </p:spPr>
        <p:txBody>
          <a:bodyPr wrap="square" lIns="0" tIns="0" rIns="0" bIns="0" rtlCol="0" anchor="ctr"/>
          <a:lstStyle/>
          <a:p>
            <a:pPr algn="l" indent="0" marL="0">
              <a:buNone/>
            </a:pPr>
            <a:r>
              <a:rPr lang="en-US" sz="2000" b="1" dirty="0">
                <a:solidFill>
                  <a:schemeClr val="tx1"/>
                </a:solidFill>
              </a:rPr>
              <a:t>6</a:t>
            </a:r>
            <a:r>
              <a:rPr lang="en-US" sz="2000" dirty="0">
                <a:solidFill>
                  <a:schemeClr val="tx1"/>
                </a:solidFill>
              </a:rPr>
              <a:t>  </a:t>
            </a:r>
            <a:r>
              <a:rPr lang="en-US" sz="2000" i="1" dirty="0">
                <a:solidFill>
                  <a:schemeClr val="tx1"/>
                </a:solidFill>
              </a:rPr>
              <a:t>Lotte neemt het project </a:t>
            </a:r>
            <a:r>
              <a:rPr lang="en-US" sz="2000" b="1" i="1" dirty="0">
                <a:solidFill>
                  <a:schemeClr val="accent3"/>
                </a:solidFill>
              </a:rPr>
              <a:t>over</a:t>
            </a:r>
            <a:r>
              <a:rPr lang="en-US" sz="2000" i="1" dirty="0">
                <a:solidFill>
                  <a:schemeClr val="tx1"/>
                </a:solidFill>
              </a:rPr>
              <a:t>.</a:t>
            </a:r>
            <a:endParaRPr lang="en-US" sz="2000" dirty="0"/>
          </a:p>
        </p:txBody>
      </p:sp>
      <p:sp>
        <p:nvSpPr>
          <p:cNvPr id="27" name="Shape 17"/>
          <p:cNvSpPr/>
          <p:nvPr/>
        </p:nvSpPr>
        <p:spPr>
          <a:xfrm>
            <a:off x="6231636" y="3915156"/>
            <a:ext cx="5408676" cy="858774"/>
          </a:xfrm>
          <a:prstGeom prst="roundRect">
            <a:avLst>
              <a:gd name="adj" fmla="val 10648"/>
            </a:avLst>
          </a:prstGeom>
          <a:solidFill>
            <a:schemeClr val="bg2"/>
          </a:solidFill>
          <a:ln w="9525">
            <a:solidFill>
              <a:srgbClr val="D5DCE6"/>
            </a:solidFill>
            <a:prstDash val="solid"/>
          </a:ln>
        </p:spPr>
      </p:sp>
      <p:pic>
        <p:nvPicPr>
          <p:cNvPr id="28" name="Image 7" descr="inbox tray">    </p:cNvPr>
          <p:cNvPicPr>
            <a:picLocks noChangeAspect="1"/>
          </p:cNvPicPr>
          <p:nvPr/>
        </p:nvPicPr>
        <p:blipFill>
          <a:blip r:embed="rId8"/>
          <a:stretch>
            <a:fillRect/>
          </a:stretch>
        </p:blipFill>
        <p:spPr>
          <a:xfrm>
            <a:off x="6341364" y="3960876"/>
            <a:ext cx="767334" cy="767334"/>
          </a:xfrm>
          <a:prstGeom prst="rect">
            <a:avLst/>
          </a:prstGeom>
        </p:spPr>
      </p:pic>
      <p:sp>
        <p:nvSpPr>
          <p:cNvPr id="29" name="Text 18"/>
          <p:cNvSpPr txBox="1"/>
          <p:nvPr/>
        </p:nvSpPr>
        <p:spPr>
          <a:xfrm>
            <a:off x="7200138" y="3915156"/>
            <a:ext cx="4348734" cy="858774"/>
          </a:xfrm>
          <a:prstGeom prst="rect">
            <a:avLst/>
          </a:prstGeom>
          <a:noFill/>
          <a:ln/>
        </p:spPr>
        <p:txBody>
          <a:bodyPr wrap="square" lIns="0" tIns="0" rIns="0" bIns="0" rtlCol="0" anchor="ctr"/>
          <a:lstStyle/>
          <a:p>
            <a:pPr algn="l" indent="0" marL="0">
              <a:buNone/>
            </a:pPr>
            <a:r>
              <a:rPr lang="en-US" sz="2000" b="1" dirty="0">
                <a:solidFill>
                  <a:schemeClr val="tx1"/>
                </a:solidFill>
              </a:rPr>
              <a:t>7</a:t>
            </a:r>
            <a:r>
              <a:rPr lang="en-US" sz="2000" dirty="0">
                <a:solidFill>
                  <a:schemeClr val="tx1"/>
                </a:solidFill>
              </a:rPr>
              <a:t>  </a:t>
            </a:r>
            <a:r>
              <a:rPr lang="en-US" sz="2000" i="1" dirty="0">
                <a:solidFill>
                  <a:schemeClr val="tx1"/>
                </a:solidFill>
              </a:rPr>
              <a:t>Lever je rapport vrijdag </a:t>
            </a:r>
            <a:r>
              <a:rPr lang="en-US" sz="2000" b="1" i="1" dirty="0">
                <a:solidFill>
                  <a:schemeClr val="accent3"/>
                </a:solidFill>
              </a:rPr>
              <a:t>in</a:t>
            </a:r>
            <a:r>
              <a:rPr lang="en-US" sz="2000" i="1" dirty="0">
                <a:solidFill>
                  <a:schemeClr val="tx1"/>
                </a:solidFill>
              </a:rPr>
              <a:t>.</a:t>
            </a:r>
            <a:endParaRPr lang="en-US" sz="2000" dirty="0"/>
          </a:p>
        </p:txBody>
      </p:sp>
      <p:sp>
        <p:nvSpPr>
          <p:cNvPr id="30" name="Shape 19"/>
          <p:cNvSpPr/>
          <p:nvPr/>
        </p:nvSpPr>
        <p:spPr>
          <a:xfrm>
            <a:off x="6231636" y="4883658"/>
            <a:ext cx="5408676" cy="858774"/>
          </a:xfrm>
          <a:prstGeom prst="roundRect">
            <a:avLst>
              <a:gd name="adj" fmla="val 10648"/>
            </a:avLst>
          </a:prstGeom>
          <a:solidFill>
            <a:srgbClr val="FFFFFF"/>
          </a:solidFill>
          <a:ln w="9525">
            <a:solidFill>
              <a:srgbClr val="D5DCE6"/>
            </a:solidFill>
            <a:prstDash val="solid"/>
          </a:ln>
        </p:spPr>
      </p:sp>
      <p:pic>
        <p:nvPicPr>
          <p:cNvPr id="31" name="Image 8" descr="umbrella">    </p:cNvPr>
          <p:cNvPicPr>
            <a:picLocks noChangeAspect="1"/>
          </p:cNvPicPr>
          <p:nvPr/>
        </p:nvPicPr>
        <p:blipFill>
          <a:blip r:embed="rId9"/>
          <a:stretch>
            <a:fillRect/>
          </a:stretch>
        </p:blipFill>
        <p:spPr>
          <a:xfrm>
            <a:off x="6341364" y="4929378"/>
            <a:ext cx="767334" cy="767334"/>
          </a:xfrm>
          <a:prstGeom prst="rect">
            <a:avLst/>
          </a:prstGeom>
        </p:spPr>
      </p:pic>
      <p:sp>
        <p:nvSpPr>
          <p:cNvPr id="32" name="Text 20"/>
          <p:cNvSpPr txBox="1"/>
          <p:nvPr/>
        </p:nvSpPr>
        <p:spPr>
          <a:xfrm>
            <a:off x="7200138" y="4883658"/>
            <a:ext cx="4348734" cy="858774"/>
          </a:xfrm>
          <a:prstGeom prst="rect">
            <a:avLst/>
          </a:prstGeom>
          <a:noFill/>
          <a:ln/>
        </p:spPr>
        <p:txBody>
          <a:bodyPr wrap="square" lIns="0" tIns="0" rIns="0" bIns="0" rtlCol="0" anchor="ctr"/>
          <a:lstStyle/>
          <a:p>
            <a:pPr algn="l" indent="0" marL="0">
              <a:buNone/>
            </a:pPr>
            <a:r>
              <a:rPr lang="en-US" sz="2000" b="1" dirty="0">
                <a:solidFill>
                  <a:schemeClr val="tx1"/>
                </a:solidFill>
              </a:rPr>
              <a:t>8</a:t>
            </a:r>
            <a:r>
              <a:rPr lang="en-US" sz="2000" dirty="0">
                <a:solidFill>
                  <a:schemeClr val="tx1"/>
                </a:solidFill>
              </a:rPr>
              <a:t>  </a:t>
            </a:r>
            <a:r>
              <a:rPr lang="en-US" sz="2000" i="1" dirty="0">
                <a:solidFill>
                  <a:schemeClr val="tx1"/>
                </a:solidFill>
              </a:rPr>
              <a:t>Neem een paraplu </a:t>
            </a:r>
            <a:r>
              <a:rPr lang="en-US" sz="2000" b="1" i="1" dirty="0">
                <a:solidFill>
                  <a:schemeClr val="accent3"/>
                </a:solidFill>
              </a:rPr>
              <a:t>mee</a:t>
            </a:r>
            <a:r>
              <a:rPr lang="en-US" sz="2000" i="1" dirty="0">
                <a:solidFill>
                  <a:schemeClr val="tx1"/>
                </a:solidFill>
              </a:rPr>
              <a:t>.</a:t>
            </a:r>
            <a:endParaRPr lang="en-US" sz="2000" dirty="0"/>
          </a:p>
        </p:txBody>
      </p:sp>
      <p:sp>
        <p:nvSpPr>
          <p:cNvPr id="33" name="Text 21"/>
          <p:cNvSpPr txBox="1"/>
          <p:nvPr/>
        </p:nvSpPr>
        <p:spPr>
          <a:xfrm>
            <a:off x="548640" y="5852160"/>
            <a:ext cx="11091672" cy="365760"/>
          </a:xfrm>
          <a:prstGeom prst="rect">
            <a:avLst/>
          </a:prstGeom>
          <a:noFill/>
          <a:ln/>
        </p:spPr>
        <p:txBody>
          <a:bodyPr wrap="square" lIns="0" tIns="0" rIns="0" bIns="0" rtlCol="0" anchor="t"/>
          <a:lstStyle/>
          <a:p>
            <a:pPr algn="ctr" indent="0" marL="0">
              <a:buNone/>
            </a:pPr>
            <a:r>
              <a:rPr lang="en-US" sz="1400" i="1" dirty="0">
                <a:solidFill>
                  <a:schemeClr val="accent5"/>
                </a:solidFill>
              </a:rPr>
              <a:t>Aussi acceptés : n° 1 </a:t>
            </a:r>
            <a:r>
              <a:rPr lang="en-US" sz="1400" i="1" dirty="0">
                <a:solidFill>
                  <a:schemeClr val="accent5"/>
                </a:solidFill>
              </a:rPr>
              <a:t>af</a:t>
            </a:r>
            <a:r>
              <a:rPr lang="en-US" sz="1400" i="1" dirty="0">
                <a:solidFill>
                  <a:schemeClr val="accent5"/>
                </a:solidFill>
              </a:rPr>
              <a:t> (BE) · n° 4 </a:t>
            </a:r>
            <a:r>
              <a:rPr lang="en-US" sz="1400" i="1" dirty="0">
                <a:solidFill>
                  <a:schemeClr val="accent5"/>
                </a:solidFill>
              </a:rPr>
              <a:t>door</a:t>
            </a:r>
            <a:r>
              <a:rPr lang="en-US" sz="1400" i="1" dirty="0">
                <a:solidFill>
                  <a:schemeClr val="accent5"/>
                </a:solidFill>
              </a:rPr>
              <a:t> · n° 6 </a:t>
            </a:r>
            <a:r>
              <a:rPr lang="en-US" sz="1400" i="1" dirty="0">
                <a:solidFill>
                  <a:schemeClr val="accent5"/>
                </a:solidFill>
              </a:rPr>
              <a:t>aan</a:t>
            </a:r>
            <a:r>
              <a:rPr lang="en-US" sz="1400" i="1" dirty="0">
                <a:solidFill>
                  <a:schemeClr val="accent5"/>
                </a:solidFill>
              </a:rPr>
              <a:t> (accepter) · n° 7 </a:t>
            </a:r>
            <a:r>
              <a:rPr lang="en-US" sz="1400" i="1" dirty="0">
                <a:solidFill>
                  <a:schemeClr val="accent5"/>
                </a:solidFill>
              </a:rPr>
              <a:t>af</a:t>
            </a:r>
            <a:r>
              <a:rPr lang="en-US" sz="1400" i="1" dirty="0">
                <a:solidFill>
                  <a:schemeClr val="accent5"/>
                </a:solidFill>
              </a:rPr>
              <a:t> (</a:t>
            </a:r>
            <a:r>
              <a:rPr lang="en-US" sz="1400" i="1" dirty="0">
                <a:solidFill>
                  <a:schemeClr val="accent5"/>
                </a:solidFill>
              </a:rPr>
              <a:t>afleveren</a:t>
            </a:r>
            <a:r>
              <a:rPr lang="en-US" sz="1400" i="1" dirty="0">
                <a:solidFill>
                  <a:schemeClr val="accent5"/>
                </a:solidFill>
              </a:rPr>
              <a: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L’image et le verbe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Quel verbe de la famille </a:t>
            </a:r>
            <a:r>
              <a:rPr lang="en-US" sz="1700" i="1" dirty="0">
                <a:solidFill>
                  <a:schemeClr val="accent5"/>
                </a:solidFill>
              </a:rPr>
              <a:t>nemen</a:t>
            </a:r>
            <a:r>
              <a:rPr lang="en-US" sz="1700" i="1" dirty="0">
                <a:solidFill>
                  <a:schemeClr val="accent5"/>
                </a:solidFill>
              </a:rPr>
              <a:t> ? Écrivez-le sous l’image, puis dites une phrase.</a:t>
            </a:r>
            <a:endParaRPr lang="en-US" sz="1700" dirty="0"/>
          </a:p>
        </p:txBody>
      </p:sp>
      <p:sp>
        <p:nvSpPr>
          <p:cNvPr id="8" name="Shape 4"/>
          <p:cNvSpPr/>
          <p:nvPr/>
        </p:nvSpPr>
        <p:spPr>
          <a:xfrm>
            <a:off x="548640" y="1932432"/>
            <a:ext cx="1290447" cy="411480"/>
          </a:xfrm>
          <a:prstGeom prst="roundRect">
            <a:avLst>
              <a:gd name="adj" fmla="val 22222"/>
            </a:avLst>
          </a:prstGeom>
          <a:solidFill>
            <a:srgbClr val="FBEDEB"/>
          </a:solidFill>
          <a:ln w="12700">
            <a:solidFill>
              <a:srgbClr val="B83227"/>
            </a:solidFill>
            <a:prstDash val="solid"/>
          </a:ln>
        </p:spPr>
      </p:sp>
      <p:sp>
        <p:nvSpPr>
          <p:cNvPr id="9" name="Text 5"/>
          <p:cNvSpPr txBox="1"/>
          <p:nvPr/>
        </p:nvSpPr>
        <p:spPr>
          <a:xfrm>
            <a:off x="548640" y="1932432"/>
            <a:ext cx="1290447" cy="411480"/>
          </a:xfrm>
          <a:prstGeom prst="rect">
            <a:avLst/>
          </a:prstGeom>
          <a:noFill/>
          <a:ln/>
        </p:spPr>
        <p:txBody>
          <a:bodyPr wrap="square" lIns="0" tIns="0" rIns="0" bIns="0" rtlCol="0" anchor="ctr"/>
          <a:lstStyle/>
          <a:p>
            <a:pPr algn="ctr" indent="0" marL="0">
              <a:buNone/>
            </a:pPr>
            <a:r>
              <a:rPr lang="en-US" sz="1400" b="1" i="1" dirty="0">
                <a:solidFill>
                  <a:schemeClr val="accent6"/>
                </a:solidFill>
              </a:rPr>
              <a:t>aannemen</a:t>
            </a:r>
            <a:endParaRPr lang="en-US" sz="1400" dirty="0"/>
          </a:p>
        </p:txBody>
      </p:sp>
      <p:sp>
        <p:nvSpPr>
          <p:cNvPr id="10" name="Shape 6"/>
          <p:cNvSpPr/>
          <p:nvPr/>
        </p:nvSpPr>
        <p:spPr>
          <a:xfrm>
            <a:off x="1948815" y="1932432"/>
            <a:ext cx="1290447" cy="411480"/>
          </a:xfrm>
          <a:prstGeom prst="roundRect">
            <a:avLst>
              <a:gd name="adj" fmla="val 22222"/>
            </a:avLst>
          </a:prstGeom>
          <a:solidFill>
            <a:srgbClr val="FBEDEB"/>
          </a:solidFill>
          <a:ln w="12700">
            <a:solidFill>
              <a:srgbClr val="B83227"/>
            </a:solidFill>
            <a:prstDash val="solid"/>
          </a:ln>
        </p:spPr>
      </p:sp>
      <p:sp>
        <p:nvSpPr>
          <p:cNvPr id="11" name="Text 7"/>
          <p:cNvSpPr txBox="1"/>
          <p:nvPr/>
        </p:nvSpPr>
        <p:spPr>
          <a:xfrm>
            <a:off x="1948815" y="1932432"/>
            <a:ext cx="1290447" cy="411480"/>
          </a:xfrm>
          <a:prstGeom prst="rect">
            <a:avLst/>
          </a:prstGeom>
          <a:noFill/>
          <a:ln/>
        </p:spPr>
        <p:txBody>
          <a:bodyPr wrap="square" lIns="0" tIns="0" rIns="0" bIns="0" rtlCol="0" anchor="ctr"/>
          <a:lstStyle/>
          <a:p>
            <a:pPr algn="ctr" indent="0" marL="0">
              <a:buNone/>
            </a:pPr>
            <a:r>
              <a:rPr lang="en-US" sz="1400" b="1" i="1" dirty="0">
                <a:solidFill>
                  <a:schemeClr val="accent6"/>
                </a:solidFill>
              </a:rPr>
              <a:t>afnemen</a:t>
            </a:r>
            <a:endParaRPr lang="en-US" sz="1400" dirty="0"/>
          </a:p>
        </p:txBody>
      </p:sp>
      <p:sp>
        <p:nvSpPr>
          <p:cNvPr id="12" name="Shape 8"/>
          <p:cNvSpPr/>
          <p:nvPr/>
        </p:nvSpPr>
        <p:spPr>
          <a:xfrm>
            <a:off x="3348990" y="1932432"/>
            <a:ext cx="1290447" cy="411480"/>
          </a:xfrm>
          <a:prstGeom prst="roundRect">
            <a:avLst>
              <a:gd name="adj" fmla="val 22222"/>
            </a:avLst>
          </a:prstGeom>
          <a:solidFill>
            <a:srgbClr val="FBEDEB"/>
          </a:solidFill>
          <a:ln w="12700">
            <a:solidFill>
              <a:srgbClr val="B83227"/>
            </a:solidFill>
            <a:prstDash val="solid"/>
          </a:ln>
        </p:spPr>
      </p:sp>
      <p:sp>
        <p:nvSpPr>
          <p:cNvPr id="13" name="Text 9"/>
          <p:cNvSpPr txBox="1"/>
          <p:nvPr/>
        </p:nvSpPr>
        <p:spPr>
          <a:xfrm>
            <a:off x="3348990" y="1932432"/>
            <a:ext cx="1290447" cy="411480"/>
          </a:xfrm>
          <a:prstGeom prst="rect">
            <a:avLst/>
          </a:prstGeom>
          <a:noFill/>
          <a:ln/>
        </p:spPr>
        <p:txBody>
          <a:bodyPr wrap="square" lIns="0" tIns="0" rIns="0" bIns="0" rtlCol="0" anchor="ctr"/>
          <a:lstStyle/>
          <a:p>
            <a:pPr algn="ctr" indent="0" marL="0">
              <a:buNone/>
            </a:pPr>
            <a:r>
              <a:rPr lang="en-US" sz="1400" b="1" i="1" dirty="0">
                <a:solidFill>
                  <a:schemeClr val="accent6"/>
                </a:solidFill>
              </a:rPr>
              <a:t>deelnemen</a:t>
            </a:r>
            <a:endParaRPr lang="en-US" sz="1400" dirty="0"/>
          </a:p>
        </p:txBody>
      </p:sp>
      <p:sp>
        <p:nvSpPr>
          <p:cNvPr id="14" name="Shape 10"/>
          <p:cNvSpPr/>
          <p:nvPr/>
        </p:nvSpPr>
        <p:spPr>
          <a:xfrm>
            <a:off x="4749165" y="1932432"/>
            <a:ext cx="1290447" cy="411480"/>
          </a:xfrm>
          <a:prstGeom prst="roundRect">
            <a:avLst>
              <a:gd name="adj" fmla="val 22222"/>
            </a:avLst>
          </a:prstGeom>
          <a:solidFill>
            <a:srgbClr val="FBEDEB"/>
          </a:solidFill>
          <a:ln w="12700">
            <a:solidFill>
              <a:srgbClr val="B83227"/>
            </a:solidFill>
            <a:prstDash val="solid"/>
          </a:ln>
        </p:spPr>
      </p:sp>
      <p:sp>
        <p:nvSpPr>
          <p:cNvPr id="15" name="Text 11"/>
          <p:cNvSpPr txBox="1"/>
          <p:nvPr/>
        </p:nvSpPr>
        <p:spPr>
          <a:xfrm>
            <a:off x="4749165" y="1932432"/>
            <a:ext cx="1290447" cy="411480"/>
          </a:xfrm>
          <a:prstGeom prst="rect">
            <a:avLst/>
          </a:prstGeom>
          <a:noFill/>
          <a:ln/>
        </p:spPr>
        <p:txBody>
          <a:bodyPr wrap="square" lIns="0" tIns="0" rIns="0" bIns="0" rtlCol="0" anchor="ctr"/>
          <a:lstStyle/>
          <a:p>
            <a:pPr algn="ctr" indent="0" marL="0">
              <a:buNone/>
            </a:pPr>
            <a:r>
              <a:rPr lang="en-US" sz="1400" b="1" i="1" dirty="0">
                <a:solidFill>
                  <a:schemeClr val="accent6"/>
                </a:solidFill>
              </a:rPr>
              <a:t>innemen</a:t>
            </a:r>
            <a:endParaRPr lang="en-US" sz="1400" dirty="0"/>
          </a:p>
        </p:txBody>
      </p:sp>
      <p:sp>
        <p:nvSpPr>
          <p:cNvPr id="16" name="Shape 12"/>
          <p:cNvSpPr/>
          <p:nvPr/>
        </p:nvSpPr>
        <p:spPr>
          <a:xfrm>
            <a:off x="6149340" y="1932432"/>
            <a:ext cx="1290447" cy="411480"/>
          </a:xfrm>
          <a:prstGeom prst="roundRect">
            <a:avLst>
              <a:gd name="adj" fmla="val 22222"/>
            </a:avLst>
          </a:prstGeom>
          <a:solidFill>
            <a:srgbClr val="FBEDEB"/>
          </a:solidFill>
          <a:ln w="12700">
            <a:solidFill>
              <a:srgbClr val="B83227"/>
            </a:solidFill>
            <a:prstDash val="solid"/>
          </a:ln>
        </p:spPr>
      </p:sp>
      <p:sp>
        <p:nvSpPr>
          <p:cNvPr id="17" name="Text 13"/>
          <p:cNvSpPr txBox="1"/>
          <p:nvPr/>
        </p:nvSpPr>
        <p:spPr>
          <a:xfrm>
            <a:off x="6149340" y="1932432"/>
            <a:ext cx="1290447" cy="411480"/>
          </a:xfrm>
          <a:prstGeom prst="rect">
            <a:avLst/>
          </a:prstGeom>
          <a:noFill/>
          <a:ln/>
        </p:spPr>
        <p:txBody>
          <a:bodyPr wrap="square" lIns="0" tIns="0" rIns="0" bIns="0" rtlCol="0" anchor="ctr"/>
          <a:lstStyle/>
          <a:p>
            <a:pPr algn="ctr" indent="0" marL="0">
              <a:buNone/>
            </a:pPr>
            <a:r>
              <a:rPr lang="en-US" sz="1400" b="1" i="1" dirty="0">
                <a:solidFill>
                  <a:schemeClr val="accent6"/>
                </a:solidFill>
              </a:rPr>
              <a:t>meenemen</a:t>
            </a:r>
            <a:endParaRPr lang="en-US" sz="1400" dirty="0"/>
          </a:p>
        </p:txBody>
      </p:sp>
      <p:sp>
        <p:nvSpPr>
          <p:cNvPr id="18" name="Shape 14"/>
          <p:cNvSpPr/>
          <p:nvPr/>
        </p:nvSpPr>
        <p:spPr>
          <a:xfrm>
            <a:off x="7549515" y="1932432"/>
            <a:ext cx="1290447" cy="411480"/>
          </a:xfrm>
          <a:prstGeom prst="roundRect">
            <a:avLst>
              <a:gd name="adj" fmla="val 22222"/>
            </a:avLst>
          </a:prstGeom>
          <a:solidFill>
            <a:srgbClr val="FBEDEB"/>
          </a:solidFill>
          <a:ln w="12700">
            <a:solidFill>
              <a:srgbClr val="B83227"/>
            </a:solidFill>
            <a:prstDash val="solid"/>
          </a:ln>
        </p:spPr>
      </p:sp>
      <p:sp>
        <p:nvSpPr>
          <p:cNvPr id="19" name="Text 15"/>
          <p:cNvSpPr txBox="1"/>
          <p:nvPr/>
        </p:nvSpPr>
        <p:spPr>
          <a:xfrm>
            <a:off x="7549515" y="1932432"/>
            <a:ext cx="1290447" cy="411480"/>
          </a:xfrm>
          <a:prstGeom prst="rect">
            <a:avLst/>
          </a:prstGeom>
          <a:noFill/>
          <a:ln/>
        </p:spPr>
        <p:txBody>
          <a:bodyPr wrap="square" lIns="0" tIns="0" rIns="0" bIns="0" rtlCol="0" anchor="ctr"/>
          <a:lstStyle/>
          <a:p>
            <a:pPr algn="ctr" indent="0" marL="0">
              <a:buNone/>
            </a:pPr>
            <a:r>
              <a:rPr lang="en-US" sz="1400" b="1" i="1" dirty="0">
                <a:solidFill>
                  <a:schemeClr val="accent6"/>
                </a:solidFill>
              </a:rPr>
              <a:t>opnemen</a:t>
            </a:r>
            <a:endParaRPr lang="en-US" sz="1400" dirty="0"/>
          </a:p>
        </p:txBody>
      </p:sp>
      <p:sp>
        <p:nvSpPr>
          <p:cNvPr id="20" name="Shape 16"/>
          <p:cNvSpPr/>
          <p:nvPr/>
        </p:nvSpPr>
        <p:spPr>
          <a:xfrm>
            <a:off x="8949690" y="1932432"/>
            <a:ext cx="1290447" cy="411480"/>
          </a:xfrm>
          <a:prstGeom prst="roundRect">
            <a:avLst>
              <a:gd name="adj" fmla="val 22222"/>
            </a:avLst>
          </a:prstGeom>
          <a:solidFill>
            <a:srgbClr val="FBEDEB"/>
          </a:solidFill>
          <a:ln w="12700">
            <a:solidFill>
              <a:srgbClr val="B83227"/>
            </a:solidFill>
            <a:prstDash val="solid"/>
          </a:ln>
        </p:spPr>
      </p:sp>
      <p:sp>
        <p:nvSpPr>
          <p:cNvPr id="21" name="Text 17"/>
          <p:cNvSpPr txBox="1"/>
          <p:nvPr/>
        </p:nvSpPr>
        <p:spPr>
          <a:xfrm>
            <a:off x="8949690" y="1932432"/>
            <a:ext cx="1290447" cy="411480"/>
          </a:xfrm>
          <a:prstGeom prst="rect">
            <a:avLst/>
          </a:prstGeom>
          <a:noFill/>
          <a:ln/>
        </p:spPr>
        <p:txBody>
          <a:bodyPr wrap="square" lIns="0" tIns="0" rIns="0" bIns="0" rtlCol="0" anchor="ctr"/>
          <a:lstStyle/>
          <a:p>
            <a:pPr algn="ctr" indent="0" marL="0">
              <a:buNone/>
            </a:pPr>
            <a:r>
              <a:rPr lang="en-US" sz="1400" b="1" i="1" dirty="0">
                <a:solidFill>
                  <a:schemeClr val="accent6"/>
                </a:solidFill>
              </a:rPr>
              <a:t>overnemen</a:t>
            </a:r>
            <a:endParaRPr lang="en-US" sz="1400" dirty="0"/>
          </a:p>
        </p:txBody>
      </p:sp>
      <p:sp>
        <p:nvSpPr>
          <p:cNvPr id="22" name="Shape 18"/>
          <p:cNvSpPr/>
          <p:nvPr/>
        </p:nvSpPr>
        <p:spPr>
          <a:xfrm>
            <a:off x="10349865" y="1932432"/>
            <a:ext cx="1290447" cy="411480"/>
          </a:xfrm>
          <a:prstGeom prst="roundRect">
            <a:avLst>
              <a:gd name="adj" fmla="val 22222"/>
            </a:avLst>
          </a:prstGeom>
          <a:solidFill>
            <a:srgbClr val="FBEDEB"/>
          </a:solidFill>
          <a:ln w="12700">
            <a:solidFill>
              <a:srgbClr val="B83227"/>
            </a:solidFill>
            <a:prstDash val="solid"/>
          </a:ln>
        </p:spPr>
      </p:sp>
      <p:sp>
        <p:nvSpPr>
          <p:cNvPr id="23" name="Text 19"/>
          <p:cNvSpPr txBox="1"/>
          <p:nvPr/>
        </p:nvSpPr>
        <p:spPr>
          <a:xfrm>
            <a:off x="10349865" y="1932432"/>
            <a:ext cx="1290447" cy="411480"/>
          </a:xfrm>
          <a:prstGeom prst="rect">
            <a:avLst/>
          </a:prstGeom>
          <a:noFill/>
          <a:ln/>
        </p:spPr>
        <p:txBody>
          <a:bodyPr wrap="square" lIns="0" tIns="0" rIns="0" bIns="0" rtlCol="0" anchor="ctr"/>
          <a:lstStyle/>
          <a:p>
            <a:pPr algn="ctr" indent="0" marL="0">
              <a:buNone/>
            </a:pPr>
            <a:r>
              <a:rPr lang="en-US" sz="1400" b="1" i="1" dirty="0">
                <a:solidFill>
                  <a:schemeClr val="accent6"/>
                </a:solidFill>
              </a:rPr>
              <a:t>toenemen</a:t>
            </a:r>
            <a:endParaRPr lang="en-US" sz="1400" dirty="0"/>
          </a:p>
        </p:txBody>
      </p:sp>
      <p:sp>
        <p:nvSpPr>
          <p:cNvPr id="24" name="Shape 20"/>
          <p:cNvSpPr/>
          <p:nvPr/>
        </p:nvSpPr>
        <p:spPr>
          <a:xfrm>
            <a:off x="548640" y="2526792"/>
            <a:ext cx="2635758" cy="1776984"/>
          </a:xfrm>
          <a:prstGeom prst="roundRect">
            <a:avLst>
              <a:gd name="adj" fmla="val 617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5" name="Text 21"/>
          <p:cNvSpPr txBox="1"/>
          <p:nvPr/>
        </p:nvSpPr>
        <p:spPr>
          <a:xfrm>
            <a:off x="658368" y="2599944"/>
            <a:ext cx="365760" cy="365760"/>
          </a:xfrm>
          <a:prstGeom prst="rect">
            <a:avLst/>
          </a:prstGeom>
          <a:noFill/>
          <a:ln/>
        </p:spPr>
        <p:txBody>
          <a:bodyPr wrap="square" lIns="0" tIns="0" rIns="0" bIns="0" rtlCol="0" anchor="t"/>
          <a:lstStyle/>
          <a:p>
            <a:pPr algn="l" indent="0" marL="0">
              <a:buNone/>
            </a:pPr>
            <a:r>
              <a:rPr lang="en-US" sz="1600" b="1" dirty="0">
                <a:solidFill>
                  <a:schemeClr val="accent5"/>
                </a:solidFill>
              </a:rPr>
              <a:t>A</a:t>
            </a:r>
            <a:endParaRPr lang="en-US" sz="1600" dirty="0"/>
          </a:p>
        </p:txBody>
      </p:sp>
      <p:pic>
        <p:nvPicPr>
          <p:cNvPr id="26" name="Image 1" descr="telephone receiver">    </p:cNvPr>
          <p:cNvPicPr>
            <a:picLocks noChangeAspect="1"/>
          </p:cNvPicPr>
          <p:nvPr/>
        </p:nvPicPr>
        <p:blipFill>
          <a:blip r:embed="rId2"/>
          <a:stretch>
            <a:fillRect/>
          </a:stretch>
        </p:blipFill>
        <p:spPr>
          <a:xfrm>
            <a:off x="1490091" y="2636520"/>
            <a:ext cx="752856" cy="752856"/>
          </a:xfrm>
          <a:prstGeom prst="rect">
            <a:avLst/>
          </a:prstGeom>
        </p:spPr>
      </p:pic>
      <p:sp>
        <p:nvSpPr>
          <p:cNvPr id="27" name="Shape 22"/>
          <p:cNvSpPr/>
          <p:nvPr/>
        </p:nvSpPr>
        <p:spPr>
          <a:xfrm>
            <a:off x="822960" y="3736848"/>
            <a:ext cx="2087118" cy="411480"/>
          </a:xfrm>
          <a:prstGeom prst="roundRect">
            <a:avLst>
              <a:gd name="adj" fmla="val 17778"/>
            </a:avLst>
          </a:prstGeom>
          <a:solidFill>
            <a:srgbClr val="FFFFFF"/>
          </a:solidFill>
          <a:ln w="12700">
            <a:solidFill>
              <a:srgbClr val="D5DCE6"/>
            </a:solidFill>
            <a:prstDash val="dash"/>
          </a:ln>
        </p:spPr>
      </p:sp>
      <p:sp>
        <p:nvSpPr>
          <p:cNvPr id="28" name="Shape 23"/>
          <p:cNvSpPr/>
          <p:nvPr/>
        </p:nvSpPr>
        <p:spPr>
          <a:xfrm>
            <a:off x="3367278" y="2526792"/>
            <a:ext cx="2635758" cy="1776984"/>
          </a:xfrm>
          <a:prstGeom prst="roundRect">
            <a:avLst>
              <a:gd name="adj" fmla="val 617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9" name="Text 24"/>
          <p:cNvSpPr txBox="1"/>
          <p:nvPr/>
        </p:nvSpPr>
        <p:spPr>
          <a:xfrm>
            <a:off x="3477006" y="2599944"/>
            <a:ext cx="365760" cy="365760"/>
          </a:xfrm>
          <a:prstGeom prst="rect">
            <a:avLst/>
          </a:prstGeom>
          <a:noFill/>
          <a:ln/>
        </p:spPr>
        <p:txBody>
          <a:bodyPr wrap="square" lIns="0" tIns="0" rIns="0" bIns="0" rtlCol="0" anchor="t"/>
          <a:lstStyle/>
          <a:p>
            <a:pPr algn="l" indent="0" marL="0">
              <a:buNone/>
            </a:pPr>
            <a:r>
              <a:rPr lang="en-US" sz="1600" b="1" dirty="0">
                <a:solidFill>
                  <a:schemeClr val="accent5"/>
                </a:solidFill>
              </a:rPr>
              <a:t>B</a:t>
            </a:r>
            <a:endParaRPr lang="en-US" sz="1600" dirty="0"/>
          </a:p>
        </p:txBody>
      </p:sp>
      <p:pic>
        <p:nvPicPr>
          <p:cNvPr id="30" name="Image 2" descr="umbrella">    </p:cNvPr>
          <p:cNvPicPr>
            <a:picLocks noChangeAspect="1"/>
          </p:cNvPicPr>
          <p:nvPr/>
        </p:nvPicPr>
        <p:blipFill>
          <a:blip r:embed="rId3"/>
          <a:stretch>
            <a:fillRect/>
          </a:stretch>
        </p:blipFill>
        <p:spPr>
          <a:xfrm>
            <a:off x="4308729" y="2636520"/>
            <a:ext cx="752856" cy="752856"/>
          </a:xfrm>
          <a:prstGeom prst="rect">
            <a:avLst/>
          </a:prstGeom>
        </p:spPr>
      </p:pic>
      <p:sp>
        <p:nvSpPr>
          <p:cNvPr id="31" name="Shape 25"/>
          <p:cNvSpPr/>
          <p:nvPr/>
        </p:nvSpPr>
        <p:spPr>
          <a:xfrm>
            <a:off x="3641598" y="3736848"/>
            <a:ext cx="2087118" cy="411480"/>
          </a:xfrm>
          <a:prstGeom prst="roundRect">
            <a:avLst>
              <a:gd name="adj" fmla="val 17778"/>
            </a:avLst>
          </a:prstGeom>
          <a:solidFill>
            <a:srgbClr val="FFFFFF"/>
          </a:solidFill>
          <a:ln w="12700">
            <a:solidFill>
              <a:srgbClr val="D5DCE6"/>
            </a:solidFill>
            <a:prstDash val="dash"/>
          </a:ln>
        </p:spPr>
      </p:sp>
      <p:sp>
        <p:nvSpPr>
          <p:cNvPr id="32" name="Shape 26"/>
          <p:cNvSpPr/>
          <p:nvPr/>
        </p:nvSpPr>
        <p:spPr>
          <a:xfrm>
            <a:off x="6185916" y="2526792"/>
            <a:ext cx="2635758" cy="1776984"/>
          </a:xfrm>
          <a:prstGeom prst="roundRect">
            <a:avLst>
              <a:gd name="adj" fmla="val 617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3" name="Text 27"/>
          <p:cNvSpPr txBox="1"/>
          <p:nvPr/>
        </p:nvSpPr>
        <p:spPr>
          <a:xfrm>
            <a:off x="6295644" y="2599944"/>
            <a:ext cx="365760" cy="365760"/>
          </a:xfrm>
          <a:prstGeom prst="rect">
            <a:avLst/>
          </a:prstGeom>
          <a:noFill/>
          <a:ln/>
        </p:spPr>
        <p:txBody>
          <a:bodyPr wrap="square" lIns="0" tIns="0" rIns="0" bIns="0" rtlCol="0" anchor="t"/>
          <a:lstStyle/>
          <a:p>
            <a:pPr algn="l" indent="0" marL="0">
              <a:buNone/>
            </a:pPr>
            <a:r>
              <a:rPr lang="en-US" sz="1600" b="1" dirty="0">
                <a:solidFill>
                  <a:schemeClr val="accent5"/>
                </a:solidFill>
              </a:rPr>
              <a:t>C</a:t>
            </a:r>
            <a:endParaRPr lang="en-US" sz="1600" dirty="0"/>
          </a:p>
        </p:txBody>
      </p:sp>
      <p:pic>
        <p:nvPicPr>
          <p:cNvPr id="34" name="Image 3" descr="briefcase">    </p:cNvPr>
          <p:cNvPicPr>
            <a:picLocks noChangeAspect="1"/>
          </p:cNvPicPr>
          <p:nvPr/>
        </p:nvPicPr>
        <p:blipFill>
          <a:blip r:embed="rId4"/>
          <a:stretch>
            <a:fillRect/>
          </a:stretch>
        </p:blipFill>
        <p:spPr>
          <a:xfrm>
            <a:off x="7127367" y="2636520"/>
            <a:ext cx="752856" cy="752856"/>
          </a:xfrm>
          <a:prstGeom prst="rect">
            <a:avLst/>
          </a:prstGeom>
        </p:spPr>
      </p:pic>
      <p:sp>
        <p:nvSpPr>
          <p:cNvPr id="35" name="Shape 28"/>
          <p:cNvSpPr/>
          <p:nvPr/>
        </p:nvSpPr>
        <p:spPr>
          <a:xfrm>
            <a:off x="6460236" y="3736848"/>
            <a:ext cx="2087118" cy="411480"/>
          </a:xfrm>
          <a:prstGeom prst="roundRect">
            <a:avLst>
              <a:gd name="adj" fmla="val 17778"/>
            </a:avLst>
          </a:prstGeom>
          <a:solidFill>
            <a:srgbClr val="FFFFFF"/>
          </a:solidFill>
          <a:ln w="12700">
            <a:solidFill>
              <a:srgbClr val="D5DCE6"/>
            </a:solidFill>
            <a:prstDash val="dash"/>
          </a:ln>
        </p:spPr>
      </p:sp>
      <p:sp>
        <p:nvSpPr>
          <p:cNvPr id="36" name="Shape 29"/>
          <p:cNvSpPr/>
          <p:nvPr/>
        </p:nvSpPr>
        <p:spPr>
          <a:xfrm>
            <a:off x="9004554" y="2526792"/>
            <a:ext cx="2635758" cy="1776984"/>
          </a:xfrm>
          <a:prstGeom prst="roundRect">
            <a:avLst>
              <a:gd name="adj" fmla="val 617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7" name="Text 30"/>
          <p:cNvSpPr txBox="1"/>
          <p:nvPr/>
        </p:nvSpPr>
        <p:spPr>
          <a:xfrm>
            <a:off x="9114282" y="2599944"/>
            <a:ext cx="365760" cy="365760"/>
          </a:xfrm>
          <a:prstGeom prst="rect">
            <a:avLst/>
          </a:prstGeom>
          <a:noFill/>
          <a:ln/>
        </p:spPr>
        <p:txBody>
          <a:bodyPr wrap="square" lIns="0" tIns="0" rIns="0" bIns="0" rtlCol="0" anchor="t"/>
          <a:lstStyle/>
          <a:p>
            <a:pPr algn="l" indent="0" marL="0">
              <a:buNone/>
            </a:pPr>
            <a:r>
              <a:rPr lang="en-US" sz="1600" b="1" dirty="0">
                <a:solidFill>
                  <a:schemeClr val="accent5"/>
                </a:solidFill>
              </a:rPr>
              <a:t>D</a:t>
            </a:r>
            <a:endParaRPr lang="en-US" sz="1600" dirty="0"/>
          </a:p>
        </p:txBody>
      </p:sp>
      <p:pic>
        <p:nvPicPr>
          <p:cNvPr id="38" name="Image 4" descr="raising hands">    </p:cNvPr>
          <p:cNvPicPr>
            <a:picLocks noChangeAspect="1"/>
          </p:cNvPicPr>
          <p:nvPr/>
        </p:nvPicPr>
        <p:blipFill>
          <a:blip r:embed="rId5"/>
          <a:stretch>
            <a:fillRect/>
          </a:stretch>
        </p:blipFill>
        <p:spPr>
          <a:xfrm>
            <a:off x="9946005" y="2636520"/>
            <a:ext cx="752856" cy="752856"/>
          </a:xfrm>
          <a:prstGeom prst="rect">
            <a:avLst/>
          </a:prstGeom>
        </p:spPr>
      </p:pic>
      <p:sp>
        <p:nvSpPr>
          <p:cNvPr id="39" name="Shape 31"/>
          <p:cNvSpPr/>
          <p:nvPr/>
        </p:nvSpPr>
        <p:spPr>
          <a:xfrm>
            <a:off x="9278874" y="3736848"/>
            <a:ext cx="2087118" cy="411480"/>
          </a:xfrm>
          <a:prstGeom prst="roundRect">
            <a:avLst>
              <a:gd name="adj" fmla="val 17778"/>
            </a:avLst>
          </a:prstGeom>
          <a:solidFill>
            <a:srgbClr val="FFFFFF"/>
          </a:solidFill>
          <a:ln w="12700">
            <a:solidFill>
              <a:srgbClr val="D5DCE6"/>
            </a:solidFill>
            <a:prstDash val="dash"/>
          </a:ln>
        </p:spPr>
      </p:sp>
      <p:sp>
        <p:nvSpPr>
          <p:cNvPr id="40" name="Shape 32"/>
          <p:cNvSpPr/>
          <p:nvPr/>
        </p:nvSpPr>
        <p:spPr>
          <a:xfrm>
            <a:off x="548640" y="4486656"/>
            <a:ext cx="2635758" cy="1776984"/>
          </a:xfrm>
          <a:prstGeom prst="roundRect">
            <a:avLst>
              <a:gd name="adj" fmla="val 617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1" name="Text 33"/>
          <p:cNvSpPr txBox="1"/>
          <p:nvPr/>
        </p:nvSpPr>
        <p:spPr>
          <a:xfrm>
            <a:off x="658368" y="4559808"/>
            <a:ext cx="365760" cy="365760"/>
          </a:xfrm>
          <a:prstGeom prst="rect">
            <a:avLst/>
          </a:prstGeom>
          <a:noFill/>
          <a:ln/>
        </p:spPr>
        <p:txBody>
          <a:bodyPr wrap="square" lIns="0" tIns="0" rIns="0" bIns="0" rtlCol="0" anchor="t"/>
          <a:lstStyle/>
          <a:p>
            <a:pPr algn="l" indent="0" marL="0">
              <a:buNone/>
            </a:pPr>
            <a:r>
              <a:rPr lang="en-US" sz="1600" b="1" dirty="0">
                <a:solidFill>
                  <a:schemeClr val="accent5"/>
                </a:solidFill>
              </a:rPr>
              <a:t>E</a:t>
            </a:r>
            <a:endParaRPr lang="en-US" sz="1600" dirty="0"/>
          </a:p>
        </p:txBody>
      </p:sp>
      <p:pic>
        <p:nvPicPr>
          <p:cNvPr id="42" name="Image 5" descr="chart decreasing">    </p:cNvPr>
          <p:cNvPicPr>
            <a:picLocks noChangeAspect="1"/>
          </p:cNvPicPr>
          <p:nvPr/>
        </p:nvPicPr>
        <p:blipFill>
          <a:blip r:embed="rId6"/>
          <a:stretch>
            <a:fillRect/>
          </a:stretch>
        </p:blipFill>
        <p:spPr>
          <a:xfrm>
            <a:off x="1490091" y="4596384"/>
            <a:ext cx="752856" cy="752856"/>
          </a:xfrm>
          <a:prstGeom prst="rect">
            <a:avLst/>
          </a:prstGeom>
        </p:spPr>
      </p:pic>
      <p:sp>
        <p:nvSpPr>
          <p:cNvPr id="43" name="Shape 34"/>
          <p:cNvSpPr/>
          <p:nvPr/>
        </p:nvSpPr>
        <p:spPr>
          <a:xfrm>
            <a:off x="822960" y="5696712"/>
            <a:ext cx="2087118" cy="411480"/>
          </a:xfrm>
          <a:prstGeom prst="roundRect">
            <a:avLst>
              <a:gd name="adj" fmla="val 17778"/>
            </a:avLst>
          </a:prstGeom>
          <a:solidFill>
            <a:srgbClr val="FFFFFF"/>
          </a:solidFill>
          <a:ln w="12700">
            <a:solidFill>
              <a:srgbClr val="D5DCE6"/>
            </a:solidFill>
            <a:prstDash val="dash"/>
          </a:ln>
        </p:spPr>
      </p:sp>
      <p:sp>
        <p:nvSpPr>
          <p:cNvPr id="44" name="Shape 35"/>
          <p:cNvSpPr/>
          <p:nvPr/>
        </p:nvSpPr>
        <p:spPr>
          <a:xfrm>
            <a:off x="3367278" y="4486656"/>
            <a:ext cx="2635758" cy="1776984"/>
          </a:xfrm>
          <a:prstGeom prst="roundRect">
            <a:avLst>
              <a:gd name="adj" fmla="val 617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5" name="Text 36"/>
          <p:cNvSpPr txBox="1"/>
          <p:nvPr/>
        </p:nvSpPr>
        <p:spPr>
          <a:xfrm>
            <a:off x="3477006" y="4559808"/>
            <a:ext cx="365760" cy="365760"/>
          </a:xfrm>
          <a:prstGeom prst="rect">
            <a:avLst/>
          </a:prstGeom>
          <a:noFill/>
          <a:ln/>
        </p:spPr>
        <p:txBody>
          <a:bodyPr wrap="square" lIns="0" tIns="0" rIns="0" bIns="0" rtlCol="0" anchor="t"/>
          <a:lstStyle/>
          <a:p>
            <a:pPr algn="l" indent="0" marL="0">
              <a:buNone/>
            </a:pPr>
            <a:r>
              <a:rPr lang="en-US" sz="1600" b="1" dirty="0">
                <a:solidFill>
                  <a:schemeClr val="accent5"/>
                </a:solidFill>
              </a:rPr>
              <a:t>F</a:t>
            </a:r>
            <a:endParaRPr lang="en-US" sz="1600" dirty="0"/>
          </a:p>
        </p:txBody>
      </p:sp>
      <p:pic>
        <p:nvPicPr>
          <p:cNvPr id="46" name="Image 6" descr="pill">    </p:cNvPr>
          <p:cNvPicPr>
            <a:picLocks noChangeAspect="1"/>
          </p:cNvPicPr>
          <p:nvPr/>
        </p:nvPicPr>
        <p:blipFill>
          <a:blip r:embed="rId7"/>
          <a:stretch>
            <a:fillRect/>
          </a:stretch>
        </p:blipFill>
        <p:spPr>
          <a:xfrm>
            <a:off x="4308729" y="4596384"/>
            <a:ext cx="752856" cy="752856"/>
          </a:xfrm>
          <a:prstGeom prst="rect">
            <a:avLst/>
          </a:prstGeom>
        </p:spPr>
      </p:pic>
      <p:sp>
        <p:nvSpPr>
          <p:cNvPr id="47" name="Shape 37"/>
          <p:cNvSpPr/>
          <p:nvPr/>
        </p:nvSpPr>
        <p:spPr>
          <a:xfrm>
            <a:off x="3641598" y="5696712"/>
            <a:ext cx="2087118" cy="411480"/>
          </a:xfrm>
          <a:prstGeom prst="roundRect">
            <a:avLst>
              <a:gd name="adj" fmla="val 17778"/>
            </a:avLst>
          </a:prstGeom>
          <a:solidFill>
            <a:srgbClr val="FFFFFF"/>
          </a:solidFill>
          <a:ln w="12700">
            <a:solidFill>
              <a:srgbClr val="D5DCE6"/>
            </a:solidFill>
            <a:prstDash val="dash"/>
          </a:ln>
        </p:spPr>
      </p:sp>
      <p:sp>
        <p:nvSpPr>
          <p:cNvPr id="48" name="Shape 38"/>
          <p:cNvSpPr/>
          <p:nvPr/>
        </p:nvSpPr>
        <p:spPr>
          <a:xfrm>
            <a:off x="6185916" y="4486656"/>
            <a:ext cx="2635758" cy="1776984"/>
          </a:xfrm>
          <a:prstGeom prst="roundRect">
            <a:avLst>
              <a:gd name="adj" fmla="val 617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9" name="Text 39"/>
          <p:cNvSpPr txBox="1"/>
          <p:nvPr/>
        </p:nvSpPr>
        <p:spPr>
          <a:xfrm>
            <a:off x="6295644" y="4559808"/>
            <a:ext cx="365760" cy="365760"/>
          </a:xfrm>
          <a:prstGeom prst="rect">
            <a:avLst/>
          </a:prstGeom>
          <a:noFill/>
          <a:ln/>
        </p:spPr>
        <p:txBody>
          <a:bodyPr wrap="square" lIns="0" tIns="0" rIns="0" bIns="0" rtlCol="0" anchor="t"/>
          <a:lstStyle/>
          <a:p>
            <a:pPr algn="l" indent="0" marL="0">
              <a:buNone/>
            </a:pPr>
            <a:r>
              <a:rPr lang="en-US" sz="1600" b="1" dirty="0">
                <a:solidFill>
                  <a:schemeClr val="accent5"/>
                </a:solidFill>
              </a:rPr>
              <a:t>G</a:t>
            </a:r>
            <a:endParaRPr lang="en-US" sz="1600" dirty="0"/>
          </a:p>
        </p:txBody>
      </p:sp>
      <p:pic>
        <p:nvPicPr>
          <p:cNvPr id="50" name="Image 7" descr="handshake">    </p:cNvPr>
          <p:cNvPicPr>
            <a:picLocks noChangeAspect="1"/>
          </p:cNvPicPr>
          <p:nvPr/>
        </p:nvPicPr>
        <p:blipFill>
          <a:blip r:embed="rId8"/>
          <a:stretch>
            <a:fillRect/>
          </a:stretch>
        </p:blipFill>
        <p:spPr>
          <a:xfrm>
            <a:off x="7127367" y="4596384"/>
            <a:ext cx="752856" cy="752856"/>
          </a:xfrm>
          <a:prstGeom prst="rect">
            <a:avLst/>
          </a:prstGeom>
        </p:spPr>
      </p:pic>
      <p:sp>
        <p:nvSpPr>
          <p:cNvPr id="51" name="Shape 40"/>
          <p:cNvSpPr/>
          <p:nvPr/>
        </p:nvSpPr>
        <p:spPr>
          <a:xfrm>
            <a:off x="6460236" y="5696712"/>
            <a:ext cx="2087118" cy="411480"/>
          </a:xfrm>
          <a:prstGeom prst="roundRect">
            <a:avLst>
              <a:gd name="adj" fmla="val 17778"/>
            </a:avLst>
          </a:prstGeom>
          <a:solidFill>
            <a:srgbClr val="FFFFFF"/>
          </a:solidFill>
          <a:ln w="12700">
            <a:solidFill>
              <a:srgbClr val="D5DCE6"/>
            </a:solidFill>
            <a:prstDash val="dash"/>
          </a:ln>
        </p:spPr>
      </p:sp>
      <p:sp>
        <p:nvSpPr>
          <p:cNvPr id="52" name="Shape 41"/>
          <p:cNvSpPr/>
          <p:nvPr/>
        </p:nvSpPr>
        <p:spPr>
          <a:xfrm>
            <a:off x="9004554" y="4486656"/>
            <a:ext cx="2635758" cy="1776984"/>
          </a:xfrm>
          <a:prstGeom prst="roundRect">
            <a:avLst>
              <a:gd name="adj" fmla="val 617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3" name="Text 42"/>
          <p:cNvSpPr txBox="1"/>
          <p:nvPr/>
        </p:nvSpPr>
        <p:spPr>
          <a:xfrm>
            <a:off x="9114282" y="4559808"/>
            <a:ext cx="365760" cy="365760"/>
          </a:xfrm>
          <a:prstGeom prst="rect">
            <a:avLst/>
          </a:prstGeom>
          <a:noFill/>
          <a:ln/>
        </p:spPr>
        <p:txBody>
          <a:bodyPr wrap="square" lIns="0" tIns="0" rIns="0" bIns="0" rtlCol="0" anchor="t"/>
          <a:lstStyle/>
          <a:p>
            <a:pPr algn="l" indent="0" marL="0">
              <a:buNone/>
            </a:pPr>
            <a:r>
              <a:rPr lang="en-US" sz="1600" b="1" dirty="0">
                <a:solidFill>
                  <a:schemeClr val="accent5"/>
                </a:solidFill>
              </a:rPr>
              <a:t>H</a:t>
            </a:r>
            <a:endParaRPr lang="en-US" sz="1600" dirty="0"/>
          </a:p>
        </p:txBody>
      </p:sp>
      <p:pic>
        <p:nvPicPr>
          <p:cNvPr id="54" name="Image 8" descr="chart increasing">    </p:cNvPr>
          <p:cNvPicPr>
            <a:picLocks noChangeAspect="1"/>
          </p:cNvPicPr>
          <p:nvPr/>
        </p:nvPicPr>
        <p:blipFill>
          <a:blip r:embed="rId9"/>
          <a:stretch>
            <a:fillRect/>
          </a:stretch>
        </p:blipFill>
        <p:spPr>
          <a:xfrm>
            <a:off x="9946005" y="4596384"/>
            <a:ext cx="752856" cy="752856"/>
          </a:xfrm>
          <a:prstGeom prst="rect">
            <a:avLst/>
          </a:prstGeom>
        </p:spPr>
      </p:pic>
      <p:sp>
        <p:nvSpPr>
          <p:cNvPr id="55" name="Shape 43"/>
          <p:cNvSpPr/>
          <p:nvPr/>
        </p:nvSpPr>
        <p:spPr>
          <a:xfrm>
            <a:off x="9278874" y="5696712"/>
            <a:ext cx="2087118" cy="411480"/>
          </a:xfrm>
          <a:prstGeom prst="roundRect">
            <a:avLst>
              <a:gd name="adj" fmla="val 17778"/>
            </a:avLst>
          </a:prstGeom>
          <a:solidFill>
            <a:srgbClr val="FFFFFF"/>
          </a:solidFill>
          <a:ln w="12700">
            <a:solidFill>
              <a:srgbClr val="D5DCE6"/>
            </a:solidFill>
            <a:prstDash val="dash"/>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L’image et le verbe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Quel verbe de la famille </a:t>
            </a:r>
            <a:r>
              <a:rPr lang="en-US" sz="1700" i="1" dirty="0">
                <a:solidFill>
                  <a:schemeClr val="accent5"/>
                </a:solidFill>
              </a:rPr>
              <a:t>nemen</a:t>
            </a:r>
            <a:r>
              <a:rPr lang="en-US" sz="1700" i="1" dirty="0">
                <a:solidFill>
                  <a:schemeClr val="accent5"/>
                </a:solidFill>
              </a:rPr>
              <a:t> ? Écrivez-le sous l’image, puis dites une phrase.</a:t>
            </a:r>
            <a:endParaRPr lang="en-US" sz="1700" dirty="0"/>
          </a:p>
        </p:txBody>
      </p:sp>
      <p:sp>
        <p:nvSpPr>
          <p:cNvPr id="9" name="Shape 5"/>
          <p:cNvSpPr/>
          <p:nvPr/>
        </p:nvSpPr>
        <p:spPr>
          <a:xfrm>
            <a:off x="548640" y="1932432"/>
            <a:ext cx="1290447" cy="411480"/>
          </a:xfrm>
          <a:prstGeom prst="roundRect">
            <a:avLst>
              <a:gd name="adj" fmla="val 22222"/>
            </a:avLst>
          </a:prstGeom>
          <a:solidFill>
            <a:srgbClr val="FBEDEB"/>
          </a:solidFill>
          <a:ln w="12700">
            <a:solidFill>
              <a:srgbClr val="B83227"/>
            </a:solidFill>
            <a:prstDash val="solid"/>
          </a:ln>
        </p:spPr>
      </p:sp>
      <p:sp>
        <p:nvSpPr>
          <p:cNvPr id="10" name="Text 6"/>
          <p:cNvSpPr txBox="1"/>
          <p:nvPr/>
        </p:nvSpPr>
        <p:spPr>
          <a:xfrm>
            <a:off x="548640" y="1932432"/>
            <a:ext cx="1290447" cy="411480"/>
          </a:xfrm>
          <a:prstGeom prst="rect">
            <a:avLst/>
          </a:prstGeom>
          <a:noFill/>
          <a:ln/>
        </p:spPr>
        <p:txBody>
          <a:bodyPr wrap="square" lIns="0" tIns="0" rIns="0" bIns="0" rtlCol="0" anchor="ctr"/>
          <a:lstStyle/>
          <a:p>
            <a:pPr algn="ctr" indent="0" marL="0">
              <a:buNone/>
            </a:pPr>
            <a:r>
              <a:rPr lang="en-US" sz="1400" b="1" i="1" dirty="0">
                <a:solidFill>
                  <a:schemeClr val="accent6"/>
                </a:solidFill>
              </a:rPr>
              <a:t>aannemen</a:t>
            </a:r>
            <a:endParaRPr lang="en-US" sz="1400" dirty="0"/>
          </a:p>
        </p:txBody>
      </p:sp>
      <p:sp>
        <p:nvSpPr>
          <p:cNvPr id="11" name="Shape 7"/>
          <p:cNvSpPr/>
          <p:nvPr/>
        </p:nvSpPr>
        <p:spPr>
          <a:xfrm>
            <a:off x="1948815" y="1932432"/>
            <a:ext cx="1290447" cy="411480"/>
          </a:xfrm>
          <a:prstGeom prst="roundRect">
            <a:avLst>
              <a:gd name="adj" fmla="val 22222"/>
            </a:avLst>
          </a:prstGeom>
          <a:solidFill>
            <a:srgbClr val="FBEDEB"/>
          </a:solidFill>
          <a:ln w="12700">
            <a:solidFill>
              <a:srgbClr val="B83227"/>
            </a:solidFill>
            <a:prstDash val="solid"/>
          </a:ln>
        </p:spPr>
      </p:sp>
      <p:sp>
        <p:nvSpPr>
          <p:cNvPr id="12" name="Text 8"/>
          <p:cNvSpPr txBox="1"/>
          <p:nvPr/>
        </p:nvSpPr>
        <p:spPr>
          <a:xfrm>
            <a:off x="1948815" y="1932432"/>
            <a:ext cx="1290447" cy="411480"/>
          </a:xfrm>
          <a:prstGeom prst="rect">
            <a:avLst/>
          </a:prstGeom>
          <a:noFill/>
          <a:ln/>
        </p:spPr>
        <p:txBody>
          <a:bodyPr wrap="square" lIns="0" tIns="0" rIns="0" bIns="0" rtlCol="0" anchor="ctr"/>
          <a:lstStyle/>
          <a:p>
            <a:pPr algn="ctr" indent="0" marL="0">
              <a:buNone/>
            </a:pPr>
            <a:r>
              <a:rPr lang="en-US" sz="1400" b="1" i="1" dirty="0">
                <a:solidFill>
                  <a:schemeClr val="accent6"/>
                </a:solidFill>
              </a:rPr>
              <a:t>afnemen</a:t>
            </a:r>
            <a:endParaRPr lang="en-US" sz="1400" dirty="0"/>
          </a:p>
        </p:txBody>
      </p:sp>
      <p:sp>
        <p:nvSpPr>
          <p:cNvPr id="13" name="Shape 9"/>
          <p:cNvSpPr/>
          <p:nvPr/>
        </p:nvSpPr>
        <p:spPr>
          <a:xfrm>
            <a:off x="3348990" y="1932432"/>
            <a:ext cx="1290447" cy="411480"/>
          </a:xfrm>
          <a:prstGeom prst="roundRect">
            <a:avLst>
              <a:gd name="adj" fmla="val 22222"/>
            </a:avLst>
          </a:prstGeom>
          <a:solidFill>
            <a:srgbClr val="FBEDEB"/>
          </a:solidFill>
          <a:ln w="12700">
            <a:solidFill>
              <a:srgbClr val="B83227"/>
            </a:solidFill>
            <a:prstDash val="solid"/>
          </a:ln>
        </p:spPr>
      </p:sp>
      <p:sp>
        <p:nvSpPr>
          <p:cNvPr id="14" name="Text 10"/>
          <p:cNvSpPr txBox="1"/>
          <p:nvPr/>
        </p:nvSpPr>
        <p:spPr>
          <a:xfrm>
            <a:off x="3348990" y="1932432"/>
            <a:ext cx="1290447" cy="411480"/>
          </a:xfrm>
          <a:prstGeom prst="rect">
            <a:avLst/>
          </a:prstGeom>
          <a:noFill/>
          <a:ln/>
        </p:spPr>
        <p:txBody>
          <a:bodyPr wrap="square" lIns="0" tIns="0" rIns="0" bIns="0" rtlCol="0" anchor="ctr"/>
          <a:lstStyle/>
          <a:p>
            <a:pPr algn="ctr" indent="0" marL="0">
              <a:buNone/>
            </a:pPr>
            <a:r>
              <a:rPr lang="en-US" sz="1400" b="1" i="1" dirty="0">
                <a:solidFill>
                  <a:schemeClr val="accent6"/>
                </a:solidFill>
              </a:rPr>
              <a:t>deelnemen</a:t>
            </a:r>
            <a:endParaRPr lang="en-US" sz="1400" dirty="0"/>
          </a:p>
        </p:txBody>
      </p:sp>
      <p:sp>
        <p:nvSpPr>
          <p:cNvPr id="15" name="Shape 11"/>
          <p:cNvSpPr/>
          <p:nvPr/>
        </p:nvSpPr>
        <p:spPr>
          <a:xfrm>
            <a:off x="4749165" y="1932432"/>
            <a:ext cx="1290447" cy="411480"/>
          </a:xfrm>
          <a:prstGeom prst="roundRect">
            <a:avLst>
              <a:gd name="adj" fmla="val 22222"/>
            </a:avLst>
          </a:prstGeom>
          <a:solidFill>
            <a:srgbClr val="FBEDEB"/>
          </a:solidFill>
          <a:ln w="12700">
            <a:solidFill>
              <a:srgbClr val="B83227"/>
            </a:solidFill>
            <a:prstDash val="solid"/>
          </a:ln>
        </p:spPr>
      </p:sp>
      <p:sp>
        <p:nvSpPr>
          <p:cNvPr id="16" name="Text 12"/>
          <p:cNvSpPr txBox="1"/>
          <p:nvPr/>
        </p:nvSpPr>
        <p:spPr>
          <a:xfrm>
            <a:off x="4749165" y="1932432"/>
            <a:ext cx="1290447" cy="411480"/>
          </a:xfrm>
          <a:prstGeom prst="rect">
            <a:avLst/>
          </a:prstGeom>
          <a:noFill/>
          <a:ln/>
        </p:spPr>
        <p:txBody>
          <a:bodyPr wrap="square" lIns="0" tIns="0" rIns="0" bIns="0" rtlCol="0" anchor="ctr"/>
          <a:lstStyle/>
          <a:p>
            <a:pPr algn="ctr" indent="0" marL="0">
              <a:buNone/>
            </a:pPr>
            <a:r>
              <a:rPr lang="en-US" sz="1400" b="1" i="1" dirty="0">
                <a:solidFill>
                  <a:schemeClr val="accent6"/>
                </a:solidFill>
              </a:rPr>
              <a:t>innemen</a:t>
            </a:r>
            <a:endParaRPr lang="en-US" sz="1400" dirty="0"/>
          </a:p>
        </p:txBody>
      </p:sp>
      <p:sp>
        <p:nvSpPr>
          <p:cNvPr id="17" name="Shape 13"/>
          <p:cNvSpPr/>
          <p:nvPr/>
        </p:nvSpPr>
        <p:spPr>
          <a:xfrm>
            <a:off x="6149340" y="1932432"/>
            <a:ext cx="1290447" cy="411480"/>
          </a:xfrm>
          <a:prstGeom prst="roundRect">
            <a:avLst>
              <a:gd name="adj" fmla="val 22222"/>
            </a:avLst>
          </a:prstGeom>
          <a:solidFill>
            <a:srgbClr val="FBEDEB"/>
          </a:solidFill>
          <a:ln w="12700">
            <a:solidFill>
              <a:srgbClr val="B83227"/>
            </a:solidFill>
            <a:prstDash val="solid"/>
          </a:ln>
        </p:spPr>
      </p:sp>
      <p:sp>
        <p:nvSpPr>
          <p:cNvPr id="18" name="Text 14"/>
          <p:cNvSpPr txBox="1"/>
          <p:nvPr/>
        </p:nvSpPr>
        <p:spPr>
          <a:xfrm>
            <a:off x="6149340" y="1932432"/>
            <a:ext cx="1290447" cy="411480"/>
          </a:xfrm>
          <a:prstGeom prst="rect">
            <a:avLst/>
          </a:prstGeom>
          <a:noFill/>
          <a:ln/>
        </p:spPr>
        <p:txBody>
          <a:bodyPr wrap="square" lIns="0" tIns="0" rIns="0" bIns="0" rtlCol="0" anchor="ctr"/>
          <a:lstStyle/>
          <a:p>
            <a:pPr algn="ctr" indent="0" marL="0">
              <a:buNone/>
            </a:pPr>
            <a:r>
              <a:rPr lang="en-US" sz="1400" b="1" i="1" dirty="0">
                <a:solidFill>
                  <a:schemeClr val="accent6"/>
                </a:solidFill>
              </a:rPr>
              <a:t>meenemen</a:t>
            </a:r>
            <a:endParaRPr lang="en-US" sz="1400" dirty="0"/>
          </a:p>
        </p:txBody>
      </p:sp>
      <p:sp>
        <p:nvSpPr>
          <p:cNvPr id="19" name="Shape 15"/>
          <p:cNvSpPr/>
          <p:nvPr/>
        </p:nvSpPr>
        <p:spPr>
          <a:xfrm>
            <a:off x="7549515" y="1932432"/>
            <a:ext cx="1290447" cy="411480"/>
          </a:xfrm>
          <a:prstGeom prst="roundRect">
            <a:avLst>
              <a:gd name="adj" fmla="val 22222"/>
            </a:avLst>
          </a:prstGeom>
          <a:solidFill>
            <a:srgbClr val="FBEDEB"/>
          </a:solidFill>
          <a:ln w="12700">
            <a:solidFill>
              <a:srgbClr val="B83227"/>
            </a:solidFill>
            <a:prstDash val="solid"/>
          </a:ln>
        </p:spPr>
      </p:sp>
      <p:sp>
        <p:nvSpPr>
          <p:cNvPr id="20" name="Text 16"/>
          <p:cNvSpPr txBox="1"/>
          <p:nvPr/>
        </p:nvSpPr>
        <p:spPr>
          <a:xfrm>
            <a:off x="7549515" y="1932432"/>
            <a:ext cx="1290447" cy="411480"/>
          </a:xfrm>
          <a:prstGeom prst="rect">
            <a:avLst/>
          </a:prstGeom>
          <a:noFill/>
          <a:ln/>
        </p:spPr>
        <p:txBody>
          <a:bodyPr wrap="square" lIns="0" tIns="0" rIns="0" bIns="0" rtlCol="0" anchor="ctr"/>
          <a:lstStyle/>
          <a:p>
            <a:pPr algn="ctr" indent="0" marL="0">
              <a:buNone/>
            </a:pPr>
            <a:r>
              <a:rPr lang="en-US" sz="1400" b="1" i="1" dirty="0">
                <a:solidFill>
                  <a:schemeClr val="accent6"/>
                </a:solidFill>
              </a:rPr>
              <a:t>opnemen</a:t>
            </a:r>
            <a:endParaRPr lang="en-US" sz="1400" dirty="0"/>
          </a:p>
        </p:txBody>
      </p:sp>
      <p:sp>
        <p:nvSpPr>
          <p:cNvPr id="21" name="Shape 17"/>
          <p:cNvSpPr/>
          <p:nvPr/>
        </p:nvSpPr>
        <p:spPr>
          <a:xfrm>
            <a:off x="8949690" y="1932432"/>
            <a:ext cx="1290447" cy="411480"/>
          </a:xfrm>
          <a:prstGeom prst="roundRect">
            <a:avLst>
              <a:gd name="adj" fmla="val 22222"/>
            </a:avLst>
          </a:prstGeom>
          <a:solidFill>
            <a:srgbClr val="FBEDEB"/>
          </a:solidFill>
          <a:ln w="12700">
            <a:solidFill>
              <a:srgbClr val="B83227"/>
            </a:solidFill>
            <a:prstDash val="solid"/>
          </a:ln>
        </p:spPr>
      </p:sp>
      <p:sp>
        <p:nvSpPr>
          <p:cNvPr id="22" name="Text 18"/>
          <p:cNvSpPr txBox="1"/>
          <p:nvPr/>
        </p:nvSpPr>
        <p:spPr>
          <a:xfrm>
            <a:off x="8949690" y="1932432"/>
            <a:ext cx="1290447" cy="411480"/>
          </a:xfrm>
          <a:prstGeom prst="rect">
            <a:avLst/>
          </a:prstGeom>
          <a:noFill/>
          <a:ln/>
        </p:spPr>
        <p:txBody>
          <a:bodyPr wrap="square" lIns="0" tIns="0" rIns="0" bIns="0" rtlCol="0" anchor="ctr"/>
          <a:lstStyle/>
          <a:p>
            <a:pPr algn="ctr" indent="0" marL="0">
              <a:buNone/>
            </a:pPr>
            <a:r>
              <a:rPr lang="en-US" sz="1400" b="1" i="1" dirty="0">
                <a:solidFill>
                  <a:schemeClr val="accent6"/>
                </a:solidFill>
              </a:rPr>
              <a:t>overnemen</a:t>
            </a:r>
            <a:endParaRPr lang="en-US" sz="1400" dirty="0"/>
          </a:p>
        </p:txBody>
      </p:sp>
      <p:sp>
        <p:nvSpPr>
          <p:cNvPr id="23" name="Shape 19"/>
          <p:cNvSpPr/>
          <p:nvPr/>
        </p:nvSpPr>
        <p:spPr>
          <a:xfrm>
            <a:off x="10349865" y="1932432"/>
            <a:ext cx="1290447" cy="411480"/>
          </a:xfrm>
          <a:prstGeom prst="roundRect">
            <a:avLst>
              <a:gd name="adj" fmla="val 22222"/>
            </a:avLst>
          </a:prstGeom>
          <a:solidFill>
            <a:srgbClr val="FBEDEB"/>
          </a:solidFill>
          <a:ln w="12700">
            <a:solidFill>
              <a:srgbClr val="B83227"/>
            </a:solidFill>
            <a:prstDash val="solid"/>
          </a:ln>
        </p:spPr>
      </p:sp>
      <p:sp>
        <p:nvSpPr>
          <p:cNvPr id="24" name="Text 20"/>
          <p:cNvSpPr txBox="1"/>
          <p:nvPr/>
        </p:nvSpPr>
        <p:spPr>
          <a:xfrm>
            <a:off x="10349865" y="1932432"/>
            <a:ext cx="1290447" cy="411480"/>
          </a:xfrm>
          <a:prstGeom prst="rect">
            <a:avLst/>
          </a:prstGeom>
          <a:noFill/>
          <a:ln/>
        </p:spPr>
        <p:txBody>
          <a:bodyPr wrap="square" lIns="0" tIns="0" rIns="0" bIns="0" rtlCol="0" anchor="ctr"/>
          <a:lstStyle/>
          <a:p>
            <a:pPr algn="ctr" indent="0" marL="0">
              <a:buNone/>
            </a:pPr>
            <a:r>
              <a:rPr lang="en-US" sz="1400" b="1" i="1" dirty="0">
                <a:solidFill>
                  <a:schemeClr val="accent6"/>
                </a:solidFill>
              </a:rPr>
              <a:t>toenemen</a:t>
            </a:r>
            <a:endParaRPr lang="en-US" sz="1400" dirty="0"/>
          </a:p>
        </p:txBody>
      </p:sp>
      <p:sp>
        <p:nvSpPr>
          <p:cNvPr id="25" name="Shape 21"/>
          <p:cNvSpPr/>
          <p:nvPr/>
        </p:nvSpPr>
        <p:spPr>
          <a:xfrm>
            <a:off x="548640" y="2526792"/>
            <a:ext cx="2635758" cy="1776984"/>
          </a:xfrm>
          <a:prstGeom prst="roundRect">
            <a:avLst>
              <a:gd name="adj" fmla="val 617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6" name="Text 22"/>
          <p:cNvSpPr txBox="1"/>
          <p:nvPr/>
        </p:nvSpPr>
        <p:spPr>
          <a:xfrm>
            <a:off x="658368" y="2599944"/>
            <a:ext cx="365760" cy="365760"/>
          </a:xfrm>
          <a:prstGeom prst="rect">
            <a:avLst/>
          </a:prstGeom>
          <a:noFill/>
          <a:ln/>
        </p:spPr>
        <p:txBody>
          <a:bodyPr wrap="square" lIns="0" tIns="0" rIns="0" bIns="0" rtlCol="0" anchor="t"/>
          <a:lstStyle/>
          <a:p>
            <a:pPr algn="l" indent="0" marL="0">
              <a:buNone/>
            </a:pPr>
            <a:r>
              <a:rPr lang="en-US" sz="1600" b="1" dirty="0">
                <a:solidFill>
                  <a:schemeClr val="accent5"/>
                </a:solidFill>
              </a:rPr>
              <a:t>A</a:t>
            </a:r>
            <a:endParaRPr lang="en-US" sz="1600" dirty="0"/>
          </a:p>
        </p:txBody>
      </p:sp>
      <p:pic>
        <p:nvPicPr>
          <p:cNvPr id="27" name="Image 1" descr="telephone receiver">    </p:cNvPr>
          <p:cNvPicPr>
            <a:picLocks noChangeAspect="1"/>
          </p:cNvPicPr>
          <p:nvPr/>
        </p:nvPicPr>
        <p:blipFill>
          <a:blip r:embed="rId2"/>
          <a:stretch>
            <a:fillRect/>
          </a:stretch>
        </p:blipFill>
        <p:spPr>
          <a:xfrm>
            <a:off x="1490091" y="2636520"/>
            <a:ext cx="752856" cy="752856"/>
          </a:xfrm>
          <a:prstGeom prst="rect">
            <a:avLst/>
          </a:prstGeom>
        </p:spPr>
      </p:pic>
      <p:sp>
        <p:nvSpPr>
          <p:cNvPr id="28" name="Text 23"/>
          <p:cNvSpPr txBox="1"/>
          <p:nvPr/>
        </p:nvSpPr>
        <p:spPr>
          <a:xfrm>
            <a:off x="640080" y="3435096"/>
            <a:ext cx="2452878" cy="384048"/>
          </a:xfrm>
          <a:prstGeom prst="rect">
            <a:avLst/>
          </a:prstGeom>
          <a:noFill/>
          <a:ln/>
        </p:spPr>
        <p:txBody>
          <a:bodyPr wrap="square" lIns="0" tIns="0" rIns="0" bIns="0" rtlCol="0" anchor="ctr"/>
          <a:lstStyle/>
          <a:p>
            <a:pPr algn="ctr" indent="0" marL="0">
              <a:buNone/>
            </a:pPr>
            <a:r>
              <a:rPr lang="en-US" sz="1800" b="1" dirty="0">
                <a:solidFill>
                  <a:srgbClr val="2E7D4F"/>
                </a:solidFill>
              </a:rPr>
              <a:t>op</a:t>
            </a:r>
            <a:r>
              <a:rPr lang="en-US" sz="1800" b="1" dirty="0">
                <a:solidFill>
                  <a:schemeClr val="tx1"/>
                </a:solidFill>
              </a:rPr>
              <a:t>nemen</a:t>
            </a:r>
            <a:endParaRPr lang="en-US" sz="1800" dirty="0"/>
          </a:p>
        </p:txBody>
      </p:sp>
      <p:sp>
        <p:nvSpPr>
          <p:cNvPr id="29" name="Text 24"/>
          <p:cNvSpPr txBox="1"/>
          <p:nvPr/>
        </p:nvSpPr>
        <p:spPr>
          <a:xfrm>
            <a:off x="640080" y="3800856"/>
            <a:ext cx="2452878" cy="411480"/>
          </a:xfrm>
          <a:prstGeom prst="rect">
            <a:avLst/>
          </a:prstGeom>
          <a:noFill/>
          <a:ln/>
        </p:spPr>
        <p:txBody>
          <a:bodyPr wrap="square" lIns="0" tIns="0" rIns="0" bIns="0" rtlCol="0" anchor="ctr"/>
          <a:lstStyle/>
          <a:p>
            <a:pPr algn="ctr" indent="0" marL="0">
              <a:buNone/>
            </a:pPr>
            <a:r>
              <a:rPr lang="en-US" sz="1200" i="1" dirty="0">
                <a:solidFill>
                  <a:schemeClr val="tx2"/>
                </a:solidFill>
              </a:rPr>
              <a:t>Neem de telefoon op!</a:t>
            </a:r>
            <a:endParaRPr lang="en-US" sz="1200" dirty="0"/>
          </a:p>
        </p:txBody>
      </p:sp>
      <p:sp>
        <p:nvSpPr>
          <p:cNvPr id="30" name="Shape 25"/>
          <p:cNvSpPr/>
          <p:nvPr/>
        </p:nvSpPr>
        <p:spPr>
          <a:xfrm>
            <a:off x="3367278" y="2526792"/>
            <a:ext cx="2635758" cy="1776984"/>
          </a:xfrm>
          <a:prstGeom prst="roundRect">
            <a:avLst>
              <a:gd name="adj" fmla="val 617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1" name="Text 26"/>
          <p:cNvSpPr txBox="1"/>
          <p:nvPr/>
        </p:nvSpPr>
        <p:spPr>
          <a:xfrm>
            <a:off x="3477006" y="2599944"/>
            <a:ext cx="365760" cy="365760"/>
          </a:xfrm>
          <a:prstGeom prst="rect">
            <a:avLst/>
          </a:prstGeom>
          <a:noFill/>
          <a:ln/>
        </p:spPr>
        <p:txBody>
          <a:bodyPr wrap="square" lIns="0" tIns="0" rIns="0" bIns="0" rtlCol="0" anchor="t"/>
          <a:lstStyle/>
          <a:p>
            <a:pPr algn="l" indent="0" marL="0">
              <a:buNone/>
            </a:pPr>
            <a:r>
              <a:rPr lang="en-US" sz="1600" b="1" dirty="0">
                <a:solidFill>
                  <a:schemeClr val="accent5"/>
                </a:solidFill>
              </a:rPr>
              <a:t>B</a:t>
            </a:r>
            <a:endParaRPr lang="en-US" sz="1600" dirty="0"/>
          </a:p>
        </p:txBody>
      </p:sp>
      <p:pic>
        <p:nvPicPr>
          <p:cNvPr id="32" name="Image 2" descr="umbrella">    </p:cNvPr>
          <p:cNvPicPr>
            <a:picLocks noChangeAspect="1"/>
          </p:cNvPicPr>
          <p:nvPr/>
        </p:nvPicPr>
        <p:blipFill>
          <a:blip r:embed="rId3"/>
          <a:stretch>
            <a:fillRect/>
          </a:stretch>
        </p:blipFill>
        <p:spPr>
          <a:xfrm>
            <a:off x="4308729" y="2636520"/>
            <a:ext cx="752856" cy="752856"/>
          </a:xfrm>
          <a:prstGeom prst="rect">
            <a:avLst/>
          </a:prstGeom>
        </p:spPr>
      </p:pic>
      <p:sp>
        <p:nvSpPr>
          <p:cNvPr id="33" name="Text 27"/>
          <p:cNvSpPr txBox="1"/>
          <p:nvPr/>
        </p:nvSpPr>
        <p:spPr>
          <a:xfrm>
            <a:off x="3458718" y="3435096"/>
            <a:ext cx="2452878" cy="384048"/>
          </a:xfrm>
          <a:prstGeom prst="rect">
            <a:avLst/>
          </a:prstGeom>
          <a:noFill/>
          <a:ln/>
        </p:spPr>
        <p:txBody>
          <a:bodyPr wrap="square" lIns="0" tIns="0" rIns="0" bIns="0" rtlCol="0" anchor="ctr"/>
          <a:lstStyle/>
          <a:p>
            <a:pPr algn="ctr" indent="0" marL="0">
              <a:buNone/>
            </a:pPr>
            <a:r>
              <a:rPr lang="en-US" sz="1800" b="1" dirty="0">
                <a:solidFill>
                  <a:srgbClr val="7C9A1E"/>
                </a:solidFill>
              </a:rPr>
              <a:t>mee</a:t>
            </a:r>
            <a:r>
              <a:rPr lang="en-US" sz="1800" b="1" dirty="0">
                <a:solidFill>
                  <a:schemeClr val="tx1"/>
                </a:solidFill>
              </a:rPr>
              <a:t>nemen</a:t>
            </a:r>
            <a:endParaRPr lang="en-US" sz="1800" dirty="0"/>
          </a:p>
        </p:txBody>
      </p:sp>
      <p:sp>
        <p:nvSpPr>
          <p:cNvPr id="34" name="Text 28"/>
          <p:cNvSpPr txBox="1"/>
          <p:nvPr/>
        </p:nvSpPr>
        <p:spPr>
          <a:xfrm>
            <a:off x="3458718" y="3800856"/>
            <a:ext cx="2452878" cy="411480"/>
          </a:xfrm>
          <a:prstGeom prst="rect">
            <a:avLst/>
          </a:prstGeom>
          <a:noFill/>
          <a:ln/>
        </p:spPr>
        <p:txBody>
          <a:bodyPr wrap="square" lIns="0" tIns="0" rIns="0" bIns="0" rtlCol="0" anchor="ctr"/>
          <a:lstStyle/>
          <a:p>
            <a:pPr algn="ctr" indent="0" marL="0">
              <a:buNone/>
            </a:pPr>
            <a:r>
              <a:rPr lang="en-US" sz="1200" i="1" dirty="0">
                <a:solidFill>
                  <a:schemeClr val="tx2"/>
                </a:solidFill>
              </a:rPr>
              <a:t>Neem een paraplu mee.</a:t>
            </a:r>
            <a:endParaRPr lang="en-US" sz="1200" dirty="0"/>
          </a:p>
        </p:txBody>
      </p:sp>
      <p:sp>
        <p:nvSpPr>
          <p:cNvPr id="35" name="Shape 29"/>
          <p:cNvSpPr/>
          <p:nvPr/>
        </p:nvSpPr>
        <p:spPr>
          <a:xfrm>
            <a:off x="6185916" y="2526792"/>
            <a:ext cx="2635758" cy="1776984"/>
          </a:xfrm>
          <a:prstGeom prst="roundRect">
            <a:avLst>
              <a:gd name="adj" fmla="val 617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6" name="Text 30"/>
          <p:cNvSpPr txBox="1"/>
          <p:nvPr/>
        </p:nvSpPr>
        <p:spPr>
          <a:xfrm>
            <a:off x="6295644" y="2599944"/>
            <a:ext cx="365760" cy="365760"/>
          </a:xfrm>
          <a:prstGeom prst="rect">
            <a:avLst/>
          </a:prstGeom>
          <a:noFill/>
          <a:ln/>
        </p:spPr>
        <p:txBody>
          <a:bodyPr wrap="square" lIns="0" tIns="0" rIns="0" bIns="0" rtlCol="0" anchor="t"/>
          <a:lstStyle/>
          <a:p>
            <a:pPr algn="l" indent="0" marL="0">
              <a:buNone/>
            </a:pPr>
            <a:r>
              <a:rPr lang="en-US" sz="1600" b="1" dirty="0">
                <a:solidFill>
                  <a:schemeClr val="accent5"/>
                </a:solidFill>
              </a:rPr>
              <a:t>C</a:t>
            </a:r>
            <a:endParaRPr lang="en-US" sz="1600" dirty="0"/>
          </a:p>
        </p:txBody>
      </p:sp>
      <p:pic>
        <p:nvPicPr>
          <p:cNvPr id="37" name="Image 3" descr="briefcase">    </p:cNvPr>
          <p:cNvPicPr>
            <a:picLocks noChangeAspect="1"/>
          </p:cNvPicPr>
          <p:nvPr/>
        </p:nvPicPr>
        <p:blipFill>
          <a:blip r:embed="rId4"/>
          <a:stretch>
            <a:fillRect/>
          </a:stretch>
        </p:blipFill>
        <p:spPr>
          <a:xfrm>
            <a:off x="7127367" y="2636520"/>
            <a:ext cx="752856" cy="752856"/>
          </a:xfrm>
          <a:prstGeom prst="rect">
            <a:avLst/>
          </a:prstGeom>
        </p:spPr>
      </p:pic>
      <p:sp>
        <p:nvSpPr>
          <p:cNvPr id="38" name="Text 31"/>
          <p:cNvSpPr txBox="1"/>
          <p:nvPr/>
        </p:nvSpPr>
        <p:spPr>
          <a:xfrm>
            <a:off x="6277356" y="3435096"/>
            <a:ext cx="2452878" cy="384048"/>
          </a:xfrm>
          <a:prstGeom prst="rect">
            <a:avLst/>
          </a:prstGeom>
          <a:noFill/>
          <a:ln/>
        </p:spPr>
        <p:txBody>
          <a:bodyPr wrap="square" lIns="0" tIns="0" rIns="0" bIns="0" rtlCol="0" anchor="ctr"/>
          <a:lstStyle/>
          <a:p>
            <a:pPr algn="ctr" indent="0" marL="0">
              <a:buNone/>
            </a:pPr>
            <a:r>
              <a:rPr lang="en-US" sz="1800" b="1" dirty="0">
                <a:solidFill>
                  <a:srgbClr val="2A6FB0"/>
                </a:solidFill>
              </a:rPr>
              <a:t>aan</a:t>
            </a:r>
            <a:r>
              <a:rPr lang="en-US" sz="1800" b="1" dirty="0">
                <a:solidFill>
                  <a:schemeClr val="tx1"/>
                </a:solidFill>
              </a:rPr>
              <a:t>nemen</a:t>
            </a:r>
            <a:endParaRPr lang="en-US" sz="1800" dirty="0"/>
          </a:p>
        </p:txBody>
      </p:sp>
      <p:sp>
        <p:nvSpPr>
          <p:cNvPr id="39" name="Text 32"/>
          <p:cNvSpPr txBox="1"/>
          <p:nvPr/>
        </p:nvSpPr>
        <p:spPr>
          <a:xfrm>
            <a:off x="6277356" y="3800856"/>
            <a:ext cx="2452878" cy="411480"/>
          </a:xfrm>
          <a:prstGeom prst="rect">
            <a:avLst/>
          </a:prstGeom>
          <a:noFill/>
          <a:ln/>
        </p:spPr>
        <p:txBody>
          <a:bodyPr wrap="square" lIns="0" tIns="0" rIns="0" bIns="0" rtlCol="0" anchor="ctr"/>
          <a:lstStyle/>
          <a:p>
            <a:pPr algn="ctr" indent="0" marL="0">
              <a:buNone/>
            </a:pPr>
            <a:r>
              <a:rPr lang="en-US" sz="1200" i="1" dirty="0">
                <a:solidFill>
                  <a:schemeClr val="tx2"/>
                </a:solidFill>
              </a:rPr>
              <a:t>Het bedrijf neemt mensen aan.</a:t>
            </a:r>
            <a:endParaRPr lang="en-US" sz="1200" dirty="0"/>
          </a:p>
        </p:txBody>
      </p:sp>
      <p:sp>
        <p:nvSpPr>
          <p:cNvPr id="40" name="Shape 33"/>
          <p:cNvSpPr/>
          <p:nvPr/>
        </p:nvSpPr>
        <p:spPr>
          <a:xfrm>
            <a:off x="9004554" y="2526792"/>
            <a:ext cx="2635758" cy="1776984"/>
          </a:xfrm>
          <a:prstGeom prst="roundRect">
            <a:avLst>
              <a:gd name="adj" fmla="val 617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1" name="Text 34"/>
          <p:cNvSpPr txBox="1"/>
          <p:nvPr/>
        </p:nvSpPr>
        <p:spPr>
          <a:xfrm>
            <a:off x="9114282" y="2599944"/>
            <a:ext cx="365760" cy="365760"/>
          </a:xfrm>
          <a:prstGeom prst="rect">
            <a:avLst/>
          </a:prstGeom>
          <a:noFill/>
          <a:ln/>
        </p:spPr>
        <p:txBody>
          <a:bodyPr wrap="square" lIns="0" tIns="0" rIns="0" bIns="0" rtlCol="0" anchor="t"/>
          <a:lstStyle/>
          <a:p>
            <a:pPr algn="l" indent="0" marL="0">
              <a:buNone/>
            </a:pPr>
            <a:r>
              <a:rPr lang="en-US" sz="1600" b="1" dirty="0">
                <a:solidFill>
                  <a:schemeClr val="accent5"/>
                </a:solidFill>
              </a:rPr>
              <a:t>D</a:t>
            </a:r>
            <a:endParaRPr lang="en-US" sz="1600" dirty="0"/>
          </a:p>
        </p:txBody>
      </p:sp>
      <p:pic>
        <p:nvPicPr>
          <p:cNvPr id="42" name="Image 4" descr="raising hands">    </p:cNvPr>
          <p:cNvPicPr>
            <a:picLocks noChangeAspect="1"/>
          </p:cNvPicPr>
          <p:nvPr/>
        </p:nvPicPr>
        <p:blipFill>
          <a:blip r:embed="rId5"/>
          <a:stretch>
            <a:fillRect/>
          </a:stretch>
        </p:blipFill>
        <p:spPr>
          <a:xfrm>
            <a:off x="9946005" y="2636520"/>
            <a:ext cx="752856" cy="752856"/>
          </a:xfrm>
          <a:prstGeom prst="rect">
            <a:avLst/>
          </a:prstGeom>
        </p:spPr>
      </p:pic>
      <p:sp>
        <p:nvSpPr>
          <p:cNvPr id="43" name="Text 35"/>
          <p:cNvSpPr txBox="1"/>
          <p:nvPr/>
        </p:nvSpPr>
        <p:spPr>
          <a:xfrm>
            <a:off x="9095994" y="3435096"/>
            <a:ext cx="2452878" cy="384048"/>
          </a:xfrm>
          <a:prstGeom prst="rect">
            <a:avLst/>
          </a:prstGeom>
          <a:noFill/>
          <a:ln/>
        </p:spPr>
        <p:txBody>
          <a:bodyPr wrap="square" lIns="0" tIns="0" rIns="0" bIns="0" rtlCol="0" anchor="ctr"/>
          <a:lstStyle/>
          <a:p>
            <a:pPr algn="ctr" indent="0" marL="0">
              <a:buNone/>
            </a:pPr>
            <a:r>
              <a:rPr lang="en-US" sz="1800" b="1" dirty="0">
                <a:solidFill>
                  <a:srgbClr val="4A5A70"/>
                </a:solidFill>
              </a:rPr>
              <a:t>deel</a:t>
            </a:r>
            <a:r>
              <a:rPr lang="en-US" sz="1800" b="1" dirty="0">
                <a:solidFill>
                  <a:schemeClr val="tx1"/>
                </a:solidFill>
              </a:rPr>
              <a:t>nemen</a:t>
            </a:r>
            <a:endParaRPr lang="en-US" sz="1800" dirty="0"/>
          </a:p>
        </p:txBody>
      </p:sp>
      <p:sp>
        <p:nvSpPr>
          <p:cNvPr id="44" name="Text 36"/>
          <p:cNvSpPr txBox="1"/>
          <p:nvPr/>
        </p:nvSpPr>
        <p:spPr>
          <a:xfrm>
            <a:off x="9095994" y="3800856"/>
            <a:ext cx="2452878" cy="411480"/>
          </a:xfrm>
          <a:prstGeom prst="rect">
            <a:avLst/>
          </a:prstGeom>
          <a:noFill/>
          <a:ln/>
        </p:spPr>
        <p:txBody>
          <a:bodyPr wrap="square" lIns="0" tIns="0" rIns="0" bIns="0" rtlCol="0" anchor="ctr"/>
          <a:lstStyle/>
          <a:p>
            <a:pPr algn="ctr" indent="0" marL="0">
              <a:buNone/>
            </a:pPr>
            <a:r>
              <a:rPr lang="en-US" sz="1200" i="1" dirty="0">
                <a:solidFill>
                  <a:schemeClr val="tx2"/>
                </a:solidFill>
              </a:rPr>
              <a:t>Tien collega’s nemen deel.</a:t>
            </a:r>
            <a:endParaRPr lang="en-US" sz="1200" dirty="0"/>
          </a:p>
        </p:txBody>
      </p:sp>
      <p:sp>
        <p:nvSpPr>
          <p:cNvPr id="45" name="Shape 37"/>
          <p:cNvSpPr/>
          <p:nvPr/>
        </p:nvSpPr>
        <p:spPr>
          <a:xfrm>
            <a:off x="548640" y="4486656"/>
            <a:ext cx="2635758" cy="1776984"/>
          </a:xfrm>
          <a:prstGeom prst="roundRect">
            <a:avLst>
              <a:gd name="adj" fmla="val 617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6" name="Text 38"/>
          <p:cNvSpPr txBox="1"/>
          <p:nvPr/>
        </p:nvSpPr>
        <p:spPr>
          <a:xfrm>
            <a:off x="658368" y="4559808"/>
            <a:ext cx="365760" cy="365760"/>
          </a:xfrm>
          <a:prstGeom prst="rect">
            <a:avLst/>
          </a:prstGeom>
          <a:noFill/>
          <a:ln/>
        </p:spPr>
        <p:txBody>
          <a:bodyPr wrap="square" lIns="0" tIns="0" rIns="0" bIns="0" rtlCol="0" anchor="t"/>
          <a:lstStyle/>
          <a:p>
            <a:pPr algn="l" indent="0" marL="0">
              <a:buNone/>
            </a:pPr>
            <a:r>
              <a:rPr lang="en-US" sz="1600" b="1" dirty="0">
                <a:solidFill>
                  <a:schemeClr val="accent5"/>
                </a:solidFill>
              </a:rPr>
              <a:t>E</a:t>
            </a:r>
            <a:endParaRPr lang="en-US" sz="1600" dirty="0"/>
          </a:p>
        </p:txBody>
      </p:sp>
      <p:pic>
        <p:nvPicPr>
          <p:cNvPr id="47" name="Image 5" descr="chart decreasing">    </p:cNvPr>
          <p:cNvPicPr>
            <a:picLocks noChangeAspect="1"/>
          </p:cNvPicPr>
          <p:nvPr/>
        </p:nvPicPr>
        <p:blipFill>
          <a:blip r:embed="rId6"/>
          <a:stretch>
            <a:fillRect/>
          </a:stretch>
        </p:blipFill>
        <p:spPr>
          <a:xfrm>
            <a:off x="1490091" y="4596384"/>
            <a:ext cx="752856" cy="752856"/>
          </a:xfrm>
          <a:prstGeom prst="rect">
            <a:avLst/>
          </a:prstGeom>
        </p:spPr>
      </p:pic>
      <p:sp>
        <p:nvSpPr>
          <p:cNvPr id="48" name="Text 39"/>
          <p:cNvSpPr txBox="1"/>
          <p:nvPr/>
        </p:nvSpPr>
        <p:spPr>
          <a:xfrm>
            <a:off x="640080" y="5394960"/>
            <a:ext cx="2452878" cy="384048"/>
          </a:xfrm>
          <a:prstGeom prst="rect">
            <a:avLst/>
          </a:prstGeom>
          <a:noFill/>
          <a:ln/>
        </p:spPr>
        <p:txBody>
          <a:bodyPr wrap="square" lIns="0" tIns="0" rIns="0" bIns="0" rtlCol="0" anchor="ctr"/>
          <a:lstStyle/>
          <a:p>
            <a:pPr algn="ctr" indent="0" marL="0">
              <a:buNone/>
            </a:pPr>
            <a:r>
              <a:rPr lang="en-US" sz="1800" b="1" dirty="0">
                <a:solidFill>
                  <a:srgbClr val="B83227"/>
                </a:solidFill>
              </a:rPr>
              <a:t>af</a:t>
            </a:r>
            <a:r>
              <a:rPr lang="en-US" sz="1800" b="1" dirty="0">
                <a:solidFill>
                  <a:schemeClr val="tx1"/>
                </a:solidFill>
              </a:rPr>
              <a:t>nemen</a:t>
            </a:r>
            <a:endParaRPr lang="en-US" sz="1800" dirty="0"/>
          </a:p>
        </p:txBody>
      </p:sp>
      <p:sp>
        <p:nvSpPr>
          <p:cNvPr id="49" name="Text 40"/>
          <p:cNvSpPr txBox="1"/>
          <p:nvPr/>
        </p:nvSpPr>
        <p:spPr>
          <a:xfrm>
            <a:off x="640080" y="5760720"/>
            <a:ext cx="2452878" cy="411480"/>
          </a:xfrm>
          <a:prstGeom prst="rect">
            <a:avLst/>
          </a:prstGeom>
          <a:noFill/>
          <a:ln/>
        </p:spPr>
        <p:txBody>
          <a:bodyPr wrap="square" lIns="0" tIns="0" rIns="0" bIns="0" rtlCol="0" anchor="ctr"/>
          <a:lstStyle/>
          <a:p>
            <a:pPr algn="ctr" indent="0" marL="0">
              <a:buNone/>
            </a:pPr>
            <a:r>
              <a:rPr lang="en-US" sz="1200" i="1" dirty="0">
                <a:solidFill>
                  <a:schemeClr val="tx2"/>
                </a:solidFill>
              </a:rPr>
              <a:t>De werkloosheid neemt af.</a:t>
            </a:r>
            <a:endParaRPr lang="en-US" sz="1200" dirty="0"/>
          </a:p>
        </p:txBody>
      </p:sp>
      <p:sp>
        <p:nvSpPr>
          <p:cNvPr id="50" name="Shape 41"/>
          <p:cNvSpPr/>
          <p:nvPr/>
        </p:nvSpPr>
        <p:spPr>
          <a:xfrm>
            <a:off x="3367278" y="4486656"/>
            <a:ext cx="2635758" cy="1776984"/>
          </a:xfrm>
          <a:prstGeom prst="roundRect">
            <a:avLst>
              <a:gd name="adj" fmla="val 617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1" name="Text 42"/>
          <p:cNvSpPr txBox="1"/>
          <p:nvPr/>
        </p:nvSpPr>
        <p:spPr>
          <a:xfrm>
            <a:off x="3477006" y="4559808"/>
            <a:ext cx="365760" cy="365760"/>
          </a:xfrm>
          <a:prstGeom prst="rect">
            <a:avLst/>
          </a:prstGeom>
          <a:noFill/>
          <a:ln/>
        </p:spPr>
        <p:txBody>
          <a:bodyPr wrap="square" lIns="0" tIns="0" rIns="0" bIns="0" rtlCol="0" anchor="t"/>
          <a:lstStyle/>
          <a:p>
            <a:pPr algn="l" indent="0" marL="0">
              <a:buNone/>
            </a:pPr>
            <a:r>
              <a:rPr lang="en-US" sz="1600" b="1" dirty="0">
                <a:solidFill>
                  <a:schemeClr val="accent5"/>
                </a:solidFill>
              </a:rPr>
              <a:t>F</a:t>
            </a:r>
            <a:endParaRPr lang="en-US" sz="1600" dirty="0"/>
          </a:p>
        </p:txBody>
      </p:sp>
      <p:pic>
        <p:nvPicPr>
          <p:cNvPr id="52" name="Image 6" descr="pill">    </p:cNvPr>
          <p:cNvPicPr>
            <a:picLocks noChangeAspect="1"/>
          </p:cNvPicPr>
          <p:nvPr/>
        </p:nvPicPr>
        <p:blipFill>
          <a:blip r:embed="rId7"/>
          <a:stretch>
            <a:fillRect/>
          </a:stretch>
        </p:blipFill>
        <p:spPr>
          <a:xfrm>
            <a:off x="4308729" y="4596384"/>
            <a:ext cx="752856" cy="752856"/>
          </a:xfrm>
          <a:prstGeom prst="rect">
            <a:avLst/>
          </a:prstGeom>
        </p:spPr>
      </p:pic>
      <p:sp>
        <p:nvSpPr>
          <p:cNvPr id="53" name="Text 43"/>
          <p:cNvSpPr txBox="1"/>
          <p:nvPr/>
        </p:nvSpPr>
        <p:spPr>
          <a:xfrm>
            <a:off x="3458718" y="5394960"/>
            <a:ext cx="2452878" cy="384048"/>
          </a:xfrm>
          <a:prstGeom prst="rect">
            <a:avLst/>
          </a:prstGeom>
          <a:noFill/>
          <a:ln/>
        </p:spPr>
        <p:txBody>
          <a:bodyPr wrap="square" lIns="0" tIns="0" rIns="0" bIns="0" rtlCol="0" anchor="ctr"/>
          <a:lstStyle/>
          <a:p>
            <a:pPr algn="ctr" indent="0" marL="0">
              <a:buNone/>
            </a:pPr>
            <a:r>
              <a:rPr lang="en-US" sz="1800" b="1" dirty="0">
                <a:solidFill>
                  <a:srgbClr val="6E4A9E"/>
                </a:solidFill>
              </a:rPr>
              <a:t>in</a:t>
            </a:r>
            <a:r>
              <a:rPr lang="en-US" sz="1800" b="1" dirty="0">
                <a:solidFill>
                  <a:schemeClr val="tx1"/>
                </a:solidFill>
              </a:rPr>
              <a:t>nemen</a:t>
            </a:r>
            <a:endParaRPr lang="en-US" sz="1800" dirty="0"/>
          </a:p>
        </p:txBody>
      </p:sp>
      <p:sp>
        <p:nvSpPr>
          <p:cNvPr id="54" name="Text 44"/>
          <p:cNvSpPr txBox="1"/>
          <p:nvPr/>
        </p:nvSpPr>
        <p:spPr>
          <a:xfrm>
            <a:off x="3458718" y="5760720"/>
            <a:ext cx="2452878" cy="411480"/>
          </a:xfrm>
          <a:prstGeom prst="rect">
            <a:avLst/>
          </a:prstGeom>
          <a:noFill/>
          <a:ln/>
        </p:spPr>
        <p:txBody>
          <a:bodyPr wrap="square" lIns="0" tIns="0" rIns="0" bIns="0" rtlCol="0" anchor="ctr"/>
          <a:lstStyle/>
          <a:p>
            <a:pPr algn="ctr" indent="0" marL="0">
              <a:buNone/>
            </a:pPr>
            <a:r>
              <a:rPr lang="en-US" sz="1200" i="1" dirty="0">
                <a:solidFill>
                  <a:schemeClr val="tx2"/>
                </a:solidFill>
              </a:rPr>
              <a:t>Neem dit medicijn in.</a:t>
            </a:r>
            <a:endParaRPr lang="en-US" sz="1200" dirty="0"/>
          </a:p>
        </p:txBody>
      </p:sp>
      <p:sp>
        <p:nvSpPr>
          <p:cNvPr id="55" name="Shape 45"/>
          <p:cNvSpPr/>
          <p:nvPr/>
        </p:nvSpPr>
        <p:spPr>
          <a:xfrm>
            <a:off x="6185916" y="4486656"/>
            <a:ext cx="2635758" cy="1776984"/>
          </a:xfrm>
          <a:prstGeom prst="roundRect">
            <a:avLst>
              <a:gd name="adj" fmla="val 617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6" name="Text 46"/>
          <p:cNvSpPr txBox="1"/>
          <p:nvPr/>
        </p:nvSpPr>
        <p:spPr>
          <a:xfrm>
            <a:off x="6295644" y="4559808"/>
            <a:ext cx="365760" cy="365760"/>
          </a:xfrm>
          <a:prstGeom prst="rect">
            <a:avLst/>
          </a:prstGeom>
          <a:noFill/>
          <a:ln/>
        </p:spPr>
        <p:txBody>
          <a:bodyPr wrap="square" lIns="0" tIns="0" rIns="0" bIns="0" rtlCol="0" anchor="t"/>
          <a:lstStyle/>
          <a:p>
            <a:pPr algn="l" indent="0" marL="0">
              <a:buNone/>
            </a:pPr>
            <a:r>
              <a:rPr lang="en-US" sz="1600" b="1" dirty="0">
                <a:solidFill>
                  <a:schemeClr val="accent5"/>
                </a:solidFill>
              </a:rPr>
              <a:t>G</a:t>
            </a:r>
            <a:endParaRPr lang="en-US" sz="1600" dirty="0"/>
          </a:p>
        </p:txBody>
      </p:sp>
      <p:pic>
        <p:nvPicPr>
          <p:cNvPr id="57" name="Image 7" descr="handshake">    </p:cNvPr>
          <p:cNvPicPr>
            <a:picLocks noChangeAspect="1"/>
          </p:cNvPicPr>
          <p:nvPr/>
        </p:nvPicPr>
        <p:blipFill>
          <a:blip r:embed="rId8"/>
          <a:stretch>
            <a:fillRect/>
          </a:stretch>
        </p:blipFill>
        <p:spPr>
          <a:xfrm>
            <a:off x="7127367" y="4596384"/>
            <a:ext cx="752856" cy="752856"/>
          </a:xfrm>
          <a:prstGeom prst="rect">
            <a:avLst/>
          </a:prstGeom>
        </p:spPr>
      </p:pic>
      <p:sp>
        <p:nvSpPr>
          <p:cNvPr id="58" name="Text 47"/>
          <p:cNvSpPr txBox="1"/>
          <p:nvPr/>
        </p:nvSpPr>
        <p:spPr>
          <a:xfrm>
            <a:off x="6277356" y="5394960"/>
            <a:ext cx="2452878" cy="384048"/>
          </a:xfrm>
          <a:prstGeom prst="rect">
            <a:avLst/>
          </a:prstGeom>
          <a:noFill/>
          <a:ln/>
        </p:spPr>
        <p:txBody>
          <a:bodyPr wrap="square" lIns="0" tIns="0" rIns="0" bIns="0" rtlCol="0" anchor="ctr"/>
          <a:lstStyle/>
          <a:p>
            <a:pPr algn="ctr" indent="0" marL="0">
              <a:buNone/>
            </a:pPr>
            <a:r>
              <a:rPr lang="en-US" sz="1800" b="1" dirty="0">
                <a:solidFill>
                  <a:srgbClr val="4352C9"/>
                </a:solidFill>
              </a:rPr>
              <a:t>over</a:t>
            </a:r>
            <a:r>
              <a:rPr lang="en-US" sz="1800" b="1" dirty="0">
                <a:solidFill>
                  <a:schemeClr val="tx1"/>
                </a:solidFill>
              </a:rPr>
              <a:t>nemen</a:t>
            </a:r>
            <a:endParaRPr lang="en-US" sz="1800" dirty="0"/>
          </a:p>
        </p:txBody>
      </p:sp>
      <p:sp>
        <p:nvSpPr>
          <p:cNvPr id="59" name="Text 48"/>
          <p:cNvSpPr txBox="1"/>
          <p:nvPr/>
        </p:nvSpPr>
        <p:spPr>
          <a:xfrm>
            <a:off x="6277356" y="5760720"/>
            <a:ext cx="2452878" cy="411480"/>
          </a:xfrm>
          <a:prstGeom prst="rect">
            <a:avLst/>
          </a:prstGeom>
          <a:noFill/>
          <a:ln/>
        </p:spPr>
        <p:txBody>
          <a:bodyPr wrap="square" lIns="0" tIns="0" rIns="0" bIns="0" rtlCol="0" anchor="ctr"/>
          <a:lstStyle/>
          <a:p>
            <a:pPr algn="ctr" indent="0" marL="0">
              <a:buNone/>
            </a:pPr>
            <a:r>
              <a:rPr lang="en-US" sz="1200" i="1" dirty="0">
                <a:solidFill>
                  <a:schemeClr val="tx2"/>
                </a:solidFill>
              </a:rPr>
              <a:t>Lotte neemt het project over.</a:t>
            </a:r>
            <a:endParaRPr lang="en-US" sz="1200" dirty="0"/>
          </a:p>
        </p:txBody>
      </p:sp>
      <p:sp>
        <p:nvSpPr>
          <p:cNvPr id="60" name="Shape 49"/>
          <p:cNvSpPr/>
          <p:nvPr/>
        </p:nvSpPr>
        <p:spPr>
          <a:xfrm>
            <a:off x="9004554" y="4486656"/>
            <a:ext cx="2635758" cy="1776984"/>
          </a:xfrm>
          <a:prstGeom prst="roundRect">
            <a:avLst>
              <a:gd name="adj" fmla="val 617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1" name="Text 50"/>
          <p:cNvSpPr txBox="1"/>
          <p:nvPr/>
        </p:nvSpPr>
        <p:spPr>
          <a:xfrm>
            <a:off x="9114282" y="4559808"/>
            <a:ext cx="365760" cy="365760"/>
          </a:xfrm>
          <a:prstGeom prst="rect">
            <a:avLst/>
          </a:prstGeom>
          <a:noFill/>
          <a:ln/>
        </p:spPr>
        <p:txBody>
          <a:bodyPr wrap="square" lIns="0" tIns="0" rIns="0" bIns="0" rtlCol="0" anchor="t"/>
          <a:lstStyle/>
          <a:p>
            <a:pPr algn="l" indent="0" marL="0">
              <a:buNone/>
            </a:pPr>
            <a:r>
              <a:rPr lang="en-US" sz="1600" b="1" dirty="0">
                <a:solidFill>
                  <a:schemeClr val="accent5"/>
                </a:solidFill>
              </a:rPr>
              <a:t>H</a:t>
            </a:r>
            <a:endParaRPr lang="en-US" sz="1600" dirty="0"/>
          </a:p>
        </p:txBody>
      </p:sp>
      <p:pic>
        <p:nvPicPr>
          <p:cNvPr id="62" name="Image 8" descr="chart increasing">    </p:cNvPr>
          <p:cNvPicPr>
            <a:picLocks noChangeAspect="1"/>
          </p:cNvPicPr>
          <p:nvPr/>
        </p:nvPicPr>
        <p:blipFill>
          <a:blip r:embed="rId9"/>
          <a:stretch>
            <a:fillRect/>
          </a:stretch>
        </p:blipFill>
        <p:spPr>
          <a:xfrm>
            <a:off x="9946005" y="4596384"/>
            <a:ext cx="752856" cy="752856"/>
          </a:xfrm>
          <a:prstGeom prst="rect">
            <a:avLst/>
          </a:prstGeom>
        </p:spPr>
      </p:pic>
      <p:sp>
        <p:nvSpPr>
          <p:cNvPr id="63" name="Text 51"/>
          <p:cNvSpPr txBox="1"/>
          <p:nvPr/>
        </p:nvSpPr>
        <p:spPr>
          <a:xfrm>
            <a:off x="9095994" y="5394960"/>
            <a:ext cx="2452878" cy="384048"/>
          </a:xfrm>
          <a:prstGeom prst="rect">
            <a:avLst/>
          </a:prstGeom>
          <a:noFill/>
          <a:ln/>
        </p:spPr>
        <p:txBody>
          <a:bodyPr wrap="square" lIns="0" tIns="0" rIns="0" bIns="0" rtlCol="0" anchor="ctr"/>
          <a:lstStyle/>
          <a:p>
            <a:pPr algn="ctr" indent="0" marL="0">
              <a:buNone/>
            </a:pPr>
            <a:r>
              <a:rPr lang="en-US" sz="1800" b="1" dirty="0">
                <a:solidFill>
                  <a:srgbClr val="0E7C86"/>
                </a:solidFill>
              </a:rPr>
              <a:t>toe</a:t>
            </a:r>
            <a:r>
              <a:rPr lang="en-US" sz="1800" b="1" dirty="0">
                <a:solidFill>
                  <a:schemeClr val="tx1"/>
                </a:solidFill>
              </a:rPr>
              <a:t>nemen</a:t>
            </a:r>
            <a:endParaRPr lang="en-US" sz="1800" dirty="0"/>
          </a:p>
        </p:txBody>
      </p:sp>
      <p:sp>
        <p:nvSpPr>
          <p:cNvPr id="64" name="Text 52"/>
          <p:cNvSpPr txBox="1"/>
          <p:nvPr/>
        </p:nvSpPr>
        <p:spPr>
          <a:xfrm>
            <a:off x="9095994" y="5760720"/>
            <a:ext cx="2452878" cy="411480"/>
          </a:xfrm>
          <a:prstGeom prst="rect">
            <a:avLst/>
          </a:prstGeom>
          <a:noFill/>
          <a:ln/>
        </p:spPr>
        <p:txBody>
          <a:bodyPr wrap="square" lIns="0" tIns="0" rIns="0" bIns="0" rtlCol="0" anchor="ctr"/>
          <a:lstStyle/>
          <a:p>
            <a:pPr algn="ctr" indent="0" marL="0">
              <a:buNone/>
            </a:pPr>
            <a:r>
              <a:rPr lang="en-US" sz="1200" i="1" dirty="0">
                <a:solidFill>
                  <a:schemeClr val="tx2"/>
                </a:solidFill>
              </a:rPr>
              <a:t>Het aantal klanten neemt toe.</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Ciseaux ou cadenas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Dites le verbe à voix haute (accent !), classez-le, puis donnez le participe passé.</a:t>
            </a:r>
            <a:endParaRPr lang="en-US" sz="1700" dirty="0"/>
          </a:p>
        </p:txBody>
      </p:sp>
      <p:sp>
        <p:nvSpPr>
          <p:cNvPr id="8" name="Shape 4"/>
          <p:cNvSpPr/>
          <p:nvPr/>
        </p:nvSpPr>
        <p:spPr>
          <a:xfrm rot="-120000">
            <a:off x="548640" y="1932432"/>
            <a:ext cx="2108606" cy="475488"/>
          </a:xfrm>
          <a:prstGeom prst="roundRect">
            <a:avLst>
              <a:gd name="adj" fmla="val 23077"/>
            </a:avLst>
          </a:prstGeom>
          <a:solidFill>
            <a:srgbClr val="FBEDEB"/>
          </a:solidFill>
          <a:ln w="15875">
            <a:solidFill>
              <a:srgbClr val="B83227"/>
            </a:solidFill>
            <a:prstDash val="solid"/>
          </a:ln>
        </p:spPr>
      </p:sp>
      <p:sp>
        <p:nvSpPr>
          <p:cNvPr id="9" name="Text 5"/>
          <p:cNvSpPr txBox="1"/>
          <p:nvPr/>
        </p:nvSpPr>
        <p:spPr>
          <a:xfrm rot="-120000">
            <a:off x="548640" y="1932432"/>
            <a:ext cx="2108606" cy="475488"/>
          </a:xfrm>
          <a:prstGeom prst="rect">
            <a:avLst/>
          </a:prstGeom>
          <a:noFill/>
          <a:ln/>
        </p:spPr>
        <p:txBody>
          <a:bodyPr wrap="square" lIns="0" tIns="0" rIns="0" bIns="0" rtlCol="0" anchor="ctr"/>
          <a:lstStyle/>
          <a:p>
            <a:pPr algn="ctr" indent="0" marL="0">
              <a:buNone/>
            </a:pPr>
            <a:r>
              <a:rPr lang="en-US" sz="1700" b="1" i="1" dirty="0">
                <a:solidFill>
                  <a:schemeClr val="accent6"/>
                </a:solidFill>
              </a:rPr>
              <a:t>opbellen</a:t>
            </a:r>
            <a:endParaRPr lang="en-US" sz="1700" dirty="0"/>
          </a:p>
        </p:txBody>
      </p:sp>
      <p:sp>
        <p:nvSpPr>
          <p:cNvPr id="10" name="Shape 6"/>
          <p:cNvSpPr/>
          <p:nvPr/>
        </p:nvSpPr>
        <p:spPr>
          <a:xfrm rot="60000">
            <a:off x="2794406" y="1932432"/>
            <a:ext cx="2108606" cy="475488"/>
          </a:xfrm>
          <a:prstGeom prst="roundRect">
            <a:avLst>
              <a:gd name="adj" fmla="val 23077"/>
            </a:avLst>
          </a:prstGeom>
          <a:solidFill>
            <a:srgbClr val="FBEDEB"/>
          </a:solidFill>
          <a:ln w="15875">
            <a:solidFill>
              <a:srgbClr val="B83227"/>
            </a:solidFill>
            <a:prstDash val="solid"/>
          </a:ln>
        </p:spPr>
      </p:sp>
      <p:sp>
        <p:nvSpPr>
          <p:cNvPr id="11" name="Text 7"/>
          <p:cNvSpPr txBox="1"/>
          <p:nvPr/>
        </p:nvSpPr>
        <p:spPr>
          <a:xfrm rot="60000">
            <a:off x="2794406" y="1932432"/>
            <a:ext cx="2108606" cy="475488"/>
          </a:xfrm>
          <a:prstGeom prst="rect">
            <a:avLst/>
          </a:prstGeom>
          <a:noFill/>
          <a:ln/>
        </p:spPr>
        <p:txBody>
          <a:bodyPr wrap="square" lIns="0" tIns="0" rIns="0" bIns="0" rtlCol="0" anchor="ctr"/>
          <a:lstStyle/>
          <a:p>
            <a:pPr algn="ctr" indent="0" marL="0">
              <a:buNone/>
            </a:pPr>
            <a:r>
              <a:rPr lang="en-US" sz="1700" b="1" i="1" dirty="0">
                <a:solidFill>
                  <a:schemeClr val="accent6"/>
                </a:solidFill>
              </a:rPr>
              <a:t>vertalen</a:t>
            </a:r>
            <a:endParaRPr lang="en-US" sz="1700" dirty="0"/>
          </a:p>
        </p:txBody>
      </p:sp>
      <p:sp>
        <p:nvSpPr>
          <p:cNvPr id="12" name="Shape 8"/>
          <p:cNvSpPr/>
          <p:nvPr/>
        </p:nvSpPr>
        <p:spPr>
          <a:xfrm rot="120000">
            <a:off x="5040173" y="1932432"/>
            <a:ext cx="2108606" cy="475488"/>
          </a:xfrm>
          <a:prstGeom prst="roundRect">
            <a:avLst>
              <a:gd name="adj" fmla="val 23077"/>
            </a:avLst>
          </a:prstGeom>
          <a:solidFill>
            <a:srgbClr val="FBEDEB"/>
          </a:solidFill>
          <a:ln w="15875">
            <a:solidFill>
              <a:srgbClr val="B83227"/>
            </a:solidFill>
            <a:prstDash val="solid"/>
          </a:ln>
        </p:spPr>
      </p:sp>
      <p:sp>
        <p:nvSpPr>
          <p:cNvPr id="13" name="Text 9"/>
          <p:cNvSpPr txBox="1"/>
          <p:nvPr/>
        </p:nvSpPr>
        <p:spPr>
          <a:xfrm rot="120000">
            <a:off x="5040173" y="1932432"/>
            <a:ext cx="2108606" cy="475488"/>
          </a:xfrm>
          <a:prstGeom prst="rect">
            <a:avLst/>
          </a:prstGeom>
          <a:noFill/>
          <a:ln/>
        </p:spPr>
        <p:txBody>
          <a:bodyPr wrap="square" lIns="0" tIns="0" rIns="0" bIns="0" rtlCol="0" anchor="ctr"/>
          <a:lstStyle/>
          <a:p>
            <a:pPr algn="ctr" indent="0" marL="0">
              <a:buNone/>
            </a:pPr>
            <a:r>
              <a:rPr lang="en-US" sz="1700" b="1" i="1" dirty="0">
                <a:solidFill>
                  <a:schemeClr val="accent6"/>
                </a:solidFill>
              </a:rPr>
              <a:t>nakijken</a:t>
            </a:r>
            <a:endParaRPr lang="en-US" sz="1700" dirty="0"/>
          </a:p>
        </p:txBody>
      </p:sp>
      <p:sp>
        <p:nvSpPr>
          <p:cNvPr id="14" name="Shape 10"/>
          <p:cNvSpPr/>
          <p:nvPr/>
        </p:nvSpPr>
        <p:spPr>
          <a:xfrm rot="-60000">
            <a:off x="7285939" y="1932432"/>
            <a:ext cx="2108606" cy="475488"/>
          </a:xfrm>
          <a:prstGeom prst="roundRect">
            <a:avLst>
              <a:gd name="adj" fmla="val 23077"/>
            </a:avLst>
          </a:prstGeom>
          <a:solidFill>
            <a:srgbClr val="FBEDEB"/>
          </a:solidFill>
          <a:ln w="15875">
            <a:solidFill>
              <a:srgbClr val="B83227"/>
            </a:solidFill>
            <a:prstDash val="solid"/>
          </a:ln>
        </p:spPr>
      </p:sp>
      <p:sp>
        <p:nvSpPr>
          <p:cNvPr id="15" name="Text 11"/>
          <p:cNvSpPr txBox="1"/>
          <p:nvPr/>
        </p:nvSpPr>
        <p:spPr>
          <a:xfrm rot="-60000">
            <a:off x="7285939" y="1932432"/>
            <a:ext cx="2108606" cy="475488"/>
          </a:xfrm>
          <a:prstGeom prst="rect">
            <a:avLst/>
          </a:prstGeom>
          <a:noFill/>
          <a:ln/>
        </p:spPr>
        <p:txBody>
          <a:bodyPr wrap="square" lIns="0" tIns="0" rIns="0" bIns="0" rtlCol="0" anchor="ctr"/>
          <a:lstStyle/>
          <a:p>
            <a:pPr algn="ctr" indent="0" marL="0">
              <a:buNone/>
            </a:pPr>
            <a:r>
              <a:rPr lang="en-US" sz="1700" b="1" i="1" dirty="0">
                <a:solidFill>
                  <a:schemeClr val="accent6"/>
                </a:solidFill>
              </a:rPr>
              <a:t>herhalen</a:t>
            </a:r>
            <a:endParaRPr lang="en-US" sz="1700" dirty="0"/>
          </a:p>
        </p:txBody>
      </p:sp>
      <p:sp>
        <p:nvSpPr>
          <p:cNvPr id="16" name="Shape 12"/>
          <p:cNvSpPr/>
          <p:nvPr/>
        </p:nvSpPr>
        <p:spPr>
          <a:xfrm rot="60000">
            <a:off x="9531706" y="1932432"/>
            <a:ext cx="2108606" cy="475488"/>
          </a:xfrm>
          <a:prstGeom prst="roundRect">
            <a:avLst>
              <a:gd name="adj" fmla="val 23077"/>
            </a:avLst>
          </a:prstGeom>
          <a:solidFill>
            <a:srgbClr val="FBEDEB"/>
          </a:solidFill>
          <a:ln w="15875">
            <a:solidFill>
              <a:srgbClr val="B83227"/>
            </a:solidFill>
            <a:prstDash val="solid"/>
          </a:ln>
        </p:spPr>
      </p:sp>
      <p:sp>
        <p:nvSpPr>
          <p:cNvPr id="17" name="Text 13"/>
          <p:cNvSpPr txBox="1"/>
          <p:nvPr/>
        </p:nvSpPr>
        <p:spPr>
          <a:xfrm rot="60000">
            <a:off x="9531706" y="1932432"/>
            <a:ext cx="2108606" cy="475488"/>
          </a:xfrm>
          <a:prstGeom prst="rect">
            <a:avLst/>
          </a:prstGeom>
          <a:noFill/>
          <a:ln/>
        </p:spPr>
        <p:txBody>
          <a:bodyPr wrap="square" lIns="0" tIns="0" rIns="0" bIns="0" rtlCol="0" anchor="ctr"/>
          <a:lstStyle/>
          <a:p>
            <a:pPr algn="ctr" indent="0" marL="0">
              <a:buNone/>
            </a:pPr>
            <a:r>
              <a:rPr lang="en-US" sz="1700" b="1" i="1" dirty="0">
                <a:solidFill>
                  <a:schemeClr val="accent6"/>
                </a:solidFill>
              </a:rPr>
              <a:t>uitleggen</a:t>
            </a:r>
            <a:endParaRPr lang="en-US" sz="1700" dirty="0"/>
          </a:p>
        </p:txBody>
      </p:sp>
      <p:sp>
        <p:nvSpPr>
          <p:cNvPr id="18" name="Shape 14"/>
          <p:cNvSpPr/>
          <p:nvPr/>
        </p:nvSpPr>
        <p:spPr>
          <a:xfrm rot="-120000">
            <a:off x="548640" y="2499360"/>
            <a:ext cx="2108606" cy="475488"/>
          </a:xfrm>
          <a:prstGeom prst="roundRect">
            <a:avLst>
              <a:gd name="adj" fmla="val 23077"/>
            </a:avLst>
          </a:prstGeom>
          <a:solidFill>
            <a:srgbClr val="FBEDEB"/>
          </a:solidFill>
          <a:ln w="15875">
            <a:solidFill>
              <a:srgbClr val="B83227"/>
            </a:solidFill>
            <a:prstDash val="solid"/>
          </a:ln>
        </p:spPr>
      </p:sp>
      <p:sp>
        <p:nvSpPr>
          <p:cNvPr id="19" name="Text 15"/>
          <p:cNvSpPr txBox="1"/>
          <p:nvPr/>
        </p:nvSpPr>
        <p:spPr>
          <a:xfrm rot="-120000">
            <a:off x="548640" y="2499360"/>
            <a:ext cx="2108606" cy="475488"/>
          </a:xfrm>
          <a:prstGeom prst="rect">
            <a:avLst/>
          </a:prstGeom>
          <a:noFill/>
          <a:ln/>
        </p:spPr>
        <p:txBody>
          <a:bodyPr wrap="square" lIns="0" tIns="0" rIns="0" bIns="0" rtlCol="0" anchor="ctr"/>
          <a:lstStyle/>
          <a:p>
            <a:pPr algn="ctr" indent="0" marL="0">
              <a:buNone/>
            </a:pPr>
            <a:r>
              <a:rPr lang="en-US" sz="1700" b="1" i="1" dirty="0">
                <a:solidFill>
                  <a:schemeClr val="accent6"/>
                </a:solidFill>
              </a:rPr>
              <a:t>bezoeken</a:t>
            </a:r>
            <a:endParaRPr lang="en-US" sz="1700" dirty="0"/>
          </a:p>
        </p:txBody>
      </p:sp>
      <p:sp>
        <p:nvSpPr>
          <p:cNvPr id="20" name="Shape 16"/>
          <p:cNvSpPr/>
          <p:nvPr/>
        </p:nvSpPr>
        <p:spPr>
          <a:xfrm rot="60000">
            <a:off x="2794406" y="2499360"/>
            <a:ext cx="2108606" cy="475488"/>
          </a:xfrm>
          <a:prstGeom prst="roundRect">
            <a:avLst>
              <a:gd name="adj" fmla="val 23077"/>
            </a:avLst>
          </a:prstGeom>
          <a:solidFill>
            <a:srgbClr val="FBEDEB"/>
          </a:solidFill>
          <a:ln w="15875">
            <a:solidFill>
              <a:srgbClr val="B83227"/>
            </a:solidFill>
            <a:prstDash val="solid"/>
          </a:ln>
        </p:spPr>
      </p:sp>
      <p:sp>
        <p:nvSpPr>
          <p:cNvPr id="21" name="Text 17"/>
          <p:cNvSpPr txBox="1"/>
          <p:nvPr/>
        </p:nvSpPr>
        <p:spPr>
          <a:xfrm rot="60000">
            <a:off x="2794406" y="2499360"/>
            <a:ext cx="2108606" cy="475488"/>
          </a:xfrm>
          <a:prstGeom prst="rect">
            <a:avLst/>
          </a:prstGeom>
          <a:noFill/>
          <a:ln/>
        </p:spPr>
        <p:txBody>
          <a:bodyPr wrap="square" lIns="0" tIns="0" rIns="0" bIns="0" rtlCol="0" anchor="ctr"/>
          <a:lstStyle/>
          <a:p>
            <a:pPr algn="ctr" indent="0" marL="0">
              <a:buNone/>
            </a:pPr>
            <a:r>
              <a:rPr lang="en-US" sz="1700" b="1" i="1" dirty="0">
                <a:solidFill>
                  <a:schemeClr val="accent6"/>
                </a:solidFill>
              </a:rPr>
              <a:t>meenemen</a:t>
            </a:r>
            <a:endParaRPr lang="en-US" sz="1700" dirty="0"/>
          </a:p>
        </p:txBody>
      </p:sp>
      <p:sp>
        <p:nvSpPr>
          <p:cNvPr id="22" name="Shape 18"/>
          <p:cNvSpPr/>
          <p:nvPr/>
        </p:nvSpPr>
        <p:spPr>
          <a:xfrm rot="120000">
            <a:off x="5040173" y="2499360"/>
            <a:ext cx="2108606" cy="475488"/>
          </a:xfrm>
          <a:prstGeom prst="roundRect">
            <a:avLst>
              <a:gd name="adj" fmla="val 23077"/>
            </a:avLst>
          </a:prstGeom>
          <a:solidFill>
            <a:srgbClr val="FBEDEB"/>
          </a:solidFill>
          <a:ln w="15875">
            <a:solidFill>
              <a:srgbClr val="B83227"/>
            </a:solidFill>
            <a:prstDash val="solid"/>
          </a:ln>
        </p:spPr>
      </p:sp>
      <p:sp>
        <p:nvSpPr>
          <p:cNvPr id="23" name="Text 19"/>
          <p:cNvSpPr txBox="1"/>
          <p:nvPr/>
        </p:nvSpPr>
        <p:spPr>
          <a:xfrm rot="120000">
            <a:off x="5040173" y="2499360"/>
            <a:ext cx="2108606" cy="475488"/>
          </a:xfrm>
          <a:prstGeom prst="rect">
            <a:avLst/>
          </a:prstGeom>
          <a:noFill/>
          <a:ln/>
        </p:spPr>
        <p:txBody>
          <a:bodyPr wrap="square" lIns="0" tIns="0" rIns="0" bIns="0" rtlCol="0" anchor="ctr"/>
          <a:lstStyle/>
          <a:p>
            <a:pPr algn="ctr" indent="0" marL="0">
              <a:buNone/>
            </a:pPr>
            <a:r>
              <a:rPr lang="en-US" sz="1700" b="1" i="1" dirty="0">
                <a:solidFill>
                  <a:schemeClr val="accent6"/>
                </a:solidFill>
              </a:rPr>
              <a:t>ontmoeten</a:t>
            </a:r>
            <a:endParaRPr lang="en-US" sz="1700" dirty="0"/>
          </a:p>
        </p:txBody>
      </p:sp>
      <p:sp>
        <p:nvSpPr>
          <p:cNvPr id="24" name="Shape 20"/>
          <p:cNvSpPr/>
          <p:nvPr/>
        </p:nvSpPr>
        <p:spPr>
          <a:xfrm rot="-60000">
            <a:off x="7285939" y="2499360"/>
            <a:ext cx="2108606" cy="475488"/>
          </a:xfrm>
          <a:prstGeom prst="roundRect">
            <a:avLst>
              <a:gd name="adj" fmla="val 23077"/>
            </a:avLst>
          </a:prstGeom>
          <a:solidFill>
            <a:srgbClr val="FBEDEB"/>
          </a:solidFill>
          <a:ln w="15875">
            <a:solidFill>
              <a:srgbClr val="B83227"/>
            </a:solidFill>
            <a:prstDash val="solid"/>
          </a:ln>
        </p:spPr>
      </p:sp>
      <p:sp>
        <p:nvSpPr>
          <p:cNvPr id="25" name="Text 21"/>
          <p:cNvSpPr txBox="1"/>
          <p:nvPr/>
        </p:nvSpPr>
        <p:spPr>
          <a:xfrm rot="-60000">
            <a:off x="7285939" y="2499360"/>
            <a:ext cx="2108606" cy="475488"/>
          </a:xfrm>
          <a:prstGeom prst="rect">
            <a:avLst/>
          </a:prstGeom>
          <a:noFill/>
          <a:ln/>
        </p:spPr>
        <p:txBody>
          <a:bodyPr wrap="square" lIns="0" tIns="0" rIns="0" bIns="0" rtlCol="0" anchor="ctr"/>
          <a:lstStyle/>
          <a:p>
            <a:pPr algn="ctr" indent="0" marL="0">
              <a:buNone/>
            </a:pPr>
            <a:r>
              <a:rPr lang="en-US" sz="1700" b="1" i="1" dirty="0">
                <a:solidFill>
                  <a:schemeClr val="accent6"/>
                </a:solidFill>
              </a:rPr>
              <a:t>aankomen</a:t>
            </a:r>
            <a:endParaRPr lang="en-US" sz="1700" dirty="0"/>
          </a:p>
        </p:txBody>
      </p:sp>
      <p:sp>
        <p:nvSpPr>
          <p:cNvPr id="26" name="Shape 22"/>
          <p:cNvSpPr/>
          <p:nvPr/>
        </p:nvSpPr>
        <p:spPr>
          <a:xfrm rot="60000">
            <a:off x="9531706" y="2499360"/>
            <a:ext cx="2108606" cy="475488"/>
          </a:xfrm>
          <a:prstGeom prst="roundRect">
            <a:avLst>
              <a:gd name="adj" fmla="val 23077"/>
            </a:avLst>
          </a:prstGeom>
          <a:solidFill>
            <a:srgbClr val="FBEDEB"/>
          </a:solidFill>
          <a:ln w="15875">
            <a:solidFill>
              <a:srgbClr val="B83227"/>
            </a:solidFill>
            <a:prstDash val="solid"/>
          </a:ln>
        </p:spPr>
      </p:sp>
      <p:sp>
        <p:nvSpPr>
          <p:cNvPr id="27" name="Text 23"/>
          <p:cNvSpPr txBox="1"/>
          <p:nvPr/>
        </p:nvSpPr>
        <p:spPr>
          <a:xfrm rot="60000">
            <a:off x="9531706" y="2499360"/>
            <a:ext cx="2108606" cy="475488"/>
          </a:xfrm>
          <a:prstGeom prst="rect">
            <a:avLst/>
          </a:prstGeom>
          <a:noFill/>
          <a:ln/>
        </p:spPr>
        <p:txBody>
          <a:bodyPr wrap="square" lIns="0" tIns="0" rIns="0" bIns="0" rtlCol="0" anchor="ctr"/>
          <a:lstStyle/>
          <a:p>
            <a:pPr algn="ctr" indent="0" marL="0">
              <a:buNone/>
            </a:pPr>
            <a:r>
              <a:rPr lang="en-US" sz="1700" b="1" i="1" dirty="0">
                <a:solidFill>
                  <a:schemeClr val="accent6"/>
                </a:solidFill>
              </a:rPr>
              <a:t>verstaan</a:t>
            </a:r>
            <a:endParaRPr lang="en-US" sz="1700" dirty="0"/>
          </a:p>
        </p:txBody>
      </p:sp>
      <p:sp>
        <p:nvSpPr>
          <p:cNvPr id="28" name="Shape 24"/>
          <p:cNvSpPr/>
          <p:nvPr/>
        </p:nvSpPr>
        <p:spPr>
          <a:xfrm>
            <a:off x="548640" y="3212592"/>
            <a:ext cx="5408676" cy="3051048"/>
          </a:xfrm>
          <a:prstGeom prst="roundRect">
            <a:avLst>
              <a:gd name="adj" fmla="val 3596"/>
            </a:avLst>
          </a:prstGeom>
          <a:solidFill>
            <a:srgbClr val="FDF1E6"/>
          </a:solidFill>
          <a:ln w="25400">
            <a:solidFill>
              <a:srgbClr val="D9700F"/>
            </a:solidFill>
            <a:prstDash val="dash"/>
          </a:ln>
        </p:spPr>
      </p:sp>
      <p:pic>
        <p:nvPicPr>
          <p:cNvPr id="29" name="Image 1" descr="scissors">    </p:cNvPr>
          <p:cNvPicPr>
            <a:picLocks noChangeAspect="1"/>
          </p:cNvPicPr>
          <p:nvPr/>
        </p:nvPicPr>
        <p:blipFill>
          <a:blip r:embed="rId2"/>
          <a:stretch>
            <a:fillRect/>
          </a:stretch>
        </p:blipFill>
        <p:spPr>
          <a:xfrm>
            <a:off x="685800" y="3304032"/>
            <a:ext cx="548640" cy="548640"/>
          </a:xfrm>
          <a:prstGeom prst="rect">
            <a:avLst/>
          </a:prstGeom>
        </p:spPr>
      </p:pic>
      <p:sp>
        <p:nvSpPr>
          <p:cNvPr id="30" name="Text 25"/>
          <p:cNvSpPr txBox="1"/>
          <p:nvPr/>
        </p:nvSpPr>
        <p:spPr>
          <a:xfrm>
            <a:off x="1325880" y="3304032"/>
            <a:ext cx="4494276" cy="548640"/>
          </a:xfrm>
          <a:prstGeom prst="rect">
            <a:avLst/>
          </a:prstGeom>
          <a:noFill/>
          <a:ln/>
        </p:spPr>
        <p:txBody>
          <a:bodyPr wrap="square" lIns="0" tIns="0" rIns="0" bIns="0" rtlCol="0" anchor="ctr"/>
          <a:lstStyle/>
          <a:p>
            <a:pPr algn="l" indent="0" marL="0">
              <a:buNone/>
            </a:pPr>
            <a:r>
              <a:rPr lang="en-US" sz="1600" b="1" dirty="0">
                <a:solidFill>
                  <a:schemeClr val="accent1"/>
                </a:solidFill>
              </a:rPr>
              <a:t>SÉPARABLE · ge- au milieu</a:t>
            </a:r>
            <a:endParaRPr lang="en-US" sz="1600" dirty="0"/>
          </a:p>
        </p:txBody>
      </p:sp>
      <p:sp>
        <p:nvSpPr>
          <p:cNvPr id="31" name="Shape 26"/>
          <p:cNvSpPr/>
          <p:nvPr/>
        </p:nvSpPr>
        <p:spPr>
          <a:xfrm>
            <a:off x="6231636" y="3212592"/>
            <a:ext cx="5408676" cy="3051048"/>
          </a:xfrm>
          <a:prstGeom prst="roundRect">
            <a:avLst>
              <a:gd name="adj" fmla="val 3596"/>
            </a:avLst>
          </a:prstGeom>
          <a:solidFill>
            <a:srgbClr val="E6EBF2"/>
          </a:solidFill>
          <a:ln w="25400">
            <a:solidFill>
              <a:srgbClr val="17375E"/>
            </a:solidFill>
            <a:prstDash val="dash"/>
          </a:ln>
        </p:spPr>
      </p:sp>
      <p:pic>
        <p:nvPicPr>
          <p:cNvPr id="32" name="Image 2" descr="locked">    </p:cNvPr>
          <p:cNvPicPr>
            <a:picLocks noChangeAspect="1"/>
          </p:cNvPicPr>
          <p:nvPr/>
        </p:nvPicPr>
        <p:blipFill>
          <a:blip r:embed="rId3"/>
          <a:stretch>
            <a:fillRect/>
          </a:stretch>
        </p:blipFill>
        <p:spPr>
          <a:xfrm>
            <a:off x="6368796" y="3304032"/>
            <a:ext cx="548640" cy="548640"/>
          </a:xfrm>
          <a:prstGeom prst="rect">
            <a:avLst/>
          </a:prstGeom>
        </p:spPr>
      </p:pic>
      <p:sp>
        <p:nvSpPr>
          <p:cNvPr id="33" name="Text 27"/>
          <p:cNvSpPr txBox="1"/>
          <p:nvPr/>
        </p:nvSpPr>
        <p:spPr>
          <a:xfrm>
            <a:off x="7008876" y="3304032"/>
            <a:ext cx="4494276" cy="548640"/>
          </a:xfrm>
          <a:prstGeom prst="rect">
            <a:avLst/>
          </a:prstGeom>
          <a:noFill/>
          <a:ln/>
        </p:spPr>
        <p:txBody>
          <a:bodyPr wrap="square" lIns="0" tIns="0" rIns="0" bIns="0" rtlCol="0" anchor="ctr"/>
          <a:lstStyle/>
          <a:p>
            <a:pPr algn="l" indent="0" marL="0">
              <a:buNone/>
            </a:pPr>
            <a:r>
              <a:rPr lang="en-US" sz="1600" b="1" dirty="0">
                <a:solidFill>
                  <a:schemeClr val="tx2"/>
                </a:solidFill>
              </a:rPr>
              <a:t>INSÉPARABLE · pas de ge-</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Ciseaux ou cadenas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Dites le verbe à voix haute (accent !), classez-le, puis donnez le participe passé.</a:t>
            </a:r>
            <a:endParaRPr lang="en-US" sz="1700" dirty="0"/>
          </a:p>
        </p:txBody>
      </p:sp>
      <p:sp>
        <p:nvSpPr>
          <p:cNvPr id="9" name="Shape 5"/>
          <p:cNvSpPr/>
          <p:nvPr/>
        </p:nvSpPr>
        <p:spPr>
          <a:xfrm>
            <a:off x="548640" y="1932432"/>
            <a:ext cx="5408676" cy="4331208"/>
          </a:xfrm>
          <a:prstGeom prst="roundRect">
            <a:avLst>
              <a:gd name="adj" fmla="val 2533"/>
            </a:avLst>
          </a:prstGeom>
          <a:solidFill>
            <a:srgbClr val="FDF1E6"/>
          </a:solidFill>
          <a:ln w="25400">
            <a:solidFill>
              <a:srgbClr val="D9700F"/>
            </a:solidFill>
            <a:prstDash val="solid"/>
          </a:ln>
        </p:spPr>
      </p:sp>
      <p:pic>
        <p:nvPicPr>
          <p:cNvPr id="10" name="Image 1" descr="scissors">    </p:cNvPr>
          <p:cNvPicPr>
            <a:picLocks noChangeAspect="1"/>
          </p:cNvPicPr>
          <p:nvPr/>
        </p:nvPicPr>
        <p:blipFill>
          <a:blip r:embed="rId2"/>
          <a:stretch>
            <a:fillRect/>
          </a:stretch>
        </p:blipFill>
        <p:spPr>
          <a:xfrm>
            <a:off x="685800" y="2023872"/>
            <a:ext cx="548640" cy="548640"/>
          </a:xfrm>
          <a:prstGeom prst="rect">
            <a:avLst/>
          </a:prstGeom>
        </p:spPr>
      </p:pic>
      <p:sp>
        <p:nvSpPr>
          <p:cNvPr id="11" name="Text 6"/>
          <p:cNvSpPr txBox="1"/>
          <p:nvPr/>
        </p:nvSpPr>
        <p:spPr>
          <a:xfrm>
            <a:off x="1325880" y="2023872"/>
            <a:ext cx="4494276" cy="548640"/>
          </a:xfrm>
          <a:prstGeom prst="rect">
            <a:avLst/>
          </a:prstGeom>
          <a:noFill/>
          <a:ln/>
        </p:spPr>
        <p:txBody>
          <a:bodyPr wrap="square" lIns="0" tIns="0" rIns="0" bIns="0" rtlCol="0" anchor="ctr"/>
          <a:lstStyle/>
          <a:p>
            <a:pPr algn="l" indent="0" marL="0">
              <a:buNone/>
            </a:pPr>
            <a:r>
              <a:rPr lang="en-US" sz="1600" b="1" dirty="0">
                <a:solidFill>
                  <a:schemeClr val="accent1"/>
                </a:solidFill>
              </a:rPr>
              <a:t>SÉPARABLE · ge- au milieu</a:t>
            </a:r>
            <a:endParaRPr lang="en-US" sz="1600" dirty="0"/>
          </a:p>
        </p:txBody>
      </p:sp>
      <p:sp>
        <p:nvSpPr>
          <p:cNvPr id="12" name="Text 7"/>
          <p:cNvSpPr txBox="1"/>
          <p:nvPr/>
        </p:nvSpPr>
        <p:spPr>
          <a:xfrm>
            <a:off x="868680" y="2709672"/>
            <a:ext cx="4951476" cy="692506"/>
          </a:xfrm>
          <a:prstGeom prst="rect">
            <a:avLst/>
          </a:prstGeom>
          <a:noFill/>
          <a:ln/>
        </p:spPr>
        <p:txBody>
          <a:bodyPr wrap="square" lIns="0" tIns="0" rIns="0" bIns="0" rtlCol="0" anchor="ctr"/>
          <a:lstStyle/>
          <a:p>
            <a:pPr algn="l" indent="0" marL="0">
              <a:buNone/>
            </a:pPr>
            <a:r>
              <a:rPr lang="en-US" sz="1800" b="1" i="1" dirty="0">
                <a:solidFill>
                  <a:schemeClr val="tx1"/>
                </a:solidFill>
              </a:rPr>
              <a:t>opbellen</a:t>
            </a:r>
            <a:r>
              <a:rPr lang="en-US" sz="1800" dirty="0">
                <a:solidFill>
                  <a:schemeClr val="tx1"/>
                </a:solidFill>
              </a:rPr>
              <a:t>  →  </a:t>
            </a:r>
            <a:r>
              <a:rPr lang="en-US" sz="1800" i="1" dirty="0">
                <a:solidFill>
                  <a:schemeClr val="tx1"/>
                </a:solidFill>
              </a:rPr>
              <a:t>op</a:t>
            </a:r>
            <a:r>
              <a:rPr lang="en-US" sz="1800" b="1" i="1" dirty="0">
                <a:solidFill>
                  <a:schemeClr val="tx1"/>
                </a:solidFill>
              </a:rPr>
              <a:t>ge</a:t>
            </a:r>
            <a:r>
              <a:rPr lang="en-US" sz="1800" i="1" dirty="0">
                <a:solidFill>
                  <a:schemeClr val="tx1"/>
                </a:solidFill>
              </a:rPr>
              <a:t>beld</a:t>
            </a:r>
            <a:endParaRPr lang="en-US" sz="1800" dirty="0"/>
          </a:p>
        </p:txBody>
      </p:sp>
      <p:sp>
        <p:nvSpPr>
          <p:cNvPr id="13" name="Text 8"/>
          <p:cNvSpPr txBox="1"/>
          <p:nvPr/>
        </p:nvSpPr>
        <p:spPr>
          <a:xfrm>
            <a:off x="868680" y="3402178"/>
            <a:ext cx="4951476" cy="692506"/>
          </a:xfrm>
          <a:prstGeom prst="rect">
            <a:avLst/>
          </a:prstGeom>
          <a:noFill/>
          <a:ln/>
        </p:spPr>
        <p:txBody>
          <a:bodyPr wrap="square" lIns="0" tIns="0" rIns="0" bIns="0" rtlCol="0" anchor="ctr"/>
          <a:lstStyle/>
          <a:p>
            <a:pPr algn="l" indent="0" marL="0">
              <a:buNone/>
            </a:pPr>
            <a:r>
              <a:rPr lang="en-US" sz="1800" b="1" i="1" dirty="0">
                <a:solidFill>
                  <a:schemeClr val="tx1"/>
                </a:solidFill>
              </a:rPr>
              <a:t>nakijken</a:t>
            </a:r>
            <a:r>
              <a:rPr lang="en-US" sz="1800" dirty="0">
                <a:solidFill>
                  <a:schemeClr val="tx1"/>
                </a:solidFill>
              </a:rPr>
              <a:t>  →  </a:t>
            </a:r>
            <a:r>
              <a:rPr lang="en-US" sz="1800" i="1" dirty="0">
                <a:solidFill>
                  <a:schemeClr val="tx1"/>
                </a:solidFill>
              </a:rPr>
              <a:t>na</a:t>
            </a:r>
            <a:r>
              <a:rPr lang="en-US" sz="1800" b="1" i="1" dirty="0">
                <a:solidFill>
                  <a:schemeClr val="tx1"/>
                </a:solidFill>
              </a:rPr>
              <a:t>ge</a:t>
            </a:r>
            <a:r>
              <a:rPr lang="en-US" sz="1800" i="1" dirty="0">
                <a:solidFill>
                  <a:schemeClr val="tx1"/>
                </a:solidFill>
              </a:rPr>
              <a:t>keken</a:t>
            </a:r>
            <a:endParaRPr lang="en-US" sz="1800" dirty="0"/>
          </a:p>
        </p:txBody>
      </p:sp>
      <p:sp>
        <p:nvSpPr>
          <p:cNvPr id="14" name="Text 9"/>
          <p:cNvSpPr txBox="1"/>
          <p:nvPr/>
        </p:nvSpPr>
        <p:spPr>
          <a:xfrm>
            <a:off x="868680" y="4094683"/>
            <a:ext cx="4951476" cy="692506"/>
          </a:xfrm>
          <a:prstGeom prst="rect">
            <a:avLst/>
          </a:prstGeom>
          <a:noFill/>
          <a:ln/>
        </p:spPr>
        <p:txBody>
          <a:bodyPr wrap="square" lIns="0" tIns="0" rIns="0" bIns="0" rtlCol="0" anchor="ctr"/>
          <a:lstStyle/>
          <a:p>
            <a:pPr algn="l" indent="0" marL="0">
              <a:buNone/>
            </a:pPr>
            <a:r>
              <a:rPr lang="en-US" sz="1800" b="1" i="1" dirty="0">
                <a:solidFill>
                  <a:schemeClr val="tx1"/>
                </a:solidFill>
              </a:rPr>
              <a:t>uitleggen</a:t>
            </a:r>
            <a:r>
              <a:rPr lang="en-US" sz="1800" dirty="0">
                <a:solidFill>
                  <a:schemeClr val="tx1"/>
                </a:solidFill>
              </a:rPr>
              <a:t>  →  </a:t>
            </a:r>
            <a:r>
              <a:rPr lang="en-US" sz="1800" i="1" dirty="0">
                <a:solidFill>
                  <a:schemeClr val="tx1"/>
                </a:solidFill>
              </a:rPr>
              <a:t>uit</a:t>
            </a:r>
            <a:r>
              <a:rPr lang="en-US" sz="1800" b="1" i="1" dirty="0">
                <a:solidFill>
                  <a:schemeClr val="tx1"/>
                </a:solidFill>
              </a:rPr>
              <a:t>ge</a:t>
            </a:r>
            <a:r>
              <a:rPr lang="en-US" sz="1800" i="1" dirty="0">
                <a:solidFill>
                  <a:schemeClr val="tx1"/>
                </a:solidFill>
              </a:rPr>
              <a:t>legd</a:t>
            </a:r>
            <a:endParaRPr lang="en-US" sz="1800" dirty="0"/>
          </a:p>
        </p:txBody>
      </p:sp>
      <p:sp>
        <p:nvSpPr>
          <p:cNvPr id="15" name="Text 10"/>
          <p:cNvSpPr txBox="1"/>
          <p:nvPr/>
        </p:nvSpPr>
        <p:spPr>
          <a:xfrm>
            <a:off x="868680" y="4787189"/>
            <a:ext cx="4951476" cy="692506"/>
          </a:xfrm>
          <a:prstGeom prst="rect">
            <a:avLst/>
          </a:prstGeom>
          <a:noFill/>
          <a:ln/>
        </p:spPr>
        <p:txBody>
          <a:bodyPr wrap="square" lIns="0" tIns="0" rIns="0" bIns="0" rtlCol="0" anchor="ctr"/>
          <a:lstStyle/>
          <a:p>
            <a:pPr algn="l" indent="0" marL="0">
              <a:buNone/>
            </a:pPr>
            <a:r>
              <a:rPr lang="en-US" sz="1800" b="1" i="1" dirty="0">
                <a:solidFill>
                  <a:schemeClr val="tx1"/>
                </a:solidFill>
              </a:rPr>
              <a:t>meenemen</a:t>
            </a:r>
            <a:r>
              <a:rPr lang="en-US" sz="1800" dirty="0">
                <a:solidFill>
                  <a:schemeClr val="tx1"/>
                </a:solidFill>
              </a:rPr>
              <a:t>  →  </a:t>
            </a:r>
            <a:r>
              <a:rPr lang="en-US" sz="1800" i="1" dirty="0">
                <a:solidFill>
                  <a:schemeClr val="tx1"/>
                </a:solidFill>
              </a:rPr>
              <a:t>mee</a:t>
            </a:r>
            <a:r>
              <a:rPr lang="en-US" sz="1800" b="1" i="1" dirty="0">
                <a:solidFill>
                  <a:schemeClr val="tx1"/>
                </a:solidFill>
              </a:rPr>
              <a:t>ge</a:t>
            </a:r>
            <a:r>
              <a:rPr lang="en-US" sz="1800" i="1" dirty="0">
                <a:solidFill>
                  <a:schemeClr val="tx1"/>
                </a:solidFill>
              </a:rPr>
              <a:t>nomen</a:t>
            </a:r>
            <a:endParaRPr lang="en-US" sz="1800" dirty="0"/>
          </a:p>
        </p:txBody>
      </p:sp>
      <p:sp>
        <p:nvSpPr>
          <p:cNvPr id="16" name="Text 11"/>
          <p:cNvSpPr txBox="1"/>
          <p:nvPr/>
        </p:nvSpPr>
        <p:spPr>
          <a:xfrm>
            <a:off x="868680" y="5479694"/>
            <a:ext cx="4951476" cy="692506"/>
          </a:xfrm>
          <a:prstGeom prst="rect">
            <a:avLst/>
          </a:prstGeom>
          <a:noFill/>
          <a:ln/>
        </p:spPr>
        <p:txBody>
          <a:bodyPr wrap="square" lIns="0" tIns="0" rIns="0" bIns="0" rtlCol="0" anchor="ctr"/>
          <a:lstStyle/>
          <a:p>
            <a:pPr algn="l" indent="0" marL="0">
              <a:buNone/>
            </a:pPr>
            <a:r>
              <a:rPr lang="en-US" sz="1800" b="1" i="1" dirty="0">
                <a:solidFill>
                  <a:schemeClr val="tx1"/>
                </a:solidFill>
              </a:rPr>
              <a:t>aankomen</a:t>
            </a:r>
            <a:r>
              <a:rPr lang="en-US" sz="1800" dirty="0">
                <a:solidFill>
                  <a:schemeClr val="tx1"/>
                </a:solidFill>
              </a:rPr>
              <a:t>  →  </a:t>
            </a:r>
            <a:r>
              <a:rPr lang="en-US" sz="1800" i="1" dirty="0">
                <a:solidFill>
                  <a:schemeClr val="tx1"/>
                </a:solidFill>
              </a:rPr>
              <a:t>aan</a:t>
            </a:r>
            <a:r>
              <a:rPr lang="en-US" sz="1800" b="1" i="1" dirty="0">
                <a:solidFill>
                  <a:schemeClr val="tx1"/>
                </a:solidFill>
              </a:rPr>
              <a:t>ge</a:t>
            </a:r>
            <a:r>
              <a:rPr lang="en-US" sz="1800" i="1" dirty="0">
                <a:solidFill>
                  <a:schemeClr val="tx1"/>
                </a:solidFill>
              </a:rPr>
              <a:t>komen</a:t>
            </a:r>
            <a:endParaRPr lang="en-US" sz="1800" dirty="0"/>
          </a:p>
        </p:txBody>
      </p:sp>
      <p:sp>
        <p:nvSpPr>
          <p:cNvPr id="17" name="Shape 12"/>
          <p:cNvSpPr/>
          <p:nvPr/>
        </p:nvSpPr>
        <p:spPr>
          <a:xfrm>
            <a:off x="6231636" y="1932432"/>
            <a:ext cx="5408676" cy="4331208"/>
          </a:xfrm>
          <a:prstGeom prst="roundRect">
            <a:avLst>
              <a:gd name="adj" fmla="val 2533"/>
            </a:avLst>
          </a:prstGeom>
          <a:solidFill>
            <a:srgbClr val="E6EBF2"/>
          </a:solidFill>
          <a:ln w="25400">
            <a:solidFill>
              <a:srgbClr val="17375E"/>
            </a:solidFill>
            <a:prstDash val="solid"/>
          </a:ln>
        </p:spPr>
      </p:sp>
      <p:pic>
        <p:nvPicPr>
          <p:cNvPr id="18" name="Image 2" descr="locked">    </p:cNvPr>
          <p:cNvPicPr>
            <a:picLocks noChangeAspect="1"/>
          </p:cNvPicPr>
          <p:nvPr/>
        </p:nvPicPr>
        <p:blipFill>
          <a:blip r:embed="rId3"/>
          <a:stretch>
            <a:fillRect/>
          </a:stretch>
        </p:blipFill>
        <p:spPr>
          <a:xfrm>
            <a:off x="6368796" y="2023872"/>
            <a:ext cx="548640" cy="548640"/>
          </a:xfrm>
          <a:prstGeom prst="rect">
            <a:avLst/>
          </a:prstGeom>
        </p:spPr>
      </p:pic>
      <p:sp>
        <p:nvSpPr>
          <p:cNvPr id="19" name="Text 13"/>
          <p:cNvSpPr txBox="1"/>
          <p:nvPr/>
        </p:nvSpPr>
        <p:spPr>
          <a:xfrm>
            <a:off x="7008876" y="2023872"/>
            <a:ext cx="4494276" cy="548640"/>
          </a:xfrm>
          <a:prstGeom prst="rect">
            <a:avLst/>
          </a:prstGeom>
          <a:noFill/>
          <a:ln/>
        </p:spPr>
        <p:txBody>
          <a:bodyPr wrap="square" lIns="0" tIns="0" rIns="0" bIns="0" rtlCol="0" anchor="ctr"/>
          <a:lstStyle/>
          <a:p>
            <a:pPr algn="l" indent="0" marL="0">
              <a:buNone/>
            </a:pPr>
            <a:r>
              <a:rPr lang="en-US" sz="1600" b="1" dirty="0">
                <a:solidFill>
                  <a:schemeClr val="tx2"/>
                </a:solidFill>
              </a:rPr>
              <a:t>INSÉPARABLE · pas de ge-</a:t>
            </a:r>
            <a:endParaRPr lang="en-US" sz="1600" dirty="0"/>
          </a:p>
        </p:txBody>
      </p:sp>
      <p:sp>
        <p:nvSpPr>
          <p:cNvPr id="20" name="Text 14"/>
          <p:cNvSpPr txBox="1"/>
          <p:nvPr/>
        </p:nvSpPr>
        <p:spPr>
          <a:xfrm>
            <a:off x="6551676" y="2709672"/>
            <a:ext cx="4951476" cy="692506"/>
          </a:xfrm>
          <a:prstGeom prst="rect">
            <a:avLst/>
          </a:prstGeom>
          <a:noFill/>
          <a:ln/>
        </p:spPr>
        <p:txBody>
          <a:bodyPr wrap="square" lIns="0" tIns="0" rIns="0" bIns="0" rtlCol="0" anchor="ctr"/>
          <a:lstStyle/>
          <a:p>
            <a:pPr algn="l" indent="0" marL="0">
              <a:buNone/>
            </a:pPr>
            <a:r>
              <a:rPr lang="en-US" sz="1800" b="1" i="1" dirty="0">
                <a:solidFill>
                  <a:schemeClr val="tx1"/>
                </a:solidFill>
              </a:rPr>
              <a:t>vertalen</a:t>
            </a:r>
            <a:r>
              <a:rPr lang="en-US" sz="1800" dirty="0">
                <a:solidFill>
                  <a:schemeClr val="tx1"/>
                </a:solidFill>
              </a:rPr>
              <a:t>  →  </a:t>
            </a:r>
            <a:r>
              <a:rPr lang="en-US" sz="1800" i="1" dirty="0">
                <a:solidFill>
                  <a:schemeClr val="tx1"/>
                </a:solidFill>
              </a:rPr>
              <a:t>vertaald</a:t>
            </a:r>
            <a:endParaRPr lang="en-US" sz="1800" dirty="0"/>
          </a:p>
        </p:txBody>
      </p:sp>
      <p:sp>
        <p:nvSpPr>
          <p:cNvPr id="21" name="Text 15"/>
          <p:cNvSpPr txBox="1"/>
          <p:nvPr/>
        </p:nvSpPr>
        <p:spPr>
          <a:xfrm>
            <a:off x="6551676" y="3402178"/>
            <a:ext cx="4951476" cy="692506"/>
          </a:xfrm>
          <a:prstGeom prst="rect">
            <a:avLst/>
          </a:prstGeom>
          <a:noFill/>
          <a:ln/>
        </p:spPr>
        <p:txBody>
          <a:bodyPr wrap="square" lIns="0" tIns="0" rIns="0" bIns="0" rtlCol="0" anchor="ctr"/>
          <a:lstStyle/>
          <a:p>
            <a:pPr algn="l" indent="0" marL="0">
              <a:buNone/>
            </a:pPr>
            <a:r>
              <a:rPr lang="en-US" sz="1800" b="1" i="1" dirty="0">
                <a:solidFill>
                  <a:schemeClr val="tx1"/>
                </a:solidFill>
              </a:rPr>
              <a:t>herhalen</a:t>
            </a:r>
            <a:r>
              <a:rPr lang="en-US" sz="1800" dirty="0">
                <a:solidFill>
                  <a:schemeClr val="tx1"/>
                </a:solidFill>
              </a:rPr>
              <a:t>  →  </a:t>
            </a:r>
            <a:r>
              <a:rPr lang="en-US" sz="1800" i="1" dirty="0">
                <a:solidFill>
                  <a:schemeClr val="tx1"/>
                </a:solidFill>
              </a:rPr>
              <a:t>herhaald</a:t>
            </a:r>
            <a:endParaRPr lang="en-US" sz="1800" dirty="0"/>
          </a:p>
        </p:txBody>
      </p:sp>
      <p:sp>
        <p:nvSpPr>
          <p:cNvPr id="22" name="Text 16"/>
          <p:cNvSpPr txBox="1"/>
          <p:nvPr/>
        </p:nvSpPr>
        <p:spPr>
          <a:xfrm>
            <a:off x="6551676" y="4094683"/>
            <a:ext cx="4951476" cy="692506"/>
          </a:xfrm>
          <a:prstGeom prst="rect">
            <a:avLst/>
          </a:prstGeom>
          <a:noFill/>
          <a:ln/>
        </p:spPr>
        <p:txBody>
          <a:bodyPr wrap="square" lIns="0" tIns="0" rIns="0" bIns="0" rtlCol="0" anchor="ctr"/>
          <a:lstStyle/>
          <a:p>
            <a:pPr algn="l" indent="0" marL="0">
              <a:buNone/>
            </a:pPr>
            <a:r>
              <a:rPr lang="en-US" sz="1800" b="1" i="1" dirty="0">
                <a:solidFill>
                  <a:schemeClr val="tx1"/>
                </a:solidFill>
              </a:rPr>
              <a:t>bezoeken</a:t>
            </a:r>
            <a:r>
              <a:rPr lang="en-US" sz="1800" dirty="0">
                <a:solidFill>
                  <a:schemeClr val="tx1"/>
                </a:solidFill>
              </a:rPr>
              <a:t>  →  </a:t>
            </a:r>
            <a:r>
              <a:rPr lang="en-US" sz="1800" i="1" dirty="0">
                <a:solidFill>
                  <a:schemeClr val="tx1"/>
                </a:solidFill>
              </a:rPr>
              <a:t>bezocht</a:t>
            </a:r>
            <a:endParaRPr lang="en-US" sz="1800" dirty="0"/>
          </a:p>
        </p:txBody>
      </p:sp>
      <p:sp>
        <p:nvSpPr>
          <p:cNvPr id="23" name="Text 17"/>
          <p:cNvSpPr txBox="1"/>
          <p:nvPr/>
        </p:nvSpPr>
        <p:spPr>
          <a:xfrm>
            <a:off x="6551676" y="4787189"/>
            <a:ext cx="4951476" cy="692506"/>
          </a:xfrm>
          <a:prstGeom prst="rect">
            <a:avLst/>
          </a:prstGeom>
          <a:noFill/>
          <a:ln/>
        </p:spPr>
        <p:txBody>
          <a:bodyPr wrap="square" lIns="0" tIns="0" rIns="0" bIns="0" rtlCol="0" anchor="ctr"/>
          <a:lstStyle/>
          <a:p>
            <a:pPr algn="l" indent="0" marL="0">
              <a:buNone/>
            </a:pPr>
            <a:r>
              <a:rPr lang="en-US" sz="1800" b="1" i="1" dirty="0">
                <a:solidFill>
                  <a:schemeClr val="tx1"/>
                </a:solidFill>
              </a:rPr>
              <a:t>ontmoeten</a:t>
            </a:r>
            <a:r>
              <a:rPr lang="en-US" sz="1800" dirty="0">
                <a:solidFill>
                  <a:schemeClr val="tx1"/>
                </a:solidFill>
              </a:rPr>
              <a:t>  →  </a:t>
            </a:r>
            <a:r>
              <a:rPr lang="en-US" sz="1800" i="1" dirty="0">
                <a:solidFill>
                  <a:schemeClr val="tx1"/>
                </a:solidFill>
              </a:rPr>
              <a:t>ontmoet</a:t>
            </a:r>
            <a:endParaRPr lang="en-US" sz="1800" dirty="0"/>
          </a:p>
        </p:txBody>
      </p:sp>
      <p:sp>
        <p:nvSpPr>
          <p:cNvPr id="24" name="Text 18"/>
          <p:cNvSpPr txBox="1"/>
          <p:nvPr/>
        </p:nvSpPr>
        <p:spPr>
          <a:xfrm>
            <a:off x="6551676" y="5479694"/>
            <a:ext cx="4951476" cy="692506"/>
          </a:xfrm>
          <a:prstGeom prst="rect">
            <a:avLst/>
          </a:prstGeom>
          <a:noFill/>
          <a:ln/>
        </p:spPr>
        <p:txBody>
          <a:bodyPr wrap="square" lIns="0" tIns="0" rIns="0" bIns="0" rtlCol="0" anchor="ctr"/>
          <a:lstStyle/>
          <a:p>
            <a:pPr algn="l" indent="0" marL="0">
              <a:buNone/>
            </a:pPr>
            <a:r>
              <a:rPr lang="en-US" sz="1800" b="1" i="1" dirty="0">
                <a:solidFill>
                  <a:schemeClr val="tx1"/>
                </a:solidFill>
              </a:rPr>
              <a:t>verstaan</a:t>
            </a:r>
            <a:r>
              <a:rPr lang="en-US" sz="1800" dirty="0">
                <a:solidFill>
                  <a:schemeClr val="tx1"/>
                </a:solidFill>
              </a:rPr>
              <a:t>  →  </a:t>
            </a:r>
            <a:r>
              <a:rPr lang="en-US" sz="1800" i="1" dirty="0">
                <a:solidFill>
                  <a:schemeClr val="tx1"/>
                </a:solidFill>
              </a:rPr>
              <a:t>verstaan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Karim écrit à son équipe. Trouvez les 5 erreurs (forme ou sens).</a:t>
            </a:r>
            <a:endParaRPr lang="en-US" sz="1700" dirty="0"/>
          </a:p>
        </p:txBody>
      </p:sp>
      <p:sp>
        <p:nvSpPr>
          <p:cNvPr id="8" name="Shape 4"/>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0" name="Text 6"/>
          <p:cNvSpPr txBox="1"/>
          <p:nvPr/>
        </p:nvSpPr>
        <p:spPr>
          <a:xfrm>
            <a:off x="777240" y="1932432"/>
            <a:ext cx="7772400" cy="457200"/>
          </a:xfrm>
          <a:prstGeom prst="rect">
            <a:avLst/>
          </a:prstGeom>
          <a:noFill/>
          <a:ln/>
        </p:spPr>
        <p:txBody>
          <a:bodyPr wrap="square" lIns="0" tIns="0" rIns="0" bIns="0" rtlCol="0" anchor="ctr"/>
          <a:lstStyle/>
          <a:p>
            <a:pPr algn="l" indent="0" marL="0">
              <a:buNone/>
            </a:pPr>
            <a:r>
              <a:rPr lang="en-US" sz="1300" dirty="0">
                <a:solidFill>
                  <a:schemeClr val="accent5"/>
                </a:solidFill>
              </a:rPr>
              <a:t>Van: Karim Benali · Aan: team verkoop · Onderwerp: stand van zaken</a:t>
            </a:r>
            <a:endParaRPr lang="en-US" sz="1300" dirty="0"/>
          </a:p>
        </p:txBody>
      </p:sp>
      <p:sp>
        <p:nvSpPr>
          <p:cNvPr id="11" name="Text 7"/>
          <p:cNvSpPr txBox="1"/>
          <p:nvPr/>
        </p:nvSpPr>
        <p:spPr>
          <a:xfrm>
            <a:off x="868680" y="2526792"/>
            <a:ext cx="7589520" cy="3627120"/>
          </a:xfrm>
          <a:prstGeom prst="rect">
            <a:avLst/>
          </a:prstGeom>
          <a:noFill/>
          <a:ln/>
        </p:spPr>
        <p:txBody>
          <a:bodyPr wrap="square" lIns="0" tIns="0" rIns="0" bIns="0" rtlCol="0" anchor="t"/>
          <a:lstStyle/>
          <a:p>
            <a:pPr algn="l" indent="0" marL="0">
              <a:lnSpc>
                <a:spcPct val="115000"/>
              </a:lnSpc>
              <a:spcAft>
                <a:spcPts val="600"/>
              </a:spcAft>
              <a:buNone/>
            </a:pPr>
            <a:r>
              <a:rPr lang="en-US" sz="1800" i="1" dirty="0">
                <a:solidFill>
                  <a:schemeClr val="tx1"/>
                </a:solidFill>
              </a:rPr>
              <a:t>Beste collega’s,</a:t>
            </a:r>
            <a:endParaRPr lang="en-US" sz="1800" dirty="0"/>
          </a:p>
          <a:p>
            <a:pPr algn="l" indent="0" marL="0">
              <a:lnSpc>
                <a:spcPct val="115000"/>
              </a:lnSpc>
              <a:spcAft>
                <a:spcPts val="600"/>
              </a:spcAft>
              <a:buNone/>
            </a:pPr>
            <a:r>
              <a:rPr lang="en-US" sz="1800" i="1" dirty="0">
                <a:solidFill>
                  <a:schemeClr val="tx1"/>
                </a:solidFill>
              </a:rPr>
              <a:t>De vergadering van vrijdag gaat niet door. Ik heb de offerte gisteren </a:t>
            </a:r>
            <a:r>
              <a:rPr lang="en-US" sz="1800" i="1" dirty="0">
                <a:solidFill>
                  <a:schemeClr val="tx1"/>
                </a:solidFill>
              </a:rPr>
              <a:t>gevertaald</a:t>
            </a:r>
            <a:r>
              <a:rPr lang="en-US" sz="1800" i="1" dirty="0">
                <a:solidFill>
                  <a:schemeClr val="tx1"/>
                </a:solidFill>
              </a:rPr>
              <a:t>. Ik stuur jullie de tekst </a:t>
            </a:r>
            <a:r>
              <a:rPr lang="en-US" sz="1800" i="1" dirty="0">
                <a:solidFill>
                  <a:schemeClr val="tx1"/>
                </a:solidFill>
              </a:rPr>
              <a:t>door morgen</a:t>
            </a:r>
            <a:r>
              <a:rPr lang="en-US" sz="1800" i="1" dirty="0">
                <a:solidFill>
                  <a:schemeClr val="tx1"/>
                </a:solidFill>
              </a:rPr>
              <a:t>, met de vraag om de cijfers nog eens </a:t>
            </a:r>
            <a:r>
              <a:rPr lang="en-US" sz="1800" i="1" dirty="0">
                <a:solidFill>
                  <a:schemeClr val="tx1"/>
                </a:solidFill>
              </a:rPr>
              <a:t>te nakijken</a:t>
            </a:r>
            <a:r>
              <a:rPr lang="en-US" sz="1800" i="1" dirty="0">
                <a:solidFill>
                  <a:schemeClr val="tx1"/>
                </a:solidFill>
              </a:rPr>
              <a:t>. Lotte heeft de taak van Sofie </a:t>
            </a:r>
            <a:r>
              <a:rPr lang="en-US" sz="1800" i="1" dirty="0">
                <a:solidFill>
                  <a:schemeClr val="tx1"/>
                </a:solidFill>
              </a:rPr>
              <a:t>overgenomt</a:t>
            </a:r>
            <a:r>
              <a:rPr lang="en-US" sz="1800" i="1" dirty="0">
                <a:solidFill>
                  <a:schemeClr val="tx1"/>
                </a:solidFill>
              </a:rPr>
              <a:t>. Goed nieuws: het aantal klanten </a:t>
            </a:r>
            <a:r>
              <a:rPr lang="en-US" sz="1800" i="1" dirty="0">
                <a:solidFill>
                  <a:schemeClr val="tx1"/>
                </a:solidFill>
              </a:rPr>
              <a:t>neemt af</a:t>
            </a:r>
            <a:r>
              <a:rPr lang="en-US" sz="1800" i="1" dirty="0">
                <a:solidFill>
                  <a:schemeClr val="tx1"/>
                </a:solidFill>
              </a:rPr>
              <a:t>! We overleggen maandag verder.</a:t>
            </a:r>
            <a:endParaRPr lang="en-US" sz="1800" dirty="0"/>
          </a:p>
          <a:p>
            <a:pPr algn="l" indent="0" marL="0">
              <a:lnSpc>
                <a:spcPct val="115000"/>
              </a:lnSpc>
              <a:spcAft>
                <a:spcPts val="600"/>
              </a:spcAft>
              <a:buNone/>
            </a:pPr>
            <a:r>
              <a:rPr lang="en-US" sz="1800" i="1" dirty="0">
                <a:solidFill>
                  <a:schemeClr val="tx1"/>
                </a:solidFill>
              </a:rPr>
              <a:t>Groeten</a:t>
            </a:r>
            <a:endParaRPr lang="en-US" sz="1800" dirty="0"/>
          </a:p>
          <a:p>
            <a:pPr algn="l" indent="0" marL="0">
              <a:lnSpc>
                <a:spcPct val="115000"/>
              </a:lnSpc>
              <a:spcAft>
                <a:spcPts val="600"/>
              </a:spcAft>
              <a:buNone/>
            </a:pPr>
            <a:r>
              <a:rPr lang="en-US" sz="1800" i="1" dirty="0">
                <a:solidFill>
                  <a:schemeClr val="tx1"/>
                </a:solidFill>
              </a:rPr>
              <a:t>Karim</a:t>
            </a:r>
            <a:endParaRPr lang="en-US" sz="1800" dirty="0"/>
          </a:p>
        </p:txBody>
      </p:sp>
      <p:pic>
        <p:nvPicPr>
          <p:cNvPr id="12" name="Image 1" descr="magnifying glass tilted left">    </p:cNvPr>
          <p:cNvPicPr>
            <a:picLocks noChangeAspect="1"/>
          </p:cNvPicPr>
          <p:nvPr/>
        </p:nvPicPr>
        <p:blipFill>
          <a:blip r:embed="rId2"/>
          <a:stretch>
            <a:fillRect/>
          </a:stretch>
        </p:blipFill>
        <p:spPr>
          <a:xfrm>
            <a:off x="9509760" y="2023872"/>
            <a:ext cx="1463040" cy="1463040"/>
          </a:xfrm>
          <a:prstGeom prst="rect">
            <a:avLst/>
          </a:prstGeom>
        </p:spPr>
      </p:pic>
      <p:sp>
        <p:nvSpPr>
          <p:cNvPr id="13" name="Shape 8"/>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4" name="Text 9"/>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erreurs ?</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Karim écrit à son équipe. Trouvez les 5 erreurs (forme ou sens).</a:t>
            </a:r>
            <a:endParaRPr lang="en-US" sz="1700" dirty="0"/>
          </a:p>
        </p:txBody>
      </p:sp>
      <p:sp>
        <p:nvSpPr>
          <p:cNvPr id="9" name="Shape 5"/>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1" name="Text 7"/>
          <p:cNvSpPr txBox="1"/>
          <p:nvPr/>
        </p:nvSpPr>
        <p:spPr>
          <a:xfrm>
            <a:off x="777240" y="1932432"/>
            <a:ext cx="7772400" cy="457200"/>
          </a:xfrm>
          <a:prstGeom prst="rect">
            <a:avLst/>
          </a:prstGeom>
          <a:noFill/>
          <a:ln/>
        </p:spPr>
        <p:txBody>
          <a:bodyPr wrap="square" lIns="0" tIns="0" rIns="0" bIns="0" rtlCol="0" anchor="ctr"/>
          <a:lstStyle/>
          <a:p>
            <a:pPr algn="l" indent="0" marL="0">
              <a:buNone/>
            </a:pPr>
            <a:r>
              <a:rPr lang="en-US" sz="1300" dirty="0">
                <a:solidFill>
                  <a:schemeClr val="accent5"/>
                </a:solidFill>
              </a:rPr>
              <a:t>Van: Karim Benali · Aan: team verkoop · Onderwerp: stand van zaken</a:t>
            </a:r>
            <a:endParaRPr lang="en-US" sz="1300" dirty="0"/>
          </a:p>
        </p:txBody>
      </p:sp>
      <p:sp>
        <p:nvSpPr>
          <p:cNvPr id="12" name="Text 8"/>
          <p:cNvSpPr txBox="1"/>
          <p:nvPr/>
        </p:nvSpPr>
        <p:spPr>
          <a:xfrm>
            <a:off x="868680" y="2526792"/>
            <a:ext cx="7589520" cy="3627120"/>
          </a:xfrm>
          <a:prstGeom prst="rect">
            <a:avLst/>
          </a:prstGeom>
          <a:noFill/>
          <a:ln/>
        </p:spPr>
        <p:txBody>
          <a:bodyPr wrap="square" lIns="0" tIns="0" rIns="0" bIns="0" rtlCol="0" anchor="t"/>
          <a:lstStyle/>
          <a:p>
            <a:pPr algn="l" indent="0" marL="0">
              <a:lnSpc>
                <a:spcPct val="115000"/>
              </a:lnSpc>
              <a:spcAft>
                <a:spcPts val="600"/>
              </a:spcAft>
              <a:buNone/>
            </a:pPr>
            <a:r>
              <a:rPr lang="en-US" sz="1800" i="1" dirty="0">
                <a:solidFill>
                  <a:schemeClr val="tx1"/>
                </a:solidFill>
              </a:rPr>
              <a:t>Beste collega’s,</a:t>
            </a:r>
            <a:endParaRPr lang="en-US" sz="1800" dirty="0"/>
          </a:p>
          <a:p>
            <a:pPr algn="l" indent="0" marL="0">
              <a:lnSpc>
                <a:spcPct val="115000"/>
              </a:lnSpc>
              <a:spcAft>
                <a:spcPts val="600"/>
              </a:spcAft>
              <a:buNone/>
            </a:pPr>
            <a:r>
              <a:rPr lang="en-US" sz="1800" i="1" dirty="0">
                <a:solidFill>
                  <a:schemeClr val="tx1"/>
                </a:solidFill>
              </a:rPr>
              <a:t>De vergadering van vrijdag gaat niet door. Ik heb de offerte gisteren </a:t>
            </a:r>
            <a:r>
              <a:rPr lang="en-US" sz="1800" i="1" strike="sngStrike" dirty="0">
                <a:solidFill>
                  <a:schemeClr val="accent6"/>
                </a:solidFill>
              </a:rPr>
              <a:t>gevertaald</a:t>
            </a:r>
            <a:r>
              <a:rPr lang="en-US" sz="1800" b="1" i="1" dirty="0">
                <a:solidFill>
                  <a:schemeClr val="accent3"/>
                </a:solidFill>
              </a:rPr>
              <a:t> vertaald</a:t>
            </a:r>
            <a:r>
              <a:rPr lang="en-US" sz="1800" i="1" dirty="0">
                <a:solidFill>
                  <a:schemeClr val="tx1"/>
                </a:solidFill>
              </a:rPr>
              <a:t>. Ik stuur jullie de tekst </a:t>
            </a:r>
            <a:r>
              <a:rPr lang="en-US" sz="1800" i="1" strike="sngStrike" dirty="0">
                <a:solidFill>
                  <a:schemeClr val="accent6"/>
                </a:solidFill>
              </a:rPr>
              <a:t>door morgen</a:t>
            </a:r>
            <a:r>
              <a:rPr lang="en-US" sz="1800" b="1" i="1" dirty="0">
                <a:solidFill>
                  <a:schemeClr val="accent3"/>
                </a:solidFill>
              </a:rPr>
              <a:t> morgen door</a:t>
            </a:r>
            <a:r>
              <a:rPr lang="en-US" sz="1800" i="1" dirty="0">
                <a:solidFill>
                  <a:schemeClr val="tx1"/>
                </a:solidFill>
              </a:rPr>
              <a:t>, met de vraag om de cijfers nog eens </a:t>
            </a:r>
            <a:r>
              <a:rPr lang="en-US" sz="1800" i="1" strike="sngStrike" dirty="0">
                <a:solidFill>
                  <a:schemeClr val="accent6"/>
                </a:solidFill>
              </a:rPr>
              <a:t>te nakijken</a:t>
            </a:r>
            <a:r>
              <a:rPr lang="en-US" sz="1800" b="1" i="1" dirty="0">
                <a:solidFill>
                  <a:schemeClr val="accent3"/>
                </a:solidFill>
              </a:rPr>
              <a:t> na te kijken</a:t>
            </a:r>
            <a:r>
              <a:rPr lang="en-US" sz="1800" i="1" dirty="0">
                <a:solidFill>
                  <a:schemeClr val="tx1"/>
                </a:solidFill>
              </a:rPr>
              <a:t>. Lotte heeft de taak van Sofie </a:t>
            </a:r>
            <a:r>
              <a:rPr lang="en-US" sz="1800" i="1" strike="sngStrike" dirty="0">
                <a:solidFill>
                  <a:schemeClr val="accent6"/>
                </a:solidFill>
              </a:rPr>
              <a:t>overgenomt</a:t>
            </a:r>
            <a:r>
              <a:rPr lang="en-US" sz="1800" b="1" i="1" dirty="0">
                <a:solidFill>
                  <a:schemeClr val="accent3"/>
                </a:solidFill>
              </a:rPr>
              <a:t> overgenomen</a:t>
            </a:r>
            <a:r>
              <a:rPr lang="en-US" sz="1800" i="1" dirty="0">
                <a:solidFill>
                  <a:schemeClr val="tx1"/>
                </a:solidFill>
              </a:rPr>
              <a:t>. Goed nieuws: het aantal klanten </a:t>
            </a:r>
            <a:r>
              <a:rPr lang="en-US" sz="1800" i="1" strike="sngStrike" dirty="0">
                <a:solidFill>
                  <a:schemeClr val="accent6"/>
                </a:solidFill>
              </a:rPr>
              <a:t>neemt af</a:t>
            </a:r>
            <a:r>
              <a:rPr lang="en-US" sz="1800" b="1" i="1" dirty="0">
                <a:solidFill>
                  <a:schemeClr val="accent3"/>
                </a:solidFill>
              </a:rPr>
              <a:t> neemt toe</a:t>
            </a:r>
            <a:r>
              <a:rPr lang="en-US" sz="1800" i="1" dirty="0">
                <a:solidFill>
                  <a:schemeClr val="tx1"/>
                </a:solidFill>
              </a:rPr>
              <a:t>! We overleggen maandag verder.</a:t>
            </a:r>
            <a:endParaRPr lang="en-US" sz="1800" dirty="0"/>
          </a:p>
          <a:p>
            <a:pPr algn="l" indent="0" marL="0">
              <a:lnSpc>
                <a:spcPct val="115000"/>
              </a:lnSpc>
              <a:spcAft>
                <a:spcPts val="600"/>
              </a:spcAft>
              <a:buNone/>
            </a:pPr>
            <a:r>
              <a:rPr lang="en-US" sz="1800" i="1" dirty="0">
                <a:solidFill>
                  <a:schemeClr val="tx1"/>
                </a:solidFill>
              </a:rPr>
              <a:t>Groeten</a:t>
            </a:r>
            <a:endParaRPr lang="en-US" sz="1800" dirty="0"/>
          </a:p>
          <a:p>
            <a:pPr algn="l" indent="0" marL="0">
              <a:lnSpc>
                <a:spcPct val="115000"/>
              </a:lnSpc>
              <a:spcAft>
                <a:spcPts val="600"/>
              </a:spcAft>
              <a:buNone/>
            </a:pPr>
            <a:r>
              <a:rPr lang="en-US" sz="1800" i="1" dirty="0">
                <a:solidFill>
                  <a:schemeClr val="tx1"/>
                </a:solidFill>
              </a:rPr>
              <a:t>Karim</a:t>
            </a:r>
            <a:endParaRPr lang="en-US" sz="1800" dirty="0"/>
          </a:p>
        </p:txBody>
      </p:sp>
      <p:pic>
        <p:nvPicPr>
          <p:cNvPr id="13" name="Image 1" descr="magnifying glass tilted left">    </p:cNvPr>
          <p:cNvPicPr>
            <a:picLocks noChangeAspect="1"/>
          </p:cNvPicPr>
          <p:nvPr/>
        </p:nvPicPr>
        <p:blipFill>
          <a:blip r:embed="rId2"/>
          <a:stretch>
            <a:fillRect/>
          </a:stretch>
        </p:blipFill>
        <p:spPr>
          <a:xfrm>
            <a:off x="9509760" y="2023872"/>
            <a:ext cx="1463040" cy="1463040"/>
          </a:xfrm>
          <a:prstGeom prst="rect">
            <a:avLst/>
          </a:prstGeom>
        </p:spPr>
      </p:pic>
      <p:sp>
        <p:nvSpPr>
          <p:cNvPr id="14" name="Shape 9"/>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5" name="Text 10"/>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erreurs ✓</a:t>
            </a:r>
            <a:endParaRPr lang="en-US" sz="2200" dirty="0"/>
          </a:p>
        </p:txBody>
      </p:sp>
      <p:sp>
        <p:nvSpPr>
          <p:cNvPr id="16" name="Text 11"/>
          <p:cNvSpPr txBox="1"/>
          <p:nvPr/>
        </p:nvSpPr>
        <p:spPr>
          <a:xfrm>
            <a:off x="9052560" y="4721352"/>
            <a:ext cx="2587752" cy="2011680"/>
          </a:xfrm>
          <a:prstGeom prst="rect">
            <a:avLst/>
          </a:prstGeom>
          <a:noFill/>
          <a:ln/>
        </p:spPr>
        <p:txBody>
          <a:bodyPr wrap="square" lIns="0" tIns="0" rIns="0" bIns="0" rtlCol="0" anchor="t"/>
          <a:lstStyle/>
          <a:p>
            <a:pPr algn="l" indent="0" marL="0">
              <a:buNone/>
            </a:pPr>
            <a:r>
              <a:rPr lang="en-US" sz="1400" i="1" dirty="0">
                <a:solidFill>
                  <a:schemeClr val="accent5"/>
                </a:solidFill>
              </a:rPr>
              <a:t>Leurres : </a:t>
            </a:r>
            <a:r>
              <a:rPr lang="en-US" sz="1400" i="1" dirty="0">
                <a:solidFill>
                  <a:schemeClr val="accent5"/>
                </a:solidFill>
              </a:rPr>
              <a:t>gaat niet door</a:t>
            </a:r>
            <a:r>
              <a:rPr lang="en-US" sz="1400" i="1" dirty="0">
                <a:solidFill>
                  <a:schemeClr val="accent5"/>
                </a:solidFill>
              </a:rPr>
              <a:t> (n’a pas lieu) et </a:t>
            </a:r>
            <a:r>
              <a:rPr lang="en-US" sz="1400" i="1" dirty="0">
                <a:solidFill>
                  <a:schemeClr val="accent5"/>
                </a:solidFill>
              </a:rPr>
              <a:t>We overleggen</a:t>
            </a:r>
            <a:r>
              <a:rPr lang="en-US" sz="1400" i="1" dirty="0">
                <a:solidFill>
                  <a:schemeClr val="accent5"/>
                </a:solidFill>
              </a:rPr>
              <a:t> (inséparable) sont corrects. N° 5 : erreur de </a:t>
            </a:r>
            <a:r>
              <a:rPr lang="en-US" sz="1400" b="1" i="1" dirty="0">
                <a:solidFill>
                  <a:schemeClr val="accent5"/>
                </a:solidFill>
              </a:rPr>
              <a:t>sens</a:t>
            </a:r>
            <a:r>
              <a:rPr lang="en-US" sz="1400" i="1" dirty="0">
                <a:solidFill>
                  <a:schemeClr val="accent5"/>
                </a:solidFill>
              </a:rPr>
              <a:t> (</a:t>
            </a:r>
            <a:r>
              <a:rPr lang="en-US" sz="1400" i="1" dirty="0">
                <a:solidFill>
                  <a:schemeClr val="accent5"/>
                </a:solidFill>
              </a:rPr>
              <a:t>goed nieuws!</a:t>
            </a:r>
            <a:r>
              <a:rPr lang="en-US" sz="1400" i="1" dirty="0">
                <a:solidFill>
                  <a:schemeClr val="accent5"/>
                </a:solidFill>
              </a:rPr>
              <a: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Les interrupteurs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Regardez la deuxième image : écrivez la phrase contraire.</a:t>
            </a:r>
            <a:endParaRPr lang="en-US" sz="1700" dirty="0"/>
          </a:p>
        </p:txBody>
      </p:sp>
      <p:sp>
        <p:nvSpPr>
          <p:cNvPr id="8" name="Shape 4"/>
          <p:cNvSpPr/>
          <p:nvPr/>
        </p:nvSpPr>
        <p:spPr>
          <a:xfrm>
            <a:off x="548640" y="1932432"/>
            <a:ext cx="2635758" cy="1891284"/>
          </a:xfrm>
          <a:prstGeom prst="roundRect">
            <a:avLst>
              <a:gd name="adj" fmla="val 580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640080" y="2023872"/>
            <a:ext cx="329184" cy="329184"/>
          </a:xfrm>
          <a:prstGeom prst="ellipse">
            <a:avLst/>
          </a:prstGeom>
          <a:solidFill>
            <a:schemeClr val="accent5"/>
          </a:solidFill>
          <a:ln w="12700">
            <a:solidFill>
              <a:srgbClr val="FFFFFF">
                <a:alpha val="0"/>
              </a:srgbClr>
            </a:solidFill>
            <a:prstDash val="solid"/>
          </a:ln>
        </p:spPr>
      </p:sp>
      <p:sp>
        <p:nvSpPr>
          <p:cNvPr id="10" name="Text 6"/>
          <p:cNvSpPr txBox="1"/>
          <p:nvPr/>
        </p:nvSpPr>
        <p:spPr>
          <a:xfrm>
            <a:off x="640080" y="202387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pic>
        <p:nvPicPr>
          <p:cNvPr id="11" name="Image 1" descr="light bulb">    </p:cNvPr>
          <p:cNvPicPr>
            <a:picLocks noChangeAspect="1"/>
          </p:cNvPicPr>
          <p:nvPr/>
        </p:nvPicPr>
        <p:blipFill>
          <a:blip r:embed="rId2"/>
          <a:stretch>
            <a:fillRect/>
          </a:stretch>
        </p:blipFill>
        <p:spPr>
          <a:xfrm>
            <a:off x="933831" y="2042160"/>
            <a:ext cx="658368" cy="658368"/>
          </a:xfrm>
          <a:prstGeom prst="rect">
            <a:avLst/>
          </a:prstGeom>
        </p:spPr>
      </p:pic>
      <p:sp>
        <p:nvSpPr>
          <p:cNvPr id="12" name="Text 7"/>
          <p:cNvSpPr txBox="1"/>
          <p:nvPr/>
        </p:nvSpPr>
        <p:spPr>
          <a:xfrm>
            <a:off x="1592199" y="2042160"/>
            <a:ext cx="548640" cy="658368"/>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pic>
        <p:nvPicPr>
          <p:cNvPr id="13" name="Image 2" descr="light bulb">    </p:cNvPr>
          <p:cNvPicPr>
            <a:picLocks noChangeAspect="1"/>
          </p:cNvPicPr>
          <p:nvPr/>
        </p:nvPicPr>
        <p:blipFill>
          <a:blip r:embed="rId3">
            <a:alphaModFix amt="25000"/>
          </a:blip>
          <a:stretch>
            <a:fillRect/>
          </a:stretch>
        </p:blipFill>
        <p:spPr>
          <a:xfrm>
            <a:off x="2140839" y="2042160"/>
            <a:ext cx="658368" cy="658368"/>
          </a:xfrm>
          <a:prstGeom prst="rect">
            <a:avLst/>
          </a:prstGeom>
        </p:spPr>
      </p:pic>
      <p:sp>
        <p:nvSpPr>
          <p:cNvPr id="14" name="Text 8"/>
          <p:cNvSpPr txBox="1"/>
          <p:nvPr/>
        </p:nvSpPr>
        <p:spPr>
          <a:xfrm>
            <a:off x="658368" y="2755392"/>
            <a:ext cx="2416302" cy="475488"/>
          </a:xfrm>
          <a:prstGeom prst="rect">
            <a:avLst/>
          </a:prstGeom>
          <a:noFill/>
          <a:ln/>
        </p:spPr>
        <p:txBody>
          <a:bodyPr wrap="square" lIns="0" tIns="0" rIns="0" bIns="0" rtlCol="0" anchor="ctr"/>
          <a:lstStyle/>
          <a:p>
            <a:pPr algn="ctr" indent="0" marL="0">
              <a:buNone/>
            </a:pPr>
            <a:r>
              <a:rPr lang="en-US" sz="1400" i="1" dirty="0">
                <a:solidFill>
                  <a:schemeClr val="tx1"/>
                </a:solidFill>
              </a:rPr>
              <a:t>Zet de computer aan.</a:t>
            </a:r>
            <a:endParaRPr lang="en-US" sz="1400" dirty="0"/>
          </a:p>
        </p:txBody>
      </p:sp>
      <p:sp>
        <p:nvSpPr>
          <p:cNvPr id="15" name="Shape 9"/>
          <p:cNvSpPr/>
          <p:nvPr/>
        </p:nvSpPr>
        <p:spPr>
          <a:xfrm>
            <a:off x="658368" y="3293364"/>
            <a:ext cx="2416302" cy="438912"/>
          </a:xfrm>
          <a:prstGeom prst="roundRect">
            <a:avLst>
              <a:gd name="adj" fmla="val 16667"/>
            </a:avLst>
          </a:prstGeom>
          <a:solidFill>
            <a:srgbClr val="FFFFFF"/>
          </a:solidFill>
          <a:ln w="12700">
            <a:solidFill>
              <a:srgbClr val="D5DCE6"/>
            </a:solidFill>
            <a:prstDash val="dash"/>
          </a:ln>
        </p:spPr>
      </p:sp>
      <p:sp>
        <p:nvSpPr>
          <p:cNvPr id="16" name="Shape 10"/>
          <p:cNvSpPr/>
          <p:nvPr/>
        </p:nvSpPr>
        <p:spPr>
          <a:xfrm>
            <a:off x="3367278" y="1932432"/>
            <a:ext cx="2635758" cy="1891284"/>
          </a:xfrm>
          <a:prstGeom prst="roundRect">
            <a:avLst>
              <a:gd name="adj" fmla="val 580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7" name="Shape 11"/>
          <p:cNvSpPr/>
          <p:nvPr/>
        </p:nvSpPr>
        <p:spPr>
          <a:xfrm>
            <a:off x="3458718" y="2023872"/>
            <a:ext cx="329184" cy="329184"/>
          </a:xfrm>
          <a:prstGeom prst="ellipse">
            <a:avLst/>
          </a:prstGeom>
          <a:solidFill>
            <a:schemeClr val="accent5"/>
          </a:solidFill>
          <a:ln w="12700">
            <a:solidFill>
              <a:srgbClr val="FFFFFF">
                <a:alpha val="0"/>
              </a:srgbClr>
            </a:solidFill>
            <a:prstDash val="solid"/>
          </a:ln>
        </p:spPr>
      </p:sp>
      <p:sp>
        <p:nvSpPr>
          <p:cNvPr id="18" name="Text 12"/>
          <p:cNvSpPr txBox="1"/>
          <p:nvPr/>
        </p:nvSpPr>
        <p:spPr>
          <a:xfrm>
            <a:off x="3458718" y="202387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pic>
        <p:nvPicPr>
          <p:cNvPr id="19" name="Image 3" descr="bus">    </p:cNvPr>
          <p:cNvPicPr>
            <a:picLocks noChangeAspect="1"/>
          </p:cNvPicPr>
          <p:nvPr/>
        </p:nvPicPr>
        <p:blipFill>
          <a:blip r:embed="rId4"/>
          <a:stretch>
            <a:fillRect/>
          </a:stretch>
        </p:blipFill>
        <p:spPr>
          <a:xfrm>
            <a:off x="3752469" y="2042160"/>
            <a:ext cx="658368" cy="658368"/>
          </a:xfrm>
          <a:prstGeom prst="rect">
            <a:avLst/>
          </a:prstGeom>
        </p:spPr>
      </p:pic>
      <p:sp>
        <p:nvSpPr>
          <p:cNvPr id="20" name="Text 13"/>
          <p:cNvSpPr txBox="1"/>
          <p:nvPr/>
        </p:nvSpPr>
        <p:spPr>
          <a:xfrm>
            <a:off x="4410837" y="2042160"/>
            <a:ext cx="548640" cy="658368"/>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pic>
        <p:nvPicPr>
          <p:cNvPr id="21" name="Image 4" descr="person walking">    </p:cNvPr>
          <p:cNvPicPr>
            <a:picLocks noChangeAspect="1"/>
          </p:cNvPicPr>
          <p:nvPr/>
        </p:nvPicPr>
        <p:blipFill>
          <a:blip r:embed="rId5"/>
          <a:stretch>
            <a:fillRect/>
          </a:stretch>
        </p:blipFill>
        <p:spPr>
          <a:xfrm>
            <a:off x="4959477" y="2042160"/>
            <a:ext cx="658368" cy="658368"/>
          </a:xfrm>
          <a:prstGeom prst="rect">
            <a:avLst/>
          </a:prstGeom>
        </p:spPr>
      </p:pic>
      <p:sp>
        <p:nvSpPr>
          <p:cNvPr id="22" name="Text 14"/>
          <p:cNvSpPr txBox="1"/>
          <p:nvPr/>
        </p:nvSpPr>
        <p:spPr>
          <a:xfrm>
            <a:off x="3477006" y="2755392"/>
            <a:ext cx="2416302" cy="475488"/>
          </a:xfrm>
          <a:prstGeom prst="rect">
            <a:avLst/>
          </a:prstGeom>
          <a:noFill/>
          <a:ln/>
        </p:spPr>
        <p:txBody>
          <a:bodyPr wrap="square" lIns="0" tIns="0" rIns="0" bIns="0" rtlCol="0" anchor="ctr"/>
          <a:lstStyle/>
          <a:p>
            <a:pPr algn="ctr" indent="0" marL="0">
              <a:buNone/>
            </a:pPr>
            <a:r>
              <a:rPr lang="en-US" sz="1400" i="1" dirty="0">
                <a:solidFill>
                  <a:schemeClr val="tx1"/>
                </a:solidFill>
              </a:rPr>
              <a:t>We stappen in.</a:t>
            </a:r>
            <a:endParaRPr lang="en-US" sz="1400" dirty="0"/>
          </a:p>
        </p:txBody>
      </p:sp>
      <p:sp>
        <p:nvSpPr>
          <p:cNvPr id="23" name="Shape 15"/>
          <p:cNvSpPr/>
          <p:nvPr/>
        </p:nvSpPr>
        <p:spPr>
          <a:xfrm>
            <a:off x="3477006" y="3293364"/>
            <a:ext cx="2416302" cy="438912"/>
          </a:xfrm>
          <a:prstGeom prst="roundRect">
            <a:avLst>
              <a:gd name="adj" fmla="val 16667"/>
            </a:avLst>
          </a:prstGeom>
          <a:solidFill>
            <a:srgbClr val="FFFFFF"/>
          </a:solidFill>
          <a:ln w="12700">
            <a:solidFill>
              <a:srgbClr val="D5DCE6"/>
            </a:solidFill>
            <a:prstDash val="dash"/>
          </a:ln>
        </p:spPr>
      </p:sp>
      <p:sp>
        <p:nvSpPr>
          <p:cNvPr id="24" name="Shape 16"/>
          <p:cNvSpPr/>
          <p:nvPr/>
        </p:nvSpPr>
        <p:spPr>
          <a:xfrm>
            <a:off x="6185916" y="1932432"/>
            <a:ext cx="2635758" cy="1891284"/>
          </a:xfrm>
          <a:prstGeom prst="roundRect">
            <a:avLst>
              <a:gd name="adj" fmla="val 580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5" name="Shape 17"/>
          <p:cNvSpPr/>
          <p:nvPr/>
        </p:nvSpPr>
        <p:spPr>
          <a:xfrm>
            <a:off x="6277356" y="2023872"/>
            <a:ext cx="329184" cy="329184"/>
          </a:xfrm>
          <a:prstGeom prst="ellipse">
            <a:avLst/>
          </a:prstGeom>
          <a:solidFill>
            <a:schemeClr val="accent5"/>
          </a:solidFill>
          <a:ln w="12700">
            <a:solidFill>
              <a:srgbClr val="FFFFFF">
                <a:alpha val="0"/>
              </a:srgbClr>
            </a:solidFill>
            <a:prstDash val="solid"/>
          </a:ln>
        </p:spPr>
      </p:sp>
      <p:sp>
        <p:nvSpPr>
          <p:cNvPr id="26" name="Text 18"/>
          <p:cNvSpPr txBox="1"/>
          <p:nvPr/>
        </p:nvSpPr>
        <p:spPr>
          <a:xfrm>
            <a:off x="6277356" y="202387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pic>
        <p:nvPicPr>
          <p:cNvPr id="27" name="Image 5" descr="chart increasing">    </p:cNvPr>
          <p:cNvPicPr>
            <a:picLocks noChangeAspect="1"/>
          </p:cNvPicPr>
          <p:nvPr/>
        </p:nvPicPr>
        <p:blipFill>
          <a:blip r:embed="rId6"/>
          <a:stretch>
            <a:fillRect/>
          </a:stretch>
        </p:blipFill>
        <p:spPr>
          <a:xfrm>
            <a:off x="6571107" y="2042160"/>
            <a:ext cx="658368" cy="658368"/>
          </a:xfrm>
          <a:prstGeom prst="rect">
            <a:avLst/>
          </a:prstGeom>
        </p:spPr>
      </p:pic>
      <p:sp>
        <p:nvSpPr>
          <p:cNvPr id="28" name="Text 19"/>
          <p:cNvSpPr txBox="1"/>
          <p:nvPr/>
        </p:nvSpPr>
        <p:spPr>
          <a:xfrm>
            <a:off x="7229475" y="2042160"/>
            <a:ext cx="548640" cy="658368"/>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pic>
        <p:nvPicPr>
          <p:cNvPr id="29" name="Image 6" descr="chart decreasing">    </p:cNvPr>
          <p:cNvPicPr>
            <a:picLocks noChangeAspect="1"/>
          </p:cNvPicPr>
          <p:nvPr/>
        </p:nvPicPr>
        <p:blipFill>
          <a:blip r:embed="rId7"/>
          <a:stretch>
            <a:fillRect/>
          </a:stretch>
        </p:blipFill>
        <p:spPr>
          <a:xfrm>
            <a:off x="7778115" y="2042160"/>
            <a:ext cx="658368" cy="658368"/>
          </a:xfrm>
          <a:prstGeom prst="rect">
            <a:avLst/>
          </a:prstGeom>
        </p:spPr>
      </p:pic>
      <p:sp>
        <p:nvSpPr>
          <p:cNvPr id="30" name="Text 20"/>
          <p:cNvSpPr txBox="1"/>
          <p:nvPr/>
        </p:nvSpPr>
        <p:spPr>
          <a:xfrm>
            <a:off x="6295644" y="2755392"/>
            <a:ext cx="2416302" cy="475488"/>
          </a:xfrm>
          <a:prstGeom prst="rect">
            <a:avLst/>
          </a:prstGeom>
          <a:noFill/>
          <a:ln/>
        </p:spPr>
        <p:txBody>
          <a:bodyPr wrap="square" lIns="0" tIns="0" rIns="0" bIns="0" rtlCol="0" anchor="ctr"/>
          <a:lstStyle/>
          <a:p>
            <a:pPr algn="ctr" indent="0" marL="0">
              <a:buNone/>
            </a:pPr>
            <a:r>
              <a:rPr lang="en-US" sz="1400" i="1" dirty="0">
                <a:solidFill>
                  <a:schemeClr val="tx1"/>
                </a:solidFill>
              </a:rPr>
              <a:t>De prijzen nemen toe.</a:t>
            </a:r>
            <a:endParaRPr lang="en-US" sz="1400" dirty="0"/>
          </a:p>
        </p:txBody>
      </p:sp>
      <p:sp>
        <p:nvSpPr>
          <p:cNvPr id="31" name="Shape 21"/>
          <p:cNvSpPr/>
          <p:nvPr/>
        </p:nvSpPr>
        <p:spPr>
          <a:xfrm>
            <a:off x="6295644" y="3293364"/>
            <a:ext cx="2416302" cy="438912"/>
          </a:xfrm>
          <a:prstGeom prst="roundRect">
            <a:avLst>
              <a:gd name="adj" fmla="val 16667"/>
            </a:avLst>
          </a:prstGeom>
          <a:solidFill>
            <a:srgbClr val="FFFFFF"/>
          </a:solidFill>
          <a:ln w="12700">
            <a:solidFill>
              <a:srgbClr val="D5DCE6"/>
            </a:solidFill>
            <a:prstDash val="dash"/>
          </a:ln>
        </p:spPr>
      </p:sp>
      <p:sp>
        <p:nvSpPr>
          <p:cNvPr id="32" name="Shape 22"/>
          <p:cNvSpPr/>
          <p:nvPr/>
        </p:nvSpPr>
        <p:spPr>
          <a:xfrm>
            <a:off x="9004554" y="1932432"/>
            <a:ext cx="2635758" cy="1891284"/>
          </a:xfrm>
          <a:prstGeom prst="roundRect">
            <a:avLst>
              <a:gd name="adj" fmla="val 580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3" name="Shape 23"/>
          <p:cNvSpPr/>
          <p:nvPr/>
        </p:nvSpPr>
        <p:spPr>
          <a:xfrm>
            <a:off x="9095994" y="2023872"/>
            <a:ext cx="329184" cy="329184"/>
          </a:xfrm>
          <a:prstGeom prst="ellipse">
            <a:avLst/>
          </a:prstGeom>
          <a:solidFill>
            <a:schemeClr val="accent5"/>
          </a:solidFill>
          <a:ln w="12700">
            <a:solidFill>
              <a:srgbClr val="FFFFFF">
                <a:alpha val="0"/>
              </a:srgbClr>
            </a:solidFill>
            <a:prstDash val="solid"/>
          </a:ln>
        </p:spPr>
      </p:sp>
      <p:sp>
        <p:nvSpPr>
          <p:cNvPr id="34" name="Text 24"/>
          <p:cNvSpPr txBox="1"/>
          <p:nvPr/>
        </p:nvSpPr>
        <p:spPr>
          <a:xfrm>
            <a:off x="9095994" y="202387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pic>
        <p:nvPicPr>
          <p:cNvPr id="35" name="Image 7" descr="disappointed face">    </p:cNvPr>
          <p:cNvPicPr>
            <a:picLocks noChangeAspect="1"/>
          </p:cNvPicPr>
          <p:nvPr/>
        </p:nvPicPr>
        <p:blipFill>
          <a:blip r:embed="rId8"/>
          <a:stretch>
            <a:fillRect/>
          </a:stretch>
        </p:blipFill>
        <p:spPr>
          <a:xfrm>
            <a:off x="9389745" y="2042160"/>
            <a:ext cx="658368" cy="658368"/>
          </a:xfrm>
          <a:prstGeom prst="rect">
            <a:avLst/>
          </a:prstGeom>
        </p:spPr>
      </p:pic>
      <p:sp>
        <p:nvSpPr>
          <p:cNvPr id="36" name="Text 25"/>
          <p:cNvSpPr txBox="1"/>
          <p:nvPr/>
        </p:nvSpPr>
        <p:spPr>
          <a:xfrm>
            <a:off x="10048113" y="2042160"/>
            <a:ext cx="548640" cy="658368"/>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pic>
        <p:nvPicPr>
          <p:cNvPr id="37" name="Image 8" descr="grinning face">    </p:cNvPr>
          <p:cNvPicPr>
            <a:picLocks noChangeAspect="1"/>
          </p:cNvPicPr>
          <p:nvPr/>
        </p:nvPicPr>
        <p:blipFill>
          <a:blip r:embed="rId9"/>
          <a:stretch>
            <a:fillRect/>
          </a:stretch>
        </p:blipFill>
        <p:spPr>
          <a:xfrm>
            <a:off x="10596753" y="2042160"/>
            <a:ext cx="658368" cy="658368"/>
          </a:xfrm>
          <a:prstGeom prst="rect">
            <a:avLst/>
          </a:prstGeom>
        </p:spPr>
      </p:pic>
      <p:sp>
        <p:nvSpPr>
          <p:cNvPr id="38" name="Text 26"/>
          <p:cNvSpPr txBox="1"/>
          <p:nvPr/>
        </p:nvSpPr>
        <p:spPr>
          <a:xfrm>
            <a:off x="9114282" y="2755392"/>
            <a:ext cx="2416302" cy="475488"/>
          </a:xfrm>
          <a:prstGeom prst="rect">
            <a:avLst/>
          </a:prstGeom>
          <a:noFill/>
          <a:ln/>
        </p:spPr>
        <p:txBody>
          <a:bodyPr wrap="square" lIns="0" tIns="0" rIns="0" bIns="0" rtlCol="0" anchor="ctr"/>
          <a:lstStyle/>
          <a:p>
            <a:pPr algn="ctr" indent="0" marL="0">
              <a:buNone/>
            </a:pPr>
            <a:r>
              <a:rPr lang="en-US" sz="1400" i="1" dirty="0">
                <a:solidFill>
                  <a:schemeClr val="tx1"/>
                </a:solidFill>
              </a:rPr>
              <a:t>Het examen viel tegen.</a:t>
            </a:r>
            <a:endParaRPr lang="en-US" sz="1400" dirty="0"/>
          </a:p>
        </p:txBody>
      </p:sp>
      <p:sp>
        <p:nvSpPr>
          <p:cNvPr id="39" name="Shape 27"/>
          <p:cNvSpPr/>
          <p:nvPr/>
        </p:nvSpPr>
        <p:spPr>
          <a:xfrm>
            <a:off x="9114282" y="3293364"/>
            <a:ext cx="2416302" cy="438912"/>
          </a:xfrm>
          <a:prstGeom prst="roundRect">
            <a:avLst>
              <a:gd name="adj" fmla="val 16667"/>
            </a:avLst>
          </a:prstGeom>
          <a:solidFill>
            <a:srgbClr val="FFFFFF"/>
          </a:solidFill>
          <a:ln w="12700">
            <a:solidFill>
              <a:srgbClr val="D5DCE6"/>
            </a:solidFill>
            <a:prstDash val="dash"/>
          </a:ln>
        </p:spPr>
      </p:sp>
      <p:sp>
        <p:nvSpPr>
          <p:cNvPr id="40" name="Shape 28"/>
          <p:cNvSpPr/>
          <p:nvPr/>
        </p:nvSpPr>
        <p:spPr>
          <a:xfrm>
            <a:off x="548640" y="4006596"/>
            <a:ext cx="2635758" cy="1891284"/>
          </a:xfrm>
          <a:prstGeom prst="roundRect">
            <a:avLst>
              <a:gd name="adj" fmla="val 580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1" name="Shape 29"/>
          <p:cNvSpPr/>
          <p:nvPr/>
        </p:nvSpPr>
        <p:spPr>
          <a:xfrm>
            <a:off x="640080" y="4098036"/>
            <a:ext cx="329184" cy="329184"/>
          </a:xfrm>
          <a:prstGeom prst="ellipse">
            <a:avLst/>
          </a:prstGeom>
          <a:solidFill>
            <a:schemeClr val="accent5"/>
          </a:solidFill>
          <a:ln w="12700">
            <a:solidFill>
              <a:srgbClr val="FFFFFF">
                <a:alpha val="0"/>
              </a:srgbClr>
            </a:solidFill>
            <a:prstDash val="solid"/>
          </a:ln>
        </p:spPr>
      </p:sp>
      <p:sp>
        <p:nvSpPr>
          <p:cNvPr id="42" name="Text 30"/>
          <p:cNvSpPr txBox="1"/>
          <p:nvPr/>
        </p:nvSpPr>
        <p:spPr>
          <a:xfrm>
            <a:off x="640080" y="409803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pic>
        <p:nvPicPr>
          <p:cNvPr id="43" name="Image 9" descr="hamburger">    </p:cNvPr>
          <p:cNvPicPr>
            <a:picLocks noChangeAspect="1"/>
          </p:cNvPicPr>
          <p:nvPr/>
        </p:nvPicPr>
        <p:blipFill>
          <a:blip r:embed="rId10"/>
          <a:stretch>
            <a:fillRect/>
          </a:stretch>
        </p:blipFill>
        <p:spPr>
          <a:xfrm>
            <a:off x="933831" y="4116324"/>
            <a:ext cx="658368" cy="658368"/>
          </a:xfrm>
          <a:prstGeom prst="rect">
            <a:avLst/>
          </a:prstGeom>
        </p:spPr>
      </p:pic>
      <p:sp>
        <p:nvSpPr>
          <p:cNvPr id="44" name="Text 31"/>
          <p:cNvSpPr txBox="1"/>
          <p:nvPr/>
        </p:nvSpPr>
        <p:spPr>
          <a:xfrm>
            <a:off x="1592199" y="4116324"/>
            <a:ext cx="548640" cy="658368"/>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pic>
        <p:nvPicPr>
          <p:cNvPr id="45" name="Image 10" descr="green salad">    </p:cNvPr>
          <p:cNvPicPr>
            <a:picLocks noChangeAspect="1"/>
          </p:cNvPicPr>
          <p:nvPr/>
        </p:nvPicPr>
        <p:blipFill>
          <a:blip r:embed="rId11"/>
          <a:stretch>
            <a:fillRect/>
          </a:stretch>
        </p:blipFill>
        <p:spPr>
          <a:xfrm>
            <a:off x="2140839" y="4116324"/>
            <a:ext cx="658368" cy="658368"/>
          </a:xfrm>
          <a:prstGeom prst="rect">
            <a:avLst/>
          </a:prstGeom>
        </p:spPr>
      </p:pic>
      <p:sp>
        <p:nvSpPr>
          <p:cNvPr id="46" name="Text 32"/>
          <p:cNvSpPr txBox="1"/>
          <p:nvPr/>
        </p:nvSpPr>
        <p:spPr>
          <a:xfrm>
            <a:off x="658368" y="4829556"/>
            <a:ext cx="2416302" cy="475488"/>
          </a:xfrm>
          <a:prstGeom prst="rect">
            <a:avLst/>
          </a:prstGeom>
          <a:noFill/>
          <a:ln/>
        </p:spPr>
        <p:txBody>
          <a:bodyPr wrap="square" lIns="0" tIns="0" rIns="0" bIns="0" rtlCol="0" anchor="ctr"/>
          <a:lstStyle/>
          <a:p>
            <a:pPr algn="ctr" indent="0" marL="0">
              <a:buNone/>
            </a:pPr>
            <a:r>
              <a:rPr lang="en-US" sz="1400" i="1" dirty="0">
                <a:solidFill>
                  <a:schemeClr val="tx1"/>
                </a:solidFill>
              </a:rPr>
              <a:t>Ik ben 3 kilo aangekomen.</a:t>
            </a:r>
            <a:endParaRPr lang="en-US" sz="1400" dirty="0"/>
          </a:p>
        </p:txBody>
      </p:sp>
      <p:sp>
        <p:nvSpPr>
          <p:cNvPr id="47" name="Shape 33"/>
          <p:cNvSpPr/>
          <p:nvPr/>
        </p:nvSpPr>
        <p:spPr>
          <a:xfrm>
            <a:off x="658368" y="5367528"/>
            <a:ext cx="2416302" cy="438912"/>
          </a:xfrm>
          <a:prstGeom prst="roundRect">
            <a:avLst>
              <a:gd name="adj" fmla="val 16667"/>
            </a:avLst>
          </a:prstGeom>
          <a:solidFill>
            <a:srgbClr val="FFFFFF"/>
          </a:solidFill>
          <a:ln w="12700">
            <a:solidFill>
              <a:srgbClr val="D5DCE6"/>
            </a:solidFill>
            <a:prstDash val="dash"/>
          </a:ln>
        </p:spPr>
      </p:sp>
      <p:sp>
        <p:nvSpPr>
          <p:cNvPr id="48" name="Shape 34"/>
          <p:cNvSpPr/>
          <p:nvPr/>
        </p:nvSpPr>
        <p:spPr>
          <a:xfrm>
            <a:off x="3367278" y="4006596"/>
            <a:ext cx="2635758" cy="1891284"/>
          </a:xfrm>
          <a:prstGeom prst="roundRect">
            <a:avLst>
              <a:gd name="adj" fmla="val 580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9" name="Shape 35"/>
          <p:cNvSpPr/>
          <p:nvPr/>
        </p:nvSpPr>
        <p:spPr>
          <a:xfrm>
            <a:off x="3458718" y="4098036"/>
            <a:ext cx="329184" cy="329184"/>
          </a:xfrm>
          <a:prstGeom prst="ellipse">
            <a:avLst/>
          </a:prstGeom>
          <a:solidFill>
            <a:schemeClr val="accent5"/>
          </a:solidFill>
          <a:ln w="12700">
            <a:solidFill>
              <a:srgbClr val="FFFFFF">
                <a:alpha val="0"/>
              </a:srgbClr>
            </a:solidFill>
            <a:prstDash val="solid"/>
          </a:ln>
        </p:spPr>
      </p:sp>
      <p:sp>
        <p:nvSpPr>
          <p:cNvPr id="50" name="Text 36"/>
          <p:cNvSpPr txBox="1"/>
          <p:nvPr/>
        </p:nvSpPr>
        <p:spPr>
          <a:xfrm>
            <a:off x="3458718" y="409803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pic>
        <p:nvPicPr>
          <p:cNvPr id="51" name="Image 11" descr="laptop">    </p:cNvPr>
          <p:cNvPicPr>
            <a:picLocks noChangeAspect="1"/>
          </p:cNvPicPr>
          <p:nvPr/>
        </p:nvPicPr>
        <p:blipFill>
          <a:blip r:embed="rId12"/>
          <a:stretch>
            <a:fillRect/>
          </a:stretch>
        </p:blipFill>
        <p:spPr>
          <a:xfrm>
            <a:off x="3752469" y="4116324"/>
            <a:ext cx="658368" cy="658368"/>
          </a:xfrm>
          <a:prstGeom prst="rect">
            <a:avLst/>
          </a:prstGeom>
        </p:spPr>
      </p:pic>
      <p:sp>
        <p:nvSpPr>
          <p:cNvPr id="52" name="Text 37"/>
          <p:cNvSpPr txBox="1"/>
          <p:nvPr/>
        </p:nvSpPr>
        <p:spPr>
          <a:xfrm>
            <a:off x="4410837" y="4116324"/>
            <a:ext cx="548640" cy="658368"/>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pic>
        <p:nvPicPr>
          <p:cNvPr id="53" name="Image 12" descr="laptop">    </p:cNvPr>
          <p:cNvPicPr>
            <a:picLocks noChangeAspect="1"/>
          </p:cNvPicPr>
          <p:nvPr/>
        </p:nvPicPr>
        <p:blipFill>
          <a:blip r:embed="rId13">
            <a:alphaModFix amt="25000"/>
          </a:blip>
          <a:stretch>
            <a:fillRect/>
          </a:stretch>
        </p:blipFill>
        <p:spPr>
          <a:xfrm>
            <a:off x="4959477" y="4116324"/>
            <a:ext cx="658368" cy="658368"/>
          </a:xfrm>
          <a:prstGeom prst="rect">
            <a:avLst/>
          </a:prstGeom>
        </p:spPr>
      </p:pic>
      <p:sp>
        <p:nvSpPr>
          <p:cNvPr id="54" name="Text 38"/>
          <p:cNvSpPr txBox="1"/>
          <p:nvPr/>
        </p:nvSpPr>
        <p:spPr>
          <a:xfrm>
            <a:off x="3477006" y="4829556"/>
            <a:ext cx="2416302" cy="475488"/>
          </a:xfrm>
          <a:prstGeom prst="rect">
            <a:avLst/>
          </a:prstGeom>
          <a:noFill/>
          <a:ln/>
        </p:spPr>
        <p:txBody>
          <a:bodyPr wrap="square" lIns="0" tIns="0" rIns="0" bIns="0" rtlCol="0" anchor="ctr"/>
          <a:lstStyle/>
          <a:p>
            <a:pPr algn="ctr" indent="0" marL="0">
              <a:buNone/>
            </a:pPr>
            <a:r>
              <a:rPr lang="en-US" sz="1400" i="1" dirty="0">
                <a:solidFill>
                  <a:schemeClr val="tx1"/>
                </a:solidFill>
              </a:rPr>
              <a:t>Ik log in.</a:t>
            </a:r>
            <a:endParaRPr lang="en-US" sz="1400" dirty="0"/>
          </a:p>
        </p:txBody>
      </p:sp>
      <p:sp>
        <p:nvSpPr>
          <p:cNvPr id="55" name="Shape 39"/>
          <p:cNvSpPr/>
          <p:nvPr/>
        </p:nvSpPr>
        <p:spPr>
          <a:xfrm>
            <a:off x="3477006" y="5367528"/>
            <a:ext cx="2416302" cy="438912"/>
          </a:xfrm>
          <a:prstGeom prst="roundRect">
            <a:avLst>
              <a:gd name="adj" fmla="val 16667"/>
            </a:avLst>
          </a:prstGeom>
          <a:solidFill>
            <a:srgbClr val="FFFFFF"/>
          </a:solidFill>
          <a:ln w="12700">
            <a:solidFill>
              <a:srgbClr val="D5DCE6"/>
            </a:solidFill>
            <a:prstDash val="dash"/>
          </a:ln>
        </p:spPr>
      </p:sp>
      <p:sp>
        <p:nvSpPr>
          <p:cNvPr id="56" name="Shape 40"/>
          <p:cNvSpPr/>
          <p:nvPr/>
        </p:nvSpPr>
        <p:spPr>
          <a:xfrm>
            <a:off x="6185916" y="4006596"/>
            <a:ext cx="2635758" cy="1891284"/>
          </a:xfrm>
          <a:prstGeom prst="roundRect">
            <a:avLst>
              <a:gd name="adj" fmla="val 580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7" name="Shape 41"/>
          <p:cNvSpPr/>
          <p:nvPr/>
        </p:nvSpPr>
        <p:spPr>
          <a:xfrm>
            <a:off x="6277356" y="4098036"/>
            <a:ext cx="329184" cy="329184"/>
          </a:xfrm>
          <a:prstGeom prst="ellipse">
            <a:avLst/>
          </a:prstGeom>
          <a:solidFill>
            <a:schemeClr val="accent5"/>
          </a:solidFill>
          <a:ln w="12700">
            <a:solidFill>
              <a:srgbClr val="FFFFFF">
                <a:alpha val="0"/>
              </a:srgbClr>
            </a:solidFill>
            <a:prstDash val="solid"/>
          </a:ln>
        </p:spPr>
      </p:sp>
      <p:sp>
        <p:nvSpPr>
          <p:cNvPr id="58" name="Text 42"/>
          <p:cNvSpPr txBox="1"/>
          <p:nvPr/>
        </p:nvSpPr>
        <p:spPr>
          <a:xfrm>
            <a:off x="6277356" y="409803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pic>
        <p:nvPicPr>
          <p:cNvPr id="59" name="Image 13" descr="nose">    </p:cNvPr>
          <p:cNvPicPr>
            <a:picLocks noChangeAspect="1"/>
          </p:cNvPicPr>
          <p:nvPr/>
        </p:nvPicPr>
        <p:blipFill>
          <a:blip r:embed="rId14"/>
          <a:stretch>
            <a:fillRect/>
          </a:stretch>
        </p:blipFill>
        <p:spPr>
          <a:xfrm>
            <a:off x="6571107" y="4116324"/>
            <a:ext cx="658368" cy="658368"/>
          </a:xfrm>
          <a:prstGeom prst="rect">
            <a:avLst/>
          </a:prstGeom>
        </p:spPr>
      </p:pic>
      <p:sp>
        <p:nvSpPr>
          <p:cNvPr id="60" name="Text 43"/>
          <p:cNvSpPr txBox="1"/>
          <p:nvPr/>
        </p:nvSpPr>
        <p:spPr>
          <a:xfrm>
            <a:off x="7229475" y="4116324"/>
            <a:ext cx="548640" cy="658368"/>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pic>
        <p:nvPicPr>
          <p:cNvPr id="61" name="Image 14" descr="face exhaling">    </p:cNvPr>
          <p:cNvPicPr>
            <a:picLocks noChangeAspect="1"/>
          </p:cNvPicPr>
          <p:nvPr/>
        </p:nvPicPr>
        <p:blipFill>
          <a:blip r:embed="rId15"/>
          <a:stretch>
            <a:fillRect/>
          </a:stretch>
        </p:blipFill>
        <p:spPr>
          <a:xfrm>
            <a:off x="7778115" y="4116324"/>
            <a:ext cx="658368" cy="658368"/>
          </a:xfrm>
          <a:prstGeom prst="rect">
            <a:avLst/>
          </a:prstGeom>
        </p:spPr>
      </p:pic>
      <p:sp>
        <p:nvSpPr>
          <p:cNvPr id="62" name="Text 44"/>
          <p:cNvSpPr txBox="1"/>
          <p:nvPr/>
        </p:nvSpPr>
        <p:spPr>
          <a:xfrm>
            <a:off x="6295644" y="4829556"/>
            <a:ext cx="2416302" cy="475488"/>
          </a:xfrm>
          <a:prstGeom prst="rect">
            <a:avLst/>
          </a:prstGeom>
          <a:noFill/>
          <a:ln/>
        </p:spPr>
        <p:txBody>
          <a:bodyPr wrap="square" lIns="0" tIns="0" rIns="0" bIns="0" rtlCol="0" anchor="ctr"/>
          <a:lstStyle/>
          <a:p>
            <a:pPr algn="ctr" indent="0" marL="0">
              <a:buNone/>
            </a:pPr>
            <a:r>
              <a:rPr lang="en-US" sz="1400" i="1" dirty="0">
                <a:solidFill>
                  <a:schemeClr val="tx1"/>
                </a:solidFill>
              </a:rPr>
              <a:t>Adem diep in.</a:t>
            </a:r>
            <a:endParaRPr lang="en-US" sz="1400" dirty="0"/>
          </a:p>
        </p:txBody>
      </p:sp>
      <p:sp>
        <p:nvSpPr>
          <p:cNvPr id="63" name="Shape 45"/>
          <p:cNvSpPr/>
          <p:nvPr/>
        </p:nvSpPr>
        <p:spPr>
          <a:xfrm>
            <a:off x="6295644" y="5367528"/>
            <a:ext cx="2416302" cy="438912"/>
          </a:xfrm>
          <a:prstGeom prst="roundRect">
            <a:avLst>
              <a:gd name="adj" fmla="val 16667"/>
            </a:avLst>
          </a:prstGeom>
          <a:solidFill>
            <a:srgbClr val="FFFFFF"/>
          </a:solidFill>
          <a:ln w="12700">
            <a:solidFill>
              <a:srgbClr val="D5DCE6"/>
            </a:solidFill>
            <a:prstDash val="dash"/>
          </a:ln>
        </p:spPr>
      </p:sp>
      <p:sp>
        <p:nvSpPr>
          <p:cNvPr id="64" name="Shape 46"/>
          <p:cNvSpPr/>
          <p:nvPr/>
        </p:nvSpPr>
        <p:spPr>
          <a:xfrm>
            <a:off x="9004554" y="4006596"/>
            <a:ext cx="2635758" cy="1891284"/>
          </a:xfrm>
          <a:prstGeom prst="roundRect">
            <a:avLst>
              <a:gd name="adj" fmla="val 580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5" name="Shape 47"/>
          <p:cNvSpPr/>
          <p:nvPr/>
        </p:nvSpPr>
        <p:spPr>
          <a:xfrm>
            <a:off x="9095994" y="4098036"/>
            <a:ext cx="329184" cy="329184"/>
          </a:xfrm>
          <a:prstGeom prst="ellipse">
            <a:avLst/>
          </a:prstGeom>
          <a:solidFill>
            <a:schemeClr val="accent5"/>
          </a:solidFill>
          <a:ln w="12700">
            <a:solidFill>
              <a:srgbClr val="FFFFFF">
                <a:alpha val="0"/>
              </a:srgbClr>
            </a:solidFill>
            <a:prstDash val="solid"/>
          </a:ln>
        </p:spPr>
      </p:sp>
      <p:sp>
        <p:nvSpPr>
          <p:cNvPr id="66" name="Text 48"/>
          <p:cNvSpPr txBox="1"/>
          <p:nvPr/>
        </p:nvSpPr>
        <p:spPr>
          <a:xfrm>
            <a:off x="9095994" y="409803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pic>
        <p:nvPicPr>
          <p:cNvPr id="67" name="Image 15" descr="door">    </p:cNvPr>
          <p:cNvPicPr>
            <a:picLocks noChangeAspect="1"/>
          </p:cNvPicPr>
          <p:nvPr/>
        </p:nvPicPr>
        <p:blipFill>
          <a:blip r:embed="rId16"/>
          <a:stretch>
            <a:fillRect/>
          </a:stretch>
        </p:blipFill>
        <p:spPr>
          <a:xfrm>
            <a:off x="9389745" y="4116324"/>
            <a:ext cx="658368" cy="658368"/>
          </a:xfrm>
          <a:prstGeom prst="rect">
            <a:avLst/>
          </a:prstGeom>
        </p:spPr>
      </p:pic>
      <p:sp>
        <p:nvSpPr>
          <p:cNvPr id="68" name="Text 49"/>
          <p:cNvSpPr txBox="1"/>
          <p:nvPr/>
        </p:nvSpPr>
        <p:spPr>
          <a:xfrm>
            <a:off x="10048113" y="4116324"/>
            <a:ext cx="548640" cy="658368"/>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pic>
        <p:nvPicPr>
          <p:cNvPr id="69" name="Image 16" descr="locked">    </p:cNvPr>
          <p:cNvPicPr>
            <a:picLocks noChangeAspect="1"/>
          </p:cNvPicPr>
          <p:nvPr/>
        </p:nvPicPr>
        <p:blipFill>
          <a:blip r:embed="rId17"/>
          <a:stretch>
            <a:fillRect/>
          </a:stretch>
        </p:blipFill>
        <p:spPr>
          <a:xfrm>
            <a:off x="10596753" y="4116324"/>
            <a:ext cx="658368" cy="658368"/>
          </a:xfrm>
          <a:prstGeom prst="rect">
            <a:avLst/>
          </a:prstGeom>
        </p:spPr>
      </p:pic>
      <p:sp>
        <p:nvSpPr>
          <p:cNvPr id="70" name="Text 50"/>
          <p:cNvSpPr txBox="1"/>
          <p:nvPr/>
        </p:nvSpPr>
        <p:spPr>
          <a:xfrm>
            <a:off x="9114282" y="4829556"/>
            <a:ext cx="2416302" cy="475488"/>
          </a:xfrm>
          <a:prstGeom prst="rect">
            <a:avLst/>
          </a:prstGeom>
          <a:noFill/>
          <a:ln/>
        </p:spPr>
        <p:txBody>
          <a:bodyPr wrap="square" lIns="0" tIns="0" rIns="0" bIns="0" rtlCol="0" anchor="ctr"/>
          <a:lstStyle/>
          <a:p>
            <a:pPr algn="ctr" indent="0" marL="0">
              <a:buNone/>
            </a:pPr>
            <a:r>
              <a:rPr lang="en-US" sz="1400" i="1" dirty="0">
                <a:solidFill>
                  <a:schemeClr val="tx1"/>
                </a:solidFill>
              </a:rPr>
              <a:t>Doe de deur open.</a:t>
            </a:r>
            <a:endParaRPr lang="en-US" sz="1400" dirty="0"/>
          </a:p>
        </p:txBody>
      </p:sp>
      <p:sp>
        <p:nvSpPr>
          <p:cNvPr id="71" name="Shape 51"/>
          <p:cNvSpPr/>
          <p:nvPr/>
        </p:nvSpPr>
        <p:spPr>
          <a:xfrm>
            <a:off x="9114282" y="5367528"/>
            <a:ext cx="2416302" cy="438912"/>
          </a:xfrm>
          <a:prstGeom prst="roundRect">
            <a:avLst>
              <a:gd name="adj" fmla="val 16667"/>
            </a:avLst>
          </a:prstGeom>
          <a:solidFill>
            <a:srgbClr val="FFFFFF"/>
          </a:solidFill>
          <a:ln w="12700">
            <a:solidFill>
              <a:srgbClr val="D5DCE6"/>
            </a:solidFill>
            <a:prstDash val="dash"/>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Les interrupteurs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Regardez la deuxième image : écrivez la phrase contraire.</a:t>
            </a:r>
            <a:endParaRPr lang="en-US" sz="1700" dirty="0"/>
          </a:p>
        </p:txBody>
      </p:sp>
      <p:sp>
        <p:nvSpPr>
          <p:cNvPr id="9" name="Shape 5"/>
          <p:cNvSpPr/>
          <p:nvPr/>
        </p:nvSpPr>
        <p:spPr>
          <a:xfrm>
            <a:off x="548640" y="1932432"/>
            <a:ext cx="2635758" cy="1891284"/>
          </a:xfrm>
          <a:prstGeom prst="roundRect">
            <a:avLst>
              <a:gd name="adj" fmla="val 580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640080" y="2023872"/>
            <a:ext cx="329184" cy="329184"/>
          </a:xfrm>
          <a:prstGeom prst="ellipse">
            <a:avLst/>
          </a:prstGeom>
          <a:solidFill>
            <a:schemeClr val="accent5"/>
          </a:solidFill>
          <a:ln w="12700">
            <a:solidFill>
              <a:srgbClr val="FFFFFF">
                <a:alpha val="0"/>
              </a:srgbClr>
            </a:solidFill>
            <a:prstDash val="solid"/>
          </a:ln>
        </p:spPr>
      </p:sp>
      <p:sp>
        <p:nvSpPr>
          <p:cNvPr id="11" name="Text 7"/>
          <p:cNvSpPr txBox="1"/>
          <p:nvPr/>
        </p:nvSpPr>
        <p:spPr>
          <a:xfrm>
            <a:off x="640080" y="202387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pic>
        <p:nvPicPr>
          <p:cNvPr id="12" name="Image 1" descr="light bulb">    </p:cNvPr>
          <p:cNvPicPr>
            <a:picLocks noChangeAspect="1"/>
          </p:cNvPicPr>
          <p:nvPr/>
        </p:nvPicPr>
        <p:blipFill>
          <a:blip r:embed="rId2"/>
          <a:stretch>
            <a:fillRect/>
          </a:stretch>
        </p:blipFill>
        <p:spPr>
          <a:xfrm>
            <a:off x="933831" y="2042160"/>
            <a:ext cx="658368" cy="658368"/>
          </a:xfrm>
          <a:prstGeom prst="rect">
            <a:avLst/>
          </a:prstGeom>
        </p:spPr>
      </p:pic>
      <p:sp>
        <p:nvSpPr>
          <p:cNvPr id="13" name="Text 8"/>
          <p:cNvSpPr txBox="1"/>
          <p:nvPr/>
        </p:nvSpPr>
        <p:spPr>
          <a:xfrm>
            <a:off x="1592199" y="2042160"/>
            <a:ext cx="548640" cy="658368"/>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pic>
        <p:nvPicPr>
          <p:cNvPr id="14" name="Image 2" descr="light bulb">    </p:cNvPr>
          <p:cNvPicPr>
            <a:picLocks noChangeAspect="1"/>
          </p:cNvPicPr>
          <p:nvPr/>
        </p:nvPicPr>
        <p:blipFill>
          <a:blip r:embed="rId3">
            <a:alphaModFix amt="25000"/>
          </a:blip>
          <a:stretch>
            <a:fillRect/>
          </a:stretch>
        </p:blipFill>
        <p:spPr>
          <a:xfrm>
            <a:off x="2140839" y="2042160"/>
            <a:ext cx="658368" cy="658368"/>
          </a:xfrm>
          <a:prstGeom prst="rect">
            <a:avLst/>
          </a:prstGeom>
        </p:spPr>
      </p:pic>
      <p:sp>
        <p:nvSpPr>
          <p:cNvPr id="15" name="Text 9"/>
          <p:cNvSpPr txBox="1"/>
          <p:nvPr/>
        </p:nvSpPr>
        <p:spPr>
          <a:xfrm>
            <a:off x="658368" y="2755392"/>
            <a:ext cx="2416302" cy="475488"/>
          </a:xfrm>
          <a:prstGeom prst="rect">
            <a:avLst/>
          </a:prstGeom>
          <a:noFill/>
          <a:ln/>
        </p:spPr>
        <p:txBody>
          <a:bodyPr wrap="square" lIns="0" tIns="0" rIns="0" bIns="0" rtlCol="0" anchor="ctr"/>
          <a:lstStyle/>
          <a:p>
            <a:pPr algn="ctr" indent="0" marL="0">
              <a:buNone/>
            </a:pPr>
            <a:r>
              <a:rPr lang="en-US" sz="1400" i="1" dirty="0">
                <a:solidFill>
                  <a:schemeClr val="tx1"/>
                </a:solidFill>
              </a:rPr>
              <a:t>Zet de computer aan.</a:t>
            </a:r>
            <a:endParaRPr lang="en-US" sz="1400" dirty="0"/>
          </a:p>
        </p:txBody>
      </p:sp>
      <p:sp>
        <p:nvSpPr>
          <p:cNvPr id="16" name="Shape 10"/>
          <p:cNvSpPr/>
          <p:nvPr/>
        </p:nvSpPr>
        <p:spPr>
          <a:xfrm>
            <a:off x="658368" y="3293364"/>
            <a:ext cx="2416302" cy="438912"/>
          </a:xfrm>
          <a:prstGeom prst="roundRect">
            <a:avLst>
              <a:gd name="adj" fmla="val 16667"/>
            </a:avLst>
          </a:prstGeom>
          <a:solidFill>
            <a:srgbClr val="EDF6F0"/>
          </a:solidFill>
          <a:ln w="12700">
            <a:solidFill>
              <a:srgbClr val="2E7D4F"/>
            </a:solidFill>
            <a:prstDash val="solid"/>
          </a:ln>
        </p:spPr>
      </p:sp>
      <p:sp>
        <p:nvSpPr>
          <p:cNvPr id="17" name="Text 11"/>
          <p:cNvSpPr txBox="1"/>
          <p:nvPr/>
        </p:nvSpPr>
        <p:spPr>
          <a:xfrm>
            <a:off x="685800" y="3293364"/>
            <a:ext cx="2361438" cy="438912"/>
          </a:xfrm>
          <a:prstGeom prst="rect">
            <a:avLst/>
          </a:prstGeom>
          <a:noFill/>
          <a:ln/>
        </p:spPr>
        <p:txBody>
          <a:bodyPr wrap="square" lIns="0" tIns="0" rIns="0" bIns="0" rtlCol="0" anchor="ctr"/>
          <a:lstStyle/>
          <a:p>
            <a:pPr algn="ctr" indent="0" marL="0">
              <a:buNone/>
            </a:pPr>
            <a:r>
              <a:rPr lang="en-US" sz="1300" b="1" i="1" dirty="0">
                <a:solidFill>
                  <a:schemeClr val="accent3"/>
                </a:solidFill>
              </a:rPr>
              <a:t>Zet de computer uit.</a:t>
            </a:r>
            <a:endParaRPr lang="en-US" sz="1300" dirty="0"/>
          </a:p>
        </p:txBody>
      </p:sp>
      <p:sp>
        <p:nvSpPr>
          <p:cNvPr id="18" name="Shape 12"/>
          <p:cNvSpPr/>
          <p:nvPr/>
        </p:nvSpPr>
        <p:spPr>
          <a:xfrm>
            <a:off x="3367278" y="1932432"/>
            <a:ext cx="2635758" cy="1891284"/>
          </a:xfrm>
          <a:prstGeom prst="roundRect">
            <a:avLst>
              <a:gd name="adj" fmla="val 580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9" name="Shape 13"/>
          <p:cNvSpPr/>
          <p:nvPr/>
        </p:nvSpPr>
        <p:spPr>
          <a:xfrm>
            <a:off x="3458718" y="2023872"/>
            <a:ext cx="329184" cy="329184"/>
          </a:xfrm>
          <a:prstGeom prst="ellipse">
            <a:avLst/>
          </a:prstGeom>
          <a:solidFill>
            <a:schemeClr val="accent5"/>
          </a:solidFill>
          <a:ln w="12700">
            <a:solidFill>
              <a:srgbClr val="FFFFFF">
                <a:alpha val="0"/>
              </a:srgbClr>
            </a:solidFill>
            <a:prstDash val="solid"/>
          </a:ln>
        </p:spPr>
      </p:sp>
      <p:sp>
        <p:nvSpPr>
          <p:cNvPr id="20" name="Text 14"/>
          <p:cNvSpPr txBox="1"/>
          <p:nvPr/>
        </p:nvSpPr>
        <p:spPr>
          <a:xfrm>
            <a:off x="3458718" y="202387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pic>
        <p:nvPicPr>
          <p:cNvPr id="21" name="Image 3" descr="bus">    </p:cNvPr>
          <p:cNvPicPr>
            <a:picLocks noChangeAspect="1"/>
          </p:cNvPicPr>
          <p:nvPr/>
        </p:nvPicPr>
        <p:blipFill>
          <a:blip r:embed="rId4"/>
          <a:stretch>
            <a:fillRect/>
          </a:stretch>
        </p:blipFill>
        <p:spPr>
          <a:xfrm>
            <a:off x="3752469" y="2042160"/>
            <a:ext cx="658368" cy="658368"/>
          </a:xfrm>
          <a:prstGeom prst="rect">
            <a:avLst/>
          </a:prstGeom>
        </p:spPr>
      </p:pic>
      <p:sp>
        <p:nvSpPr>
          <p:cNvPr id="22" name="Text 15"/>
          <p:cNvSpPr txBox="1"/>
          <p:nvPr/>
        </p:nvSpPr>
        <p:spPr>
          <a:xfrm>
            <a:off x="4410837" y="2042160"/>
            <a:ext cx="548640" cy="658368"/>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pic>
        <p:nvPicPr>
          <p:cNvPr id="23" name="Image 4" descr="person walking">    </p:cNvPr>
          <p:cNvPicPr>
            <a:picLocks noChangeAspect="1"/>
          </p:cNvPicPr>
          <p:nvPr/>
        </p:nvPicPr>
        <p:blipFill>
          <a:blip r:embed="rId5"/>
          <a:stretch>
            <a:fillRect/>
          </a:stretch>
        </p:blipFill>
        <p:spPr>
          <a:xfrm>
            <a:off x="4959477" y="2042160"/>
            <a:ext cx="658368" cy="658368"/>
          </a:xfrm>
          <a:prstGeom prst="rect">
            <a:avLst/>
          </a:prstGeom>
        </p:spPr>
      </p:pic>
      <p:sp>
        <p:nvSpPr>
          <p:cNvPr id="24" name="Text 16"/>
          <p:cNvSpPr txBox="1"/>
          <p:nvPr/>
        </p:nvSpPr>
        <p:spPr>
          <a:xfrm>
            <a:off x="3477006" y="2755392"/>
            <a:ext cx="2416302" cy="475488"/>
          </a:xfrm>
          <a:prstGeom prst="rect">
            <a:avLst/>
          </a:prstGeom>
          <a:noFill/>
          <a:ln/>
        </p:spPr>
        <p:txBody>
          <a:bodyPr wrap="square" lIns="0" tIns="0" rIns="0" bIns="0" rtlCol="0" anchor="ctr"/>
          <a:lstStyle/>
          <a:p>
            <a:pPr algn="ctr" indent="0" marL="0">
              <a:buNone/>
            </a:pPr>
            <a:r>
              <a:rPr lang="en-US" sz="1400" i="1" dirty="0">
                <a:solidFill>
                  <a:schemeClr val="tx1"/>
                </a:solidFill>
              </a:rPr>
              <a:t>We stappen in.</a:t>
            </a:r>
            <a:endParaRPr lang="en-US" sz="1400" dirty="0"/>
          </a:p>
        </p:txBody>
      </p:sp>
      <p:sp>
        <p:nvSpPr>
          <p:cNvPr id="25" name="Shape 17"/>
          <p:cNvSpPr/>
          <p:nvPr/>
        </p:nvSpPr>
        <p:spPr>
          <a:xfrm>
            <a:off x="3477006" y="3293364"/>
            <a:ext cx="2416302" cy="438912"/>
          </a:xfrm>
          <a:prstGeom prst="roundRect">
            <a:avLst>
              <a:gd name="adj" fmla="val 16667"/>
            </a:avLst>
          </a:prstGeom>
          <a:solidFill>
            <a:srgbClr val="EDF6F0"/>
          </a:solidFill>
          <a:ln w="12700">
            <a:solidFill>
              <a:srgbClr val="2E7D4F"/>
            </a:solidFill>
            <a:prstDash val="solid"/>
          </a:ln>
        </p:spPr>
      </p:sp>
      <p:sp>
        <p:nvSpPr>
          <p:cNvPr id="26" name="Text 18"/>
          <p:cNvSpPr txBox="1"/>
          <p:nvPr/>
        </p:nvSpPr>
        <p:spPr>
          <a:xfrm>
            <a:off x="3504438" y="3293364"/>
            <a:ext cx="2361438" cy="438912"/>
          </a:xfrm>
          <a:prstGeom prst="rect">
            <a:avLst/>
          </a:prstGeom>
          <a:noFill/>
          <a:ln/>
        </p:spPr>
        <p:txBody>
          <a:bodyPr wrap="square" lIns="0" tIns="0" rIns="0" bIns="0" rtlCol="0" anchor="ctr"/>
          <a:lstStyle/>
          <a:p>
            <a:pPr algn="ctr" indent="0" marL="0">
              <a:buNone/>
            </a:pPr>
            <a:r>
              <a:rPr lang="en-US" sz="1300" b="1" i="1" dirty="0">
                <a:solidFill>
                  <a:schemeClr val="accent3"/>
                </a:solidFill>
              </a:rPr>
              <a:t>We stappen uit.</a:t>
            </a:r>
            <a:endParaRPr lang="en-US" sz="1300" dirty="0"/>
          </a:p>
        </p:txBody>
      </p:sp>
      <p:sp>
        <p:nvSpPr>
          <p:cNvPr id="27" name="Shape 19"/>
          <p:cNvSpPr/>
          <p:nvPr/>
        </p:nvSpPr>
        <p:spPr>
          <a:xfrm>
            <a:off x="6185916" y="1932432"/>
            <a:ext cx="2635758" cy="1891284"/>
          </a:xfrm>
          <a:prstGeom prst="roundRect">
            <a:avLst>
              <a:gd name="adj" fmla="val 580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8" name="Shape 20"/>
          <p:cNvSpPr/>
          <p:nvPr/>
        </p:nvSpPr>
        <p:spPr>
          <a:xfrm>
            <a:off x="6277356" y="2023872"/>
            <a:ext cx="329184" cy="329184"/>
          </a:xfrm>
          <a:prstGeom prst="ellipse">
            <a:avLst/>
          </a:prstGeom>
          <a:solidFill>
            <a:schemeClr val="accent5"/>
          </a:solidFill>
          <a:ln w="12700">
            <a:solidFill>
              <a:srgbClr val="FFFFFF">
                <a:alpha val="0"/>
              </a:srgbClr>
            </a:solidFill>
            <a:prstDash val="solid"/>
          </a:ln>
        </p:spPr>
      </p:sp>
      <p:sp>
        <p:nvSpPr>
          <p:cNvPr id="29" name="Text 21"/>
          <p:cNvSpPr txBox="1"/>
          <p:nvPr/>
        </p:nvSpPr>
        <p:spPr>
          <a:xfrm>
            <a:off x="6277356" y="202387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pic>
        <p:nvPicPr>
          <p:cNvPr id="30" name="Image 5" descr="chart increasing">    </p:cNvPr>
          <p:cNvPicPr>
            <a:picLocks noChangeAspect="1"/>
          </p:cNvPicPr>
          <p:nvPr/>
        </p:nvPicPr>
        <p:blipFill>
          <a:blip r:embed="rId6"/>
          <a:stretch>
            <a:fillRect/>
          </a:stretch>
        </p:blipFill>
        <p:spPr>
          <a:xfrm>
            <a:off x="6571107" y="2042160"/>
            <a:ext cx="658368" cy="658368"/>
          </a:xfrm>
          <a:prstGeom prst="rect">
            <a:avLst/>
          </a:prstGeom>
        </p:spPr>
      </p:pic>
      <p:sp>
        <p:nvSpPr>
          <p:cNvPr id="31" name="Text 22"/>
          <p:cNvSpPr txBox="1"/>
          <p:nvPr/>
        </p:nvSpPr>
        <p:spPr>
          <a:xfrm>
            <a:off x="7229475" y="2042160"/>
            <a:ext cx="548640" cy="658368"/>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pic>
        <p:nvPicPr>
          <p:cNvPr id="32" name="Image 6" descr="chart decreasing">    </p:cNvPr>
          <p:cNvPicPr>
            <a:picLocks noChangeAspect="1"/>
          </p:cNvPicPr>
          <p:nvPr/>
        </p:nvPicPr>
        <p:blipFill>
          <a:blip r:embed="rId7"/>
          <a:stretch>
            <a:fillRect/>
          </a:stretch>
        </p:blipFill>
        <p:spPr>
          <a:xfrm>
            <a:off x="7778115" y="2042160"/>
            <a:ext cx="658368" cy="658368"/>
          </a:xfrm>
          <a:prstGeom prst="rect">
            <a:avLst/>
          </a:prstGeom>
        </p:spPr>
      </p:pic>
      <p:sp>
        <p:nvSpPr>
          <p:cNvPr id="33" name="Text 23"/>
          <p:cNvSpPr txBox="1"/>
          <p:nvPr/>
        </p:nvSpPr>
        <p:spPr>
          <a:xfrm>
            <a:off x="6295644" y="2755392"/>
            <a:ext cx="2416302" cy="475488"/>
          </a:xfrm>
          <a:prstGeom prst="rect">
            <a:avLst/>
          </a:prstGeom>
          <a:noFill/>
          <a:ln/>
        </p:spPr>
        <p:txBody>
          <a:bodyPr wrap="square" lIns="0" tIns="0" rIns="0" bIns="0" rtlCol="0" anchor="ctr"/>
          <a:lstStyle/>
          <a:p>
            <a:pPr algn="ctr" indent="0" marL="0">
              <a:buNone/>
            </a:pPr>
            <a:r>
              <a:rPr lang="en-US" sz="1400" i="1" dirty="0">
                <a:solidFill>
                  <a:schemeClr val="tx1"/>
                </a:solidFill>
              </a:rPr>
              <a:t>De prijzen nemen toe.</a:t>
            </a:r>
            <a:endParaRPr lang="en-US" sz="1400" dirty="0"/>
          </a:p>
        </p:txBody>
      </p:sp>
      <p:sp>
        <p:nvSpPr>
          <p:cNvPr id="34" name="Shape 24"/>
          <p:cNvSpPr/>
          <p:nvPr/>
        </p:nvSpPr>
        <p:spPr>
          <a:xfrm>
            <a:off x="6295644" y="3293364"/>
            <a:ext cx="2416302" cy="438912"/>
          </a:xfrm>
          <a:prstGeom prst="roundRect">
            <a:avLst>
              <a:gd name="adj" fmla="val 16667"/>
            </a:avLst>
          </a:prstGeom>
          <a:solidFill>
            <a:srgbClr val="EDF6F0"/>
          </a:solidFill>
          <a:ln w="12700">
            <a:solidFill>
              <a:srgbClr val="2E7D4F"/>
            </a:solidFill>
            <a:prstDash val="solid"/>
          </a:ln>
        </p:spPr>
      </p:sp>
      <p:sp>
        <p:nvSpPr>
          <p:cNvPr id="35" name="Text 25"/>
          <p:cNvSpPr txBox="1"/>
          <p:nvPr/>
        </p:nvSpPr>
        <p:spPr>
          <a:xfrm>
            <a:off x="6323076" y="3293364"/>
            <a:ext cx="2361438" cy="438912"/>
          </a:xfrm>
          <a:prstGeom prst="rect">
            <a:avLst/>
          </a:prstGeom>
          <a:noFill/>
          <a:ln/>
        </p:spPr>
        <p:txBody>
          <a:bodyPr wrap="square" lIns="0" tIns="0" rIns="0" bIns="0" rtlCol="0" anchor="ctr"/>
          <a:lstStyle/>
          <a:p>
            <a:pPr algn="ctr" indent="0" marL="0">
              <a:buNone/>
            </a:pPr>
            <a:r>
              <a:rPr lang="en-US" sz="1300" b="1" i="1" dirty="0">
                <a:solidFill>
                  <a:schemeClr val="accent3"/>
                </a:solidFill>
              </a:rPr>
              <a:t>De prijzen nemen af.</a:t>
            </a:r>
            <a:endParaRPr lang="en-US" sz="1300" dirty="0"/>
          </a:p>
        </p:txBody>
      </p:sp>
      <p:sp>
        <p:nvSpPr>
          <p:cNvPr id="36" name="Shape 26"/>
          <p:cNvSpPr/>
          <p:nvPr/>
        </p:nvSpPr>
        <p:spPr>
          <a:xfrm>
            <a:off x="9004554" y="1932432"/>
            <a:ext cx="2635758" cy="1891284"/>
          </a:xfrm>
          <a:prstGeom prst="roundRect">
            <a:avLst>
              <a:gd name="adj" fmla="val 580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7" name="Shape 27"/>
          <p:cNvSpPr/>
          <p:nvPr/>
        </p:nvSpPr>
        <p:spPr>
          <a:xfrm>
            <a:off x="9095994" y="2023872"/>
            <a:ext cx="329184" cy="329184"/>
          </a:xfrm>
          <a:prstGeom prst="ellipse">
            <a:avLst/>
          </a:prstGeom>
          <a:solidFill>
            <a:schemeClr val="accent5"/>
          </a:solidFill>
          <a:ln w="12700">
            <a:solidFill>
              <a:srgbClr val="FFFFFF">
                <a:alpha val="0"/>
              </a:srgbClr>
            </a:solidFill>
            <a:prstDash val="solid"/>
          </a:ln>
        </p:spPr>
      </p:sp>
      <p:sp>
        <p:nvSpPr>
          <p:cNvPr id="38" name="Text 28"/>
          <p:cNvSpPr txBox="1"/>
          <p:nvPr/>
        </p:nvSpPr>
        <p:spPr>
          <a:xfrm>
            <a:off x="9095994" y="202387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pic>
        <p:nvPicPr>
          <p:cNvPr id="39" name="Image 7" descr="disappointed face">    </p:cNvPr>
          <p:cNvPicPr>
            <a:picLocks noChangeAspect="1"/>
          </p:cNvPicPr>
          <p:nvPr/>
        </p:nvPicPr>
        <p:blipFill>
          <a:blip r:embed="rId8"/>
          <a:stretch>
            <a:fillRect/>
          </a:stretch>
        </p:blipFill>
        <p:spPr>
          <a:xfrm>
            <a:off x="9389745" y="2042160"/>
            <a:ext cx="658368" cy="658368"/>
          </a:xfrm>
          <a:prstGeom prst="rect">
            <a:avLst/>
          </a:prstGeom>
        </p:spPr>
      </p:pic>
      <p:sp>
        <p:nvSpPr>
          <p:cNvPr id="40" name="Text 29"/>
          <p:cNvSpPr txBox="1"/>
          <p:nvPr/>
        </p:nvSpPr>
        <p:spPr>
          <a:xfrm>
            <a:off x="10048113" y="2042160"/>
            <a:ext cx="548640" cy="658368"/>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pic>
        <p:nvPicPr>
          <p:cNvPr id="41" name="Image 8" descr="grinning face">    </p:cNvPr>
          <p:cNvPicPr>
            <a:picLocks noChangeAspect="1"/>
          </p:cNvPicPr>
          <p:nvPr/>
        </p:nvPicPr>
        <p:blipFill>
          <a:blip r:embed="rId9"/>
          <a:stretch>
            <a:fillRect/>
          </a:stretch>
        </p:blipFill>
        <p:spPr>
          <a:xfrm>
            <a:off x="10596753" y="2042160"/>
            <a:ext cx="658368" cy="658368"/>
          </a:xfrm>
          <a:prstGeom prst="rect">
            <a:avLst/>
          </a:prstGeom>
        </p:spPr>
      </p:pic>
      <p:sp>
        <p:nvSpPr>
          <p:cNvPr id="42" name="Text 30"/>
          <p:cNvSpPr txBox="1"/>
          <p:nvPr/>
        </p:nvSpPr>
        <p:spPr>
          <a:xfrm>
            <a:off x="9114282" y="2755392"/>
            <a:ext cx="2416302" cy="475488"/>
          </a:xfrm>
          <a:prstGeom prst="rect">
            <a:avLst/>
          </a:prstGeom>
          <a:noFill/>
          <a:ln/>
        </p:spPr>
        <p:txBody>
          <a:bodyPr wrap="square" lIns="0" tIns="0" rIns="0" bIns="0" rtlCol="0" anchor="ctr"/>
          <a:lstStyle/>
          <a:p>
            <a:pPr algn="ctr" indent="0" marL="0">
              <a:buNone/>
            </a:pPr>
            <a:r>
              <a:rPr lang="en-US" sz="1400" i="1" dirty="0">
                <a:solidFill>
                  <a:schemeClr val="tx1"/>
                </a:solidFill>
              </a:rPr>
              <a:t>Het examen viel tegen.</a:t>
            </a:r>
            <a:endParaRPr lang="en-US" sz="1400" dirty="0"/>
          </a:p>
        </p:txBody>
      </p:sp>
      <p:sp>
        <p:nvSpPr>
          <p:cNvPr id="43" name="Shape 31"/>
          <p:cNvSpPr/>
          <p:nvPr/>
        </p:nvSpPr>
        <p:spPr>
          <a:xfrm>
            <a:off x="9114282" y="3293364"/>
            <a:ext cx="2416302" cy="438912"/>
          </a:xfrm>
          <a:prstGeom prst="roundRect">
            <a:avLst>
              <a:gd name="adj" fmla="val 16667"/>
            </a:avLst>
          </a:prstGeom>
          <a:solidFill>
            <a:srgbClr val="EDF6F0"/>
          </a:solidFill>
          <a:ln w="12700">
            <a:solidFill>
              <a:srgbClr val="2E7D4F"/>
            </a:solidFill>
            <a:prstDash val="solid"/>
          </a:ln>
        </p:spPr>
      </p:sp>
      <p:sp>
        <p:nvSpPr>
          <p:cNvPr id="44" name="Text 32"/>
          <p:cNvSpPr txBox="1"/>
          <p:nvPr/>
        </p:nvSpPr>
        <p:spPr>
          <a:xfrm>
            <a:off x="9141714" y="3293364"/>
            <a:ext cx="2361438" cy="438912"/>
          </a:xfrm>
          <a:prstGeom prst="rect">
            <a:avLst/>
          </a:prstGeom>
          <a:noFill/>
          <a:ln/>
        </p:spPr>
        <p:txBody>
          <a:bodyPr wrap="square" lIns="0" tIns="0" rIns="0" bIns="0" rtlCol="0" anchor="ctr"/>
          <a:lstStyle/>
          <a:p>
            <a:pPr algn="ctr" indent="0" marL="0">
              <a:buNone/>
            </a:pPr>
            <a:r>
              <a:rPr lang="en-US" sz="1300" b="1" i="1" dirty="0">
                <a:solidFill>
                  <a:schemeClr val="accent3"/>
                </a:solidFill>
              </a:rPr>
              <a:t>Het examen viel mee.</a:t>
            </a:r>
            <a:endParaRPr lang="en-US" sz="1300" dirty="0"/>
          </a:p>
        </p:txBody>
      </p:sp>
      <p:sp>
        <p:nvSpPr>
          <p:cNvPr id="45" name="Shape 33"/>
          <p:cNvSpPr/>
          <p:nvPr/>
        </p:nvSpPr>
        <p:spPr>
          <a:xfrm>
            <a:off x="548640" y="4006596"/>
            <a:ext cx="2635758" cy="1891284"/>
          </a:xfrm>
          <a:prstGeom prst="roundRect">
            <a:avLst>
              <a:gd name="adj" fmla="val 580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6" name="Shape 34"/>
          <p:cNvSpPr/>
          <p:nvPr/>
        </p:nvSpPr>
        <p:spPr>
          <a:xfrm>
            <a:off x="640080" y="4098036"/>
            <a:ext cx="329184" cy="329184"/>
          </a:xfrm>
          <a:prstGeom prst="ellipse">
            <a:avLst/>
          </a:prstGeom>
          <a:solidFill>
            <a:schemeClr val="accent5"/>
          </a:solidFill>
          <a:ln w="12700">
            <a:solidFill>
              <a:srgbClr val="FFFFFF">
                <a:alpha val="0"/>
              </a:srgbClr>
            </a:solidFill>
            <a:prstDash val="solid"/>
          </a:ln>
        </p:spPr>
      </p:sp>
      <p:sp>
        <p:nvSpPr>
          <p:cNvPr id="47" name="Text 35"/>
          <p:cNvSpPr txBox="1"/>
          <p:nvPr/>
        </p:nvSpPr>
        <p:spPr>
          <a:xfrm>
            <a:off x="640080" y="409803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pic>
        <p:nvPicPr>
          <p:cNvPr id="48" name="Image 9" descr="hamburger">    </p:cNvPr>
          <p:cNvPicPr>
            <a:picLocks noChangeAspect="1"/>
          </p:cNvPicPr>
          <p:nvPr/>
        </p:nvPicPr>
        <p:blipFill>
          <a:blip r:embed="rId10"/>
          <a:stretch>
            <a:fillRect/>
          </a:stretch>
        </p:blipFill>
        <p:spPr>
          <a:xfrm>
            <a:off x="933831" y="4116324"/>
            <a:ext cx="658368" cy="658368"/>
          </a:xfrm>
          <a:prstGeom prst="rect">
            <a:avLst/>
          </a:prstGeom>
        </p:spPr>
      </p:pic>
      <p:sp>
        <p:nvSpPr>
          <p:cNvPr id="49" name="Text 36"/>
          <p:cNvSpPr txBox="1"/>
          <p:nvPr/>
        </p:nvSpPr>
        <p:spPr>
          <a:xfrm>
            <a:off x="1592199" y="4116324"/>
            <a:ext cx="548640" cy="658368"/>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pic>
        <p:nvPicPr>
          <p:cNvPr id="50" name="Image 10" descr="green salad">    </p:cNvPr>
          <p:cNvPicPr>
            <a:picLocks noChangeAspect="1"/>
          </p:cNvPicPr>
          <p:nvPr/>
        </p:nvPicPr>
        <p:blipFill>
          <a:blip r:embed="rId11"/>
          <a:stretch>
            <a:fillRect/>
          </a:stretch>
        </p:blipFill>
        <p:spPr>
          <a:xfrm>
            <a:off x="2140839" y="4116324"/>
            <a:ext cx="658368" cy="658368"/>
          </a:xfrm>
          <a:prstGeom prst="rect">
            <a:avLst/>
          </a:prstGeom>
        </p:spPr>
      </p:pic>
      <p:sp>
        <p:nvSpPr>
          <p:cNvPr id="51" name="Text 37"/>
          <p:cNvSpPr txBox="1"/>
          <p:nvPr/>
        </p:nvSpPr>
        <p:spPr>
          <a:xfrm>
            <a:off x="658368" y="4829556"/>
            <a:ext cx="2416302" cy="475488"/>
          </a:xfrm>
          <a:prstGeom prst="rect">
            <a:avLst/>
          </a:prstGeom>
          <a:noFill/>
          <a:ln/>
        </p:spPr>
        <p:txBody>
          <a:bodyPr wrap="square" lIns="0" tIns="0" rIns="0" bIns="0" rtlCol="0" anchor="ctr"/>
          <a:lstStyle/>
          <a:p>
            <a:pPr algn="ctr" indent="0" marL="0">
              <a:buNone/>
            </a:pPr>
            <a:r>
              <a:rPr lang="en-US" sz="1400" i="1" dirty="0">
                <a:solidFill>
                  <a:schemeClr val="tx1"/>
                </a:solidFill>
              </a:rPr>
              <a:t>Ik ben 3 kilo aangekomen.</a:t>
            </a:r>
            <a:endParaRPr lang="en-US" sz="1400" dirty="0"/>
          </a:p>
        </p:txBody>
      </p:sp>
      <p:sp>
        <p:nvSpPr>
          <p:cNvPr id="52" name="Shape 38"/>
          <p:cNvSpPr/>
          <p:nvPr/>
        </p:nvSpPr>
        <p:spPr>
          <a:xfrm>
            <a:off x="658368" y="5367528"/>
            <a:ext cx="2416302" cy="438912"/>
          </a:xfrm>
          <a:prstGeom prst="roundRect">
            <a:avLst>
              <a:gd name="adj" fmla="val 16667"/>
            </a:avLst>
          </a:prstGeom>
          <a:solidFill>
            <a:srgbClr val="EDF6F0"/>
          </a:solidFill>
          <a:ln w="12700">
            <a:solidFill>
              <a:srgbClr val="2E7D4F"/>
            </a:solidFill>
            <a:prstDash val="solid"/>
          </a:ln>
        </p:spPr>
      </p:sp>
      <p:sp>
        <p:nvSpPr>
          <p:cNvPr id="53" name="Text 39"/>
          <p:cNvSpPr txBox="1"/>
          <p:nvPr/>
        </p:nvSpPr>
        <p:spPr>
          <a:xfrm>
            <a:off x="685800" y="5367528"/>
            <a:ext cx="2361438" cy="438912"/>
          </a:xfrm>
          <a:prstGeom prst="rect">
            <a:avLst/>
          </a:prstGeom>
          <a:noFill/>
          <a:ln/>
        </p:spPr>
        <p:txBody>
          <a:bodyPr wrap="square" lIns="0" tIns="0" rIns="0" bIns="0" rtlCol="0" anchor="ctr"/>
          <a:lstStyle/>
          <a:p>
            <a:pPr algn="ctr" indent="0" marL="0">
              <a:buNone/>
            </a:pPr>
            <a:r>
              <a:rPr lang="en-US" sz="1300" b="1" i="1" dirty="0">
                <a:solidFill>
                  <a:schemeClr val="accent3"/>
                </a:solidFill>
              </a:rPr>
              <a:t>Ik ben 3 kilo afgevallen.</a:t>
            </a:r>
            <a:endParaRPr lang="en-US" sz="1300" dirty="0"/>
          </a:p>
        </p:txBody>
      </p:sp>
      <p:sp>
        <p:nvSpPr>
          <p:cNvPr id="54" name="Shape 40"/>
          <p:cNvSpPr/>
          <p:nvPr/>
        </p:nvSpPr>
        <p:spPr>
          <a:xfrm>
            <a:off x="3367278" y="4006596"/>
            <a:ext cx="2635758" cy="1891284"/>
          </a:xfrm>
          <a:prstGeom prst="roundRect">
            <a:avLst>
              <a:gd name="adj" fmla="val 580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5" name="Shape 41"/>
          <p:cNvSpPr/>
          <p:nvPr/>
        </p:nvSpPr>
        <p:spPr>
          <a:xfrm>
            <a:off x="3458718" y="4098036"/>
            <a:ext cx="329184" cy="329184"/>
          </a:xfrm>
          <a:prstGeom prst="ellipse">
            <a:avLst/>
          </a:prstGeom>
          <a:solidFill>
            <a:schemeClr val="accent5"/>
          </a:solidFill>
          <a:ln w="12700">
            <a:solidFill>
              <a:srgbClr val="FFFFFF">
                <a:alpha val="0"/>
              </a:srgbClr>
            </a:solidFill>
            <a:prstDash val="solid"/>
          </a:ln>
        </p:spPr>
      </p:sp>
      <p:sp>
        <p:nvSpPr>
          <p:cNvPr id="56" name="Text 42"/>
          <p:cNvSpPr txBox="1"/>
          <p:nvPr/>
        </p:nvSpPr>
        <p:spPr>
          <a:xfrm>
            <a:off x="3458718" y="409803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pic>
        <p:nvPicPr>
          <p:cNvPr id="57" name="Image 11" descr="laptop">    </p:cNvPr>
          <p:cNvPicPr>
            <a:picLocks noChangeAspect="1"/>
          </p:cNvPicPr>
          <p:nvPr/>
        </p:nvPicPr>
        <p:blipFill>
          <a:blip r:embed="rId12"/>
          <a:stretch>
            <a:fillRect/>
          </a:stretch>
        </p:blipFill>
        <p:spPr>
          <a:xfrm>
            <a:off x="3752469" y="4116324"/>
            <a:ext cx="658368" cy="658368"/>
          </a:xfrm>
          <a:prstGeom prst="rect">
            <a:avLst/>
          </a:prstGeom>
        </p:spPr>
      </p:pic>
      <p:sp>
        <p:nvSpPr>
          <p:cNvPr id="58" name="Text 43"/>
          <p:cNvSpPr txBox="1"/>
          <p:nvPr/>
        </p:nvSpPr>
        <p:spPr>
          <a:xfrm>
            <a:off x="4410837" y="4116324"/>
            <a:ext cx="548640" cy="658368"/>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pic>
        <p:nvPicPr>
          <p:cNvPr id="59" name="Image 12" descr="laptop">    </p:cNvPr>
          <p:cNvPicPr>
            <a:picLocks noChangeAspect="1"/>
          </p:cNvPicPr>
          <p:nvPr/>
        </p:nvPicPr>
        <p:blipFill>
          <a:blip r:embed="rId13">
            <a:alphaModFix amt="25000"/>
          </a:blip>
          <a:stretch>
            <a:fillRect/>
          </a:stretch>
        </p:blipFill>
        <p:spPr>
          <a:xfrm>
            <a:off x="4959477" y="4116324"/>
            <a:ext cx="658368" cy="658368"/>
          </a:xfrm>
          <a:prstGeom prst="rect">
            <a:avLst/>
          </a:prstGeom>
        </p:spPr>
      </p:pic>
      <p:sp>
        <p:nvSpPr>
          <p:cNvPr id="60" name="Text 44"/>
          <p:cNvSpPr txBox="1"/>
          <p:nvPr/>
        </p:nvSpPr>
        <p:spPr>
          <a:xfrm>
            <a:off x="3477006" y="4829556"/>
            <a:ext cx="2416302" cy="475488"/>
          </a:xfrm>
          <a:prstGeom prst="rect">
            <a:avLst/>
          </a:prstGeom>
          <a:noFill/>
          <a:ln/>
        </p:spPr>
        <p:txBody>
          <a:bodyPr wrap="square" lIns="0" tIns="0" rIns="0" bIns="0" rtlCol="0" anchor="ctr"/>
          <a:lstStyle/>
          <a:p>
            <a:pPr algn="ctr" indent="0" marL="0">
              <a:buNone/>
            </a:pPr>
            <a:r>
              <a:rPr lang="en-US" sz="1400" i="1" dirty="0">
                <a:solidFill>
                  <a:schemeClr val="tx1"/>
                </a:solidFill>
              </a:rPr>
              <a:t>Ik log in.</a:t>
            </a:r>
            <a:endParaRPr lang="en-US" sz="1400" dirty="0"/>
          </a:p>
        </p:txBody>
      </p:sp>
      <p:sp>
        <p:nvSpPr>
          <p:cNvPr id="61" name="Shape 45"/>
          <p:cNvSpPr/>
          <p:nvPr/>
        </p:nvSpPr>
        <p:spPr>
          <a:xfrm>
            <a:off x="3477006" y="5367528"/>
            <a:ext cx="2416302" cy="438912"/>
          </a:xfrm>
          <a:prstGeom prst="roundRect">
            <a:avLst>
              <a:gd name="adj" fmla="val 16667"/>
            </a:avLst>
          </a:prstGeom>
          <a:solidFill>
            <a:srgbClr val="EDF6F0"/>
          </a:solidFill>
          <a:ln w="12700">
            <a:solidFill>
              <a:srgbClr val="2E7D4F"/>
            </a:solidFill>
            <a:prstDash val="solid"/>
          </a:ln>
        </p:spPr>
      </p:sp>
      <p:sp>
        <p:nvSpPr>
          <p:cNvPr id="62" name="Text 46"/>
          <p:cNvSpPr txBox="1"/>
          <p:nvPr/>
        </p:nvSpPr>
        <p:spPr>
          <a:xfrm>
            <a:off x="3504438" y="5367528"/>
            <a:ext cx="2361438" cy="438912"/>
          </a:xfrm>
          <a:prstGeom prst="rect">
            <a:avLst/>
          </a:prstGeom>
          <a:noFill/>
          <a:ln/>
        </p:spPr>
        <p:txBody>
          <a:bodyPr wrap="square" lIns="0" tIns="0" rIns="0" bIns="0" rtlCol="0" anchor="ctr"/>
          <a:lstStyle/>
          <a:p>
            <a:pPr algn="ctr" indent="0" marL="0">
              <a:buNone/>
            </a:pPr>
            <a:r>
              <a:rPr lang="en-US" sz="1300" b="1" i="1" dirty="0">
                <a:solidFill>
                  <a:schemeClr val="accent3"/>
                </a:solidFill>
              </a:rPr>
              <a:t>Ik log uit.</a:t>
            </a:r>
            <a:endParaRPr lang="en-US" sz="1300" dirty="0"/>
          </a:p>
        </p:txBody>
      </p:sp>
      <p:sp>
        <p:nvSpPr>
          <p:cNvPr id="63" name="Shape 47"/>
          <p:cNvSpPr/>
          <p:nvPr/>
        </p:nvSpPr>
        <p:spPr>
          <a:xfrm>
            <a:off x="6185916" y="4006596"/>
            <a:ext cx="2635758" cy="1891284"/>
          </a:xfrm>
          <a:prstGeom prst="roundRect">
            <a:avLst>
              <a:gd name="adj" fmla="val 580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4" name="Shape 48"/>
          <p:cNvSpPr/>
          <p:nvPr/>
        </p:nvSpPr>
        <p:spPr>
          <a:xfrm>
            <a:off x="6277356" y="4098036"/>
            <a:ext cx="329184" cy="329184"/>
          </a:xfrm>
          <a:prstGeom prst="ellipse">
            <a:avLst/>
          </a:prstGeom>
          <a:solidFill>
            <a:schemeClr val="accent5"/>
          </a:solidFill>
          <a:ln w="12700">
            <a:solidFill>
              <a:srgbClr val="FFFFFF">
                <a:alpha val="0"/>
              </a:srgbClr>
            </a:solidFill>
            <a:prstDash val="solid"/>
          </a:ln>
        </p:spPr>
      </p:sp>
      <p:sp>
        <p:nvSpPr>
          <p:cNvPr id="65" name="Text 49"/>
          <p:cNvSpPr txBox="1"/>
          <p:nvPr/>
        </p:nvSpPr>
        <p:spPr>
          <a:xfrm>
            <a:off x="6277356" y="409803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pic>
        <p:nvPicPr>
          <p:cNvPr id="66" name="Image 13" descr="nose">    </p:cNvPr>
          <p:cNvPicPr>
            <a:picLocks noChangeAspect="1"/>
          </p:cNvPicPr>
          <p:nvPr/>
        </p:nvPicPr>
        <p:blipFill>
          <a:blip r:embed="rId14"/>
          <a:stretch>
            <a:fillRect/>
          </a:stretch>
        </p:blipFill>
        <p:spPr>
          <a:xfrm>
            <a:off x="6571107" y="4116324"/>
            <a:ext cx="658368" cy="658368"/>
          </a:xfrm>
          <a:prstGeom prst="rect">
            <a:avLst/>
          </a:prstGeom>
        </p:spPr>
      </p:pic>
      <p:sp>
        <p:nvSpPr>
          <p:cNvPr id="67" name="Text 50"/>
          <p:cNvSpPr txBox="1"/>
          <p:nvPr/>
        </p:nvSpPr>
        <p:spPr>
          <a:xfrm>
            <a:off x="7229475" y="4116324"/>
            <a:ext cx="548640" cy="658368"/>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pic>
        <p:nvPicPr>
          <p:cNvPr id="68" name="Image 14" descr="face exhaling">    </p:cNvPr>
          <p:cNvPicPr>
            <a:picLocks noChangeAspect="1"/>
          </p:cNvPicPr>
          <p:nvPr/>
        </p:nvPicPr>
        <p:blipFill>
          <a:blip r:embed="rId15"/>
          <a:stretch>
            <a:fillRect/>
          </a:stretch>
        </p:blipFill>
        <p:spPr>
          <a:xfrm>
            <a:off x="7778115" y="4116324"/>
            <a:ext cx="658368" cy="658368"/>
          </a:xfrm>
          <a:prstGeom prst="rect">
            <a:avLst/>
          </a:prstGeom>
        </p:spPr>
      </p:pic>
      <p:sp>
        <p:nvSpPr>
          <p:cNvPr id="69" name="Text 51"/>
          <p:cNvSpPr txBox="1"/>
          <p:nvPr/>
        </p:nvSpPr>
        <p:spPr>
          <a:xfrm>
            <a:off x="6295644" y="4829556"/>
            <a:ext cx="2416302" cy="475488"/>
          </a:xfrm>
          <a:prstGeom prst="rect">
            <a:avLst/>
          </a:prstGeom>
          <a:noFill/>
          <a:ln/>
        </p:spPr>
        <p:txBody>
          <a:bodyPr wrap="square" lIns="0" tIns="0" rIns="0" bIns="0" rtlCol="0" anchor="ctr"/>
          <a:lstStyle/>
          <a:p>
            <a:pPr algn="ctr" indent="0" marL="0">
              <a:buNone/>
            </a:pPr>
            <a:r>
              <a:rPr lang="en-US" sz="1400" i="1" dirty="0">
                <a:solidFill>
                  <a:schemeClr val="tx1"/>
                </a:solidFill>
              </a:rPr>
              <a:t>Adem diep in.</a:t>
            </a:r>
            <a:endParaRPr lang="en-US" sz="1400" dirty="0"/>
          </a:p>
        </p:txBody>
      </p:sp>
      <p:sp>
        <p:nvSpPr>
          <p:cNvPr id="70" name="Shape 52"/>
          <p:cNvSpPr/>
          <p:nvPr/>
        </p:nvSpPr>
        <p:spPr>
          <a:xfrm>
            <a:off x="6295644" y="5367528"/>
            <a:ext cx="2416302" cy="438912"/>
          </a:xfrm>
          <a:prstGeom prst="roundRect">
            <a:avLst>
              <a:gd name="adj" fmla="val 16667"/>
            </a:avLst>
          </a:prstGeom>
          <a:solidFill>
            <a:srgbClr val="EDF6F0"/>
          </a:solidFill>
          <a:ln w="12700">
            <a:solidFill>
              <a:srgbClr val="2E7D4F"/>
            </a:solidFill>
            <a:prstDash val="solid"/>
          </a:ln>
        </p:spPr>
      </p:sp>
      <p:sp>
        <p:nvSpPr>
          <p:cNvPr id="71" name="Text 53"/>
          <p:cNvSpPr txBox="1"/>
          <p:nvPr/>
        </p:nvSpPr>
        <p:spPr>
          <a:xfrm>
            <a:off x="6323076" y="5367528"/>
            <a:ext cx="2361438" cy="438912"/>
          </a:xfrm>
          <a:prstGeom prst="rect">
            <a:avLst/>
          </a:prstGeom>
          <a:noFill/>
          <a:ln/>
        </p:spPr>
        <p:txBody>
          <a:bodyPr wrap="square" lIns="0" tIns="0" rIns="0" bIns="0" rtlCol="0" anchor="ctr"/>
          <a:lstStyle/>
          <a:p>
            <a:pPr algn="ctr" indent="0" marL="0">
              <a:buNone/>
            </a:pPr>
            <a:r>
              <a:rPr lang="en-US" sz="1300" b="1" i="1" dirty="0">
                <a:solidFill>
                  <a:schemeClr val="accent3"/>
                </a:solidFill>
              </a:rPr>
              <a:t>Adem diep uit.</a:t>
            </a:r>
            <a:endParaRPr lang="en-US" sz="1300" dirty="0"/>
          </a:p>
        </p:txBody>
      </p:sp>
      <p:sp>
        <p:nvSpPr>
          <p:cNvPr id="72" name="Shape 54"/>
          <p:cNvSpPr/>
          <p:nvPr/>
        </p:nvSpPr>
        <p:spPr>
          <a:xfrm>
            <a:off x="9004554" y="4006596"/>
            <a:ext cx="2635758" cy="1891284"/>
          </a:xfrm>
          <a:prstGeom prst="roundRect">
            <a:avLst>
              <a:gd name="adj" fmla="val 580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73" name="Shape 55"/>
          <p:cNvSpPr/>
          <p:nvPr/>
        </p:nvSpPr>
        <p:spPr>
          <a:xfrm>
            <a:off x="9095994" y="4098036"/>
            <a:ext cx="329184" cy="329184"/>
          </a:xfrm>
          <a:prstGeom prst="ellipse">
            <a:avLst/>
          </a:prstGeom>
          <a:solidFill>
            <a:schemeClr val="accent5"/>
          </a:solidFill>
          <a:ln w="12700">
            <a:solidFill>
              <a:srgbClr val="FFFFFF">
                <a:alpha val="0"/>
              </a:srgbClr>
            </a:solidFill>
            <a:prstDash val="solid"/>
          </a:ln>
        </p:spPr>
      </p:sp>
      <p:sp>
        <p:nvSpPr>
          <p:cNvPr id="74" name="Text 56"/>
          <p:cNvSpPr txBox="1"/>
          <p:nvPr/>
        </p:nvSpPr>
        <p:spPr>
          <a:xfrm>
            <a:off x="9095994" y="409803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pic>
        <p:nvPicPr>
          <p:cNvPr id="75" name="Image 15" descr="door">    </p:cNvPr>
          <p:cNvPicPr>
            <a:picLocks noChangeAspect="1"/>
          </p:cNvPicPr>
          <p:nvPr/>
        </p:nvPicPr>
        <p:blipFill>
          <a:blip r:embed="rId16"/>
          <a:stretch>
            <a:fillRect/>
          </a:stretch>
        </p:blipFill>
        <p:spPr>
          <a:xfrm>
            <a:off x="9389745" y="4116324"/>
            <a:ext cx="658368" cy="658368"/>
          </a:xfrm>
          <a:prstGeom prst="rect">
            <a:avLst/>
          </a:prstGeom>
        </p:spPr>
      </p:pic>
      <p:sp>
        <p:nvSpPr>
          <p:cNvPr id="76" name="Text 57"/>
          <p:cNvSpPr txBox="1"/>
          <p:nvPr/>
        </p:nvSpPr>
        <p:spPr>
          <a:xfrm>
            <a:off x="10048113" y="4116324"/>
            <a:ext cx="548640" cy="658368"/>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pic>
        <p:nvPicPr>
          <p:cNvPr id="77" name="Image 16" descr="locked">    </p:cNvPr>
          <p:cNvPicPr>
            <a:picLocks noChangeAspect="1"/>
          </p:cNvPicPr>
          <p:nvPr/>
        </p:nvPicPr>
        <p:blipFill>
          <a:blip r:embed="rId17"/>
          <a:stretch>
            <a:fillRect/>
          </a:stretch>
        </p:blipFill>
        <p:spPr>
          <a:xfrm>
            <a:off x="10596753" y="4116324"/>
            <a:ext cx="658368" cy="658368"/>
          </a:xfrm>
          <a:prstGeom prst="rect">
            <a:avLst/>
          </a:prstGeom>
        </p:spPr>
      </p:pic>
      <p:sp>
        <p:nvSpPr>
          <p:cNvPr id="78" name="Text 58"/>
          <p:cNvSpPr txBox="1"/>
          <p:nvPr/>
        </p:nvSpPr>
        <p:spPr>
          <a:xfrm>
            <a:off x="9114282" y="4829556"/>
            <a:ext cx="2416302" cy="475488"/>
          </a:xfrm>
          <a:prstGeom prst="rect">
            <a:avLst/>
          </a:prstGeom>
          <a:noFill/>
          <a:ln/>
        </p:spPr>
        <p:txBody>
          <a:bodyPr wrap="square" lIns="0" tIns="0" rIns="0" bIns="0" rtlCol="0" anchor="ctr"/>
          <a:lstStyle/>
          <a:p>
            <a:pPr algn="ctr" indent="0" marL="0">
              <a:buNone/>
            </a:pPr>
            <a:r>
              <a:rPr lang="en-US" sz="1400" i="1" dirty="0">
                <a:solidFill>
                  <a:schemeClr val="tx1"/>
                </a:solidFill>
              </a:rPr>
              <a:t>Doe de deur open.</a:t>
            </a:r>
            <a:endParaRPr lang="en-US" sz="1400" dirty="0"/>
          </a:p>
        </p:txBody>
      </p:sp>
      <p:sp>
        <p:nvSpPr>
          <p:cNvPr id="79" name="Shape 59"/>
          <p:cNvSpPr/>
          <p:nvPr/>
        </p:nvSpPr>
        <p:spPr>
          <a:xfrm>
            <a:off x="9114282" y="5367528"/>
            <a:ext cx="2416302" cy="438912"/>
          </a:xfrm>
          <a:prstGeom prst="roundRect">
            <a:avLst>
              <a:gd name="adj" fmla="val 16667"/>
            </a:avLst>
          </a:prstGeom>
          <a:solidFill>
            <a:srgbClr val="EDF6F0"/>
          </a:solidFill>
          <a:ln w="12700">
            <a:solidFill>
              <a:srgbClr val="2E7D4F"/>
            </a:solidFill>
            <a:prstDash val="solid"/>
          </a:ln>
        </p:spPr>
      </p:sp>
      <p:sp>
        <p:nvSpPr>
          <p:cNvPr id="80" name="Text 60"/>
          <p:cNvSpPr txBox="1"/>
          <p:nvPr/>
        </p:nvSpPr>
        <p:spPr>
          <a:xfrm>
            <a:off x="9141714" y="5367528"/>
            <a:ext cx="2361438" cy="438912"/>
          </a:xfrm>
          <a:prstGeom prst="rect">
            <a:avLst/>
          </a:prstGeom>
          <a:noFill/>
          <a:ln/>
        </p:spPr>
        <p:txBody>
          <a:bodyPr wrap="square" lIns="0" tIns="0" rIns="0" bIns="0" rtlCol="0" anchor="ctr"/>
          <a:lstStyle/>
          <a:p>
            <a:pPr algn="ctr" indent="0" marL="0">
              <a:buNone/>
            </a:pPr>
            <a:r>
              <a:rPr lang="en-US" sz="1300" b="1" i="1" dirty="0">
                <a:solidFill>
                  <a:schemeClr val="accent3"/>
                </a:solidFill>
              </a:rPr>
              <a:t>Doe de deur dicht.</a:t>
            </a:r>
            <a:endParaRPr lang="en-US" sz="1300" dirty="0"/>
          </a:p>
        </p:txBody>
      </p:sp>
      <p:sp>
        <p:nvSpPr>
          <p:cNvPr id="81" name="Text 61"/>
          <p:cNvSpPr txBox="1"/>
          <p:nvPr/>
        </p:nvSpPr>
        <p:spPr>
          <a:xfrm>
            <a:off x="548640" y="5925312"/>
            <a:ext cx="11091672" cy="329184"/>
          </a:xfrm>
          <a:prstGeom prst="rect">
            <a:avLst/>
          </a:prstGeom>
          <a:noFill/>
          <a:ln/>
        </p:spPr>
        <p:txBody>
          <a:bodyPr wrap="square" lIns="0" tIns="0" rIns="0" bIns="0" rtlCol="0" anchor="t"/>
          <a:lstStyle/>
          <a:p>
            <a:pPr algn="ctr" indent="0" marL="0">
              <a:buNone/>
            </a:pPr>
            <a:r>
              <a:rPr lang="en-US" sz="1400" i="1" dirty="0">
                <a:solidFill>
                  <a:schemeClr val="accent5"/>
                </a:solidFill>
              </a:rPr>
              <a:t>En Belgique, aussi : n° 1 </a:t>
            </a:r>
            <a:r>
              <a:rPr lang="en-US" sz="1400" i="1" dirty="0">
                <a:solidFill>
                  <a:schemeClr val="accent5"/>
                </a:solidFill>
              </a:rPr>
              <a:t>af</a:t>
            </a:r>
            <a:r>
              <a:rPr lang="en-US" sz="1400" i="1" dirty="0">
                <a:solidFill>
                  <a:schemeClr val="accent5"/>
                </a:solidFill>
              </a:rPr>
              <a:t> · n° 2 </a:t>
            </a:r>
            <a:r>
              <a:rPr lang="en-US" sz="1400" i="1" dirty="0">
                <a:solidFill>
                  <a:schemeClr val="accent5"/>
                </a:solidFill>
              </a:rPr>
              <a:t>af</a:t>
            </a:r>
            <a:r>
              <a:rPr lang="en-US" sz="1400" i="1" dirty="0">
                <a:solidFill>
                  <a:schemeClr val="accent5"/>
                </a:solidFill>
              </a:rPr>
              <a:t> (</a:t>
            </a:r>
            <a:r>
              <a:rPr lang="en-US" sz="1400" i="1" dirty="0">
                <a:solidFill>
                  <a:schemeClr val="accent5"/>
                </a:solidFill>
              </a:rPr>
              <a:t>afstappen</a:t>
            </a:r>
            <a:r>
              <a:rPr lang="en-US" sz="1400" i="1" dirty="0">
                <a:solidFill>
                  <a:schemeClr val="accent5"/>
                </a:solidFill>
              </a:rPr>
              <a:t>) · n° 8 </a:t>
            </a:r>
            <a:r>
              <a:rPr lang="en-US" sz="1400" i="1" dirty="0">
                <a:solidFill>
                  <a:schemeClr val="accent5"/>
                </a:solidFill>
              </a:rPr>
              <a:t>toe</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La roulette des particules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640080" y="1737360"/>
            <a:ext cx="4114800" cy="4114800"/>
          </a:xfrm>
          <a:prstGeom prst="pie">
            <a:avLst>
              <a:gd name="adj1" fmla="val 16200000"/>
              <a:gd name="adj2" fmla="val 18000000"/>
            </a:avLst>
          </a:prstGeom>
          <a:solidFill>
            <a:srgbClr val="2A6FB0"/>
          </a:solidFill>
          <a:ln w="25400">
            <a:solidFill>
              <a:srgbClr val="FFFFFF"/>
            </a:solidFill>
            <a:prstDash val="solid"/>
          </a:ln>
        </p:spPr>
      </p:sp>
      <p:sp>
        <p:nvSpPr>
          <p:cNvPr id="7" name="Text 4"/>
          <p:cNvSpPr txBox="1"/>
          <p:nvPr/>
        </p:nvSpPr>
        <p:spPr>
          <a:xfrm>
            <a:off x="2602376" y="2242231"/>
            <a:ext cx="914400" cy="402336"/>
          </a:xfrm>
          <a:prstGeom prst="rect">
            <a:avLst/>
          </a:prstGeom>
          <a:noFill/>
          <a:ln/>
        </p:spPr>
        <p:txBody>
          <a:bodyPr wrap="square" lIns="0" tIns="0" rIns="0" bIns="0" rtlCol="0" anchor="ctr"/>
          <a:lstStyle/>
          <a:p>
            <a:pPr algn="ctr" indent="0" marL="0">
              <a:buNone/>
            </a:pPr>
            <a:r>
              <a:rPr lang="en-US" sz="1500" b="1" dirty="0">
                <a:solidFill>
                  <a:schemeClr val="bg1"/>
                </a:solidFill>
              </a:rPr>
              <a:t>aan</a:t>
            </a:r>
            <a:endParaRPr lang="en-US" sz="1500" dirty="0"/>
          </a:p>
        </p:txBody>
      </p:sp>
      <p:sp>
        <p:nvSpPr>
          <p:cNvPr id="8" name="Shape 5"/>
          <p:cNvSpPr/>
          <p:nvPr/>
        </p:nvSpPr>
        <p:spPr>
          <a:xfrm>
            <a:off x="640080" y="1737360"/>
            <a:ext cx="4114800" cy="4114800"/>
          </a:xfrm>
          <a:prstGeom prst="pie">
            <a:avLst>
              <a:gd name="adj1" fmla="val 18000000"/>
              <a:gd name="adj2" fmla="val 19800000"/>
            </a:avLst>
          </a:prstGeom>
          <a:solidFill>
            <a:srgbClr val="B83227"/>
          </a:solidFill>
          <a:ln w="25400">
            <a:solidFill>
              <a:srgbClr val="FFFFFF"/>
            </a:solidFill>
            <a:prstDash val="solid"/>
          </a:ln>
        </p:spPr>
      </p:sp>
      <p:sp>
        <p:nvSpPr>
          <p:cNvPr id="9" name="Text 6"/>
          <p:cNvSpPr txBox="1"/>
          <p:nvPr/>
        </p:nvSpPr>
        <p:spPr>
          <a:xfrm>
            <a:off x="3229545" y="2604327"/>
            <a:ext cx="914400" cy="402336"/>
          </a:xfrm>
          <a:prstGeom prst="rect">
            <a:avLst/>
          </a:prstGeom>
          <a:noFill/>
          <a:ln/>
        </p:spPr>
        <p:txBody>
          <a:bodyPr wrap="square" lIns="0" tIns="0" rIns="0" bIns="0" rtlCol="0" anchor="ctr"/>
          <a:lstStyle/>
          <a:p>
            <a:pPr algn="ctr" indent="0" marL="0">
              <a:buNone/>
            </a:pPr>
            <a:r>
              <a:rPr lang="en-US" sz="1500" b="1" dirty="0">
                <a:solidFill>
                  <a:schemeClr val="bg1"/>
                </a:solidFill>
              </a:rPr>
              <a:t>af</a:t>
            </a:r>
            <a:endParaRPr lang="en-US" sz="1500" dirty="0"/>
          </a:p>
        </p:txBody>
      </p:sp>
      <p:sp>
        <p:nvSpPr>
          <p:cNvPr id="10" name="Shape 7"/>
          <p:cNvSpPr/>
          <p:nvPr/>
        </p:nvSpPr>
        <p:spPr>
          <a:xfrm>
            <a:off x="640080" y="1737360"/>
            <a:ext cx="4114800" cy="4114800"/>
          </a:xfrm>
          <a:prstGeom prst="pie">
            <a:avLst>
              <a:gd name="adj1" fmla="val 19800000"/>
              <a:gd name="adj2" fmla="val 0"/>
            </a:avLst>
          </a:prstGeom>
          <a:solidFill>
            <a:srgbClr val="2E7D4F"/>
          </a:solidFill>
          <a:ln w="25400">
            <a:solidFill>
              <a:srgbClr val="FFFFFF"/>
            </a:solidFill>
            <a:prstDash val="solid"/>
          </a:ln>
        </p:spPr>
      </p:sp>
      <p:sp>
        <p:nvSpPr>
          <p:cNvPr id="11" name="Text 8"/>
          <p:cNvSpPr txBox="1"/>
          <p:nvPr/>
        </p:nvSpPr>
        <p:spPr>
          <a:xfrm>
            <a:off x="3591641" y="3231496"/>
            <a:ext cx="914400" cy="402336"/>
          </a:xfrm>
          <a:prstGeom prst="rect">
            <a:avLst/>
          </a:prstGeom>
          <a:noFill/>
          <a:ln/>
        </p:spPr>
        <p:txBody>
          <a:bodyPr wrap="square" lIns="0" tIns="0" rIns="0" bIns="0" rtlCol="0" anchor="ctr"/>
          <a:lstStyle/>
          <a:p>
            <a:pPr algn="ctr" indent="0" marL="0">
              <a:buNone/>
            </a:pPr>
            <a:r>
              <a:rPr lang="en-US" sz="1500" b="1" dirty="0">
                <a:solidFill>
                  <a:schemeClr val="bg1"/>
                </a:solidFill>
              </a:rPr>
              <a:t>op</a:t>
            </a:r>
            <a:endParaRPr lang="en-US" sz="1500" dirty="0"/>
          </a:p>
        </p:txBody>
      </p:sp>
      <p:sp>
        <p:nvSpPr>
          <p:cNvPr id="12" name="Shape 9"/>
          <p:cNvSpPr/>
          <p:nvPr/>
        </p:nvSpPr>
        <p:spPr>
          <a:xfrm>
            <a:off x="640080" y="1737360"/>
            <a:ext cx="4114800" cy="4114800"/>
          </a:xfrm>
          <a:prstGeom prst="pie">
            <a:avLst>
              <a:gd name="adj1" fmla="val 0"/>
              <a:gd name="adj2" fmla="val 1800000"/>
            </a:avLst>
          </a:prstGeom>
          <a:solidFill>
            <a:srgbClr val="D9700F"/>
          </a:solidFill>
          <a:ln w="25400">
            <a:solidFill>
              <a:srgbClr val="FFFFFF"/>
            </a:solidFill>
            <a:prstDash val="solid"/>
          </a:ln>
        </p:spPr>
      </p:sp>
      <p:sp>
        <p:nvSpPr>
          <p:cNvPr id="13" name="Text 10"/>
          <p:cNvSpPr txBox="1"/>
          <p:nvPr/>
        </p:nvSpPr>
        <p:spPr>
          <a:xfrm>
            <a:off x="3591641" y="3955688"/>
            <a:ext cx="914400" cy="402336"/>
          </a:xfrm>
          <a:prstGeom prst="rect">
            <a:avLst/>
          </a:prstGeom>
          <a:noFill/>
          <a:ln/>
        </p:spPr>
        <p:txBody>
          <a:bodyPr wrap="square" lIns="0" tIns="0" rIns="0" bIns="0" rtlCol="0" anchor="ctr"/>
          <a:lstStyle/>
          <a:p>
            <a:pPr algn="ctr" indent="0" marL="0">
              <a:buNone/>
            </a:pPr>
            <a:r>
              <a:rPr lang="en-US" sz="1500" b="1" dirty="0">
                <a:solidFill>
                  <a:schemeClr val="bg1"/>
                </a:solidFill>
              </a:rPr>
              <a:t>uit</a:t>
            </a:r>
            <a:endParaRPr lang="en-US" sz="1500" dirty="0"/>
          </a:p>
        </p:txBody>
      </p:sp>
      <p:sp>
        <p:nvSpPr>
          <p:cNvPr id="14" name="Shape 11"/>
          <p:cNvSpPr/>
          <p:nvPr/>
        </p:nvSpPr>
        <p:spPr>
          <a:xfrm>
            <a:off x="640080" y="1737360"/>
            <a:ext cx="4114800" cy="4114800"/>
          </a:xfrm>
          <a:prstGeom prst="pie">
            <a:avLst>
              <a:gd name="adj1" fmla="val 1800000"/>
              <a:gd name="adj2" fmla="val 3600000"/>
            </a:avLst>
          </a:prstGeom>
          <a:solidFill>
            <a:srgbClr val="6E4A9E"/>
          </a:solidFill>
          <a:ln w="25400">
            <a:solidFill>
              <a:srgbClr val="FFFFFF"/>
            </a:solidFill>
            <a:prstDash val="solid"/>
          </a:ln>
        </p:spPr>
      </p:sp>
      <p:sp>
        <p:nvSpPr>
          <p:cNvPr id="15" name="Text 12"/>
          <p:cNvSpPr txBox="1"/>
          <p:nvPr/>
        </p:nvSpPr>
        <p:spPr>
          <a:xfrm>
            <a:off x="3229545" y="4582857"/>
            <a:ext cx="914400" cy="402336"/>
          </a:xfrm>
          <a:prstGeom prst="rect">
            <a:avLst/>
          </a:prstGeom>
          <a:noFill/>
          <a:ln/>
        </p:spPr>
        <p:txBody>
          <a:bodyPr wrap="square" lIns="0" tIns="0" rIns="0" bIns="0" rtlCol="0" anchor="ctr"/>
          <a:lstStyle/>
          <a:p>
            <a:pPr algn="ctr" indent="0" marL="0">
              <a:buNone/>
            </a:pPr>
            <a:r>
              <a:rPr lang="en-US" sz="1500" b="1" dirty="0">
                <a:solidFill>
                  <a:schemeClr val="bg1"/>
                </a:solidFill>
              </a:rPr>
              <a:t>in</a:t>
            </a:r>
            <a:endParaRPr lang="en-US" sz="1500" dirty="0"/>
          </a:p>
        </p:txBody>
      </p:sp>
      <p:sp>
        <p:nvSpPr>
          <p:cNvPr id="16" name="Shape 13"/>
          <p:cNvSpPr/>
          <p:nvPr/>
        </p:nvSpPr>
        <p:spPr>
          <a:xfrm>
            <a:off x="640080" y="1737360"/>
            <a:ext cx="4114800" cy="4114800"/>
          </a:xfrm>
          <a:prstGeom prst="pie">
            <a:avLst>
              <a:gd name="adj1" fmla="val 3600000"/>
              <a:gd name="adj2" fmla="val 5400000"/>
            </a:avLst>
          </a:prstGeom>
          <a:solidFill>
            <a:srgbClr val="B4236A"/>
          </a:solidFill>
          <a:ln w="25400">
            <a:solidFill>
              <a:srgbClr val="FFFFFF"/>
            </a:solidFill>
            <a:prstDash val="solid"/>
          </a:ln>
        </p:spPr>
      </p:sp>
      <p:sp>
        <p:nvSpPr>
          <p:cNvPr id="17" name="Text 14"/>
          <p:cNvSpPr txBox="1"/>
          <p:nvPr/>
        </p:nvSpPr>
        <p:spPr>
          <a:xfrm>
            <a:off x="2602376" y="4944953"/>
            <a:ext cx="914400" cy="402336"/>
          </a:xfrm>
          <a:prstGeom prst="rect">
            <a:avLst/>
          </a:prstGeom>
          <a:noFill/>
          <a:ln/>
        </p:spPr>
        <p:txBody>
          <a:bodyPr wrap="square" lIns="0" tIns="0" rIns="0" bIns="0" rtlCol="0" anchor="ctr"/>
          <a:lstStyle/>
          <a:p>
            <a:pPr algn="ctr" indent="0" marL="0">
              <a:buNone/>
            </a:pPr>
            <a:r>
              <a:rPr lang="en-US" sz="1500" b="1" dirty="0">
                <a:solidFill>
                  <a:schemeClr val="bg1"/>
                </a:solidFill>
              </a:rPr>
              <a:t>bij</a:t>
            </a:r>
            <a:endParaRPr lang="en-US" sz="1500" dirty="0"/>
          </a:p>
        </p:txBody>
      </p:sp>
      <p:sp>
        <p:nvSpPr>
          <p:cNvPr id="18" name="Shape 15"/>
          <p:cNvSpPr/>
          <p:nvPr/>
        </p:nvSpPr>
        <p:spPr>
          <a:xfrm>
            <a:off x="640080" y="1737360"/>
            <a:ext cx="4114800" cy="4114800"/>
          </a:xfrm>
          <a:prstGeom prst="pie">
            <a:avLst>
              <a:gd name="adj1" fmla="val 5400000"/>
              <a:gd name="adj2" fmla="val 7200000"/>
            </a:avLst>
          </a:prstGeom>
          <a:solidFill>
            <a:srgbClr val="0E7C86"/>
          </a:solidFill>
          <a:ln w="25400">
            <a:solidFill>
              <a:srgbClr val="FFFFFF"/>
            </a:solidFill>
            <a:prstDash val="solid"/>
          </a:ln>
        </p:spPr>
      </p:sp>
      <p:sp>
        <p:nvSpPr>
          <p:cNvPr id="19" name="Text 16"/>
          <p:cNvSpPr txBox="1"/>
          <p:nvPr/>
        </p:nvSpPr>
        <p:spPr>
          <a:xfrm>
            <a:off x="1878184" y="4944953"/>
            <a:ext cx="914400" cy="402336"/>
          </a:xfrm>
          <a:prstGeom prst="rect">
            <a:avLst/>
          </a:prstGeom>
          <a:noFill/>
          <a:ln/>
        </p:spPr>
        <p:txBody>
          <a:bodyPr wrap="square" lIns="0" tIns="0" rIns="0" bIns="0" rtlCol="0" anchor="ctr"/>
          <a:lstStyle/>
          <a:p>
            <a:pPr algn="ctr" indent="0" marL="0">
              <a:buNone/>
            </a:pPr>
            <a:r>
              <a:rPr lang="en-US" sz="1500" b="1" dirty="0">
                <a:solidFill>
                  <a:schemeClr val="bg1"/>
                </a:solidFill>
              </a:rPr>
              <a:t>toe</a:t>
            </a:r>
            <a:endParaRPr lang="en-US" sz="1500" dirty="0"/>
          </a:p>
        </p:txBody>
      </p:sp>
      <p:sp>
        <p:nvSpPr>
          <p:cNvPr id="20" name="Shape 17"/>
          <p:cNvSpPr/>
          <p:nvPr/>
        </p:nvSpPr>
        <p:spPr>
          <a:xfrm>
            <a:off x="640080" y="1737360"/>
            <a:ext cx="4114800" cy="4114800"/>
          </a:xfrm>
          <a:prstGeom prst="pie">
            <a:avLst>
              <a:gd name="adj1" fmla="val 7200000"/>
              <a:gd name="adj2" fmla="val 9000000"/>
            </a:avLst>
          </a:prstGeom>
          <a:solidFill>
            <a:srgbClr val="17375E"/>
          </a:solidFill>
          <a:ln w="25400">
            <a:solidFill>
              <a:srgbClr val="FFFFFF"/>
            </a:solidFill>
            <a:prstDash val="solid"/>
          </a:ln>
        </p:spPr>
      </p:sp>
      <p:sp>
        <p:nvSpPr>
          <p:cNvPr id="21" name="Text 18"/>
          <p:cNvSpPr txBox="1"/>
          <p:nvPr/>
        </p:nvSpPr>
        <p:spPr>
          <a:xfrm>
            <a:off x="1251015" y="4582857"/>
            <a:ext cx="914400" cy="402336"/>
          </a:xfrm>
          <a:prstGeom prst="rect">
            <a:avLst/>
          </a:prstGeom>
          <a:noFill/>
          <a:ln/>
        </p:spPr>
        <p:txBody>
          <a:bodyPr wrap="square" lIns="0" tIns="0" rIns="0" bIns="0" rtlCol="0" anchor="ctr"/>
          <a:lstStyle/>
          <a:p>
            <a:pPr algn="ctr" indent="0" marL="0">
              <a:buNone/>
            </a:pPr>
            <a:r>
              <a:rPr lang="en-US" sz="1500" b="1" dirty="0">
                <a:solidFill>
                  <a:schemeClr val="bg1"/>
                </a:solidFill>
              </a:rPr>
              <a:t>na</a:t>
            </a:r>
            <a:endParaRPr lang="en-US" sz="1500" dirty="0"/>
          </a:p>
        </p:txBody>
      </p:sp>
      <p:sp>
        <p:nvSpPr>
          <p:cNvPr id="22" name="Shape 19"/>
          <p:cNvSpPr/>
          <p:nvPr/>
        </p:nvSpPr>
        <p:spPr>
          <a:xfrm>
            <a:off x="640080" y="1737360"/>
            <a:ext cx="4114800" cy="4114800"/>
          </a:xfrm>
          <a:prstGeom prst="pie">
            <a:avLst>
              <a:gd name="adj1" fmla="val 9000000"/>
              <a:gd name="adj2" fmla="val 10800000"/>
            </a:avLst>
          </a:prstGeom>
          <a:solidFill>
            <a:srgbClr val="7A5230"/>
          </a:solidFill>
          <a:ln w="25400">
            <a:solidFill>
              <a:srgbClr val="FFFFFF"/>
            </a:solidFill>
            <a:prstDash val="solid"/>
          </a:ln>
        </p:spPr>
      </p:sp>
      <p:sp>
        <p:nvSpPr>
          <p:cNvPr id="23" name="Text 20"/>
          <p:cNvSpPr txBox="1"/>
          <p:nvPr/>
        </p:nvSpPr>
        <p:spPr>
          <a:xfrm>
            <a:off x="888919" y="3955688"/>
            <a:ext cx="914400" cy="402336"/>
          </a:xfrm>
          <a:prstGeom prst="rect">
            <a:avLst/>
          </a:prstGeom>
          <a:noFill/>
          <a:ln/>
        </p:spPr>
        <p:txBody>
          <a:bodyPr wrap="square" lIns="0" tIns="0" rIns="0" bIns="0" rtlCol="0" anchor="ctr"/>
          <a:lstStyle/>
          <a:p>
            <a:pPr algn="ctr" indent="0" marL="0">
              <a:buNone/>
            </a:pPr>
            <a:r>
              <a:rPr lang="en-US" sz="1500" b="1" dirty="0">
                <a:solidFill>
                  <a:schemeClr val="bg1"/>
                </a:solidFill>
              </a:rPr>
              <a:t>door</a:t>
            </a:r>
            <a:endParaRPr lang="en-US" sz="1500" dirty="0"/>
          </a:p>
        </p:txBody>
      </p:sp>
      <p:sp>
        <p:nvSpPr>
          <p:cNvPr id="24" name="Shape 21"/>
          <p:cNvSpPr/>
          <p:nvPr/>
        </p:nvSpPr>
        <p:spPr>
          <a:xfrm>
            <a:off x="640080" y="1737360"/>
            <a:ext cx="4114800" cy="4114800"/>
          </a:xfrm>
          <a:prstGeom prst="pie">
            <a:avLst>
              <a:gd name="adj1" fmla="val 10800000"/>
              <a:gd name="adj2" fmla="val 12600000"/>
            </a:avLst>
          </a:prstGeom>
          <a:solidFill>
            <a:srgbClr val="4352C9"/>
          </a:solidFill>
          <a:ln w="25400">
            <a:solidFill>
              <a:srgbClr val="FFFFFF"/>
            </a:solidFill>
            <a:prstDash val="solid"/>
          </a:ln>
        </p:spPr>
      </p:sp>
      <p:sp>
        <p:nvSpPr>
          <p:cNvPr id="25" name="Text 22"/>
          <p:cNvSpPr txBox="1"/>
          <p:nvPr/>
        </p:nvSpPr>
        <p:spPr>
          <a:xfrm>
            <a:off x="888919" y="3231496"/>
            <a:ext cx="914400" cy="402336"/>
          </a:xfrm>
          <a:prstGeom prst="rect">
            <a:avLst/>
          </a:prstGeom>
          <a:noFill/>
          <a:ln/>
        </p:spPr>
        <p:txBody>
          <a:bodyPr wrap="square" lIns="0" tIns="0" rIns="0" bIns="0" rtlCol="0" anchor="ctr"/>
          <a:lstStyle/>
          <a:p>
            <a:pPr algn="ctr" indent="0" marL="0">
              <a:buNone/>
            </a:pPr>
            <a:r>
              <a:rPr lang="en-US" sz="1500" b="1" dirty="0">
                <a:solidFill>
                  <a:schemeClr val="bg1"/>
                </a:solidFill>
              </a:rPr>
              <a:t>over</a:t>
            </a:r>
            <a:endParaRPr lang="en-US" sz="1500" dirty="0"/>
          </a:p>
        </p:txBody>
      </p:sp>
      <p:sp>
        <p:nvSpPr>
          <p:cNvPr id="26" name="Shape 23"/>
          <p:cNvSpPr/>
          <p:nvPr/>
        </p:nvSpPr>
        <p:spPr>
          <a:xfrm>
            <a:off x="640080" y="1737360"/>
            <a:ext cx="4114800" cy="4114800"/>
          </a:xfrm>
          <a:prstGeom prst="pie">
            <a:avLst>
              <a:gd name="adj1" fmla="val 12600000"/>
              <a:gd name="adj2" fmla="val 14400000"/>
            </a:avLst>
          </a:prstGeom>
          <a:solidFill>
            <a:srgbClr val="7C9A1E"/>
          </a:solidFill>
          <a:ln w="25400">
            <a:solidFill>
              <a:srgbClr val="FFFFFF"/>
            </a:solidFill>
            <a:prstDash val="solid"/>
          </a:ln>
        </p:spPr>
      </p:sp>
      <p:sp>
        <p:nvSpPr>
          <p:cNvPr id="27" name="Text 24"/>
          <p:cNvSpPr txBox="1"/>
          <p:nvPr/>
        </p:nvSpPr>
        <p:spPr>
          <a:xfrm>
            <a:off x="1251015" y="2604327"/>
            <a:ext cx="914400" cy="402336"/>
          </a:xfrm>
          <a:prstGeom prst="rect">
            <a:avLst/>
          </a:prstGeom>
          <a:noFill/>
          <a:ln/>
        </p:spPr>
        <p:txBody>
          <a:bodyPr wrap="square" lIns="0" tIns="0" rIns="0" bIns="0" rtlCol="0" anchor="ctr"/>
          <a:lstStyle/>
          <a:p>
            <a:pPr algn="ctr" indent="0" marL="0">
              <a:buNone/>
            </a:pPr>
            <a:r>
              <a:rPr lang="en-US" sz="1500" b="1" dirty="0">
                <a:solidFill>
                  <a:schemeClr val="bg1"/>
                </a:solidFill>
              </a:rPr>
              <a:t>mee</a:t>
            </a:r>
            <a:endParaRPr lang="en-US" sz="1500" dirty="0"/>
          </a:p>
        </p:txBody>
      </p:sp>
      <p:sp>
        <p:nvSpPr>
          <p:cNvPr id="28" name="Shape 25"/>
          <p:cNvSpPr/>
          <p:nvPr/>
        </p:nvSpPr>
        <p:spPr>
          <a:xfrm>
            <a:off x="640080" y="1737360"/>
            <a:ext cx="4114800" cy="4114800"/>
          </a:xfrm>
          <a:prstGeom prst="pie">
            <a:avLst>
              <a:gd name="adj1" fmla="val 14400000"/>
              <a:gd name="adj2" fmla="val 16200000"/>
            </a:avLst>
          </a:prstGeom>
          <a:solidFill>
            <a:srgbClr val="B8860B"/>
          </a:solidFill>
          <a:ln w="25400">
            <a:solidFill>
              <a:srgbClr val="FFFFFF"/>
            </a:solidFill>
            <a:prstDash val="solid"/>
          </a:ln>
        </p:spPr>
      </p:sp>
      <p:sp>
        <p:nvSpPr>
          <p:cNvPr id="29" name="Text 26"/>
          <p:cNvSpPr txBox="1"/>
          <p:nvPr/>
        </p:nvSpPr>
        <p:spPr>
          <a:xfrm>
            <a:off x="1878184" y="2242231"/>
            <a:ext cx="914400" cy="402336"/>
          </a:xfrm>
          <a:prstGeom prst="rect">
            <a:avLst/>
          </a:prstGeom>
          <a:noFill/>
          <a:ln/>
        </p:spPr>
        <p:txBody>
          <a:bodyPr wrap="square" lIns="0" tIns="0" rIns="0" bIns="0" rtlCol="0" anchor="ctr"/>
          <a:lstStyle/>
          <a:p>
            <a:pPr algn="ctr" indent="0" marL="0">
              <a:buNone/>
            </a:pPr>
            <a:r>
              <a:rPr lang="en-US" sz="1500" b="1" dirty="0">
                <a:solidFill>
                  <a:schemeClr val="bg1"/>
                </a:solidFill>
              </a:rPr>
              <a:t>voor</a:t>
            </a:r>
            <a:endParaRPr lang="en-US" sz="1500" dirty="0"/>
          </a:p>
        </p:txBody>
      </p:sp>
      <p:sp>
        <p:nvSpPr>
          <p:cNvPr id="30" name="Shape 27"/>
          <p:cNvSpPr/>
          <p:nvPr/>
        </p:nvSpPr>
        <p:spPr>
          <a:xfrm>
            <a:off x="2331720" y="3429000"/>
            <a:ext cx="731520" cy="731520"/>
          </a:xfrm>
          <a:prstGeom prst="ellipse">
            <a:avLst/>
          </a:prstGeom>
          <a:solidFill>
            <a:srgbClr val="FFFFFF"/>
          </a:solidFill>
          <a:ln w="12700">
            <a:solidFill>
              <a:srgbClr val="FFFFFF">
                <a:alpha val="0"/>
              </a:srgbClr>
            </a:solidFill>
            <a:prstDash val="solid"/>
          </a:ln>
        </p:spPr>
      </p:sp>
      <p:sp>
        <p:nvSpPr>
          <p:cNvPr id="31" name="Shape 28"/>
          <p:cNvSpPr/>
          <p:nvPr/>
        </p:nvSpPr>
        <p:spPr>
          <a:xfrm>
            <a:off x="2532888" y="1417320"/>
            <a:ext cx="329184" cy="365760"/>
          </a:xfrm>
          <a:custGeom>
            <a:avLst/>
            <a:gdLst/>
            <a:ahLst/>
            <a:cxnLst/>
            <a:rect l="l" t="t" r="r" b="b"/>
            <a:pathLst>
              <a:path w="329184" h="365760">
                <a:moveTo>
                  <a:pt x="0" y="0"/>
                </a:moveTo>
                <a:lnTo>
                  <a:pt x="329184" y="0"/>
                </a:lnTo>
                <a:lnTo>
                  <a:pt x="164592" y="365760"/>
                </a:lnTo>
                <a:close/>
              </a:path>
            </a:pathLst>
          </a:custGeom>
          <a:solidFill>
            <a:schemeClr val="tx2"/>
          </a:solidFill>
          <a:ln w="12700">
            <a:solidFill>
              <a:srgbClr val="FFFFFF">
                <a:alpha val="0"/>
              </a:srgbClr>
            </a:solidFill>
            <a:prstDash val="solid"/>
          </a:ln>
        </p:spPr>
      </p:sp>
      <p:sp>
        <p:nvSpPr>
          <p:cNvPr id="32" name="Shape 29"/>
          <p:cNvSpPr/>
          <p:nvPr/>
        </p:nvSpPr>
        <p:spPr>
          <a:xfrm rot="-180000">
            <a:off x="5257800" y="1600200"/>
            <a:ext cx="1463040" cy="640080"/>
          </a:xfrm>
          <a:prstGeom prst="roundRect">
            <a:avLst>
              <a:gd name="adj" fmla="val 14286"/>
            </a:avLst>
          </a:prstGeom>
          <a:solidFill>
            <a:srgbClr val="FBEDEB"/>
          </a:solidFill>
          <a:ln w="22225">
            <a:solidFill>
              <a:srgbClr val="B83227"/>
            </a:solidFill>
            <a:prstDash val="solid"/>
          </a:ln>
        </p:spPr>
      </p:sp>
      <p:sp>
        <p:nvSpPr>
          <p:cNvPr id="33" name="Text 30"/>
          <p:cNvSpPr txBox="1"/>
          <p:nvPr/>
        </p:nvSpPr>
        <p:spPr>
          <a:xfrm rot="-180000">
            <a:off x="5257800" y="1600200"/>
            <a:ext cx="1463040" cy="640080"/>
          </a:xfrm>
          <a:prstGeom prst="rect">
            <a:avLst/>
          </a:prstGeom>
          <a:noFill/>
          <a:ln/>
        </p:spPr>
        <p:txBody>
          <a:bodyPr wrap="square" lIns="0" tIns="0" rIns="0" bIns="0" rtlCol="0" anchor="ctr"/>
          <a:lstStyle/>
          <a:p>
            <a:pPr algn="ctr" indent="0" marL="0">
              <a:buNone/>
            </a:pPr>
            <a:r>
              <a:rPr lang="en-US" sz="1800" b="1" i="1" dirty="0">
                <a:solidFill>
                  <a:schemeClr val="accent6"/>
                </a:solidFill>
              </a:rPr>
              <a:t>gaan</a:t>
            </a:r>
            <a:endParaRPr lang="en-US" sz="1800" dirty="0"/>
          </a:p>
        </p:txBody>
      </p:sp>
      <p:sp>
        <p:nvSpPr>
          <p:cNvPr id="34" name="Shape 31"/>
          <p:cNvSpPr/>
          <p:nvPr/>
        </p:nvSpPr>
        <p:spPr>
          <a:xfrm rot="120000">
            <a:off x="6858000" y="1600200"/>
            <a:ext cx="1463040" cy="640080"/>
          </a:xfrm>
          <a:prstGeom prst="roundRect">
            <a:avLst>
              <a:gd name="adj" fmla="val 14286"/>
            </a:avLst>
          </a:prstGeom>
          <a:solidFill>
            <a:srgbClr val="FBEDEB"/>
          </a:solidFill>
          <a:ln w="22225">
            <a:solidFill>
              <a:srgbClr val="B83227"/>
            </a:solidFill>
            <a:prstDash val="solid"/>
          </a:ln>
        </p:spPr>
      </p:sp>
      <p:sp>
        <p:nvSpPr>
          <p:cNvPr id="35" name="Text 32"/>
          <p:cNvSpPr txBox="1"/>
          <p:nvPr/>
        </p:nvSpPr>
        <p:spPr>
          <a:xfrm rot="120000">
            <a:off x="6858000" y="1600200"/>
            <a:ext cx="1463040" cy="640080"/>
          </a:xfrm>
          <a:prstGeom prst="rect">
            <a:avLst/>
          </a:prstGeom>
          <a:noFill/>
          <a:ln/>
        </p:spPr>
        <p:txBody>
          <a:bodyPr wrap="square" lIns="0" tIns="0" rIns="0" bIns="0" rtlCol="0" anchor="ctr"/>
          <a:lstStyle/>
          <a:p>
            <a:pPr algn="ctr" indent="0" marL="0">
              <a:buNone/>
            </a:pPr>
            <a:r>
              <a:rPr lang="en-US" sz="1800" b="1" i="1" dirty="0">
                <a:solidFill>
                  <a:schemeClr val="accent6"/>
                </a:solidFill>
              </a:rPr>
              <a:t>nemen</a:t>
            </a:r>
            <a:endParaRPr lang="en-US" sz="1800" dirty="0"/>
          </a:p>
        </p:txBody>
      </p:sp>
      <p:sp>
        <p:nvSpPr>
          <p:cNvPr id="36" name="Shape 33"/>
          <p:cNvSpPr/>
          <p:nvPr/>
        </p:nvSpPr>
        <p:spPr>
          <a:xfrm rot="-60000">
            <a:off x="8458200" y="1600200"/>
            <a:ext cx="1463040" cy="640080"/>
          </a:xfrm>
          <a:prstGeom prst="roundRect">
            <a:avLst>
              <a:gd name="adj" fmla="val 14286"/>
            </a:avLst>
          </a:prstGeom>
          <a:solidFill>
            <a:srgbClr val="FBEDEB"/>
          </a:solidFill>
          <a:ln w="22225">
            <a:solidFill>
              <a:srgbClr val="B83227"/>
            </a:solidFill>
            <a:prstDash val="solid"/>
          </a:ln>
        </p:spPr>
      </p:sp>
      <p:sp>
        <p:nvSpPr>
          <p:cNvPr id="37" name="Text 34"/>
          <p:cNvSpPr txBox="1"/>
          <p:nvPr/>
        </p:nvSpPr>
        <p:spPr>
          <a:xfrm rot="-60000">
            <a:off x="8458200" y="1600200"/>
            <a:ext cx="1463040" cy="640080"/>
          </a:xfrm>
          <a:prstGeom prst="rect">
            <a:avLst/>
          </a:prstGeom>
          <a:noFill/>
          <a:ln/>
        </p:spPr>
        <p:txBody>
          <a:bodyPr wrap="square" lIns="0" tIns="0" rIns="0" bIns="0" rtlCol="0" anchor="ctr"/>
          <a:lstStyle/>
          <a:p>
            <a:pPr algn="ctr" indent="0" marL="0">
              <a:buNone/>
            </a:pPr>
            <a:r>
              <a:rPr lang="en-US" sz="1800" b="1" i="1" dirty="0">
                <a:solidFill>
                  <a:schemeClr val="accent6"/>
                </a:solidFill>
              </a:rPr>
              <a:t>komen</a:t>
            </a:r>
            <a:endParaRPr lang="en-US" sz="1800" dirty="0"/>
          </a:p>
        </p:txBody>
      </p:sp>
      <p:sp>
        <p:nvSpPr>
          <p:cNvPr id="38" name="Shape 35"/>
          <p:cNvSpPr/>
          <p:nvPr/>
        </p:nvSpPr>
        <p:spPr>
          <a:xfrm rot="180000">
            <a:off x="10058400" y="1600200"/>
            <a:ext cx="1463040" cy="640080"/>
          </a:xfrm>
          <a:prstGeom prst="roundRect">
            <a:avLst>
              <a:gd name="adj" fmla="val 14286"/>
            </a:avLst>
          </a:prstGeom>
          <a:solidFill>
            <a:srgbClr val="FBEDEB"/>
          </a:solidFill>
          <a:ln w="22225">
            <a:solidFill>
              <a:srgbClr val="B83227"/>
            </a:solidFill>
            <a:prstDash val="solid"/>
          </a:ln>
        </p:spPr>
      </p:sp>
      <p:sp>
        <p:nvSpPr>
          <p:cNvPr id="39" name="Text 36"/>
          <p:cNvSpPr txBox="1"/>
          <p:nvPr/>
        </p:nvSpPr>
        <p:spPr>
          <a:xfrm rot="180000">
            <a:off x="10058400" y="1600200"/>
            <a:ext cx="1463040" cy="640080"/>
          </a:xfrm>
          <a:prstGeom prst="rect">
            <a:avLst/>
          </a:prstGeom>
          <a:noFill/>
          <a:ln/>
        </p:spPr>
        <p:txBody>
          <a:bodyPr wrap="square" lIns="0" tIns="0" rIns="0" bIns="0" rtlCol="0" anchor="ctr"/>
          <a:lstStyle/>
          <a:p>
            <a:pPr algn="ctr" indent="0" marL="0">
              <a:buNone/>
            </a:pPr>
            <a:r>
              <a:rPr lang="en-US" sz="1800" b="1" i="1" dirty="0">
                <a:solidFill>
                  <a:schemeClr val="accent6"/>
                </a:solidFill>
              </a:rPr>
              <a:t>zetten</a:t>
            </a:r>
            <a:endParaRPr lang="en-US" sz="1800" dirty="0"/>
          </a:p>
        </p:txBody>
      </p:sp>
      <p:sp>
        <p:nvSpPr>
          <p:cNvPr id="40" name="Shape 37"/>
          <p:cNvSpPr/>
          <p:nvPr/>
        </p:nvSpPr>
        <p:spPr>
          <a:xfrm rot="-180000">
            <a:off x="5257800" y="2377440"/>
            <a:ext cx="1463040" cy="640080"/>
          </a:xfrm>
          <a:prstGeom prst="roundRect">
            <a:avLst>
              <a:gd name="adj" fmla="val 14286"/>
            </a:avLst>
          </a:prstGeom>
          <a:solidFill>
            <a:srgbClr val="FBEDEB"/>
          </a:solidFill>
          <a:ln w="22225">
            <a:solidFill>
              <a:srgbClr val="B83227"/>
            </a:solidFill>
            <a:prstDash val="solid"/>
          </a:ln>
        </p:spPr>
      </p:sp>
      <p:sp>
        <p:nvSpPr>
          <p:cNvPr id="41" name="Text 38"/>
          <p:cNvSpPr txBox="1"/>
          <p:nvPr/>
        </p:nvSpPr>
        <p:spPr>
          <a:xfrm rot="-180000">
            <a:off x="5257800" y="2377440"/>
            <a:ext cx="1463040" cy="640080"/>
          </a:xfrm>
          <a:prstGeom prst="rect">
            <a:avLst/>
          </a:prstGeom>
          <a:noFill/>
          <a:ln/>
        </p:spPr>
        <p:txBody>
          <a:bodyPr wrap="square" lIns="0" tIns="0" rIns="0" bIns="0" rtlCol="0" anchor="ctr"/>
          <a:lstStyle/>
          <a:p>
            <a:pPr algn="ctr" indent="0" marL="0">
              <a:buNone/>
            </a:pPr>
            <a:r>
              <a:rPr lang="en-US" sz="1800" b="1" i="1" dirty="0">
                <a:solidFill>
                  <a:schemeClr val="accent6"/>
                </a:solidFill>
              </a:rPr>
              <a:t>leggen</a:t>
            </a:r>
            <a:endParaRPr lang="en-US" sz="1800" dirty="0"/>
          </a:p>
        </p:txBody>
      </p:sp>
      <p:sp>
        <p:nvSpPr>
          <p:cNvPr id="42" name="Shape 39"/>
          <p:cNvSpPr/>
          <p:nvPr/>
        </p:nvSpPr>
        <p:spPr>
          <a:xfrm rot="120000">
            <a:off x="6858000" y="2377440"/>
            <a:ext cx="1463040" cy="640080"/>
          </a:xfrm>
          <a:prstGeom prst="roundRect">
            <a:avLst>
              <a:gd name="adj" fmla="val 14286"/>
            </a:avLst>
          </a:prstGeom>
          <a:solidFill>
            <a:srgbClr val="FBEDEB"/>
          </a:solidFill>
          <a:ln w="22225">
            <a:solidFill>
              <a:srgbClr val="B83227"/>
            </a:solidFill>
            <a:prstDash val="solid"/>
          </a:ln>
        </p:spPr>
      </p:sp>
      <p:sp>
        <p:nvSpPr>
          <p:cNvPr id="43" name="Text 40"/>
          <p:cNvSpPr txBox="1"/>
          <p:nvPr/>
        </p:nvSpPr>
        <p:spPr>
          <a:xfrm rot="120000">
            <a:off x="6858000" y="2377440"/>
            <a:ext cx="1463040" cy="640080"/>
          </a:xfrm>
          <a:prstGeom prst="rect">
            <a:avLst/>
          </a:prstGeom>
          <a:noFill/>
          <a:ln/>
        </p:spPr>
        <p:txBody>
          <a:bodyPr wrap="square" lIns="0" tIns="0" rIns="0" bIns="0" rtlCol="0" anchor="ctr"/>
          <a:lstStyle/>
          <a:p>
            <a:pPr algn="ctr" indent="0" marL="0">
              <a:buNone/>
            </a:pPr>
            <a:r>
              <a:rPr lang="en-US" sz="1800" b="1" i="1" dirty="0">
                <a:solidFill>
                  <a:schemeClr val="accent6"/>
                </a:solidFill>
              </a:rPr>
              <a:t>vallen</a:t>
            </a:r>
            <a:endParaRPr lang="en-US" sz="1800" dirty="0"/>
          </a:p>
        </p:txBody>
      </p:sp>
      <p:sp>
        <p:nvSpPr>
          <p:cNvPr id="44" name="Shape 41"/>
          <p:cNvSpPr/>
          <p:nvPr/>
        </p:nvSpPr>
        <p:spPr>
          <a:xfrm rot="-60000">
            <a:off x="8458200" y="2377440"/>
            <a:ext cx="1463040" cy="640080"/>
          </a:xfrm>
          <a:prstGeom prst="roundRect">
            <a:avLst>
              <a:gd name="adj" fmla="val 14286"/>
            </a:avLst>
          </a:prstGeom>
          <a:solidFill>
            <a:srgbClr val="FBEDEB"/>
          </a:solidFill>
          <a:ln w="22225">
            <a:solidFill>
              <a:srgbClr val="B83227"/>
            </a:solidFill>
            <a:prstDash val="solid"/>
          </a:ln>
        </p:spPr>
      </p:sp>
      <p:sp>
        <p:nvSpPr>
          <p:cNvPr id="45" name="Text 42"/>
          <p:cNvSpPr txBox="1"/>
          <p:nvPr/>
        </p:nvSpPr>
        <p:spPr>
          <a:xfrm rot="-60000">
            <a:off x="8458200" y="2377440"/>
            <a:ext cx="1463040" cy="640080"/>
          </a:xfrm>
          <a:prstGeom prst="rect">
            <a:avLst/>
          </a:prstGeom>
          <a:noFill/>
          <a:ln/>
        </p:spPr>
        <p:txBody>
          <a:bodyPr wrap="square" lIns="0" tIns="0" rIns="0" bIns="0" rtlCol="0" anchor="ctr"/>
          <a:lstStyle/>
          <a:p>
            <a:pPr algn="ctr" indent="0" marL="0">
              <a:buNone/>
            </a:pPr>
            <a:r>
              <a:rPr lang="en-US" sz="1800" b="1" i="1" dirty="0">
                <a:solidFill>
                  <a:schemeClr val="accent6"/>
                </a:solidFill>
              </a:rPr>
              <a:t>houden</a:t>
            </a:r>
            <a:endParaRPr lang="en-US" sz="1800" dirty="0"/>
          </a:p>
        </p:txBody>
      </p:sp>
      <p:sp>
        <p:nvSpPr>
          <p:cNvPr id="46" name="Shape 43"/>
          <p:cNvSpPr/>
          <p:nvPr/>
        </p:nvSpPr>
        <p:spPr>
          <a:xfrm rot="180000">
            <a:off x="10058400" y="2377440"/>
            <a:ext cx="1463040" cy="640080"/>
          </a:xfrm>
          <a:prstGeom prst="roundRect">
            <a:avLst>
              <a:gd name="adj" fmla="val 14286"/>
            </a:avLst>
          </a:prstGeom>
          <a:solidFill>
            <a:srgbClr val="FBEDEB"/>
          </a:solidFill>
          <a:ln w="22225">
            <a:solidFill>
              <a:srgbClr val="B83227"/>
            </a:solidFill>
            <a:prstDash val="solid"/>
          </a:ln>
        </p:spPr>
      </p:sp>
      <p:sp>
        <p:nvSpPr>
          <p:cNvPr id="47" name="Text 44"/>
          <p:cNvSpPr txBox="1"/>
          <p:nvPr/>
        </p:nvSpPr>
        <p:spPr>
          <a:xfrm rot="180000">
            <a:off x="10058400" y="2377440"/>
            <a:ext cx="1463040" cy="640080"/>
          </a:xfrm>
          <a:prstGeom prst="rect">
            <a:avLst/>
          </a:prstGeom>
          <a:noFill/>
          <a:ln/>
        </p:spPr>
        <p:txBody>
          <a:bodyPr wrap="square" lIns="0" tIns="0" rIns="0" bIns="0" rtlCol="0" anchor="ctr"/>
          <a:lstStyle/>
          <a:p>
            <a:pPr algn="ctr" indent="0" marL="0">
              <a:buNone/>
            </a:pPr>
            <a:r>
              <a:rPr lang="en-US" sz="1800" b="1" i="1" dirty="0">
                <a:solidFill>
                  <a:schemeClr val="accent6"/>
                </a:solidFill>
              </a:rPr>
              <a:t>kijken</a:t>
            </a:r>
            <a:endParaRPr lang="en-US" sz="1800" dirty="0"/>
          </a:p>
        </p:txBody>
      </p:sp>
      <p:sp>
        <p:nvSpPr>
          <p:cNvPr id="48" name="Text 45"/>
          <p:cNvSpPr txBox="1"/>
          <p:nvPr/>
        </p:nvSpPr>
        <p:spPr>
          <a:xfrm>
            <a:off x="5257800" y="3291840"/>
            <a:ext cx="6382512" cy="2194560"/>
          </a:xfrm>
          <a:prstGeom prst="rect">
            <a:avLst/>
          </a:prstGeom>
          <a:noFill/>
          <a:ln/>
        </p:spPr>
        <p:txBody>
          <a:bodyPr wrap="square" lIns="0" tIns="0" rIns="0" bIns="0" rtlCol="0" anchor="t"/>
          <a:lstStyle/>
          <a:p>
            <a:pPr algn="l" indent="0" marL="0">
              <a:spcAft>
                <a:spcPts val="800"/>
              </a:spcAft>
              <a:buNone/>
            </a:pPr>
            <a:r>
              <a:rPr lang="en-US" sz="1600" b="1" dirty="0">
                <a:solidFill>
                  <a:schemeClr val="tx1"/>
                </a:solidFill>
              </a:rPr>
              <a:t>1.</a:t>
            </a:r>
            <a:r>
              <a:rPr lang="en-US" sz="1600" dirty="0">
                <a:solidFill>
                  <a:schemeClr val="tx1"/>
                </a:solidFill>
              </a:rPr>
              <a:t> Tournez la roue (une particule) et tirez une carte-verbe.</a:t>
            </a:r>
            <a:endParaRPr lang="en-US" sz="1600" dirty="0"/>
          </a:p>
          <a:p>
            <a:pPr algn="l" indent="0" marL="0">
              <a:spcAft>
                <a:spcPts val="800"/>
              </a:spcAft>
              <a:buNone/>
            </a:pPr>
            <a:r>
              <a:rPr lang="en-US" sz="1600" b="1" dirty="0">
                <a:solidFill>
                  <a:schemeClr val="tx1"/>
                </a:solidFill>
              </a:rPr>
              <a:t>2.</a:t>
            </a:r>
            <a:r>
              <a:rPr lang="en-US" sz="1600" dirty="0">
                <a:solidFill>
                  <a:schemeClr val="tx1"/>
                </a:solidFill>
              </a:rPr>
              <a:t> Le verbe existe ? Donnez son sens et une phrase.</a:t>
            </a:r>
            <a:endParaRPr lang="en-US" sz="1600" dirty="0"/>
          </a:p>
          <a:p>
            <a:pPr algn="l" indent="0" marL="0">
              <a:spcAft>
                <a:spcPts val="800"/>
              </a:spcAft>
              <a:buNone/>
            </a:pPr>
            <a:r>
              <a:rPr lang="en-US" sz="1600" b="1" dirty="0">
                <a:solidFill>
                  <a:schemeClr val="tx1"/>
                </a:solidFill>
              </a:rPr>
              <a:t>3.</a:t>
            </a:r>
            <a:r>
              <a:rPr lang="en-US" sz="1600" dirty="0">
                <a:solidFill>
                  <a:schemeClr val="tx1"/>
                </a:solidFill>
              </a:rPr>
              <a:t> 1 point par verbe juste, </a:t>
            </a:r>
            <a:r>
              <a:rPr lang="en-US" sz="1600" b="1" dirty="0">
                <a:solidFill>
                  <a:schemeClr val="tx1"/>
                </a:solidFill>
              </a:rPr>
              <a:t>2 points</a:t>
            </a:r>
            <a:r>
              <a:rPr lang="en-US" sz="1600" dirty="0">
                <a:solidFill>
                  <a:schemeClr val="tx1"/>
                </a:solidFill>
              </a:rPr>
              <a:t> si vous donnez deux sens. Le verbe n’existe pas ? Dites-le : 1 point aussi !</a:t>
            </a:r>
            <a:endParaRPr lang="en-US" sz="1600" dirty="0"/>
          </a:p>
        </p:txBody>
      </p:sp>
      <p:sp>
        <p:nvSpPr>
          <p:cNvPr id="49" name="Text 46"/>
          <p:cNvSpPr txBox="1"/>
          <p:nvPr/>
        </p:nvSpPr>
        <p:spPr>
          <a:xfrm>
            <a:off x="5257800" y="5669280"/>
            <a:ext cx="6382512" cy="365760"/>
          </a:xfrm>
          <a:prstGeom prst="rect">
            <a:avLst/>
          </a:prstGeom>
          <a:noFill/>
          <a:ln/>
        </p:spPr>
        <p:txBody>
          <a:bodyPr wrap="square" lIns="0" tIns="0" rIns="0" bIns="0" rtlCol="0" anchor="t"/>
          <a:lstStyle/>
          <a:p>
            <a:pPr algn="l" indent="0" marL="0">
              <a:buNone/>
            </a:pPr>
            <a:r>
              <a:rPr lang="en-US" sz="1400" i="1" dirty="0">
                <a:solidFill>
                  <a:schemeClr val="accent5"/>
                </a:solidFill>
              </a:rPr>
              <a:t>Arbitre : le dictionnaire (Van Dale).</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La réunion d’équipe</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7251192" cy="755904"/>
          </a:xfrm>
          <a:prstGeom prst="roundRect">
            <a:avLst>
              <a:gd name="adj" fmla="val 9677"/>
            </a:avLst>
          </a:prstGeom>
          <a:solidFill>
            <a:srgbClr val="6E4A9E">
              <a:alpha val="10000"/>
            </a:srgbClr>
          </a:solidFill>
          <a:ln w="12700">
            <a:solidFill>
              <a:srgbClr val="6E4A9E"/>
            </a:solidFill>
            <a:prstDash val="solid"/>
          </a:ln>
        </p:spPr>
      </p:sp>
      <p:sp>
        <p:nvSpPr>
          <p:cNvPr id="7" name="Text 4"/>
          <p:cNvSpPr txBox="1"/>
          <p:nvPr/>
        </p:nvSpPr>
        <p:spPr>
          <a:xfrm>
            <a:off x="777240" y="1481328"/>
            <a:ext cx="6793992" cy="755904"/>
          </a:xfrm>
          <a:prstGeom prst="rect">
            <a:avLst/>
          </a:prstGeom>
          <a:noFill/>
          <a:ln/>
        </p:spPr>
        <p:txBody>
          <a:bodyPr wrap="square" lIns="0" tIns="0" rIns="0" bIns="0" rtlCol="0" anchor="ctr"/>
          <a:lstStyle/>
          <a:p>
            <a:pPr algn="l" indent="0" marL="0">
              <a:buNone/>
            </a:pPr>
            <a:r>
              <a:rPr lang="en-US" sz="1700" dirty="0">
                <a:solidFill>
                  <a:schemeClr val="tx1"/>
                </a:solidFill>
              </a:rPr>
              <a:t>Portes ouvertes chez Peeters &amp; Co : répartissez les tâches. Objectif : 8 verbes à particule.</a:t>
            </a:r>
            <a:endParaRPr lang="en-US" sz="1700" dirty="0"/>
          </a:p>
        </p:txBody>
      </p:sp>
      <p:sp>
        <p:nvSpPr>
          <p:cNvPr id="8" name="Shape 5"/>
          <p:cNvSpPr/>
          <p:nvPr/>
        </p:nvSpPr>
        <p:spPr>
          <a:xfrm>
            <a:off x="548640" y="2420112"/>
            <a:ext cx="3488436" cy="2087880"/>
          </a:xfrm>
          <a:prstGeom prst="roundRect">
            <a:avLst>
              <a:gd name="adj" fmla="val 3504"/>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713232" y="2557272"/>
            <a:ext cx="457200" cy="457200"/>
          </a:xfrm>
          <a:prstGeom prst="ellipse">
            <a:avLst/>
          </a:prstGeom>
          <a:solidFill>
            <a:schemeClr val="accent2"/>
          </a:solidFill>
          <a:ln w="12700">
            <a:solidFill>
              <a:srgbClr val="FFFFFF">
                <a:alpha val="0"/>
              </a:srgbClr>
            </a:solidFill>
            <a:prstDash val="solid"/>
          </a:ln>
        </p:spPr>
      </p:sp>
      <p:sp>
        <p:nvSpPr>
          <p:cNvPr id="10" name="Text 7"/>
          <p:cNvSpPr txBox="1"/>
          <p:nvPr/>
        </p:nvSpPr>
        <p:spPr>
          <a:xfrm>
            <a:off x="713232"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8"/>
          <p:cNvSpPr txBox="1"/>
          <p:nvPr/>
        </p:nvSpPr>
        <p:spPr>
          <a:xfrm>
            <a:off x="1325880" y="2511552"/>
            <a:ext cx="2574036" cy="1905000"/>
          </a:xfrm>
          <a:prstGeom prst="rect">
            <a:avLst/>
          </a:prstGeom>
          <a:noFill/>
          <a:ln/>
        </p:spPr>
        <p:txBody>
          <a:bodyPr wrap="square" lIns="0" tIns="0" rIns="0" bIns="0" rtlCol="0" anchor="ctr"/>
          <a:lstStyle/>
          <a:p>
            <a:pPr algn="l" indent="0" marL="0">
              <a:spcAft>
                <a:spcPts val="600"/>
              </a:spcAft>
              <a:buNone/>
            </a:pPr>
            <a:r>
              <a:rPr lang="en-US" sz="1700" b="1" dirty="0">
                <a:solidFill>
                  <a:schemeClr val="tx1"/>
                </a:solidFill>
              </a:rPr>
              <a:t>A — chef·fe de projet</a:t>
            </a:r>
            <a:endParaRPr lang="en-US" sz="1700" dirty="0"/>
          </a:p>
          <a:p>
            <a:pPr algn="l" indent="0" marL="0">
              <a:spcAft>
                <a:spcPts val="600"/>
              </a:spcAft>
              <a:buNone/>
            </a:pPr>
            <a:r>
              <a:rPr lang="en-US" sz="1700" dirty="0">
                <a:solidFill>
                  <a:schemeClr val="tx1"/>
                </a:solidFill>
              </a:rPr>
              <a:t>Proposez, répartissez les tâches, fixez les délais.</a:t>
            </a:r>
            <a:endParaRPr lang="en-US" sz="1700" dirty="0"/>
          </a:p>
        </p:txBody>
      </p:sp>
      <p:sp>
        <p:nvSpPr>
          <p:cNvPr id="12" name="Shape 9"/>
          <p:cNvSpPr/>
          <p:nvPr/>
        </p:nvSpPr>
        <p:spPr>
          <a:xfrm>
            <a:off x="4311396" y="2420112"/>
            <a:ext cx="3488436" cy="2087880"/>
          </a:xfrm>
          <a:prstGeom prst="roundRect">
            <a:avLst>
              <a:gd name="adj" fmla="val 3504"/>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4475988" y="2557272"/>
            <a:ext cx="457200" cy="457200"/>
          </a:xfrm>
          <a:prstGeom prst="ellipse">
            <a:avLst/>
          </a:prstGeom>
          <a:solidFill>
            <a:srgbClr val="6E4A9E"/>
          </a:solidFill>
          <a:ln w="12700">
            <a:solidFill>
              <a:srgbClr val="FFFFFF">
                <a:alpha val="0"/>
              </a:srgbClr>
            </a:solidFill>
            <a:prstDash val="solid"/>
          </a:ln>
        </p:spPr>
      </p:sp>
      <p:sp>
        <p:nvSpPr>
          <p:cNvPr id="14" name="Text 11"/>
          <p:cNvSpPr txBox="1"/>
          <p:nvPr/>
        </p:nvSpPr>
        <p:spPr>
          <a:xfrm>
            <a:off x="4475988"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2"/>
          <p:cNvSpPr txBox="1"/>
          <p:nvPr/>
        </p:nvSpPr>
        <p:spPr>
          <a:xfrm>
            <a:off x="5088636" y="2511552"/>
            <a:ext cx="2574036" cy="1905000"/>
          </a:xfrm>
          <a:prstGeom prst="rect">
            <a:avLst/>
          </a:prstGeom>
          <a:noFill/>
          <a:ln/>
        </p:spPr>
        <p:txBody>
          <a:bodyPr wrap="square" lIns="0" tIns="0" rIns="0" bIns="0" rtlCol="0" anchor="ctr"/>
          <a:lstStyle/>
          <a:p>
            <a:pPr algn="l" indent="0" marL="0">
              <a:spcAft>
                <a:spcPts val="600"/>
              </a:spcAft>
              <a:buNone/>
            </a:pPr>
            <a:r>
              <a:rPr lang="en-US" sz="1700" b="1" dirty="0">
                <a:solidFill>
                  <a:schemeClr val="tx1"/>
                </a:solidFill>
              </a:rPr>
              <a:t>B — collègue</a:t>
            </a:r>
            <a:endParaRPr lang="en-US" sz="1700" dirty="0"/>
          </a:p>
          <a:p>
            <a:pPr algn="l" indent="0" marL="0">
              <a:spcAft>
                <a:spcPts val="600"/>
              </a:spcAft>
              <a:buNone/>
            </a:pPr>
            <a:r>
              <a:rPr lang="en-US" sz="1700" dirty="0">
                <a:solidFill>
                  <a:schemeClr val="tx1"/>
                </a:solidFill>
              </a:rPr>
              <a:t>Réagissez, acceptez ou reportez, prenez des tâches. Puis rédigez le compte rendu (5 lignes).</a:t>
            </a:r>
            <a:endParaRPr lang="en-US" sz="1700" dirty="0"/>
          </a:p>
        </p:txBody>
      </p:sp>
      <p:sp>
        <p:nvSpPr>
          <p:cNvPr id="16" name="Shape 13"/>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7" name="Text 14"/>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18" name="Text 15"/>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i="1" dirty="0">
                <a:solidFill>
                  <a:schemeClr val="tx1"/>
                </a:solidFill>
              </a:rPr>
              <a:t>voorstellen · afspreken · vastleggen · nakijken · doorsturen · overnemen · uitstellen · afmaken · bijhouden · toelichten · meedenken · nagaan · invullen · inplannen · Het hangt ervan af. · Ik ga ervan uit dat… · Dat valt mee.</a:t>
            </a:r>
            <a:endParaRPr lang="en-US" sz="1600" dirty="0"/>
          </a:p>
        </p:txBody>
      </p:sp>
      <p:sp>
        <p:nvSpPr>
          <p:cNvPr id="19" name="Shape 16"/>
          <p:cNvSpPr/>
          <p:nvPr/>
        </p:nvSpPr>
        <p:spPr>
          <a:xfrm>
            <a:off x="8074152" y="1481328"/>
            <a:ext cx="3566160" cy="4809744"/>
          </a:xfrm>
          <a:prstGeom prst="roundRect">
            <a:avLst>
              <a:gd name="adj" fmla="val 1026"/>
            </a:avLst>
          </a:prstGeom>
          <a:solidFill>
            <a:srgbClr val="FFFFFF"/>
          </a:solidFill>
          <a:ln w="12700">
            <a:solidFill>
              <a:srgbClr val="4A5A70"/>
            </a:solidFill>
            <a:prstDash val="solid"/>
          </a:ln>
          <a:effectLst>
            <a:outerShdw sx="100000" sy="100000" kx="0" ky="0" algn="bl" rotWithShape="0" blurRad="101600" dist="25400" dir="3600000">
              <a:srgbClr val="000000">
                <a:alpha val="16000"/>
              </a:srgbClr>
            </a:outerShdw>
          </a:effectLst>
        </p:spPr>
      </p:sp>
      <p:sp>
        <p:nvSpPr>
          <p:cNvPr id="20" name="Shape 17"/>
          <p:cNvSpPr/>
          <p:nvPr/>
        </p:nvSpPr>
        <p:spPr>
          <a:xfrm>
            <a:off x="8074152" y="1481328"/>
            <a:ext cx="3566160" cy="548640"/>
          </a:xfrm>
          <a:prstGeom prst="roundRect">
            <a:avLst>
              <a:gd name="adj" fmla="val 6667"/>
            </a:avLst>
          </a:prstGeom>
          <a:solidFill>
            <a:schemeClr val="tx2"/>
          </a:solidFill>
          <a:ln w="12700">
            <a:solidFill>
              <a:srgbClr val="FFFFFF">
                <a:alpha val="0"/>
              </a:srgbClr>
            </a:solidFill>
            <a:prstDash val="solid"/>
          </a:ln>
        </p:spPr>
      </p:sp>
      <p:sp>
        <p:nvSpPr>
          <p:cNvPr id="21" name="Text 18"/>
          <p:cNvSpPr txBox="1"/>
          <p:nvPr/>
        </p:nvSpPr>
        <p:spPr>
          <a:xfrm>
            <a:off x="8211312" y="1481328"/>
            <a:ext cx="3291840" cy="548640"/>
          </a:xfrm>
          <a:prstGeom prst="rect">
            <a:avLst/>
          </a:prstGeom>
          <a:noFill/>
          <a:ln/>
        </p:spPr>
        <p:txBody>
          <a:bodyPr wrap="square" lIns="0" tIns="0" rIns="0" bIns="0" rtlCol="0" anchor="ctr"/>
          <a:lstStyle/>
          <a:p>
            <a:pPr algn="l" indent="0" marL="0">
              <a:buNone/>
            </a:pPr>
            <a:r>
              <a:rPr lang="en-US" sz="1300" b="1" spc="100" kern="0" dirty="0">
                <a:solidFill>
                  <a:schemeClr val="bg1"/>
                </a:solidFill>
              </a:rPr>
              <a:t>AGENDA · OPENDEURDAG</a:t>
            </a:r>
            <a:endParaRPr lang="en-US" sz="1300" dirty="0"/>
          </a:p>
        </p:txBody>
      </p:sp>
      <p:sp>
        <p:nvSpPr>
          <p:cNvPr id="22" name="Shape 19"/>
          <p:cNvSpPr/>
          <p:nvPr/>
        </p:nvSpPr>
        <p:spPr>
          <a:xfrm>
            <a:off x="8257032" y="2258568"/>
            <a:ext cx="365760" cy="365760"/>
          </a:xfrm>
          <a:prstGeom prst="ellipse">
            <a:avLst/>
          </a:prstGeom>
          <a:solidFill>
            <a:schemeClr val="accent1"/>
          </a:solidFill>
          <a:ln w="12700">
            <a:solidFill>
              <a:srgbClr val="FFFFFF">
                <a:alpha val="0"/>
              </a:srgbClr>
            </a:solidFill>
            <a:prstDash val="solid"/>
          </a:ln>
        </p:spPr>
      </p:sp>
      <p:sp>
        <p:nvSpPr>
          <p:cNvPr id="23" name="Text 20"/>
          <p:cNvSpPr txBox="1"/>
          <p:nvPr/>
        </p:nvSpPr>
        <p:spPr>
          <a:xfrm>
            <a:off x="8257032" y="22585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4" name="Text 21"/>
          <p:cNvSpPr txBox="1"/>
          <p:nvPr/>
        </p:nvSpPr>
        <p:spPr>
          <a:xfrm>
            <a:off x="8759952" y="2194560"/>
            <a:ext cx="2743200" cy="502920"/>
          </a:xfrm>
          <a:prstGeom prst="rect">
            <a:avLst/>
          </a:prstGeom>
          <a:noFill/>
          <a:ln/>
        </p:spPr>
        <p:txBody>
          <a:bodyPr wrap="square" lIns="0" tIns="0" rIns="0" bIns="0" rtlCol="0" anchor="ctr"/>
          <a:lstStyle/>
          <a:p>
            <a:pPr algn="l" indent="0" marL="0">
              <a:buNone/>
            </a:pPr>
            <a:r>
              <a:rPr lang="en-US" sz="1400" i="1" dirty="0">
                <a:solidFill>
                  <a:schemeClr val="tx1"/>
                </a:solidFill>
              </a:rPr>
              <a:t>datum </a:t>
            </a:r>
            <a:r>
              <a:rPr lang="en-US" sz="1400" b="1" i="1" dirty="0">
                <a:solidFill>
                  <a:schemeClr val="tx1"/>
                </a:solidFill>
              </a:rPr>
              <a:t>vastleggen</a:t>
            </a:r>
            <a:endParaRPr lang="en-US" sz="1400" dirty="0"/>
          </a:p>
        </p:txBody>
      </p:sp>
      <p:sp>
        <p:nvSpPr>
          <p:cNvPr id="25" name="Shape 22"/>
          <p:cNvSpPr/>
          <p:nvPr/>
        </p:nvSpPr>
        <p:spPr>
          <a:xfrm>
            <a:off x="8257032" y="2898648"/>
            <a:ext cx="365760" cy="365760"/>
          </a:xfrm>
          <a:prstGeom prst="ellipse">
            <a:avLst/>
          </a:prstGeom>
          <a:solidFill>
            <a:schemeClr val="accent1"/>
          </a:solidFill>
          <a:ln w="12700">
            <a:solidFill>
              <a:srgbClr val="FFFFFF">
                <a:alpha val="0"/>
              </a:srgbClr>
            </a:solidFill>
            <a:prstDash val="solid"/>
          </a:ln>
        </p:spPr>
      </p:sp>
      <p:sp>
        <p:nvSpPr>
          <p:cNvPr id="26" name="Text 23"/>
          <p:cNvSpPr txBox="1"/>
          <p:nvPr/>
        </p:nvSpPr>
        <p:spPr>
          <a:xfrm>
            <a:off x="8257032" y="289864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7" name="Text 24"/>
          <p:cNvSpPr txBox="1"/>
          <p:nvPr/>
        </p:nvSpPr>
        <p:spPr>
          <a:xfrm>
            <a:off x="8759952" y="2834640"/>
            <a:ext cx="2743200" cy="502920"/>
          </a:xfrm>
          <a:prstGeom prst="rect">
            <a:avLst/>
          </a:prstGeom>
          <a:noFill/>
          <a:ln/>
        </p:spPr>
        <p:txBody>
          <a:bodyPr wrap="square" lIns="0" tIns="0" rIns="0" bIns="0" rtlCol="0" anchor="ctr"/>
          <a:lstStyle/>
          <a:p>
            <a:pPr algn="l" indent="0" marL="0">
              <a:buNone/>
            </a:pPr>
            <a:r>
              <a:rPr lang="en-US" sz="1400" i="1" dirty="0">
                <a:solidFill>
                  <a:schemeClr val="tx1"/>
                </a:solidFill>
              </a:rPr>
              <a:t>uitnodigingen opstellen en </a:t>
            </a:r>
            <a:r>
              <a:rPr lang="en-US" sz="1400" b="1" i="1" dirty="0">
                <a:solidFill>
                  <a:schemeClr val="tx1"/>
                </a:solidFill>
              </a:rPr>
              <a:t>doorsturen</a:t>
            </a:r>
            <a:endParaRPr lang="en-US" sz="1400" dirty="0"/>
          </a:p>
        </p:txBody>
      </p:sp>
      <p:sp>
        <p:nvSpPr>
          <p:cNvPr id="28" name="Shape 25"/>
          <p:cNvSpPr/>
          <p:nvPr/>
        </p:nvSpPr>
        <p:spPr>
          <a:xfrm>
            <a:off x="8257032" y="3538728"/>
            <a:ext cx="365760" cy="365760"/>
          </a:xfrm>
          <a:prstGeom prst="ellipse">
            <a:avLst/>
          </a:prstGeom>
          <a:solidFill>
            <a:schemeClr val="accent1"/>
          </a:solidFill>
          <a:ln w="12700">
            <a:solidFill>
              <a:srgbClr val="FFFFFF">
                <a:alpha val="0"/>
              </a:srgbClr>
            </a:solidFill>
            <a:prstDash val="solid"/>
          </a:ln>
        </p:spPr>
      </p:sp>
      <p:sp>
        <p:nvSpPr>
          <p:cNvPr id="29" name="Text 26"/>
          <p:cNvSpPr txBox="1"/>
          <p:nvPr/>
        </p:nvSpPr>
        <p:spPr>
          <a:xfrm>
            <a:off x="8257032" y="353872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0" name="Text 27"/>
          <p:cNvSpPr txBox="1"/>
          <p:nvPr/>
        </p:nvSpPr>
        <p:spPr>
          <a:xfrm>
            <a:off x="8759952" y="3474720"/>
            <a:ext cx="2743200" cy="502920"/>
          </a:xfrm>
          <a:prstGeom prst="rect">
            <a:avLst/>
          </a:prstGeom>
          <a:noFill/>
          <a:ln/>
        </p:spPr>
        <p:txBody>
          <a:bodyPr wrap="square" lIns="0" tIns="0" rIns="0" bIns="0" rtlCol="0" anchor="ctr"/>
          <a:lstStyle/>
          <a:p>
            <a:pPr algn="l" indent="0" marL="0">
              <a:buNone/>
            </a:pPr>
            <a:r>
              <a:rPr lang="en-US" sz="1400" i="1" dirty="0">
                <a:solidFill>
                  <a:schemeClr val="tx1"/>
                </a:solidFill>
              </a:rPr>
              <a:t>budget </a:t>
            </a:r>
            <a:r>
              <a:rPr lang="en-US" sz="1400" b="1" i="1" dirty="0">
                <a:solidFill>
                  <a:schemeClr val="tx1"/>
                </a:solidFill>
              </a:rPr>
              <a:t>nakijken</a:t>
            </a:r>
            <a:endParaRPr lang="en-US" sz="1400" dirty="0"/>
          </a:p>
        </p:txBody>
      </p:sp>
      <p:sp>
        <p:nvSpPr>
          <p:cNvPr id="31" name="Shape 28"/>
          <p:cNvSpPr/>
          <p:nvPr/>
        </p:nvSpPr>
        <p:spPr>
          <a:xfrm>
            <a:off x="8257032" y="4178808"/>
            <a:ext cx="365760" cy="365760"/>
          </a:xfrm>
          <a:prstGeom prst="ellipse">
            <a:avLst/>
          </a:prstGeom>
          <a:solidFill>
            <a:schemeClr val="accent1"/>
          </a:solidFill>
          <a:ln w="12700">
            <a:solidFill>
              <a:srgbClr val="FFFFFF">
                <a:alpha val="0"/>
              </a:srgbClr>
            </a:solidFill>
            <a:prstDash val="solid"/>
          </a:ln>
        </p:spPr>
      </p:sp>
      <p:sp>
        <p:nvSpPr>
          <p:cNvPr id="32" name="Text 29"/>
          <p:cNvSpPr txBox="1"/>
          <p:nvPr/>
        </p:nvSpPr>
        <p:spPr>
          <a:xfrm>
            <a:off x="8257032" y="417880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3" name="Text 30"/>
          <p:cNvSpPr txBox="1"/>
          <p:nvPr/>
        </p:nvSpPr>
        <p:spPr>
          <a:xfrm>
            <a:off x="8759952" y="4114800"/>
            <a:ext cx="2743200" cy="502920"/>
          </a:xfrm>
          <a:prstGeom prst="rect">
            <a:avLst/>
          </a:prstGeom>
          <a:noFill/>
          <a:ln/>
        </p:spPr>
        <p:txBody>
          <a:bodyPr wrap="square" lIns="0" tIns="0" rIns="0" bIns="0" rtlCol="0" anchor="ctr"/>
          <a:lstStyle/>
          <a:p>
            <a:pPr algn="l" indent="0" marL="0">
              <a:buNone/>
            </a:pPr>
            <a:r>
              <a:rPr lang="en-US" sz="1400" i="1" dirty="0">
                <a:solidFill>
                  <a:schemeClr val="tx1"/>
                </a:solidFill>
              </a:rPr>
              <a:t>taken verdelen</a:t>
            </a:r>
            <a:endParaRPr lang="en-US" sz="1400" dirty="0"/>
          </a:p>
        </p:txBody>
      </p:sp>
      <p:sp>
        <p:nvSpPr>
          <p:cNvPr id="34" name="Shape 31"/>
          <p:cNvSpPr/>
          <p:nvPr/>
        </p:nvSpPr>
        <p:spPr>
          <a:xfrm>
            <a:off x="8257032" y="4818888"/>
            <a:ext cx="365760" cy="365760"/>
          </a:xfrm>
          <a:prstGeom prst="ellipse">
            <a:avLst/>
          </a:prstGeom>
          <a:solidFill>
            <a:schemeClr val="accent1"/>
          </a:solidFill>
          <a:ln w="12700">
            <a:solidFill>
              <a:srgbClr val="FFFFFF">
                <a:alpha val="0"/>
              </a:srgbClr>
            </a:solidFill>
            <a:prstDash val="solid"/>
          </a:ln>
        </p:spPr>
      </p:sp>
      <p:sp>
        <p:nvSpPr>
          <p:cNvPr id="35" name="Text 32"/>
          <p:cNvSpPr txBox="1"/>
          <p:nvPr/>
        </p:nvSpPr>
        <p:spPr>
          <a:xfrm>
            <a:off x="8257032" y="481888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6" name="Text 33"/>
          <p:cNvSpPr txBox="1"/>
          <p:nvPr/>
        </p:nvSpPr>
        <p:spPr>
          <a:xfrm>
            <a:off x="8759952" y="4754880"/>
            <a:ext cx="2743200" cy="502920"/>
          </a:xfrm>
          <a:prstGeom prst="rect">
            <a:avLst/>
          </a:prstGeom>
          <a:noFill/>
          <a:ln/>
        </p:spPr>
        <p:txBody>
          <a:bodyPr wrap="square" lIns="0" tIns="0" rIns="0" bIns="0" rtlCol="0" anchor="ctr"/>
          <a:lstStyle/>
          <a:p>
            <a:pPr algn="l" indent="0" marL="0">
              <a:buNone/>
            </a:pPr>
            <a:r>
              <a:rPr lang="en-US" sz="1400" i="1" dirty="0">
                <a:solidFill>
                  <a:schemeClr val="tx1"/>
                </a:solidFill>
              </a:rPr>
              <a:t>volgende vergadering </a:t>
            </a:r>
            <a:r>
              <a:rPr lang="en-US" sz="1400" b="1" i="1" dirty="0">
                <a:solidFill>
                  <a:schemeClr val="tx1"/>
                </a:solidFill>
              </a:rPr>
              <a:t>afspreken</a:t>
            </a:r>
            <a:endParaRPr lang="en-US" sz="1400" dirty="0"/>
          </a:p>
        </p:txBody>
      </p:sp>
      <p:pic>
        <p:nvPicPr>
          <p:cNvPr id="37" name="Image 0" descr="spiral calendar">    </p:cNvPr>
          <p:cNvPicPr>
            <a:picLocks noChangeAspect="1"/>
          </p:cNvPicPr>
          <p:nvPr/>
        </p:nvPicPr>
        <p:blipFill>
          <a:blip r:embed="rId1"/>
          <a:stretch>
            <a:fillRect/>
          </a:stretch>
        </p:blipFill>
        <p:spPr>
          <a:xfrm>
            <a:off x="9537192" y="5468112"/>
            <a:ext cx="640080" cy="64008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Dessinez l’image de </a:t>
            </a:r>
            <a:r>
              <a:rPr lang="en-US" sz="2000" i="1" dirty="0">
                <a:solidFill>
                  <a:schemeClr val="tx1"/>
                </a:solidFill>
              </a:rPr>
              <a:t>door</a:t>
            </a:r>
            <a:r>
              <a:rPr lang="en-US" sz="2000" dirty="0">
                <a:solidFill>
                  <a:schemeClr val="tx1"/>
                </a:solidFill>
              </a:rPr>
              <a:t> et de </a:t>
            </a:r>
            <a:r>
              <a:rPr lang="en-US" sz="2000" i="1" dirty="0">
                <a:solidFill>
                  <a:schemeClr val="tx1"/>
                </a:solidFill>
              </a:rPr>
              <a:t>over</a:t>
            </a:r>
            <a:r>
              <a:rPr lang="en-US" sz="2000" dirty="0">
                <a:solidFill>
                  <a:schemeClr val="tx1"/>
                </a:solidFill>
              </a:rPr>
              <a:t>.</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Le contraire de </a:t>
            </a:r>
            <a:r>
              <a:rPr lang="en-US" sz="2000" i="1" dirty="0">
                <a:solidFill>
                  <a:schemeClr val="tx1"/>
                </a:solidFill>
              </a:rPr>
              <a:t>De prijzen nemen toe</a:t>
            </a:r>
            <a:r>
              <a:rPr lang="en-US" sz="2000" dirty="0">
                <a:solidFill>
                  <a:schemeClr val="tx1"/>
                </a:solidFill>
              </a:rPr>
              <a:t> ?</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Passé composé : </a:t>
            </a:r>
            <a:r>
              <a:rPr lang="en-US" sz="2000" i="1" dirty="0">
                <a:solidFill>
                  <a:schemeClr val="tx1"/>
                </a:solidFill>
              </a:rPr>
              <a:t>Ik vertaal de tekst. · Ik kijk de tekst na.</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Comprendre</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Deviner</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Utiliser</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Book">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Défi de la semaine</a:t>
            </a:r>
            <a:r>
              <a:rPr lang="en-US" sz="1800" dirty="0">
                <a:solidFill>
                  <a:schemeClr val="bg1"/>
                </a:solidFill>
              </a:rPr>
              <a:t> : notez 10 verbes à particule rencontrés (journal, travail, séries), avec leur phrase.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44</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Aan, af, op, uit… — Les significations des particules séparables</dc:title>
  <dc:subject>Néerlandais 1 — Langue en situation, en milieu professionnel</dc:subject>
  <dc:creator>A. Jouniaux</dc:creator>
  <cp:lastModifiedBy>A. Jouniaux</cp:lastModifiedBy>
  <cp:revision>1</cp:revision>
  <dcterms:created xsi:type="dcterms:W3CDTF">2026-10-06T11:50:13Z</dcterms:created>
  <dcterms:modified xsi:type="dcterms:W3CDTF">2026-10-06T11:50:13Z</dcterms:modified>
</cp:coreProperties>
</file>
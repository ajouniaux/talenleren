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731a5c1-933c-2c96-b052-2eefacef94fa}">
          <p14:sldIdLst>
            <p14:sldId id="256"/>
          </p14:sldIdLst>
        </p14:section>
        <p14:section name="Découvrir" id="{65e2babc-7380-f59b-27e6-b984f38aa791}">
          <p14:sldIdLst>
            <p14:sldId id="257"/>
            <p14:sldId id="258"/>
          </p14:sldIdLst>
        </p14:section>
        <p14:section name="Comprendre" id="{b6676dcc-9c24-f2e1-6771-0c198e5519d2}">
          <p14:sldIdLst>
            <p14:sldId id="259"/>
            <p14:sldId id="260"/>
            <p14:sldId id="261"/>
            <p14:sldId id="262"/>
            <p14:sldId id="263"/>
            <p14:sldId id="264"/>
            <p14:sldId id="265"/>
            <p14:sldId id="266"/>
            <p14:sldId id="267"/>
            <p14:sldId id="268"/>
            <p14:sldId id="269"/>
            <p14:sldId id="270"/>
          </p14:sldIdLst>
        </p14:section>
        <p14:section name="JIJ NU ! — Oefeningen" id="{b4c16e93-4028-9040-d45b-94d0d9fda960}">
          <p14:sldIdLst>
            <p14:sldId id="271"/>
            <p14:sldId id="272"/>
            <p14:sldId id="273"/>
            <p14:sldId id="274"/>
            <p14:sldId id="275"/>
            <p14:sldId id="276"/>
            <p14:sldId id="277"/>
            <p14:sldId id="278"/>
            <p14:sldId id="279"/>
            <p14:sldId id="280"/>
            <p14:sldId id="281"/>
            <p14:sldId id="282"/>
            <p14:sldId id="283"/>
          </p14:sldIdLst>
        </p14:section>
        <p14:section name="Clôture" id="{9a0f5b6d-a161-ae40-894a-ef948f4d351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2026-10-05T10:24:09Z</dcterms:created>
  <dcterms:modified xsi:type="dcterms:W3CDTF">2026-10-05T10:24:09Z</dcterms:modified>
</cp:coreProperties>
</file>
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48ca8cc-4d1d-8050-551d-37384560c67f}">
          <p14:sldIdLst>
            <p14:sldId id="256"/>
          </p14:sldIdLst>
        </p14:section>
        <p14:section name="Découvrir" id="{b7458846-bfaa-bb85-d945-27e8b3b9c94b}">
          <p14:sldIdLst>
            <p14:sldId id="257"/>
            <p14:sldId id="258"/>
          </p14:sldIdLst>
        </p14:section>
        <p14:section name="Comprendre" id="{dd9258f6-002f-9c1e-f7dd-094225299221}">
          <p14:sldIdLst>
            <p14:sldId id="259"/>
            <p14:sldId id="260"/>
            <p14:sldId id="261"/>
            <p14:sldId id="262"/>
            <p14:sldId id="263"/>
            <p14:sldId id="264"/>
            <p14:sldId id="265"/>
            <p14:sldId id="266"/>
            <p14:sldId id="267"/>
            <p14:sldId id="268"/>
            <p14:sldId id="269"/>
            <p14:sldId id="270"/>
          </p14:sldIdLst>
        </p14:section>
        <p14:section name="JIJ NU ! — Oefeningen" id="{7d207c87-545a-9794-aac1-0da510e97faa}">
          <p14:sldIdLst>
            <p14:sldId id="271"/>
            <p14:sldId id="272"/>
            <p14:sldId id="273"/>
            <p14:sldId id="274"/>
            <p14:sldId id="275"/>
            <p14:sldId id="276"/>
            <p14:sldId id="277"/>
            <p14:sldId id="278"/>
            <p14:sldId id="279"/>
            <p14:sldId id="280"/>
            <p14:sldId id="281"/>
            <p14:sldId id="282"/>
            <p14:sldId id="283"/>
          </p14:sldIdLst>
        </p14:section>
        <p14:section name="Clôture" id="{0bb104fa-0d6c-9d0d-4826-a70b780385c4}">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2026-10-05T07:24:48Z</dcterms:created>
  <dcterms:modified xsi:type="dcterms:W3CDTF">2026-10-05T07:24:48Z</dcterms:modified>
</cp:coreProperties>
</file>
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55a7d20-48f1-81b3-9b0f-3f645c8f7bfd}">
          <p14:sldIdLst>
            <p14:sldId id="256"/>
          </p14:sldIdLst>
        </p14:section>
        <p14:section name="Découvrir" id="{fc711e8e-d144-2ca5-1797-94fe80c87230}">
          <p14:sldIdLst>
            <p14:sldId id="257"/>
            <p14:sldId id="258"/>
            <p14:sldId id="259"/>
          </p14:sldIdLst>
        </p14:section>
        <p14:section name="Les outils : pronoms, zijn, hebben, nombres" id="{f1426409-d05f-6172-b2ca-a2f606471d64}">
          <p14:sldIdLst>
            <p14:sldId id="260"/>
            <p14:sldId id="261"/>
            <p14:sldId id="262"/>
            <p14:sldId id="263"/>
            <p14:sldId id="264"/>
            <p14:sldId id="265"/>
            <p14:sldId id="266"/>
          </p14:sldIdLst>
        </p14:section>
        <p14:section name="Les 5 verbes, questions, prépositions" id="{aea94a1d-0bba-6eaf-322c-454c24c6b6c8}">
          <p14:sldIdLst>
            <p14:sldId id="267"/>
            <p14:sldId id="268"/>
            <p14:sldId id="269"/>
            <p14:sldId id="270"/>
            <p14:sldId id="271"/>
          </p14:sldIdLst>
        </p14:section>
        <p14:section name="Le formulaire et l’accueil" id="{66504519-bbb4-084a-7927-2cb592a1d8ae}">
          <p14:sldIdLst>
            <p14:sldId id="272"/>
            <p14:sldId id="273"/>
            <p14:sldId id="274"/>
          </p14:sldIdLst>
        </p14:section>
        <p14:section name="JIJ NU ! — Oefeningen" id="{6fa77286-fc77-ebed-7754-a6caef90d3b0}">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29ace40c-e1e6-8fee-ed90-eb5c8abc89c7}">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2026-10-04T07:55:09Z</dcterms:created>
  <dcterms:modified xsi:type="dcterms:W3CDTF">2026-10-04T07:55:09Z</dcterms:modified>
</cp:coreProperties>
</file>
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2878e8c-bbf9-5de5-bee4-59c032b2d220}">
          <p14:sldIdLst>
            <p14:sldId id="256"/>
          </p14:sldIdLst>
        </p14:section>
        <p14:section name="Découvrir" id="{2a021396-0524-c127-acfc-e446db6485ad}">
          <p14:sldIdLst>
            <p14:sldId id="257"/>
            <p14:sldId id="258"/>
            <p14:sldId id="259"/>
          </p14:sldIdLst>
        </p14:section>
        <p14:section name="Les outils : pronoms, zijn, hebben, nombres" id="{8a307852-f3a2-60bb-ba6a-ed013a7e84e0}">
          <p14:sldIdLst>
            <p14:sldId id="260"/>
            <p14:sldId id="261"/>
            <p14:sldId id="262"/>
            <p14:sldId id="263"/>
            <p14:sldId id="264"/>
            <p14:sldId id="265"/>
            <p14:sldId id="266"/>
          </p14:sldIdLst>
        </p14:section>
        <p14:section name="Les 5 verbes, questions, prépositions" id="{f27ade6b-f91a-2820-6f83-b9a7de4e44d4}">
          <p14:sldIdLst>
            <p14:sldId id="267"/>
            <p14:sldId id="268"/>
            <p14:sldId id="269"/>
            <p14:sldId id="270"/>
            <p14:sldId id="271"/>
          </p14:sldIdLst>
        </p14:section>
        <p14:section name="Le formulaire et l’accueil" id="{e5f18ae2-9ff6-8fe1-2f61-c15486de8bca}">
          <p14:sldIdLst>
            <p14:sldId id="272"/>
            <p14:sldId id="273"/>
            <p14:sldId id="274"/>
          </p14:sldIdLst>
        </p14:section>
        <p14:section name="JIJ NU ! — Oefeningen" id="{a8255047-f912-2e74-34e5-e30ede3b96a7}">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9a7aeae3-cb92-e51d-0e94-44c180ace20c}">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2026-10-04T18:33:10Z</dcterms:created>
  <dcterms:modified xsi:type="dcterms:W3CDTF">2026-10-04T18:33:10Z</dcterms:modified>
</cp:coreProperties>
</file>
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beb9bf0-ea39-6f52-a194-16882ffb0b30}">
          <p14:sldIdLst>
            <p14:sldId id="256"/>
          </p14:sldIdLst>
        </p14:section>
        <p14:section name="Découvrir" id="{9b0fbd1a-d8f1-6b0c-5942-510db341e00f}">
          <p14:sldIdLst>
            <p14:sldId id="257"/>
            <p14:sldId id="258"/>
            <p14:sldId id="259"/>
          </p14:sldIdLst>
        </p14:section>
        <p14:section name="Les outils : pronoms, zijn, hebben, nombres" id="{77dab4da-a661-583c-2c96-878284522080}">
          <p14:sldIdLst>
            <p14:sldId id="260"/>
            <p14:sldId id="261"/>
            <p14:sldId id="262"/>
            <p14:sldId id="263"/>
            <p14:sldId id="264"/>
            <p14:sldId id="265"/>
            <p14:sldId id="266"/>
          </p14:sldIdLst>
        </p14:section>
        <p14:section name="Les 5 verbes, questions, prépositions" id="{119cbbb6-eea8-ab05-523f-a4efedd9d538}">
          <p14:sldIdLst>
            <p14:sldId id="267"/>
            <p14:sldId id="268"/>
            <p14:sldId id="269"/>
            <p14:sldId id="270"/>
            <p14:sldId id="271"/>
          </p14:sldIdLst>
        </p14:section>
        <p14:section name="Le formulaire et l’accueil" id="{86f7d0fe-bcf2-afda-9089-b7a2d79c4faf}">
          <p14:sldIdLst>
            <p14:sldId id="272"/>
            <p14:sldId id="273"/>
            <p14:sldId id="274"/>
          </p14:sldIdLst>
        </p14:section>
        <p14:section name="JIJ NU ! — Oefeningen" id="{f62bd00c-ea80-b861-60a9-889586289e48}">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99f7f4ac-2ad6-eef9-dfd5-883f438b6491}">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19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2026-10-04T12:06:07Z</dcterms:created>
  <dcterms:modified xsi:type="dcterms:W3CDTF">2026-10-04T12:06:07Z</dcterms:modified>
</cp:coreProperties>
</file>
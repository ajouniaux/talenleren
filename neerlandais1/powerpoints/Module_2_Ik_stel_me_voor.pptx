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8503010-d9b0-e4e6-442e-12bf47e04f73}">
          <p14:sldIdLst>
            <p14:sldId id="256"/>
          </p14:sldIdLst>
        </p14:section>
        <p14:section name="Découvrir" id="{2c967375-0559-29f9-0c97-1f75662a035d}">
          <p14:sldIdLst>
            <p14:sldId id="257"/>
            <p14:sldId id="258"/>
            <p14:sldId id="259"/>
          </p14:sldIdLst>
        </p14:section>
        <p14:section name="Les outils : pronoms, zijn, hebben, nombres" id="{4c2f1cdc-d6bc-83ed-d8e1-6e8f06840e3b}">
          <p14:sldIdLst>
            <p14:sldId id="260"/>
            <p14:sldId id="261"/>
            <p14:sldId id="262"/>
            <p14:sldId id="263"/>
            <p14:sldId id="264"/>
            <p14:sldId id="265"/>
            <p14:sldId id="266"/>
          </p14:sldIdLst>
        </p14:section>
        <p14:section name="Les 5 verbes, questions, prépositions" id="{4fe7ad97-6d25-7cd8-e2c0-01326f0f179e}">
          <p14:sldIdLst>
            <p14:sldId id="267"/>
            <p14:sldId id="268"/>
            <p14:sldId id="269"/>
            <p14:sldId id="270"/>
            <p14:sldId id="271"/>
          </p14:sldIdLst>
        </p14:section>
        <p14:section name="Le formulaire et l’accueil" id="{1b882a60-3e33-1c7d-acfe-e8ec956d48a0}">
          <p14:sldIdLst>
            <p14:sldId id="272"/>
            <p14:sldId id="273"/>
            <p14:sldId id="274"/>
          </p14:sldIdLst>
        </p14:section>
        <p14:section name="JIJ NU ! — Oefeningen" id="{4cec79f0-250b-e9fe-9877-d4a0780950bb}">
          <p14:sldIdLst>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Clôture" id="{554cdc39-df07-c29e-2e76-325b7ad5f595}">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Situer le module dans une situation réelle : le premier jour dans une entreprise bilingue.
Situation fil rouge : Karim, comptable namurois, commence lundi dans une entreprise bilingue à Bruxelles. Il doit se présenter à ses collègues néerlandophones et remplir sa fiche d'accueil. « À la fin du module, vous ferez comme lui.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Montrez que l'objectif 2 (je / u) était annoncé dans l'ancienne version mais jamais travaillé : ici, il occupe 3 diapos et un exercice entier.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entendre le modèle complet avant tout découpage (compréhension globale) et activer les inférences.
Lisez le texte une fois, bulles vides. Question : « Qu'avez-vous compris ? » Remplissez les bulles au fur et à mesure des réponses (les mots transparents aident : Gent, België, Brussel, Frans). de personeelsdienst = le service du personnel (RH). Faites remarquer que deux phrases commencent par Ik ben : l'une donne le nom, l'autre l'âge. C'est le piège de la diapo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les formules rituelles selon le registre. C'est une lacune de l'archive.
Faites un tour de classe où chacun salue son voisin, une fois de façon familière, une fois de façon formelle. Réponse standard à « Hoe gaat het? » : Goed, dank je. En met jou? / Goed, dank u. En met u? En Flandre, Dag! s'utilise à l'arrivée comme au départ ; Goeiedag est courant et neutre.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Installer les pronoms sujets et leurs formes accentuées / non accentuées.
jij, wij, zij sont les formes accentuées, pour insister (JIJ bent laat!). je, we, ze sont les formes courantes à l'oral. Le double ze est désambiguïsé par le verbe : ze werkt (elle) / ze werken (ils). Ce point est repris en M3 ; contentez-vous de le signaler. u est le même au singulier et au pluriel.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Résoudre le piège n°1 du registre pour un francophone : un « vous » français a deux traductions.
Règle pratique en entreprise belge : u avec les clients, les supérieurs au premier contact et les administrations. On passe vite au je entre collègues ; en cas de doute, on commence par u. Pour la reconnaissance seulement : en Flandre, on entend ge / gij à l'oral familier. Ne pas l'enseigner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zijn (irrégulier) et ses 4 usages dans une présentation.
Correction par rapport à l'archive : Wie ben jij? signifie « Qui es-tu ? ». « Quel est ton nom ? » se dit Wat is je naam? ou Hoe heet je? Signalez le ben (et non bent) dans Ben jij…? : c'est la même règle que Werk jij?, systématisée en M3.
Le métier se dit sans article, comme en français : Ik ben boekhouder.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Neutraliser l'erreur la plus fréquente (ik heb 32 jaar) avant qu'elle ne se fixe. C'était l'erreur de l'exercice Anna, jamais enseignée dans l'archive.
Expliquez la logique : en néerlandais, l'âge est un état (« je suis vieux de 32 ans »), comme en anglais (I am 32). jaar reste au singulier après un nombre (32 jaar, et non jaren), ce qui est commode. Faites répéter en chœur le « mantra » : Ik ben… jaar!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Fournir les nombres nécessaires pour l'âge et le téléphone (lacune de l'archive), et traiter l'inversion unités/dizaines.
Bonne nouvelle pour les Belges : zeventig et negentig fonctionnent comme « septante » et « nonante ». Le tréma de tweeëndertig et drieëntwintig sépare les voyelles (lien avec M1). Mini-jeu : chacun dit son âge, la classe écrit le chiffre.
À distinguer : een (un, article, « eun ») et één (le chiffre 1, voyelle longue « éé »). Les accents ne s'écrivent que s'il y a un risque de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hebben et l'utiliser pour parler de sa famille.
geen = « pas de / pas un », devant un nom. Correction par rapport à l'archive : « Je n'ai aucun frère » était un calque, on dit « Je n'ai pas de frère ». Avec u, les deux formes (u hebt / u heeft) sont correctes. Notez le piège Ik ben enig kind : c'est zijn, comme en français.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Fixer le vocabulaire de l'état civil, demandé dans tous les formulaires belges.
Correction par rapport à l'archive : en néerlandais, l'adjectif attribut ne s'accorde pas (Ik ben verloofd, pas verloofde). Pour une femme comme pour un homme : alleenstaand, gescheiden, verloofd. Seuls weduwe / weduwnaar varient (ce sont des noms). wettelijk samenwonend (cohabitant légal) est un terme administratif belge à reconnaître.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utiliser heten, wonen, komen, werken, spreken sans réexposer 5 tableaux : la systématisation est faite en M3.
Faites observer woon et spreek : on retrouve la règle de M1 (wo·nen : syllabe ouverte ; woon : syllabe fermée, donc on double la voyelle). Annoncez que tout cela sera expliqué en détail dans le module 3. Aujourd'hui, on utilise. kom (o court) est une vraie exception, que l'archive ne signalait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Donner les formules prêtes à l'emploi (chunks) pour l'interaction.
Chaîne de questions en classe : A pose une question à B, B répond puis pose la suivante à C. Ajoutez les réponses « sans emploi » corrigées : Ik ben student(e). · Ik ben werkzoekend. · Ik werk niet. · Ik ben gepensioneerd. Correction par rapport à l'archive : on dit werkloos, pas werkloos (oze).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Anticiper les calques de prépositions (à Namur, de Belgique, chez, comme).
uit = « hors de » : on vient « de l'intérieur » d'un pays ou d'une ville. bij = chez un employeur. Faites remarquer que Ik woon à… est une erreur très fréquente à l'oral sous l'effet du stress. Exercice éclair : la classe complète oralement des phrases lancées par l'enseignant (« Ik kom… Marokko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Fournir le lexique géographique et linguistique indispensable en contexte belge.
Les noms de langues prennent une majuscule. Correction par rapport à l'archive : Ik spreek (het) Frans devient Ik spreek Frans. Tour de table : Ik woon in … · Ik kom uit … · Ik spreek …. Ajoutez au tableau les pays et langues des apprenants (Congo → Lingala, Polen → Pools, Roemenië → Roemeens…).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automatique le passage du registre familier au registre formel (verbe + possessif).
Deux réflexes :
1. Avec u, le verbe garde son t, alors qu'avec je placé après le verbe, le t disparaît (règle complète en M3).
2. Le possessif poli est uw (votre).
heten reste heet, parce que le radical finit déjà par t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les rubriques d'un formulaire d'inscription.
gsm est l'usage belge pour le téléphone portable (aux Pays-Bas : mobiel). familienaam est fréquent en Belgique. Le rijksregisternummer (numéro national) figure sur la carte d'identité belge et sert au scénario 1. Distribuez un vrai formulaire anonymisé si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Réinvestir l'alphabet (M1) et les chiffres dans l'échange de données personnelles.
En binôme, chacun épelle son nom de famille et dicte un numéro fictif ; l'autre l'écrit. La lecture par paires (twaalf, vierendertig) est fréquente mais déroutante : acceptez la lecture chiffre par chiffre. alstublieft (poli) / alsjeblieft (familier) = s'il vous plaît / s'il te plaît.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Montrer l'enchaînement complet d'un échange formel avant les mises en situation.
Déroulé :
1. Lecture à deux voix, enseignant et volontaire.
2. Lecture en binômes.
3. Lecture « à trous » : faites disparaître les réponses de Karim, chaque apprenant donne les siennes.
Ik wil me inschrijven est un bloc à mémoriser tel quel (« je voudrais m'inscrire ») ; les verbes de modalité viennent en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d'entraînement.
Les exercices 1 à 5 peuvent ouvrir la séance 2 (réactivation). Gardez au moins 30 min pour les exercices 6 et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Relier les rubriques d'un formulaire à des réponses concrètes (compréhension écrite).
Modification par rapport à l'archive : les définitions étaient des subordonnées (Hoe oud je bent), avec le verbe en fin de phrase, une structure qui n'est pas encore vue. Elles sont remplacées par des réponses de formulaire. Faites remarquer que gezin (ménage : partenaire et enfants) ≠ familie (toute la famille).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Relier les rubriques d'un formulaire à des réponses concrètes (compréhension écrite).
Modification par rapport à l'archive : les définitions étaient des subordonnées (Hoe oud je bent), avec le verbe en fin de phrase, une structure qui n'est pas encore vue. Elles sont remplacées par des réponses de formulaire. Faites remarquer que gezin (ménage : partenaire et enfants) ≠ familie (toute la famille).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un thème à la question qui permet d'obtenir l'information.
Correction par rapport à l'archive : Wat is je beste taal? devient Wat is je moedertaal?, et « vervoer naar school » devient « naar het werk » (contexte professionnel). Prolongement oral : chacun répond aux 7 questions pour son voisin. Réponses utiles pour le transport : met de trein / met de bus / met de fiets / met de auto / te voet.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Associer un thème à la question qui permet d'obtenir l'information.
Correction par rapport à l'archive : Wat is je beste taal? devient Wat is je moedertaal?, et « vervoer naar school » devient « naar het werk » (contexte professionnel). Prolongement oral : chacun répond aux 7 questions pour son voisin. Réponses utiles pour le transport : met de trein / met de bus / met de fiets / met de auto / te voet.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Conjuguer zijn, hebben et les 5 verbes en contexte.
mijn ouders komen : le pluriel reprend l'infinitif. ze heet / ze is : ze = elle, avec un verbe au singulier. Variante orale : les apprenants lisent le texte en remplaçant les informations de Karim par les 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Conjuguer zijn, hebben et les 5 verbes en contexte.
mijn ouders komen : le pluriel reprend l'infinitif. ze heet / ze is : ze = elle, avec un verbe au singulier. Variante orale : les apprenants lisent le texte en remplaçant les informations de Karim par les 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et corriger les erreurs typiques des francophones (transfert du français).
Faites d'abord voter la classe (Geslaagd / Gezakt ?) sans explication, puis lancez la chasse aux erreurs en binômes (5 min). La dernière phrase (Hoe heet u?) est correcte : c'est un leurre volontaire.
Modification par rapport à l'archive : la locutrice russe et les erreurs génériques sont remplacées par une francophone et des erreurs de transfert du français. L'étiquette « Niveau UE 2-3 » est supprimée.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et corriger les erreurs typiques des francophones (transfert du français).
Faites d'abord voter la classe (Geslaagd / Gezakt ?) sans explication, puis lancez la chasse aux erreurs en binômes (5 min). La dernière phrase (Hoe heet u?) est correcte : c'est un leurre volontaire.
Modification par rapport à l'archive : la locutrice russe et les erreurs génériques sont remplacées par une francophone et des erreurs de transfert du français. L'étiquette « Niveau UE 2-3 » est supprimée.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le passage je → u (verbe et possessif).
Faites-le d'abord à l'oral, très vite, en ping-pong enseignant → classe, puis à l'écrit. Les items 4 (ben → bent) et 7 (je → uw) sont les plus discriminants.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Automatiser le passage je → u (verbe et possessif).
Faites-le d'abord à l'oral, très vite, en ping-pong enseignant → classe, puis à l'écrit. Les items 4 (ben → bent) et 7 (je → uw) sont les plus discriminants.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Interagir (questions/réponses) puis passer de ik à hij / zij (3e personne, terminaison -t).
6 min d'interview, puis chaque apprenant présente son voisin à la classe en 30 secondes. Points de vigilance : le t à la 3e personne et is (pas ben). Variante ludique : les fiches sont mélangées et redistribuées, et la classe devine de qui on parle.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Réaliser une tâche formelle complète (registre u) avec un document authentique.
Fusion des scénarios 2 (cours d'intégration) et 3 (carte d'identité) de l'archive. 5 min de préparation, 4 min de jeu, puis inversion des rôles. Le rôle B est le plus exigeant (il pose les questions) : confiez-le d'abord aux apprenants les plus à l'aise.
Grille d'observation rapide :
• registre u respecté ;
• ik ben … jaar ;
• prépositions in / uit ;
• épellation correcte.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Réinvestir les mêmes compétences dans un autre contexte formel (transfert).
Variante de différenciation (de l'archive) pour les binômes rapides : la carte de fidélité d'un magasin de bricolage (scénario 5) ou l'inscription en ligne à une auto-école (scénario 6), avec la même banque de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Contraster les registres : entretien informel en je avec un responsable de brasserie.
Reprise du scénario 1 de l'archive, sans logo de marque. Faites comparer avec les diapos 27–28 : quels mots ont changé ? (u → je, uw → je, le t). Ik kan alleen in het weekend werken est donné comme un bloc tout fait (verbe de modalité + infinitif final : M3 et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Consolider le lexique par le tri sémantique et l'aspect ludique.
Le jeu se joue en équipes : 1 point par mot bien placé, −1 par erreur. Il remplace le jeu « synonymes en 1 minute » de l'archive, une production libre trop exigeante en A1.
Prolongement pour les rapides :
• spreken une langue ; praten met iemand (avec quelqu'un) ; zeggen iets (quelque chose) ;
• leren = apprendre ; studeren = faire des études.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Consolider le lexique par le tri sémantique et l'aspect ludique.
Le jeu se joue en équipes : 1 point par mot bien placé, −1 par erreur. Il remplace le jeu « synonymes en 1 minute » de l'archive, une production libre trop exigeante en A1.
Prolongement pour les rapides :
• spreken une langue ; praten met iemand (avec quelqu'un) ; zeggen iets (quelque chose) ;
• leren = apprendre ; studeren = faire des études.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savoir-faire et préparer le module 3.
Réponses :
1. Ik ben 40 jaar en ik woon in Luik.
2. Waar woont u?
3. uit.
Devoir : enregistrer un message vocal de 30 secondes « Ik stel me voor » (6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2 · Ik stel me voor</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2 · Ik stel me voor</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4.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slideLayout" Target="../slideLayouts/slideLayout2.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slideLayout" Target="../slideLayouts/slideLayout2.xml"/><Relationship Id="rId1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3.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2.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2.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2.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2.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2.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2.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image" Target="../media/image-37-10.png"/><Relationship Id="rId11" Type="http://schemas.openxmlformats.org/officeDocument/2006/relationships/slideLayout" Target="../slideLayouts/slideLayout2.xml"/><Relationship Id="rId1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00223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2 / 29</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Ik stel me voor</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Se présenter — à l’oral, à l’accueil, sur un formulaire</a:t>
            </a:r>
            <a:endParaRPr lang="en-US" sz="2000" dirty="0"/>
          </a:p>
          <a:p>
            <a:pPr algn="l" indent="0" marL="0">
              <a:buNone/>
            </a:pPr>
            <a:r>
              <a:rPr lang="en-US" sz="2000" b="1" dirty="0">
                <a:solidFill>
                  <a:srgbClr val="FFFFFF"/>
                </a:solidFill>
              </a:rPr>
              <a:t>Module 2 · Ik stel me voor</a:t>
            </a:r>
            <a:endParaRPr lang="en-US" sz="2000" dirty="0"/>
          </a:p>
        </p:txBody>
      </p:sp>
      <p:sp>
        <p:nvSpPr>
          <p:cNvPr id="5" name="Shape 3"/>
          <p:cNvSpPr/>
          <p:nvPr/>
        </p:nvSpPr>
        <p:spPr>
          <a:xfrm>
            <a:off x="6583680" y="1371600"/>
            <a:ext cx="5029200" cy="3657600"/>
          </a:xfrm>
          <a:prstGeom prst="roundRect">
            <a:avLst>
              <a:gd name="adj" fmla="val 3000"/>
            </a:avLst>
          </a:prstGeom>
          <a:solidFill>
            <a:schemeClr val="bg2"/>
          </a:solidFill>
          <a:ln w="12700">
            <a:solidFill>
              <a:srgbClr val="FFFFFF"/>
            </a:solidFill>
            <a:prstDash val="solid"/>
          </a:ln>
          <a:effectLst>
            <a:outerShdw sx="100000" sy="100000" kx="0" ky="0" algn="bl" rotWithShape="0" blurRad="101600" dist="25400" dir="3600000">
              <a:srgbClr val="000000">
                <a:alpha val="16000"/>
              </a:srgbClr>
            </a:outerShdw>
          </a:effectLst>
        </p:spPr>
      </p:sp>
      <p:sp>
        <p:nvSpPr>
          <p:cNvPr id="6" name="Shape 4"/>
          <p:cNvSpPr/>
          <p:nvPr/>
        </p:nvSpPr>
        <p:spPr>
          <a:xfrm>
            <a:off x="6583680" y="1371600"/>
            <a:ext cx="5029200" cy="566928"/>
          </a:xfrm>
          <a:prstGeom prst="roundRect">
            <a:avLst>
              <a:gd name="adj" fmla="val 19355"/>
            </a:avLst>
          </a:prstGeom>
          <a:solidFill>
            <a:schemeClr val="accent2"/>
          </a:solidFill>
          <a:ln w="12700">
            <a:solidFill>
              <a:srgbClr val="FFFFFF">
                <a:alpha val="0"/>
              </a:srgbClr>
            </a:solidFill>
            <a:prstDash val="solid"/>
          </a:ln>
        </p:spPr>
      </p:sp>
      <p:sp>
        <p:nvSpPr>
          <p:cNvPr id="7" name="Shape 5"/>
          <p:cNvSpPr/>
          <p:nvPr/>
        </p:nvSpPr>
        <p:spPr>
          <a:xfrm>
            <a:off x="6583680" y="1737360"/>
            <a:ext cx="5029200" cy="201168"/>
          </a:xfrm>
          <a:prstGeom prst="rect">
            <a:avLst/>
          </a:prstGeom>
          <a:solidFill>
            <a:schemeClr val="accent2"/>
          </a:solidFill>
          <a:ln w="12700">
            <a:solidFill>
              <a:srgbClr val="FFFFFF">
                <a:alpha val="0"/>
              </a:srgbClr>
            </a:solidFill>
            <a:prstDash val="solid"/>
          </a:ln>
        </p:spPr>
      </p:sp>
      <p:pic>
        <p:nvPicPr>
          <p:cNvPr id="8" name="Image 0" descr="IdCard">    </p:cNvPr>
          <p:cNvPicPr>
            <a:picLocks noChangeAspect="1"/>
          </p:cNvPicPr>
          <p:nvPr/>
        </p:nvPicPr>
        <p:blipFill>
          <a:blip r:embed="rId1"/>
          <a:stretch>
            <a:fillRect/>
          </a:stretch>
        </p:blipFill>
        <p:spPr>
          <a:xfrm>
            <a:off x="6812280" y="1472184"/>
            <a:ext cx="365760" cy="365760"/>
          </a:xfrm>
          <a:prstGeom prst="rect">
            <a:avLst/>
          </a:prstGeom>
        </p:spPr>
      </p:pic>
      <p:sp>
        <p:nvSpPr>
          <p:cNvPr id="9" name="Shape 6"/>
          <p:cNvSpPr/>
          <p:nvPr/>
        </p:nvSpPr>
        <p:spPr>
          <a:xfrm>
            <a:off x="6903720" y="2240280"/>
            <a:ext cx="1463040" cy="1874520"/>
          </a:xfrm>
          <a:prstGeom prst="roundRect">
            <a:avLst>
              <a:gd name="adj" fmla="val 3750"/>
            </a:avLst>
          </a:prstGeom>
          <a:solidFill>
            <a:srgbClr val="FFFFFF"/>
          </a:solidFill>
          <a:ln w="12700">
            <a:solidFill>
              <a:srgbClr val="D5DCE6"/>
            </a:solidFill>
            <a:prstDash val="solid"/>
          </a:ln>
        </p:spPr>
      </p:sp>
      <p:pic>
        <p:nvPicPr>
          <p:cNvPr id="10" name="Image 1" descr="man office worker">    </p:cNvPr>
          <p:cNvPicPr>
            <a:picLocks noChangeAspect="1"/>
          </p:cNvPicPr>
          <p:nvPr/>
        </p:nvPicPr>
        <p:blipFill>
          <a:blip r:embed="rId2"/>
          <a:stretch>
            <a:fillRect/>
          </a:stretch>
        </p:blipFill>
        <p:spPr>
          <a:xfrm>
            <a:off x="6995160" y="2423160"/>
            <a:ext cx="1280160" cy="1280160"/>
          </a:xfrm>
          <a:prstGeom prst="rect">
            <a:avLst/>
          </a:prstGeom>
        </p:spPr>
      </p:pic>
      <p:sp>
        <p:nvSpPr>
          <p:cNvPr id="11" name="Shape 7"/>
          <p:cNvSpPr/>
          <p:nvPr/>
        </p:nvSpPr>
        <p:spPr>
          <a:xfrm>
            <a:off x="6903720" y="4572000"/>
            <a:ext cx="1463040" cy="914"/>
          </a:xfrm>
          <a:prstGeom prst="line">
            <a:avLst/>
          </a:prstGeom>
          <a:noFill/>
          <a:ln w="15875">
            <a:solidFill>
              <a:srgbClr val="4A5A70"/>
            </a:solidFill>
            <a:prstDash val="sysDot"/>
          </a:ln>
        </p:spPr>
      </p:sp>
      <p:pic>
        <p:nvPicPr>
          <p:cNvPr id="12" name="Image 2" descr="IdCard">    </p:cNvPr>
          <p:cNvPicPr>
            <a:picLocks noChangeAspect="1"/>
          </p:cNvPicPr>
          <p:nvPr/>
        </p:nvPicPr>
        <p:blipFill>
          <a:blip r:embed="rId3"/>
          <a:stretch>
            <a:fillRect/>
          </a:stretch>
        </p:blipFill>
        <p:spPr>
          <a:xfrm>
            <a:off x="8641080" y="2212848"/>
            <a:ext cx="310896" cy="310896"/>
          </a:xfrm>
          <a:prstGeom prst="rect">
            <a:avLst/>
          </a:prstGeom>
        </p:spPr>
      </p:pic>
      <p:sp>
        <p:nvSpPr>
          <p:cNvPr id="13" name="Shape 8"/>
          <p:cNvSpPr/>
          <p:nvPr/>
        </p:nvSpPr>
        <p:spPr>
          <a:xfrm>
            <a:off x="9144000" y="2487168"/>
            <a:ext cx="2194560" cy="914"/>
          </a:xfrm>
          <a:prstGeom prst="line">
            <a:avLst/>
          </a:prstGeom>
          <a:noFill/>
          <a:ln w="15875">
            <a:solidFill>
              <a:srgbClr val="4A5A70"/>
            </a:solidFill>
            <a:prstDash val="sysDot"/>
          </a:ln>
        </p:spPr>
      </p:sp>
      <p:pic>
        <p:nvPicPr>
          <p:cNvPr id="14" name="Image 3" descr="BirthdayCake">    </p:cNvPr>
          <p:cNvPicPr>
            <a:picLocks noChangeAspect="1"/>
          </p:cNvPicPr>
          <p:nvPr/>
        </p:nvPicPr>
        <p:blipFill>
          <a:blip r:embed="rId4"/>
          <a:stretch>
            <a:fillRect/>
          </a:stretch>
        </p:blipFill>
        <p:spPr>
          <a:xfrm>
            <a:off x="8641080" y="2670048"/>
            <a:ext cx="310896" cy="310896"/>
          </a:xfrm>
          <a:prstGeom prst="rect">
            <a:avLst/>
          </a:prstGeom>
        </p:spPr>
      </p:pic>
      <p:sp>
        <p:nvSpPr>
          <p:cNvPr id="15" name="Shape 9"/>
          <p:cNvSpPr/>
          <p:nvPr/>
        </p:nvSpPr>
        <p:spPr>
          <a:xfrm>
            <a:off x="9144000" y="2944368"/>
            <a:ext cx="2194560" cy="914"/>
          </a:xfrm>
          <a:prstGeom prst="line">
            <a:avLst/>
          </a:prstGeom>
          <a:noFill/>
          <a:ln w="15875">
            <a:solidFill>
              <a:srgbClr val="4A5A70"/>
            </a:solidFill>
            <a:prstDash val="sysDot"/>
          </a:ln>
        </p:spPr>
      </p:sp>
      <p:pic>
        <p:nvPicPr>
          <p:cNvPr id="16" name="Image 4" descr="Home">    </p:cNvPr>
          <p:cNvPicPr>
            <a:picLocks noChangeAspect="1"/>
          </p:cNvPicPr>
          <p:nvPr/>
        </p:nvPicPr>
        <p:blipFill>
          <a:blip r:embed="rId5"/>
          <a:stretch>
            <a:fillRect/>
          </a:stretch>
        </p:blipFill>
        <p:spPr>
          <a:xfrm>
            <a:off x="8641080" y="3127248"/>
            <a:ext cx="310896" cy="310896"/>
          </a:xfrm>
          <a:prstGeom prst="rect">
            <a:avLst/>
          </a:prstGeom>
        </p:spPr>
      </p:pic>
      <p:sp>
        <p:nvSpPr>
          <p:cNvPr id="17" name="Shape 10"/>
          <p:cNvSpPr/>
          <p:nvPr/>
        </p:nvSpPr>
        <p:spPr>
          <a:xfrm>
            <a:off x="9144000" y="3401568"/>
            <a:ext cx="2194560" cy="914"/>
          </a:xfrm>
          <a:prstGeom prst="line">
            <a:avLst/>
          </a:prstGeom>
          <a:noFill/>
          <a:ln w="15875">
            <a:solidFill>
              <a:srgbClr val="4A5A70"/>
            </a:solidFill>
            <a:prstDash val="sysDot"/>
          </a:ln>
        </p:spPr>
      </p:sp>
      <p:pic>
        <p:nvPicPr>
          <p:cNvPr id="18" name="Image 5" descr="GlobeEurope">    </p:cNvPr>
          <p:cNvPicPr>
            <a:picLocks noChangeAspect="1"/>
          </p:cNvPicPr>
          <p:nvPr/>
        </p:nvPicPr>
        <p:blipFill>
          <a:blip r:embed="rId6"/>
          <a:stretch>
            <a:fillRect/>
          </a:stretch>
        </p:blipFill>
        <p:spPr>
          <a:xfrm>
            <a:off x="8641080" y="3584448"/>
            <a:ext cx="310896" cy="310896"/>
          </a:xfrm>
          <a:prstGeom prst="rect">
            <a:avLst/>
          </a:prstGeom>
        </p:spPr>
      </p:pic>
      <p:sp>
        <p:nvSpPr>
          <p:cNvPr id="19" name="Shape 11"/>
          <p:cNvSpPr/>
          <p:nvPr/>
        </p:nvSpPr>
        <p:spPr>
          <a:xfrm>
            <a:off x="9144000" y="3858768"/>
            <a:ext cx="2194560" cy="914"/>
          </a:xfrm>
          <a:prstGeom prst="line">
            <a:avLst/>
          </a:prstGeom>
          <a:noFill/>
          <a:ln w="15875">
            <a:solidFill>
              <a:srgbClr val="4A5A70"/>
            </a:solidFill>
            <a:prstDash val="sysDot"/>
          </a:ln>
        </p:spPr>
      </p:sp>
      <p:pic>
        <p:nvPicPr>
          <p:cNvPr id="20" name="Image 6" descr="Briefcase">    </p:cNvPr>
          <p:cNvPicPr>
            <a:picLocks noChangeAspect="1"/>
          </p:cNvPicPr>
          <p:nvPr/>
        </p:nvPicPr>
        <p:blipFill>
          <a:blip r:embed="rId7"/>
          <a:stretch>
            <a:fillRect/>
          </a:stretch>
        </p:blipFill>
        <p:spPr>
          <a:xfrm>
            <a:off x="8641080" y="4041648"/>
            <a:ext cx="310896" cy="310896"/>
          </a:xfrm>
          <a:prstGeom prst="rect">
            <a:avLst/>
          </a:prstGeom>
        </p:spPr>
      </p:pic>
      <p:sp>
        <p:nvSpPr>
          <p:cNvPr id="21" name="Shape 12"/>
          <p:cNvSpPr/>
          <p:nvPr/>
        </p:nvSpPr>
        <p:spPr>
          <a:xfrm>
            <a:off x="9144000" y="4315968"/>
            <a:ext cx="2194560" cy="914"/>
          </a:xfrm>
          <a:prstGeom prst="line">
            <a:avLst/>
          </a:prstGeom>
          <a:noFill/>
          <a:ln w="15875">
            <a:solidFill>
              <a:srgbClr val="4A5A70"/>
            </a:solidFill>
            <a:prstDash val="sysDot"/>
          </a:ln>
        </p:spPr>
      </p:sp>
      <p:pic>
        <p:nvPicPr>
          <p:cNvPr id="22" name="Image 7" descr="Comments">    </p:cNvPr>
          <p:cNvPicPr>
            <a:picLocks noChangeAspect="1"/>
          </p:cNvPicPr>
          <p:nvPr/>
        </p:nvPicPr>
        <p:blipFill>
          <a:blip r:embed="rId8"/>
          <a:stretch>
            <a:fillRect/>
          </a:stretch>
        </p:blipFill>
        <p:spPr>
          <a:xfrm>
            <a:off x="8641080" y="4498848"/>
            <a:ext cx="310896" cy="310896"/>
          </a:xfrm>
          <a:prstGeom prst="rect">
            <a:avLst/>
          </a:prstGeom>
        </p:spPr>
      </p:pic>
      <p:sp>
        <p:nvSpPr>
          <p:cNvPr id="23" name="Shape 13"/>
          <p:cNvSpPr/>
          <p:nvPr/>
        </p:nvSpPr>
        <p:spPr>
          <a:xfrm>
            <a:off x="9144000" y="4773168"/>
            <a:ext cx="2194560" cy="914"/>
          </a:xfrm>
          <a:prstGeom prst="line">
            <a:avLst/>
          </a:prstGeom>
          <a:noFill/>
          <a:ln w="15875">
            <a:solidFill>
              <a:srgbClr val="4A5A70"/>
            </a:solidFill>
            <a:prstDash val="sysDot"/>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457200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CommentDots">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Dire</a:t>
            </a:r>
            <a:endParaRPr lang="en-US" sz="2400" dirty="0"/>
          </a:p>
        </p:txBody>
      </p:sp>
      <p:sp>
        <p:nvSpPr>
          <p:cNvPr id="9" name="Text 5"/>
          <p:cNvSpPr txBox="1"/>
          <p:nvPr/>
        </p:nvSpPr>
        <p:spPr>
          <a:xfrm>
            <a:off x="77724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me présente en </a:t>
            </a:r>
            <a:r>
              <a:rPr lang="en-US" sz="2000" b="1" dirty="0">
                <a:solidFill>
                  <a:schemeClr val="tx1"/>
                </a:solidFill>
              </a:rPr>
              <a:t>6 phrases</a:t>
            </a:r>
            <a:r>
              <a:rPr lang="en-US" sz="2000" dirty="0">
                <a:solidFill>
                  <a:schemeClr val="tx1"/>
                </a:solidFill>
              </a:rPr>
              <a:t>.</a:t>
            </a:r>
            <a:endParaRPr lang="en-US" sz="2000" dirty="0"/>
          </a:p>
        </p:txBody>
      </p:sp>
      <p:sp>
        <p:nvSpPr>
          <p:cNvPr id="10" name="Shape 6"/>
          <p:cNvSpPr/>
          <p:nvPr/>
        </p:nvSpPr>
        <p:spPr>
          <a:xfrm>
            <a:off x="3688080" y="1554480"/>
            <a:ext cx="2865120" cy="457200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Question">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Demander</a:t>
            </a:r>
            <a:endParaRPr lang="en-US" sz="2400" dirty="0"/>
          </a:p>
        </p:txBody>
      </p:sp>
      <p:sp>
        <p:nvSpPr>
          <p:cNvPr id="14" name="Text 9"/>
          <p:cNvSpPr txBox="1"/>
          <p:nvPr/>
        </p:nvSpPr>
        <p:spPr>
          <a:xfrm>
            <a:off x="391668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pose les mêmes questions, en </a:t>
            </a:r>
            <a:r>
              <a:rPr lang="en-US" sz="2000" i="1" dirty="0">
                <a:solidFill>
                  <a:schemeClr val="tx1"/>
                </a:solidFill>
              </a:rPr>
              <a:t>je</a:t>
            </a:r>
            <a:r>
              <a:rPr lang="en-US" sz="2000" dirty="0">
                <a:solidFill>
                  <a:schemeClr val="tx1"/>
                </a:solidFill>
              </a:rPr>
              <a:t> (familier) ou en </a:t>
            </a:r>
            <a:r>
              <a:rPr lang="en-US" sz="2000" i="1" dirty="0">
                <a:solidFill>
                  <a:schemeClr val="tx1"/>
                </a:solidFill>
              </a:rPr>
              <a:t>u</a:t>
            </a:r>
            <a:r>
              <a:rPr lang="en-US" sz="2000" dirty="0">
                <a:solidFill>
                  <a:schemeClr val="tx1"/>
                </a:solidFill>
              </a:rPr>
              <a:t> (poli).</a:t>
            </a:r>
            <a:endParaRPr lang="en-US" sz="2000" dirty="0"/>
          </a:p>
        </p:txBody>
      </p:sp>
      <p:sp>
        <p:nvSpPr>
          <p:cNvPr id="15" name="Shape 10"/>
          <p:cNvSpPr/>
          <p:nvPr/>
        </p:nvSpPr>
        <p:spPr>
          <a:xfrm>
            <a:off x="6827520" y="1554480"/>
            <a:ext cx="2865120" cy="457200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rgbClr val="6E4A9E"/>
          </a:solidFill>
          <a:ln w="12700">
            <a:solidFill>
              <a:srgbClr val="FFFFFF">
                <a:alpha val="0"/>
              </a:srgbClr>
            </a:solidFill>
            <a:prstDash val="solid"/>
          </a:ln>
        </p:spPr>
      </p:sp>
      <p:pic>
        <p:nvPicPr>
          <p:cNvPr id="17" name="Image 2" descr="PencilAlt">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rgbClr val="6E4A9E"/>
                </a:solidFill>
                <a:latin typeface="+mj-lt" pitchFamily="34" charset="0"/>
                <a:ea typeface="+mj-lt" pitchFamily="34" charset="-122"/>
                <a:cs typeface="+mj-lt" pitchFamily="34" charset="-120"/>
              </a:rPr>
              <a:t>Remplir</a:t>
            </a:r>
            <a:endParaRPr lang="en-US" sz="2400" dirty="0"/>
          </a:p>
        </p:txBody>
      </p:sp>
      <p:sp>
        <p:nvSpPr>
          <p:cNvPr id="19" name="Text 13"/>
          <p:cNvSpPr txBox="1"/>
          <p:nvPr/>
        </p:nvSpPr>
        <p:spPr>
          <a:xfrm>
            <a:off x="7056120" y="3566160"/>
            <a:ext cx="2407920" cy="2377440"/>
          </a:xfrm>
          <a:prstGeom prst="rect">
            <a:avLst/>
          </a:prstGeom>
          <a:noFill/>
          <a:ln/>
        </p:spPr>
        <p:txBody>
          <a:bodyPr wrap="square" lIns="0" tIns="0" rIns="0" bIns="0" rtlCol="0" anchor="t"/>
          <a:lstStyle/>
          <a:p>
            <a:pPr algn="ctr" indent="0" marL="0">
              <a:buNone/>
            </a:pPr>
            <a:r>
              <a:rPr lang="en-US" sz="2000" dirty="0">
                <a:solidFill>
                  <a:schemeClr val="tx1"/>
                </a:solidFill>
              </a:rPr>
              <a:t>Je donne mes informations pour un formulaire : j’épelle mon nom, je dis mon numéro.</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Sofie se présente</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flipH="1" flipV="1">
            <a:off x="4480560" y="2194560"/>
            <a:ext cx="964584" cy="956387"/>
          </a:xfrm>
          <a:prstGeom prst="line">
            <a:avLst/>
          </a:prstGeom>
          <a:noFill/>
          <a:ln w="15875">
            <a:solidFill>
              <a:srgbClr val="4A5A70"/>
            </a:solidFill>
            <a:prstDash val="solid"/>
          </a:ln>
        </p:spPr>
      </p:sp>
      <p:sp>
        <p:nvSpPr>
          <p:cNvPr id="6" name="Shape 3"/>
          <p:cNvSpPr/>
          <p:nvPr/>
        </p:nvSpPr>
        <p:spPr>
          <a:xfrm flipH="1">
            <a:off x="4480560" y="3794760"/>
            <a:ext cx="699516" cy="914"/>
          </a:xfrm>
          <a:prstGeom prst="line">
            <a:avLst/>
          </a:prstGeom>
          <a:noFill/>
          <a:ln w="15875">
            <a:solidFill>
              <a:srgbClr val="4A5A70"/>
            </a:solidFill>
            <a:prstDash val="solid"/>
          </a:ln>
        </p:spPr>
      </p:sp>
      <p:sp>
        <p:nvSpPr>
          <p:cNvPr id="7" name="Shape 4"/>
          <p:cNvSpPr/>
          <p:nvPr/>
        </p:nvSpPr>
        <p:spPr>
          <a:xfrm flipH="1">
            <a:off x="4480560" y="4438573"/>
            <a:ext cx="964584" cy="956387"/>
          </a:xfrm>
          <a:prstGeom prst="line">
            <a:avLst/>
          </a:prstGeom>
          <a:noFill/>
          <a:ln w="15875">
            <a:solidFill>
              <a:srgbClr val="4A5A70"/>
            </a:solidFill>
            <a:prstDash val="solid"/>
          </a:ln>
        </p:spPr>
      </p:sp>
      <p:sp>
        <p:nvSpPr>
          <p:cNvPr id="8" name="Shape 5"/>
          <p:cNvSpPr/>
          <p:nvPr/>
        </p:nvSpPr>
        <p:spPr>
          <a:xfrm flipV="1">
            <a:off x="6743808" y="2194560"/>
            <a:ext cx="964584" cy="956387"/>
          </a:xfrm>
          <a:prstGeom prst="line">
            <a:avLst/>
          </a:prstGeom>
          <a:noFill/>
          <a:ln w="15875">
            <a:solidFill>
              <a:srgbClr val="4A5A70"/>
            </a:solidFill>
            <a:prstDash val="solid"/>
          </a:ln>
        </p:spPr>
      </p:sp>
      <p:sp>
        <p:nvSpPr>
          <p:cNvPr id="9" name="Shape 6"/>
          <p:cNvSpPr/>
          <p:nvPr/>
        </p:nvSpPr>
        <p:spPr>
          <a:xfrm>
            <a:off x="7008876" y="3794760"/>
            <a:ext cx="699516" cy="914"/>
          </a:xfrm>
          <a:prstGeom prst="line">
            <a:avLst/>
          </a:prstGeom>
          <a:noFill/>
          <a:ln w="15875">
            <a:solidFill>
              <a:srgbClr val="4A5A70"/>
            </a:solidFill>
            <a:prstDash val="solid"/>
          </a:ln>
        </p:spPr>
      </p:sp>
      <p:sp>
        <p:nvSpPr>
          <p:cNvPr id="10" name="Shape 7"/>
          <p:cNvSpPr/>
          <p:nvPr/>
        </p:nvSpPr>
        <p:spPr>
          <a:xfrm>
            <a:off x="6743808" y="4438573"/>
            <a:ext cx="964584" cy="956387"/>
          </a:xfrm>
          <a:prstGeom prst="line">
            <a:avLst/>
          </a:prstGeom>
          <a:noFill/>
          <a:ln w="15875">
            <a:solidFill>
              <a:srgbClr val="4A5A70"/>
            </a:solidFill>
            <a:prstDash val="solid"/>
          </a:ln>
        </p:spPr>
      </p:sp>
      <p:sp>
        <p:nvSpPr>
          <p:cNvPr id="11" name="Shape 8"/>
          <p:cNvSpPr/>
          <p:nvPr/>
        </p:nvSpPr>
        <p:spPr>
          <a:xfrm>
            <a:off x="5180076" y="2880360"/>
            <a:ext cx="1828800" cy="1828800"/>
          </a:xfrm>
          <a:prstGeom prst="ellipse">
            <a:avLst/>
          </a:prstGeom>
          <a:solidFill>
            <a:schemeClr val="bg2"/>
          </a:solidFill>
          <a:ln w="31750">
            <a:solidFill>
              <a:srgbClr val="17375E"/>
            </a:solidFill>
            <a:prstDash val="solid"/>
          </a:ln>
        </p:spPr>
      </p:sp>
      <p:pic>
        <p:nvPicPr>
          <p:cNvPr id="12" name="Image 0" descr="woman office worker">    </p:cNvPr>
          <p:cNvPicPr>
            <a:picLocks noChangeAspect="1"/>
          </p:cNvPicPr>
          <p:nvPr/>
        </p:nvPicPr>
        <p:blipFill>
          <a:blip r:embed="rId1"/>
          <a:stretch>
            <a:fillRect/>
          </a:stretch>
        </p:blipFill>
        <p:spPr>
          <a:xfrm>
            <a:off x="5436108" y="3081528"/>
            <a:ext cx="1316736" cy="1316736"/>
          </a:xfrm>
          <a:prstGeom prst="rect">
            <a:avLst/>
          </a:prstGeom>
        </p:spPr>
      </p:pic>
      <p:sp>
        <p:nvSpPr>
          <p:cNvPr id="13" name="Text 9"/>
          <p:cNvSpPr txBox="1"/>
          <p:nvPr/>
        </p:nvSpPr>
        <p:spPr>
          <a:xfrm>
            <a:off x="5180076" y="4764024"/>
            <a:ext cx="1828800" cy="411480"/>
          </a:xfrm>
          <a:prstGeom prst="rect">
            <a:avLst/>
          </a:prstGeom>
          <a:noFill/>
          <a:ln/>
        </p:spPr>
        <p:txBody>
          <a:bodyPr wrap="square" lIns="0" tIns="0" rIns="0" bIns="0" rtlCol="0" anchor="t"/>
          <a:lstStyle/>
          <a:p>
            <a:pPr algn="ctr" indent="0" marL="0">
              <a:buNone/>
            </a:pPr>
            <a:r>
              <a:rPr lang="en-US" sz="2000" b="1" dirty="0">
                <a:solidFill>
                  <a:schemeClr val="tx2"/>
                </a:solidFill>
                <a:latin typeface="+mj-lt" pitchFamily="34" charset="0"/>
                <a:ea typeface="+mj-lt" pitchFamily="34" charset="-122"/>
                <a:cs typeface="+mj-lt" pitchFamily="34" charset="-120"/>
              </a:rPr>
              <a:t>Sofie</a:t>
            </a:r>
            <a:endParaRPr lang="en-US" sz="2000" dirty="0"/>
          </a:p>
        </p:txBody>
      </p:sp>
      <p:sp>
        <p:nvSpPr>
          <p:cNvPr id="14" name="Shape 10"/>
          <p:cNvSpPr/>
          <p:nvPr/>
        </p:nvSpPr>
        <p:spPr>
          <a:xfrm>
            <a:off x="4997196" y="1600200"/>
            <a:ext cx="2194560" cy="640080"/>
          </a:xfrm>
          <a:prstGeom prst="roundRect">
            <a:avLst>
              <a:gd name="adj" fmla="val 25714"/>
            </a:avLst>
          </a:prstGeom>
          <a:solidFill>
            <a:schemeClr val="accent1">
              <a:alpha val="12000"/>
            </a:schemeClr>
          </a:solidFill>
          <a:ln w="15875">
            <a:solidFill>
              <a:srgbClr val="D9700F"/>
            </a:solidFill>
            <a:prstDash val="solid"/>
          </a:ln>
        </p:spPr>
      </p:sp>
      <p:sp>
        <p:nvSpPr>
          <p:cNvPr id="15" name="Text 11"/>
          <p:cNvSpPr txBox="1"/>
          <p:nvPr/>
        </p:nvSpPr>
        <p:spPr>
          <a:xfrm>
            <a:off x="5161788" y="1600200"/>
            <a:ext cx="1865376" cy="640080"/>
          </a:xfrm>
          <a:prstGeom prst="rect">
            <a:avLst/>
          </a:prstGeom>
          <a:noFill/>
          <a:ln/>
        </p:spPr>
        <p:txBody>
          <a:bodyPr wrap="square" lIns="0" tIns="0" rIns="0" bIns="0" rtlCol="0" anchor="ctr"/>
          <a:lstStyle/>
          <a:p>
            <a:pPr algn="ctr" indent="0" marL="0">
              <a:buNone/>
            </a:pPr>
            <a:r>
              <a:rPr lang="en-US" sz="1600" dirty="0">
                <a:solidFill>
                  <a:schemeClr val="tx1"/>
                </a:solidFill>
              </a:rPr>
              <a:t>Qu’avez-vous compris ?</a:t>
            </a:r>
            <a:endParaRPr lang="en-US" sz="1600" dirty="0"/>
          </a:p>
        </p:txBody>
      </p:sp>
      <p:sp>
        <p:nvSpPr>
          <p:cNvPr id="16" name="Shape 12"/>
          <p:cNvSpPr/>
          <p:nvPr/>
        </p:nvSpPr>
        <p:spPr>
          <a:xfrm>
            <a:off x="548640" y="1600200"/>
            <a:ext cx="3931920" cy="1188720"/>
          </a:xfrm>
          <a:prstGeom prst="roundRect">
            <a:avLst>
              <a:gd name="adj" fmla="val 13846"/>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17" name="Shape 13"/>
          <p:cNvSpPr/>
          <p:nvPr/>
        </p:nvSpPr>
        <p:spPr>
          <a:xfrm>
            <a:off x="731520" y="1892808"/>
            <a:ext cx="603504" cy="603504"/>
          </a:xfrm>
          <a:prstGeom prst="ellipse">
            <a:avLst/>
          </a:prstGeom>
          <a:solidFill>
            <a:schemeClr val="accent2"/>
          </a:solidFill>
          <a:ln w="12700">
            <a:solidFill>
              <a:srgbClr val="FFFFFF">
                <a:alpha val="0"/>
              </a:srgbClr>
            </a:solidFill>
            <a:prstDash val="solid"/>
          </a:ln>
        </p:spPr>
      </p:sp>
      <p:pic>
        <p:nvPicPr>
          <p:cNvPr id="18" name="Image 1" descr="IdCard">    </p:cNvPr>
          <p:cNvPicPr>
            <a:picLocks noChangeAspect="1"/>
          </p:cNvPicPr>
          <p:nvPr/>
        </p:nvPicPr>
        <p:blipFill>
          <a:blip r:embed="rId2"/>
          <a:stretch>
            <a:fillRect/>
          </a:stretch>
        </p:blipFill>
        <p:spPr>
          <a:xfrm>
            <a:off x="876361" y="2037649"/>
            <a:ext cx="313822" cy="313822"/>
          </a:xfrm>
          <a:prstGeom prst="rect">
            <a:avLst/>
          </a:prstGeom>
        </p:spPr>
      </p:pic>
      <p:sp>
        <p:nvSpPr>
          <p:cNvPr id="19" name="Text 14"/>
          <p:cNvSpPr txBox="1"/>
          <p:nvPr/>
        </p:nvSpPr>
        <p:spPr>
          <a:xfrm>
            <a:off x="1508760" y="1673352"/>
            <a:ext cx="2834640" cy="1042416"/>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b="1" dirty="0">
                <a:solidFill>
                  <a:schemeClr val="accent6"/>
                </a:solidFill>
              </a:rPr>
              <a:t>ben</a:t>
            </a:r>
            <a:r>
              <a:rPr lang="en-US" sz="2000" dirty="0">
                <a:solidFill>
                  <a:schemeClr val="tx1"/>
                </a:solidFill>
              </a:rPr>
              <a:t> Sofie Peeters.</a:t>
            </a:r>
            <a:endParaRPr lang="en-US" sz="2000" dirty="0"/>
          </a:p>
        </p:txBody>
      </p:sp>
      <p:sp>
        <p:nvSpPr>
          <p:cNvPr id="20" name="Shape 15"/>
          <p:cNvSpPr/>
          <p:nvPr/>
        </p:nvSpPr>
        <p:spPr>
          <a:xfrm>
            <a:off x="548640" y="3200400"/>
            <a:ext cx="3931920" cy="1188720"/>
          </a:xfrm>
          <a:prstGeom prst="roundRect">
            <a:avLst>
              <a:gd name="adj" fmla="val 13846"/>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1" name="Shape 16"/>
          <p:cNvSpPr/>
          <p:nvPr/>
        </p:nvSpPr>
        <p:spPr>
          <a:xfrm>
            <a:off x="731520" y="3493008"/>
            <a:ext cx="603504" cy="603504"/>
          </a:xfrm>
          <a:prstGeom prst="ellipse">
            <a:avLst/>
          </a:prstGeom>
          <a:solidFill>
            <a:schemeClr val="accent1"/>
          </a:solidFill>
          <a:ln w="12700">
            <a:solidFill>
              <a:srgbClr val="FFFFFF">
                <a:alpha val="0"/>
              </a:srgbClr>
            </a:solidFill>
            <a:prstDash val="solid"/>
          </a:ln>
        </p:spPr>
      </p:sp>
      <p:pic>
        <p:nvPicPr>
          <p:cNvPr id="22" name="Image 2" descr="BirthdayCake">    </p:cNvPr>
          <p:cNvPicPr>
            <a:picLocks noChangeAspect="1"/>
          </p:cNvPicPr>
          <p:nvPr/>
        </p:nvPicPr>
        <p:blipFill>
          <a:blip r:embed="rId3"/>
          <a:stretch>
            <a:fillRect/>
          </a:stretch>
        </p:blipFill>
        <p:spPr>
          <a:xfrm>
            <a:off x="876361" y="3637849"/>
            <a:ext cx="313822" cy="313822"/>
          </a:xfrm>
          <a:prstGeom prst="rect">
            <a:avLst/>
          </a:prstGeom>
        </p:spPr>
      </p:pic>
      <p:sp>
        <p:nvSpPr>
          <p:cNvPr id="23" name="Text 17"/>
          <p:cNvSpPr txBox="1"/>
          <p:nvPr/>
        </p:nvSpPr>
        <p:spPr>
          <a:xfrm>
            <a:off x="1508760" y="3273552"/>
            <a:ext cx="2834640" cy="1042416"/>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b="1" dirty="0">
                <a:solidFill>
                  <a:schemeClr val="accent6"/>
                </a:solidFill>
              </a:rPr>
              <a:t>ben</a:t>
            </a:r>
            <a:r>
              <a:rPr lang="en-US" sz="2000" dirty="0">
                <a:solidFill>
                  <a:schemeClr val="tx1"/>
                </a:solidFill>
              </a:rPr>
              <a:t> 34 jaar.</a:t>
            </a:r>
            <a:endParaRPr lang="en-US" sz="2000" dirty="0"/>
          </a:p>
        </p:txBody>
      </p:sp>
      <p:sp>
        <p:nvSpPr>
          <p:cNvPr id="24" name="Shape 18"/>
          <p:cNvSpPr/>
          <p:nvPr/>
        </p:nvSpPr>
        <p:spPr>
          <a:xfrm>
            <a:off x="548640" y="4800600"/>
            <a:ext cx="3931920" cy="1188720"/>
          </a:xfrm>
          <a:prstGeom prst="roundRect">
            <a:avLst>
              <a:gd name="adj" fmla="val 13846"/>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25" name="Shape 19"/>
          <p:cNvSpPr/>
          <p:nvPr/>
        </p:nvSpPr>
        <p:spPr>
          <a:xfrm>
            <a:off x="731520" y="5093208"/>
            <a:ext cx="603504" cy="603504"/>
          </a:xfrm>
          <a:prstGeom prst="ellipse">
            <a:avLst/>
          </a:prstGeom>
          <a:solidFill>
            <a:schemeClr val="accent3"/>
          </a:solidFill>
          <a:ln w="12700">
            <a:solidFill>
              <a:srgbClr val="FFFFFF">
                <a:alpha val="0"/>
              </a:srgbClr>
            </a:solidFill>
            <a:prstDash val="solid"/>
          </a:ln>
        </p:spPr>
      </p:sp>
      <p:pic>
        <p:nvPicPr>
          <p:cNvPr id="26" name="Image 3" descr="Home">    </p:cNvPr>
          <p:cNvPicPr>
            <a:picLocks noChangeAspect="1"/>
          </p:cNvPicPr>
          <p:nvPr/>
        </p:nvPicPr>
        <p:blipFill>
          <a:blip r:embed="rId4"/>
          <a:stretch>
            <a:fillRect/>
          </a:stretch>
        </p:blipFill>
        <p:spPr>
          <a:xfrm>
            <a:off x="876361" y="5238049"/>
            <a:ext cx="313822" cy="313822"/>
          </a:xfrm>
          <a:prstGeom prst="rect">
            <a:avLst/>
          </a:prstGeom>
        </p:spPr>
      </p:pic>
      <p:sp>
        <p:nvSpPr>
          <p:cNvPr id="27" name="Text 20"/>
          <p:cNvSpPr txBox="1"/>
          <p:nvPr/>
        </p:nvSpPr>
        <p:spPr>
          <a:xfrm>
            <a:off x="1508760" y="4873752"/>
            <a:ext cx="2834640" cy="1042416"/>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b="1" dirty="0">
                <a:solidFill>
                  <a:schemeClr val="accent6"/>
                </a:solidFill>
              </a:rPr>
              <a:t>woon</a:t>
            </a:r>
            <a:r>
              <a:rPr lang="en-US" sz="2000" dirty="0">
                <a:solidFill>
                  <a:schemeClr val="tx1"/>
                </a:solidFill>
              </a:rPr>
              <a:t> in Gent.</a:t>
            </a:r>
            <a:endParaRPr lang="en-US" sz="2000" dirty="0"/>
          </a:p>
        </p:txBody>
      </p:sp>
      <p:sp>
        <p:nvSpPr>
          <p:cNvPr id="28" name="Shape 21"/>
          <p:cNvSpPr/>
          <p:nvPr/>
        </p:nvSpPr>
        <p:spPr>
          <a:xfrm>
            <a:off x="7708392" y="1600200"/>
            <a:ext cx="3931920" cy="1188720"/>
          </a:xfrm>
          <a:prstGeom prst="roundRect">
            <a:avLst>
              <a:gd name="adj" fmla="val 13846"/>
            </a:avLst>
          </a:prstGeom>
          <a:solidFill>
            <a:schemeClr val="bg1"/>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29" name="Shape 22"/>
          <p:cNvSpPr/>
          <p:nvPr/>
        </p:nvSpPr>
        <p:spPr>
          <a:xfrm>
            <a:off x="7891272" y="1892808"/>
            <a:ext cx="603504" cy="603504"/>
          </a:xfrm>
          <a:prstGeom prst="ellipse">
            <a:avLst/>
          </a:prstGeom>
          <a:solidFill>
            <a:schemeClr val="tx2"/>
          </a:solidFill>
          <a:ln w="12700">
            <a:solidFill>
              <a:srgbClr val="FFFFFF">
                <a:alpha val="0"/>
              </a:srgbClr>
            </a:solidFill>
            <a:prstDash val="solid"/>
          </a:ln>
        </p:spPr>
      </p:sp>
      <p:pic>
        <p:nvPicPr>
          <p:cNvPr id="30" name="Image 4" descr="GlobeEurope">    </p:cNvPr>
          <p:cNvPicPr>
            <a:picLocks noChangeAspect="1"/>
          </p:cNvPicPr>
          <p:nvPr/>
        </p:nvPicPr>
        <p:blipFill>
          <a:blip r:embed="rId5"/>
          <a:stretch>
            <a:fillRect/>
          </a:stretch>
        </p:blipFill>
        <p:spPr>
          <a:xfrm>
            <a:off x="8036113" y="2037649"/>
            <a:ext cx="313822" cy="313822"/>
          </a:xfrm>
          <a:prstGeom prst="rect">
            <a:avLst/>
          </a:prstGeom>
        </p:spPr>
      </p:pic>
      <p:sp>
        <p:nvSpPr>
          <p:cNvPr id="31" name="Text 23"/>
          <p:cNvSpPr txBox="1"/>
          <p:nvPr/>
        </p:nvSpPr>
        <p:spPr>
          <a:xfrm>
            <a:off x="8668512" y="1673352"/>
            <a:ext cx="2834640" cy="1042416"/>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b="1" dirty="0">
                <a:solidFill>
                  <a:schemeClr val="accent6"/>
                </a:solidFill>
              </a:rPr>
              <a:t>kom</a:t>
            </a:r>
            <a:r>
              <a:rPr lang="en-US" sz="2000" dirty="0">
                <a:solidFill>
                  <a:schemeClr val="tx1"/>
                </a:solidFill>
              </a:rPr>
              <a:t> uit België.</a:t>
            </a:r>
            <a:endParaRPr lang="en-US" sz="2000" dirty="0"/>
          </a:p>
        </p:txBody>
      </p:sp>
      <p:sp>
        <p:nvSpPr>
          <p:cNvPr id="32" name="Shape 24"/>
          <p:cNvSpPr/>
          <p:nvPr/>
        </p:nvSpPr>
        <p:spPr>
          <a:xfrm>
            <a:off x="7708392" y="3200400"/>
            <a:ext cx="3931920" cy="1188720"/>
          </a:xfrm>
          <a:prstGeom prst="roundRect">
            <a:avLst>
              <a:gd name="adj" fmla="val 13846"/>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33" name="Shape 25"/>
          <p:cNvSpPr/>
          <p:nvPr/>
        </p:nvSpPr>
        <p:spPr>
          <a:xfrm>
            <a:off x="7891272" y="3493008"/>
            <a:ext cx="603504" cy="603504"/>
          </a:xfrm>
          <a:prstGeom prst="ellipse">
            <a:avLst/>
          </a:prstGeom>
          <a:solidFill>
            <a:schemeClr val="accent5"/>
          </a:solidFill>
          <a:ln w="12700">
            <a:solidFill>
              <a:srgbClr val="FFFFFF">
                <a:alpha val="0"/>
              </a:srgbClr>
            </a:solidFill>
            <a:prstDash val="solid"/>
          </a:ln>
        </p:spPr>
      </p:sp>
      <p:pic>
        <p:nvPicPr>
          <p:cNvPr id="34" name="Image 5" descr="Briefcase">    </p:cNvPr>
          <p:cNvPicPr>
            <a:picLocks noChangeAspect="1"/>
          </p:cNvPicPr>
          <p:nvPr/>
        </p:nvPicPr>
        <p:blipFill>
          <a:blip r:embed="rId6"/>
          <a:stretch>
            <a:fillRect/>
          </a:stretch>
        </p:blipFill>
        <p:spPr>
          <a:xfrm>
            <a:off x="8036113" y="3637849"/>
            <a:ext cx="313822" cy="313822"/>
          </a:xfrm>
          <a:prstGeom prst="rect">
            <a:avLst/>
          </a:prstGeom>
        </p:spPr>
      </p:pic>
      <p:sp>
        <p:nvSpPr>
          <p:cNvPr id="35" name="Text 26"/>
          <p:cNvSpPr txBox="1"/>
          <p:nvPr/>
        </p:nvSpPr>
        <p:spPr>
          <a:xfrm>
            <a:off x="8668512" y="3273552"/>
            <a:ext cx="2834640" cy="1042416"/>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b="1" dirty="0">
                <a:solidFill>
                  <a:schemeClr val="accent6"/>
                </a:solidFill>
              </a:rPr>
              <a:t>werk</a:t>
            </a:r>
            <a:r>
              <a:rPr lang="en-US" sz="2000" dirty="0">
                <a:solidFill>
                  <a:schemeClr val="tx1"/>
                </a:solidFill>
              </a:rPr>
              <a:t> in Brussel, op de personeelsdienst.</a:t>
            </a:r>
            <a:endParaRPr lang="en-US" sz="2000" dirty="0"/>
          </a:p>
        </p:txBody>
      </p:sp>
      <p:sp>
        <p:nvSpPr>
          <p:cNvPr id="36" name="Shape 27"/>
          <p:cNvSpPr/>
          <p:nvPr/>
        </p:nvSpPr>
        <p:spPr>
          <a:xfrm>
            <a:off x="7708392" y="4800600"/>
            <a:ext cx="3931920" cy="1188720"/>
          </a:xfrm>
          <a:prstGeom prst="roundRect">
            <a:avLst>
              <a:gd name="adj" fmla="val 13846"/>
            </a:avLst>
          </a:prstGeom>
          <a:solidFill>
            <a:schemeClr val="bg1"/>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37" name="Shape 28"/>
          <p:cNvSpPr/>
          <p:nvPr/>
        </p:nvSpPr>
        <p:spPr>
          <a:xfrm>
            <a:off x="7891272" y="5093208"/>
            <a:ext cx="603504" cy="603504"/>
          </a:xfrm>
          <a:prstGeom prst="ellipse">
            <a:avLst/>
          </a:prstGeom>
          <a:solidFill>
            <a:schemeClr val="accent4"/>
          </a:solidFill>
          <a:ln w="12700">
            <a:solidFill>
              <a:srgbClr val="FFFFFF">
                <a:alpha val="0"/>
              </a:srgbClr>
            </a:solidFill>
            <a:prstDash val="solid"/>
          </a:ln>
        </p:spPr>
      </p:sp>
      <p:pic>
        <p:nvPicPr>
          <p:cNvPr id="38" name="Image 6" descr="Comments">    </p:cNvPr>
          <p:cNvPicPr>
            <a:picLocks noChangeAspect="1"/>
          </p:cNvPicPr>
          <p:nvPr/>
        </p:nvPicPr>
        <p:blipFill>
          <a:blip r:embed="rId7"/>
          <a:stretch>
            <a:fillRect/>
          </a:stretch>
        </p:blipFill>
        <p:spPr>
          <a:xfrm>
            <a:off x="8036113" y="5238049"/>
            <a:ext cx="313822" cy="313822"/>
          </a:xfrm>
          <a:prstGeom prst="rect">
            <a:avLst/>
          </a:prstGeom>
        </p:spPr>
      </p:pic>
      <p:sp>
        <p:nvSpPr>
          <p:cNvPr id="39" name="Text 29"/>
          <p:cNvSpPr txBox="1"/>
          <p:nvPr/>
        </p:nvSpPr>
        <p:spPr>
          <a:xfrm>
            <a:off x="8668512" y="4873752"/>
            <a:ext cx="2834640" cy="1042416"/>
          </a:xfrm>
          <a:prstGeom prst="rect">
            <a:avLst/>
          </a:prstGeom>
          <a:noFill/>
          <a:ln/>
        </p:spPr>
        <p:txBody>
          <a:bodyPr wrap="square" lIns="0" tIns="0" rIns="0" bIns="0" rtlCol="0" anchor="ctr"/>
          <a:lstStyle/>
          <a:p>
            <a:pPr algn="l" indent="0" marL="0">
              <a:buNone/>
            </a:pPr>
            <a:r>
              <a:rPr lang="en-US" sz="2000" dirty="0">
                <a:solidFill>
                  <a:schemeClr val="tx1"/>
                </a:solidFill>
              </a:rPr>
              <a:t>Ik </a:t>
            </a:r>
            <a:r>
              <a:rPr lang="en-US" sz="2000" b="1" dirty="0">
                <a:solidFill>
                  <a:schemeClr val="accent6"/>
                </a:solidFill>
              </a:rPr>
              <a:t>spreek</a:t>
            </a:r>
            <a:r>
              <a:rPr lang="en-US" sz="2000" dirty="0">
                <a:solidFill>
                  <a:schemeClr val="tx1"/>
                </a:solidFill>
              </a:rPr>
              <a:t> Nederlands, Frans en Engels.</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Dag! — Saluer et prendre congé</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pic>
        <p:nvPicPr>
          <p:cNvPr id="5" name="Image 0" descr="SignInAlt">    </p:cNvPr>
          <p:cNvPicPr>
            <a:picLocks noChangeAspect="1"/>
          </p:cNvPicPr>
          <p:nvPr/>
        </p:nvPicPr>
        <p:blipFill>
          <a:blip r:embed="rId1"/>
          <a:stretch>
            <a:fillRect/>
          </a:stretch>
        </p:blipFill>
        <p:spPr>
          <a:xfrm>
            <a:off x="548640" y="1490472"/>
            <a:ext cx="237744" cy="237744"/>
          </a:xfrm>
          <a:prstGeom prst="rect">
            <a:avLst/>
          </a:prstGeom>
        </p:spPr>
      </p:pic>
      <p:sp>
        <p:nvSpPr>
          <p:cNvPr id="6" name="Text 2"/>
          <p:cNvSpPr txBox="1"/>
          <p:nvPr/>
        </p:nvSpPr>
        <p:spPr>
          <a:xfrm>
            <a:off x="868680" y="1481328"/>
            <a:ext cx="2743200" cy="274320"/>
          </a:xfrm>
          <a:prstGeom prst="rect">
            <a:avLst/>
          </a:prstGeom>
          <a:noFill/>
          <a:ln/>
        </p:spPr>
        <p:txBody>
          <a:bodyPr wrap="square" lIns="0" tIns="0" rIns="0" bIns="0" rtlCol="0" anchor="ctr"/>
          <a:lstStyle/>
          <a:p>
            <a:pPr algn="l" indent="0" marL="0">
              <a:buNone/>
            </a:pPr>
            <a:r>
              <a:rPr lang="en-US" sz="1200" b="1" spc="200" kern="0" dirty="0">
                <a:solidFill>
                  <a:schemeClr val="accent5"/>
                </a:solidFill>
              </a:rPr>
              <a:t>ARRIVER</a:t>
            </a:r>
            <a:endParaRPr lang="en-US" sz="1200" dirty="0"/>
          </a:p>
        </p:txBody>
      </p:sp>
      <p:sp>
        <p:nvSpPr>
          <p:cNvPr id="7" name="Shape 3"/>
          <p:cNvSpPr/>
          <p:nvPr/>
        </p:nvSpPr>
        <p:spPr>
          <a:xfrm>
            <a:off x="548640" y="1783080"/>
            <a:ext cx="4343400" cy="868680"/>
          </a:xfrm>
          <a:prstGeom prst="roundRect">
            <a:avLst>
              <a:gd name="adj" fmla="val 15789"/>
            </a:avLst>
          </a:prstGeom>
          <a:solidFill>
            <a:srgbClr val="DCE9F6"/>
          </a:solidFill>
          <a:ln w="15875">
            <a:solidFill>
              <a:srgbClr val="2A6FB0"/>
            </a:solidFill>
            <a:prstDash val="solid"/>
          </a:ln>
        </p:spPr>
      </p:sp>
      <p:sp>
        <p:nvSpPr>
          <p:cNvPr id="8" name="Text 4"/>
          <p:cNvSpPr txBox="1"/>
          <p:nvPr/>
        </p:nvSpPr>
        <p:spPr>
          <a:xfrm>
            <a:off x="731520" y="1783080"/>
            <a:ext cx="3977640" cy="868680"/>
          </a:xfrm>
          <a:prstGeom prst="rect">
            <a:avLst/>
          </a:prstGeom>
          <a:noFill/>
          <a:ln/>
        </p:spPr>
        <p:txBody>
          <a:bodyPr wrap="square" lIns="0" tIns="0" rIns="0" bIns="0" rtlCol="0" anchor="ctr"/>
          <a:lstStyle/>
          <a:p>
            <a:pPr algn="l" indent="0" marL="0">
              <a:buNone/>
            </a:pPr>
            <a:r>
              <a:rPr lang="en-US" sz="1800" dirty="0">
                <a:solidFill>
                  <a:schemeClr val="tx1"/>
                </a:solidFill>
              </a:rPr>
              <a:t>Hallo! · Hoi!</a:t>
            </a:r>
            <a:endParaRPr lang="en-US" sz="1800" dirty="0"/>
          </a:p>
        </p:txBody>
      </p:sp>
      <p:sp>
        <p:nvSpPr>
          <p:cNvPr id="9" name="Shape 5"/>
          <p:cNvSpPr/>
          <p:nvPr/>
        </p:nvSpPr>
        <p:spPr>
          <a:xfrm>
            <a:off x="5029200" y="1997964"/>
            <a:ext cx="2130552" cy="438912"/>
          </a:xfrm>
          <a:prstGeom prst="roundRect">
            <a:avLst>
              <a:gd name="adj" fmla="val 50000"/>
            </a:avLst>
          </a:prstGeom>
          <a:solidFill>
            <a:srgbClr val="F4F6F9"/>
          </a:solidFill>
          <a:ln w="12700">
            <a:solidFill>
              <a:srgbClr val="D5DCE6"/>
            </a:solidFill>
            <a:prstDash val="solid"/>
          </a:ln>
        </p:spPr>
      </p:sp>
      <p:sp>
        <p:nvSpPr>
          <p:cNvPr id="10" name="Text 6"/>
          <p:cNvSpPr txBox="1"/>
          <p:nvPr/>
        </p:nvSpPr>
        <p:spPr>
          <a:xfrm>
            <a:off x="5029200" y="1997964"/>
            <a:ext cx="2130552" cy="438912"/>
          </a:xfrm>
          <a:prstGeom prst="rect">
            <a:avLst/>
          </a:prstGeom>
          <a:noFill/>
          <a:ln/>
        </p:spPr>
        <p:txBody>
          <a:bodyPr wrap="square" lIns="0" tIns="0" rIns="0" bIns="0" rtlCol="0" anchor="ctr"/>
          <a:lstStyle/>
          <a:p>
            <a:pPr algn="ctr" indent="0" marL="0">
              <a:buNone/>
            </a:pPr>
            <a:r>
              <a:rPr lang="en-US" sz="1700" b="1" i="1" dirty="0">
                <a:solidFill>
                  <a:schemeClr val="accent5"/>
                </a:solidFill>
              </a:rPr>
              <a:t>Bonjour</a:t>
            </a:r>
            <a:endParaRPr lang="en-US" sz="1700" dirty="0"/>
          </a:p>
        </p:txBody>
      </p:sp>
      <p:sp>
        <p:nvSpPr>
          <p:cNvPr id="11" name="Shape 7"/>
          <p:cNvSpPr/>
          <p:nvPr/>
        </p:nvSpPr>
        <p:spPr>
          <a:xfrm>
            <a:off x="7296912" y="1783080"/>
            <a:ext cx="4343400" cy="868680"/>
          </a:xfrm>
          <a:prstGeom prst="roundRect">
            <a:avLst>
              <a:gd name="adj" fmla="val 15789"/>
            </a:avLst>
          </a:prstGeom>
          <a:solidFill>
            <a:schemeClr val="tx2"/>
          </a:solidFill>
          <a:ln w="12700">
            <a:solidFill>
              <a:srgbClr val="FFFFFF">
                <a:alpha val="0"/>
              </a:srgbClr>
            </a:solidFill>
            <a:prstDash val="solid"/>
          </a:ln>
        </p:spPr>
      </p:sp>
      <p:sp>
        <p:nvSpPr>
          <p:cNvPr id="12" name="Text 8"/>
          <p:cNvSpPr txBox="1"/>
          <p:nvPr/>
        </p:nvSpPr>
        <p:spPr>
          <a:xfrm>
            <a:off x="7479792" y="1783080"/>
            <a:ext cx="3977640" cy="868680"/>
          </a:xfrm>
          <a:prstGeom prst="rect">
            <a:avLst/>
          </a:prstGeom>
          <a:noFill/>
          <a:ln/>
        </p:spPr>
        <p:txBody>
          <a:bodyPr wrap="square" lIns="0" tIns="0" rIns="0" bIns="0" rtlCol="0" anchor="ctr"/>
          <a:lstStyle/>
          <a:p>
            <a:pPr algn="l" indent="0" marL="0">
              <a:buNone/>
            </a:pPr>
            <a:r>
              <a:rPr lang="en-US" sz="1800" dirty="0">
                <a:solidFill>
                  <a:schemeClr val="bg1"/>
                </a:solidFill>
              </a:rPr>
              <a:t>Goedemorgen / Goedemiddag / Goedenavond </a:t>
            </a:r>
            <a:r>
              <a:rPr lang="en-US" sz="1800" i="1" dirty="0">
                <a:solidFill>
                  <a:schemeClr val="bg1"/>
                </a:solidFill>
              </a:rPr>
              <a:t>(meneer, mevrouw)</a:t>
            </a:r>
            <a:endParaRPr lang="en-US" sz="1800" dirty="0"/>
          </a:p>
        </p:txBody>
      </p:sp>
      <p:sp>
        <p:nvSpPr>
          <p:cNvPr id="13" name="Shape 9"/>
          <p:cNvSpPr/>
          <p:nvPr/>
        </p:nvSpPr>
        <p:spPr>
          <a:xfrm>
            <a:off x="548640" y="2743200"/>
            <a:ext cx="4343400" cy="640080"/>
          </a:xfrm>
          <a:prstGeom prst="roundRect">
            <a:avLst>
              <a:gd name="adj" fmla="val 21429"/>
            </a:avLst>
          </a:prstGeom>
          <a:solidFill>
            <a:srgbClr val="DCE9F6"/>
          </a:solidFill>
          <a:ln w="15875">
            <a:solidFill>
              <a:srgbClr val="2A6FB0"/>
            </a:solidFill>
            <a:prstDash val="solid"/>
          </a:ln>
        </p:spPr>
      </p:sp>
      <p:sp>
        <p:nvSpPr>
          <p:cNvPr id="14" name="Text 10"/>
          <p:cNvSpPr txBox="1"/>
          <p:nvPr/>
        </p:nvSpPr>
        <p:spPr>
          <a:xfrm>
            <a:off x="731520" y="2743200"/>
            <a:ext cx="3977640" cy="640080"/>
          </a:xfrm>
          <a:prstGeom prst="rect">
            <a:avLst/>
          </a:prstGeom>
          <a:noFill/>
          <a:ln/>
        </p:spPr>
        <p:txBody>
          <a:bodyPr wrap="square" lIns="0" tIns="0" rIns="0" bIns="0" rtlCol="0" anchor="ctr"/>
          <a:lstStyle/>
          <a:p>
            <a:pPr algn="l" indent="0" marL="0">
              <a:buNone/>
            </a:pPr>
            <a:r>
              <a:rPr lang="en-US" sz="1800" dirty="0">
                <a:solidFill>
                  <a:schemeClr val="tx1"/>
                </a:solidFill>
              </a:rPr>
              <a:t>Alles goed? · Hoe gaat het (met jou)?</a:t>
            </a:r>
            <a:endParaRPr lang="en-US" sz="1800" dirty="0"/>
          </a:p>
        </p:txBody>
      </p:sp>
      <p:sp>
        <p:nvSpPr>
          <p:cNvPr id="15" name="Shape 11"/>
          <p:cNvSpPr/>
          <p:nvPr/>
        </p:nvSpPr>
        <p:spPr>
          <a:xfrm>
            <a:off x="5029200" y="2843784"/>
            <a:ext cx="2130552" cy="438912"/>
          </a:xfrm>
          <a:prstGeom prst="roundRect">
            <a:avLst>
              <a:gd name="adj" fmla="val 50000"/>
            </a:avLst>
          </a:prstGeom>
          <a:solidFill>
            <a:srgbClr val="F4F6F9"/>
          </a:solidFill>
          <a:ln w="12700">
            <a:solidFill>
              <a:srgbClr val="D5DCE6"/>
            </a:solidFill>
            <a:prstDash val="solid"/>
          </a:ln>
        </p:spPr>
      </p:sp>
      <p:sp>
        <p:nvSpPr>
          <p:cNvPr id="16" name="Text 12"/>
          <p:cNvSpPr txBox="1"/>
          <p:nvPr/>
        </p:nvSpPr>
        <p:spPr>
          <a:xfrm>
            <a:off x="5029200" y="2843784"/>
            <a:ext cx="2130552" cy="438912"/>
          </a:xfrm>
          <a:prstGeom prst="rect">
            <a:avLst/>
          </a:prstGeom>
          <a:noFill/>
          <a:ln/>
        </p:spPr>
        <p:txBody>
          <a:bodyPr wrap="square" lIns="0" tIns="0" rIns="0" bIns="0" rtlCol="0" anchor="ctr"/>
          <a:lstStyle/>
          <a:p>
            <a:pPr algn="ctr" indent="0" marL="0">
              <a:buNone/>
            </a:pPr>
            <a:r>
              <a:rPr lang="en-US" sz="1700" b="1" i="1" dirty="0">
                <a:solidFill>
                  <a:schemeClr val="accent5"/>
                </a:solidFill>
              </a:rPr>
              <a:t>Ça va ?</a:t>
            </a:r>
            <a:endParaRPr lang="en-US" sz="1700" dirty="0"/>
          </a:p>
        </p:txBody>
      </p:sp>
      <p:sp>
        <p:nvSpPr>
          <p:cNvPr id="17" name="Shape 13"/>
          <p:cNvSpPr/>
          <p:nvPr/>
        </p:nvSpPr>
        <p:spPr>
          <a:xfrm>
            <a:off x="7296912" y="2743200"/>
            <a:ext cx="4343400" cy="640080"/>
          </a:xfrm>
          <a:prstGeom prst="roundRect">
            <a:avLst>
              <a:gd name="adj" fmla="val 21429"/>
            </a:avLst>
          </a:prstGeom>
          <a:solidFill>
            <a:schemeClr val="tx2"/>
          </a:solidFill>
          <a:ln w="12700">
            <a:solidFill>
              <a:srgbClr val="FFFFFF">
                <a:alpha val="0"/>
              </a:srgbClr>
            </a:solidFill>
            <a:prstDash val="solid"/>
          </a:ln>
        </p:spPr>
      </p:sp>
      <p:sp>
        <p:nvSpPr>
          <p:cNvPr id="18" name="Text 14"/>
          <p:cNvSpPr txBox="1"/>
          <p:nvPr/>
        </p:nvSpPr>
        <p:spPr>
          <a:xfrm>
            <a:off x="7479792" y="2743200"/>
            <a:ext cx="3977640" cy="640080"/>
          </a:xfrm>
          <a:prstGeom prst="rect">
            <a:avLst/>
          </a:prstGeom>
          <a:noFill/>
          <a:ln/>
        </p:spPr>
        <p:txBody>
          <a:bodyPr wrap="square" lIns="0" tIns="0" rIns="0" bIns="0" rtlCol="0" anchor="ctr"/>
          <a:lstStyle/>
          <a:p>
            <a:pPr algn="l" indent="0" marL="0">
              <a:buNone/>
            </a:pPr>
            <a:r>
              <a:rPr lang="en-US" sz="1800" dirty="0">
                <a:solidFill>
                  <a:schemeClr val="bg1"/>
                </a:solidFill>
              </a:rPr>
              <a:t>Hoe gaat het met u?</a:t>
            </a:r>
            <a:endParaRPr lang="en-US" sz="1800" dirty="0"/>
          </a:p>
        </p:txBody>
      </p:sp>
      <p:sp>
        <p:nvSpPr>
          <p:cNvPr id="19" name="Shape 15"/>
          <p:cNvSpPr/>
          <p:nvPr/>
        </p:nvSpPr>
        <p:spPr>
          <a:xfrm>
            <a:off x="3840480" y="3429000"/>
            <a:ext cx="4507992" cy="457200"/>
          </a:xfrm>
          <a:prstGeom prst="roundRect">
            <a:avLst>
              <a:gd name="adj" fmla="val 50000"/>
            </a:avLst>
          </a:prstGeom>
          <a:solidFill>
            <a:schemeClr val="accent2">
              <a:alpha val="20000"/>
            </a:schemeClr>
          </a:solidFill>
          <a:ln w="12700">
            <a:solidFill>
              <a:srgbClr val="2A6FB0"/>
            </a:solidFill>
            <a:prstDash val="solid"/>
          </a:ln>
        </p:spPr>
      </p:sp>
      <p:sp>
        <p:nvSpPr>
          <p:cNvPr id="20" name="Text 16"/>
          <p:cNvSpPr txBox="1"/>
          <p:nvPr/>
        </p:nvSpPr>
        <p:spPr>
          <a:xfrm>
            <a:off x="3840480" y="3429000"/>
            <a:ext cx="4507992" cy="457200"/>
          </a:xfrm>
          <a:prstGeom prst="rect">
            <a:avLst/>
          </a:prstGeom>
          <a:noFill/>
          <a:ln/>
        </p:spPr>
        <p:txBody>
          <a:bodyPr wrap="square" lIns="0" tIns="0" rIns="0" bIns="0" rtlCol="0" anchor="ctr"/>
          <a:lstStyle/>
          <a:p>
            <a:pPr algn="ctr" indent="0" marL="0">
              <a:buNone/>
            </a:pPr>
            <a:r>
              <a:rPr lang="en-US" sz="1800" i="1" dirty="0">
                <a:solidFill>
                  <a:schemeClr val="tx1"/>
                </a:solidFill>
              </a:rPr>
              <a:t>Enchanté(e)</a:t>
            </a:r>
            <a:r>
              <a:rPr lang="en-US" sz="1800" dirty="0">
                <a:solidFill>
                  <a:schemeClr val="tx1"/>
                </a:solidFill>
              </a:rPr>
              <a:t> — </a:t>
            </a:r>
            <a:r>
              <a:rPr lang="en-US" sz="1800" b="1" dirty="0">
                <a:solidFill>
                  <a:schemeClr val="tx1"/>
                </a:solidFill>
              </a:rPr>
              <a:t>Aangenaam!</a:t>
            </a:r>
            <a:endParaRPr lang="en-US" sz="1800" dirty="0"/>
          </a:p>
        </p:txBody>
      </p:sp>
      <p:sp>
        <p:nvSpPr>
          <p:cNvPr id="21" name="Shape 17"/>
          <p:cNvSpPr/>
          <p:nvPr/>
        </p:nvSpPr>
        <p:spPr>
          <a:xfrm>
            <a:off x="548640" y="4160520"/>
            <a:ext cx="933450" cy="274320"/>
          </a:xfrm>
          <a:prstGeom prst="rect">
            <a:avLst/>
          </a:prstGeom>
          <a:solidFill>
            <a:srgbClr val="BFD7EE"/>
          </a:solidFill>
          <a:ln w="12700">
            <a:solidFill>
              <a:srgbClr val="FFFFFF">
                <a:alpha val="0"/>
              </a:srgbClr>
            </a:solidFill>
            <a:prstDash val="solid"/>
          </a:ln>
        </p:spPr>
      </p:sp>
      <p:sp>
        <p:nvSpPr>
          <p:cNvPr id="22" name="Shape 18"/>
          <p:cNvSpPr/>
          <p:nvPr/>
        </p:nvSpPr>
        <p:spPr>
          <a:xfrm>
            <a:off x="1472946" y="4160520"/>
            <a:ext cx="933450" cy="274320"/>
          </a:xfrm>
          <a:prstGeom prst="rect">
            <a:avLst/>
          </a:prstGeom>
          <a:solidFill>
            <a:srgbClr val="B0C8E1"/>
          </a:solidFill>
          <a:ln w="12700">
            <a:solidFill>
              <a:srgbClr val="FFFFFF">
                <a:alpha val="0"/>
              </a:srgbClr>
            </a:solidFill>
            <a:prstDash val="solid"/>
          </a:ln>
        </p:spPr>
      </p:sp>
      <p:sp>
        <p:nvSpPr>
          <p:cNvPr id="23" name="Shape 19"/>
          <p:cNvSpPr/>
          <p:nvPr/>
        </p:nvSpPr>
        <p:spPr>
          <a:xfrm>
            <a:off x="2397252" y="4160520"/>
            <a:ext cx="933450" cy="274320"/>
          </a:xfrm>
          <a:prstGeom prst="rect">
            <a:avLst/>
          </a:prstGeom>
          <a:solidFill>
            <a:srgbClr val="A0BAD4"/>
          </a:solidFill>
          <a:ln w="12700">
            <a:solidFill>
              <a:srgbClr val="FFFFFF">
                <a:alpha val="0"/>
              </a:srgbClr>
            </a:solidFill>
            <a:prstDash val="solid"/>
          </a:ln>
        </p:spPr>
      </p:sp>
      <p:sp>
        <p:nvSpPr>
          <p:cNvPr id="24" name="Shape 20"/>
          <p:cNvSpPr/>
          <p:nvPr/>
        </p:nvSpPr>
        <p:spPr>
          <a:xfrm>
            <a:off x="3321558" y="4160520"/>
            <a:ext cx="933450" cy="274320"/>
          </a:xfrm>
          <a:prstGeom prst="rect">
            <a:avLst/>
          </a:prstGeom>
          <a:solidFill>
            <a:srgbClr val="91ABC7"/>
          </a:solidFill>
          <a:ln w="12700">
            <a:solidFill>
              <a:srgbClr val="FFFFFF">
                <a:alpha val="0"/>
              </a:srgbClr>
            </a:solidFill>
            <a:prstDash val="solid"/>
          </a:ln>
        </p:spPr>
      </p:sp>
      <p:sp>
        <p:nvSpPr>
          <p:cNvPr id="25" name="Shape 21"/>
          <p:cNvSpPr/>
          <p:nvPr/>
        </p:nvSpPr>
        <p:spPr>
          <a:xfrm>
            <a:off x="4245864" y="4160520"/>
            <a:ext cx="933450" cy="274320"/>
          </a:xfrm>
          <a:prstGeom prst="rect">
            <a:avLst/>
          </a:prstGeom>
          <a:solidFill>
            <a:srgbClr val="829DBA"/>
          </a:solidFill>
          <a:ln w="12700">
            <a:solidFill>
              <a:srgbClr val="FFFFFF">
                <a:alpha val="0"/>
              </a:srgbClr>
            </a:solidFill>
            <a:prstDash val="solid"/>
          </a:ln>
        </p:spPr>
      </p:sp>
      <p:sp>
        <p:nvSpPr>
          <p:cNvPr id="26" name="Shape 22"/>
          <p:cNvSpPr/>
          <p:nvPr/>
        </p:nvSpPr>
        <p:spPr>
          <a:xfrm>
            <a:off x="5170170" y="4160520"/>
            <a:ext cx="933450" cy="274320"/>
          </a:xfrm>
          <a:prstGeom prst="rect">
            <a:avLst/>
          </a:prstGeom>
          <a:solidFill>
            <a:srgbClr val="738EAD"/>
          </a:solidFill>
          <a:ln w="12700">
            <a:solidFill>
              <a:srgbClr val="FFFFFF">
                <a:alpha val="0"/>
              </a:srgbClr>
            </a:solidFill>
            <a:prstDash val="solid"/>
          </a:ln>
        </p:spPr>
      </p:sp>
      <p:sp>
        <p:nvSpPr>
          <p:cNvPr id="27" name="Shape 23"/>
          <p:cNvSpPr/>
          <p:nvPr/>
        </p:nvSpPr>
        <p:spPr>
          <a:xfrm>
            <a:off x="6094476" y="4160520"/>
            <a:ext cx="933450" cy="274320"/>
          </a:xfrm>
          <a:prstGeom prst="rect">
            <a:avLst/>
          </a:prstGeom>
          <a:solidFill>
            <a:srgbClr val="63809F"/>
          </a:solidFill>
          <a:ln w="12700">
            <a:solidFill>
              <a:srgbClr val="FFFFFF">
                <a:alpha val="0"/>
              </a:srgbClr>
            </a:solidFill>
            <a:prstDash val="solid"/>
          </a:ln>
        </p:spPr>
      </p:sp>
      <p:sp>
        <p:nvSpPr>
          <p:cNvPr id="28" name="Shape 24"/>
          <p:cNvSpPr/>
          <p:nvPr/>
        </p:nvSpPr>
        <p:spPr>
          <a:xfrm>
            <a:off x="7018782" y="4160520"/>
            <a:ext cx="933450" cy="274320"/>
          </a:xfrm>
          <a:prstGeom prst="rect">
            <a:avLst/>
          </a:prstGeom>
          <a:solidFill>
            <a:srgbClr val="547192"/>
          </a:solidFill>
          <a:ln w="12700">
            <a:solidFill>
              <a:srgbClr val="FFFFFF">
                <a:alpha val="0"/>
              </a:srgbClr>
            </a:solidFill>
            <a:prstDash val="solid"/>
          </a:ln>
        </p:spPr>
      </p:sp>
      <p:sp>
        <p:nvSpPr>
          <p:cNvPr id="29" name="Shape 25"/>
          <p:cNvSpPr/>
          <p:nvPr/>
        </p:nvSpPr>
        <p:spPr>
          <a:xfrm>
            <a:off x="7943088" y="4160520"/>
            <a:ext cx="933450" cy="274320"/>
          </a:xfrm>
          <a:prstGeom prst="rect">
            <a:avLst/>
          </a:prstGeom>
          <a:solidFill>
            <a:srgbClr val="456385"/>
          </a:solidFill>
          <a:ln w="12700">
            <a:solidFill>
              <a:srgbClr val="FFFFFF">
                <a:alpha val="0"/>
              </a:srgbClr>
            </a:solidFill>
            <a:prstDash val="solid"/>
          </a:ln>
        </p:spPr>
      </p:sp>
      <p:sp>
        <p:nvSpPr>
          <p:cNvPr id="30" name="Shape 26"/>
          <p:cNvSpPr/>
          <p:nvPr/>
        </p:nvSpPr>
        <p:spPr>
          <a:xfrm>
            <a:off x="8867394" y="4160520"/>
            <a:ext cx="933450" cy="274320"/>
          </a:xfrm>
          <a:prstGeom prst="rect">
            <a:avLst/>
          </a:prstGeom>
          <a:solidFill>
            <a:srgbClr val="365478"/>
          </a:solidFill>
          <a:ln w="12700">
            <a:solidFill>
              <a:srgbClr val="FFFFFF">
                <a:alpha val="0"/>
              </a:srgbClr>
            </a:solidFill>
            <a:prstDash val="solid"/>
          </a:ln>
        </p:spPr>
      </p:sp>
      <p:sp>
        <p:nvSpPr>
          <p:cNvPr id="31" name="Shape 27"/>
          <p:cNvSpPr/>
          <p:nvPr/>
        </p:nvSpPr>
        <p:spPr>
          <a:xfrm>
            <a:off x="9791700" y="4160520"/>
            <a:ext cx="933450" cy="274320"/>
          </a:xfrm>
          <a:prstGeom prst="rect">
            <a:avLst/>
          </a:prstGeom>
          <a:solidFill>
            <a:srgbClr val="26466B"/>
          </a:solidFill>
          <a:ln w="12700">
            <a:solidFill>
              <a:srgbClr val="FFFFFF">
                <a:alpha val="0"/>
              </a:srgbClr>
            </a:solidFill>
            <a:prstDash val="solid"/>
          </a:ln>
        </p:spPr>
      </p:sp>
      <p:sp>
        <p:nvSpPr>
          <p:cNvPr id="32" name="Shape 28"/>
          <p:cNvSpPr/>
          <p:nvPr/>
        </p:nvSpPr>
        <p:spPr>
          <a:xfrm>
            <a:off x="10716006" y="4160520"/>
            <a:ext cx="933450" cy="274320"/>
          </a:xfrm>
          <a:prstGeom prst="rect">
            <a:avLst/>
          </a:prstGeom>
          <a:solidFill>
            <a:srgbClr val="17375E"/>
          </a:solidFill>
          <a:ln w="12700">
            <a:solidFill>
              <a:srgbClr val="FFFFFF">
                <a:alpha val="0"/>
              </a:srgbClr>
            </a:solidFill>
            <a:prstDash val="solid"/>
          </a:ln>
        </p:spPr>
      </p:sp>
      <p:sp>
        <p:nvSpPr>
          <p:cNvPr id="33" name="Text 29"/>
          <p:cNvSpPr txBox="1"/>
          <p:nvPr/>
        </p:nvSpPr>
        <p:spPr>
          <a:xfrm>
            <a:off x="548640" y="4489704"/>
            <a:ext cx="3657600" cy="320040"/>
          </a:xfrm>
          <a:prstGeom prst="rect">
            <a:avLst/>
          </a:prstGeom>
          <a:noFill/>
          <a:ln/>
        </p:spPr>
        <p:txBody>
          <a:bodyPr wrap="square" lIns="0" tIns="0" rIns="0" bIns="0" rtlCol="0" anchor="t"/>
          <a:lstStyle/>
          <a:p>
            <a:pPr algn="l" indent="0" marL="0">
              <a:buNone/>
            </a:pPr>
            <a:r>
              <a:rPr lang="en-US" sz="1500" b="1" dirty="0">
                <a:solidFill>
                  <a:schemeClr val="accent2"/>
                </a:solidFill>
              </a:rPr>
              <a:t>◀  informeel · </a:t>
            </a:r>
            <a:r>
              <a:rPr lang="en-US" sz="1500" b="1" i="1" dirty="0">
                <a:solidFill>
                  <a:schemeClr val="accent2"/>
                </a:solidFill>
              </a:rPr>
              <a:t>je</a:t>
            </a:r>
            <a:endParaRPr lang="en-US" sz="1500" dirty="0"/>
          </a:p>
        </p:txBody>
      </p:sp>
      <p:sp>
        <p:nvSpPr>
          <p:cNvPr id="34" name="Text 30"/>
          <p:cNvSpPr txBox="1"/>
          <p:nvPr/>
        </p:nvSpPr>
        <p:spPr>
          <a:xfrm>
            <a:off x="7982712" y="4489704"/>
            <a:ext cx="3657600" cy="320040"/>
          </a:xfrm>
          <a:prstGeom prst="rect">
            <a:avLst/>
          </a:prstGeom>
          <a:noFill/>
          <a:ln/>
        </p:spPr>
        <p:txBody>
          <a:bodyPr wrap="square" lIns="0" tIns="0" rIns="0" bIns="0" rtlCol="0" anchor="t"/>
          <a:lstStyle/>
          <a:p>
            <a:pPr algn="r" indent="0" marL="0">
              <a:buNone/>
            </a:pPr>
            <a:r>
              <a:rPr lang="en-US" sz="1500" b="1" dirty="0">
                <a:solidFill>
                  <a:schemeClr val="tx2"/>
                </a:solidFill>
              </a:rPr>
              <a:t>formeel · </a:t>
            </a:r>
            <a:r>
              <a:rPr lang="en-US" sz="1500" b="1" i="1" dirty="0">
                <a:solidFill>
                  <a:schemeClr val="tx2"/>
                </a:solidFill>
              </a:rPr>
              <a:t>u</a:t>
            </a:r>
            <a:r>
              <a:rPr lang="en-US" sz="1500" b="1" dirty="0">
                <a:solidFill>
                  <a:schemeClr val="tx2"/>
                </a:solidFill>
              </a:rPr>
              <a:t>  ▶</a:t>
            </a:r>
            <a:endParaRPr lang="en-US" sz="1500" dirty="0"/>
          </a:p>
        </p:txBody>
      </p:sp>
      <p:sp>
        <p:nvSpPr>
          <p:cNvPr id="35" name="Shape 31"/>
          <p:cNvSpPr/>
          <p:nvPr/>
        </p:nvSpPr>
        <p:spPr>
          <a:xfrm>
            <a:off x="3904488" y="3977640"/>
            <a:ext cx="4389120" cy="640080"/>
          </a:xfrm>
          <a:prstGeom prst="roundRect">
            <a:avLst>
              <a:gd name="adj" fmla="val 50000"/>
            </a:avLst>
          </a:prstGeom>
          <a:solidFill>
            <a:srgbClr val="FFFFFF"/>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36" name="Text 32"/>
          <p:cNvSpPr txBox="1"/>
          <p:nvPr/>
        </p:nvSpPr>
        <p:spPr>
          <a:xfrm>
            <a:off x="3904488" y="3977640"/>
            <a:ext cx="4389120" cy="640080"/>
          </a:xfrm>
          <a:prstGeom prst="rect">
            <a:avLst/>
          </a:prstGeom>
          <a:noFill/>
          <a:ln/>
        </p:spPr>
        <p:txBody>
          <a:bodyPr wrap="square" lIns="0" tIns="0" rIns="0" bIns="0" rtlCol="0" anchor="ctr"/>
          <a:lstStyle/>
          <a:p>
            <a:pPr algn="ctr" indent="0" marL="0">
              <a:buNone/>
            </a:pPr>
            <a:r>
              <a:rPr lang="en-US" sz="1800" b="1" dirty="0">
                <a:solidFill>
                  <a:schemeClr val="tx1"/>
                </a:solidFill>
              </a:rPr>
              <a:t>Dag!</a:t>
            </a:r>
            <a:r>
              <a:rPr lang="en-US" sz="1800" dirty="0">
                <a:solidFill>
                  <a:schemeClr val="tx1"/>
                </a:solidFill>
              </a:rPr>
              <a:t> = passe-partout en Belgique</a:t>
            </a:r>
            <a:endParaRPr lang="en-US" sz="1800" dirty="0"/>
          </a:p>
        </p:txBody>
      </p:sp>
      <p:pic>
        <p:nvPicPr>
          <p:cNvPr id="37" name="Image 1" descr="SignOutAlt">    </p:cNvPr>
          <p:cNvPicPr>
            <a:picLocks noChangeAspect="1"/>
          </p:cNvPicPr>
          <p:nvPr/>
        </p:nvPicPr>
        <p:blipFill>
          <a:blip r:embed="rId2"/>
          <a:stretch>
            <a:fillRect/>
          </a:stretch>
        </p:blipFill>
        <p:spPr>
          <a:xfrm>
            <a:off x="548640" y="4873752"/>
            <a:ext cx="237744" cy="237744"/>
          </a:xfrm>
          <a:prstGeom prst="rect">
            <a:avLst/>
          </a:prstGeom>
        </p:spPr>
      </p:pic>
      <p:sp>
        <p:nvSpPr>
          <p:cNvPr id="38" name="Text 33"/>
          <p:cNvSpPr txBox="1"/>
          <p:nvPr/>
        </p:nvSpPr>
        <p:spPr>
          <a:xfrm>
            <a:off x="868680" y="4864608"/>
            <a:ext cx="2743200" cy="274320"/>
          </a:xfrm>
          <a:prstGeom prst="rect">
            <a:avLst/>
          </a:prstGeom>
          <a:noFill/>
          <a:ln/>
        </p:spPr>
        <p:txBody>
          <a:bodyPr wrap="square" lIns="0" tIns="0" rIns="0" bIns="0" rtlCol="0" anchor="ctr"/>
          <a:lstStyle/>
          <a:p>
            <a:pPr algn="l" indent="0" marL="0">
              <a:buNone/>
            </a:pPr>
            <a:r>
              <a:rPr lang="en-US" sz="1200" b="1" spc="200" kern="0" dirty="0">
                <a:solidFill>
                  <a:schemeClr val="accent5"/>
                </a:solidFill>
              </a:rPr>
              <a:t>PARTIR</a:t>
            </a:r>
            <a:endParaRPr lang="en-US" sz="1200" dirty="0"/>
          </a:p>
        </p:txBody>
      </p:sp>
      <p:sp>
        <p:nvSpPr>
          <p:cNvPr id="39" name="Shape 34"/>
          <p:cNvSpPr/>
          <p:nvPr/>
        </p:nvSpPr>
        <p:spPr>
          <a:xfrm>
            <a:off x="548640" y="5193792"/>
            <a:ext cx="4343400" cy="640080"/>
          </a:xfrm>
          <a:prstGeom prst="roundRect">
            <a:avLst>
              <a:gd name="adj" fmla="val 21429"/>
            </a:avLst>
          </a:prstGeom>
          <a:solidFill>
            <a:srgbClr val="DCE9F6"/>
          </a:solidFill>
          <a:ln w="15875">
            <a:solidFill>
              <a:srgbClr val="2A6FB0"/>
            </a:solidFill>
            <a:prstDash val="solid"/>
          </a:ln>
        </p:spPr>
      </p:sp>
      <p:sp>
        <p:nvSpPr>
          <p:cNvPr id="40" name="Text 35"/>
          <p:cNvSpPr txBox="1"/>
          <p:nvPr/>
        </p:nvSpPr>
        <p:spPr>
          <a:xfrm>
            <a:off x="731520" y="5193792"/>
            <a:ext cx="3977640" cy="640080"/>
          </a:xfrm>
          <a:prstGeom prst="rect">
            <a:avLst/>
          </a:prstGeom>
          <a:noFill/>
          <a:ln/>
        </p:spPr>
        <p:txBody>
          <a:bodyPr wrap="square" lIns="0" tIns="0" rIns="0" bIns="0" rtlCol="0" anchor="ctr"/>
          <a:lstStyle/>
          <a:p>
            <a:pPr algn="l" indent="0" marL="0">
              <a:buNone/>
            </a:pPr>
            <a:r>
              <a:rPr lang="en-US" sz="1800" dirty="0">
                <a:solidFill>
                  <a:schemeClr val="tx1"/>
                </a:solidFill>
              </a:rPr>
              <a:t>Daag! · Tot straks! · Tot morgen!</a:t>
            </a:r>
            <a:endParaRPr lang="en-US" sz="1800" dirty="0"/>
          </a:p>
        </p:txBody>
      </p:sp>
      <p:sp>
        <p:nvSpPr>
          <p:cNvPr id="41" name="Shape 36"/>
          <p:cNvSpPr/>
          <p:nvPr/>
        </p:nvSpPr>
        <p:spPr>
          <a:xfrm>
            <a:off x="5029200" y="5294376"/>
            <a:ext cx="2130552" cy="438912"/>
          </a:xfrm>
          <a:prstGeom prst="roundRect">
            <a:avLst>
              <a:gd name="adj" fmla="val 50000"/>
            </a:avLst>
          </a:prstGeom>
          <a:solidFill>
            <a:srgbClr val="F4F6F9"/>
          </a:solidFill>
          <a:ln w="12700">
            <a:solidFill>
              <a:srgbClr val="D5DCE6"/>
            </a:solidFill>
            <a:prstDash val="solid"/>
          </a:ln>
        </p:spPr>
      </p:sp>
      <p:sp>
        <p:nvSpPr>
          <p:cNvPr id="42" name="Text 37"/>
          <p:cNvSpPr txBox="1"/>
          <p:nvPr/>
        </p:nvSpPr>
        <p:spPr>
          <a:xfrm>
            <a:off x="5029200" y="5294376"/>
            <a:ext cx="2130552" cy="438912"/>
          </a:xfrm>
          <a:prstGeom prst="rect">
            <a:avLst/>
          </a:prstGeom>
          <a:noFill/>
          <a:ln/>
        </p:spPr>
        <p:txBody>
          <a:bodyPr wrap="square" lIns="0" tIns="0" rIns="0" bIns="0" rtlCol="0" anchor="ctr"/>
          <a:lstStyle/>
          <a:p>
            <a:pPr algn="ctr" indent="0" marL="0">
              <a:buNone/>
            </a:pPr>
            <a:r>
              <a:rPr lang="en-US" sz="1700" b="1" i="1" dirty="0">
                <a:solidFill>
                  <a:schemeClr val="accent5"/>
                </a:solidFill>
              </a:rPr>
              <a:t>Au revoir</a:t>
            </a:r>
            <a:endParaRPr lang="en-US" sz="1700" dirty="0"/>
          </a:p>
        </p:txBody>
      </p:sp>
      <p:sp>
        <p:nvSpPr>
          <p:cNvPr id="43" name="Shape 38"/>
          <p:cNvSpPr/>
          <p:nvPr/>
        </p:nvSpPr>
        <p:spPr>
          <a:xfrm>
            <a:off x="7296912" y="5193792"/>
            <a:ext cx="4343400" cy="640080"/>
          </a:xfrm>
          <a:prstGeom prst="roundRect">
            <a:avLst>
              <a:gd name="adj" fmla="val 21429"/>
            </a:avLst>
          </a:prstGeom>
          <a:solidFill>
            <a:schemeClr val="tx2"/>
          </a:solidFill>
          <a:ln w="12700">
            <a:solidFill>
              <a:srgbClr val="FFFFFF">
                <a:alpha val="0"/>
              </a:srgbClr>
            </a:solidFill>
            <a:prstDash val="solid"/>
          </a:ln>
        </p:spPr>
      </p:sp>
      <p:sp>
        <p:nvSpPr>
          <p:cNvPr id="44" name="Text 39"/>
          <p:cNvSpPr txBox="1"/>
          <p:nvPr/>
        </p:nvSpPr>
        <p:spPr>
          <a:xfrm>
            <a:off x="7479792" y="5193792"/>
            <a:ext cx="3977640" cy="640080"/>
          </a:xfrm>
          <a:prstGeom prst="rect">
            <a:avLst/>
          </a:prstGeom>
          <a:noFill/>
          <a:ln/>
        </p:spPr>
        <p:txBody>
          <a:bodyPr wrap="square" lIns="0" tIns="0" rIns="0" bIns="0" rtlCol="0" anchor="ctr"/>
          <a:lstStyle/>
          <a:p>
            <a:pPr algn="l" indent="0" marL="0">
              <a:buNone/>
            </a:pPr>
            <a:r>
              <a:rPr lang="en-US" sz="1800" dirty="0">
                <a:solidFill>
                  <a:schemeClr val="bg1"/>
                </a:solidFill>
              </a:rPr>
              <a:t>Tot ziens! · Nog een fijne dag!</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Qui fait l’action ? Les pronoms personnels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pic>
        <p:nvPicPr>
          <p:cNvPr id="5" name="Image 0" descr="User">    </p:cNvPr>
          <p:cNvPicPr>
            <a:picLocks noChangeAspect="1"/>
          </p:cNvPicPr>
          <p:nvPr/>
        </p:nvPicPr>
        <p:blipFill>
          <a:blip r:embed="rId1"/>
          <a:stretch>
            <a:fillRect/>
          </a:stretch>
        </p:blipFill>
        <p:spPr>
          <a:xfrm>
            <a:off x="3703320" y="1572768"/>
            <a:ext cx="384048" cy="384048"/>
          </a:xfrm>
          <a:prstGeom prst="rect">
            <a:avLst/>
          </a:prstGeom>
        </p:spPr>
      </p:pic>
      <p:sp>
        <p:nvSpPr>
          <p:cNvPr id="6" name="Text 2"/>
          <p:cNvSpPr txBox="1"/>
          <p:nvPr/>
        </p:nvSpPr>
        <p:spPr>
          <a:xfrm>
            <a:off x="4160520" y="1536192"/>
            <a:ext cx="1828800" cy="457200"/>
          </a:xfrm>
          <a:prstGeom prst="rect">
            <a:avLst/>
          </a:prstGeom>
          <a:noFill/>
          <a:ln/>
        </p:spPr>
        <p:txBody>
          <a:bodyPr wrap="square" lIns="0" tIns="0" rIns="0" bIns="0" rtlCol="0" anchor="ctr"/>
          <a:lstStyle/>
          <a:p>
            <a:pPr algn="l" indent="0" marL="0">
              <a:buNone/>
            </a:pPr>
            <a:r>
              <a:rPr lang="en-US" sz="1800" b="1" dirty="0">
                <a:solidFill>
                  <a:schemeClr val="tx2"/>
                </a:solidFill>
              </a:rPr>
              <a:t>un seul</a:t>
            </a:r>
            <a:endParaRPr lang="en-US" sz="1800" dirty="0"/>
          </a:p>
        </p:txBody>
      </p:sp>
      <p:pic>
        <p:nvPicPr>
          <p:cNvPr id="7" name="Image 1" descr="Users">    </p:cNvPr>
          <p:cNvPicPr>
            <a:picLocks noChangeAspect="1"/>
          </p:cNvPicPr>
          <p:nvPr/>
        </p:nvPicPr>
        <p:blipFill>
          <a:blip r:embed="rId2"/>
          <a:stretch>
            <a:fillRect/>
          </a:stretch>
        </p:blipFill>
        <p:spPr>
          <a:xfrm>
            <a:off x="8746236" y="1572768"/>
            <a:ext cx="384048" cy="384048"/>
          </a:xfrm>
          <a:prstGeom prst="rect">
            <a:avLst/>
          </a:prstGeom>
        </p:spPr>
      </p:pic>
      <p:sp>
        <p:nvSpPr>
          <p:cNvPr id="8" name="Text 3"/>
          <p:cNvSpPr txBox="1"/>
          <p:nvPr/>
        </p:nvSpPr>
        <p:spPr>
          <a:xfrm>
            <a:off x="9249156" y="1536192"/>
            <a:ext cx="1828800" cy="457200"/>
          </a:xfrm>
          <a:prstGeom prst="rect">
            <a:avLst/>
          </a:prstGeom>
          <a:noFill/>
          <a:ln/>
        </p:spPr>
        <p:txBody>
          <a:bodyPr wrap="square" lIns="0" tIns="0" rIns="0" bIns="0" rtlCol="0" anchor="ctr"/>
          <a:lstStyle/>
          <a:p>
            <a:pPr algn="l" indent="0" marL="0">
              <a:buNone/>
            </a:pPr>
            <a:r>
              <a:rPr lang="en-US" sz="1800" b="1" dirty="0">
                <a:solidFill>
                  <a:schemeClr val="tx2"/>
                </a:solidFill>
              </a:rPr>
              <a:t>plusieurs</a:t>
            </a:r>
            <a:endParaRPr lang="en-US" sz="1800" dirty="0"/>
          </a:p>
        </p:txBody>
      </p:sp>
      <p:sp>
        <p:nvSpPr>
          <p:cNvPr id="9" name="Shape 4"/>
          <p:cNvSpPr/>
          <p:nvPr/>
        </p:nvSpPr>
        <p:spPr>
          <a:xfrm>
            <a:off x="4617720" y="5806440"/>
            <a:ext cx="914" cy="256032"/>
          </a:xfrm>
          <a:prstGeom prst="line">
            <a:avLst/>
          </a:prstGeom>
          <a:noFill/>
          <a:ln w="25400">
            <a:solidFill>
              <a:srgbClr val="B83227"/>
            </a:solidFill>
            <a:prstDash val="dash"/>
          </a:ln>
        </p:spPr>
      </p:sp>
      <p:sp>
        <p:nvSpPr>
          <p:cNvPr id="10" name="Shape 5"/>
          <p:cNvSpPr/>
          <p:nvPr/>
        </p:nvSpPr>
        <p:spPr>
          <a:xfrm>
            <a:off x="4617720" y="6062472"/>
            <a:ext cx="5088636" cy="914"/>
          </a:xfrm>
          <a:prstGeom prst="line">
            <a:avLst/>
          </a:prstGeom>
          <a:noFill/>
          <a:ln w="25400">
            <a:solidFill>
              <a:srgbClr val="B83227"/>
            </a:solidFill>
            <a:prstDash val="dash"/>
          </a:ln>
        </p:spPr>
      </p:sp>
      <p:sp>
        <p:nvSpPr>
          <p:cNvPr id="11" name="Shape 6"/>
          <p:cNvSpPr/>
          <p:nvPr/>
        </p:nvSpPr>
        <p:spPr>
          <a:xfrm flipV="1">
            <a:off x="9706356" y="5806440"/>
            <a:ext cx="914" cy="256032"/>
          </a:xfrm>
          <a:prstGeom prst="line">
            <a:avLst/>
          </a:prstGeom>
          <a:noFill/>
          <a:ln w="25400">
            <a:solidFill>
              <a:srgbClr val="B83227"/>
            </a:solidFill>
            <a:prstDash val="dash"/>
          </a:ln>
        </p:spPr>
      </p:sp>
      <p:sp>
        <p:nvSpPr>
          <p:cNvPr id="12" name="tag"/>
          <p:cNvSpPr/>
          <p:nvPr/>
        </p:nvSpPr>
        <p:spPr>
          <a:xfrm>
            <a:off x="6476238" y="5925312"/>
            <a:ext cx="1644396" cy="274320"/>
          </a:xfrm>
          <a:prstGeom prst="roundRect">
            <a:avLst>
              <a:gd name="adj" fmla="val 16667"/>
            </a:avLst>
          </a:prstGeom>
          <a:solidFill>
            <a:schemeClr val="accent6"/>
          </a:solidFill>
          <a:ln/>
        </p:spPr>
        <p:txBody>
          <a:bodyPr wrap="square" lIns="0" tIns="0" rIns="0" bIns="0" rtlCol="0" anchor="ctr"/>
          <a:lstStyle/>
          <a:p>
            <a:pPr algn="ctr" indent="0" marL="0">
              <a:buNone/>
            </a:pPr>
            <a:r>
              <a:rPr lang="en-US" sz="1300" b="1" spc="100" kern="0" dirty="0">
                <a:solidFill>
                  <a:srgbClr val="FFFFFF"/>
                </a:solidFill>
              </a:rPr>
              <a:t>même mot !</a:t>
            </a:r>
            <a:endParaRPr lang="en-US" sz="1300" dirty="0"/>
          </a:p>
        </p:txBody>
      </p:sp>
      <p:sp>
        <p:nvSpPr>
          <p:cNvPr id="13" name="Shape 8"/>
          <p:cNvSpPr/>
          <p:nvPr/>
        </p:nvSpPr>
        <p:spPr>
          <a:xfrm>
            <a:off x="594360" y="2290572"/>
            <a:ext cx="768096" cy="768096"/>
          </a:xfrm>
          <a:prstGeom prst="ellipse">
            <a:avLst/>
          </a:prstGeom>
          <a:solidFill>
            <a:schemeClr val="tx2"/>
          </a:solidFill>
          <a:ln w="12700">
            <a:solidFill>
              <a:srgbClr val="FFFFFF">
                <a:alpha val="0"/>
              </a:srgbClr>
            </a:solidFill>
            <a:prstDash val="solid"/>
          </a:ln>
        </p:spPr>
      </p:sp>
      <p:sp>
        <p:nvSpPr>
          <p:cNvPr id="14" name="Text 9"/>
          <p:cNvSpPr txBox="1"/>
          <p:nvPr/>
        </p:nvSpPr>
        <p:spPr>
          <a:xfrm>
            <a:off x="594360" y="2290572"/>
            <a:ext cx="768096" cy="768096"/>
          </a:xfrm>
          <a:prstGeom prst="rect">
            <a:avLst/>
          </a:prstGeom>
          <a:noFill/>
          <a:ln/>
        </p:spPr>
        <p:txBody>
          <a:bodyPr wrap="square" lIns="0" tIns="0" rIns="0" bIns="0" rtlCol="0" anchor="ctr"/>
          <a:lstStyle/>
          <a:p>
            <a:pPr algn="ctr" indent="0" marL="0">
              <a:buNone/>
            </a:pPr>
            <a:r>
              <a:rPr lang="en-US" sz="1800" b="1" dirty="0">
                <a:solidFill>
                  <a:schemeClr val="bg1"/>
                </a:solidFill>
              </a:rPr>
              <a:t>1re</a:t>
            </a:r>
            <a:endParaRPr lang="en-US" sz="1800" dirty="0"/>
          </a:p>
        </p:txBody>
      </p:sp>
      <p:sp>
        <p:nvSpPr>
          <p:cNvPr id="15" name="Shape 10"/>
          <p:cNvSpPr/>
          <p:nvPr/>
        </p:nvSpPr>
        <p:spPr>
          <a:xfrm>
            <a:off x="594360" y="3570732"/>
            <a:ext cx="768096" cy="768096"/>
          </a:xfrm>
          <a:prstGeom prst="ellipse">
            <a:avLst/>
          </a:prstGeom>
          <a:solidFill>
            <a:schemeClr val="tx2"/>
          </a:solidFill>
          <a:ln w="12700">
            <a:solidFill>
              <a:srgbClr val="FFFFFF">
                <a:alpha val="0"/>
              </a:srgbClr>
            </a:solidFill>
            <a:prstDash val="solid"/>
          </a:ln>
        </p:spPr>
      </p:sp>
      <p:sp>
        <p:nvSpPr>
          <p:cNvPr id="16" name="Text 11"/>
          <p:cNvSpPr txBox="1"/>
          <p:nvPr/>
        </p:nvSpPr>
        <p:spPr>
          <a:xfrm>
            <a:off x="594360" y="3570732"/>
            <a:ext cx="768096" cy="768096"/>
          </a:xfrm>
          <a:prstGeom prst="rect">
            <a:avLst/>
          </a:prstGeom>
          <a:noFill/>
          <a:ln/>
        </p:spPr>
        <p:txBody>
          <a:bodyPr wrap="square" lIns="0" tIns="0" rIns="0" bIns="0" rtlCol="0" anchor="ctr"/>
          <a:lstStyle/>
          <a:p>
            <a:pPr algn="ctr" indent="0" marL="0">
              <a:buNone/>
            </a:pPr>
            <a:r>
              <a:rPr lang="en-US" sz="1800" b="1" dirty="0">
                <a:solidFill>
                  <a:schemeClr val="bg1"/>
                </a:solidFill>
              </a:rPr>
              <a:t>2e</a:t>
            </a:r>
            <a:endParaRPr lang="en-US" sz="1800" dirty="0"/>
          </a:p>
        </p:txBody>
      </p:sp>
      <p:sp>
        <p:nvSpPr>
          <p:cNvPr id="17" name="Shape 12"/>
          <p:cNvSpPr/>
          <p:nvPr/>
        </p:nvSpPr>
        <p:spPr>
          <a:xfrm>
            <a:off x="594360" y="4850892"/>
            <a:ext cx="768096" cy="768096"/>
          </a:xfrm>
          <a:prstGeom prst="ellipse">
            <a:avLst/>
          </a:prstGeom>
          <a:solidFill>
            <a:schemeClr val="tx2"/>
          </a:solidFill>
          <a:ln w="12700">
            <a:solidFill>
              <a:srgbClr val="FFFFFF">
                <a:alpha val="0"/>
              </a:srgbClr>
            </a:solidFill>
            <a:prstDash val="solid"/>
          </a:ln>
        </p:spPr>
      </p:sp>
      <p:sp>
        <p:nvSpPr>
          <p:cNvPr id="18" name="Text 13"/>
          <p:cNvSpPr txBox="1"/>
          <p:nvPr/>
        </p:nvSpPr>
        <p:spPr>
          <a:xfrm>
            <a:off x="594360" y="4850892"/>
            <a:ext cx="768096" cy="768096"/>
          </a:xfrm>
          <a:prstGeom prst="rect">
            <a:avLst/>
          </a:prstGeom>
          <a:noFill/>
          <a:ln/>
        </p:spPr>
        <p:txBody>
          <a:bodyPr wrap="square" lIns="0" tIns="0" rIns="0" bIns="0" rtlCol="0" anchor="ctr"/>
          <a:lstStyle/>
          <a:p>
            <a:pPr algn="ctr" indent="0" marL="0">
              <a:buNone/>
            </a:pPr>
            <a:r>
              <a:rPr lang="en-US" sz="1800" b="1" dirty="0">
                <a:solidFill>
                  <a:schemeClr val="bg1"/>
                </a:solidFill>
              </a:rPr>
              <a:t>3e</a:t>
            </a:r>
            <a:endParaRPr lang="en-US" sz="1800" dirty="0"/>
          </a:p>
        </p:txBody>
      </p:sp>
      <p:sp>
        <p:nvSpPr>
          <p:cNvPr id="19" name="Shape 14"/>
          <p:cNvSpPr/>
          <p:nvPr/>
        </p:nvSpPr>
        <p:spPr>
          <a:xfrm>
            <a:off x="1645920" y="2103120"/>
            <a:ext cx="5943600" cy="1143000"/>
          </a:xfrm>
          <a:prstGeom prst="roundRect">
            <a:avLst>
              <a:gd name="adj" fmla="val 6400"/>
            </a:avLst>
          </a:prstGeom>
          <a:solidFill>
            <a:schemeClr val="bg2"/>
          </a:solidFill>
          <a:ln w="12700">
            <a:solidFill>
              <a:srgbClr val="D5DCE6"/>
            </a:solidFill>
            <a:prstDash val="solid"/>
          </a:ln>
        </p:spPr>
      </p:sp>
      <p:sp>
        <p:nvSpPr>
          <p:cNvPr id="20" name="Text 15"/>
          <p:cNvSpPr txBox="1"/>
          <p:nvPr/>
        </p:nvSpPr>
        <p:spPr>
          <a:xfrm>
            <a:off x="1737360" y="2267712"/>
            <a:ext cx="5760720"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ik</a:t>
            </a:r>
            <a:endParaRPr lang="en-US" sz="2800" dirty="0"/>
          </a:p>
        </p:txBody>
      </p:sp>
      <p:sp>
        <p:nvSpPr>
          <p:cNvPr id="21" name="Text 16"/>
          <p:cNvSpPr txBox="1"/>
          <p:nvPr/>
        </p:nvSpPr>
        <p:spPr>
          <a:xfrm>
            <a:off x="1737360" y="2834640"/>
            <a:ext cx="5760720" cy="292608"/>
          </a:xfrm>
          <a:prstGeom prst="rect">
            <a:avLst/>
          </a:prstGeom>
          <a:noFill/>
          <a:ln/>
        </p:spPr>
        <p:txBody>
          <a:bodyPr wrap="square" lIns="0" tIns="0" rIns="0" bIns="0" rtlCol="0" anchor="t"/>
          <a:lstStyle/>
          <a:p>
            <a:pPr algn="ctr" indent="0" marL="0">
              <a:buNone/>
            </a:pPr>
            <a:r>
              <a:rPr lang="en-US" sz="1400" i="1" dirty="0">
                <a:solidFill>
                  <a:schemeClr val="accent5"/>
                </a:solidFill>
              </a:rPr>
              <a:t>je</a:t>
            </a:r>
            <a:endParaRPr lang="en-US" sz="1400" dirty="0"/>
          </a:p>
        </p:txBody>
      </p:sp>
      <p:sp>
        <p:nvSpPr>
          <p:cNvPr id="22" name="Shape 17"/>
          <p:cNvSpPr/>
          <p:nvPr/>
        </p:nvSpPr>
        <p:spPr>
          <a:xfrm>
            <a:off x="7772400" y="2103120"/>
            <a:ext cx="3867912" cy="1143000"/>
          </a:xfrm>
          <a:prstGeom prst="roundRect">
            <a:avLst>
              <a:gd name="adj" fmla="val 6400"/>
            </a:avLst>
          </a:prstGeom>
          <a:solidFill>
            <a:schemeClr val="bg2"/>
          </a:solidFill>
          <a:ln w="12700">
            <a:solidFill>
              <a:srgbClr val="D5DCE6"/>
            </a:solidFill>
            <a:prstDash val="solid"/>
          </a:ln>
        </p:spPr>
      </p:sp>
      <p:sp>
        <p:nvSpPr>
          <p:cNvPr id="23" name="Text 18"/>
          <p:cNvSpPr txBox="1"/>
          <p:nvPr/>
        </p:nvSpPr>
        <p:spPr>
          <a:xfrm>
            <a:off x="7863840" y="2267712"/>
            <a:ext cx="3685032"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wij / we</a:t>
            </a:r>
            <a:endParaRPr lang="en-US" sz="2800" dirty="0"/>
          </a:p>
        </p:txBody>
      </p:sp>
      <p:sp>
        <p:nvSpPr>
          <p:cNvPr id="24" name="Text 19"/>
          <p:cNvSpPr txBox="1"/>
          <p:nvPr/>
        </p:nvSpPr>
        <p:spPr>
          <a:xfrm>
            <a:off x="7863840" y="2834640"/>
            <a:ext cx="3685032" cy="292608"/>
          </a:xfrm>
          <a:prstGeom prst="rect">
            <a:avLst/>
          </a:prstGeom>
          <a:noFill/>
          <a:ln/>
        </p:spPr>
        <p:txBody>
          <a:bodyPr wrap="square" lIns="0" tIns="0" rIns="0" bIns="0" rtlCol="0" anchor="t"/>
          <a:lstStyle/>
          <a:p>
            <a:pPr algn="ctr" indent="0" marL="0">
              <a:buNone/>
            </a:pPr>
            <a:r>
              <a:rPr lang="en-US" sz="1400" i="1" dirty="0">
                <a:solidFill>
                  <a:schemeClr val="accent5"/>
                </a:solidFill>
              </a:rPr>
              <a:t>nous</a:t>
            </a:r>
            <a:endParaRPr lang="en-US" sz="1400" dirty="0"/>
          </a:p>
        </p:txBody>
      </p:sp>
      <p:sp>
        <p:nvSpPr>
          <p:cNvPr id="25" name="Shape 20"/>
          <p:cNvSpPr/>
          <p:nvPr/>
        </p:nvSpPr>
        <p:spPr>
          <a:xfrm>
            <a:off x="1645920" y="3383280"/>
            <a:ext cx="2880360" cy="1143000"/>
          </a:xfrm>
          <a:prstGeom prst="roundRect">
            <a:avLst>
              <a:gd name="adj" fmla="val 6400"/>
            </a:avLst>
          </a:prstGeom>
          <a:solidFill>
            <a:srgbClr val="DCE9F6"/>
          </a:solidFill>
          <a:ln w="12700">
            <a:solidFill>
              <a:srgbClr val="D5DCE6"/>
            </a:solidFill>
            <a:prstDash val="solid"/>
          </a:ln>
        </p:spPr>
      </p:sp>
      <p:sp>
        <p:nvSpPr>
          <p:cNvPr id="26" name="Text 21"/>
          <p:cNvSpPr txBox="1"/>
          <p:nvPr/>
        </p:nvSpPr>
        <p:spPr>
          <a:xfrm>
            <a:off x="1737360" y="3547872"/>
            <a:ext cx="2697480"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jij / je</a:t>
            </a:r>
            <a:endParaRPr lang="en-US" sz="2800" dirty="0"/>
          </a:p>
        </p:txBody>
      </p:sp>
      <p:sp>
        <p:nvSpPr>
          <p:cNvPr id="27" name="Text 22"/>
          <p:cNvSpPr txBox="1"/>
          <p:nvPr/>
        </p:nvSpPr>
        <p:spPr>
          <a:xfrm>
            <a:off x="1737360" y="4114800"/>
            <a:ext cx="2697480" cy="292608"/>
          </a:xfrm>
          <a:prstGeom prst="rect">
            <a:avLst/>
          </a:prstGeom>
          <a:noFill/>
          <a:ln/>
        </p:spPr>
        <p:txBody>
          <a:bodyPr wrap="square" lIns="0" tIns="0" rIns="0" bIns="0" rtlCol="0" anchor="t"/>
          <a:lstStyle/>
          <a:p>
            <a:pPr algn="ctr" indent="0" marL="0">
              <a:buNone/>
            </a:pPr>
            <a:r>
              <a:rPr lang="en-US" sz="1400" i="1" dirty="0">
                <a:solidFill>
                  <a:schemeClr val="accent5"/>
                </a:solidFill>
              </a:rPr>
              <a:t>tu</a:t>
            </a:r>
            <a:endParaRPr lang="en-US" sz="1400" dirty="0"/>
          </a:p>
        </p:txBody>
      </p:sp>
      <p:sp>
        <p:nvSpPr>
          <p:cNvPr id="28" name="Shape 23"/>
          <p:cNvSpPr/>
          <p:nvPr/>
        </p:nvSpPr>
        <p:spPr>
          <a:xfrm>
            <a:off x="4663440" y="3383280"/>
            <a:ext cx="2926080" cy="1143000"/>
          </a:xfrm>
          <a:prstGeom prst="roundRect">
            <a:avLst>
              <a:gd name="adj" fmla="val 6400"/>
            </a:avLst>
          </a:prstGeom>
          <a:solidFill>
            <a:schemeClr val="tx2"/>
          </a:solidFill>
          <a:ln w="12700">
            <a:solidFill>
              <a:srgbClr val="17375E"/>
            </a:solidFill>
            <a:prstDash val="solid"/>
          </a:ln>
        </p:spPr>
      </p:sp>
      <p:sp>
        <p:nvSpPr>
          <p:cNvPr id="29" name="Text 24"/>
          <p:cNvSpPr txBox="1"/>
          <p:nvPr/>
        </p:nvSpPr>
        <p:spPr>
          <a:xfrm>
            <a:off x="4754880" y="3547872"/>
            <a:ext cx="2743200" cy="54864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u</a:t>
            </a:r>
            <a:endParaRPr lang="en-US" sz="2800" dirty="0"/>
          </a:p>
        </p:txBody>
      </p:sp>
      <p:sp>
        <p:nvSpPr>
          <p:cNvPr id="30" name="Text 25"/>
          <p:cNvSpPr txBox="1"/>
          <p:nvPr/>
        </p:nvSpPr>
        <p:spPr>
          <a:xfrm>
            <a:off x="4754880" y="4114800"/>
            <a:ext cx="2743200" cy="292608"/>
          </a:xfrm>
          <a:prstGeom prst="rect">
            <a:avLst/>
          </a:prstGeom>
          <a:noFill/>
          <a:ln/>
        </p:spPr>
        <p:txBody>
          <a:bodyPr wrap="square" lIns="0" tIns="0" rIns="0" bIns="0" rtlCol="0" anchor="t"/>
          <a:lstStyle/>
          <a:p>
            <a:pPr algn="ctr" indent="0" marL="0">
              <a:buNone/>
            </a:pPr>
            <a:r>
              <a:rPr lang="en-US" sz="1400" i="1" dirty="0">
                <a:solidFill>
                  <a:schemeClr val="bg2"/>
                </a:solidFill>
              </a:rPr>
              <a:t>vous (poli)</a:t>
            </a:r>
            <a:endParaRPr lang="en-US" sz="1400" dirty="0"/>
          </a:p>
        </p:txBody>
      </p:sp>
      <p:pic>
        <p:nvPicPr>
          <p:cNvPr id="31" name="Image 2" descr="BowTie">    </p:cNvPr>
          <p:cNvPicPr>
            <a:picLocks noChangeAspect="1"/>
          </p:cNvPicPr>
          <p:nvPr/>
        </p:nvPicPr>
        <p:blipFill>
          <a:blip r:embed="rId3"/>
          <a:stretch>
            <a:fillRect/>
          </a:stretch>
        </p:blipFill>
        <p:spPr>
          <a:xfrm>
            <a:off x="6949440" y="3493008"/>
            <a:ext cx="457200" cy="457200"/>
          </a:xfrm>
          <a:prstGeom prst="rect">
            <a:avLst/>
          </a:prstGeom>
        </p:spPr>
      </p:pic>
      <p:sp>
        <p:nvSpPr>
          <p:cNvPr id="32" name="Shape 26"/>
          <p:cNvSpPr/>
          <p:nvPr/>
        </p:nvSpPr>
        <p:spPr>
          <a:xfrm>
            <a:off x="7772400" y="3383280"/>
            <a:ext cx="3867912" cy="1143000"/>
          </a:xfrm>
          <a:prstGeom prst="roundRect">
            <a:avLst>
              <a:gd name="adj" fmla="val 6400"/>
            </a:avLst>
          </a:prstGeom>
          <a:solidFill>
            <a:schemeClr val="bg2"/>
          </a:solidFill>
          <a:ln w="12700">
            <a:solidFill>
              <a:srgbClr val="D5DCE6"/>
            </a:solidFill>
            <a:prstDash val="solid"/>
          </a:ln>
        </p:spPr>
      </p:sp>
      <p:sp>
        <p:nvSpPr>
          <p:cNvPr id="33" name="Text 27"/>
          <p:cNvSpPr txBox="1"/>
          <p:nvPr/>
        </p:nvSpPr>
        <p:spPr>
          <a:xfrm>
            <a:off x="7863840" y="3547872"/>
            <a:ext cx="3685032"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jullie</a:t>
            </a:r>
            <a:endParaRPr lang="en-US" sz="2800" dirty="0"/>
          </a:p>
        </p:txBody>
      </p:sp>
      <p:sp>
        <p:nvSpPr>
          <p:cNvPr id="34" name="Text 28"/>
          <p:cNvSpPr txBox="1"/>
          <p:nvPr/>
        </p:nvSpPr>
        <p:spPr>
          <a:xfrm>
            <a:off x="7863840" y="4114800"/>
            <a:ext cx="3685032" cy="292608"/>
          </a:xfrm>
          <a:prstGeom prst="rect">
            <a:avLst/>
          </a:prstGeom>
          <a:noFill/>
          <a:ln/>
        </p:spPr>
        <p:txBody>
          <a:bodyPr wrap="square" lIns="0" tIns="0" rIns="0" bIns="0" rtlCol="0" anchor="t"/>
          <a:lstStyle/>
          <a:p>
            <a:pPr algn="ctr" indent="0" marL="0">
              <a:buNone/>
            </a:pPr>
            <a:r>
              <a:rPr lang="en-US" sz="1400" i="1" dirty="0">
                <a:solidFill>
                  <a:schemeClr val="accent5"/>
                </a:solidFill>
              </a:rPr>
              <a:t>vous</a:t>
            </a:r>
            <a:endParaRPr lang="en-US" sz="1400" dirty="0"/>
          </a:p>
        </p:txBody>
      </p:sp>
      <p:sp>
        <p:nvSpPr>
          <p:cNvPr id="35" name="Shape 29"/>
          <p:cNvSpPr/>
          <p:nvPr/>
        </p:nvSpPr>
        <p:spPr>
          <a:xfrm>
            <a:off x="1645920" y="4663440"/>
            <a:ext cx="1920240" cy="1143000"/>
          </a:xfrm>
          <a:prstGeom prst="roundRect">
            <a:avLst>
              <a:gd name="adj" fmla="val 6400"/>
            </a:avLst>
          </a:prstGeom>
          <a:solidFill>
            <a:schemeClr val="bg2"/>
          </a:solidFill>
          <a:ln w="12700">
            <a:solidFill>
              <a:srgbClr val="D5DCE6"/>
            </a:solidFill>
            <a:prstDash val="solid"/>
          </a:ln>
        </p:spPr>
      </p:sp>
      <p:sp>
        <p:nvSpPr>
          <p:cNvPr id="36" name="Text 30"/>
          <p:cNvSpPr txBox="1"/>
          <p:nvPr/>
        </p:nvSpPr>
        <p:spPr>
          <a:xfrm>
            <a:off x="1737360" y="4828032"/>
            <a:ext cx="1737360"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hij</a:t>
            </a:r>
            <a:endParaRPr lang="en-US" sz="2800" dirty="0"/>
          </a:p>
        </p:txBody>
      </p:sp>
      <p:sp>
        <p:nvSpPr>
          <p:cNvPr id="37" name="Text 31"/>
          <p:cNvSpPr txBox="1"/>
          <p:nvPr/>
        </p:nvSpPr>
        <p:spPr>
          <a:xfrm>
            <a:off x="1737360" y="5394960"/>
            <a:ext cx="1737360" cy="292608"/>
          </a:xfrm>
          <a:prstGeom prst="rect">
            <a:avLst/>
          </a:prstGeom>
          <a:noFill/>
          <a:ln/>
        </p:spPr>
        <p:txBody>
          <a:bodyPr wrap="square" lIns="0" tIns="0" rIns="0" bIns="0" rtlCol="0" anchor="t"/>
          <a:lstStyle/>
          <a:p>
            <a:pPr algn="ctr" indent="0" marL="0">
              <a:buNone/>
            </a:pPr>
            <a:r>
              <a:rPr lang="en-US" sz="1400" i="1" dirty="0">
                <a:solidFill>
                  <a:schemeClr val="accent5"/>
                </a:solidFill>
              </a:rPr>
              <a:t>il</a:t>
            </a:r>
            <a:endParaRPr lang="en-US" sz="1400" dirty="0"/>
          </a:p>
        </p:txBody>
      </p:sp>
      <p:sp>
        <p:nvSpPr>
          <p:cNvPr id="38" name="Shape 32"/>
          <p:cNvSpPr/>
          <p:nvPr/>
        </p:nvSpPr>
        <p:spPr>
          <a:xfrm>
            <a:off x="3657600" y="4663440"/>
            <a:ext cx="1920240" cy="1143000"/>
          </a:xfrm>
          <a:prstGeom prst="roundRect">
            <a:avLst>
              <a:gd name="adj" fmla="val 6400"/>
            </a:avLst>
          </a:prstGeom>
          <a:solidFill>
            <a:schemeClr val="bg2"/>
          </a:solidFill>
          <a:ln w="25400">
            <a:solidFill>
              <a:srgbClr val="B83227"/>
            </a:solidFill>
            <a:prstDash val="dash"/>
          </a:ln>
        </p:spPr>
      </p:sp>
      <p:sp>
        <p:nvSpPr>
          <p:cNvPr id="39" name="Text 33"/>
          <p:cNvSpPr txBox="1"/>
          <p:nvPr/>
        </p:nvSpPr>
        <p:spPr>
          <a:xfrm>
            <a:off x="3749040" y="4828032"/>
            <a:ext cx="1737360"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zij / ze</a:t>
            </a:r>
            <a:endParaRPr lang="en-US" sz="2800" dirty="0"/>
          </a:p>
        </p:txBody>
      </p:sp>
      <p:sp>
        <p:nvSpPr>
          <p:cNvPr id="40" name="Text 34"/>
          <p:cNvSpPr txBox="1"/>
          <p:nvPr/>
        </p:nvSpPr>
        <p:spPr>
          <a:xfrm>
            <a:off x="3749040" y="5394960"/>
            <a:ext cx="1737360" cy="292608"/>
          </a:xfrm>
          <a:prstGeom prst="rect">
            <a:avLst/>
          </a:prstGeom>
          <a:noFill/>
          <a:ln/>
        </p:spPr>
        <p:txBody>
          <a:bodyPr wrap="square" lIns="0" tIns="0" rIns="0" bIns="0" rtlCol="0" anchor="t"/>
          <a:lstStyle/>
          <a:p>
            <a:pPr algn="ctr" indent="0" marL="0">
              <a:buNone/>
            </a:pPr>
            <a:r>
              <a:rPr lang="en-US" sz="1400" i="1" dirty="0">
                <a:solidFill>
                  <a:schemeClr val="accent5"/>
                </a:solidFill>
              </a:rPr>
              <a:t>elle</a:t>
            </a:r>
            <a:endParaRPr lang="en-US" sz="1400" dirty="0"/>
          </a:p>
        </p:txBody>
      </p:sp>
      <p:sp>
        <p:nvSpPr>
          <p:cNvPr id="41" name="Shape 35"/>
          <p:cNvSpPr/>
          <p:nvPr/>
        </p:nvSpPr>
        <p:spPr>
          <a:xfrm>
            <a:off x="5669280" y="4663440"/>
            <a:ext cx="1920240" cy="1143000"/>
          </a:xfrm>
          <a:prstGeom prst="roundRect">
            <a:avLst>
              <a:gd name="adj" fmla="val 6400"/>
            </a:avLst>
          </a:prstGeom>
          <a:solidFill>
            <a:schemeClr val="bg2"/>
          </a:solidFill>
          <a:ln w="12700">
            <a:solidFill>
              <a:srgbClr val="D5DCE6"/>
            </a:solidFill>
            <a:prstDash val="solid"/>
          </a:ln>
        </p:spPr>
      </p:sp>
      <p:sp>
        <p:nvSpPr>
          <p:cNvPr id="42" name="Text 36"/>
          <p:cNvSpPr txBox="1"/>
          <p:nvPr/>
        </p:nvSpPr>
        <p:spPr>
          <a:xfrm>
            <a:off x="5760720" y="4828032"/>
            <a:ext cx="1737360"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het</a:t>
            </a:r>
            <a:endParaRPr lang="en-US" sz="2800" dirty="0"/>
          </a:p>
        </p:txBody>
      </p:sp>
      <p:sp>
        <p:nvSpPr>
          <p:cNvPr id="43" name="Text 37"/>
          <p:cNvSpPr txBox="1"/>
          <p:nvPr/>
        </p:nvSpPr>
        <p:spPr>
          <a:xfrm>
            <a:off x="5760720" y="5394960"/>
            <a:ext cx="1737360" cy="292608"/>
          </a:xfrm>
          <a:prstGeom prst="rect">
            <a:avLst/>
          </a:prstGeom>
          <a:noFill/>
          <a:ln/>
        </p:spPr>
        <p:txBody>
          <a:bodyPr wrap="square" lIns="0" tIns="0" rIns="0" bIns="0" rtlCol="0" anchor="t"/>
          <a:lstStyle/>
          <a:p>
            <a:pPr algn="ctr" indent="0" marL="0">
              <a:buNone/>
            </a:pPr>
            <a:r>
              <a:rPr lang="en-US" sz="1400" i="1" dirty="0">
                <a:solidFill>
                  <a:schemeClr val="accent5"/>
                </a:solidFill>
              </a:rPr>
              <a:t>il/elle (neutre)</a:t>
            </a:r>
            <a:endParaRPr lang="en-US" sz="1400" dirty="0"/>
          </a:p>
        </p:txBody>
      </p:sp>
      <p:sp>
        <p:nvSpPr>
          <p:cNvPr id="44" name="Shape 38"/>
          <p:cNvSpPr/>
          <p:nvPr/>
        </p:nvSpPr>
        <p:spPr>
          <a:xfrm>
            <a:off x="7772400" y="4663440"/>
            <a:ext cx="3867912" cy="1143000"/>
          </a:xfrm>
          <a:prstGeom prst="roundRect">
            <a:avLst>
              <a:gd name="adj" fmla="val 6400"/>
            </a:avLst>
          </a:prstGeom>
          <a:solidFill>
            <a:schemeClr val="bg2"/>
          </a:solidFill>
          <a:ln w="25400">
            <a:solidFill>
              <a:srgbClr val="B83227"/>
            </a:solidFill>
            <a:prstDash val="dash"/>
          </a:ln>
        </p:spPr>
      </p:sp>
      <p:sp>
        <p:nvSpPr>
          <p:cNvPr id="45" name="Text 39"/>
          <p:cNvSpPr txBox="1"/>
          <p:nvPr/>
        </p:nvSpPr>
        <p:spPr>
          <a:xfrm>
            <a:off x="7863840" y="4828032"/>
            <a:ext cx="3685032" cy="54864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zij / ze</a:t>
            </a:r>
            <a:endParaRPr lang="en-US" sz="2800" dirty="0"/>
          </a:p>
        </p:txBody>
      </p:sp>
      <p:sp>
        <p:nvSpPr>
          <p:cNvPr id="46" name="Text 40"/>
          <p:cNvSpPr txBox="1"/>
          <p:nvPr/>
        </p:nvSpPr>
        <p:spPr>
          <a:xfrm>
            <a:off x="7863840" y="5394960"/>
            <a:ext cx="3685032" cy="292608"/>
          </a:xfrm>
          <a:prstGeom prst="rect">
            <a:avLst/>
          </a:prstGeom>
          <a:noFill/>
          <a:ln/>
        </p:spPr>
        <p:txBody>
          <a:bodyPr wrap="square" lIns="0" tIns="0" rIns="0" bIns="0" rtlCol="0" anchor="t"/>
          <a:lstStyle/>
          <a:p>
            <a:pPr algn="ctr" indent="0" marL="0">
              <a:buNone/>
            </a:pPr>
            <a:r>
              <a:rPr lang="en-US" sz="1400" i="1" dirty="0">
                <a:solidFill>
                  <a:schemeClr val="accent5"/>
                </a:solidFill>
              </a:rPr>
              <a:t>ils, elles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 vous » = u ou jullie ?</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2514600" y="2029968"/>
            <a:ext cx="914" cy="237744"/>
          </a:xfrm>
          <a:prstGeom prst="line">
            <a:avLst/>
          </a:prstGeom>
          <a:noFill/>
          <a:ln w="25400">
            <a:solidFill>
              <a:srgbClr val="4A5A70"/>
            </a:solidFill>
            <a:prstDash val="solid"/>
            <a:tailEnd type="triangle"/>
          </a:ln>
        </p:spPr>
      </p:sp>
      <p:sp>
        <p:nvSpPr>
          <p:cNvPr id="6" name="Shape 3"/>
          <p:cNvSpPr/>
          <p:nvPr/>
        </p:nvSpPr>
        <p:spPr>
          <a:xfrm>
            <a:off x="4023360" y="2816352"/>
            <a:ext cx="685800" cy="914"/>
          </a:xfrm>
          <a:prstGeom prst="line">
            <a:avLst/>
          </a:prstGeom>
          <a:noFill/>
          <a:ln w="28575">
            <a:solidFill>
              <a:srgbClr val="2E7D4F"/>
            </a:solidFill>
            <a:prstDash val="solid"/>
            <a:tailEnd type="triangle"/>
          </a:ln>
        </p:spPr>
      </p:sp>
      <p:sp>
        <p:nvSpPr>
          <p:cNvPr id="7" name="Text 4"/>
          <p:cNvSpPr txBox="1"/>
          <p:nvPr/>
        </p:nvSpPr>
        <p:spPr>
          <a:xfrm>
            <a:off x="4069080" y="2487168"/>
            <a:ext cx="640080" cy="274320"/>
          </a:xfrm>
          <a:prstGeom prst="rect">
            <a:avLst/>
          </a:prstGeom>
          <a:noFill/>
          <a:ln/>
        </p:spPr>
        <p:txBody>
          <a:bodyPr wrap="square" lIns="0" tIns="0" rIns="0" bIns="0" rtlCol="0" anchor="ctr"/>
          <a:lstStyle/>
          <a:p>
            <a:pPr algn="ctr" indent="0" marL="0">
              <a:buNone/>
            </a:pPr>
            <a:r>
              <a:rPr lang="en-US" sz="1300" b="1" dirty="0">
                <a:solidFill>
                  <a:schemeClr val="accent3"/>
                </a:solidFill>
              </a:rPr>
              <a:t>OUI</a:t>
            </a:r>
            <a:endParaRPr lang="en-US" sz="1300" dirty="0"/>
          </a:p>
        </p:txBody>
      </p:sp>
      <p:sp>
        <p:nvSpPr>
          <p:cNvPr id="8" name="Shape 5"/>
          <p:cNvSpPr/>
          <p:nvPr/>
        </p:nvSpPr>
        <p:spPr>
          <a:xfrm>
            <a:off x="2514600" y="3364992"/>
            <a:ext cx="914" cy="365760"/>
          </a:xfrm>
          <a:prstGeom prst="line">
            <a:avLst/>
          </a:prstGeom>
          <a:noFill/>
          <a:ln w="28575">
            <a:solidFill>
              <a:srgbClr val="4A5A70"/>
            </a:solidFill>
            <a:prstDash val="solid"/>
            <a:tailEnd type="triangle"/>
          </a:ln>
        </p:spPr>
      </p:sp>
      <p:sp>
        <p:nvSpPr>
          <p:cNvPr id="9" name="Text 6"/>
          <p:cNvSpPr txBox="1"/>
          <p:nvPr/>
        </p:nvSpPr>
        <p:spPr>
          <a:xfrm>
            <a:off x="2560320" y="3401568"/>
            <a:ext cx="640080" cy="274320"/>
          </a:xfrm>
          <a:prstGeom prst="rect">
            <a:avLst/>
          </a:prstGeom>
          <a:noFill/>
          <a:ln/>
        </p:spPr>
        <p:txBody>
          <a:bodyPr wrap="square" lIns="0" tIns="0" rIns="0" bIns="0" rtlCol="0" anchor="ctr"/>
          <a:lstStyle/>
          <a:p>
            <a:pPr algn="ctr" indent="0" marL="0">
              <a:buNone/>
            </a:pPr>
            <a:r>
              <a:rPr lang="en-US" sz="1300" b="1" dirty="0">
                <a:solidFill>
                  <a:schemeClr val="accent5"/>
                </a:solidFill>
              </a:rPr>
              <a:t>NON</a:t>
            </a:r>
            <a:endParaRPr lang="en-US" sz="1300" dirty="0"/>
          </a:p>
        </p:txBody>
      </p:sp>
      <p:sp>
        <p:nvSpPr>
          <p:cNvPr id="10" name="Shape 7"/>
          <p:cNvSpPr/>
          <p:nvPr/>
        </p:nvSpPr>
        <p:spPr>
          <a:xfrm>
            <a:off x="4023360" y="4279392"/>
            <a:ext cx="685800" cy="914"/>
          </a:xfrm>
          <a:prstGeom prst="line">
            <a:avLst/>
          </a:prstGeom>
          <a:noFill/>
          <a:ln w="28575">
            <a:solidFill>
              <a:srgbClr val="2E7D4F"/>
            </a:solidFill>
            <a:prstDash val="solid"/>
            <a:tailEnd type="triangle"/>
          </a:ln>
        </p:spPr>
      </p:sp>
      <p:sp>
        <p:nvSpPr>
          <p:cNvPr id="11" name="Text 8"/>
          <p:cNvSpPr txBox="1"/>
          <p:nvPr/>
        </p:nvSpPr>
        <p:spPr>
          <a:xfrm>
            <a:off x="4069080" y="3950208"/>
            <a:ext cx="640080" cy="274320"/>
          </a:xfrm>
          <a:prstGeom prst="rect">
            <a:avLst/>
          </a:prstGeom>
          <a:noFill/>
          <a:ln/>
        </p:spPr>
        <p:txBody>
          <a:bodyPr wrap="square" lIns="0" tIns="0" rIns="0" bIns="0" rtlCol="0" anchor="ctr"/>
          <a:lstStyle/>
          <a:p>
            <a:pPr algn="ctr" indent="0" marL="0">
              <a:buNone/>
            </a:pPr>
            <a:r>
              <a:rPr lang="en-US" sz="1300" b="1" dirty="0">
                <a:solidFill>
                  <a:schemeClr val="accent3"/>
                </a:solidFill>
              </a:rPr>
              <a:t>OUI</a:t>
            </a:r>
            <a:endParaRPr lang="en-US" sz="1300" dirty="0"/>
          </a:p>
        </p:txBody>
      </p:sp>
      <p:sp>
        <p:nvSpPr>
          <p:cNvPr id="12" name="Shape 9"/>
          <p:cNvSpPr/>
          <p:nvPr/>
        </p:nvSpPr>
        <p:spPr>
          <a:xfrm>
            <a:off x="2514600" y="4828032"/>
            <a:ext cx="914" cy="365760"/>
          </a:xfrm>
          <a:prstGeom prst="line">
            <a:avLst/>
          </a:prstGeom>
          <a:noFill/>
          <a:ln w="28575">
            <a:solidFill>
              <a:srgbClr val="4A5A70"/>
            </a:solidFill>
            <a:prstDash val="solid"/>
            <a:tailEnd type="triangle"/>
          </a:ln>
        </p:spPr>
      </p:sp>
      <p:sp>
        <p:nvSpPr>
          <p:cNvPr id="13" name="Text 10"/>
          <p:cNvSpPr txBox="1"/>
          <p:nvPr/>
        </p:nvSpPr>
        <p:spPr>
          <a:xfrm>
            <a:off x="2560320" y="4864608"/>
            <a:ext cx="640080" cy="274320"/>
          </a:xfrm>
          <a:prstGeom prst="rect">
            <a:avLst/>
          </a:prstGeom>
          <a:noFill/>
          <a:ln/>
        </p:spPr>
        <p:txBody>
          <a:bodyPr wrap="square" lIns="0" tIns="0" rIns="0" bIns="0" rtlCol="0" anchor="ctr"/>
          <a:lstStyle/>
          <a:p>
            <a:pPr algn="ctr" indent="0" marL="0">
              <a:buNone/>
            </a:pPr>
            <a:r>
              <a:rPr lang="en-US" sz="1300" b="1" dirty="0">
                <a:solidFill>
                  <a:schemeClr val="accent5"/>
                </a:solidFill>
              </a:rPr>
              <a:t>NON</a:t>
            </a:r>
            <a:endParaRPr lang="en-US" sz="1300" dirty="0"/>
          </a:p>
        </p:txBody>
      </p:sp>
      <p:sp>
        <p:nvSpPr>
          <p:cNvPr id="14" name="Shape 11"/>
          <p:cNvSpPr/>
          <p:nvPr/>
        </p:nvSpPr>
        <p:spPr>
          <a:xfrm>
            <a:off x="1051560" y="1508760"/>
            <a:ext cx="2926080" cy="521208"/>
          </a:xfrm>
          <a:prstGeom prst="roundRect">
            <a:avLst>
              <a:gd name="adj" fmla="val 21053"/>
            </a:avLst>
          </a:prstGeom>
          <a:solidFill>
            <a:srgbClr val="E3E7ED"/>
          </a:solidFill>
          <a:ln w="12700">
            <a:solidFill>
              <a:srgbClr val="FFFFFF">
                <a:alpha val="0"/>
              </a:srgbClr>
            </a:solidFill>
            <a:prstDash val="solid"/>
          </a:ln>
        </p:spPr>
      </p:sp>
      <p:sp>
        <p:nvSpPr>
          <p:cNvPr id="15" name="Text 12"/>
          <p:cNvSpPr txBox="1"/>
          <p:nvPr/>
        </p:nvSpPr>
        <p:spPr>
          <a:xfrm>
            <a:off x="1051560" y="1508760"/>
            <a:ext cx="2926080" cy="521208"/>
          </a:xfrm>
          <a:prstGeom prst="rect">
            <a:avLst/>
          </a:prstGeom>
          <a:noFill/>
          <a:ln/>
        </p:spPr>
        <p:txBody>
          <a:bodyPr wrap="square" lIns="0" tIns="0" rIns="0" bIns="0" rtlCol="0" anchor="ctr"/>
          <a:lstStyle/>
          <a:p>
            <a:pPr algn="ctr" indent="0" marL="0">
              <a:buNone/>
            </a:pPr>
            <a:r>
              <a:rPr lang="en-US" sz="1700" dirty="0">
                <a:solidFill>
                  <a:schemeClr val="tx1"/>
                </a:solidFill>
              </a:rPr>
              <a:t>Je dis </a:t>
            </a:r>
            <a:r>
              <a:rPr lang="en-US" sz="1700" i="1" dirty="0">
                <a:solidFill>
                  <a:schemeClr val="tx1"/>
                </a:solidFill>
              </a:rPr>
              <a:t>vous</a:t>
            </a:r>
            <a:r>
              <a:rPr lang="en-US" sz="1700" dirty="0">
                <a:solidFill>
                  <a:schemeClr val="tx1"/>
                </a:solidFill>
              </a:rPr>
              <a:t> en français</a:t>
            </a:r>
            <a:endParaRPr lang="en-US" sz="1700" dirty="0"/>
          </a:p>
        </p:txBody>
      </p:sp>
      <p:sp>
        <p:nvSpPr>
          <p:cNvPr id="16" name="Shape 13"/>
          <p:cNvSpPr/>
          <p:nvPr/>
        </p:nvSpPr>
        <p:spPr>
          <a:xfrm>
            <a:off x="1005840" y="2267712"/>
            <a:ext cx="3017520" cy="1097280"/>
          </a:xfrm>
          <a:prstGeom prst="diamond">
            <a:avLst/>
          </a:prstGeom>
          <a:solidFill>
            <a:srgbClr val="FFFFFF"/>
          </a:solidFill>
          <a:ln w="25400">
            <a:solidFill>
              <a:srgbClr val="17375E"/>
            </a:solidFill>
            <a:prstDash val="solid"/>
          </a:ln>
        </p:spPr>
      </p:sp>
      <p:sp>
        <p:nvSpPr>
          <p:cNvPr id="17" name="Text 14"/>
          <p:cNvSpPr txBox="1"/>
          <p:nvPr/>
        </p:nvSpPr>
        <p:spPr>
          <a:xfrm>
            <a:off x="1463040" y="2450592"/>
            <a:ext cx="2103120" cy="731520"/>
          </a:xfrm>
          <a:prstGeom prst="rect">
            <a:avLst/>
          </a:prstGeom>
          <a:noFill/>
          <a:ln/>
        </p:spPr>
        <p:txBody>
          <a:bodyPr wrap="square" lIns="0" tIns="0" rIns="0" bIns="0" rtlCol="0" anchor="ctr"/>
          <a:lstStyle/>
          <a:p>
            <a:pPr algn="ctr" indent="0" marL="0">
              <a:buNone/>
            </a:pPr>
            <a:r>
              <a:rPr lang="en-US" sz="1500" dirty="0">
                <a:solidFill>
                  <a:schemeClr val="tx1"/>
                </a:solidFill>
              </a:rPr>
              <a:t>Je parle à </a:t>
            </a:r>
            <a:r>
              <a:rPr lang="en-US" sz="1500" b="1" dirty="0">
                <a:solidFill>
                  <a:schemeClr val="tx1"/>
                </a:solidFill>
              </a:rPr>
              <a:t>une</a:t>
            </a:r>
            <a:r>
              <a:rPr lang="en-US" sz="1500" dirty="0">
                <a:solidFill>
                  <a:schemeClr val="tx1"/>
                </a:solidFill>
              </a:rPr>
              <a:t> personne ?</a:t>
            </a:r>
            <a:endParaRPr lang="en-US" sz="1500" dirty="0"/>
          </a:p>
        </p:txBody>
      </p:sp>
      <p:sp>
        <p:nvSpPr>
          <p:cNvPr id="18" name="Shape 15"/>
          <p:cNvSpPr/>
          <p:nvPr/>
        </p:nvSpPr>
        <p:spPr>
          <a:xfrm>
            <a:off x="1005840" y="3730752"/>
            <a:ext cx="3017520" cy="1097280"/>
          </a:xfrm>
          <a:prstGeom prst="diamond">
            <a:avLst/>
          </a:prstGeom>
          <a:solidFill>
            <a:srgbClr val="FFFFFF"/>
          </a:solidFill>
          <a:ln w="25400">
            <a:solidFill>
              <a:srgbClr val="17375E"/>
            </a:solidFill>
            <a:prstDash val="solid"/>
          </a:ln>
        </p:spPr>
      </p:sp>
      <p:sp>
        <p:nvSpPr>
          <p:cNvPr id="19" name="Text 16"/>
          <p:cNvSpPr txBox="1"/>
          <p:nvPr/>
        </p:nvSpPr>
        <p:spPr>
          <a:xfrm>
            <a:off x="1463040" y="3913632"/>
            <a:ext cx="2103120" cy="731520"/>
          </a:xfrm>
          <a:prstGeom prst="rect">
            <a:avLst/>
          </a:prstGeom>
          <a:noFill/>
          <a:ln/>
        </p:spPr>
        <p:txBody>
          <a:bodyPr wrap="square" lIns="0" tIns="0" rIns="0" bIns="0" rtlCol="0" anchor="ctr"/>
          <a:lstStyle/>
          <a:p>
            <a:pPr algn="ctr" indent="0" marL="0">
              <a:buNone/>
            </a:pPr>
            <a:r>
              <a:rPr lang="en-US" sz="1500" dirty="0">
                <a:solidFill>
                  <a:schemeClr val="tx1"/>
                </a:solidFill>
              </a:rPr>
              <a:t>Situation </a:t>
            </a:r>
            <a:r>
              <a:rPr lang="en-US" sz="1500" b="1" dirty="0">
                <a:solidFill>
                  <a:schemeClr val="tx1"/>
                </a:solidFill>
              </a:rPr>
              <a:t>formelle</a:t>
            </a:r>
            <a:r>
              <a:rPr lang="en-US" sz="1500" dirty="0">
                <a:solidFill>
                  <a:schemeClr val="tx1"/>
                </a:solidFill>
              </a:rPr>
              <a:t> ?</a:t>
            </a:r>
            <a:endParaRPr lang="en-US" sz="1500" dirty="0"/>
          </a:p>
        </p:txBody>
      </p:sp>
      <p:sp>
        <p:nvSpPr>
          <p:cNvPr id="20" name="Shape 17"/>
          <p:cNvSpPr/>
          <p:nvPr/>
        </p:nvSpPr>
        <p:spPr>
          <a:xfrm>
            <a:off x="4754880" y="2450592"/>
            <a:ext cx="2011680" cy="731520"/>
          </a:xfrm>
          <a:prstGeom prst="roundRect">
            <a:avLst>
              <a:gd name="adj" fmla="val 15000"/>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1" name="Text 18"/>
          <p:cNvSpPr txBox="1"/>
          <p:nvPr/>
        </p:nvSpPr>
        <p:spPr>
          <a:xfrm>
            <a:off x="4846320" y="2450592"/>
            <a:ext cx="548640" cy="73152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u</a:t>
            </a:r>
            <a:endParaRPr lang="en-US" sz="3000" dirty="0"/>
          </a:p>
        </p:txBody>
      </p:sp>
      <p:sp>
        <p:nvSpPr>
          <p:cNvPr id="22" name="Text 19"/>
          <p:cNvSpPr txBox="1"/>
          <p:nvPr/>
        </p:nvSpPr>
        <p:spPr>
          <a:xfrm>
            <a:off x="5394960" y="2450592"/>
            <a:ext cx="1325880" cy="731520"/>
          </a:xfrm>
          <a:prstGeom prst="rect">
            <a:avLst/>
          </a:prstGeom>
          <a:noFill/>
          <a:ln/>
        </p:spPr>
        <p:txBody>
          <a:bodyPr wrap="square" lIns="0" tIns="0" rIns="0" bIns="0" rtlCol="0" anchor="ctr"/>
          <a:lstStyle/>
          <a:p>
            <a:pPr algn="l" indent="0" marL="0">
              <a:buNone/>
            </a:pPr>
            <a:r>
              <a:rPr lang="en-US" sz="1400" i="1" dirty="0">
                <a:solidFill>
                  <a:schemeClr val="bg2"/>
                </a:solidFill>
              </a:rPr>
              <a:t>poli singulier</a:t>
            </a:r>
            <a:endParaRPr lang="en-US" sz="1400" dirty="0"/>
          </a:p>
        </p:txBody>
      </p:sp>
      <p:sp>
        <p:nvSpPr>
          <p:cNvPr id="23" name="Shape 20"/>
          <p:cNvSpPr/>
          <p:nvPr/>
        </p:nvSpPr>
        <p:spPr>
          <a:xfrm>
            <a:off x="4754880" y="3913632"/>
            <a:ext cx="2011680" cy="731520"/>
          </a:xfrm>
          <a:prstGeom prst="roundRect">
            <a:avLst>
              <a:gd name="adj" fmla="val 15000"/>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4" name="Text 21"/>
          <p:cNvSpPr txBox="1"/>
          <p:nvPr/>
        </p:nvSpPr>
        <p:spPr>
          <a:xfrm>
            <a:off x="4846320" y="3913632"/>
            <a:ext cx="548640" cy="73152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u</a:t>
            </a:r>
            <a:endParaRPr lang="en-US" sz="3000" dirty="0"/>
          </a:p>
        </p:txBody>
      </p:sp>
      <p:sp>
        <p:nvSpPr>
          <p:cNvPr id="25" name="Text 22"/>
          <p:cNvSpPr txBox="1"/>
          <p:nvPr/>
        </p:nvSpPr>
        <p:spPr>
          <a:xfrm>
            <a:off x="5394960" y="3913632"/>
            <a:ext cx="1325880" cy="731520"/>
          </a:xfrm>
          <a:prstGeom prst="rect">
            <a:avLst/>
          </a:prstGeom>
          <a:noFill/>
          <a:ln/>
        </p:spPr>
        <p:txBody>
          <a:bodyPr wrap="square" lIns="0" tIns="0" rIns="0" bIns="0" rtlCol="0" anchor="ctr"/>
          <a:lstStyle/>
          <a:p>
            <a:pPr algn="l" indent="0" marL="0">
              <a:buNone/>
            </a:pPr>
            <a:r>
              <a:rPr lang="en-US" sz="1400" i="1" dirty="0">
                <a:solidFill>
                  <a:schemeClr val="bg2"/>
                </a:solidFill>
              </a:rPr>
              <a:t>poli pluriel</a:t>
            </a:r>
            <a:endParaRPr lang="en-US" sz="1400" dirty="0"/>
          </a:p>
        </p:txBody>
      </p:sp>
      <p:sp>
        <p:nvSpPr>
          <p:cNvPr id="26" name="Shape 23"/>
          <p:cNvSpPr/>
          <p:nvPr/>
        </p:nvSpPr>
        <p:spPr>
          <a:xfrm>
            <a:off x="1051560" y="5212080"/>
            <a:ext cx="2926080" cy="914400"/>
          </a:xfrm>
          <a:prstGeom prst="roundRect">
            <a:avLst>
              <a:gd name="adj" fmla="val 12000"/>
            </a:avLst>
          </a:prstGeom>
          <a:solidFill>
            <a:srgbClr val="DCE9F6"/>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27" name="Text 24"/>
          <p:cNvSpPr txBox="1"/>
          <p:nvPr/>
        </p:nvSpPr>
        <p:spPr>
          <a:xfrm>
            <a:off x="1051560" y="5230368"/>
            <a:ext cx="2926080" cy="457200"/>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jullie</a:t>
            </a:r>
            <a:endParaRPr lang="en-US" sz="2800" dirty="0"/>
          </a:p>
        </p:txBody>
      </p:sp>
      <p:sp>
        <p:nvSpPr>
          <p:cNvPr id="28" name="Text 25"/>
          <p:cNvSpPr txBox="1"/>
          <p:nvPr/>
        </p:nvSpPr>
        <p:spPr>
          <a:xfrm>
            <a:off x="1051560" y="5669280"/>
            <a:ext cx="2926080" cy="365760"/>
          </a:xfrm>
          <a:prstGeom prst="rect">
            <a:avLst/>
          </a:prstGeom>
          <a:noFill/>
          <a:ln/>
        </p:spPr>
        <p:txBody>
          <a:bodyPr wrap="square" lIns="0" tIns="0" rIns="0" bIns="0" rtlCol="0" anchor="t"/>
          <a:lstStyle/>
          <a:p>
            <a:pPr algn="ctr" indent="0" marL="0">
              <a:buNone/>
            </a:pPr>
            <a:r>
              <a:rPr lang="en-US" sz="1400" i="1" dirty="0">
                <a:solidFill>
                  <a:schemeClr val="accent5"/>
                </a:solidFill>
              </a:rPr>
              <a:t>collègues, amis, la classe</a:t>
            </a:r>
            <a:endParaRPr lang="en-US" sz="1400" dirty="0"/>
          </a:p>
        </p:txBody>
      </p:sp>
      <p:sp>
        <p:nvSpPr>
          <p:cNvPr id="29" name="Text 26"/>
          <p:cNvSpPr txBox="1"/>
          <p:nvPr/>
        </p:nvSpPr>
        <p:spPr>
          <a:xfrm>
            <a:off x="7223760" y="1481328"/>
            <a:ext cx="441655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 Vous habitez où ? »</a:t>
            </a:r>
            <a:endParaRPr lang="en-US" sz="2400" dirty="0"/>
          </a:p>
        </p:txBody>
      </p:sp>
      <p:sp>
        <p:nvSpPr>
          <p:cNvPr id="30" name="Shape 27"/>
          <p:cNvSpPr/>
          <p:nvPr/>
        </p:nvSpPr>
        <p:spPr>
          <a:xfrm>
            <a:off x="7223760" y="2148840"/>
            <a:ext cx="4416552" cy="1874520"/>
          </a:xfrm>
          <a:prstGeom prst="roundRect">
            <a:avLst>
              <a:gd name="adj" fmla="val 4878"/>
            </a:avLst>
          </a:prstGeom>
          <a:solidFill>
            <a:schemeClr val="bg2"/>
          </a:solidFill>
          <a:ln w="12700">
            <a:solidFill>
              <a:srgbClr val="D5DCE6"/>
            </a:solidFill>
            <a:prstDash val="solid"/>
          </a:ln>
        </p:spPr>
      </p:sp>
      <p:sp>
        <p:nvSpPr>
          <p:cNvPr id="31" name="Shape 28"/>
          <p:cNvSpPr/>
          <p:nvPr/>
        </p:nvSpPr>
        <p:spPr>
          <a:xfrm>
            <a:off x="7498080" y="2532888"/>
            <a:ext cx="1097280" cy="1097280"/>
          </a:xfrm>
          <a:prstGeom prst="ellipse">
            <a:avLst/>
          </a:prstGeom>
          <a:solidFill>
            <a:schemeClr val="tx2"/>
          </a:solidFill>
          <a:ln w="12700">
            <a:solidFill>
              <a:srgbClr val="FFFFFF">
                <a:alpha val="0"/>
              </a:srgbClr>
            </a:solidFill>
            <a:prstDash val="solid"/>
          </a:ln>
        </p:spPr>
      </p:sp>
      <p:pic>
        <p:nvPicPr>
          <p:cNvPr id="32" name="Image 0" descr="ConciergeBell">    </p:cNvPr>
          <p:cNvPicPr>
            <a:picLocks noChangeAspect="1"/>
          </p:cNvPicPr>
          <p:nvPr/>
        </p:nvPicPr>
        <p:blipFill>
          <a:blip r:embed="rId1"/>
          <a:stretch>
            <a:fillRect/>
          </a:stretch>
        </p:blipFill>
        <p:spPr>
          <a:xfrm>
            <a:off x="7761427" y="2796235"/>
            <a:ext cx="570586" cy="570586"/>
          </a:xfrm>
          <a:prstGeom prst="rect">
            <a:avLst/>
          </a:prstGeom>
        </p:spPr>
      </p:pic>
      <p:sp>
        <p:nvSpPr>
          <p:cNvPr id="33" name="Text 29"/>
          <p:cNvSpPr txBox="1"/>
          <p:nvPr/>
        </p:nvSpPr>
        <p:spPr>
          <a:xfrm>
            <a:off x="8823960" y="2331720"/>
            <a:ext cx="2633472" cy="411480"/>
          </a:xfrm>
          <a:prstGeom prst="rect">
            <a:avLst/>
          </a:prstGeom>
          <a:noFill/>
          <a:ln/>
        </p:spPr>
        <p:txBody>
          <a:bodyPr wrap="square" lIns="0" tIns="0" rIns="0" bIns="0" rtlCol="0" anchor="t"/>
          <a:lstStyle/>
          <a:p>
            <a:pPr algn="l" indent="0" marL="0">
              <a:buNone/>
            </a:pPr>
            <a:r>
              <a:rPr lang="en-US" sz="1600" i="1" dirty="0">
                <a:solidFill>
                  <a:schemeClr val="accent5"/>
                </a:solidFill>
              </a:rPr>
              <a:t>→ à un client</a:t>
            </a:r>
            <a:endParaRPr lang="en-US" sz="1600" dirty="0"/>
          </a:p>
        </p:txBody>
      </p:sp>
      <p:sp>
        <p:nvSpPr>
          <p:cNvPr id="34" name="Shape 30"/>
          <p:cNvSpPr/>
          <p:nvPr/>
        </p:nvSpPr>
        <p:spPr>
          <a:xfrm>
            <a:off x="8823960" y="2834640"/>
            <a:ext cx="2633472" cy="868680"/>
          </a:xfrm>
          <a:prstGeom prst="roundRect">
            <a:avLst>
              <a:gd name="adj" fmla="val 18947"/>
            </a:avLst>
          </a:prstGeom>
          <a:solidFill>
            <a:schemeClr val="tx2">
              <a:alpha val="15000"/>
            </a:schemeClr>
          </a:solidFill>
          <a:ln w="15875">
            <a:solidFill>
              <a:srgbClr val="17375E"/>
            </a:solidFill>
            <a:prstDash val="solid"/>
          </a:ln>
        </p:spPr>
      </p:sp>
      <p:sp>
        <p:nvSpPr>
          <p:cNvPr id="35" name="Text 31"/>
          <p:cNvSpPr txBox="1"/>
          <p:nvPr/>
        </p:nvSpPr>
        <p:spPr>
          <a:xfrm>
            <a:off x="8988552" y="2834640"/>
            <a:ext cx="2304288" cy="868680"/>
          </a:xfrm>
          <a:prstGeom prst="rect">
            <a:avLst/>
          </a:prstGeom>
          <a:noFill/>
          <a:ln/>
        </p:spPr>
        <p:txBody>
          <a:bodyPr wrap="square" lIns="0" tIns="0" rIns="0" bIns="0" rtlCol="0" anchor="ctr"/>
          <a:lstStyle/>
          <a:p>
            <a:pPr algn="l" indent="0" marL="0">
              <a:buNone/>
            </a:pPr>
            <a:r>
              <a:rPr lang="en-US" sz="2200" dirty="0">
                <a:solidFill>
                  <a:schemeClr val="tx1"/>
                </a:solidFill>
              </a:rPr>
              <a:t>Waar woont </a:t>
            </a:r>
            <a:r>
              <a:rPr lang="en-US" sz="2200" b="1" dirty="0">
                <a:solidFill>
                  <a:schemeClr val="tx2"/>
                </a:solidFill>
              </a:rPr>
              <a:t>u</a:t>
            </a:r>
            <a:r>
              <a:rPr lang="en-US" sz="2200" dirty="0">
                <a:solidFill>
                  <a:schemeClr val="tx1"/>
                </a:solidFill>
              </a:rPr>
              <a:t>?</a:t>
            </a:r>
            <a:endParaRPr lang="en-US" sz="2200" dirty="0"/>
          </a:p>
        </p:txBody>
      </p:sp>
      <p:sp>
        <p:nvSpPr>
          <p:cNvPr id="36" name="Shape 32"/>
          <p:cNvSpPr/>
          <p:nvPr/>
        </p:nvSpPr>
        <p:spPr>
          <a:xfrm>
            <a:off x="7223760" y="4206240"/>
            <a:ext cx="4416552" cy="1874520"/>
          </a:xfrm>
          <a:prstGeom prst="roundRect">
            <a:avLst>
              <a:gd name="adj" fmla="val 4878"/>
            </a:avLst>
          </a:prstGeom>
          <a:solidFill>
            <a:schemeClr val="bg2"/>
          </a:solidFill>
          <a:ln w="12700">
            <a:solidFill>
              <a:srgbClr val="D5DCE6"/>
            </a:solidFill>
            <a:prstDash val="solid"/>
          </a:ln>
        </p:spPr>
      </p:sp>
      <p:sp>
        <p:nvSpPr>
          <p:cNvPr id="37" name="Shape 33"/>
          <p:cNvSpPr/>
          <p:nvPr/>
        </p:nvSpPr>
        <p:spPr>
          <a:xfrm>
            <a:off x="7498080" y="4590288"/>
            <a:ext cx="1097280" cy="1097280"/>
          </a:xfrm>
          <a:prstGeom prst="ellipse">
            <a:avLst/>
          </a:prstGeom>
          <a:solidFill>
            <a:srgbClr val="FFFFFF"/>
          </a:solidFill>
          <a:ln w="25400">
            <a:solidFill>
              <a:srgbClr val="2A6FB0"/>
            </a:solidFill>
            <a:prstDash val="solid"/>
          </a:ln>
        </p:spPr>
      </p:sp>
      <p:pic>
        <p:nvPicPr>
          <p:cNvPr id="38" name="Image 1" descr="busts in silhouette">    </p:cNvPr>
          <p:cNvPicPr>
            <a:picLocks noChangeAspect="1"/>
          </p:cNvPicPr>
          <p:nvPr/>
        </p:nvPicPr>
        <p:blipFill>
          <a:blip r:embed="rId2"/>
          <a:stretch>
            <a:fillRect/>
          </a:stretch>
        </p:blipFill>
        <p:spPr>
          <a:xfrm>
            <a:off x="7616952" y="4709160"/>
            <a:ext cx="859536" cy="859536"/>
          </a:xfrm>
          <a:prstGeom prst="rect">
            <a:avLst/>
          </a:prstGeom>
        </p:spPr>
      </p:pic>
      <p:sp>
        <p:nvSpPr>
          <p:cNvPr id="39" name="Text 34"/>
          <p:cNvSpPr txBox="1"/>
          <p:nvPr/>
        </p:nvSpPr>
        <p:spPr>
          <a:xfrm>
            <a:off x="8823960" y="4389120"/>
            <a:ext cx="2633472" cy="411480"/>
          </a:xfrm>
          <a:prstGeom prst="rect">
            <a:avLst/>
          </a:prstGeom>
          <a:noFill/>
          <a:ln/>
        </p:spPr>
        <p:txBody>
          <a:bodyPr wrap="square" lIns="0" tIns="0" rIns="0" bIns="0" rtlCol="0" anchor="t"/>
          <a:lstStyle/>
          <a:p>
            <a:pPr algn="l" indent="0" marL="0">
              <a:buNone/>
            </a:pPr>
            <a:r>
              <a:rPr lang="en-US" sz="1600" i="1" dirty="0">
                <a:solidFill>
                  <a:schemeClr val="accent5"/>
                </a:solidFill>
              </a:rPr>
              <a:t>→ à des collègues</a:t>
            </a:r>
            <a:endParaRPr lang="en-US" sz="1600" dirty="0"/>
          </a:p>
        </p:txBody>
      </p:sp>
      <p:sp>
        <p:nvSpPr>
          <p:cNvPr id="40" name="Shape 35"/>
          <p:cNvSpPr/>
          <p:nvPr/>
        </p:nvSpPr>
        <p:spPr>
          <a:xfrm>
            <a:off x="8823960" y="4892040"/>
            <a:ext cx="2633472" cy="868680"/>
          </a:xfrm>
          <a:prstGeom prst="roundRect">
            <a:avLst>
              <a:gd name="adj" fmla="val 18947"/>
            </a:avLst>
          </a:prstGeom>
          <a:solidFill>
            <a:schemeClr val="accent2">
              <a:alpha val="15000"/>
            </a:schemeClr>
          </a:solidFill>
          <a:ln w="15875">
            <a:solidFill>
              <a:srgbClr val="2A6FB0"/>
            </a:solidFill>
            <a:prstDash val="solid"/>
          </a:ln>
        </p:spPr>
      </p:sp>
      <p:sp>
        <p:nvSpPr>
          <p:cNvPr id="41" name="Text 36"/>
          <p:cNvSpPr txBox="1"/>
          <p:nvPr/>
        </p:nvSpPr>
        <p:spPr>
          <a:xfrm>
            <a:off x="8988552" y="4892040"/>
            <a:ext cx="2304288" cy="868680"/>
          </a:xfrm>
          <a:prstGeom prst="rect">
            <a:avLst/>
          </a:prstGeom>
          <a:noFill/>
          <a:ln/>
        </p:spPr>
        <p:txBody>
          <a:bodyPr wrap="square" lIns="0" tIns="0" rIns="0" bIns="0" rtlCol="0" anchor="ctr"/>
          <a:lstStyle/>
          <a:p>
            <a:pPr algn="l" indent="0" marL="0">
              <a:buNone/>
            </a:pPr>
            <a:r>
              <a:rPr lang="en-US" sz="2200" dirty="0">
                <a:solidFill>
                  <a:schemeClr val="tx1"/>
                </a:solidFill>
              </a:rPr>
              <a:t>Waar wonen </a:t>
            </a:r>
            <a:r>
              <a:rPr lang="en-US" sz="2200" b="1" dirty="0">
                <a:solidFill>
                  <a:schemeClr val="accent2"/>
                </a:solidFill>
              </a:rPr>
              <a:t>jullie</a:t>
            </a:r>
            <a:r>
              <a:rPr lang="en-US" sz="2200" dirty="0">
                <a:solidFill>
                  <a:schemeClr val="tx1"/>
                </a:solidFill>
              </a:rPr>
              <a:t>?</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ZIJN — être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08760"/>
            <a:ext cx="4480560" cy="4754880"/>
          </a:xfrm>
          <a:prstGeom prst="roundRect">
            <a:avLst>
              <a:gd name="adj" fmla="val 1633"/>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777240" y="1600200"/>
            <a:ext cx="4023360" cy="475488"/>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ZIJN</a:t>
            </a:r>
            <a:endParaRPr lang="en-US" sz="2800" dirty="0"/>
          </a:p>
        </p:txBody>
      </p:sp>
      <p:sp>
        <p:nvSpPr>
          <p:cNvPr id="7" name="Text 4"/>
          <p:cNvSpPr txBox="1"/>
          <p:nvPr/>
        </p:nvSpPr>
        <p:spPr>
          <a:xfrm>
            <a:off x="777240" y="2057400"/>
            <a:ext cx="4023360" cy="274320"/>
          </a:xfrm>
          <a:prstGeom prst="rect">
            <a:avLst/>
          </a:prstGeom>
          <a:noFill/>
          <a:ln/>
        </p:spPr>
        <p:txBody>
          <a:bodyPr wrap="square" lIns="0" tIns="0" rIns="0" bIns="0" rtlCol="0" anchor="t"/>
          <a:lstStyle/>
          <a:p>
            <a:pPr algn="l" indent="0" marL="0">
              <a:buNone/>
            </a:pPr>
            <a:r>
              <a:rPr lang="en-US" sz="1500" i="1" dirty="0">
                <a:solidFill>
                  <a:schemeClr val="accent5"/>
                </a:solidFill>
              </a:rPr>
              <a:t>être</a:t>
            </a:r>
            <a:endParaRPr lang="en-US" sz="1500" dirty="0"/>
          </a:p>
        </p:txBody>
      </p:sp>
      <p:sp>
        <p:nvSpPr>
          <p:cNvPr id="8" name="Shape 5"/>
          <p:cNvSpPr/>
          <p:nvPr/>
        </p:nvSpPr>
        <p:spPr>
          <a:xfrm>
            <a:off x="658368" y="2404872"/>
            <a:ext cx="4261104" cy="658368"/>
          </a:xfrm>
          <a:prstGeom prst="roundRect">
            <a:avLst>
              <a:gd name="adj" fmla="val 8333"/>
            </a:avLst>
          </a:prstGeom>
          <a:solidFill>
            <a:srgbClr val="FFFFFF"/>
          </a:solidFill>
          <a:ln w="12700">
            <a:solidFill>
              <a:srgbClr val="D5DCE6"/>
            </a:solidFill>
            <a:prstDash val="solid"/>
          </a:ln>
        </p:spPr>
      </p:sp>
      <p:sp>
        <p:nvSpPr>
          <p:cNvPr id="9" name="Text 6"/>
          <p:cNvSpPr txBox="1"/>
          <p:nvPr/>
        </p:nvSpPr>
        <p:spPr>
          <a:xfrm>
            <a:off x="822960" y="2468880"/>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ik</a:t>
            </a:r>
            <a:endParaRPr lang="en-US" sz="2000" dirty="0"/>
          </a:p>
        </p:txBody>
      </p:sp>
      <p:sp>
        <p:nvSpPr>
          <p:cNvPr id="10" name="Text 7"/>
          <p:cNvSpPr txBox="1"/>
          <p:nvPr/>
        </p:nvSpPr>
        <p:spPr>
          <a:xfrm>
            <a:off x="822960" y="2779776"/>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je</a:t>
            </a:r>
            <a:endParaRPr lang="en-US" sz="1300" dirty="0"/>
          </a:p>
        </p:txBody>
      </p:sp>
      <p:sp>
        <p:nvSpPr>
          <p:cNvPr id="11" name="Text 8"/>
          <p:cNvSpPr txBox="1"/>
          <p:nvPr/>
        </p:nvSpPr>
        <p:spPr>
          <a:xfrm>
            <a:off x="3273552" y="2450592"/>
            <a:ext cx="1572768" cy="566928"/>
          </a:xfrm>
          <a:prstGeom prst="rect">
            <a:avLst/>
          </a:prstGeom>
          <a:noFill/>
          <a:ln/>
        </p:spPr>
        <p:txBody>
          <a:bodyPr wrap="square" lIns="0" tIns="0" rIns="0" bIns="0" rtlCol="0" anchor="ctr"/>
          <a:lstStyle/>
          <a:p>
            <a:pPr algn="l" indent="0" marL="0">
              <a:buNone/>
            </a:pPr>
            <a:r>
              <a:rPr lang="en-US" sz="2600" b="1" dirty="0">
                <a:solidFill>
                  <a:schemeClr val="accent6"/>
                </a:solidFill>
              </a:rPr>
              <a:t>ben</a:t>
            </a:r>
            <a:endParaRPr lang="en-US" sz="2600" dirty="0"/>
          </a:p>
        </p:txBody>
      </p:sp>
      <p:sp>
        <p:nvSpPr>
          <p:cNvPr id="12" name="Shape 9"/>
          <p:cNvSpPr/>
          <p:nvPr/>
        </p:nvSpPr>
        <p:spPr>
          <a:xfrm>
            <a:off x="658368" y="3136392"/>
            <a:ext cx="4261104" cy="1792224"/>
          </a:xfrm>
          <a:prstGeom prst="roundRect">
            <a:avLst>
              <a:gd name="adj" fmla="val 3061"/>
            </a:avLst>
          </a:prstGeom>
          <a:solidFill>
            <a:schemeClr val="bg2"/>
          </a:solidFill>
          <a:ln w="12700">
            <a:solidFill>
              <a:srgbClr val="FFFFFF">
                <a:alpha val="0"/>
              </a:srgbClr>
            </a:solidFill>
            <a:prstDash val="solid"/>
          </a:ln>
        </p:spPr>
      </p:sp>
      <p:sp>
        <p:nvSpPr>
          <p:cNvPr id="13" name="Text 10"/>
          <p:cNvSpPr txBox="1"/>
          <p:nvPr/>
        </p:nvSpPr>
        <p:spPr>
          <a:xfrm>
            <a:off x="822960" y="3200400"/>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jij</a:t>
            </a:r>
            <a:endParaRPr lang="en-US" sz="2000" dirty="0"/>
          </a:p>
        </p:txBody>
      </p:sp>
      <p:sp>
        <p:nvSpPr>
          <p:cNvPr id="14" name="Text 11"/>
          <p:cNvSpPr txBox="1"/>
          <p:nvPr/>
        </p:nvSpPr>
        <p:spPr>
          <a:xfrm>
            <a:off x="822960" y="3511296"/>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tu</a:t>
            </a:r>
            <a:endParaRPr lang="en-US" sz="1300" dirty="0"/>
          </a:p>
        </p:txBody>
      </p:sp>
      <p:sp>
        <p:nvSpPr>
          <p:cNvPr id="15" name="Text 12"/>
          <p:cNvSpPr txBox="1"/>
          <p:nvPr/>
        </p:nvSpPr>
        <p:spPr>
          <a:xfrm>
            <a:off x="3273552" y="3182112"/>
            <a:ext cx="1572768" cy="566928"/>
          </a:xfrm>
          <a:prstGeom prst="rect">
            <a:avLst/>
          </a:prstGeom>
          <a:noFill/>
          <a:ln/>
        </p:spPr>
        <p:txBody>
          <a:bodyPr wrap="square" lIns="0" tIns="0" rIns="0" bIns="0" rtlCol="0" anchor="ctr"/>
          <a:lstStyle/>
          <a:p>
            <a:pPr algn="l" indent="0" marL="0">
              <a:buNone/>
            </a:pPr>
            <a:r>
              <a:rPr lang="en-US" sz="2600" b="1" dirty="0">
                <a:solidFill>
                  <a:schemeClr val="accent6"/>
                </a:solidFill>
              </a:rPr>
              <a:t>ben</a:t>
            </a:r>
            <a:r>
              <a:rPr lang="en-US" sz="2600" b="1" dirty="0">
                <a:solidFill>
                  <a:schemeClr val="accent1"/>
                </a:solidFill>
              </a:rPr>
              <a:t>t</a:t>
            </a:r>
            <a:endParaRPr lang="en-US" sz="2600" dirty="0"/>
          </a:p>
        </p:txBody>
      </p:sp>
      <p:sp>
        <p:nvSpPr>
          <p:cNvPr id="16" name="Text 13"/>
          <p:cNvSpPr txBox="1"/>
          <p:nvPr/>
        </p:nvSpPr>
        <p:spPr>
          <a:xfrm>
            <a:off x="822960" y="3767328"/>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u</a:t>
            </a:r>
            <a:endParaRPr lang="en-US" sz="2000" dirty="0"/>
          </a:p>
        </p:txBody>
      </p:sp>
      <p:sp>
        <p:nvSpPr>
          <p:cNvPr id="17" name="Text 14"/>
          <p:cNvSpPr txBox="1"/>
          <p:nvPr/>
        </p:nvSpPr>
        <p:spPr>
          <a:xfrm>
            <a:off x="822960" y="4078224"/>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vous</a:t>
            </a:r>
            <a:endParaRPr lang="en-US" sz="1300" dirty="0"/>
          </a:p>
        </p:txBody>
      </p:sp>
      <p:sp>
        <p:nvSpPr>
          <p:cNvPr id="18" name="Text 15"/>
          <p:cNvSpPr txBox="1"/>
          <p:nvPr/>
        </p:nvSpPr>
        <p:spPr>
          <a:xfrm>
            <a:off x="3273552" y="3749040"/>
            <a:ext cx="1572768" cy="566928"/>
          </a:xfrm>
          <a:prstGeom prst="rect">
            <a:avLst/>
          </a:prstGeom>
          <a:noFill/>
          <a:ln/>
        </p:spPr>
        <p:txBody>
          <a:bodyPr wrap="square" lIns="0" tIns="0" rIns="0" bIns="0" rtlCol="0" anchor="ctr"/>
          <a:lstStyle/>
          <a:p>
            <a:pPr algn="l" indent="0" marL="0">
              <a:buNone/>
            </a:pPr>
            <a:r>
              <a:rPr lang="en-US" sz="2600" b="1" dirty="0">
                <a:solidFill>
                  <a:schemeClr val="accent6"/>
                </a:solidFill>
              </a:rPr>
              <a:t>ben</a:t>
            </a:r>
            <a:r>
              <a:rPr lang="en-US" sz="2600" b="1" dirty="0">
                <a:solidFill>
                  <a:schemeClr val="accent1"/>
                </a:solidFill>
              </a:rPr>
              <a:t>t</a:t>
            </a:r>
            <a:endParaRPr lang="en-US" sz="2600" dirty="0"/>
          </a:p>
        </p:txBody>
      </p:sp>
      <p:sp>
        <p:nvSpPr>
          <p:cNvPr id="19" name="Text 16"/>
          <p:cNvSpPr txBox="1"/>
          <p:nvPr/>
        </p:nvSpPr>
        <p:spPr>
          <a:xfrm>
            <a:off x="822960" y="433425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hij</a:t>
            </a:r>
            <a:endParaRPr lang="en-US" sz="2000" dirty="0"/>
          </a:p>
        </p:txBody>
      </p:sp>
      <p:sp>
        <p:nvSpPr>
          <p:cNvPr id="20" name="Text 17"/>
          <p:cNvSpPr txBox="1"/>
          <p:nvPr/>
        </p:nvSpPr>
        <p:spPr>
          <a:xfrm>
            <a:off x="822960" y="464515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il</a:t>
            </a:r>
            <a:endParaRPr lang="en-US" sz="1300" dirty="0"/>
          </a:p>
        </p:txBody>
      </p:sp>
      <p:sp>
        <p:nvSpPr>
          <p:cNvPr id="21" name="Text 18"/>
          <p:cNvSpPr txBox="1"/>
          <p:nvPr/>
        </p:nvSpPr>
        <p:spPr>
          <a:xfrm>
            <a:off x="1627632" y="433425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zij</a:t>
            </a:r>
            <a:endParaRPr lang="en-US" sz="2000" dirty="0"/>
          </a:p>
        </p:txBody>
      </p:sp>
      <p:sp>
        <p:nvSpPr>
          <p:cNvPr id="22" name="Text 19"/>
          <p:cNvSpPr txBox="1"/>
          <p:nvPr/>
        </p:nvSpPr>
        <p:spPr>
          <a:xfrm>
            <a:off x="1627632" y="464515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elle</a:t>
            </a:r>
            <a:endParaRPr lang="en-US" sz="1300" dirty="0"/>
          </a:p>
        </p:txBody>
      </p:sp>
      <p:sp>
        <p:nvSpPr>
          <p:cNvPr id="23" name="Text 20"/>
          <p:cNvSpPr txBox="1"/>
          <p:nvPr/>
        </p:nvSpPr>
        <p:spPr>
          <a:xfrm>
            <a:off x="2432304" y="433425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het</a:t>
            </a:r>
            <a:endParaRPr lang="en-US" sz="2000" dirty="0"/>
          </a:p>
        </p:txBody>
      </p:sp>
      <p:sp>
        <p:nvSpPr>
          <p:cNvPr id="24" name="Text 21"/>
          <p:cNvSpPr txBox="1"/>
          <p:nvPr/>
        </p:nvSpPr>
        <p:spPr>
          <a:xfrm>
            <a:off x="2432304" y="464515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il/elle</a:t>
            </a:r>
            <a:endParaRPr lang="en-US" sz="1300" dirty="0"/>
          </a:p>
        </p:txBody>
      </p:sp>
      <p:sp>
        <p:nvSpPr>
          <p:cNvPr id="25" name="Text 22"/>
          <p:cNvSpPr txBox="1"/>
          <p:nvPr/>
        </p:nvSpPr>
        <p:spPr>
          <a:xfrm>
            <a:off x="3273552" y="4315968"/>
            <a:ext cx="1572768" cy="566928"/>
          </a:xfrm>
          <a:prstGeom prst="rect">
            <a:avLst/>
          </a:prstGeom>
          <a:noFill/>
          <a:ln/>
        </p:spPr>
        <p:txBody>
          <a:bodyPr wrap="square" lIns="0" tIns="0" rIns="0" bIns="0" rtlCol="0" anchor="ctr"/>
          <a:lstStyle/>
          <a:p>
            <a:pPr algn="l" indent="0" marL="0">
              <a:buNone/>
            </a:pPr>
            <a:r>
              <a:rPr lang="en-US" sz="2600" b="1" dirty="0">
                <a:solidFill>
                  <a:schemeClr val="accent6"/>
                </a:solidFill>
              </a:rPr>
              <a:t>is</a:t>
            </a:r>
            <a:endParaRPr lang="en-US" sz="2600" dirty="0"/>
          </a:p>
        </p:txBody>
      </p:sp>
      <p:sp>
        <p:nvSpPr>
          <p:cNvPr id="26" name="Shape 23"/>
          <p:cNvSpPr/>
          <p:nvPr/>
        </p:nvSpPr>
        <p:spPr>
          <a:xfrm>
            <a:off x="658368" y="5001768"/>
            <a:ext cx="4261104" cy="658368"/>
          </a:xfrm>
          <a:prstGeom prst="roundRect">
            <a:avLst>
              <a:gd name="adj" fmla="val 8333"/>
            </a:avLst>
          </a:prstGeom>
          <a:solidFill>
            <a:srgbClr val="E3E7ED"/>
          </a:solidFill>
          <a:ln w="12700">
            <a:solidFill>
              <a:srgbClr val="FFFFFF">
                <a:alpha val="0"/>
              </a:srgbClr>
            </a:solidFill>
            <a:prstDash val="solid"/>
          </a:ln>
        </p:spPr>
      </p:sp>
      <p:sp>
        <p:nvSpPr>
          <p:cNvPr id="27" name="Text 24"/>
          <p:cNvSpPr txBox="1"/>
          <p:nvPr/>
        </p:nvSpPr>
        <p:spPr>
          <a:xfrm>
            <a:off x="822960" y="506577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wij</a:t>
            </a:r>
            <a:endParaRPr lang="en-US" sz="2000" dirty="0"/>
          </a:p>
        </p:txBody>
      </p:sp>
      <p:sp>
        <p:nvSpPr>
          <p:cNvPr id="28" name="Text 25"/>
          <p:cNvSpPr txBox="1"/>
          <p:nvPr/>
        </p:nvSpPr>
        <p:spPr>
          <a:xfrm>
            <a:off x="822960" y="537667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nous</a:t>
            </a:r>
            <a:endParaRPr lang="en-US" sz="1300" dirty="0"/>
          </a:p>
        </p:txBody>
      </p:sp>
      <p:sp>
        <p:nvSpPr>
          <p:cNvPr id="29" name="Text 26"/>
          <p:cNvSpPr txBox="1"/>
          <p:nvPr/>
        </p:nvSpPr>
        <p:spPr>
          <a:xfrm>
            <a:off x="1627632" y="506577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jullie</a:t>
            </a:r>
            <a:endParaRPr lang="en-US" sz="2000" dirty="0"/>
          </a:p>
        </p:txBody>
      </p:sp>
      <p:sp>
        <p:nvSpPr>
          <p:cNvPr id="30" name="Text 27"/>
          <p:cNvSpPr txBox="1"/>
          <p:nvPr/>
        </p:nvSpPr>
        <p:spPr>
          <a:xfrm>
            <a:off x="1627632" y="537667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vous</a:t>
            </a:r>
            <a:endParaRPr lang="en-US" sz="1300" dirty="0"/>
          </a:p>
        </p:txBody>
      </p:sp>
      <p:sp>
        <p:nvSpPr>
          <p:cNvPr id="31" name="Text 28"/>
          <p:cNvSpPr txBox="1"/>
          <p:nvPr/>
        </p:nvSpPr>
        <p:spPr>
          <a:xfrm>
            <a:off x="2432304" y="506577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zij</a:t>
            </a:r>
            <a:endParaRPr lang="en-US" sz="2000" dirty="0"/>
          </a:p>
        </p:txBody>
      </p:sp>
      <p:sp>
        <p:nvSpPr>
          <p:cNvPr id="32" name="Text 29"/>
          <p:cNvSpPr txBox="1"/>
          <p:nvPr/>
        </p:nvSpPr>
        <p:spPr>
          <a:xfrm>
            <a:off x="2432304" y="537667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ils, elles</a:t>
            </a:r>
            <a:endParaRPr lang="en-US" sz="1300" dirty="0"/>
          </a:p>
        </p:txBody>
      </p:sp>
      <p:sp>
        <p:nvSpPr>
          <p:cNvPr id="33" name="Text 30"/>
          <p:cNvSpPr txBox="1"/>
          <p:nvPr/>
        </p:nvSpPr>
        <p:spPr>
          <a:xfrm>
            <a:off x="3273552" y="5047488"/>
            <a:ext cx="1572768" cy="566928"/>
          </a:xfrm>
          <a:prstGeom prst="rect">
            <a:avLst/>
          </a:prstGeom>
          <a:noFill/>
          <a:ln/>
        </p:spPr>
        <p:txBody>
          <a:bodyPr wrap="square" lIns="0" tIns="0" rIns="0" bIns="0" rtlCol="0" anchor="ctr"/>
          <a:lstStyle/>
          <a:p>
            <a:pPr algn="l" indent="0" marL="0">
              <a:buNone/>
            </a:pPr>
            <a:r>
              <a:rPr lang="en-US" sz="2600" b="1" dirty="0">
                <a:solidFill>
                  <a:schemeClr val="accent6"/>
                </a:solidFill>
              </a:rPr>
              <a:t>zijn</a:t>
            </a:r>
            <a:endParaRPr lang="en-US" sz="2600" dirty="0"/>
          </a:p>
        </p:txBody>
      </p:sp>
      <p:sp>
        <p:nvSpPr>
          <p:cNvPr id="34" name="Shape 31"/>
          <p:cNvSpPr/>
          <p:nvPr/>
        </p:nvSpPr>
        <p:spPr>
          <a:xfrm>
            <a:off x="658368" y="5769864"/>
            <a:ext cx="4261104" cy="438912"/>
          </a:xfrm>
          <a:prstGeom prst="roundRect">
            <a:avLst>
              <a:gd name="adj" fmla="val 12500"/>
            </a:avLst>
          </a:prstGeom>
          <a:solidFill>
            <a:schemeClr val="tx2"/>
          </a:solidFill>
          <a:ln w="12700">
            <a:solidFill>
              <a:srgbClr val="FFFFFF">
                <a:alpha val="0"/>
              </a:srgbClr>
            </a:solidFill>
            <a:prstDash val="solid"/>
          </a:ln>
        </p:spPr>
      </p:sp>
      <p:sp>
        <p:nvSpPr>
          <p:cNvPr id="35" name="Text 32"/>
          <p:cNvSpPr txBox="1"/>
          <p:nvPr/>
        </p:nvSpPr>
        <p:spPr>
          <a:xfrm>
            <a:off x="822960" y="5769864"/>
            <a:ext cx="3931920" cy="438912"/>
          </a:xfrm>
          <a:prstGeom prst="rect">
            <a:avLst/>
          </a:prstGeom>
          <a:noFill/>
          <a:ln/>
        </p:spPr>
        <p:txBody>
          <a:bodyPr wrap="square" lIns="0" tIns="0" rIns="0" bIns="0" rtlCol="0" anchor="ctr"/>
          <a:lstStyle/>
          <a:p>
            <a:pPr algn="l" indent="0" marL="0">
              <a:buNone/>
            </a:pPr>
            <a:r>
              <a:rPr lang="en-US" sz="1700" dirty="0">
                <a:solidFill>
                  <a:schemeClr val="bg1"/>
                </a:solidFill>
              </a:rPr>
              <a:t>↩ </a:t>
            </a:r>
            <a:r>
              <a:rPr lang="en-US" sz="1700" i="1" dirty="0">
                <a:solidFill>
                  <a:schemeClr val="bg1"/>
                </a:solidFill>
              </a:rPr>
              <a:t>Ben jij…?</a:t>
            </a:r>
            <a:r>
              <a:rPr lang="en-US" sz="1700" dirty="0">
                <a:solidFill>
                  <a:schemeClr val="bg1"/>
                </a:solidFill>
              </a:rPr>
              <a:t> (sans t)</a:t>
            </a:r>
            <a:endParaRPr lang="en-US" sz="1700" dirty="0"/>
          </a:p>
        </p:txBody>
      </p:sp>
      <p:sp>
        <p:nvSpPr>
          <p:cNvPr id="36" name="Shape 33"/>
          <p:cNvSpPr/>
          <p:nvPr/>
        </p:nvSpPr>
        <p:spPr>
          <a:xfrm>
            <a:off x="5303520" y="1810512"/>
            <a:ext cx="585216" cy="585216"/>
          </a:xfrm>
          <a:prstGeom prst="ellipse">
            <a:avLst/>
          </a:prstGeom>
          <a:solidFill>
            <a:schemeClr val="accent2"/>
          </a:solidFill>
          <a:ln w="12700">
            <a:solidFill>
              <a:srgbClr val="FFFFFF">
                <a:alpha val="0"/>
              </a:srgbClr>
            </a:solidFill>
            <a:prstDash val="solid"/>
          </a:ln>
        </p:spPr>
      </p:sp>
      <p:pic>
        <p:nvPicPr>
          <p:cNvPr id="37" name="Image 0" descr="IdCard">    </p:cNvPr>
          <p:cNvPicPr>
            <a:picLocks noChangeAspect="1"/>
          </p:cNvPicPr>
          <p:nvPr/>
        </p:nvPicPr>
        <p:blipFill>
          <a:blip r:embed="rId1"/>
          <a:stretch>
            <a:fillRect/>
          </a:stretch>
        </p:blipFill>
        <p:spPr>
          <a:xfrm>
            <a:off x="5443972" y="1950964"/>
            <a:ext cx="304312" cy="304312"/>
          </a:xfrm>
          <a:prstGeom prst="rect">
            <a:avLst/>
          </a:prstGeom>
        </p:spPr>
      </p:pic>
      <p:sp>
        <p:nvSpPr>
          <p:cNvPr id="38" name="Shape 34"/>
          <p:cNvSpPr/>
          <p:nvPr/>
        </p:nvSpPr>
        <p:spPr>
          <a:xfrm>
            <a:off x="6035040" y="1600200"/>
            <a:ext cx="2743200" cy="1005840"/>
          </a:xfrm>
          <a:prstGeom prst="roundRect">
            <a:avLst>
              <a:gd name="adj" fmla="val 16364"/>
            </a:avLst>
          </a:prstGeom>
          <a:solidFill>
            <a:schemeClr val="accent2">
              <a:alpha val="12000"/>
            </a:schemeClr>
          </a:solidFill>
          <a:ln w="15875">
            <a:solidFill>
              <a:srgbClr val="2A6FB0"/>
            </a:solidFill>
            <a:prstDash val="solid"/>
          </a:ln>
        </p:spPr>
      </p:sp>
      <p:sp>
        <p:nvSpPr>
          <p:cNvPr id="39" name="Text 35"/>
          <p:cNvSpPr txBox="1"/>
          <p:nvPr/>
        </p:nvSpPr>
        <p:spPr>
          <a:xfrm>
            <a:off x="6199632" y="1600200"/>
            <a:ext cx="2414016" cy="1005840"/>
          </a:xfrm>
          <a:prstGeom prst="rect">
            <a:avLst/>
          </a:prstGeom>
          <a:noFill/>
          <a:ln/>
        </p:spPr>
        <p:txBody>
          <a:bodyPr wrap="square" lIns="0" tIns="0" rIns="0" bIns="0" rtlCol="0" anchor="ctr"/>
          <a:lstStyle/>
          <a:p>
            <a:pPr algn="l" indent="0" marL="0">
              <a:spcAft>
                <a:spcPts val="600"/>
              </a:spcAft>
              <a:buNone/>
            </a:pPr>
            <a:r>
              <a:rPr lang="en-US" sz="1900" dirty="0">
                <a:solidFill>
                  <a:schemeClr val="tx1"/>
                </a:solidFill>
              </a:rPr>
              <a:t>Wie </a:t>
            </a:r>
            <a:r>
              <a:rPr lang="en-US" sz="1900" b="1" dirty="0">
                <a:solidFill>
                  <a:schemeClr val="accent6"/>
                </a:solidFill>
              </a:rPr>
              <a:t>ben</a:t>
            </a:r>
            <a:r>
              <a:rPr lang="en-US" sz="1900" dirty="0">
                <a:solidFill>
                  <a:schemeClr val="tx1"/>
                </a:solidFill>
              </a:rPr>
              <a:t> jij?</a:t>
            </a:r>
            <a:endParaRPr lang="en-US" sz="1900" dirty="0"/>
          </a:p>
          <a:p>
            <a:pPr algn="l" indent="0" marL="0">
              <a:spcAft>
                <a:spcPts val="600"/>
              </a:spcAft>
              <a:buNone/>
            </a:pPr>
            <a:r>
              <a:rPr lang="en-US" sz="1900" i="1" dirty="0">
                <a:solidFill>
                  <a:schemeClr val="tx1"/>
                </a:solidFill>
              </a:rPr>
              <a:t>(Qui es-tu ?)</a:t>
            </a:r>
            <a:endParaRPr lang="en-US" sz="1900" dirty="0"/>
          </a:p>
        </p:txBody>
      </p:sp>
      <p:sp>
        <p:nvSpPr>
          <p:cNvPr id="40" name="Shape 36"/>
          <p:cNvSpPr/>
          <p:nvPr/>
        </p:nvSpPr>
        <p:spPr>
          <a:xfrm>
            <a:off x="8833104" y="2103120"/>
            <a:ext cx="274320" cy="914"/>
          </a:xfrm>
          <a:prstGeom prst="line">
            <a:avLst/>
          </a:prstGeom>
          <a:noFill/>
          <a:ln w="22225">
            <a:solidFill>
              <a:srgbClr val="4A5A70"/>
            </a:solidFill>
            <a:prstDash val="solid"/>
            <a:tailEnd type="triangle"/>
          </a:ln>
        </p:spPr>
      </p:sp>
      <p:sp>
        <p:nvSpPr>
          <p:cNvPr id="41" name="Shape 37"/>
          <p:cNvSpPr/>
          <p:nvPr/>
        </p:nvSpPr>
        <p:spPr>
          <a:xfrm>
            <a:off x="9162288" y="1600200"/>
            <a:ext cx="2478024" cy="1005840"/>
          </a:xfrm>
          <a:prstGeom prst="roundRect">
            <a:avLst>
              <a:gd name="adj" fmla="val 16364"/>
            </a:avLst>
          </a:prstGeom>
          <a:solidFill>
            <a:schemeClr val="accent3">
              <a:alpha val="12000"/>
            </a:schemeClr>
          </a:solidFill>
          <a:ln w="15875">
            <a:solidFill>
              <a:srgbClr val="2E7D4F"/>
            </a:solidFill>
            <a:prstDash val="solid"/>
          </a:ln>
        </p:spPr>
      </p:sp>
      <p:sp>
        <p:nvSpPr>
          <p:cNvPr id="42" name="Text 38"/>
          <p:cNvSpPr txBox="1"/>
          <p:nvPr/>
        </p:nvSpPr>
        <p:spPr>
          <a:xfrm>
            <a:off x="9326880" y="1600200"/>
            <a:ext cx="2148840" cy="1005840"/>
          </a:xfrm>
          <a:prstGeom prst="rect">
            <a:avLst/>
          </a:prstGeom>
          <a:noFill/>
          <a:ln/>
        </p:spPr>
        <p:txBody>
          <a:bodyPr wrap="square" lIns="0" tIns="0" rIns="0" bIns="0" rtlCol="0" anchor="ctr"/>
          <a:lstStyle/>
          <a:p>
            <a:pPr algn="l" indent="0" marL="0">
              <a:buNone/>
            </a:pPr>
            <a:r>
              <a:rPr lang="en-US" sz="1900" dirty="0">
                <a:solidFill>
                  <a:schemeClr val="tx1"/>
                </a:solidFill>
              </a:rPr>
              <a:t>Ik </a:t>
            </a:r>
            <a:r>
              <a:rPr lang="en-US" sz="1900" b="1" dirty="0">
                <a:solidFill>
                  <a:schemeClr val="accent6"/>
                </a:solidFill>
              </a:rPr>
              <a:t>ben</a:t>
            </a:r>
            <a:r>
              <a:rPr lang="en-US" sz="1900" dirty="0">
                <a:solidFill>
                  <a:schemeClr val="tx1"/>
                </a:solidFill>
              </a:rPr>
              <a:t> Karim.</a:t>
            </a:r>
            <a:endParaRPr lang="en-US" sz="1900" dirty="0"/>
          </a:p>
        </p:txBody>
      </p:sp>
      <p:sp>
        <p:nvSpPr>
          <p:cNvPr id="43" name="Shape 39"/>
          <p:cNvSpPr/>
          <p:nvPr/>
        </p:nvSpPr>
        <p:spPr>
          <a:xfrm>
            <a:off x="5303520" y="2999232"/>
            <a:ext cx="585216" cy="585216"/>
          </a:xfrm>
          <a:prstGeom prst="ellipse">
            <a:avLst/>
          </a:prstGeom>
          <a:solidFill>
            <a:schemeClr val="accent1"/>
          </a:solidFill>
          <a:ln w="12700">
            <a:solidFill>
              <a:srgbClr val="FFFFFF">
                <a:alpha val="0"/>
              </a:srgbClr>
            </a:solidFill>
            <a:prstDash val="solid"/>
          </a:ln>
        </p:spPr>
      </p:sp>
      <p:pic>
        <p:nvPicPr>
          <p:cNvPr id="44" name="Image 1" descr="BirthdayCake">    </p:cNvPr>
          <p:cNvPicPr>
            <a:picLocks noChangeAspect="1"/>
          </p:cNvPicPr>
          <p:nvPr/>
        </p:nvPicPr>
        <p:blipFill>
          <a:blip r:embed="rId2"/>
          <a:stretch>
            <a:fillRect/>
          </a:stretch>
        </p:blipFill>
        <p:spPr>
          <a:xfrm>
            <a:off x="5443972" y="3139684"/>
            <a:ext cx="304312" cy="304312"/>
          </a:xfrm>
          <a:prstGeom prst="rect">
            <a:avLst/>
          </a:prstGeom>
        </p:spPr>
      </p:pic>
      <p:sp>
        <p:nvSpPr>
          <p:cNvPr id="45" name="Shape 40"/>
          <p:cNvSpPr/>
          <p:nvPr/>
        </p:nvSpPr>
        <p:spPr>
          <a:xfrm>
            <a:off x="6035040" y="2788920"/>
            <a:ext cx="2743200" cy="1005840"/>
          </a:xfrm>
          <a:prstGeom prst="roundRect">
            <a:avLst>
              <a:gd name="adj" fmla="val 16364"/>
            </a:avLst>
          </a:prstGeom>
          <a:solidFill>
            <a:schemeClr val="accent2">
              <a:alpha val="12000"/>
            </a:schemeClr>
          </a:solidFill>
          <a:ln w="15875">
            <a:solidFill>
              <a:srgbClr val="2A6FB0"/>
            </a:solidFill>
            <a:prstDash val="solid"/>
          </a:ln>
        </p:spPr>
      </p:sp>
      <p:sp>
        <p:nvSpPr>
          <p:cNvPr id="46" name="Text 41"/>
          <p:cNvSpPr txBox="1"/>
          <p:nvPr/>
        </p:nvSpPr>
        <p:spPr>
          <a:xfrm>
            <a:off x="6199632" y="2788920"/>
            <a:ext cx="2414016" cy="1005840"/>
          </a:xfrm>
          <a:prstGeom prst="rect">
            <a:avLst/>
          </a:prstGeom>
          <a:noFill/>
          <a:ln/>
        </p:spPr>
        <p:txBody>
          <a:bodyPr wrap="square" lIns="0" tIns="0" rIns="0" bIns="0" rtlCol="0" anchor="ctr"/>
          <a:lstStyle/>
          <a:p>
            <a:pPr algn="l" indent="0" marL="0">
              <a:buNone/>
            </a:pPr>
            <a:r>
              <a:rPr lang="en-US" sz="1900" dirty="0">
                <a:solidFill>
                  <a:schemeClr val="tx1"/>
                </a:solidFill>
              </a:rPr>
              <a:t>Hoe oud </a:t>
            </a:r>
            <a:r>
              <a:rPr lang="en-US" sz="1900" b="1" dirty="0">
                <a:solidFill>
                  <a:schemeClr val="accent6"/>
                </a:solidFill>
              </a:rPr>
              <a:t>ben</a:t>
            </a:r>
            <a:r>
              <a:rPr lang="en-US" sz="1900" dirty="0">
                <a:solidFill>
                  <a:schemeClr val="tx1"/>
                </a:solidFill>
              </a:rPr>
              <a:t> je?</a:t>
            </a:r>
            <a:endParaRPr lang="en-US" sz="1900" dirty="0"/>
          </a:p>
        </p:txBody>
      </p:sp>
      <p:sp>
        <p:nvSpPr>
          <p:cNvPr id="47" name="Shape 42"/>
          <p:cNvSpPr/>
          <p:nvPr/>
        </p:nvSpPr>
        <p:spPr>
          <a:xfrm>
            <a:off x="8833104" y="3291840"/>
            <a:ext cx="274320" cy="914"/>
          </a:xfrm>
          <a:prstGeom prst="line">
            <a:avLst/>
          </a:prstGeom>
          <a:noFill/>
          <a:ln w="22225">
            <a:solidFill>
              <a:srgbClr val="4A5A70"/>
            </a:solidFill>
            <a:prstDash val="solid"/>
            <a:tailEnd type="triangle"/>
          </a:ln>
        </p:spPr>
      </p:sp>
      <p:sp>
        <p:nvSpPr>
          <p:cNvPr id="48" name="Shape 43"/>
          <p:cNvSpPr/>
          <p:nvPr/>
        </p:nvSpPr>
        <p:spPr>
          <a:xfrm>
            <a:off x="9162288" y="2788920"/>
            <a:ext cx="2478024" cy="1005840"/>
          </a:xfrm>
          <a:prstGeom prst="roundRect">
            <a:avLst>
              <a:gd name="adj" fmla="val 16364"/>
            </a:avLst>
          </a:prstGeom>
          <a:solidFill>
            <a:schemeClr val="accent3">
              <a:alpha val="12000"/>
            </a:schemeClr>
          </a:solidFill>
          <a:ln w="15875">
            <a:solidFill>
              <a:srgbClr val="2E7D4F"/>
            </a:solidFill>
            <a:prstDash val="solid"/>
          </a:ln>
        </p:spPr>
      </p:sp>
      <p:sp>
        <p:nvSpPr>
          <p:cNvPr id="49" name="Text 44"/>
          <p:cNvSpPr txBox="1"/>
          <p:nvPr/>
        </p:nvSpPr>
        <p:spPr>
          <a:xfrm>
            <a:off x="9326880" y="2788920"/>
            <a:ext cx="2148840" cy="1005840"/>
          </a:xfrm>
          <a:prstGeom prst="rect">
            <a:avLst/>
          </a:prstGeom>
          <a:noFill/>
          <a:ln/>
        </p:spPr>
        <p:txBody>
          <a:bodyPr wrap="square" lIns="0" tIns="0" rIns="0" bIns="0" rtlCol="0" anchor="ctr"/>
          <a:lstStyle/>
          <a:p>
            <a:pPr algn="l" indent="0" marL="0">
              <a:buNone/>
            </a:pPr>
            <a:r>
              <a:rPr lang="en-US" sz="1900" dirty="0">
                <a:solidFill>
                  <a:schemeClr val="tx1"/>
                </a:solidFill>
              </a:rPr>
              <a:t>Ik </a:t>
            </a:r>
            <a:r>
              <a:rPr lang="en-US" sz="1900" b="1" dirty="0">
                <a:solidFill>
                  <a:schemeClr val="accent6"/>
                </a:solidFill>
              </a:rPr>
              <a:t>ben</a:t>
            </a:r>
            <a:r>
              <a:rPr lang="en-US" sz="1900" dirty="0">
                <a:solidFill>
                  <a:schemeClr val="tx1"/>
                </a:solidFill>
              </a:rPr>
              <a:t> 32 (jaar).</a:t>
            </a:r>
            <a:endParaRPr lang="en-US" sz="1900" dirty="0"/>
          </a:p>
        </p:txBody>
      </p:sp>
      <p:sp>
        <p:nvSpPr>
          <p:cNvPr id="50" name="Shape 45"/>
          <p:cNvSpPr/>
          <p:nvPr/>
        </p:nvSpPr>
        <p:spPr>
          <a:xfrm>
            <a:off x="5303520" y="4187952"/>
            <a:ext cx="585216" cy="585216"/>
          </a:xfrm>
          <a:prstGeom prst="ellipse">
            <a:avLst/>
          </a:prstGeom>
          <a:solidFill>
            <a:schemeClr val="accent4"/>
          </a:solidFill>
          <a:ln w="12700">
            <a:solidFill>
              <a:srgbClr val="FFFFFF">
                <a:alpha val="0"/>
              </a:srgbClr>
            </a:solidFill>
            <a:prstDash val="solid"/>
          </a:ln>
        </p:spPr>
      </p:sp>
      <p:pic>
        <p:nvPicPr>
          <p:cNvPr id="51" name="Image 2" descr="LinkedRings">    </p:cNvPr>
          <p:cNvPicPr>
            <a:picLocks noChangeAspect="1"/>
          </p:cNvPicPr>
          <p:nvPr/>
        </p:nvPicPr>
        <p:blipFill>
          <a:blip r:embed="rId3"/>
          <a:stretch>
            <a:fillRect/>
          </a:stretch>
        </p:blipFill>
        <p:spPr>
          <a:xfrm>
            <a:off x="5443972" y="4328404"/>
            <a:ext cx="304312" cy="304312"/>
          </a:xfrm>
          <a:prstGeom prst="rect">
            <a:avLst/>
          </a:prstGeom>
        </p:spPr>
      </p:pic>
      <p:sp>
        <p:nvSpPr>
          <p:cNvPr id="52" name="Shape 46"/>
          <p:cNvSpPr/>
          <p:nvPr/>
        </p:nvSpPr>
        <p:spPr>
          <a:xfrm>
            <a:off x="6035040" y="3977640"/>
            <a:ext cx="2743200" cy="1005840"/>
          </a:xfrm>
          <a:prstGeom prst="roundRect">
            <a:avLst>
              <a:gd name="adj" fmla="val 16364"/>
            </a:avLst>
          </a:prstGeom>
          <a:solidFill>
            <a:schemeClr val="accent2">
              <a:alpha val="12000"/>
            </a:schemeClr>
          </a:solidFill>
          <a:ln w="15875">
            <a:solidFill>
              <a:srgbClr val="2A6FB0"/>
            </a:solidFill>
            <a:prstDash val="solid"/>
          </a:ln>
        </p:spPr>
      </p:sp>
      <p:sp>
        <p:nvSpPr>
          <p:cNvPr id="53" name="Text 47"/>
          <p:cNvSpPr txBox="1"/>
          <p:nvPr/>
        </p:nvSpPr>
        <p:spPr>
          <a:xfrm>
            <a:off x="6199632" y="3977640"/>
            <a:ext cx="2414016" cy="1005840"/>
          </a:xfrm>
          <a:prstGeom prst="rect">
            <a:avLst/>
          </a:prstGeom>
          <a:noFill/>
          <a:ln/>
        </p:spPr>
        <p:txBody>
          <a:bodyPr wrap="square" lIns="0" tIns="0" rIns="0" bIns="0" rtlCol="0" anchor="ctr"/>
          <a:lstStyle/>
          <a:p>
            <a:pPr algn="l" indent="0" marL="0">
              <a:buNone/>
            </a:pPr>
            <a:r>
              <a:rPr lang="en-US" sz="1900" b="1" dirty="0">
                <a:solidFill>
                  <a:schemeClr val="accent6"/>
                </a:solidFill>
              </a:rPr>
              <a:t>Ben</a:t>
            </a:r>
            <a:r>
              <a:rPr lang="en-US" sz="1900" dirty="0">
                <a:solidFill>
                  <a:schemeClr val="tx1"/>
                </a:solidFill>
              </a:rPr>
              <a:t> je getrouwd?</a:t>
            </a:r>
            <a:endParaRPr lang="en-US" sz="1900" dirty="0"/>
          </a:p>
        </p:txBody>
      </p:sp>
      <p:sp>
        <p:nvSpPr>
          <p:cNvPr id="54" name="Shape 48"/>
          <p:cNvSpPr/>
          <p:nvPr/>
        </p:nvSpPr>
        <p:spPr>
          <a:xfrm>
            <a:off x="8833104" y="4480560"/>
            <a:ext cx="274320" cy="914"/>
          </a:xfrm>
          <a:prstGeom prst="line">
            <a:avLst/>
          </a:prstGeom>
          <a:noFill/>
          <a:ln w="22225">
            <a:solidFill>
              <a:srgbClr val="4A5A70"/>
            </a:solidFill>
            <a:prstDash val="solid"/>
            <a:tailEnd type="triangle"/>
          </a:ln>
        </p:spPr>
      </p:sp>
      <p:sp>
        <p:nvSpPr>
          <p:cNvPr id="55" name="Shape 49"/>
          <p:cNvSpPr/>
          <p:nvPr/>
        </p:nvSpPr>
        <p:spPr>
          <a:xfrm>
            <a:off x="9162288" y="3977640"/>
            <a:ext cx="2478024" cy="1005840"/>
          </a:xfrm>
          <a:prstGeom prst="roundRect">
            <a:avLst>
              <a:gd name="adj" fmla="val 16364"/>
            </a:avLst>
          </a:prstGeom>
          <a:solidFill>
            <a:schemeClr val="accent3">
              <a:alpha val="12000"/>
            </a:schemeClr>
          </a:solidFill>
          <a:ln w="15875">
            <a:solidFill>
              <a:srgbClr val="2E7D4F"/>
            </a:solidFill>
            <a:prstDash val="solid"/>
          </a:ln>
        </p:spPr>
      </p:sp>
      <p:sp>
        <p:nvSpPr>
          <p:cNvPr id="56" name="Text 50"/>
          <p:cNvSpPr txBox="1"/>
          <p:nvPr/>
        </p:nvSpPr>
        <p:spPr>
          <a:xfrm>
            <a:off x="9326880" y="3977640"/>
            <a:ext cx="2148840" cy="1005840"/>
          </a:xfrm>
          <a:prstGeom prst="rect">
            <a:avLst/>
          </a:prstGeom>
          <a:noFill/>
          <a:ln/>
        </p:spPr>
        <p:txBody>
          <a:bodyPr wrap="square" lIns="0" tIns="0" rIns="0" bIns="0" rtlCol="0" anchor="ctr"/>
          <a:lstStyle/>
          <a:p>
            <a:pPr algn="l" indent="0" marL="0">
              <a:buNone/>
            </a:pPr>
            <a:r>
              <a:rPr lang="en-US" sz="1900" dirty="0">
                <a:solidFill>
                  <a:schemeClr val="tx1"/>
                </a:solidFill>
              </a:rPr>
              <a:t>Ja, ik </a:t>
            </a:r>
            <a:r>
              <a:rPr lang="en-US" sz="1900" b="1" dirty="0">
                <a:solidFill>
                  <a:schemeClr val="accent6"/>
                </a:solidFill>
              </a:rPr>
              <a:t>ben</a:t>
            </a:r>
            <a:r>
              <a:rPr lang="en-US" sz="1900" dirty="0">
                <a:solidFill>
                  <a:schemeClr val="tx1"/>
                </a:solidFill>
              </a:rPr>
              <a:t> getrouwd.</a:t>
            </a:r>
            <a:endParaRPr lang="en-US" sz="1900" dirty="0"/>
          </a:p>
        </p:txBody>
      </p:sp>
      <p:sp>
        <p:nvSpPr>
          <p:cNvPr id="57" name="Shape 51"/>
          <p:cNvSpPr/>
          <p:nvPr/>
        </p:nvSpPr>
        <p:spPr>
          <a:xfrm>
            <a:off x="5303520" y="5376672"/>
            <a:ext cx="585216" cy="585216"/>
          </a:xfrm>
          <a:prstGeom prst="ellipse">
            <a:avLst/>
          </a:prstGeom>
          <a:solidFill>
            <a:schemeClr val="accent5"/>
          </a:solidFill>
          <a:ln w="12700">
            <a:solidFill>
              <a:srgbClr val="FFFFFF">
                <a:alpha val="0"/>
              </a:srgbClr>
            </a:solidFill>
            <a:prstDash val="solid"/>
          </a:ln>
        </p:spPr>
      </p:sp>
      <p:pic>
        <p:nvPicPr>
          <p:cNvPr id="58" name="Image 3" descr="Briefcase">    </p:cNvPr>
          <p:cNvPicPr>
            <a:picLocks noChangeAspect="1"/>
          </p:cNvPicPr>
          <p:nvPr/>
        </p:nvPicPr>
        <p:blipFill>
          <a:blip r:embed="rId4"/>
          <a:stretch>
            <a:fillRect/>
          </a:stretch>
        </p:blipFill>
        <p:spPr>
          <a:xfrm>
            <a:off x="5443972" y="5517124"/>
            <a:ext cx="304312" cy="304312"/>
          </a:xfrm>
          <a:prstGeom prst="rect">
            <a:avLst/>
          </a:prstGeom>
        </p:spPr>
      </p:pic>
      <p:sp>
        <p:nvSpPr>
          <p:cNvPr id="59" name="Shape 52"/>
          <p:cNvSpPr/>
          <p:nvPr/>
        </p:nvSpPr>
        <p:spPr>
          <a:xfrm>
            <a:off x="6035040" y="5166360"/>
            <a:ext cx="2743200" cy="1005840"/>
          </a:xfrm>
          <a:prstGeom prst="roundRect">
            <a:avLst>
              <a:gd name="adj" fmla="val 16364"/>
            </a:avLst>
          </a:prstGeom>
          <a:solidFill>
            <a:schemeClr val="accent2">
              <a:alpha val="12000"/>
            </a:schemeClr>
          </a:solidFill>
          <a:ln w="15875">
            <a:solidFill>
              <a:srgbClr val="2A6FB0"/>
            </a:solidFill>
            <a:prstDash val="solid"/>
          </a:ln>
        </p:spPr>
      </p:sp>
      <p:sp>
        <p:nvSpPr>
          <p:cNvPr id="60" name="Text 53"/>
          <p:cNvSpPr txBox="1"/>
          <p:nvPr/>
        </p:nvSpPr>
        <p:spPr>
          <a:xfrm>
            <a:off x="6199632" y="5166360"/>
            <a:ext cx="2414016" cy="1005840"/>
          </a:xfrm>
          <a:prstGeom prst="rect">
            <a:avLst/>
          </a:prstGeom>
          <a:noFill/>
          <a:ln/>
        </p:spPr>
        <p:txBody>
          <a:bodyPr wrap="square" lIns="0" tIns="0" rIns="0" bIns="0" rtlCol="0" anchor="ctr"/>
          <a:lstStyle/>
          <a:p>
            <a:pPr algn="l" indent="0" marL="0">
              <a:buNone/>
            </a:pPr>
            <a:r>
              <a:rPr lang="en-US" sz="1900" dirty="0">
                <a:solidFill>
                  <a:schemeClr val="tx1"/>
                </a:solidFill>
              </a:rPr>
              <a:t>Wat </a:t>
            </a:r>
            <a:r>
              <a:rPr lang="en-US" sz="1900" b="1" dirty="0">
                <a:solidFill>
                  <a:schemeClr val="accent6"/>
                </a:solidFill>
              </a:rPr>
              <a:t>is</a:t>
            </a:r>
            <a:r>
              <a:rPr lang="en-US" sz="1900" dirty="0">
                <a:solidFill>
                  <a:schemeClr val="tx1"/>
                </a:solidFill>
              </a:rPr>
              <a:t> je beroep?</a:t>
            </a:r>
            <a:endParaRPr lang="en-US" sz="1900" dirty="0"/>
          </a:p>
        </p:txBody>
      </p:sp>
      <p:sp>
        <p:nvSpPr>
          <p:cNvPr id="61" name="Shape 54"/>
          <p:cNvSpPr/>
          <p:nvPr/>
        </p:nvSpPr>
        <p:spPr>
          <a:xfrm>
            <a:off x="8833104" y="5669280"/>
            <a:ext cx="274320" cy="914"/>
          </a:xfrm>
          <a:prstGeom prst="line">
            <a:avLst/>
          </a:prstGeom>
          <a:noFill/>
          <a:ln w="22225">
            <a:solidFill>
              <a:srgbClr val="4A5A70"/>
            </a:solidFill>
            <a:prstDash val="solid"/>
            <a:tailEnd type="triangle"/>
          </a:ln>
        </p:spPr>
      </p:sp>
      <p:sp>
        <p:nvSpPr>
          <p:cNvPr id="62" name="Shape 55"/>
          <p:cNvSpPr/>
          <p:nvPr/>
        </p:nvSpPr>
        <p:spPr>
          <a:xfrm>
            <a:off x="9162288" y="5166360"/>
            <a:ext cx="2478024" cy="1005840"/>
          </a:xfrm>
          <a:prstGeom prst="roundRect">
            <a:avLst>
              <a:gd name="adj" fmla="val 16364"/>
            </a:avLst>
          </a:prstGeom>
          <a:solidFill>
            <a:schemeClr val="accent3">
              <a:alpha val="12000"/>
            </a:schemeClr>
          </a:solidFill>
          <a:ln w="15875">
            <a:solidFill>
              <a:srgbClr val="2E7D4F"/>
            </a:solidFill>
            <a:prstDash val="solid"/>
          </a:ln>
        </p:spPr>
      </p:sp>
      <p:sp>
        <p:nvSpPr>
          <p:cNvPr id="63" name="Text 56"/>
          <p:cNvSpPr txBox="1"/>
          <p:nvPr/>
        </p:nvSpPr>
        <p:spPr>
          <a:xfrm>
            <a:off x="9326880" y="5166360"/>
            <a:ext cx="2148840" cy="1005840"/>
          </a:xfrm>
          <a:prstGeom prst="rect">
            <a:avLst/>
          </a:prstGeom>
          <a:noFill/>
          <a:ln/>
        </p:spPr>
        <p:txBody>
          <a:bodyPr wrap="square" lIns="0" tIns="0" rIns="0" bIns="0" rtlCol="0" anchor="ctr"/>
          <a:lstStyle/>
          <a:p>
            <a:pPr algn="l" indent="0" marL="0">
              <a:buNone/>
            </a:pPr>
            <a:r>
              <a:rPr lang="en-US" sz="1900" dirty="0">
                <a:solidFill>
                  <a:schemeClr val="tx1"/>
                </a:solidFill>
              </a:rPr>
              <a:t>Ik </a:t>
            </a:r>
            <a:r>
              <a:rPr lang="en-US" sz="1900" b="1" dirty="0">
                <a:solidFill>
                  <a:schemeClr val="accent6"/>
                </a:solidFill>
              </a:rPr>
              <a:t>ben</a:t>
            </a:r>
            <a:r>
              <a:rPr lang="en-US" sz="1900" dirty="0">
                <a:solidFill>
                  <a:schemeClr val="tx1"/>
                </a:solidFill>
              </a:rPr>
              <a:t> boekhouder.</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J’ai 32 ans</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08760"/>
            <a:ext cx="11091672" cy="3200400"/>
          </a:xfrm>
          <a:prstGeom prst="roundRect">
            <a:avLst>
              <a:gd name="adj" fmla="val 2286"/>
            </a:avLst>
          </a:prstGeom>
          <a:solidFill>
            <a:schemeClr val="accent6">
              <a:alpha val="7000"/>
            </a:schemeClr>
          </a:solidFill>
          <a:ln w="12700">
            <a:solidFill>
              <a:srgbClr val="B83227">
                <a:alpha val="60000"/>
              </a:srgbClr>
            </a:solidFill>
            <a:prstDash val="solid"/>
          </a:ln>
        </p:spPr>
      </p:sp>
      <p:sp>
        <p:nvSpPr>
          <p:cNvPr id="6" name="tag"/>
          <p:cNvSpPr/>
          <p:nvPr/>
        </p:nvSpPr>
        <p:spPr>
          <a:xfrm>
            <a:off x="731520" y="1664208"/>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822960" y="2057400"/>
            <a:ext cx="3840480" cy="685800"/>
          </a:xfrm>
          <a:prstGeom prst="rect">
            <a:avLst/>
          </a:prstGeom>
          <a:noFill/>
          <a:ln/>
        </p:spPr>
        <p:txBody>
          <a:bodyPr wrap="square" lIns="0" tIns="0" rIns="0" bIns="0" rtlCol="0" anchor="ctr"/>
          <a:lstStyle/>
          <a:p>
            <a:pPr algn="l" indent="0" marL="0">
              <a:buNone/>
            </a:pPr>
            <a:r>
              <a:rPr lang="en-US" sz="3200" b="1" dirty="0">
                <a:solidFill>
                  <a:schemeClr val="tx1"/>
                </a:solidFill>
              </a:rPr>
              <a:t>J’</a:t>
            </a:r>
            <a:r>
              <a:rPr lang="en-US" sz="3200" b="1" strike="sngStrike" dirty="0">
                <a:solidFill>
                  <a:schemeClr val="accent6"/>
                </a:solidFill>
              </a:rPr>
              <a:t>ai</a:t>
            </a:r>
            <a:r>
              <a:rPr lang="en-US" sz="3200" b="1" dirty="0">
                <a:solidFill>
                  <a:schemeClr val="tx1"/>
                </a:solidFill>
              </a:rPr>
              <a:t> 32 ans.</a:t>
            </a:r>
            <a:endParaRPr lang="en-US" sz="3200" dirty="0"/>
          </a:p>
        </p:txBody>
      </p:sp>
      <p:sp>
        <p:nvSpPr>
          <p:cNvPr id="8" name="Text 5"/>
          <p:cNvSpPr txBox="1"/>
          <p:nvPr/>
        </p:nvSpPr>
        <p:spPr>
          <a:xfrm>
            <a:off x="4572000" y="2057400"/>
            <a:ext cx="4023360" cy="685800"/>
          </a:xfrm>
          <a:prstGeom prst="rect">
            <a:avLst/>
          </a:prstGeom>
          <a:noFill/>
          <a:ln/>
        </p:spPr>
        <p:txBody>
          <a:bodyPr wrap="square" lIns="0" tIns="0" rIns="0" bIns="0" rtlCol="0" anchor="ctr"/>
          <a:lstStyle/>
          <a:p>
            <a:pPr algn="l" indent="0" marL="0">
              <a:buNone/>
            </a:pPr>
            <a:r>
              <a:rPr lang="en-US" sz="2600" b="1" dirty="0">
                <a:solidFill>
                  <a:schemeClr val="accent6"/>
                </a:solidFill>
              </a:rPr>
              <a:t>✗</a:t>
            </a:r>
            <a:r>
              <a:rPr lang="en-US" sz="2600" dirty="0">
                <a:solidFill>
                  <a:schemeClr val="tx1"/>
                </a:solidFill>
              </a:rPr>
              <a:t>  </a:t>
            </a:r>
            <a:r>
              <a:rPr lang="en-US" sz="2600" strike="sngStrike" dirty="0">
                <a:solidFill>
                  <a:schemeClr val="accent6"/>
                </a:solidFill>
              </a:rPr>
              <a:t>Ik heb 32 jaar.</a:t>
            </a:r>
            <a:endParaRPr lang="en-US" sz="2600" dirty="0"/>
          </a:p>
        </p:txBody>
      </p:sp>
      <p:sp>
        <p:nvSpPr>
          <p:cNvPr id="9" name="Shape 6"/>
          <p:cNvSpPr/>
          <p:nvPr/>
        </p:nvSpPr>
        <p:spPr>
          <a:xfrm>
            <a:off x="1371600" y="2788920"/>
            <a:ext cx="914" cy="457200"/>
          </a:xfrm>
          <a:prstGeom prst="line">
            <a:avLst/>
          </a:prstGeom>
          <a:noFill/>
          <a:ln w="57150">
            <a:solidFill>
              <a:srgbClr val="B83227"/>
            </a:solidFill>
            <a:prstDash val="solid"/>
            <a:tailEnd type="triangle"/>
          </a:ln>
        </p:spPr>
      </p:sp>
      <p:sp>
        <p:nvSpPr>
          <p:cNvPr id="10" name="Text 7"/>
          <p:cNvSpPr txBox="1"/>
          <p:nvPr/>
        </p:nvSpPr>
        <p:spPr>
          <a:xfrm>
            <a:off x="822960" y="3291840"/>
            <a:ext cx="1371600" cy="731520"/>
          </a:xfrm>
          <a:prstGeom prst="rect">
            <a:avLst/>
          </a:prstGeom>
          <a:noFill/>
          <a:ln/>
        </p:spPr>
        <p:txBody>
          <a:bodyPr wrap="square" lIns="0" tIns="0" rIns="0" bIns="0" rtlCol="0" anchor="ctr"/>
          <a:lstStyle/>
          <a:p>
            <a:pPr algn="r" indent="0" marL="0">
              <a:buNone/>
            </a:pPr>
            <a:r>
              <a:rPr lang="en-US" sz="3200" b="1" dirty="0">
                <a:solidFill>
                  <a:schemeClr val="accent3"/>
                </a:solidFill>
              </a:rPr>
              <a:t>✓</a:t>
            </a:r>
            <a:r>
              <a:rPr lang="en-US" sz="3200" b="1" dirty="0">
                <a:solidFill>
                  <a:schemeClr val="tx1"/>
                </a:solidFill>
              </a:rPr>
              <a:t>  Ik</a:t>
            </a:r>
            <a:endParaRPr lang="en-US" sz="3200" dirty="0"/>
          </a:p>
        </p:txBody>
      </p:sp>
      <p:sp>
        <p:nvSpPr>
          <p:cNvPr id="11" name="Shape 8"/>
          <p:cNvSpPr/>
          <p:nvPr/>
        </p:nvSpPr>
        <p:spPr>
          <a:xfrm>
            <a:off x="2286000" y="3291840"/>
            <a:ext cx="1097280" cy="731520"/>
          </a:xfrm>
          <a:prstGeom prst="roundRect">
            <a:avLst>
              <a:gd name="adj" fmla="val 12500"/>
            </a:avLst>
          </a:prstGeom>
          <a:solidFill>
            <a:schemeClr val="accent3">
              <a:alpha val="15000"/>
            </a:schemeClr>
          </a:solidFill>
          <a:ln w="31750">
            <a:solidFill>
              <a:srgbClr val="2E7D4F"/>
            </a:solidFill>
            <a:prstDash val="solid"/>
          </a:ln>
        </p:spPr>
      </p:sp>
      <p:sp>
        <p:nvSpPr>
          <p:cNvPr id="12" name="Text 9"/>
          <p:cNvSpPr txBox="1"/>
          <p:nvPr/>
        </p:nvSpPr>
        <p:spPr>
          <a:xfrm>
            <a:off x="2286000" y="3291840"/>
            <a:ext cx="1097280" cy="731520"/>
          </a:xfrm>
          <a:prstGeom prst="rect">
            <a:avLst/>
          </a:prstGeom>
          <a:noFill/>
          <a:ln/>
        </p:spPr>
        <p:txBody>
          <a:bodyPr wrap="square" lIns="0" tIns="0" rIns="0" bIns="0" rtlCol="0" anchor="ctr"/>
          <a:lstStyle/>
          <a:p>
            <a:pPr algn="ctr" indent="0" marL="0">
              <a:buNone/>
            </a:pPr>
            <a:r>
              <a:rPr lang="en-US" sz="3200" b="1" dirty="0">
                <a:solidFill>
                  <a:schemeClr val="accent3"/>
                </a:solidFill>
              </a:rPr>
              <a:t>ben</a:t>
            </a:r>
            <a:endParaRPr lang="en-US" sz="3200" dirty="0"/>
          </a:p>
        </p:txBody>
      </p:sp>
      <p:sp>
        <p:nvSpPr>
          <p:cNvPr id="13" name="Text 10"/>
          <p:cNvSpPr txBox="1"/>
          <p:nvPr/>
        </p:nvSpPr>
        <p:spPr>
          <a:xfrm>
            <a:off x="3520440" y="3291840"/>
            <a:ext cx="4572000" cy="731520"/>
          </a:xfrm>
          <a:prstGeom prst="rect">
            <a:avLst/>
          </a:prstGeom>
          <a:noFill/>
          <a:ln/>
        </p:spPr>
        <p:txBody>
          <a:bodyPr wrap="square" lIns="0" tIns="0" rIns="0" bIns="0" rtlCol="0" anchor="ctr"/>
          <a:lstStyle/>
          <a:p>
            <a:pPr algn="l" indent="0" marL="0">
              <a:buNone/>
            </a:pPr>
            <a:r>
              <a:rPr lang="en-US" sz="3200" b="1" dirty="0">
                <a:solidFill>
                  <a:schemeClr val="tx1"/>
                </a:solidFill>
              </a:rPr>
              <a:t>32 jaar (oud).</a:t>
            </a:r>
            <a:endParaRPr lang="en-US" sz="3200" dirty="0"/>
          </a:p>
        </p:txBody>
      </p:sp>
      <p:sp>
        <p:nvSpPr>
          <p:cNvPr id="14" name="Text 11"/>
          <p:cNvSpPr txBox="1"/>
          <p:nvPr/>
        </p:nvSpPr>
        <p:spPr>
          <a:xfrm>
            <a:off x="822960" y="4114800"/>
            <a:ext cx="7863840" cy="411480"/>
          </a:xfrm>
          <a:prstGeom prst="rect">
            <a:avLst/>
          </a:prstGeom>
          <a:noFill/>
          <a:ln/>
        </p:spPr>
        <p:txBody>
          <a:bodyPr wrap="square" lIns="0" tIns="0" rIns="0" bIns="0" rtlCol="0" anchor="t"/>
          <a:lstStyle/>
          <a:p>
            <a:pPr algn="l" indent="0" marL="0">
              <a:buNone/>
            </a:pPr>
            <a:r>
              <a:rPr lang="en-US" sz="1800" i="1" dirty="0">
                <a:solidFill>
                  <a:schemeClr val="accent5"/>
                </a:solidFill>
              </a:rPr>
              <a:t>Hoe oud ben je?</a:t>
            </a:r>
            <a:r>
              <a:rPr lang="en-US" sz="1800" dirty="0">
                <a:solidFill>
                  <a:schemeClr val="accent5"/>
                </a:solidFill>
              </a:rPr>
              <a:t> = littéralement « Combien vieux es-tu ? »</a:t>
            </a:r>
            <a:endParaRPr lang="en-US" sz="1800" dirty="0"/>
          </a:p>
        </p:txBody>
      </p:sp>
      <p:sp>
        <p:nvSpPr>
          <p:cNvPr id="15" name="Shape 12"/>
          <p:cNvSpPr/>
          <p:nvPr/>
        </p:nvSpPr>
        <p:spPr>
          <a:xfrm>
            <a:off x="9281160" y="1783080"/>
            <a:ext cx="1737360" cy="1737360"/>
          </a:xfrm>
          <a:prstGeom prst="ellipse">
            <a:avLst/>
          </a:prstGeom>
          <a:solidFill>
            <a:schemeClr val="accent1"/>
          </a:solidFill>
          <a:ln w="12700">
            <a:solidFill>
              <a:srgbClr val="FFFFFF">
                <a:alpha val="0"/>
              </a:srgbClr>
            </a:solidFill>
            <a:prstDash val="solid"/>
          </a:ln>
        </p:spPr>
      </p:sp>
      <p:pic>
        <p:nvPicPr>
          <p:cNvPr id="16" name="Image 0" descr="BirthdayCake">    </p:cNvPr>
          <p:cNvPicPr>
            <a:picLocks noChangeAspect="1"/>
          </p:cNvPicPr>
          <p:nvPr/>
        </p:nvPicPr>
        <p:blipFill>
          <a:blip r:embed="rId1"/>
          <a:stretch>
            <a:fillRect/>
          </a:stretch>
        </p:blipFill>
        <p:spPr>
          <a:xfrm>
            <a:off x="9698126" y="2200046"/>
            <a:ext cx="903427" cy="903427"/>
          </a:xfrm>
          <a:prstGeom prst="rect">
            <a:avLst/>
          </a:prstGeom>
        </p:spPr>
      </p:pic>
      <p:sp>
        <p:nvSpPr>
          <p:cNvPr id="17" name="Text 13"/>
          <p:cNvSpPr txBox="1"/>
          <p:nvPr/>
        </p:nvSpPr>
        <p:spPr>
          <a:xfrm>
            <a:off x="9281160" y="3611880"/>
            <a:ext cx="1737360" cy="685800"/>
          </a:xfrm>
          <a:prstGeom prst="rect">
            <a:avLst/>
          </a:prstGeom>
          <a:noFill/>
          <a:ln/>
        </p:spPr>
        <p:txBody>
          <a:bodyPr wrap="square" lIns="0" tIns="0" rIns="0" bIns="0" rtlCol="0" anchor="ctr"/>
          <a:lstStyle/>
          <a:p>
            <a:pPr algn="ctr" indent="0" marL="0">
              <a:buNone/>
            </a:pPr>
            <a:r>
              <a:rPr lang="en-US" sz="4000" b="1" dirty="0">
                <a:solidFill>
                  <a:schemeClr val="accent1"/>
                </a:solidFill>
                <a:latin typeface="+mj-lt" pitchFamily="34" charset="0"/>
                <a:ea typeface="+mj-lt" pitchFamily="34" charset="-122"/>
                <a:cs typeface="+mj-lt" pitchFamily="34" charset="-120"/>
              </a:rPr>
              <a:t>32</a:t>
            </a:r>
            <a:endParaRPr lang="en-US" sz="4000" dirty="0"/>
          </a:p>
        </p:txBody>
      </p:sp>
      <p:sp>
        <p:nvSpPr>
          <p:cNvPr id="18" name="Shape 14"/>
          <p:cNvSpPr/>
          <p:nvPr/>
        </p:nvSpPr>
        <p:spPr>
          <a:xfrm>
            <a:off x="548640" y="4937760"/>
            <a:ext cx="11091672" cy="1325880"/>
          </a:xfrm>
          <a:prstGeom prst="roundRect">
            <a:avLst>
              <a:gd name="adj" fmla="val 5517"/>
            </a:avLst>
          </a:prstGeom>
          <a:solidFill>
            <a:schemeClr val="accent6">
              <a:alpha val="7000"/>
            </a:schemeClr>
          </a:solidFill>
          <a:ln w="12700">
            <a:solidFill>
              <a:srgbClr val="B83227">
                <a:alpha val="60000"/>
              </a:srgbClr>
            </a:solidFill>
            <a:prstDash val="solid"/>
          </a:ln>
        </p:spPr>
      </p:sp>
      <p:sp>
        <p:nvSpPr>
          <p:cNvPr id="19" name="tag"/>
          <p:cNvSpPr/>
          <p:nvPr/>
        </p:nvSpPr>
        <p:spPr>
          <a:xfrm>
            <a:off x="731520" y="5074920"/>
            <a:ext cx="1167841" cy="274320"/>
          </a:xfrm>
          <a:prstGeom prst="roundRect">
            <a:avLst>
              <a:gd name="adj" fmla="val 16667"/>
            </a:avLst>
          </a:prstGeom>
          <a:solidFill>
            <a:schemeClr val="accent6"/>
          </a:solidFill>
          <a:ln/>
        </p:spPr>
        <p:txBody>
          <a:bodyPr wrap="square" lIns="0" tIns="0" rIns="0" bIns="0" rtlCol="0" anchor="ctr"/>
          <a:lstStyle/>
          <a:p>
            <a:pPr algn="ctr" indent="0" marL="0">
              <a:buNone/>
            </a:pPr>
            <a:r>
              <a:rPr lang="en-US" sz="1100" b="1" spc="100" kern="0" dirty="0">
                <a:solidFill>
                  <a:srgbClr val="FFFFFF"/>
                </a:solidFill>
              </a:rPr>
              <a:t>⚠ PIÈGE</a:t>
            </a:r>
            <a:endParaRPr lang="en-US" sz="1100" dirty="0"/>
          </a:p>
        </p:txBody>
      </p:sp>
      <p:sp>
        <p:nvSpPr>
          <p:cNvPr id="20" name="Text 16"/>
          <p:cNvSpPr txBox="1"/>
          <p:nvPr/>
        </p:nvSpPr>
        <p:spPr>
          <a:xfrm>
            <a:off x="777240" y="5394960"/>
            <a:ext cx="4572000" cy="685800"/>
          </a:xfrm>
          <a:prstGeom prst="rect">
            <a:avLst/>
          </a:prstGeom>
          <a:noFill/>
          <a:ln/>
        </p:spPr>
        <p:txBody>
          <a:bodyPr wrap="square" lIns="0" tIns="0" rIns="0" bIns="0" rtlCol="0" anchor="ctr"/>
          <a:lstStyle/>
          <a:p>
            <a:pPr algn="l" indent="0" marL="0">
              <a:buNone/>
            </a:pPr>
            <a:r>
              <a:rPr lang="en-US" sz="2200" dirty="0">
                <a:solidFill>
                  <a:schemeClr val="tx1"/>
                </a:solidFill>
              </a:rPr>
              <a:t>Je travaille comme </a:t>
            </a:r>
            <a:r>
              <a:rPr lang="en-US" sz="2200" strike="sngStrike" dirty="0">
                <a:solidFill>
                  <a:schemeClr val="accent6"/>
                </a:solidFill>
              </a:rPr>
              <a:t>un</a:t>
            </a:r>
            <a:r>
              <a:rPr lang="en-US" sz="2200" dirty="0">
                <a:solidFill>
                  <a:schemeClr val="tx1"/>
                </a:solidFill>
              </a:rPr>
              <a:t> ingénieur</a:t>
            </a:r>
            <a:endParaRPr lang="en-US" sz="2200" dirty="0"/>
          </a:p>
        </p:txBody>
      </p:sp>
      <p:sp>
        <p:nvSpPr>
          <p:cNvPr id="21" name="Shape 17"/>
          <p:cNvSpPr/>
          <p:nvPr/>
        </p:nvSpPr>
        <p:spPr>
          <a:xfrm>
            <a:off x="5394960" y="5733288"/>
            <a:ext cx="548640" cy="914"/>
          </a:xfrm>
          <a:prstGeom prst="line">
            <a:avLst/>
          </a:prstGeom>
          <a:noFill/>
          <a:ln w="38100">
            <a:solidFill>
              <a:srgbClr val="B83227"/>
            </a:solidFill>
            <a:prstDash val="solid"/>
            <a:tailEnd type="triangle"/>
          </a:ln>
        </p:spPr>
      </p:sp>
      <p:sp>
        <p:nvSpPr>
          <p:cNvPr id="22" name="Shape 18"/>
          <p:cNvSpPr/>
          <p:nvPr/>
        </p:nvSpPr>
        <p:spPr>
          <a:xfrm>
            <a:off x="6080760" y="5257800"/>
            <a:ext cx="5394960" cy="868680"/>
          </a:xfrm>
          <a:prstGeom prst="roundRect">
            <a:avLst>
              <a:gd name="adj" fmla="val 10526"/>
            </a:avLst>
          </a:prstGeom>
          <a:solidFill>
            <a:schemeClr val="accent3">
              <a:alpha val="12000"/>
            </a:schemeClr>
          </a:solidFill>
          <a:ln w="19050">
            <a:solidFill>
              <a:srgbClr val="2E7D4F"/>
            </a:solidFill>
            <a:prstDash val="solid"/>
          </a:ln>
        </p:spPr>
      </p:sp>
      <p:sp>
        <p:nvSpPr>
          <p:cNvPr id="23" name="Text 19"/>
          <p:cNvSpPr txBox="1"/>
          <p:nvPr/>
        </p:nvSpPr>
        <p:spPr>
          <a:xfrm>
            <a:off x="6263640" y="5257800"/>
            <a:ext cx="5120640" cy="868680"/>
          </a:xfrm>
          <a:prstGeom prst="rect">
            <a:avLst/>
          </a:prstGeom>
          <a:noFill/>
          <a:ln/>
        </p:spPr>
        <p:txBody>
          <a:bodyPr wrap="square" lIns="0" tIns="0" rIns="0" bIns="0" rtlCol="0" anchor="ctr"/>
          <a:lstStyle/>
          <a:p>
            <a:pPr algn="l" indent="0" marL="0">
              <a:buNone/>
            </a:pPr>
            <a:r>
              <a:rPr lang="en-US" sz="2200" b="1" dirty="0">
                <a:solidFill>
                  <a:schemeClr val="accent3"/>
                </a:solidFill>
              </a:rPr>
              <a:t>✓</a:t>
            </a:r>
            <a:r>
              <a:rPr lang="en-US" sz="2200" dirty="0">
                <a:solidFill>
                  <a:schemeClr val="tx1"/>
                </a:solidFill>
              </a:rPr>
              <a:t> Ik werk </a:t>
            </a:r>
            <a:r>
              <a:rPr lang="en-US" sz="2200" b="1" dirty="0">
                <a:solidFill>
                  <a:schemeClr val="accent3"/>
                </a:solidFill>
              </a:rPr>
              <a:t>als</a:t>
            </a:r>
            <a:r>
              <a:rPr lang="en-US" sz="2200" dirty="0">
                <a:solidFill>
                  <a:schemeClr val="tx1"/>
                </a:solidFill>
              </a:rPr>
              <a:t> ingenieur  </a:t>
            </a:r>
            <a:r>
              <a:rPr lang="en-US" sz="2200" i="1" dirty="0">
                <a:solidFill>
                  <a:schemeClr val="tx1"/>
                </a:solidFill>
              </a:rPr>
              <a:t>(sans een)</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nombres de 0 à 100</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548640" y="1508760"/>
            <a:ext cx="925207" cy="777240"/>
          </a:xfrm>
          <a:prstGeom prst="roundRect">
            <a:avLst>
              <a:gd name="adj" fmla="val 9412"/>
            </a:avLst>
          </a:prstGeom>
          <a:solidFill>
            <a:schemeClr val="bg1"/>
          </a:solidFill>
          <a:ln w="15875">
            <a:solidFill>
              <a:srgbClr val="D5DCE6"/>
            </a:solidFill>
            <a:prstDash val="solid"/>
          </a:ln>
        </p:spPr>
      </p:sp>
      <p:sp>
        <p:nvSpPr>
          <p:cNvPr id="6" name="Text 3"/>
          <p:cNvSpPr txBox="1"/>
          <p:nvPr/>
        </p:nvSpPr>
        <p:spPr>
          <a:xfrm>
            <a:off x="548640"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0</a:t>
            </a:r>
            <a:endParaRPr lang="en-US" sz="2200" dirty="0"/>
          </a:p>
        </p:txBody>
      </p:sp>
      <p:sp>
        <p:nvSpPr>
          <p:cNvPr id="7" name="Text 4"/>
          <p:cNvSpPr txBox="1"/>
          <p:nvPr/>
        </p:nvSpPr>
        <p:spPr>
          <a:xfrm>
            <a:off x="548640"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nul</a:t>
            </a:r>
            <a:endParaRPr lang="en-US" sz="1400" dirty="0"/>
          </a:p>
        </p:txBody>
      </p:sp>
      <p:sp>
        <p:nvSpPr>
          <p:cNvPr id="8" name="Shape 5"/>
          <p:cNvSpPr/>
          <p:nvPr/>
        </p:nvSpPr>
        <p:spPr>
          <a:xfrm>
            <a:off x="1565287" y="1508760"/>
            <a:ext cx="925207" cy="777240"/>
          </a:xfrm>
          <a:prstGeom prst="roundRect">
            <a:avLst>
              <a:gd name="adj" fmla="val 9412"/>
            </a:avLst>
          </a:prstGeom>
          <a:solidFill>
            <a:schemeClr val="bg1"/>
          </a:solidFill>
          <a:ln w="15875">
            <a:solidFill>
              <a:srgbClr val="D5DCE6"/>
            </a:solidFill>
            <a:prstDash val="solid"/>
          </a:ln>
        </p:spPr>
      </p:sp>
      <p:sp>
        <p:nvSpPr>
          <p:cNvPr id="9" name="Text 6"/>
          <p:cNvSpPr txBox="1"/>
          <p:nvPr/>
        </p:nvSpPr>
        <p:spPr>
          <a:xfrm>
            <a:off x="1565287"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a:t>
            </a:r>
            <a:endParaRPr lang="en-US" sz="2200" dirty="0"/>
          </a:p>
        </p:txBody>
      </p:sp>
      <p:sp>
        <p:nvSpPr>
          <p:cNvPr id="10" name="Text 7"/>
          <p:cNvSpPr txBox="1"/>
          <p:nvPr/>
        </p:nvSpPr>
        <p:spPr>
          <a:xfrm>
            <a:off x="1565287"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een</a:t>
            </a:r>
            <a:endParaRPr lang="en-US" sz="1400" dirty="0"/>
          </a:p>
        </p:txBody>
      </p:sp>
      <p:sp>
        <p:nvSpPr>
          <p:cNvPr id="11" name="Shape 8"/>
          <p:cNvSpPr/>
          <p:nvPr/>
        </p:nvSpPr>
        <p:spPr>
          <a:xfrm>
            <a:off x="2581933" y="1508760"/>
            <a:ext cx="925207" cy="777240"/>
          </a:xfrm>
          <a:prstGeom prst="roundRect">
            <a:avLst>
              <a:gd name="adj" fmla="val 9412"/>
            </a:avLst>
          </a:prstGeom>
          <a:solidFill>
            <a:schemeClr val="bg1"/>
          </a:solidFill>
          <a:ln w="15875">
            <a:solidFill>
              <a:srgbClr val="D5DCE6"/>
            </a:solidFill>
            <a:prstDash val="solid"/>
          </a:ln>
        </p:spPr>
      </p:sp>
      <p:sp>
        <p:nvSpPr>
          <p:cNvPr id="12" name="Text 9"/>
          <p:cNvSpPr txBox="1"/>
          <p:nvPr/>
        </p:nvSpPr>
        <p:spPr>
          <a:xfrm>
            <a:off x="2581933"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2</a:t>
            </a:r>
            <a:endParaRPr lang="en-US" sz="2200" dirty="0"/>
          </a:p>
        </p:txBody>
      </p:sp>
      <p:sp>
        <p:nvSpPr>
          <p:cNvPr id="13" name="Text 10"/>
          <p:cNvSpPr txBox="1"/>
          <p:nvPr/>
        </p:nvSpPr>
        <p:spPr>
          <a:xfrm>
            <a:off x="2581933"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twee</a:t>
            </a:r>
            <a:endParaRPr lang="en-US" sz="1400" dirty="0"/>
          </a:p>
        </p:txBody>
      </p:sp>
      <p:sp>
        <p:nvSpPr>
          <p:cNvPr id="14" name="Shape 11"/>
          <p:cNvSpPr/>
          <p:nvPr/>
        </p:nvSpPr>
        <p:spPr>
          <a:xfrm>
            <a:off x="3598580" y="1508760"/>
            <a:ext cx="925207" cy="777240"/>
          </a:xfrm>
          <a:prstGeom prst="roundRect">
            <a:avLst>
              <a:gd name="adj" fmla="val 9412"/>
            </a:avLst>
          </a:prstGeom>
          <a:solidFill>
            <a:schemeClr val="bg1"/>
          </a:solidFill>
          <a:ln w="15875">
            <a:solidFill>
              <a:srgbClr val="D5DCE6"/>
            </a:solidFill>
            <a:prstDash val="solid"/>
          </a:ln>
        </p:spPr>
      </p:sp>
      <p:sp>
        <p:nvSpPr>
          <p:cNvPr id="15" name="Text 12"/>
          <p:cNvSpPr txBox="1"/>
          <p:nvPr/>
        </p:nvSpPr>
        <p:spPr>
          <a:xfrm>
            <a:off x="3598580"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3</a:t>
            </a:r>
            <a:endParaRPr lang="en-US" sz="2200" dirty="0"/>
          </a:p>
        </p:txBody>
      </p:sp>
      <p:sp>
        <p:nvSpPr>
          <p:cNvPr id="16" name="Text 13"/>
          <p:cNvSpPr txBox="1"/>
          <p:nvPr/>
        </p:nvSpPr>
        <p:spPr>
          <a:xfrm>
            <a:off x="3598580"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drie</a:t>
            </a:r>
            <a:endParaRPr lang="en-US" sz="1400" dirty="0"/>
          </a:p>
        </p:txBody>
      </p:sp>
      <p:sp>
        <p:nvSpPr>
          <p:cNvPr id="17" name="Shape 14"/>
          <p:cNvSpPr/>
          <p:nvPr/>
        </p:nvSpPr>
        <p:spPr>
          <a:xfrm>
            <a:off x="4615226" y="1508760"/>
            <a:ext cx="925207" cy="777240"/>
          </a:xfrm>
          <a:prstGeom prst="roundRect">
            <a:avLst>
              <a:gd name="adj" fmla="val 9412"/>
            </a:avLst>
          </a:prstGeom>
          <a:solidFill>
            <a:schemeClr val="bg1"/>
          </a:solidFill>
          <a:ln w="15875">
            <a:solidFill>
              <a:srgbClr val="D5DCE6"/>
            </a:solidFill>
            <a:prstDash val="solid"/>
          </a:ln>
        </p:spPr>
      </p:sp>
      <p:sp>
        <p:nvSpPr>
          <p:cNvPr id="18" name="Text 15"/>
          <p:cNvSpPr txBox="1"/>
          <p:nvPr/>
        </p:nvSpPr>
        <p:spPr>
          <a:xfrm>
            <a:off x="4615226"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4</a:t>
            </a:r>
            <a:endParaRPr lang="en-US" sz="2200" dirty="0"/>
          </a:p>
        </p:txBody>
      </p:sp>
      <p:sp>
        <p:nvSpPr>
          <p:cNvPr id="19" name="Text 16"/>
          <p:cNvSpPr txBox="1"/>
          <p:nvPr/>
        </p:nvSpPr>
        <p:spPr>
          <a:xfrm>
            <a:off x="4615226"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vier</a:t>
            </a:r>
            <a:endParaRPr lang="en-US" sz="1400" dirty="0"/>
          </a:p>
        </p:txBody>
      </p:sp>
      <p:sp>
        <p:nvSpPr>
          <p:cNvPr id="20" name="Shape 17"/>
          <p:cNvSpPr/>
          <p:nvPr/>
        </p:nvSpPr>
        <p:spPr>
          <a:xfrm>
            <a:off x="5631873" y="1508760"/>
            <a:ext cx="925207" cy="777240"/>
          </a:xfrm>
          <a:prstGeom prst="roundRect">
            <a:avLst>
              <a:gd name="adj" fmla="val 9412"/>
            </a:avLst>
          </a:prstGeom>
          <a:solidFill>
            <a:schemeClr val="bg1"/>
          </a:solidFill>
          <a:ln w="15875">
            <a:solidFill>
              <a:srgbClr val="D5DCE6"/>
            </a:solidFill>
            <a:prstDash val="solid"/>
          </a:ln>
        </p:spPr>
      </p:sp>
      <p:sp>
        <p:nvSpPr>
          <p:cNvPr id="21" name="Text 18"/>
          <p:cNvSpPr txBox="1"/>
          <p:nvPr/>
        </p:nvSpPr>
        <p:spPr>
          <a:xfrm>
            <a:off x="5631873"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5</a:t>
            </a:r>
            <a:endParaRPr lang="en-US" sz="2200" dirty="0"/>
          </a:p>
        </p:txBody>
      </p:sp>
      <p:sp>
        <p:nvSpPr>
          <p:cNvPr id="22" name="Text 19"/>
          <p:cNvSpPr txBox="1"/>
          <p:nvPr/>
        </p:nvSpPr>
        <p:spPr>
          <a:xfrm>
            <a:off x="5631873"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vijf</a:t>
            </a:r>
            <a:endParaRPr lang="en-US" sz="1400" dirty="0"/>
          </a:p>
        </p:txBody>
      </p:sp>
      <p:sp>
        <p:nvSpPr>
          <p:cNvPr id="23" name="Shape 20"/>
          <p:cNvSpPr/>
          <p:nvPr/>
        </p:nvSpPr>
        <p:spPr>
          <a:xfrm>
            <a:off x="6648519" y="1508760"/>
            <a:ext cx="925207" cy="777240"/>
          </a:xfrm>
          <a:prstGeom prst="roundRect">
            <a:avLst>
              <a:gd name="adj" fmla="val 9412"/>
            </a:avLst>
          </a:prstGeom>
          <a:solidFill>
            <a:schemeClr val="bg1"/>
          </a:solidFill>
          <a:ln w="15875">
            <a:solidFill>
              <a:srgbClr val="D5DCE6"/>
            </a:solidFill>
            <a:prstDash val="solid"/>
          </a:ln>
        </p:spPr>
      </p:sp>
      <p:sp>
        <p:nvSpPr>
          <p:cNvPr id="24" name="Text 21"/>
          <p:cNvSpPr txBox="1"/>
          <p:nvPr/>
        </p:nvSpPr>
        <p:spPr>
          <a:xfrm>
            <a:off x="6648519"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6</a:t>
            </a:r>
            <a:endParaRPr lang="en-US" sz="2200" dirty="0"/>
          </a:p>
        </p:txBody>
      </p:sp>
      <p:sp>
        <p:nvSpPr>
          <p:cNvPr id="25" name="Text 22"/>
          <p:cNvSpPr txBox="1"/>
          <p:nvPr/>
        </p:nvSpPr>
        <p:spPr>
          <a:xfrm>
            <a:off x="6648519"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zes</a:t>
            </a:r>
            <a:endParaRPr lang="en-US" sz="1400" dirty="0"/>
          </a:p>
        </p:txBody>
      </p:sp>
      <p:sp>
        <p:nvSpPr>
          <p:cNvPr id="26" name="Shape 23"/>
          <p:cNvSpPr/>
          <p:nvPr/>
        </p:nvSpPr>
        <p:spPr>
          <a:xfrm>
            <a:off x="7665166" y="1508760"/>
            <a:ext cx="925207" cy="777240"/>
          </a:xfrm>
          <a:prstGeom prst="roundRect">
            <a:avLst>
              <a:gd name="adj" fmla="val 9412"/>
            </a:avLst>
          </a:prstGeom>
          <a:solidFill>
            <a:schemeClr val="bg1"/>
          </a:solidFill>
          <a:ln w="15875">
            <a:solidFill>
              <a:srgbClr val="D5DCE6"/>
            </a:solidFill>
            <a:prstDash val="solid"/>
          </a:ln>
        </p:spPr>
      </p:sp>
      <p:sp>
        <p:nvSpPr>
          <p:cNvPr id="27" name="Text 24"/>
          <p:cNvSpPr txBox="1"/>
          <p:nvPr/>
        </p:nvSpPr>
        <p:spPr>
          <a:xfrm>
            <a:off x="7665166"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7</a:t>
            </a:r>
            <a:endParaRPr lang="en-US" sz="2200" dirty="0"/>
          </a:p>
        </p:txBody>
      </p:sp>
      <p:sp>
        <p:nvSpPr>
          <p:cNvPr id="28" name="Text 25"/>
          <p:cNvSpPr txBox="1"/>
          <p:nvPr/>
        </p:nvSpPr>
        <p:spPr>
          <a:xfrm>
            <a:off x="7665166"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zeven</a:t>
            </a:r>
            <a:endParaRPr lang="en-US" sz="1400" dirty="0"/>
          </a:p>
        </p:txBody>
      </p:sp>
      <p:sp>
        <p:nvSpPr>
          <p:cNvPr id="29" name="Shape 26"/>
          <p:cNvSpPr/>
          <p:nvPr/>
        </p:nvSpPr>
        <p:spPr>
          <a:xfrm>
            <a:off x="8681812" y="1508760"/>
            <a:ext cx="925207" cy="777240"/>
          </a:xfrm>
          <a:prstGeom prst="roundRect">
            <a:avLst>
              <a:gd name="adj" fmla="val 9412"/>
            </a:avLst>
          </a:prstGeom>
          <a:solidFill>
            <a:schemeClr val="bg1"/>
          </a:solidFill>
          <a:ln w="15875">
            <a:solidFill>
              <a:srgbClr val="D5DCE6"/>
            </a:solidFill>
            <a:prstDash val="solid"/>
          </a:ln>
        </p:spPr>
      </p:sp>
      <p:sp>
        <p:nvSpPr>
          <p:cNvPr id="30" name="Text 27"/>
          <p:cNvSpPr txBox="1"/>
          <p:nvPr/>
        </p:nvSpPr>
        <p:spPr>
          <a:xfrm>
            <a:off x="8681812"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8</a:t>
            </a:r>
            <a:endParaRPr lang="en-US" sz="2200" dirty="0"/>
          </a:p>
        </p:txBody>
      </p:sp>
      <p:sp>
        <p:nvSpPr>
          <p:cNvPr id="31" name="Text 28"/>
          <p:cNvSpPr txBox="1"/>
          <p:nvPr/>
        </p:nvSpPr>
        <p:spPr>
          <a:xfrm>
            <a:off x="8681812"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acht</a:t>
            </a:r>
            <a:endParaRPr lang="en-US" sz="1400" dirty="0"/>
          </a:p>
        </p:txBody>
      </p:sp>
      <p:sp>
        <p:nvSpPr>
          <p:cNvPr id="32" name="Shape 29"/>
          <p:cNvSpPr/>
          <p:nvPr/>
        </p:nvSpPr>
        <p:spPr>
          <a:xfrm>
            <a:off x="9698459" y="1508760"/>
            <a:ext cx="925207" cy="777240"/>
          </a:xfrm>
          <a:prstGeom prst="roundRect">
            <a:avLst>
              <a:gd name="adj" fmla="val 9412"/>
            </a:avLst>
          </a:prstGeom>
          <a:solidFill>
            <a:schemeClr val="bg1"/>
          </a:solidFill>
          <a:ln w="15875">
            <a:solidFill>
              <a:srgbClr val="D5DCE6"/>
            </a:solidFill>
            <a:prstDash val="solid"/>
          </a:ln>
        </p:spPr>
      </p:sp>
      <p:sp>
        <p:nvSpPr>
          <p:cNvPr id="33" name="Text 30"/>
          <p:cNvSpPr txBox="1"/>
          <p:nvPr/>
        </p:nvSpPr>
        <p:spPr>
          <a:xfrm>
            <a:off x="9698459"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9</a:t>
            </a:r>
            <a:endParaRPr lang="en-US" sz="2200" dirty="0"/>
          </a:p>
        </p:txBody>
      </p:sp>
      <p:sp>
        <p:nvSpPr>
          <p:cNvPr id="34" name="Text 31"/>
          <p:cNvSpPr txBox="1"/>
          <p:nvPr/>
        </p:nvSpPr>
        <p:spPr>
          <a:xfrm>
            <a:off x="9698459"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negen</a:t>
            </a:r>
            <a:endParaRPr lang="en-US" sz="1400" dirty="0"/>
          </a:p>
        </p:txBody>
      </p:sp>
      <p:sp>
        <p:nvSpPr>
          <p:cNvPr id="35" name="Shape 32"/>
          <p:cNvSpPr/>
          <p:nvPr/>
        </p:nvSpPr>
        <p:spPr>
          <a:xfrm>
            <a:off x="10715105" y="1508760"/>
            <a:ext cx="925207" cy="777240"/>
          </a:xfrm>
          <a:prstGeom prst="roundRect">
            <a:avLst>
              <a:gd name="adj" fmla="val 9412"/>
            </a:avLst>
          </a:prstGeom>
          <a:solidFill>
            <a:schemeClr val="bg1"/>
          </a:solidFill>
          <a:ln w="15875">
            <a:solidFill>
              <a:srgbClr val="D5DCE6"/>
            </a:solidFill>
            <a:prstDash val="solid"/>
          </a:ln>
        </p:spPr>
      </p:sp>
      <p:sp>
        <p:nvSpPr>
          <p:cNvPr id="36" name="Text 33"/>
          <p:cNvSpPr txBox="1"/>
          <p:nvPr/>
        </p:nvSpPr>
        <p:spPr>
          <a:xfrm>
            <a:off x="10715105" y="154533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10</a:t>
            </a:r>
            <a:endParaRPr lang="en-US" sz="2200" dirty="0"/>
          </a:p>
        </p:txBody>
      </p:sp>
      <p:sp>
        <p:nvSpPr>
          <p:cNvPr id="37" name="Text 34"/>
          <p:cNvSpPr txBox="1"/>
          <p:nvPr/>
        </p:nvSpPr>
        <p:spPr>
          <a:xfrm>
            <a:off x="10715105" y="193852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tien</a:t>
            </a:r>
            <a:endParaRPr lang="en-US" sz="1400" dirty="0"/>
          </a:p>
        </p:txBody>
      </p:sp>
      <p:sp>
        <p:nvSpPr>
          <p:cNvPr id="38" name="Shape 35"/>
          <p:cNvSpPr/>
          <p:nvPr/>
        </p:nvSpPr>
        <p:spPr>
          <a:xfrm>
            <a:off x="1056963" y="2377440"/>
            <a:ext cx="925207" cy="777240"/>
          </a:xfrm>
          <a:prstGeom prst="roundRect">
            <a:avLst>
              <a:gd name="adj" fmla="val 9412"/>
            </a:avLst>
          </a:prstGeom>
          <a:solidFill>
            <a:schemeClr val="bg1"/>
          </a:solidFill>
          <a:ln w="15875">
            <a:solidFill>
              <a:srgbClr val="D5DCE6"/>
            </a:solidFill>
            <a:prstDash val="solid"/>
          </a:ln>
        </p:spPr>
      </p:sp>
      <p:sp>
        <p:nvSpPr>
          <p:cNvPr id="39" name="Text 36"/>
          <p:cNvSpPr txBox="1"/>
          <p:nvPr/>
        </p:nvSpPr>
        <p:spPr>
          <a:xfrm>
            <a:off x="1056963"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11</a:t>
            </a:r>
            <a:endParaRPr lang="en-US" sz="2200" dirty="0"/>
          </a:p>
        </p:txBody>
      </p:sp>
      <p:sp>
        <p:nvSpPr>
          <p:cNvPr id="40" name="Text 37"/>
          <p:cNvSpPr txBox="1"/>
          <p:nvPr/>
        </p:nvSpPr>
        <p:spPr>
          <a:xfrm>
            <a:off x="1056963"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elf</a:t>
            </a:r>
            <a:endParaRPr lang="en-US" sz="1400" dirty="0"/>
          </a:p>
        </p:txBody>
      </p:sp>
      <p:sp>
        <p:nvSpPr>
          <p:cNvPr id="41" name="Shape 38"/>
          <p:cNvSpPr/>
          <p:nvPr/>
        </p:nvSpPr>
        <p:spPr>
          <a:xfrm>
            <a:off x="2073610" y="2377440"/>
            <a:ext cx="925207" cy="777240"/>
          </a:xfrm>
          <a:prstGeom prst="roundRect">
            <a:avLst>
              <a:gd name="adj" fmla="val 9412"/>
            </a:avLst>
          </a:prstGeom>
          <a:solidFill>
            <a:schemeClr val="bg1"/>
          </a:solidFill>
          <a:ln w="15875">
            <a:solidFill>
              <a:srgbClr val="D5DCE6"/>
            </a:solidFill>
            <a:prstDash val="solid"/>
          </a:ln>
        </p:spPr>
      </p:sp>
      <p:sp>
        <p:nvSpPr>
          <p:cNvPr id="42" name="Text 39"/>
          <p:cNvSpPr txBox="1"/>
          <p:nvPr/>
        </p:nvSpPr>
        <p:spPr>
          <a:xfrm>
            <a:off x="2073610"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12</a:t>
            </a:r>
            <a:endParaRPr lang="en-US" sz="2200" dirty="0"/>
          </a:p>
        </p:txBody>
      </p:sp>
      <p:sp>
        <p:nvSpPr>
          <p:cNvPr id="43" name="Text 40"/>
          <p:cNvSpPr txBox="1"/>
          <p:nvPr/>
        </p:nvSpPr>
        <p:spPr>
          <a:xfrm>
            <a:off x="2073610"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twaalf</a:t>
            </a:r>
            <a:endParaRPr lang="en-US" sz="1400" dirty="0"/>
          </a:p>
        </p:txBody>
      </p:sp>
      <p:sp>
        <p:nvSpPr>
          <p:cNvPr id="44" name="Shape 41"/>
          <p:cNvSpPr/>
          <p:nvPr/>
        </p:nvSpPr>
        <p:spPr>
          <a:xfrm>
            <a:off x="3090256" y="2377440"/>
            <a:ext cx="925207" cy="777240"/>
          </a:xfrm>
          <a:prstGeom prst="roundRect">
            <a:avLst>
              <a:gd name="adj" fmla="val 9412"/>
            </a:avLst>
          </a:prstGeom>
          <a:solidFill>
            <a:schemeClr val="bg1"/>
          </a:solidFill>
          <a:ln w="15875">
            <a:solidFill>
              <a:srgbClr val="D5DCE6"/>
            </a:solidFill>
            <a:prstDash val="solid"/>
          </a:ln>
        </p:spPr>
      </p:sp>
      <p:sp>
        <p:nvSpPr>
          <p:cNvPr id="45" name="Text 42"/>
          <p:cNvSpPr txBox="1"/>
          <p:nvPr/>
        </p:nvSpPr>
        <p:spPr>
          <a:xfrm>
            <a:off x="3090256"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13</a:t>
            </a:r>
            <a:endParaRPr lang="en-US" sz="2200" dirty="0"/>
          </a:p>
        </p:txBody>
      </p:sp>
      <p:sp>
        <p:nvSpPr>
          <p:cNvPr id="46" name="Text 43"/>
          <p:cNvSpPr txBox="1"/>
          <p:nvPr/>
        </p:nvSpPr>
        <p:spPr>
          <a:xfrm>
            <a:off x="3090256"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dertien</a:t>
            </a:r>
            <a:endParaRPr lang="en-US" sz="1400" dirty="0"/>
          </a:p>
        </p:txBody>
      </p:sp>
      <p:sp>
        <p:nvSpPr>
          <p:cNvPr id="47" name="Shape 44"/>
          <p:cNvSpPr/>
          <p:nvPr/>
        </p:nvSpPr>
        <p:spPr>
          <a:xfrm>
            <a:off x="4106903" y="2377440"/>
            <a:ext cx="925207" cy="777240"/>
          </a:xfrm>
          <a:prstGeom prst="roundRect">
            <a:avLst>
              <a:gd name="adj" fmla="val 9412"/>
            </a:avLst>
          </a:prstGeom>
          <a:solidFill>
            <a:schemeClr val="bg1"/>
          </a:solidFill>
          <a:ln w="15875">
            <a:solidFill>
              <a:srgbClr val="D5DCE6"/>
            </a:solidFill>
            <a:prstDash val="solid"/>
          </a:ln>
        </p:spPr>
      </p:sp>
      <p:sp>
        <p:nvSpPr>
          <p:cNvPr id="48" name="Text 45"/>
          <p:cNvSpPr txBox="1"/>
          <p:nvPr/>
        </p:nvSpPr>
        <p:spPr>
          <a:xfrm>
            <a:off x="4106903"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14</a:t>
            </a:r>
            <a:endParaRPr lang="en-US" sz="2200" dirty="0"/>
          </a:p>
        </p:txBody>
      </p:sp>
      <p:sp>
        <p:nvSpPr>
          <p:cNvPr id="49" name="Text 46"/>
          <p:cNvSpPr txBox="1"/>
          <p:nvPr/>
        </p:nvSpPr>
        <p:spPr>
          <a:xfrm>
            <a:off x="4106903"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veertien</a:t>
            </a:r>
            <a:endParaRPr lang="en-US" sz="1400" dirty="0"/>
          </a:p>
        </p:txBody>
      </p:sp>
      <p:sp>
        <p:nvSpPr>
          <p:cNvPr id="50" name="Shape 47"/>
          <p:cNvSpPr/>
          <p:nvPr/>
        </p:nvSpPr>
        <p:spPr>
          <a:xfrm>
            <a:off x="5123549" y="2377440"/>
            <a:ext cx="925207" cy="777240"/>
          </a:xfrm>
          <a:prstGeom prst="roundRect">
            <a:avLst>
              <a:gd name="adj" fmla="val 9412"/>
            </a:avLst>
          </a:prstGeom>
          <a:solidFill>
            <a:schemeClr val="bg1"/>
          </a:solidFill>
          <a:ln w="15875">
            <a:solidFill>
              <a:srgbClr val="D5DCE6"/>
            </a:solidFill>
            <a:prstDash val="solid"/>
          </a:ln>
        </p:spPr>
      </p:sp>
      <p:sp>
        <p:nvSpPr>
          <p:cNvPr id="51" name="Text 48"/>
          <p:cNvSpPr txBox="1"/>
          <p:nvPr/>
        </p:nvSpPr>
        <p:spPr>
          <a:xfrm>
            <a:off x="5123549"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15</a:t>
            </a:r>
            <a:endParaRPr lang="en-US" sz="2200" dirty="0"/>
          </a:p>
        </p:txBody>
      </p:sp>
      <p:sp>
        <p:nvSpPr>
          <p:cNvPr id="52" name="Text 49"/>
          <p:cNvSpPr txBox="1"/>
          <p:nvPr/>
        </p:nvSpPr>
        <p:spPr>
          <a:xfrm>
            <a:off x="5123549"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vijftien</a:t>
            </a:r>
            <a:endParaRPr lang="en-US" sz="1400" dirty="0"/>
          </a:p>
        </p:txBody>
      </p:sp>
      <p:sp>
        <p:nvSpPr>
          <p:cNvPr id="53" name="Shape 50"/>
          <p:cNvSpPr/>
          <p:nvPr/>
        </p:nvSpPr>
        <p:spPr>
          <a:xfrm>
            <a:off x="6140196" y="2377440"/>
            <a:ext cx="925207" cy="777240"/>
          </a:xfrm>
          <a:prstGeom prst="roundRect">
            <a:avLst>
              <a:gd name="adj" fmla="val 9412"/>
            </a:avLst>
          </a:prstGeom>
          <a:solidFill>
            <a:schemeClr val="bg1"/>
          </a:solidFill>
          <a:ln w="15875">
            <a:solidFill>
              <a:srgbClr val="D5DCE6"/>
            </a:solidFill>
            <a:prstDash val="solid"/>
          </a:ln>
        </p:spPr>
      </p:sp>
      <p:sp>
        <p:nvSpPr>
          <p:cNvPr id="54" name="Text 51"/>
          <p:cNvSpPr txBox="1"/>
          <p:nvPr/>
        </p:nvSpPr>
        <p:spPr>
          <a:xfrm>
            <a:off x="6140196"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16</a:t>
            </a:r>
            <a:endParaRPr lang="en-US" sz="2200" dirty="0"/>
          </a:p>
        </p:txBody>
      </p:sp>
      <p:sp>
        <p:nvSpPr>
          <p:cNvPr id="55" name="Text 52"/>
          <p:cNvSpPr txBox="1"/>
          <p:nvPr/>
        </p:nvSpPr>
        <p:spPr>
          <a:xfrm>
            <a:off x="6140196"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zestien</a:t>
            </a:r>
            <a:endParaRPr lang="en-US" sz="1400" dirty="0"/>
          </a:p>
        </p:txBody>
      </p:sp>
      <p:sp>
        <p:nvSpPr>
          <p:cNvPr id="56" name="Shape 53"/>
          <p:cNvSpPr/>
          <p:nvPr/>
        </p:nvSpPr>
        <p:spPr>
          <a:xfrm>
            <a:off x="7156843" y="2377440"/>
            <a:ext cx="925207" cy="777240"/>
          </a:xfrm>
          <a:prstGeom prst="roundRect">
            <a:avLst>
              <a:gd name="adj" fmla="val 9412"/>
            </a:avLst>
          </a:prstGeom>
          <a:solidFill>
            <a:schemeClr val="bg1"/>
          </a:solidFill>
          <a:ln w="15875">
            <a:solidFill>
              <a:srgbClr val="D5DCE6"/>
            </a:solidFill>
            <a:prstDash val="solid"/>
          </a:ln>
        </p:spPr>
      </p:sp>
      <p:sp>
        <p:nvSpPr>
          <p:cNvPr id="57" name="Text 54"/>
          <p:cNvSpPr txBox="1"/>
          <p:nvPr/>
        </p:nvSpPr>
        <p:spPr>
          <a:xfrm>
            <a:off x="7156843"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17</a:t>
            </a:r>
            <a:endParaRPr lang="en-US" sz="2200" dirty="0"/>
          </a:p>
        </p:txBody>
      </p:sp>
      <p:sp>
        <p:nvSpPr>
          <p:cNvPr id="58" name="Text 55"/>
          <p:cNvSpPr txBox="1"/>
          <p:nvPr/>
        </p:nvSpPr>
        <p:spPr>
          <a:xfrm>
            <a:off x="7156843"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zeventien</a:t>
            </a:r>
            <a:endParaRPr lang="en-US" sz="1400" dirty="0"/>
          </a:p>
        </p:txBody>
      </p:sp>
      <p:sp>
        <p:nvSpPr>
          <p:cNvPr id="59" name="Shape 56"/>
          <p:cNvSpPr/>
          <p:nvPr/>
        </p:nvSpPr>
        <p:spPr>
          <a:xfrm>
            <a:off x="8173489" y="2377440"/>
            <a:ext cx="925207" cy="777240"/>
          </a:xfrm>
          <a:prstGeom prst="roundRect">
            <a:avLst>
              <a:gd name="adj" fmla="val 9412"/>
            </a:avLst>
          </a:prstGeom>
          <a:solidFill>
            <a:schemeClr val="bg1"/>
          </a:solidFill>
          <a:ln w="15875">
            <a:solidFill>
              <a:srgbClr val="D5DCE6"/>
            </a:solidFill>
            <a:prstDash val="solid"/>
          </a:ln>
        </p:spPr>
      </p:sp>
      <p:sp>
        <p:nvSpPr>
          <p:cNvPr id="60" name="Text 57"/>
          <p:cNvSpPr txBox="1"/>
          <p:nvPr/>
        </p:nvSpPr>
        <p:spPr>
          <a:xfrm>
            <a:off x="8173489"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18</a:t>
            </a:r>
            <a:endParaRPr lang="en-US" sz="2200" dirty="0"/>
          </a:p>
        </p:txBody>
      </p:sp>
      <p:sp>
        <p:nvSpPr>
          <p:cNvPr id="61" name="Text 58"/>
          <p:cNvSpPr txBox="1"/>
          <p:nvPr/>
        </p:nvSpPr>
        <p:spPr>
          <a:xfrm>
            <a:off x="8173489"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achttien</a:t>
            </a:r>
            <a:endParaRPr lang="en-US" sz="1400" dirty="0"/>
          </a:p>
        </p:txBody>
      </p:sp>
      <p:sp>
        <p:nvSpPr>
          <p:cNvPr id="62" name="Shape 59"/>
          <p:cNvSpPr/>
          <p:nvPr/>
        </p:nvSpPr>
        <p:spPr>
          <a:xfrm>
            <a:off x="9190136" y="2377440"/>
            <a:ext cx="925207" cy="777240"/>
          </a:xfrm>
          <a:prstGeom prst="roundRect">
            <a:avLst>
              <a:gd name="adj" fmla="val 9412"/>
            </a:avLst>
          </a:prstGeom>
          <a:solidFill>
            <a:schemeClr val="bg1"/>
          </a:solidFill>
          <a:ln w="15875">
            <a:solidFill>
              <a:srgbClr val="D5DCE6"/>
            </a:solidFill>
            <a:prstDash val="solid"/>
          </a:ln>
        </p:spPr>
      </p:sp>
      <p:sp>
        <p:nvSpPr>
          <p:cNvPr id="63" name="Text 60"/>
          <p:cNvSpPr txBox="1"/>
          <p:nvPr/>
        </p:nvSpPr>
        <p:spPr>
          <a:xfrm>
            <a:off x="9190136"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19</a:t>
            </a:r>
            <a:endParaRPr lang="en-US" sz="2200" dirty="0"/>
          </a:p>
        </p:txBody>
      </p:sp>
      <p:sp>
        <p:nvSpPr>
          <p:cNvPr id="64" name="Text 61"/>
          <p:cNvSpPr txBox="1"/>
          <p:nvPr/>
        </p:nvSpPr>
        <p:spPr>
          <a:xfrm>
            <a:off x="9190136"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negentien</a:t>
            </a:r>
            <a:endParaRPr lang="en-US" sz="1400" dirty="0"/>
          </a:p>
        </p:txBody>
      </p:sp>
      <p:sp>
        <p:nvSpPr>
          <p:cNvPr id="65" name="Shape 62"/>
          <p:cNvSpPr/>
          <p:nvPr/>
        </p:nvSpPr>
        <p:spPr>
          <a:xfrm>
            <a:off x="10206782" y="2377440"/>
            <a:ext cx="925207" cy="777240"/>
          </a:xfrm>
          <a:prstGeom prst="roundRect">
            <a:avLst>
              <a:gd name="adj" fmla="val 9412"/>
            </a:avLst>
          </a:prstGeom>
          <a:solidFill>
            <a:schemeClr val="bg1"/>
          </a:solidFill>
          <a:ln w="15875">
            <a:solidFill>
              <a:srgbClr val="D5DCE6"/>
            </a:solidFill>
            <a:prstDash val="solid"/>
          </a:ln>
        </p:spPr>
      </p:sp>
      <p:sp>
        <p:nvSpPr>
          <p:cNvPr id="66" name="Text 63"/>
          <p:cNvSpPr txBox="1"/>
          <p:nvPr/>
        </p:nvSpPr>
        <p:spPr>
          <a:xfrm>
            <a:off x="10206782" y="2414016"/>
            <a:ext cx="925207" cy="384048"/>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20</a:t>
            </a:r>
            <a:endParaRPr lang="en-US" sz="2200" dirty="0"/>
          </a:p>
        </p:txBody>
      </p:sp>
      <p:sp>
        <p:nvSpPr>
          <p:cNvPr id="67" name="Text 64"/>
          <p:cNvSpPr txBox="1"/>
          <p:nvPr/>
        </p:nvSpPr>
        <p:spPr>
          <a:xfrm>
            <a:off x="10206782" y="2807208"/>
            <a:ext cx="925207" cy="292608"/>
          </a:xfrm>
          <a:prstGeom prst="rect">
            <a:avLst/>
          </a:prstGeom>
          <a:noFill/>
          <a:ln/>
        </p:spPr>
        <p:txBody>
          <a:bodyPr wrap="square" lIns="0" tIns="0" rIns="0" bIns="0" rtlCol="0" anchor="ctr"/>
          <a:lstStyle/>
          <a:p>
            <a:pPr algn="ctr" indent="0" marL="0">
              <a:buNone/>
            </a:pPr>
            <a:r>
              <a:rPr lang="en-US" sz="1400" dirty="0">
                <a:solidFill>
                  <a:schemeClr val="tx1"/>
                </a:solidFill>
              </a:rPr>
              <a:t>twintig</a:t>
            </a:r>
            <a:endParaRPr lang="en-US" sz="1400" dirty="0"/>
          </a:p>
        </p:txBody>
      </p:sp>
      <p:sp>
        <p:nvSpPr>
          <p:cNvPr id="68" name="Shape 65"/>
          <p:cNvSpPr/>
          <p:nvPr/>
        </p:nvSpPr>
        <p:spPr>
          <a:xfrm>
            <a:off x="548640" y="3337560"/>
            <a:ext cx="1290447" cy="822960"/>
          </a:xfrm>
          <a:prstGeom prst="roundRect">
            <a:avLst>
              <a:gd name="adj" fmla="val 8889"/>
            </a:avLst>
          </a:prstGeom>
          <a:solidFill>
            <a:schemeClr val="bg2"/>
          </a:solidFill>
          <a:ln w="12700">
            <a:solidFill>
              <a:srgbClr val="2A6FB0"/>
            </a:solidFill>
            <a:prstDash val="solid"/>
          </a:ln>
        </p:spPr>
      </p:sp>
      <p:sp>
        <p:nvSpPr>
          <p:cNvPr id="69" name="Text 66"/>
          <p:cNvSpPr txBox="1"/>
          <p:nvPr/>
        </p:nvSpPr>
        <p:spPr>
          <a:xfrm>
            <a:off x="548640" y="3364992"/>
            <a:ext cx="1290447" cy="4114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30</a:t>
            </a:r>
            <a:endParaRPr lang="en-US" sz="2400" dirty="0"/>
          </a:p>
        </p:txBody>
      </p:sp>
      <p:sp>
        <p:nvSpPr>
          <p:cNvPr id="70" name="Text 67"/>
          <p:cNvSpPr txBox="1"/>
          <p:nvPr/>
        </p:nvSpPr>
        <p:spPr>
          <a:xfrm>
            <a:off x="548640" y="3776472"/>
            <a:ext cx="1290447" cy="329184"/>
          </a:xfrm>
          <a:prstGeom prst="rect">
            <a:avLst/>
          </a:prstGeom>
          <a:noFill/>
          <a:ln/>
        </p:spPr>
        <p:txBody>
          <a:bodyPr wrap="square" lIns="0" tIns="0" rIns="0" bIns="0" rtlCol="0" anchor="ctr"/>
          <a:lstStyle/>
          <a:p>
            <a:pPr algn="ctr" indent="0" marL="0">
              <a:buNone/>
            </a:pPr>
            <a:r>
              <a:rPr lang="en-US" sz="1600" dirty="0">
                <a:solidFill>
                  <a:schemeClr val="tx1"/>
                </a:solidFill>
              </a:rPr>
              <a:t>dertig</a:t>
            </a:r>
            <a:endParaRPr lang="en-US" sz="1600" dirty="0"/>
          </a:p>
        </p:txBody>
      </p:sp>
      <p:sp>
        <p:nvSpPr>
          <p:cNvPr id="71" name="Shape 68"/>
          <p:cNvSpPr/>
          <p:nvPr/>
        </p:nvSpPr>
        <p:spPr>
          <a:xfrm>
            <a:off x="1948815" y="3337560"/>
            <a:ext cx="1290447" cy="822960"/>
          </a:xfrm>
          <a:prstGeom prst="roundRect">
            <a:avLst>
              <a:gd name="adj" fmla="val 8889"/>
            </a:avLst>
          </a:prstGeom>
          <a:solidFill>
            <a:schemeClr val="bg2"/>
          </a:solidFill>
          <a:ln w="12700">
            <a:solidFill>
              <a:srgbClr val="2A6FB0"/>
            </a:solidFill>
            <a:prstDash val="solid"/>
          </a:ln>
        </p:spPr>
      </p:sp>
      <p:sp>
        <p:nvSpPr>
          <p:cNvPr id="72" name="Text 69"/>
          <p:cNvSpPr txBox="1"/>
          <p:nvPr/>
        </p:nvSpPr>
        <p:spPr>
          <a:xfrm>
            <a:off x="1948815" y="3364992"/>
            <a:ext cx="1290447" cy="4114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40</a:t>
            </a:r>
            <a:endParaRPr lang="en-US" sz="2400" dirty="0"/>
          </a:p>
        </p:txBody>
      </p:sp>
      <p:sp>
        <p:nvSpPr>
          <p:cNvPr id="73" name="Text 70"/>
          <p:cNvSpPr txBox="1"/>
          <p:nvPr/>
        </p:nvSpPr>
        <p:spPr>
          <a:xfrm>
            <a:off x="1948815" y="3776472"/>
            <a:ext cx="1290447" cy="329184"/>
          </a:xfrm>
          <a:prstGeom prst="rect">
            <a:avLst/>
          </a:prstGeom>
          <a:noFill/>
          <a:ln/>
        </p:spPr>
        <p:txBody>
          <a:bodyPr wrap="square" lIns="0" tIns="0" rIns="0" bIns="0" rtlCol="0" anchor="ctr"/>
          <a:lstStyle/>
          <a:p>
            <a:pPr algn="ctr" indent="0" marL="0">
              <a:buNone/>
            </a:pPr>
            <a:r>
              <a:rPr lang="en-US" sz="1600" dirty="0">
                <a:solidFill>
                  <a:schemeClr val="tx1"/>
                </a:solidFill>
              </a:rPr>
              <a:t>veertig</a:t>
            </a:r>
            <a:endParaRPr lang="en-US" sz="1600" dirty="0"/>
          </a:p>
        </p:txBody>
      </p:sp>
      <p:sp>
        <p:nvSpPr>
          <p:cNvPr id="74" name="Shape 71"/>
          <p:cNvSpPr/>
          <p:nvPr/>
        </p:nvSpPr>
        <p:spPr>
          <a:xfrm>
            <a:off x="3348990" y="3337560"/>
            <a:ext cx="1290447" cy="822960"/>
          </a:xfrm>
          <a:prstGeom prst="roundRect">
            <a:avLst>
              <a:gd name="adj" fmla="val 8889"/>
            </a:avLst>
          </a:prstGeom>
          <a:solidFill>
            <a:schemeClr val="bg2"/>
          </a:solidFill>
          <a:ln w="12700">
            <a:solidFill>
              <a:srgbClr val="2A6FB0"/>
            </a:solidFill>
            <a:prstDash val="solid"/>
          </a:ln>
        </p:spPr>
      </p:sp>
      <p:sp>
        <p:nvSpPr>
          <p:cNvPr id="75" name="Text 72"/>
          <p:cNvSpPr txBox="1"/>
          <p:nvPr/>
        </p:nvSpPr>
        <p:spPr>
          <a:xfrm>
            <a:off x="3348990" y="3364992"/>
            <a:ext cx="1290447" cy="4114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50</a:t>
            </a:r>
            <a:endParaRPr lang="en-US" sz="2400" dirty="0"/>
          </a:p>
        </p:txBody>
      </p:sp>
      <p:sp>
        <p:nvSpPr>
          <p:cNvPr id="76" name="Text 73"/>
          <p:cNvSpPr txBox="1"/>
          <p:nvPr/>
        </p:nvSpPr>
        <p:spPr>
          <a:xfrm>
            <a:off x="3348990" y="3776472"/>
            <a:ext cx="1290447" cy="329184"/>
          </a:xfrm>
          <a:prstGeom prst="rect">
            <a:avLst/>
          </a:prstGeom>
          <a:noFill/>
          <a:ln/>
        </p:spPr>
        <p:txBody>
          <a:bodyPr wrap="square" lIns="0" tIns="0" rIns="0" bIns="0" rtlCol="0" anchor="ctr"/>
          <a:lstStyle/>
          <a:p>
            <a:pPr algn="ctr" indent="0" marL="0">
              <a:buNone/>
            </a:pPr>
            <a:r>
              <a:rPr lang="en-US" sz="1600" dirty="0">
                <a:solidFill>
                  <a:schemeClr val="tx1"/>
                </a:solidFill>
              </a:rPr>
              <a:t>vijftig</a:t>
            </a:r>
            <a:endParaRPr lang="en-US" sz="1600" dirty="0"/>
          </a:p>
        </p:txBody>
      </p:sp>
      <p:sp>
        <p:nvSpPr>
          <p:cNvPr id="77" name="Shape 74"/>
          <p:cNvSpPr/>
          <p:nvPr/>
        </p:nvSpPr>
        <p:spPr>
          <a:xfrm>
            <a:off x="4749165" y="3337560"/>
            <a:ext cx="1290447" cy="822960"/>
          </a:xfrm>
          <a:prstGeom prst="roundRect">
            <a:avLst>
              <a:gd name="adj" fmla="val 8889"/>
            </a:avLst>
          </a:prstGeom>
          <a:solidFill>
            <a:schemeClr val="bg2"/>
          </a:solidFill>
          <a:ln w="12700">
            <a:solidFill>
              <a:srgbClr val="2A6FB0"/>
            </a:solidFill>
            <a:prstDash val="solid"/>
          </a:ln>
        </p:spPr>
      </p:sp>
      <p:sp>
        <p:nvSpPr>
          <p:cNvPr id="78" name="Text 75"/>
          <p:cNvSpPr txBox="1"/>
          <p:nvPr/>
        </p:nvSpPr>
        <p:spPr>
          <a:xfrm>
            <a:off x="4749165" y="3364992"/>
            <a:ext cx="1290447" cy="4114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60</a:t>
            </a:r>
            <a:endParaRPr lang="en-US" sz="2400" dirty="0"/>
          </a:p>
        </p:txBody>
      </p:sp>
      <p:sp>
        <p:nvSpPr>
          <p:cNvPr id="79" name="Text 76"/>
          <p:cNvSpPr txBox="1"/>
          <p:nvPr/>
        </p:nvSpPr>
        <p:spPr>
          <a:xfrm>
            <a:off x="4749165" y="3776472"/>
            <a:ext cx="1290447" cy="329184"/>
          </a:xfrm>
          <a:prstGeom prst="rect">
            <a:avLst/>
          </a:prstGeom>
          <a:noFill/>
          <a:ln/>
        </p:spPr>
        <p:txBody>
          <a:bodyPr wrap="square" lIns="0" tIns="0" rIns="0" bIns="0" rtlCol="0" anchor="ctr"/>
          <a:lstStyle/>
          <a:p>
            <a:pPr algn="ctr" indent="0" marL="0">
              <a:buNone/>
            </a:pPr>
            <a:r>
              <a:rPr lang="en-US" sz="1600" dirty="0">
                <a:solidFill>
                  <a:schemeClr val="tx1"/>
                </a:solidFill>
              </a:rPr>
              <a:t>zestig</a:t>
            </a:r>
            <a:endParaRPr lang="en-US" sz="1600" dirty="0"/>
          </a:p>
        </p:txBody>
      </p:sp>
      <p:sp>
        <p:nvSpPr>
          <p:cNvPr id="80" name="Shape 77"/>
          <p:cNvSpPr/>
          <p:nvPr/>
        </p:nvSpPr>
        <p:spPr>
          <a:xfrm>
            <a:off x="6149340" y="3337560"/>
            <a:ext cx="1290447" cy="822960"/>
          </a:xfrm>
          <a:prstGeom prst="roundRect">
            <a:avLst>
              <a:gd name="adj" fmla="val 8889"/>
            </a:avLst>
          </a:prstGeom>
          <a:solidFill>
            <a:schemeClr val="bg2"/>
          </a:solidFill>
          <a:ln w="31750">
            <a:solidFill>
              <a:srgbClr val="D9700F"/>
            </a:solidFill>
            <a:prstDash val="solid"/>
          </a:ln>
        </p:spPr>
      </p:sp>
      <p:sp>
        <p:nvSpPr>
          <p:cNvPr id="81" name="Text 78"/>
          <p:cNvSpPr txBox="1"/>
          <p:nvPr/>
        </p:nvSpPr>
        <p:spPr>
          <a:xfrm>
            <a:off x="6149340" y="3364992"/>
            <a:ext cx="1290447" cy="4114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70</a:t>
            </a:r>
            <a:endParaRPr lang="en-US" sz="2400" dirty="0"/>
          </a:p>
        </p:txBody>
      </p:sp>
      <p:sp>
        <p:nvSpPr>
          <p:cNvPr id="82" name="Text 79"/>
          <p:cNvSpPr txBox="1"/>
          <p:nvPr/>
        </p:nvSpPr>
        <p:spPr>
          <a:xfrm>
            <a:off x="6149340" y="3776472"/>
            <a:ext cx="1290447" cy="329184"/>
          </a:xfrm>
          <a:prstGeom prst="rect">
            <a:avLst/>
          </a:prstGeom>
          <a:noFill/>
          <a:ln/>
        </p:spPr>
        <p:txBody>
          <a:bodyPr wrap="square" lIns="0" tIns="0" rIns="0" bIns="0" rtlCol="0" anchor="ctr"/>
          <a:lstStyle/>
          <a:p>
            <a:pPr algn="ctr" indent="0" marL="0">
              <a:buNone/>
            </a:pPr>
            <a:r>
              <a:rPr lang="en-US" sz="1600" b="1" dirty="0">
                <a:solidFill>
                  <a:schemeClr val="accent1"/>
                </a:solidFill>
              </a:rPr>
              <a:t>zeventig</a:t>
            </a:r>
            <a:endParaRPr lang="en-US" sz="1600" dirty="0"/>
          </a:p>
        </p:txBody>
      </p:sp>
      <p:sp>
        <p:nvSpPr>
          <p:cNvPr id="83" name="Shape 80"/>
          <p:cNvSpPr/>
          <p:nvPr/>
        </p:nvSpPr>
        <p:spPr>
          <a:xfrm>
            <a:off x="7549515" y="3337560"/>
            <a:ext cx="1290447" cy="822960"/>
          </a:xfrm>
          <a:prstGeom prst="roundRect">
            <a:avLst>
              <a:gd name="adj" fmla="val 8889"/>
            </a:avLst>
          </a:prstGeom>
          <a:solidFill>
            <a:schemeClr val="bg2"/>
          </a:solidFill>
          <a:ln w="12700">
            <a:solidFill>
              <a:srgbClr val="2A6FB0"/>
            </a:solidFill>
            <a:prstDash val="solid"/>
          </a:ln>
        </p:spPr>
      </p:sp>
      <p:sp>
        <p:nvSpPr>
          <p:cNvPr id="84" name="Text 81"/>
          <p:cNvSpPr txBox="1"/>
          <p:nvPr/>
        </p:nvSpPr>
        <p:spPr>
          <a:xfrm>
            <a:off x="7549515" y="3364992"/>
            <a:ext cx="1290447" cy="4114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80</a:t>
            </a:r>
            <a:endParaRPr lang="en-US" sz="2400" dirty="0"/>
          </a:p>
        </p:txBody>
      </p:sp>
      <p:sp>
        <p:nvSpPr>
          <p:cNvPr id="85" name="Text 82"/>
          <p:cNvSpPr txBox="1"/>
          <p:nvPr/>
        </p:nvSpPr>
        <p:spPr>
          <a:xfrm>
            <a:off x="7549515" y="3776472"/>
            <a:ext cx="1290447" cy="329184"/>
          </a:xfrm>
          <a:prstGeom prst="rect">
            <a:avLst/>
          </a:prstGeom>
          <a:noFill/>
          <a:ln/>
        </p:spPr>
        <p:txBody>
          <a:bodyPr wrap="square" lIns="0" tIns="0" rIns="0" bIns="0" rtlCol="0" anchor="ctr"/>
          <a:lstStyle/>
          <a:p>
            <a:pPr algn="ctr" indent="0" marL="0">
              <a:buNone/>
            </a:pPr>
            <a:r>
              <a:rPr lang="en-US" sz="1600" dirty="0">
                <a:solidFill>
                  <a:schemeClr val="tx1"/>
                </a:solidFill>
              </a:rPr>
              <a:t>tachtig</a:t>
            </a:r>
            <a:endParaRPr lang="en-US" sz="1600" dirty="0"/>
          </a:p>
        </p:txBody>
      </p:sp>
      <p:sp>
        <p:nvSpPr>
          <p:cNvPr id="86" name="Shape 83"/>
          <p:cNvSpPr/>
          <p:nvPr/>
        </p:nvSpPr>
        <p:spPr>
          <a:xfrm>
            <a:off x="8949690" y="3337560"/>
            <a:ext cx="1290447" cy="822960"/>
          </a:xfrm>
          <a:prstGeom prst="roundRect">
            <a:avLst>
              <a:gd name="adj" fmla="val 8889"/>
            </a:avLst>
          </a:prstGeom>
          <a:solidFill>
            <a:schemeClr val="bg2"/>
          </a:solidFill>
          <a:ln w="31750">
            <a:solidFill>
              <a:srgbClr val="D9700F"/>
            </a:solidFill>
            <a:prstDash val="solid"/>
          </a:ln>
        </p:spPr>
      </p:sp>
      <p:sp>
        <p:nvSpPr>
          <p:cNvPr id="87" name="Text 84"/>
          <p:cNvSpPr txBox="1"/>
          <p:nvPr/>
        </p:nvSpPr>
        <p:spPr>
          <a:xfrm>
            <a:off x="8949690" y="3364992"/>
            <a:ext cx="1290447" cy="4114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90</a:t>
            </a:r>
            <a:endParaRPr lang="en-US" sz="2400" dirty="0"/>
          </a:p>
        </p:txBody>
      </p:sp>
      <p:sp>
        <p:nvSpPr>
          <p:cNvPr id="88" name="Text 85"/>
          <p:cNvSpPr txBox="1"/>
          <p:nvPr/>
        </p:nvSpPr>
        <p:spPr>
          <a:xfrm>
            <a:off x="8949690" y="3776472"/>
            <a:ext cx="1290447" cy="329184"/>
          </a:xfrm>
          <a:prstGeom prst="rect">
            <a:avLst/>
          </a:prstGeom>
          <a:noFill/>
          <a:ln/>
        </p:spPr>
        <p:txBody>
          <a:bodyPr wrap="square" lIns="0" tIns="0" rIns="0" bIns="0" rtlCol="0" anchor="ctr"/>
          <a:lstStyle/>
          <a:p>
            <a:pPr algn="ctr" indent="0" marL="0">
              <a:buNone/>
            </a:pPr>
            <a:r>
              <a:rPr lang="en-US" sz="1600" b="1" dirty="0">
                <a:solidFill>
                  <a:schemeClr val="accent1"/>
                </a:solidFill>
              </a:rPr>
              <a:t>negentig</a:t>
            </a:r>
            <a:endParaRPr lang="en-US" sz="1600" dirty="0"/>
          </a:p>
        </p:txBody>
      </p:sp>
      <p:sp>
        <p:nvSpPr>
          <p:cNvPr id="89" name="Shape 86"/>
          <p:cNvSpPr/>
          <p:nvPr/>
        </p:nvSpPr>
        <p:spPr>
          <a:xfrm>
            <a:off x="10349865" y="3337560"/>
            <a:ext cx="1290447" cy="822960"/>
          </a:xfrm>
          <a:prstGeom prst="roundRect">
            <a:avLst>
              <a:gd name="adj" fmla="val 8889"/>
            </a:avLst>
          </a:prstGeom>
          <a:solidFill>
            <a:schemeClr val="bg2"/>
          </a:solidFill>
          <a:ln w="12700">
            <a:solidFill>
              <a:srgbClr val="2A6FB0"/>
            </a:solidFill>
            <a:prstDash val="solid"/>
          </a:ln>
        </p:spPr>
      </p:sp>
      <p:sp>
        <p:nvSpPr>
          <p:cNvPr id="90" name="Text 87"/>
          <p:cNvSpPr txBox="1"/>
          <p:nvPr/>
        </p:nvSpPr>
        <p:spPr>
          <a:xfrm>
            <a:off x="10349865" y="3364992"/>
            <a:ext cx="1290447" cy="41148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100</a:t>
            </a:r>
            <a:endParaRPr lang="en-US" sz="2400" dirty="0"/>
          </a:p>
        </p:txBody>
      </p:sp>
      <p:sp>
        <p:nvSpPr>
          <p:cNvPr id="91" name="Text 88"/>
          <p:cNvSpPr txBox="1"/>
          <p:nvPr/>
        </p:nvSpPr>
        <p:spPr>
          <a:xfrm>
            <a:off x="10349865" y="3776472"/>
            <a:ext cx="1290447" cy="329184"/>
          </a:xfrm>
          <a:prstGeom prst="rect">
            <a:avLst/>
          </a:prstGeom>
          <a:noFill/>
          <a:ln/>
        </p:spPr>
        <p:txBody>
          <a:bodyPr wrap="square" lIns="0" tIns="0" rIns="0" bIns="0" rtlCol="0" anchor="ctr"/>
          <a:lstStyle/>
          <a:p>
            <a:pPr algn="ctr" indent="0" marL="0">
              <a:buNone/>
            </a:pPr>
            <a:r>
              <a:rPr lang="en-US" sz="1600" dirty="0">
                <a:solidFill>
                  <a:schemeClr val="tx1"/>
                </a:solidFill>
              </a:rPr>
              <a:t>honderd</a:t>
            </a:r>
            <a:endParaRPr lang="en-US" sz="1600" dirty="0"/>
          </a:p>
        </p:txBody>
      </p:sp>
      <p:sp>
        <p:nvSpPr>
          <p:cNvPr id="92" name="Shape 89"/>
          <p:cNvSpPr/>
          <p:nvPr/>
        </p:nvSpPr>
        <p:spPr>
          <a:xfrm>
            <a:off x="548640" y="4343400"/>
            <a:ext cx="7680960" cy="1920240"/>
          </a:xfrm>
          <a:prstGeom prst="roundRect">
            <a:avLst>
              <a:gd name="adj" fmla="val 3810"/>
            </a:avLst>
          </a:prstGeom>
          <a:solidFill>
            <a:schemeClr val="accent6">
              <a:alpha val="7000"/>
            </a:schemeClr>
          </a:solidFill>
          <a:ln w="12700">
            <a:solidFill>
              <a:srgbClr val="B83227">
                <a:alpha val="60000"/>
              </a:srgbClr>
            </a:solidFill>
            <a:prstDash val="solid"/>
          </a:ln>
        </p:spPr>
      </p:sp>
      <p:sp>
        <p:nvSpPr>
          <p:cNvPr id="93" name="tag"/>
          <p:cNvSpPr/>
          <p:nvPr/>
        </p:nvSpPr>
        <p:spPr>
          <a:xfrm>
            <a:off x="731520" y="4462272"/>
            <a:ext cx="2849270"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L’HORLOGE À L’ENVERS</a:t>
            </a:r>
            <a:endParaRPr lang="en-US" sz="1200" dirty="0"/>
          </a:p>
        </p:txBody>
      </p:sp>
      <p:sp>
        <p:nvSpPr>
          <p:cNvPr id="94" name="Text 91"/>
          <p:cNvSpPr txBox="1"/>
          <p:nvPr/>
        </p:nvSpPr>
        <p:spPr>
          <a:xfrm>
            <a:off x="3749040" y="4416552"/>
            <a:ext cx="4297680" cy="384048"/>
          </a:xfrm>
          <a:prstGeom prst="rect">
            <a:avLst/>
          </a:prstGeom>
          <a:noFill/>
          <a:ln/>
        </p:spPr>
        <p:txBody>
          <a:bodyPr wrap="square" lIns="0" tIns="0" rIns="0" bIns="0" rtlCol="0" anchor="ctr"/>
          <a:lstStyle/>
          <a:p>
            <a:pPr algn="l" indent="0" marL="0">
              <a:buNone/>
            </a:pPr>
            <a:r>
              <a:rPr lang="en-US" sz="1800" b="1" dirty="0">
                <a:solidFill>
                  <a:schemeClr val="tx1"/>
                </a:solidFill>
              </a:rPr>
              <a:t>21 = « un-et-vingt »</a:t>
            </a:r>
            <a:endParaRPr lang="en-US" sz="1800" dirty="0"/>
          </a:p>
        </p:txBody>
      </p:sp>
      <p:sp>
        <p:nvSpPr>
          <p:cNvPr id="95" name="Shape 92"/>
          <p:cNvSpPr/>
          <p:nvPr/>
        </p:nvSpPr>
        <p:spPr>
          <a:xfrm>
            <a:off x="1828800" y="4828032"/>
            <a:ext cx="1280160" cy="640080"/>
          </a:xfrm>
          <a:prstGeom prst="arc">
            <a:avLst>
              <a:gd name="adj1" fmla="val 10800000"/>
              <a:gd name="adj2" fmla="val 21600000"/>
            </a:avLst>
          </a:prstGeom>
          <a:solidFill>
            <a:srgbClr val="FFFFFF">
              <a:alpha val="0"/>
            </a:srgbClr>
          </a:solidFill>
          <a:ln w="28575">
            <a:solidFill>
              <a:srgbClr val="D9700F"/>
            </a:solidFill>
            <a:prstDash val="solid"/>
            <a:tailEnd type="triangle"/>
          </a:ln>
        </p:spPr>
      </p:sp>
      <p:sp>
        <p:nvSpPr>
          <p:cNvPr id="96" name="Shape 93"/>
          <p:cNvSpPr/>
          <p:nvPr/>
        </p:nvSpPr>
        <p:spPr>
          <a:xfrm>
            <a:off x="1170432" y="5440680"/>
            <a:ext cx="3191256" cy="658368"/>
          </a:xfrm>
          <a:prstGeom prst="arc">
            <a:avLst>
              <a:gd name="adj1" fmla="val 0"/>
              <a:gd name="adj2" fmla="val 10800000"/>
            </a:avLst>
          </a:prstGeom>
          <a:solidFill>
            <a:srgbClr val="FFFFFF">
              <a:alpha val="0"/>
            </a:srgbClr>
          </a:solidFill>
          <a:ln w="28575">
            <a:solidFill>
              <a:srgbClr val="17375E"/>
            </a:solidFill>
            <a:prstDash val="solid"/>
            <a:headEnd type="triangle"/>
          </a:ln>
        </p:spPr>
      </p:sp>
      <p:sp>
        <p:nvSpPr>
          <p:cNvPr id="97" name="Shape 94"/>
          <p:cNvSpPr/>
          <p:nvPr/>
        </p:nvSpPr>
        <p:spPr>
          <a:xfrm>
            <a:off x="868680" y="5148072"/>
            <a:ext cx="603504" cy="621792"/>
          </a:xfrm>
          <a:prstGeom prst="roundRect">
            <a:avLst>
              <a:gd name="adj" fmla="val 9091"/>
            </a:avLst>
          </a:prstGeom>
          <a:solidFill>
            <a:srgbClr val="FFFFFF"/>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98" name="Text 95"/>
          <p:cNvSpPr txBox="1"/>
          <p:nvPr/>
        </p:nvSpPr>
        <p:spPr>
          <a:xfrm>
            <a:off x="868680" y="5148072"/>
            <a:ext cx="603504" cy="621792"/>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2</a:t>
            </a:r>
            <a:endParaRPr lang="en-US" sz="3000" dirty="0"/>
          </a:p>
        </p:txBody>
      </p:sp>
      <p:sp>
        <p:nvSpPr>
          <p:cNvPr id="99" name="Shape 96"/>
          <p:cNvSpPr/>
          <p:nvPr/>
        </p:nvSpPr>
        <p:spPr>
          <a:xfrm>
            <a:off x="1536192" y="5148072"/>
            <a:ext cx="603504" cy="621792"/>
          </a:xfrm>
          <a:prstGeom prst="roundRect">
            <a:avLst>
              <a:gd name="adj" fmla="val 9091"/>
            </a:avLst>
          </a:prstGeom>
          <a:solidFill>
            <a:srgbClr val="FFFFFF"/>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100" name="Text 97"/>
          <p:cNvSpPr txBox="1"/>
          <p:nvPr/>
        </p:nvSpPr>
        <p:spPr>
          <a:xfrm>
            <a:off x="1536192" y="5148072"/>
            <a:ext cx="603504" cy="621792"/>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1</a:t>
            </a:r>
            <a:endParaRPr lang="en-US" sz="3000" dirty="0"/>
          </a:p>
        </p:txBody>
      </p:sp>
      <p:sp>
        <p:nvSpPr>
          <p:cNvPr id="101" name="Shape 98"/>
          <p:cNvSpPr/>
          <p:nvPr/>
        </p:nvSpPr>
        <p:spPr>
          <a:xfrm>
            <a:off x="2697480" y="5148072"/>
            <a:ext cx="914400" cy="621792"/>
          </a:xfrm>
          <a:prstGeom prst="roundRect">
            <a:avLst>
              <a:gd name="adj" fmla="val 8824"/>
            </a:avLst>
          </a:prstGeom>
          <a:solidFill>
            <a:srgbClr val="FFFFFF"/>
          </a:solidFill>
          <a:ln w="31750">
            <a:solidFill>
              <a:srgbClr val="D9700F"/>
            </a:solidFill>
            <a:prstDash val="solid"/>
          </a:ln>
        </p:spPr>
      </p:sp>
      <p:sp>
        <p:nvSpPr>
          <p:cNvPr id="102" name="Text 99"/>
          <p:cNvSpPr txBox="1"/>
          <p:nvPr/>
        </p:nvSpPr>
        <p:spPr>
          <a:xfrm>
            <a:off x="2697480" y="5148072"/>
            <a:ext cx="914400" cy="621792"/>
          </a:xfrm>
          <a:prstGeom prst="rect">
            <a:avLst/>
          </a:prstGeom>
          <a:noFill/>
          <a:ln/>
        </p:spPr>
        <p:txBody>
          <a:bodyPr wrap="square" lIns="0" tIns="0" rIns="0" bIns="0" rtlCol="0" anchor="ctr"/>
          <a:lstStyle/>
          <a:p>
            <a:pPr algn="ctr" indent="0" marL="0">
              <a:buNone/>
            </a:pPr>
            <a:r>
              <a:rPr lang="en-US" sz="2400" b="1" dirty="0">
                <a:solidFill>
                  <a:schemeClr val="accent1"/>
                </a:solidFill>
              </a:rPr>
              <a:t>een</a:t>
            </a:r>
            <a:endParaRPr lang="en-US" sz="2400" dirty="0"/>
          </a:p>
        </p:txBody>
      </p:sp>
      <p:sp>
        <p:nvSpPr>
          <p:cNvPr id="103" name="Text 100"/>
          <p:cNvSpPr txBox="1"/>
          <p:nvPr/>
        </p:nvSpPr>
        <p:spPr>
          <a:xfrm>
            <a:off x="3630168" y="5148072"/>
            <a:ext cx="457200" cy="621792"/>
          </a:xfrm>
          <a:prstGeom prst="rect">
            <a:avLst/>
          </a:prstGeom>
          <a:noFill/>
          <a:ln/>
        </p:spPr>
        <p:txBody>
          <a:bodyPr wrap="square" lIns="0" tIns="0" rIns="0" bIns="0" rtlCol="0" anchor="ctr"/>
          <a:lstStyle/>
          <a:p>
            <a:pPr algn="ctr" indent="0" marL="0">
              <a:buNone/>
            </a:pPr>
            <a:r>
              <a:rPr lang="en-US" sz="2000" i="1" dirty="0">
                <a:solidFill>
                  <a:schemeClr val="accent5"/>
                </a:solidFill>
              </a:rPr>
              <a:t>en</a:t>
            </a:r>
            <a:endParaRPr lang="en-US" sz="2000" dirty="0"/>
          </a:p>
        </p:txBody>
      </p:sp>
      <p:sp>
        <p:nvSpPr>
          <p:cNvPr id="104" name="Shape 101"/>
          <p:cNvSpPr/>
          <p:nvPr/>
        </p:nvSpPr>
        <p:spPr>
          <a:xfrm>
            <a:off x="4114800" y="5148072"/>
            <a:ext cx="1417320" cy="621792"/>
          </a:xfrm>
          <a:prstGeom prst="roundRect">
            <a:avLst>
              <a:gd name="adj" fmla="val 8824"/>
            </a:avLst>
          </a:prstGeom>
          <a:solidFill>
            <a:srgbClr val="FFFFFF"/>
          </a:solidFill>
          <a:ln w="31750">
            <a:solidFill>
              <a:srgbClr val="17375E"/>
            </a:solidFill>
            <a:prstDash val="solid"/>
          </a:ln>
        </p:spPr>
      </p:sp>
      <p:sp>
        <p:nvSpPr>
          <p:cNvPr id="105" name="Text 102"/>
          <p:cNvSpPr txBox="1"/>
          <p:nvPr/>
        </p:nvSpPr>
        <p:spPr>
          <a:xfrm>
            <a:off x="4114800" y="5148072"/>
            <a:ext cx="1417320" cy="621792"/>
          </a:xfrm>
          <a:prstGeom prst="rect">
            <a:avLst/>
          </a:prstGeom>
          <a:noFill/>
          <a:ln/>
        </p:spPr>
        <p:txBody>
          <a:bodyPr wrap="square" lIns="0" tIns="0" rIns="0" bIns="0" rtlCol="0" anchor="ctr"/>
          <a:lstStyle/>
          <a:p>
            <a:pPr algn="ctr" indent="0" marL="0">
              <a:buNone/>
            </a:pPr>
            <a:r>
              <a:rPr lang="en-US" sz="2400" b="1" dirty="0">
                <a:solidFill>
                  <a:schemeClr val="tx2"/>
                </a:solidFill>
              </a:rPr>
              <a:t>twintig</a:t>
            </a:r>
            <a:endParaRPr lang="en-US" sz="2400" dirty="0"/>
          </a:p>
        </p:txBody>
      </p:sp>
      <p:sp>
        <p:nvSpPr>
          <p:cNvPr id="106" name="Text 103"/>
          <p:cNvSpPr txBox="1"/>
          <p:nvPr/>
        </p:nvSpPr>
        <p:spPr>
          <a:xfrm>
            <a:off x="5669280" y="5148072"/>
            <a:ext cx="2468880" cy="621792"/>
          </a:xfrm>
          <a:prstGeom prst="rect">
            <a:avLst/>
          </a:prstGeom>
          <a:noFill/>
          <a:ln/>
        </p:spPr>
        <p:txBody>
          <a:bodyPr wrap="square" lIns="0" tIns="0" rIns="0" bIns="0" rtlCol="0" anchor="ctr"/>
          <a:lstStyle/>
          <a:p>
            <a:pPr algn="l" indent="0" marL="0">
              <a:buNone/>
            </a:pPr>
            <a:r>
              <a:rPr lang="en-US" sz="2200" dirty="0">
                <a:solidFill>
                  <a:schemeClr val="tx1"/>
                </a:solidFill>
              </a:rPr>
              <a:t>→ </a:t>
            </a:r>
            <a:r>
              <a:rPr lang="en-US" sz="2200" b="1" dirty="0">
                <a:solidFill>
                  <a:schemeClr val="tx1"/>
                </a:solidFill>
              </a:rPr>
              <a:t>eenentwintig</a:t>
            </a:r>
            <a:endParaRPr lang="en-US" sz="2200" dirty="0"/>
          </a:p>
        </p:txBody>
      </p:sp>
      <p:sp>
        <p:nvSpPr>
          <p:cNvPr id="107" name="Shape 104"/>
          <p:cNvSpPr/>
          <p:nvPr/>
        </p:nvSpPr>
        <p:spPr>
          <a:xfrm>
            <a:off x="8458200" y="4343400"/>
            <a:ext cx="3182112" cy="1920240"/>
          </a:xfrm>
          <a:prstGeom prst="roundRect">
            <a:avLst>
              <a:gd name="adj" fmla="val 4762"/>
            </a:avLst>
          </a:prstGeom>
          <a:solidFill>
            <a:schemeClr val="bg2"/>
          </a:solidFill>
          <a:ln w="12700">
            <a:solidFill>
              <a:srgbClr val="D5DCE6"/>
            </a:solidFill>
            <a:prstDash val="solid"/>
          </a:ln>
        </p:spPr>
      </p:sp>
      <p:sp>
        <p:nvSpPr>
          <p:cNvPr id="108" name="Text 105"/>
          <p:cNvSpPr txBox="1"/>
          <p:nvPr/>
        </p:nvSpPr>
        <p:spPr>
          <a:xfrm>
            <a:off x="8641080" y="4480560"/>
            <a:ext cx="2834640" cy="1645920"/>
          </a:xfrm>
          <a:prstGeom prst="rect">
            <a:avLst/>
          </a:prstGeom>
          <a:noFill/>
          <a:ln/>
        </p:spPr>
        <p:txBody>
          <a:bodyPr wrap="square" lIns="0" tIns="0" rIns="0" bIns="0" rtlCol="0" anchor="ctr"/>
          <a:lstStyle/>
          <a:p>
            <a:pPr algn="l" indent="0" marL="0">
              <a:spcAft>
                <a:spcPts val="1400"/>
              </a:spcAft>
              <a:buNone/>
            </a:pPr>
            <a:r>
              <a:rPr lang="en-US" sz="2000" b="1" dirty="0">
                <a:solidFill>
                  <a:schemeClr val="tx1"/>
                </a:solidFill>
              </a:rPr>
              <a:t>32</a:t>
            </a:r>
            <a:r>
              <a:rPr lang="en-US" sz="2000" dirty="0">
                <a:solidFill>
                  <a:schemeClr val="tx1"/>
                </a:solidFill>
              </a:rPr>
              <a:t> → </a:t>
            </a:r>
            <a:r>
              <a:rPr lang="en-US" sz="2000" i="1" dirty="0">
                <a:solidFill>
                  <a:schemeClr val="tx1"/>
                </a:solidFill>
              </a:rPr>
              <a:t>tweeëndertig</a:t>
            </a:r>
            <a:endParaRPr lang="en-US" sz="2000" dirty="0"/>
          </a:p>
          <a:p>
            <a:pPr algn="l" indent="0" marL="0">
              <a:spcAft>
                <a:spcPts val="1400"/>
              </a:spcAft>
              <a:buNone/>
            </a:pPr>
            <a:r>
              <a:rPr lang="en-US" sz="2000" b="1" dirty="0">
                <a:solidFill>
                  <a:schemeClr val="tx1"/>
                </a:solidFill>
              </a:rPr>
              <a:t>47</a:t>
            </a:r>
            <a:r>
              <a:rPr lang="en-US" sz="2000" dirty="0">
                <a:solidFill>
                  <a:schemeClr val="tx1"/>
                </a:solidFill>
              </a:rPr>
              <a:t> → </a:t>
            </a:r>
            <a:r>
              <a:rPr lang="en-US" sz="2000" i="1" dirty="0">
                <a:solidFill>
                  <a:schemeClr val="tx1"/>
                </a:solidFill>
              </a:rPr>
              <a:t>zevenenveertig</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HEBBEN — avoir</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08760"/>
            <a:ext cx="4663440" cy="4754880"/>
          </a:xfrm>
          <a:prstGeom prst="roundRect">
            <a:avLst>
              <a:gd name="adj" fmla="val 156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777240" y="1600200"/>
            <a:ext cx="4206240" cy="475488"/>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HEBBEN</a:t>
            </a:r>
            <a:endParaRPr lang="en-US" sz="2800" dirty="0"/>
          </a:p>
        </p:txBody>
      </p:sp>
      <p:sp>
        <p:nvSpPr>
          <p:cNvPr id="7" name="Text 4"/>
          <p:cNvSpPr txBox="1"/>
          <p:nvPr/>
        </p:nvSpPr>
        <p:spPr>
          <a:xfrm>
            <a:off x="777240" y="2057400"/>
            <a:ext cx="4206240" cy="274320"/>
          </a:xfrm>
          <a:prstGeom prst="rect">
            <a:avLst/>
          </a:prstGeom>
          <a:noFill/>
          <a:ln/>
        </p:spPr>
        <p:txBody>
          <a:bodyPr wrap="square" lIns="0" tIns="0" rIns="0" bIns="0" rtlCol="0" anchor="t"/>
          <a:lstStyle/>
          <a:p>
            <a:pPr algn="l" indent="0" marL="0">
              <a:buNone/>
            </a:pPr>
            <a:r>
              <a:rPr lang="en-US" sz="1500" i="1" dirty="0">
                <a:solidFill>
                  <a:schemeClr val="accent5"/>
                </a:solidFill>
              </a:rPr>
              <a:t>avoir</a:t>
            </a:r>
            <a:endParaRPr lang="en-US" sz="1500" dirty="0"/>
          </a:p>
        </p:txBody>
      </p:sp>
      <p:sp>
        <p:nvSpPr>
          <p:cNvPr id="8" name="Shape 5"/>
          <p:cNvSpPr/>
          <p:nvPr/>
        </p:nvSpPr>
        <p:spPr>
          <a:xfrm>
            <a:off x="658368" y="2404872"/>
            <a:ext cx="4443984" cy="658368"/>
          </a:xfrm>
          <a:prstGeom prst="roundRect">
            <a:avLst>
              <a:gd name="adj" fmla="val 8333"/>
            </a:avLst>
          </a:prstGeom>
          <a:solidFill>
            <a:srgbClr val="FFFFFF"/>
          </a:solidFill>
          <a:ln w="12700">
            <a:solidFill>
              <a:srgbClr val="D5DCE6"/>
            </a:solidFill>
            <a:prstDash val="solid"/>
          </a:ln>
        </p:spPr>
      </p:sp>
      <p:sp>
        <p:nvSpPr>
          <p:cNvPr id="9" name="Text 6"/>
          <p:cNvSpPr txBox="1"/>
          <p:nvPr/>
        </p:nvSpPr>
        <p:spPr>
          <a:xfrm>
            <a:off x="822960" y="2468880"/>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ik</a:t>
            </a:r>
            <a:endParaRPr lang="en-US" sz="2000" dirty="0"/>
          </a:p>
        </p:txBody>
      </p:sp>
      <p:sp>
        <p:nvSpPr>
          <p:cNvPr id="10" name="Text 7"/>
          <p:cNvSpPr txBox="1"/>
          <p:nvPr/>
        </p:nvSpPr>
        <p:spPr>
          <a:xfrm>
            <a:off x="822960" y="2779776"/>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je</a:t>
            </a:r>
            <a:endParaRPr lang="en-US" sz="1300" dirty="0"/>
          </a:p>
        </p:txBody>
      </p:sp>
      <p:sp>
        <p:nvSpPr>
          <p:cNvPr id="11" name="Text 8"/>
          <p:cNvSpPr txBox="1"/>
          <p:nvPr/>
        </p:nvSpPr>
        <p:spPr>
          <a:xfrm>
            <a:off x="3273552" y="2450592"/>
            <a:ext cx="1755648" cy="566928"/>
          </a:xfrm>
          <a:prstGeom prst="rect">
            <a:avLst/>
          </a:prstGeom>
          <a:noFill/>
          <a:ln/>
        </p:spPr>
        <p:txBody>
          <a:bodyPr wrap="square" lIns="0" tIns="0" rIns="0" bIns="0" rtlCol="0" anchor="ctr"/>
          <a:lstStyle/>
          <a:p>
            <a:pPr algn="l" indent="0" marL="0">
              <a:buNone/>
            </a:pPr>
            <a:r>
              <a:rPr lang="en-US" sz="2600" b="1" dirty="0">
                <a:solidFill>
                  <a:schemeClr val="accent6"/>
                </a:solidFill>
              </a:rPr>
              <a:t>heb</a:t>
            </a:r>
            <a:endParaRPr lang="en-US" sz="2600" dirty="0"/>
          </a:p>
        </p:txBody>
      </p:sp>
      <p:sp>
        <p:nvSpPr>
          <p:cNvPr id="12" name="Shape 9"/>
          <p:cNvSpPr/>
          <p:nvPr/>
        </p:nvSpPr>
        <p:spPr>
          <a:xfrm>
            <a:off x="658368" y="3136392"/>
            <a:ext cx="4443984" cy="2066544"/>
          </a:xfrm>
          <a:prstGeom prst="roundRect">
            <a:avLst>
              <a:gd name="adj" fmla="val 2655"/>
            </a:avLst>
          </a:prstGeom>
          <a:solidFill>
            <a:schemeClr val="bg2"/>
          </a:solidFill>
          <a:ln w="12700">
            <a:solidFill>
              <a:srgbClr val="FFFFFF">
                <a:alpha val="0"/>
              </a:srgbClr>
            </a:solidFill>
            <a:prstDash val="solid"/>
          </a:ln>
        </p:spPr>
      </p:sp>
      <p:sp>
        <p:nvSpPr>
          <p:cNvPr id="13" name="Text 10"/>
          <p:cNvSpPr txBox="1"/>
          <p:nvPr/>
        </p:nvSpPr>
        <p:spPr>
          <a:xfrm>
            <a:off x="822960" y="3200400"/>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jij</a:t>
            </a:r>
            <a:endParaRPr lang="en-US" sz="2000" dirty="0"/>
          </a:p>
        </p:txBody>
      </p:sp>
      <p:sp>
        <p:nvSpPr>
          <p:cNvPr id="14" name="Text 11"/>
          <p:cNvSpPr txBox="1"/>
          <p:nvPr/>
        </p:nvSpPr>
        <p:spPr>
          <a:xfrm>
            <a:off x="822960" y="3511296"/>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tu</a:t>
            </a:r>
            <a:endParaRPr lang="en-US" sz="1300" dirty="0"/>
          </a:p>
        </p:txBody>
      </p:sp>
      <p:sp>
        <p:nvSpPr>
          <p:cNvPr id="15" name="Text 12"/>
          <p:cNvSpPr txBox="1"/>
          <p:nvPr/>
        </p:nvSpPr>
        <p:spPr>
          <a:xfrm>
            <a:off x="3273552" y="3182112"/>
            <a:ext cx="1755648" cy="566928"/>
          </a:xfrm>
          <a:prstGeom prst="rect">
            <a:avLst/>
          </a:prstGeom>
          <a:noFill/>
          <a:ln/>
        </p:spPr>
        <p:txBody>
          <a:bodyPr wrap="square" lIns="0" tIns="0" rIns="0" bIns="0" rtlCol="0" anchor="ctr"/>
          <a:lstStyle/>
          <a:p>
            <a:pPr algn="l" indent="0" marL="0">
              <a:buNone/>
            </a:pPr>
            <a:r>
              <a:rPr lang="en-US" sz="2600" b="1" dirty="0">
                <a:solidFill>
                  <a:schemeClr val="accent6"/>
                </a:solidFill>
              </a:rPr>
              <a:t>heb</a:t>
            </a:r>
            <a:r>
              <a:rPr lang="en-US" sz="2600" b="1" dirty="0">
                <a:solidFill>
                  <a:schemeClr val="accent1"/>
                </a:solidFill>
              </a:rPr>
              <a:t>t</a:t>
            </a:r>
            <a:endParaRPr lang="en-US" sz="2600" dirty="0"/>
          </a:p>
        </p:txBody>
      </p:sp>
      <p:sp>
        <p:nvSpPr>
          <p:cNvPr id="16" name="Text 13"/>
          <p:cNvSpPr txBox="1"/>
          <p:nvPr/>
        </p:nvSpPr>
        <p:spPr>
          <a:xfrm>
            <a:off x="822960" y="3767328"/>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u</a:t>
            </a:r>
            <a:endParaRPr lang="en-US" sz="2000" dirty="0"/>
          </a:p>
        </p:txBody>
      </p:sp>
      <p:sp>
        <p:nvSpPr>
          <p:cNvPr id="17" name="Text 14"/>
          <p:cNvSpPr txBox="1"/>
          <p:nvPr/>
        </p:nvSpPr>
        <p:spPr>
          <a:xfrm>
            <a:off x="822960" y="4078224"/>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vous</a:t>
            </a:r>
            <a:endParaRPr lang="en-US" sz="1300" dirty="0"/>
          </a:p>
        </p:txBody>
      </p:sp>
      <p:sp>
        <p:nvSpPr>
          <p:cNvPr id="18" name="Text 15"/>
          <p:cNvSpPr txBox="1"/>
          <p:nvPr/>
        </p:nvSpPr>
        <p:spPr>
          <a:xfrm>
            <a:off x="3273552" y="3749040"/>
            <a:ext cx="1755648" cy="566928"/>
          </a:xfrm>
          <a:prstGeom prst="rect">
            <a:avLst/>
          </a:prstGeom>
          <a:noFill/>
          <a:ln/>
        </p:spPr>
        <p:txBody>
          <a:bodyPr wrap="square" lIns="0" tIns="0" rIns="0" bIns="0" rtlCol="0" anchor="ctr"/>
          <a:lstStyle/>
          <a:p>
            <a:pPr algn="l" indent="0" marL="0">
              <a:buNone/>
            </a:pPr>
            <a:r>
              <a:rPr lang="en-US" sz="1800" b="1" dirty="0">
                <a:solidFill>
                  <a:schemeClr val="accent6"/>
                </a:solidFill>
              </a:rPr>
              <a:t>heb</a:t>
            </a:r>
            <a:r>
              <a:rPr lang="en-US" sz="1800" b="1" dirty="0">
                <a:solidFill>
                  <a:schemeClr val="accent1"/>
                </a:solidFill>
              </a:rPr>
              <a:t>t</a:t>
            </a:r>
            <a:r>
              <a:rPr lang="en-US" sz="1800" dirty="0">
                <a:solidFill>
                  <a:schemeClr val="tx1"/>
                </a:solidFill>
              </a:rPr>
              <a:t> / </a:t>
            </a:r>
            <a:r>
              <a:rPr lang="en-US" sz="1800" b="1" dirty="0">
                <a:solidFill>
                  <a:schemeClr val="accent1"/>
                </a:solidFill>
              </a:rPr>
              <a:t>heeft</a:t>
            </a:r>
            <a:endParaRPr lang="en-US" sz="1800" dirty="0"/>
          </a:p>
        </p:txBody>
      </p:sp>
      <p:sp>
        <p:nvSpPr>
          <p:cNvPr id="19" name="Text 16"/>
          <p:cNvSpPr txBox="1"/>
          <p:nvPr/>
        </p:nvSpPr>
        <p:spPr>
          <a:xfrm>
            <a:off x="822960" y="433425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hij</a:t>
            </a:r>
            <a:endParaRPr lang="en-US" sz="2000" dirty="0"/>
          </a:p>
        </p:txBody>
      </p:sp>
      <p:sp>
        <p:nvSpPr>
          <p:cNvPr id="20" name="Text 17"/>
          <p:cNvSpPr txBox="1"/>
          <p:nvPr/>
        </p:nvSpPr>
        <p:spPr>
          <a:xfrm>
            <a:off x="822960" y="464515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il</a:t>
            </a:r>
            <a:endParaRPr lang="en-US" sz="1300" dirty="0"/>
          </a:p>
        </p:txBody>
      </p:sp>
      <p:sp>
        <p:nvSpPr>
          <p:cNvPr id="21" name="Text 18"/>
          <p:cNvSpPr txBox="1"/>
          <p:nvPr/>
        </p:nvSpPr>
        <p:spPr>
          <a:xfrm>
            <a:off x="1627632" y="433425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zij</a:t>
            </a:r>
            <a:endParaRPr lang="en-US" sz="2000" dirty="0"/>
          </a:p>
        </p:txBody>
      </p:sp>
      <p:sp>
        <p:nvSpPr>
          <p:cNvPr id="22" name="Text 19"/>
          <p:cNvSpPr txBox="1"/>
          <p:nvPr/>
        </p:nvSpPr>
        <p:spPr>
          <a:xfrm>
            <a:off x="1627632" y="464515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elle</a:t>
            </a:r>
            <a:endParaRPr lang="en-US" sz="1300" dirty="0"/>
          </a:p>
        </p:txBody>
      </p:sp>
      <p:sp>
        <p:nvSpPr>
          <p:cNvPr id="23" name="Text 20"/>
          <p:cNvSpPr txBox="1"/>
          <p:nvPr/>
        </p:nvSpPr>
        <p:spPr>
          <a:xfrm>
            <a:off x="2432304" y="433425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het</a:t>
            </a:r>
            <a:endParaRPr lang="en-US" sz="2000" dirty="0"/>
          </a:p>
        </p:txBody>
      </p:sp>
      <p:sp>
        <p:nvSpPr>
          <p:cNvPr id="24" name="Text 21"/>
          <p:cNvSpPr txBox="1"/>
          <p:nvPr/>
        </p:nvSpPr>
        <p:spPr>
          <a:xfrm>
            <a:off x="2432304" y="464515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il/elle</a:t>
            </a:r>
            <a:endParaRPr lang="en-US" sz="1300" dirty="0"/>
          </a:p>
        </p:txBody>
      </p:sp>
      <p:sp>
        <p:nvSpPr>
          <p:cNvPr id="25" name="Text 22"/>
          <p:cNvSpPr txBox="1"/>
          <p:nvPr/>
        </p:nvSpPr>
        <p:spPr>
          <a:xfrm>
            <a:off x="3273552" y="4315968"/>
            <a:ext cx="1755648" cy="566928"/>
          </a:xfrm>
          <a:prstGeom prst="rect">
            <a:avLst/>
          </a:prstGeom>
          <a:noFill/>
          <a:ln/>
        </p:spPr>
        <p:txBody>
          <a:bodyPr wrap="square" lIns="0" tIns="0" rIns="0" bIns="0" rtlCol="0" anchor="ctr"/>
          <a:lstStyle/>
          <a:p>
            <a:pPr algn="l" indent="0" marL="0">
              <a:buNone/>
            </a:pPr>
            <a:r>
              <a:rPr lang="en-US" sz="2600" b="1" dirty="0">
                <a:solidFill>
                  <a:schemeClr val="accent1"/>
                </a:solidFill>
              </a:rPr>
              <a:t>heeft</a:t>
            </a:r>
            <a:endParaRPr lang="en-US" sz="2600" dirty="0"/>
          </a:p>
        </p:txBody>
      </p:sp>
      <p:sp>
        <p:nvSpPr>
          <p:cNvPr id="26" name="tag"/>
          <p:cNvSpPr/>
          <p:nvPr/>
        </p:nvSpPr>
        <p:spPr>
          <a:xfrm>
            <a:off x="3273552" y="4864608"/>
            <a:ext cx="1354836" cy="219456"/>
          </a:xfrm>
          <a:prstGeom prst="roundRect">
            <a:avLst>
              <a:gd name="adj" fmla="val 20833"/>
            </a:avLst>
          </a:prstGeom>
          <a:solidFill>
            <a:schemeClr val="accent1"/>
          </a:solidFill>
          <a:ln/>
        </p:spPr>
        <p:txBody>
          <a:bodyPr wrap="square" lIns="0" tIns="0" rIns="0" bIns="0" rtlCol="0" anchor="ctr"/>
          <a:lstStyle/>
          <a:p>
            <a:pPr algn="ctr" indent="0" marL="0">
              <a:buNone/>
            </a:pPr>
            <a:r>
              <a:rPr lang="en-US" sz="1000" b="1" spc="100" kern="0" dirty="0">
                <a:solidFill>
                  <a:srgbClr val="FFFFFF"/>
                </a:solidFill>
              </a:rPr>
              <a:t>attention !</a:t>
            </a:r>
            <a:endParaRPr lang="en-US" sz="1000" dirty="0"/>
          </a:p>
        </p:txBody>
      </p:sp>
      <p:sp>
        <p:nvSpPr>
          <p:cNvPr id="27" name="Shape 24"/>
          <p:cNvSpPr/>
          <p:nvPr/>
        </p:nvSpPr>
        <p:spPr>
          <a:xfrm>
            <a:off x="658368" y="5276088"/>
            <a:ext cx="4443984" cy="658368"/>
          </a:xfrm>
          <a:prstGeom prst="roundRect">
            <a:avLst>
              <a:gd name="adj" fmla="val 8333"/>
            </a:avLst>
          </a:prstGeom>
          <a:solidFill>
            <a:srgbClr val="E3E7ED"/>
          </a:solidFill>
          <a:ln w="12700">
            <a:solidFill>
              <a:srgbClr val="FFFFFF">
                <a:alpha val="0"/>
              </a:srgbClr>
            </a:solidFill>
            <a:prstDash val="solid"/>
          </a:ln>
        </p:spPr>
      </p:sp>
      <p:sp>
        <p:nvSpPr>
          <p:cNvPr id="28" name="Text 25"/>
          <p:cNvSpPr txBox="1"/>
          <p:nvPr/>
        </p:nvSpPr>
        <p:spPr>
          <a:xfrm>
            <a:off x="822960" y="534009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wij</a:t>
            </a:r>
            <a:endParaRPr lang="en-US" sz="2000" dirty="0"/>
          </a:p>
        </p:txBody>
      </p:sp>
      <p:sp>
        <p:nvSpPr>
          <p:cNvPr id="29" name="Text 26"/>
          <p:cNvSpPr txBox="1"/>
          <p:nvPr/>
        </p:nvSpPr>
        <p:spPr>
          <a:xfrm>
            <a:off x="822960" y="565099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nous</a:t>
            </a:r>
            <a:endParaRPr lang="en-US" sz="1300" dirty="0"/>
          </a:p>
        </p:txBody>
      </p:sp>
      <p:sp>
        <p:nvSpPr>
          <p:cNvPr id="30" name="Text 27"/>
          <p:cNvSpPr txBox="1"/>
          <p:nvPr/>
        </p:nvSpPr>
        <p:spPr>
          <a:xfrm>
            <a:off x="1627632" y="534009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jullie</a:t>
            </a:r>
            <a:endParaRPr lang="en-US" sz="2000" dirty="0"/>
          </a:p>
        </p:txBody>
      </p:sp>
      <p:sp>
        <p:nvSpPr>
          <p:cNvPr id="31" name="Text 28"/>
          <p:cNvSpPr txBox="1"/>
          <p:nvPr/>
        </p:nvSpPr>
        <p:spPr>
          <a:xfrm>
            <a:off x="1627632" y="565099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vous</a:t>
            </a:r>
            <a:endParaRPr lang="en-US" sz="1300" dirty="0"/>
          </a:p>
        </p:txBody>
      </p:sp>
      <p:sp>
        <p:nvSpPr>
          <p:cNvPr id="32" name="Text 29"/>
          <p:cNvSpPr txBox="1"/>
          <p:nvPr/>
        </p:nvSpPr>
        <p:spPr>
          <a:xfrm>
            <a:off x="2432304" y="5340096"/>
            <a:ext cx="804672" cy="310896"/>
          </a:xfrm>
          <a:prstGeom prst="rect">
            <a:avLst/>
          </a:prstGeom>
          <a:noFill/>
          <a:ln/>
        </p:spPr>
        <p:txBody>
          <a:bodyPr wrap="square" lIns="0" tIns="0" rIns="0" bIns="0" rtlCol="0" anchor="ctr"/>
          <a:lstStyle/>
          <a:p>
            <a:pPr algn="l" indent="0" marL="0">
              <a:buNone/>
            </a:pPr>
            <a:r>
              <a:rPr lang="en-US" sz="2000" b="1" dirty="0">
                <a:solidFill>
                  <a:schemeClr val="accent2"/>
                </a:solidFill>
              </a:rPr>
              <a:t>zij</a:t>
            </a:r>
            <a:endParaRPr lang="en-US" sz="2000" dirty="0"/>
          </a:p>
        </p:txBody>
      </p:sp>
      <p:sp>
        <p:nvSpPr>
          <p:cNvPr id="33" name="Text 30"/>
          <p:cNvSpPr txBox="1"/>
          <p:nvPr/>
        </p:nvSpPr>
        <p:spPr>
          <a:xfrm>
            <a:off x="2432304" y="5650992"/>
            <a:ext cx="804672" cy="219456"/>
          </a:xfrm>
          <a:prstGeom prst="rect">
            <a:avLst/>
          </a:prstGeom>
          <a:noFill/>
          <a:ln/>
        </p:spPr>
        <p:txBody>
          <a:bodyPr wrap="square" lIns="0" tIns="0" rIns="0" bIns="0" rtlCol="0" anchor="t"/>
          <a:lstStyle/>
          <a:p>
            <a:pPr algn="l" indent="0" marL="0">
              <a:buNone/>
            </a:pPr>
            <a:r>
              <a:rPr lang="en-US" sz="1300" i="1" dirty="0">
                <a:solidFill>
                  <a:schemeClr val="accent5"/>
                </a:solidFill>
              </a:rPr>
              <a:t>ils, elles</a:t>
            </a:r>
            <a:endParaRPr lang="en-US" sz="1300" dirty="0"/>
          </a:p>
        </p:txBody>
      </p:sp>
      <p:sp>
        <p:nvSpPr>
          <p:cNvPr id="34" name="Text 31"/>
          <p:cNvSpPr txBox="1"/>
          <p:nvPr/>
        </p:nvSpPr>
        <p:spPr>
          <a:xfrm>
            <a:off x="3273552" y="5321808"/>
            <a:ext cx="1755648" cy="566928"/>
          </a:xfrm>
          <a:prstGeom prst="rect">
            <a:avLst/>
          </a:prstGeom>
          <a:noFill/>
          <a:ln/>
        </p:spPr>
        <p:txBody>
          <a:bodyPr wrap="square" lIns="0" tIns="0" rIns="0" bIns="0" rtlCol="0" anchor="ctr"/>
          <a:lstStyle/>
          <a:p>
            <a:pPr algn="l" indent="0" marL="0">
              <a:buNone/>
            </a:pPr>
            <a:r>
              <a:rPr lang="en-US" sz="2600" b="1" dirty="0">
                <a:solidFill>
                  <a:schemeClr val="accent6"/>
                </a:solidFill>
              </a:rPr>
              <a:t>hebben</a:t>
            </a:r>
            <a:endParaRPr lang="en-US" sz="2600" dirty="0"/>
          </a:p>
        </p:txBody>
      </p:sp>
      <p:pic>
        <p:nvPicPr>
          <p:cNvPr id="35" name="Image 0" descr="house with garden">    </p:cNvPr>
          <p:cNvPicPr>
            <a:picLocks noChangeAspect="1"/>
          </p:cNvPicPr>
          <p:nvPr/>
        </p:nvPicPr>
        <p:blipFill>
          <a:blip r:embed="rId1"/>
          <a:stretch>
            <a:fillRect/>
          </a:stretch>
        </p:blipFill>
        <p:spPr>
          <a:xfrm>
            <a:off x="5413248" y="2743200"/>
            <a:ext cx="1143000" cy="1143000"/>
          </a:xfrm>
          <a:prstGeom prst="rect">
            <a:avLst/>
          </a:prstGeom>
        </p:spPr>
      </p:pic>
      <p:sp>
        <p:nvSpPr>
          <p:cNvPr id="36" name="Shape 32"/>
          <p:cNvSpPr/>
          <p:nvPr/>
        </p:nvSpPr>
        <p:spPr>
          <a:xfrm flipV="1">
            <a:off x="6556248" y="2414016"/>
            <a:ext cx="164592" cy="896112"/>
          </a:xfrm>
          <a:prstGeom prst="line">
            <a:avLst/>
          </a:prstGeom>
          <a:noFill/>
          <a:ln w="15875">
            <a:solidFill>
              <a:srgbClr val="4A5A70"/>
            </a:solidFill>
            <a:prstDash val="solid"/>
          </a:ln>
        </p:spPr>
      </p:sp>
      <p:sp>
        <p:nvSpPr>
          <p:cNvPr id="37" name="Shape 33"/>
          <p:cNvSpPr/>
          <p:nvPr/>
        </p:nvSpPr>
        <p:spPr>
          <a:xfrm>
            <a:off x="6720840" y="1536192"/>
            <a:ext cx="1828800" cy="1755648"/>
          </a:xfrm>
          <a:prstGeom prst="roundRect">
            <a:avLst>
              <a:gd name="adj" fmla="val 9375"/>
            </a:avLst>
          </a:prstGeom>
          <a:solidFill>
            <a:schemeClr val="accent2">
              <a:alpha val="12000"/>
            </a:schemeClr>
          </a:solidFill>
          <a:ln w="15875">
            <a:solidFill>
              <a:srgbClr val="2A6FB0"/>
            </a:solidFill>
            <a:prstDash val="solid"/>
          </a:ln>
        </p:spPr>
      </p:sp>
      <p:sp>
        <p:nvSpPr>
          <p:cNvPr id="38" name="Text 34"/>
          <p:cNvSpPr txBox="1"/>
          <p:nvPr/>
        </p:nvSpPr>
        <p:spPr>
          <a:xfrm>
            <a:off x="6885432" y="1536192"/>
            <a:ext cx="1499616" cy="1755648"/>
          </a:xfrm>
          <a:prstGeom prst="rect">
            <a:avLst/>
          </a:prstGeom>
          <a:noFill/>
          <a:ln/>
        </p:spPr>
        <p:txBody>
          <a:bodyPr wrap="square" lIns="0" tIns="0" rIns="0" bIns="0" rtlCol="0" anchor="ctr"/>
          <a:lstStyle/>
          <a:p>
            <a:pPr algn="l" indent="0" marL="0">
              <a:buNone/>
            </a:pPr>
            <a:r>
              <a:rPr lang="en-US" sz="1800" dirty="0">
                <a:solidFill>
                  <a:schemeClr val="tx1"/>
                </a:solidFill>
              </a:rPr>
              <a:t>Heb je broers of zussen?</a:t>
            </a:r>
            <a:endParaRPr lang="en-US" sz="1800" dirty="0"/>
          </a:p>
        </p:txBody>
      </p:sp>
      <p:sp>
        <p:nvSpPr>
          <p:cNvPr id="39" name="Shape 35"/>
          <p:cNvSpPr/>
          <p:nvPr/>
        </p:nvSpPr>
        <p:spPr>
          <a:xfrm>
            <a:off x="8604504" y="1947672"/>
            <a:ext cx="274320" cy="914"/>
          </a:xfrm>
          <a:prstGeom prst="line">
            <a:avLst/>
          </a:prstGeom>
          <a:noFill/>
          <a:ln w="19050">
            <a:solidFill>
              <a:srgbClr val="4A5A70"/>
            </a:solidFill>
            <a:prstDash val="solid"/>
            <a:tailEnd type="triangle"/>
          </a:ln>
        </p:spPr>
      </p:sp>
      <p:sp>
        <p:nvSpPr>
          <p:cNvPr id="40" name="Shape 36"/>
          <p:cNvSpPr/>
          <p:nvPr/>
        </p:nvSpPr>
        <p:spPr>
          <a:xfrm>
            <a:off x="8933688" y="1536192"/>
            <a:ext cx="2706624" cy="822960"/>
          </a:xfrm>
          <a:prstGeom prst="roundRect">
            <a:avLst>
              <a:gd name="adj" fmla="val 20000"/>
            </a:avLst>
          </a:prstGeom>
          <a:solidFill>
            <a:schemeClr val="accent3">
              <a:alpha val="12000"/>
            </a:schemeClr>
          </a:solidFill>
          <a:ln w="15875">
            <a:solidFill>
              <a:srgbClr val="2E7D4F"/>
            </a:solidFill>
            <a:prstDash val="solid"/>
          </a:ln>
        </p:spPr>
      </p:sp>
      <p:sp>
        <p:nvSpPr>
          <p:cNvPr id="41" name="Text 37"/>
          <p:cNvSpPr txBox="1"/>
          <p:nvPr/>
        </p:nvSpPr>
        <p:spPr>
          <a:xfrm>
            <a:off x="9098280" y="1536192"/>
            <a:ext cx="2377440" cy="822960"/>
          </a:xfrm>
          <a:prstGeom prst="rect">
            <a:avLst/>
          </a:prstGeom>
          <a:noFill/>
          <a:ln/>
        </p:spPr>
        <p:txBody>
          <a:bodyPr wrap="square" lIns="0" tIns="0" rIns="0" bIns="0" rtlCol="0" anchor="ctr"/>
          <a:lstStyle/>
          <a:p>
            <a:pPr algn="l" indent="0" marL="0">
              <a:buNone/>
            </a:pPr>
            <a:r>
              <a:rPr lang="en-US" sz="1700" dirty="0">
                <a:solidFill>
                  <a:schemeClr val="tx1"/>
                </a:solidFill>
              </a:rPr>
              <a:t>Ik </a:t>
            </a:r>
            <a:r>
              <a:rPr lang="en-US" sz="1700" b="1" dirty="0">
                <a:solidFill>
                  <a:schemeClr val="accent6"/>
                </a:solidFill>
              </a:rPr>
              <a:t>heb</a:t>
            </a:r>
            <a:r>
              <a:rPr lang="en-US" sz="1700" dirty="0">
                <a:solidFill>
                  <a:schemeClr val="tx1"/>
                </a:solidFill>
              </a:rPr>
              <a:t> een broer en een zus.</a:t>
            </a:r>
            <a:endParaRPr lang="en-US" sz="1700" dirty="0"/>
          </a:p>
        </p:txBody>
      </p:sp>
      <p:sp>
        <p:nvSpPr>
          <p:cNvPr id="42" name="Shape 38"/>
          <p:cNvSpPr/>
          <p:nvPr/>
        </p:nvSpPr>
        <p:spPr>
          <a:xfrm>
            <a:off x="8604504" y="2880360"/>
            <a:ext cx="274320" cy="914"/>
          </a:xfrm>
          <a:prstGeom prst="line">
            <a:avLst/>
          </a:prstGeom>
          <a:noFill/>
          <a:ln w="19050">
            <a:solidFill>
              <a:srgbClr val="4A5A70"/>
            </a:solidFill>
            <a:prstDash val="solid"/>
            <a:tailEnd type="triangle"/>
          </a:ln>
        </p:spPr>
      </p:sp>
      <p:sp>
        <p:nvSpPr>
          <p:cNvPr id="43" name="Shape 39"/>
          <p:cNvSpPr/>
          <p:nvPr/>
        </p:nvSpPr>
        <p:spPr>
          <a:xfrm>
            <a:off x="8933688" y="2468880"/>
            <a:ext cx="2706624" cy="822960"/>
          </a:xfrm>
          <a:prstGeom prst="roundRect">
            <a:avLst>
              <a:gd name="adj" fmla="val 20000"/>
            </a:avLst>
          </a:prstGeom>
          <a:solidFill>
            <a:schemeClr val="accent3">
              <a:alpha val="12000"/>
            </a:schemeClr>
          </a:solidFill>
          <a:ln w="15875">
            <a:solidFill>
              <a:srgbClr val="2E7D4F"/>
            </a:solidFill>
            <a:prstDash val="solid"/>
          </a:ln>
        </p:spPr>
      </p:sp>
      <p:sp>
        <p:nvSpPr>
          <p:cNvPr id="44" name="Text 40"/>
          <p:cNvSpPr txBox="1"/>
          <p:nvPr/>
        </p:nvSpPr>
        <p:spPr>
          <a:xfrm>
            <a:off x="9098280" y="2468880"/>
            <a:ext cx="2377440" cy="822960"/>
          </a:xfrm>
          <a:prstGeom prst="rect">
            <a:avLst/>
          </a:prstGeom>
          <a:noFill/>
          <a:ln/>
        </p:spPr>
        <p:txBody>
          <a:bodyPr wrap="square" lIns="0" tIns="0" rIns="0" bIns="0" rtlCol="0" anchor="ctr"/>
          <a:lstStyle/>
          <a:p>
            <a:pPr algn="l" indent="0" marL="0">
              <a:spcAft>
                <a:spcPts val="600"/>
              </a:spcAft>
              <a:buNone/>
            </a:pPr>
            <a:r>
              <a:rPr lang="en-US" sz="1700" dirty="0">
                <a:solidFill>
                  <a:schemeClr val="tx1"/>
                </a:solidFill>
              </a:rPr>
              <a:t>Ik </a:t>
            </a:r>
            <a:r>
              <a:rPr lang="en-US" sz="1700" b="1" dirty="0">
                <a:solidFill>
                  <a:schemeClr val="accent6"/>
                </a:solidFill>
              </a:rPr>
              <a:t>ben</a:t>
            </a:r>
            <a:r>
              <a:rPr lang="en-US" sz="1700" dirty="0">
                <a:solidFill>
                  <a:schemeClr val="tx1"/>
                </a:solidFill>
              </a:rPr>
              <a:t> enig kind.</a:t>
            </a:r>
            <a:endParaRPr lang="en-US" sz="1700" dirty="0"/>
          </a:p>
          <a:p>
            <a:pPr algn="l" indent="0" marL="0">
              <a:spcAft>
                <a:spcPts val="600"/>
              </a:spcAft>
              <a:buNone/>
            </a:pPr>
            <a:r>
              <a:rPr lang="en-US" sz="1700" i="1" dirty="0">
                <a:solidFill>
                  <a:schemeClr val="tx1"/>
                </a:solidFill>
              </a:rPr>
              <a:t>(Je suis enfant unique.)</a:t>
            </a:r>
            <a:endParaRPr lang="en-US" sz="1700" dirty="0"/>
          </a:p>
        </p:txBody>
      </p:sp>
      <p:sp>
        <p:nvSpPr>
          <p:cNvPr id="45" name="Shape 41"/>
          <p:cNvSpPr/>
          <p:nvPr/>
        </p:nvSpPr>
        <p:spPr>
          <a:xfrm>
            <a:off x="6556248" y="3310128"/>
            <a:ext cx="164592" cy="1088136"/>
          </a:xfrm>
          <a:prstGeom prst="line">
            <a:avLst/>
          </a:prstGeom>
          <a:noFill/>
          <a:ln w="15875">
            <a:solidFill>
              <a:srgbClr val="4A5A70"/>
            </a:solidFill>
            <a:prstDash val="solid"/>
          </a:ln>
        </p:spPr>
      </p:sp>
      <p:sp>
        <p:nvSpPr>
          <p:cNvPr id="46" name="Shape 42"/>
          <p:cNvSpPr/>
          <p:nvPr/>
        </p:nvSpPr>
        <p:spPr>
          <a:xfrm>
            <a:off x="6720840" y="3520440"/>
            <a:ext cx="1828800" cy="1755648"/>
          </a:xfrm>
          <a:prstGeom prst="roundRect">
            <a:avLst>
              <a:gd name="adj" fmla="val 9375"/>
            </a:avLst>
          </a:prstGeom>
          <a:solidFill>
            <a:schemeClr val="accent2">
              <a:alpha val="12000"/>
            </a:schemeClr>
          </a:solidFill>
          <a:ln w="15875">
            <a:solidFill>
              <a:srgbClr val="2A6FB0"/>
            </a:solidFill>
            <a:prstDash val="solid"/>
          </a:ln>
        </p:spPr>
      </p:sp>
      <p:sp>
        <p:nvSpPr>
          <p:cNvPr id="47" name="Text 43"/>
          <p:cNvSpPr txBox="1"/>
          <p:nvPr/>
        </p:nvSpPr>
        <p:spPr>
          <a:xfrm>
            <a:off x="6885432" y="3520440"/>
            <a:ext cx="1499616" cy="1755648"/>
          </a:xfrm>
          <a:prstGeom prst="rect">
            <a:avLst/>
          </a:prstGeom>
          <a:noFill/>
          <a:ln/>
        </p:spPr>
        <p:txBody>
          <a:bodyPr wrap="square" lIns="0" tIns="0" rIns="0" bIns="0" rtlCol="0" anchor="ctr"/>
          <a:lstStyle/>
          <a:p>
            <a:pPr algn="l" indent="0" marL="0">
              <a:buNone/>
            </a:pPr>
            <a:r>
              <a:rPr lang="en-US" sz="1800" dirty="0">
                <a:solidFill>
                  <a:schemeClr val="tx1"/>
                </a:solidFill>
              </a:rPr>
              <a:t>Heb je kinderen?</a:t>
            </a:r>
            <a:endParaRPr lang="en-US" sz="1800" dirty="0"/>
          </a:p>
        </p:txBody>
      </p:sp>
      <p:sp>
        <p:nvSpPr>
          <p:cNvPr id="48" name="Shape 44"/>
          <p:cNvSpPr/>
          <p:nvPr/>
        </p:nvSpPr>
        <p:spPr>
          <a:xfrm>
            <a:off x="8604504" y="3931920"/>
            <a:ext cx="274320" cy="914"/>
          </a:xfrm>
          <a:prstGeom prst="line">
            <a:avLst/>
          </a:prstGeom>
          <a:noFill/>
          <a:ln w="19050">
            <a:solidFill>
              <a:srgbClr val="4A5A70"/>
            </a:solidFill>
            <a:prstDash val="solid"/>
            <a:tailEnd type="triangle"/>
          </a:ln>
        </p:spPr>
      </p:sp>
      <p:sp>
        <p:nvSpPr>
          <p:cNvPr id="49" name="Shape 45"/>
          <p:cNvSpPr/>
          <p:nvPr/>
        </p:nvSpPr>
        <p:spPr>
          <a:xfrm>
            <a:off x="8933688" y="3520440"/>
            <a:ext cx="2706624" cy="822960"/>
          </a:xfrm>
          <a:prstGeom prst="roundRect">
            <a:avLst>
              <a:gd name="adj" fmla="val 20000"/>
            </a:avLst>
          </a:prstGeom>
          <a:solidFill>
            <a:schemeClr val="accent3">
              <a:alpha val="12000"/>
            </a:schemeClr>
          </a:solidFill>
          <a:ln w="15875">
            <a:solidFill>
              <a:srgbClr val="2E7D4F"/>
            </a:solidFill>
            <a:prstDash val="solid"/>
          </a:ln>
        </p:spPr>
      </p:sp>
      <p:sp>
        <p:nvSpPr>
          <p:cNvPr id="50" name="Text 46"/>
          <p:cNvSpPr txBox="1"/>
          <p:nvPr/>
        </p:nvSpPr>
        <p:spPr>
          <a:xfrm>
            <a:off x="9098280" y="3520440"/>
            <a:ext cx="2377440" cy="822960"/>
          </a:xfrm>
          <a:prstGeom prst="rect">
            <a:avLst/>
          </a:prstGeom>
          <a:noFill/>
          <a:ln/>
        </p:spPr>
        <p:txBody>
          <a:bodyPr wrap="square" lIns="0" tIns="0" rIns="0" bIns="0" rtlCol="0" anchor="ctr"/>
          <a:lstStyle/>
          <a:p>
            <a:pPr algn="l" indent="0" marL="0">
              <a:buNone/>
            </a:pPr>
            <a:r>
              <a:rPr lang="en-US" sz="1600" dirty="0">
                <a:solidFill>
                  <a:schemeClr val="tx1"/>
                </a:solidFill>
              </a:rPr>
              <a:t>Ja, ik </a:t>
            </a:r>
            <a:r>
              <a:rPr lang="en-US" sz="1600" b="1" dirty="0">
                <a:solidFill>
                  <a:schemeClr val="accent6"/>
                </a:solidFill>
              </a:rPr>
              <a:t>heb</a:t>
            </a:r>
            <a:r>
              <a:rPr lang="en-US" sz="1600" dirty="0">
                <a:solidFill>
                  <a:schemeClr val="tx1"/>
                </a:solidFill>
              </a:rPr>
              <a:t> twee kinderen: een zoon en een dochter.</a:t>
            </a:r>
            <a:endParaRPr lang="en-US" sz="1600" dirty="0"/>
          </a:p>
        </p:txBody>
      </p:sp>
      <p:sp>
        <p:nvSpPr>
          <p:cNvPr id="51" name="Shape 47"/>
          <p:cNvSpPr/>
          <p:nvPr/>
        </p:nvSpPr>
        <p:spPr>
          <a:xfrm>
            <a:off x="8604504" y="4864608"/>
            <a:ext cx="274320" cy="914"/>
          </a:xfrm>
          <a:prstGeom prst="line">
            <a:avLst/>
          </a:prstGeom>
          <a:noFill/>
          <a:ln w="19050">
            <a:solidFill>
              <a:srgbClr val="4A5A70"/>
            </a:solidFill>
            <a:prstDash val="solid"/>
            <a:tailEnd type="triangle"/>
          </a:ln>
        </p:spPr>
      </p:sp>
      <p:sp>
        <p:nvSpPr>
          <p:cNvPr id="52" name="Shape 48"/>
          <p:cNvSpPr/>
          <p:nvPr/>
        </p:nvSpPr>
        <p:spPr>
          <a:xfrm>
            <a:off x="8933688" y="4453128"/>
            <a:ext cx="2706624" cy="822960"/>
          </a:xfrm>
          <a:prstGeom prst="roundRect">
            <a:avLst>
              <a:gd name="adj" fmla="val 20000"/>
            </a:avLst>
          </a:prstGeom>
          <a:solidFill>
            <a:schemeClr val="accent3">
              <a:alpha val="12000"/>
            </a:schemeClr>
          </a:solidFill>
          <a:ln w="15875">
            <a:solidFill>
              <a:srgbClr val="2E7D4F"/>
            </a:solidFill>
            <a:prstDash val="solid"/>
          </a:ln>
        </p:spPr>
      </p:sp>
      <p:sp>
        <p:nvSpPr>
          <p:cNvPr id="53" name="Text 49"/>
          <p:cNvSpPr txBox="1"/>
          <p:nvPr/>
        </p:nvSpPr>
        <p:spPr>
          <a:xfrm>
            <a:off x="9098280" y="4453128"/>
            <a:ext cx="2377440" cy="822960"/>
          </a:xfrm>
          <a:prstGeom prst="rect">
            <a:avLst/>
          </a:prstGeom>
          <a:noFill/>
          <a:ln/>
        </p:spPr>
        <p:txBody>
          <a:bodyPr wrap="square" lIns="0" tIns="0" rIns="0" bIns="0" rtlCol="0" anchor="ctr"/>
          <a:lstStyle/>
          <a:p>
            <a:pPr algn="l" indent="0" marL="0">
              <a:buNone/>
            </a:pPr>
            <a:r>
              <a:rPr lang="en-US" sz="1700" dirty="0">
                <a:solidFill>
                  <a:schemeClr val="tx1"/>
                </a:solidFill>
              </a:rPr>
              <a:t>Nee, ik </a:t>
            </a:r>
            <a:r>
              <a:rPr lang="en-US" sz="1700" b="1" dirty="0">
                <a:solidFill>
                  <a:schemeClr val="accent6"/>
                </a:solidFill>
              </a:rPr>
              <a:t>heb</a:t>
            </a:r>
            <a:r>
              <a:rPr lang="en-US" sz="1700" dirty="0">
                <a:solidFill>
                  <a:schemeClr val="tx1"/>
                </a:solidFill>
              </a:rPr>
              <a:t> geen kinderen.</a:t>
            </a:r>
            <a:endParaRPr lang="en-US" sz="1700" dirty="0"/>
          </a:p>
        </p:txBody>
      </p:sp>
      <p:sp>
        <p:nvSpPr>
          <p:cNvPr id="54" name="Shape 50"/>
          <p:cNvSpPr/>
          <p:nvPr/>
        </p:nvSpPr>
        <p:spPr>
          <a:xfrm>
            <a:off x="5413248" y="5532120"/>
            <a:ext cx="6227064" cy="731520"/>
          </a:xfrm>
          <a:prstGeom prst="roundRect">
            <a:avLst>
              <a:gd name="adj" fmla="val 10000"/>
            </a:avLst>
          </a:prstGeom>
          <a:solidFill>
            <a:schemeClr val="accent6">
              <a:alpha val="7000"/>
            </a:schemeClr>
          </a:solidFill>
          <a:ln w="12700">
            <a:solidFill>
              <a:srgbClr val="B83227">
                <a:alpha val="60000"/>
              </a:srgbClr>
            </a:solidFill>
            <a:prstDash val="solid"/>
          </a:ln>
        </p:spPr>
      </p:sp>
      <p:sp>
        <p:nvSpPr>
          <p:cNvPr id="55" name="tag"/>
          <p:cNvSpPr/>
          <p:nvPr/>
        </p:nvSpPr>
        <p:spPr>
          <a:xfrm>
            <a:off x="5532120" y="5733288"/>
            <a:ext cx="592379" cy="329184"/>
          </a:xfrm>
          <a:prstGeom prst="roundRect">
            <a:avLst>
              <a:gd name="adj" fmla="val 13889"/>
            </a:avLst>
          </a:prstGeom>
          <a:solidFill>
            <a:schemeClr val="accent6"/>
          </a:solidFill>
          <a:ln/>
        </p:spPr>
        <p:txBody>
          <a:bodyPr wrap="square" lIns="0" tIns="0" rIns="0" bIns="0" rtlCol="0" anchor="ctr"/>
          <a:lstStyle/>
          <a:p>
            <a:pPr algn="ctr" indent="0" marL="0">
              <a:buNone/>
            </a:pPr>
            <a:r>
              <a:rPr lang="en-US" sz="1300" b="1" spc="100" kern="0" dirty="0">
                <a:solidFill>
                  <a:srgbClr val="FFFFFF"/>
                </a:solidFill>
              </a:rPr>
              <a:t>⚠</a:t>
            </a:r>
            <a:endParaRPr lang="en-US" sz="1300" dirty="0"/>
          </a:p>
        </p:txBody>
      </p:sp>
      <p:sp>
        <p:nvSpPr>
          <p:cNvPr id="56" name="Text 52"/>
          <p:cNvSpPr txBox="1"/>
          <p:nvPr/>
        </p:nvSpPr>
        <p:spPr>
          <a:xfrm>
            <a:off x="6217920" y="5532120"/>
            <a:ext cx="1828800" cy="731520"/>
          </a:xfrm>
          <a:prstGeom prst="rect">
            <a:avLst/>
          </a:prstGeom>
          <a:noFill/>
          <a:ln/>
        </p:spPr>
        <p:txBody>
          <a:bodyPr wrap="square" lIns="0" tIns="0" rIns="0" bIns="0" rtlCol="0" anchor="ctr"/>
          <a:lstStyle/>
          <a:p>
            <a:pPr algn="l" indent="0" marL="0">
              <a:buNone/>
            </a:pPr>
            <a:r>
              <a:rPr lang="en-US" sz="1900" dirty="0">
                <a:solidFill>
                  <a:schemeClr val="tx1"/>
                </a:solidFill>
              </a:rPr>
              <a:t>« pas de frère »</a:t>
            </a:r>
            <a:endParaRPr lang="en-US" sz="1900" dirty="0"/>
          </a:p>
        </p:txBody>
      </p:sp>
      <p:sp>
        <p:nvSpPr>
          <p:cNvPr id="57" name="Shape 53"/>
          <p:cNvSpPr/>
          <p:nvPr/>
        </p:nvSpPr>
        <p:spPr>
          <a:xfrm>
            <a:off x="8001000" y="5897880"/>
            <a:ext cx="548640" cy="914"/>
          </a:xfrm>
          <a:prstGeom prst="line">
            <a:avLst/>
          </a:prstGeom>
          <a:noFill/>
          <a:ln w="31750">
            <a:solidFill>
              <a:srgbClr val="B83227"/>
            </a:solidFill>
            <a:prstDash val="solid"/>
            <a:tailEnd type="triangle"/>
          </a:ln>
        </p:spPr>
      </p:sp>
      <p:sp>
        <p:nvSpPr>
          <p:cNvPr id="58" name="Shape 54"/>
          <p:cNvSpPr/>
          <p:nvPr/>
        </p:nvSpPr>
        <p:spPr>
          <a:xfrm>
            <a:off x="8686800" y="5641848"/>
            <a:ext cx="2788920" cy="512064"/>
          </a:xfrm>
          <a:prstGeom prst="roundRect">
            <a:avLst>
              <a:gd name="adj" fmla="val 14286"/>
            </a:avLst>
          </a:prstGeom>
          <a:solidFill>
            <a:schemeClr val="accent3">
              <a:alpha val="12000"/>
            </a:schemeClr>
          </a:solidFill>
          <a:ln w="19050">
            <a:solidFill>
              <a:srgbClr val="2E7D4F"/>
            </a:solidFill>
            <a:prstDash val="solid"/>
          </a:ln>
        </p:spPr>
      </p:sp>
      <p:sp>
        <p:nvSpPr>
          <p:cNvPr id="59" name="Text 55"/>
          <p:cNvSpPr txBox="1"/>
          <p:nvPr/>
        </p:nvSpPr>
        <p:spPr>
          <a:xfrm>
            <a:off x="8686800" y="5641848"/>
            <a:ext cx="2788920" cy="512064"/>
          </a:xfrm>
          <a:prstGeom prst="rect">
            <a:avLst/>
          </a:prstGeom>
          <a:noFill/>
          <a:ln/>
        </p:spPr>
        <p:txBody>
          <a:bodyPr wrap="square" lIns="0" tIns="0" rIns="0" bIns="0" rtlCol="0" anchor="ctr"/>
          <a:lstStyle/>
          <a:p>
            <a:pPr algn="ctr" indent="0" marL="0">
              <a:buNone/>
            </a:pPr>
            <a:r>
              <a:rPr lang="en-US" sz="2200" b="1" dirty="0">
                <a:solidFill>
                  <a:schemeClr val="accent3"/>
                </a:solidFill>
              </a:rPr>
              <a:t>geen</a:t>
            </a:r>
            <a:r>
              <a:rPr lang="en-US" sz="2200" dirty="0">
                <a:solidFill>
                  <a:schemeClr val="tx1"/>
                </a:solidFill>
              </a:rPr>
              <a:t> broer</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Mon état civil — de burgerlijke staat</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Text 2"/>
          <p:cNvSpPr txBox="1"/>
          <p:nvPr/>
        </p:nvSpPr>
        <p:spPr>
          <a:xfrm>
            <a:off x="548640" y="1481328"/>
            <a:ext cx="5486400" cy="411480"/>
          </a:xfrm>
          <a:prstGeom prst="rect">
            <a:avLst/>
          </a:prstGeom>
          <a:noFill/>
          <a:ln/>
        </p:spPr>
        <p:txBody>
          <a:bodyPr wrap="square" lIns="0" tIns="0" rIns="0" bIns="0" rtlCol="0" anchor="ctr"/>
          <a:lstStyle/>
          <a:p>
            <a:pPr algn="l" indent="0" marL="0">
              <a:buNone/>
            </a:pPr>
            <a:r>
              <a:rPr lang="en-US" sz="2200" b="1" i="1" dirty="0">
                <a:solidFill>
                  <a:schemeClr val="tx2"/>
                </a:solidFill>
              </a:rPr>
              <a:t>Ik ben…</a:t>
            </a:r>
            <a:endParaRPr lang="en-US" sz="2200" dirty="0"/>
          </a:p>
        </p:txBody>
      </p:sp>
      <p:sp>
        <p:nvSpPr>
          <p:cNvPr id="6" name="Shape 3"/>
          <p:cNvSpPr/>
          <p:nvPr/>
        </p:nvSpPr>
        <p:spPr>
          <a:xfrm>
            <a:off x="548640" y="1965960"/>
            <a:ext cx="3514344" cy="1691640"/>
          </a:xfrm>
          <a:prstGeom prst="roundRect">
            <a:avLst>
              <a:gd name="adj" fmla="val 4324"/>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7" name="Image 0" descr="person standing">    </p:cNvPr>
          <p:cNvPicPr>
            <a:picLocks noChangeAspect="1"/>
          </p:cNvPicPr>
          <p:nvPr/>
        </p:nvPicPr>
        <p:blipFill>
          <a:blip r:embed="rId1"/>
          <a:stretch>
            <a:fillRect/>
          </a:stretch>
        </p:blipFill>
        <p:spPr>
          <a:xfrm>
            <a:off x="1940052" y="2075688"/>
            <a:ext cx="731520" cy="731520"/>
          </a:xfrm>
          <a:prstGeom prst="rect">
            <a:avLst/>
          </a:prstGeom>
        </p:spPr>
      </p:pic>
      <p:sp>
        <p:nvSpPr>
          <p:cNvPr id="8" name="Text 4"/>
          <p:cNvSpPr txBox="1"/>
          <p:nvPr/>
        </p:nvSpPr>
        <p:spPr>
          <a:xfrm>
            <a:off x="640080" y="2862072"/>
            <a:ext cx="3331464" cy="411480"/>
          </a:xfrm>
          <a:prstGeom prst="rect">
            <a:avLst/>
          </a:prstGeom>
          <a:noFill/>
          <a:ln/>
        </p:spPr>
        <p:txBody>
          <a:bodyPr wrap="square" lIns="0" tIns="0" rIns="0" bIns="0" rtlCol="0" anchor="ctr"/>
          <a:lstStyle/>
          <a:p>
            <a:pPr algn="ctr" indent="0" marL="0">
              <a:buNone/>
            </a:pPr>
            <a:r>
              <a:rPr lang="en-US" sz="1600" b="1" dirty="0">
                <a:solidFill>
                  <a:schemeClr val="tx2"/>
                </a:solidFill>
              </a:rPr>
              <a:t>alleenstaand / vrijgezel</a:t>
            </a:r>
            <a:endParaRPr lang="en-US" sz="1600" dirty="0"/>
          </a:p>
        </p:txBody>
      </p:sp>
      <p:sp>
        <p:nvSpPr>
          <p:cNvPr id="9" name="Text 5"/>
          <p:cNvSpPr txBox="1"/>
          <p:nvPr/>
        </p:nvSpPr>
        <p:spPr>
          <a:xfrm>
            <a:off x="685800" y="3273552"/>
            <a:ext cx="3240024" cy="292608"/>
          </a:xfrm>
          <a:prstGeom prst="rect">
            <a:avLst/>
          </a:prstGeom>
          <a:noFill/>
          <a:ln/>
        </p:spPr>
        <p:txBody>
          <a:bodyPr wrap="square" lIns="0" tIns="0" rIns="0" bIns="0" rtlCol="0" anchor="ctr"/>
          <a:lstStyle/>
          <a:p>
            <a:pPr algn="ctr" indent="0" marL="0">
              <a:buNone/>
            </a:pPr>
            <a:r>
              <a:rPr lang="en-US" sz="1500" i="1" dirty="0">
                <a:solidFill>
                  <a:schemeClr val="accent5"/>
                </a:solidFill>
              </a:rPr>
              <a:t>célibataire</a:t>
            </a:r>
            <a:endParaRPr lang="en-US" sz="1500" dirty="0"/>
          </a:p>
        </p:txBody>
      </p:sp>
      <p:sp>
        <p:nvSpPr>
          <p:cNvPr id="10" name="Shape 6"/>
          <p:cNvSpPr/>
          <p:nvPr/>
        </p:nvSpPr>
        <p:spPr>
          <a:xfrm>
            <a:off x="4337304" y="1965960"/>
            <a:ext cx="3514344" cy="1691640"/>
          </a:xfrm>
          <a:prstGeom prst="roundRect">
            <a:avLst>
              <a:gd name="adj" fmla="val 4324"/>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1" name="Image 1" descr="house with garden">    </p:cNvPr>
          <p:cNvPicPr>
            <a:picLocks noChangeAspect="1"/>
          </p:cNvPicPr>
          <p:nvPr/>
        </p:nvPicPr>
        <p:blipFill>
          <a:blip r:embed="rId2"/>
          <a:stretch>
            <a:fillRect/>
          </a:stretch>
        </p:blipFill>
        <p:spPr>
          <a:xfrm>
            <a:off x="5728716" y="2075688"/>
            <a:ext cx="731520" cy="731520"/>
          </a:xfrm>
          <a:prstGeom prst="rect">
            <a:avLst/>
          </a:prstGeom>
        </p:spPr>
      </p:pic>
      <p:sp>
        <p:nvSpPr>
          <p:cNvPr id="12" name="Text 7"/>
          <p:cNvSpPr txBox="1"/>
          <p:nvPr/>
        </p:nvSpPr>
        <p:spPr>
          <a:xfrm>
            <a:off x="4428744" y="2862072"/>
            <a:ext cx="3331464" cy="411480"/>
          </a:xfrm>
          <a:prstGeom prst="rect">
            <a:avLst/>
          </a:prstGeom>
          <a:noFill/>
          <a:ln/>
        </p:spPr>
        <p:txBody>
          <a:bodyPr wrap="square" lIns="0" tIns="0" rIns="0" bIns="0" rtlCol="0" anchor="ctr"/>
          <a:lstStyle/>
          <a:p>
            <a:pPr algn="ctr" indent="0" marL="0">
              <a:buNone/>
            </a:pPr>
            <a:r>
              <a:rPr lang="en-US" sz="2000" b="1" dirty="0">
                <a:solidFill>
                  <a:schemeClr val="tx2"/>
                </a:solidFill>
              </a:rPr>
              <a:t>samenwonend</a:t>
            </a:r>
            <a:endParaRPr lang="en-US" sz="2000" dirty="0"/>
          </a:p>
        </p:txBody>
      </p:sp>
      <p:sp>
        <p:nvSpPr>
          <p:cNvPr id="13" name="Text 8"/>
          <p:cNvSpPr txBox="1"/>
          <p:nvPr/>
        </p:nvSpPr>
        <p:spPr>
          <a:xfrm>
            <a:off x="4474464" y="3273552"/>
            <a:ext cx="3240024" cy="292608"/>
          </a:xfrm>
          <a:prstGeom prst="rect">
            <a:avLst/>
          </a:prstGeom>
          <a:noFill/>
          <a:ln/>
        </p:spPr>
        <p:txBody>
          <a:bodyPr wrap="square" lIns="0" tIns="0" rIns="0" bIns="0" rtlCol="0" anchor="ctr"/>
          <a:lstStyle/>
          <a:p>
            <a:pPr algn="ctr" indent="0" marL="0">
              <a:buNone/>
            </a:pPr>
            <a:r>
              <a:rPr lang="en-US" sz="1500" i="1" dirty="0">
                <a:solidFill>
                  <a:schemeClr val="accent5"/>
                </a:solidFill>
              </a:rPr>
              <a:t>cohabitant</a:t>
            </a:r>
            <a:endParaRPr lang="en-US" sz="1500" dirty="0"/>
          </a:p>
        </p:txBody>
      </p:sp>
      <p:sp>
        <p:nvSpPr>
          <p:cNvPr id="14" name="Shape 9"/>
          <p:cNvSpPr/>
          <p:nvPr/>
        </p:nvSpPr>
        <p:spPr>
          <a:xfrm>
            <a:off x="8125968" y="1965960"/>
            <a:ext cx="3514344" cy="1691640"/>
          </a:xfrm>
          <a:prstGeom prst="roundRect">
            <a:avLst>
              <a:gd name="adj" fmla="val 4324"/>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5" name="Image 2" descr="wedding">    </p:cNvPr>
          <p:cNvPicPr>
            <a:picLocks noChangeAspect="1"/>
          </p:cNvPicPr>
          <p:nvPr/>
        </p:nvPicPr>
        <p:blipFill>
          <a:blip r:embed="rId3"/>
          <a:stretch>
            <a:fillRect/>
          </a:stretch>
        </p:blipFill>
        <p:spPr>
          <a:xfrm>
            <a:off x="9517380" y="2075688"/>
            <a:ext cx="731520" cy="731520"/>
          </a:xfrm>
          <a:prstGeom prst="rect">
            <a:avLst/>
          </a:prstGeom>
        </p:spPr>
      </p:pic>
      <p:sp>
        <p:nvSpPr>
          <p:cNvPr id="16" name="Text 10"/>
          <p:cNvSpPr txBox="1"/>
          <p:nvPr/>
        </p:nvSpPr>
        <p:spPr>
          <a:xfrm>
            <a:off x="8217408" y="2862072"/>
            <a:ext cx="3331464" cy="411480"/>
          </a:xfrm>
          <a:prstGeom prst="rect">
            <a:avLst/>
          </a:prstGeom>
          <a:noFill/>
          <a:ln/>
        </p:spPr>
        <p:txBody>
          <a:bodyPr wrap="square" lIns="0" tIns="0" rIns="0" bIns="0" rtlCol="0" anchor="ctr"/>
          <a:lstStyle/>
          <a:p>
            <a:pPr algn="ctr" indent="0" marL="0">
              <a:buNone/>
            </a:pPr>
            <a:r>
              <a:rPr lang="en-US" sz="2000" b="1" dirty="0">
                <a:solidFill>
                  <a:schemeClr val="tx2"/>
                </a:solidFill>
              </a:rPr>
              <a:t>getrouwd / gehuwd</a:t>
            </a:r>
            <a:endParaRPr lang="en-US" sz="2000" dirty="0"/>
          </a:p>
        </p:txBody>
      </p:sp>
      <p:sp>
        <p:nvSpPr>
          <p:cNvPr id="17" name="Text 11"/>
          <p:cNvSpPr txBox="1"/>
          <p:nvPr/>
        </p:nvSpPr>
        <p:spPr>
          <a:xfrm>
            <a:off x="8263128" y="3273552"/>
            <a:ext cx="3240024" cy="292608"/>
          </a:xfrm>
          <a:prstGeom prst="rect">
            <a:avLst/>
          </a:prstGeom>
          <a:noFill/>
          <a:ln/>
        </p:spPr>
        <p:txBody>
          <a:bodyPr wrap="square" lIns="0" tIns="0" rIns="0" bIns="0" rtlCol="0" anchor="ctr"/>
          <a:lstStyle/>
          <a:p>
            <a:pPr algn="ctr" indent="0" marL="0">
              <a:buNone/>
            </a:pPr>
            <a:r>
              <a:rPr lang="en-US" sz="1500" i="1" dirty="0">
                <a:solidFill>
                  <a:schemeClr val="accent5"/>
                </a:solidFill>
              </a:rPr>
              <a:t>marié·e</a:t>
            </a:r>
            <a:endParaRPr lang="en-US" sz="1500" dirty="0"/>
          </a:p>
        </p:txBody>
      </p:sp>
      <p:sp>
        <p:nvSpPr>
          <p:cNvPr id="18" name="Shape 12"/>
          <p:cNvSpPr/>
          <p:nvPr/>
        </p:nvSpPr>
        <p:spPr>
          <a:xfrm>
            <a:off x="548640" y="3840480"/>
            <a:ext cx="3514344" cy="1691640"/>
          </a:xfrm>
          <a:prstGeom prst="roundRect">
            <a:avLst>
              <a:gd name="adj" fmla="val 4324"/>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9" name="Image 3" descr="broken heart">    </p:cNvPr>
          <p:cNvPicPr>
            <a:picLocks noChangeAspect="1"/>
          </p:cNvPicPr>
          <p:nvPr/>
        </p:nvPicPr>
        <p:blipFill>
          <a:blip r:embed="rId4"/>
          <a:stretch>
            <a:fillRect/>
          </a:stretch>
        </p:blipFill>
        <p:spPr>
          <a:xfrm>
            <a:off x="1940052" y="3950208"/>
            <a:ext cx="731520" cy="731520"/>
          </a:xfrm>
          <a:prstGeom prst="rect">
            <a:avLst/>
          </a:prstGeom>
        </p:spPr>
      </p:pic>
      <p:sp>
        <p:nvSpPr>
          <p:cNvPr id="20" name="Text 13"/>
          <p:cNvSpPr txBox="1"/>
          <p:nvPr/>
        </p:nvSpPr>
        <p:spPr>
          <a:xfrm>
            <a:off x="640080" y="4736592"/>
            <a:ext cx="3331464" cy="411480"/>
          </a:xfrm>
          <a:prstGeom prst="rect">
            <a:avLst/>
          </a:prstGeom>
          <a:noFill/>
          <a:ln/>
        </p:spPr>
        <p:txBody>
          <a:bodyPr wrap="square" lIns="0" tIns="0" rIns="0" bIns="0" rtlCol="0" anchor="ctr"/>
          <a:lstStyle/>
          <a:p>
            <a:pPr algn="ctr" indent="0" marL="0">
              <a:buNone/>
            </a:pPr>
            <a:r>
              <a:rPr lang="en-US" sz="2000" b="1" dirty="0">
                <a:solidFill>
                  <a:schemeClr val="tx2"/>
                </a:solidFill>
              </a:rPr>
              <a:t>gescheiden</a:t>
            </a:r>
            <a:endParaRPr lang="en-US" sz="2000" dirty="0"/>
          </a:p>
        </p:txBody>
      </p:sp>
      <p:sp>
        <p:nvSpPr>
          <p:cNvPr id="21" name="Text 14"/>
          <p:cNvSpPr txBox="1"/>
          <p:nvPr/>
        </p:nvSpPr>
        <p:spPr>
          <a:xfrm>
            <a:off x="685800" y="5148072"/>
            <a:ext cx="3240024" cy="292608"/>
          </a:xfrm>
          <a:prstGeom prst="rect">
            <a:avLst/>
          </a:prstGeom>
          <a:noFill/>
          <a:ln/>
        </p:spPr>
        <p:txBody>
          <a:bodyPr wrap="square" lIns="0" tIns="0" rIns="0" bIns="0" rtlCol="0" anchor="ctr"/>
          <a:lstStyle/>
          <a:p>
            <a:pPr algn="ctr" indent="0" marL="0">
              <a:buNone/>
            </a:pPr>
            <a:r>
              <a:rPr lang="en-US" sz="1500" i="1" dirty="0">
                <a:solidFill>
                  <a:schemeClr val="accent5"/>
                </a:solidFill>
              </a:rPr>
              <a:t>divorcé·e</a:t>
            </a:r>
            <a:endParaRPr lang="en-US" sz="1500" dirty="0"/>
          </a:p>
        </p:txBody>
      </p:sp>
      <p:sp>
        <p:nvSpPr>
          <p:cNvPr id="22" name="Shape 15"/>
          <p:cNvSpPr/>
          <p:nvPr/>
        </p:nvSpPr>
        <p:spPr>
          <a:xfrm>
            <a:off x="4337304" y="3840480"/>
            <a:ext cx="3514344" cy="1691640"/>
          </a:xfrm>
          <a:prstGeom prst="roundRect">
            <a:avLst>
              <a:gd name="adj" fmla="val 4324"/>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3" name="Image 4" descr="ring">    </p:cNvPr>
          <p:cNvPicPr>
            <a:picLocks noChangeAspect="1"/>
          </p:cNvPicPr>
          <p:nvPr/>
        </p:nvPicPr>
        <p:blipFill>
          <a:blip r:embed="rId5"/>
          <a:stretch>
            <a:fillRect/>
          </a:stretch>
        </p:blipFill>
        <p:spPr>
          <a:xfrm>
            <a:off x="5728716" y="3950208"/>
            <a:ext cx="731520" cy="731520"/>
          </a:xfrm>
          <a:prstGeom prst="rect">
            <a:avLst/>
          </a:prstGeom>
        </p:spPr>
      </p:pic>
      <p:sp>
        <p:nvSpPr>
          <p:cNvPr id="24" name="Text 16"/>
          <p:cNvSpPr txBox="1"/>
          <p:nvPr/>
        </p:nvSpPr>
        <p:spPr>
          <a:xfrm>
            <a:off x="4428744" y="4736592"/>
            <a:ext cx="3331464" cy="411480"/>
          </a:xfrm>
          <a:prstGeom prst="rect">
            <a:avLst/>
          </a:prstGeom>
          <a:noFill/>
          <a:ln/>
        </p:spPr>
        <p:txBody>
          <a:bodyPr wrap="square" lIns="0" tIns="0" rIns="0" bIns="0" rtlCol="0" anchor="ctr"/>
          <a:lstStyle/>
          <a:p>
            <a:pPr algn="ctr" indent="0" marL="0">
              <a:buNone/>
            </a:pPr>
            <a:r>
              <a:rPr lang="en-US" sz="2000" b="1" dirty="0">
                <a:solidFill>
                  <a:schemeClr val="tx2"/>
                </a:solidFill>
              </a:rPr>
              <a:t>verloofd</a:t>
            </a:r>
            <a:endParaRPr lang="en-US" sz="2000" dirty="0"/>
          </a:p>
        </p:txBody>
      </p:sp>
      <p:sp>
        <p:nvSpPr>
          <p:cNvPr id="25" name="Text 17"/>
          <p:cNvSpPr txBox="1"/>
          <p:nvPr/>
        </p:nvSpPr>
        <p:spPr>
          <a:xfrm>
            <a:off x="4474464" y="5148072"/>
            <a:ext cx="3240024" cy="292608"/>
          </a:xfrm>
          <a:prstGeom prst="rect">
            <a:avLst/>
          </a:prstGeom>
          <a:noFill/>
          <a:ln/>
        </p:spPr>
        <p:txBody>
          <a:bodyPr wrap="square" lIns="0" tIns="0" rIns="0" bIns="0" rtlCol="0" anchor="ctr"/>
          <a:lstStyle/>
          <a:p>
            <a:pPr algn="ctr" indent="0" marL="0">
              <a:buNone/>
            </a:pPr>
            <a:r>
              <a:rPr lang="en-US" sz="1500" i="1" dirty="0">
                <a:solidFill>
                  <a:schemeClr val="accent5"/>
                </a:solidFill>
              </a:rPr>
              <a:t>fiancé·e</a:t>
            </a:r>
            <a:endParaRPr lang="en-US" sz="1500" dirty="0"/>
          </a:p>
        </p:txBody>
      </p:sp>
      <p:sp>
        <p:nvSpPr>
          <p:cNvPr id="26" name="Shape 18"/>
          <p:cNvSpPr/>
          <p:nvPr/>
        </p:nvSpPr>
        <p:spPr>
          <a:xfrm>
            <a:off x="8125968" y="3840480"/>
            <a:ext cx="3514344" cy="1691640"/>
          </a:xfrm>
          <a:prstGeom prst="roundRect">
            <a:avLst>
              <a:gd name="adj" fmla="val 4324"/>
            </a:avLst>
          </a:prstGeom>
          <a:solidFill>
            <a:schemeClr val="bg2"/>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7" name="Image 5" descr="wilted flower">    </p:cNvPr>
          <p:cNvPicPr>
            <a:picLocks noChangeAspect="1"/>
          </p:cNvPicPr>
          <p:nvPr/>
        </p:nvPicPr>
        <p:blipFill>
          <a:blip r:embed="rId6"/>
          <a:stretch>
            <a:fillRect/>
          </a:stretch>
        </p:blipFill>
        <p:spPr>
          <a:xfrm>
            <a:off x="9517380" y="3950208"/>
            <a:ext cx="731520" cy="731520"/>
          </a:xfrm>
          <a:prstGeom prst="rect">
            <a:avLst/>
          </a:prstGeom>
        </p:spPr>
      </p:pic>
      <p:sp>
        <p:nvSpPr>
          <p:cNvPr id="28" name="Text 19"/>
          <p:cNvSpPr txBox="1"/>
          <p:nvPr/>
        </p:nvSpPr>
        <p:spPr>
          <a:xfrm>
            <a:off x="8217408" y="4736592"/>
            <a:ext cx="3331464" cy="411480"/>
          </a:xfrm>
          <a:prstGeom prst="rect">
            <a:avLst/>
          </a:prstGeom>
          <a:noFill/>
          <a:ln/>
        </p:spPr>
        <p:txBody>
          <a:bodyPr wrap="square" lIns="0" tIns="0" rIns="0" bIns="0" rtlCol="0" anchor="ctr"/>
          <a:lstStyle/>
          <a:p>
            <a:pPr algn="ctr" indent="0" marL="0">
              <a:buNone/>
            </a:pPr>
            <a:r>
              <a:rPr lang="en-US" sz="2000" b="1" dirty="0">
                <a:solidFill>
                  <a:schemeClr val="tx2"/>
                </a:solidFill>
              </a:rPr>
              <a:t>weduwe / weduwnaar</a:t>
            </a:r>
            <a:endParaRPr lang="en-US" sz="2000" dirty="0"/>
          </a:p>
        </p:txBody>
      </p:sp>
      <p:sp>
        <p:nvSpPr>
          <p:cNvPr id="29" name="Text 20"/>
          <p:cNvSpPr txBox="1"/>
          <p:nvPr/>
        </p:nvSpPr>
        <p:spPr>
          <a:xfrm>
            <a:off x="8263128" y="5148072"/>
            <a:ext cx="3240024" cy="292608"/>
          </a:xfrm>
          <a:prstGeom prst="rect">
            <a:avLst/>
          </a:prstGeom>
          <a:noFill/>
          <a:ln/>
        </p:spPr>
        <p:txBody>
          <a:bodyPr wrap="square" lIns="0" tIns="0" rIns="0" bIns="0" rtlCol="0" anchor="ctr"/>
          <a:lstStyle/>
          <a:p>
            <a:pPr algn="ctr" indent="0" marL="0">
              <a:buNone/>
            </a:pPr>
            <a:r>
              <a:rPr lang="en-US" sz="1500" i="1" dirty="0">
                <a:solidFill>
                  <a:schemeClr val="accent5"/>
                </a:solidFill>
              </a:rPr>
              <a:t>veuve / veuf</a:t>
            </a:r>
            <a:endParaRPr lang="en-US" sz="1500" dirty="0"/>
          </a:p>
        </p:txBody>
      </p:sp>
      <p:sp>
        <p:nvSpPr>
          <p:cNvPr id="30" name="Shape 21"/>
          <p:cNvSpPr/>
          <p:nvPr/>
        </p:nvSpPr>
        <p:spPr>
          <a:xfrm>
            <a:off x="548640" y="5623560"/>
            <a:ext cx="11091672" cy="640080"/>
          </a:xfrm>
          <a:prstGeom prst="roundRect">
            <a:avLst>
              <a:gd name="adj" fmla="val 11429"/>
            </a:avLst>
          </a:prstGeom>
          <a:solidFill>
            <a:schemeClr val="accent6">
              <a:alpha val="7000"/>
            </a:schemeClr>
          </a:solidFill>
          <a:ln w="12700">
            <a:solidFill>
              <a:srgbClr val="B83227">
                <a:alpha val="60000"/>
              </a:srgbClr>
            </a:solidFill>
            <a:prstDash val="solid"/>
          </a:ln>
        </p:spPr>
      </p:sp>
      <p:sp>
        <p:nvSpPr>
          <p:cNvPr id="31" name="tag"/>
          <p:cNvSpPr/>
          <p:nvPr/>
        </p:nvSpPr>
        <p:spPr>
          <a:xfrm>
            <a:off x="731520" y="5788152"/>
            <a:ext cx="123078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32" name="Text 23"/>
          <p:cNvSpPr txBox="1"/>
          <p:nvPr/>
        </p:nvSpPr>
        <p:spPr>
          <a:xfrm>
            <a:off x="2240280" y="5623560"/>
            <a:ext cx="9235440" cy="640080"/>
          </a:xfrm>
          <a:prstGeom prst="rect">
            <a:avLst/>
          </a:prstGeom>
          <a:noFill/>
          <a:ln/>
        </p:spPr>
        <p:txBody>
          <a:bodyPr wrap="square" lIns="0" tIns="0" rIns="0" bIns="0" rtlCol="0" anchor="ctr"/>
          <a:lstStyle/>
          <a:p>
            <a:pPr algn="l" indent="0" marL="0">
              <a:buNone/>
            </a:pPr>
            <a:r>
              <a:rPr lang="en-US" sz="2000" dirty="0">
                <a:solidFill>
                  <a:schemeClr val="tx1"/>
                </a:solidFill>
              </a:rPr>
              <a:t>marié </a:t>
            </a:r>
            <a:r>
              <a:rPr lang="en-US" sz="2000" strike="sngStrike" dirty="0">
                <a:solidFill>
                  <a:schemeClr val="accent6"/>
                </a:solidFill>
              </a:rPr>
              <a:t>à</a:t>
            </a:r>
            <a:r>
              <a:rPr lang="en-US" sz="2000" dirty="0">
                <a:solidFill>
                  <a:schemeClr val="tx1"/>
                </a:solidFill>
              </a:rPr>
              <a:t>  →  </a:t>
            </a:r>
            <a:r>
              <a:rPr lang="en-US" sz="2000" i="1" dirty="0">
                <a:solidFill>
                  <a:schemeClr val="tx1"/>
                </a:solidFill>
              </a:rPr>
              <a:t>Ik ben getrouwd</a:t>
            </a:r>
            <a:r>
              <a:rPr lang="en-US" sz="2000" dirty="0">
                <a:solidFill>
                  <a:schemeClr val="tx1"/>
                </a:solidFill>
              </a:rPr>
              <a:t> </a:t>
            </a:r>
            <a:r>
              <a:rPr lang="en-US" sz="2000" b="1" dirty="0">
                <a:solidFill>
                  <a:schemeClr val="accent3"/>
                </a:solidFill>
              </a:rPr>
              <a:t>met</a:t>
            </a:r>
            <a:r>
              <a:rPr lang="en-US" sz="2000" dirty="0">
                <a:solidFill>
                  <a:schemeClr val="tx1"/>
                </a:solidFill>
              </a:rPr>
              <a:t> </a:t>
            </a:r>
            <a:r>
              <a:rPr lang="en-US" sz="2000" i="1" dirty="0">
                <a:solidFill>
                  <a:schemeClr val="tx1"/>
                </a:solidFill>
              </a:rPr>
              <a:t>Karim.</a:t>
            </a:r>
            <a:r>
              <a:rPr lang="en-US" sz="2000" dirty="0">
                <a:solidFill>
                  <a:schemeClr val="tx1"/>
                </a:solidFill>
              </a:rPr>
              <a:t>   (marié </a:t>
            </a:r>
            <a:r>
              <a:rPr lang="en-US" sz="2000" b="1" dirty="0">
                <a:solidFill>
                  <a:schemeClr val="tx1"/>
                </a:solidFill>
              </a:rPr>
              <a:t>à</a:t>
            </a:r>
            <a:r>
              <a:rPr lang="en-US" sz="2000" dirty="0">
                <a:solidFill>
                  <a:schemeClr val="tx1"/>
                </a:solidFill>
              </a:rPr>
              <a:t> Karim)</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5 verbes de la présentation : la formule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08760"/>
            <a:ext cx="11091672" cy="548640"/>
          </a:xfrm>
          <a:prstGeom prst="roundRect">
            <a:avLst>
              <a:gd name="adj" fmla="val 13333"/>
            </a:avLst>
          </a:prstGeom>
          <a:solidFill>
            <a:schemeClr val="tx2"/>
          </a:solidFill>
          <a:ln w="12700">
            <a:solidFill>
              <a:srgbClr val="FFFFFF">
                <a:alpha val="0"/>
              </a:srgbClr>
            </a:solidFill>
            <a:prstDash val="solid"/>
          </a:ln>
        </p:spPr>
      </p:sp>
      <p:pic>
        <p:nvPicPr>
          <p:cNvPr id="6" name="Image 0" descr="Magic">    </p:cNvPr>
          <p:cNvPicPr>
            <a:picLocks noChangeAspect="1"/>
          </p:cNvPicPr>
          <p:nvPr/>
        </p:nvPicPr>
        <p:blipFill>
          <a:blip r:embed="rId1"/>
          <a:stretch>
            <a:fillRect/>
          </a:stretch>
        </p:blipFill>
        <p:spPr>
          <a:xfrm>
            <a:off x="731520" y="1627632"/>
            <a:ext cx="310896" cy="310896"/>
          </a:xfrm>
          <a:prstGeom prst="rect">
            <a:avLst/>
          </a:prstGeom>
        </p:spPr>
      </p:pic>
      <p:sp>
        <p:nvSpPr>
          <p:cNvPr id="7" name="Text 3"/>
          <p:cNvSpPr txBox="1"/>
          <p:nvPr/>
        </p:nvSpPr>
        <p:spPr>
          <a:xfrm>
            <a:off x="1188720" y="1508760"/>
            <a:ext cx="10332720" cy="548640"/>
          </a:xfrm>
          <a:prstGeom prst="rect">
            <a:avLst/>
          </a:prstGeom>
          <a:noFill/>
          <a:ln/>
        </p:spPr>
        <p:txBody>
          <a:bodyPr wrap="square" lIns="0" tIns="0" rIns="0" bIns="0" rtlCol="0" anchor="ctr"/>
          <a:lstStyle/>
          <a:p>
            <a:pPr algn="l" indent="0" marL="0">
              <a:buNone/>
            </a:pPr>
            <a:r>
              <a:rPr lang="en-US" sz="1800" b="1" dirty="0">
                <a:solidFill>
                  <a:schemeClr val="bg1"/>
                </a:solidFill>
              </a:rPr>
              <a:t>La formule magique</a:t>
            </a:r>
            <a:r>
              <a:rPr lang="en-US" sz="1800" dirty="0">
                <a:solidFill>
                  <a:schemeClr val="bg1"/>
                </a:solidFill>
              </a:rPr>
              <a:t> : ik = radical · jij/hij = radical + </a:t>
            </a:r>
            <a:r>
              <a:rPr lang="en-US" sz="1800" b="1" dirty="0">
                <a:solidFill>
                  <a:schemeClr val="accent1"/>
                </a:solidFill>
              </a:rPr>
              <a:t>t</a:t>
            </a:r>
            <a:r>
              <a:rPr lang="en-US" sz="1800" dirty="0">
                <a:solidFill>
                  <a:schemeClr val="bg1"/>
                </a:solidFill>
              </a:rPr>
              <a:t> · pluriel = infinitif</a:t>
            </a:r>
            <a:endParaRPr lang="en-US" sz="1800" dirty="0"/>
          </a:p>
        </p:txBody>
      </p:sp>
      <p:sp>
        <p:nvSpPr>
          <p:cNvPr id="8" name="Shape 4"/>
          <p:cNvSpPr/>
          <p:nvPr/>
        </p:nvSpPr>
        <p:spPr>
          <a:xfrm>
            <a:off x="3931920" y="2212848"/>
            <a:ext cx="2286000" cy="457200"/>
          </a:xfrm>
          <a:prstGeom prst="roundRect">
            <a:avLst>
              <a:gd name="adj" fmla="val 12000"/>
            </a:avLst>
          </a:prstGeom>
          <a:solidFill>
            <a:srgbClr val="FFFFFF"/>
          </a:solidFill>
          <a:ln w="12700">
            <a:solidFill>
              <a:srgbClr val="D5DCE6"/>
            </a:solidFill>
            <a:prstDash val="solid"/>
          </a:ln>
        </p:spPr>
      </p:sp>
      <p:sp>
        <p:nvSpPr>
          <p:cNvPr id="9" name="Text 5"/>
          <p:cNvSpPr txBox="1"/>
          <p:nvPr/>
        </p:nvSpPr>
        <p:spPr>
          <a:xfrm>
            <a:off x="3931920" y="2212848"/>
            <a:ext cx="2286000" cy="457200"/>
          </a:xfrm>
          <a:prstGeom prst="rect">
            <a:avLst/>
          </a:prstGeom>
          <a:noFill/>
          <a:ln/>
        </p:spPr>
        <p:txBody>
          <a:bodyPr wrap="square" lIns="0" tIns="0" rIns="0" bIns="0" rtlCol="0" anchor="ctr"/>
          <a:lstStyle/>
          <a:p>
            <a:pPr algn="ctr" indent="0" marL="0">
              <a:buNone/>
            </a:pPr>
            <a:r>
              <a:rPr lang="en-US" sz="1800" b="1" dirty="0">
                <a:solidFill>
                  <a:schemeClr val="accent2"/>
                </a:solidFill>
              </a:rPr>
              <a:t>ik</a:t>
            </a:r>
            <a:endParaRPr lang="en-US" sz="1800" dirty="0"/>
          </a:p>
        </p:txBody>
      </p:sp>
      <p:sp>
        <p:nvSpPr>
          <p:cNvPr id="10" name="Shape 6"/>
          <p:cNvSpPr/>
          <p:nvPr/>
        </p:nvSpPr>
        <p:spPr>
          <a:xfrm>
            <a:off x="6355080" y="2212848"/>
            <a:ext cx="2743200" cy="457200"/>
          </a:xfrm>
          <a:prstGeom prst="roundRect">
            <a:avLst>
              <a:gd name="adj" fmla="val 12000"/>
            </a:avLst>
          </a:prstGeom>
          <a:solidFill>
            <a:srgbClr val="DCE9F6"/>
          </a:solidFill>
          <a:ln w="12700">
            <a:solidFill>
              <a:srgbClr val="FFFFFF">
                <a:alpha val="0"/>
              </a:srgbClr>
            </a:solidFill>
            <a:prstDash val="solid"/>
          </a:ln>
        </p:spPr>
      </p:sp>
      <p:sp>
        <p:nvSpPr>
          <p:cNvPr id="11" name="Text 7"/>
          <p:cNvSpPr txBox="1"/>
          <p:nvPr/>
        </p:nvSpPr>
        <p:spPr>
          <a:xfrm>
            <a:off x="6355080" y="2212848"/>
            <a:ext cx="2743200" cy="457200"/>
          </a:xfrm>
          <a:prstGeom prst="rect">
            <a:avLst/>
          </a:prstGeom>
          <a:noFill/>
          <a:ln/>
        </p:spPr>
        <p:txBody>
          <a:bodyPr wrap="square" lIns="0" tIns="0" rIns="0" bIns="0" rtlCol="0" anchor="ctr"/>
          <a:lstStyle/>
          <a:p>
            <a:pPr algn="ctr" indent="0" marL="0">
              <a:buNone/>
            </a:pPr>
            <a:r>
              <a:rPr lang="en-US" sz="1800" b="1" dirty="0">
                <a:solidFill>
                  <a:schemeClr val="accent2"/>
                </a:solidFill>
              </a:rPr>
              <a:t>jij · u · hij · zij</a:t>
            </a:r>
            <a:endParaRPr lang="en-US" sz="1800" dirty="0"/>
          </a:p>
        </p:txBody>
      </p:sp>
      <p:sp>
        <p:nvSpPr>
          <p:cNvPr id="12" name="Shape 8"/>
          <p:cNvSpPr/>
          <p:nvPr/>
        </p:nvSpPr>
        <p:spPr>
          <a:xfrm>
            <a:off x="9235440" y="2212848"/>
            <a:ext cx="2404872" cy="457200"/>
          </a:xfrm>
          <a:prstGeom prst="roundRect">
            <a:avLst>
              <a:gd name="adj" fmla="val 12000"/>
            </a:avLst>
          </a:prstGeom>
          <a:solidFill>
            <a:srgbClr val="E3E7ED"/>
          </a:solidFill>
          <a:ln w="12700">
            <a:solidFill>
              <a:srgbClr val="FFFFFF">
                <a:alpha val="0"/>
              </a:srgbClr>
            </a:solidFill>
            <a:prstDash val="solid"/>
          </a:ln>
        </p:spPr>
      </p:sp>
      <p:sp>
        <p:nvSpPr>
          <p:cNvPr id="13" name="Text 9"/>
          <p:cNvSpPr txBox="1"/>
          <p:nvPr/>
        </p:nvSpPr>
        <p:spPr>
          <a:xfrm>
            <a:off x="9235440" y="2212848"/>
            <a:ext cx="2404872" cy="457200"/>
          </a:xfrm>
          <a:prstGeom prst="rect">
            <a:avLst/>
          </a:prstGeom>
          <a:noFill/>
          <a:ln/>
        </p:spPr>
        <p:txBody>
          <a:bodyPr wrap="square" lIns="0" tIns="0" rIns="0" bIns="0" rtlCol="0" anchor="ctr"/>
          <a:lstStyle/>
          <a:p>
            <a:pPr algn="ctr" indent="0" marL="0">
              <a:buNone/>
            </a:pPr>
            <a:r>
              <a:rPr lang="en-US" sz="1800" b="1" dirty="0">
                <a:solidFill>
                  <a:schemeClr val="accent2"/>
                </a:solidFill>
              </a:rPr>
              <a:t>wij · jullie · zij</a:t>
            </a:r>
            <a:endParaRPr lang="en-US" sz="1800" dirty="0"/>
          </a:p>
        </p:txBody>
      </p:sp>
      <p:sp>
        <p:nvSpPr>
          <p:cNvPr id="14" name="Shape 10"/>
          <p:cNvSpPr/>
          <p:nvPr/>
        </p:nvSpPr>
        <p:spPr>
          <a:xfrm>
            <a:off x="548640" y="2743200"/>
            <a:ext cx="3246120" cy="530352"/>
          </a:xfrm>
          <a:prstGeom prst="roundRect">
            <a:avLst>
              <a:gd name="adj" fmla="val 10345"/>
            </a:avLst>
          </a:prstGeom>
          <a:solidFill>
            <a:schemeClr val="bg2"/>
          </a:solidFill>
          <a:ln w="12700">
            <a:solidFill>
              <a:srgbClr val="FFFFFF">
                <a:alpha val="0"/>
              </a:srgbClr>
            </a:solidFill>
            <a:prstDash val="solid"/>
          </a:ln>
        </p:spPr>
      </p:sp>
      <p:sp>
        <p:nvSpPr>
          <p:cNvPr id="15" name="Shape 11"/>
          <p:cNvSpPr/>
          <p:nvPr/>
        </p:nvSpPr>
        <p:spPr>
          <a:xfrm>
            <a:off x="640080" y="2802636"/>
            <a:ext cx="411480" cy="411480"/>
          </a:xfrm>
          <a:prstGeom prst="ellipse">
            <a:avLst/>
          </a:prstGeom>
          <a:solidFill>
            <a:schemeClr val="accent2"/>
          </a:solidFill>
          <a:ln w="12700">
            <a:solidFill>
              <a:srgbClr val="FFFFFF">
                <a:alpha val="0"/>
              </a:srgbClr>
            </a:solidFill>
            <a:prstDash val="solid"/>
          </a:ln>
        </p:spPr>
      </p:sp>
      <p:pic>
        <p:nvPicPr>
          <p:cNvPr id="16" name="Image 1" descr="IdCard">    </p:cNvPr>
          <p:cNvPicPr>
            <a:picLocks noChangeAspect="1"/>
          </p:cNvPicPr>
          <p:nvPr/>
        </p:nvPicPr>
        <p:blipFill>
          <a:blip r:embed="rId2"/>
          <a:stretch>
            <a:fillRect/>
          </a:stretch>
        </p:blipFill>
        <p:spPr>
          <a:xfrm>
            <a:off x="738835" y="2901391"/>
            <a:ext cx="213970" cy="213970"/>
          </a:xfrm>
          <a:prstGeom prst="rect">
            <a:avLst/>
          </a:prstGeom>
        </p:spPr>
      </p:pic>
      <p:sp>
        <p:nvSpPr>
          <p:cNvPr id="17" name="Text 12"/>
          <p:cNvSpPr txBox="1"/>
          <p:nvPr/>
        </p:nvSpPr>
        <p:spPr>
          <a:xfrm>
            <a:off x="1152144" y="2743200"/>
            <a:ext cx="1371600" cy="530352"/>
          </a:xfrm>
          <a:prstGeom prst="rect">
            <a:avLst/>
          </a:prstGeom>
          <a:noFill/>
          <a:ln/>
        </p:spPr>
        <p:txBody>
          <a:bodyPr wrap="square" lIns="0" tIns="0" rIns="0" bIns="0" rtlCol="0" anchor="ctr"/>
          <a:lstStyle/>
          <a:p>
            <a:pPr algn="l" indent="0" marL="0">
              <a:buNone/>
            </a:pPr>
            <a:r>
              <a:rPr lang="en-US" sz="2100" b="1" dirty="0">
                <a:solidFill>
                  <a:schemeClr val="tx2"/>
                </a:solidFill>
              </a:rPr>
              <a:t>heten</a:t>
            </a:r>
            <a:endParaRPr lang="en-US" sz="2100" dirty="0"/>
          </a:p>
        </p:txBody>
      </p:sp>
      <p:sp>
        <p:nvSpPr>
          <p:cNvPr id="18" name="Text 13"/>
          <p:cNvSpPr txBox="1"/>
          <p:nvPr/>
        </p:nvSpPr>
        <p:spPr>
          <a:xfrm>
            <a:off x="2514600" y="2743200"/>
            <a:ext cx="1280160" cy="530352"/>
          </a:xfrm>
          <a:prstGeom prst="rect">
            <a:avLst/>
          </a:prstGeom>
          <a:noFill/>
          <a:ln/>
        </p:spPr>
        <p:txBody>
          <a:bodyPr wrap="square" lIns="0" tIns="0" rIns="0" bIns="0" rtlCol="0" anchor="ctr"/>
          <a:lstStyle/>
          <a:p>
            <a:pPr algn="l" indent="0" marL="0">
              <a:buNone/>
            </a:pPr>
            <a:r>
              <a:rPr lang="en-US" sz="1400" i="1" dirty="0">
                <a:solidFill>
                  <a:schemeClr val="accent5"/>
                </a:solidFill>
              </a:rPr>
              <a:t>(s’appeler)</a:t>
            </a:r>
            <a:endParaRPr lang="en-US" sz="1400" dirty="0"/>
          </a:p>
        </p:txBody>
      </p:sp>
      <p:sp>
        <p:nvSpPr>
          <p:cNvPr id="19" name="Shape 14"/>
          <p:cNvSpPr/>
          <p:nvPr/>
        </p:nvSpPr>
        <p:spPr>
          <a:xfrm>
            <a:off x="3931920" y="2743200"/>
            <a:ext cx="2286000" cy="530352"/>
          </a:xfrm>
          <a:prstGeom prst="roundRect">
            <a:avLst>
              <a:gd name="adj" fmla="val 10345"/>
            </a:avLst>
          </a:prstGeom>
          <a:solidFill>
            <a:srgbClr val="FFFFFF"/>
          </a:solidFill>
          <a:ln w="12700">
            <a:solidFill>
              <a:srgbClr val="D5DCE6"/>
            </a:solidFill>
            <a:prstDash val="solid"/>
          </a:ln>
        </p:spPr>
      </p:sp>
      <p:sp>
        <p:nvSpPr>
          <p:cNvPr id="20" name="Text 15"/>
          <p:cNvSpPr txBox="1"/>
          <p:nvPr/>
        </p:nvSpPr>
        <p:spPr>
          <a:xfrm>
            <a:off x="3931920" y="2743200"/>
            <a:ext cx="2286000" cy="530352"/>
          </a:xfrm>
          <a:prstGeom prst="rect">
            <a:avLst/>
          </a:prstGeom>
          <a:noFill/>
          <a:ln/>
        </p:spPr>
        <p:txBody>
          <a:bodyPr wrap="square" lIns="0" tIns="0" rIns="0" bIns="0" rtlCol="0" anchor="ctr"/>
          <a:lstStyle/>
          <a:p>
            <a:pPr algn="ctr" indent="0" marL="0">
              <a:buNone/>
            </a:pPr>
            <a:r>
              <a:rPr lang="en-US" sz="2400" b="1" dirty="0">
                <a:solidFill>
                  <a:schemeClr val="tx1"/>
                </a:solidFill>
              </a:rPr>
              <a:t>heet</a:t>
            </a:r>
            <a:endParaRPr lang="en-US" sz="2400" dirty="0"/>
          </a:p>
        </p:txBody>
      </p:sp>
      <p:sp>
        <p:nvSpPr>
          <p:cNvPr id="21" name="Shape 16"/>
          <p:cNvSpPr/>
          <p:nvPr/>
        </p:nvSpPr>
        <p:spPr>
          <a:xfrm>
            <a:off x="6355080" y="2743200"/>
            <a:ext cx="2743200" cy="530352"/>
          </a:xfrm>
          <a:prstGeom prst="roundRect">
            <a:avLst>
              <a:gd name="adj" fmla="val 10345"/>
            </a:avLst>
          </a:prstGeom>
          <a:solidFill>
            <a:srgbClr val="DCE9F6"/>
          </a:solidFill>
          <a:ln w="12700">
            <a:solidFill>
              <a:srgbClr val="FFFFFF">
                <a:alpha val="0"/>
              </a:srgbClr>
            </a:solidFill>
            <a:prstDash val="solid"/>
          </a:ln>
        </p:spPr>
      </p:sp>
      <p:sp>
        <p:nvSpPr>
          <p:cNvPr id="22" name="Text 17"/>
          <p:cNvSpPr txBox="1"/>
          <p:nvPr/>
        </p:nvSpPr>
        <p:spPr>
          <a:xfrm>
            <a:off x="6355080" y="2743200"/>
            <a:ext cx="2743200" cy="530352"/>
          </a:xfrm>
          <a:prstGeom prst="rect">
            <a:avLst/>
          </a:prstGeom>
          <a:noFill/>
          <a:ln/>
        </p:spPr>
        <p:txBody>
          <a:bodyPr wrap="square" lIns="0" tIns="0" rIns="0" bIns="0" rtlCol="0" anchor="ctr"/>
          <a:lstStyle/>
          <a:p>
            <a:pPr algn="ctr" indent="0" marL="0">
              <a:buNone/>
            </a:pPr>
            <a:r>
              <a:rPr lang="en-US" sz="2400" b="1" dirty="0">
                <a:solidFill>
                  <a:schemeClr val="tx1"/>
                </a:solidFill>
              </a:rPr>
              <a:t>heet</a:t>
            </a:r>
            <a:endParaRPr lang="en-US" sz="2400" dirty="0"/>
          </a:p>
        </p:txBody>
      </p:sp>
      <p:sp>
        <p:nvSpPr>
          <p:cNvPr id="23" name="Shape 18"/>
          <p:cNvSpPr/>
          <p:nvPr/>
        </p:nvSpPr>
        <p:spPr>
          <a:xfrm>
            <a:off x="9235440" y="2743200"/>
            <a:ext cx="2404872" cy="530352"/>
          </a:xfrm>
          <a:prstGeom prst="roundRect">
            <a:avLst>
              <a:gd name="adj" fmla="val 10345"/>
            </a:avLst>
          </a:prstGeom>
          <a:solidFill>
            <a:srgbClr val="E3E7ED"/>
          </a:solidFill>
          <a:ln w="12700">
            <a:solidFill>
              <a:srgbClr val="FFFFFF">
                <a:alpha val="0"/>
              </a:srgbClr>
            </a:solidFill>
            <a:prstDash val="solid"/>
          </a:ln>
        </p:spPr>
      </p:sp>
      <p:sp>
        <p:nvSpPr>
          <p:cNvPr id="24" name="Text 19"/>
          <p:cNvSpPr txBox="1"/>
          <p:nvPr/>
        </p:nvSpPr>
        <p:spPr>
          <a:xfrm>
            <a:off x="9235440" y="2743200"/>
            <a:ext cx="2404872" cy="530352"/>
          </a:xfrm>
          <a:prstGeom prst="rect">
            <a:avLst/>
          </a:prstGeom>
          <a:noFill/>
          <a:ln/>
        </p:spPr>
        <p:txBody>
          <a:bodyPr wrap="square" lIns="0" tIns="0" rIns="0" bIns="0" rtlCol="0" anchor="ctr"/>
          <a:lstStyle/>
          <a:p>
            <a:pPr algn="ctr" indent="0" marL="0">
              <a:buNone/>
            </a:pPr>
            <a:r>
              <a:rPr lang="en-US" sz="2400" b="1" dirty="0">
                <a:solidFill>
                  <a:schemeClr val="tx1"/>
                </a:solidFill>
              </a:rPr>
              <a:t>heten</a:t>
            </a:r>
            <a:endParaRPr lang="en-US" sz="2400" dirty="0"/>
          </a:p>
        </p:txBody>
      </p:sp>
      <p:sp>
        <p:nvSpPr>
          <p:cNvPr id="25" name="Shape 20"/>
          <p:cNvSpPr/>
          <p:nvPr/>
        </p:nvSpPr>
        <p:spPr>
          <a:xfrm>
            <a:off x="548640" y="3328416"/>
            <a:ext cx="3246120" cy="530352"/>
          </a:xfrm>
          <a:prstGeom prst="roundRect">
            <a:avLst>
              <a:gd name="adj" fmla="val 10345"/>
            </a:avLst>
          </a:prstGeom>
          <a:solidFill>
            <a:schemeClr val="bg2"/>
          </a:solidFill>
          <a:ln w="12700">
            <a:solidFill>
              <a:srgbClr val="FFFFFF">
                <a:alpha val="0"/>
              </a:srgbClr>
            </a:solidFill>
            <a:prstDash val="solid"/>
          </a:ln>
        </p:spPr>
      </p:sp>
      <p:sp>
        <p:nvSpPr>
          <p:cNvPr id="26" name="Shape 21"/>
          <p:cNvSpPr/>
          <p:nvPr/>
        </p:nvSpPr>
        <p:spPr>
          <a:xfrm>
            <a:off x="640080" y="3387852"/>
            <a:ext cx="411480" cy="411480"/>
          </a:xfrm>
          <a:prstGeom prst="ellipse">
            <a:avLst/>
          </a:prstGeom>
          <a:solidFill>
            <a:schemeClr val="accent3"/>
          </a:solidFill>
          <a:ln w="12700">
            <a:solidFill>
              <a:srgbClr val="FFFFFF">
                <a:alpha val="0"/>
              </a:srgbClr>
            </a:solidFill>
            <a:prstDash val="solid"/>
          </a:ln>
        </p:spPr>
      </p:sp>
      <p:pic>
        <p:nvPicPr>
          <p:cNvPr id="27" name="Image 2" descr="Home">    </p:cNvPr>
          <p:cNvPicPr>
            <a:picLocks noChangeAspect="1"/>
          </p:cNvPicPr>
          <p:nvPr/>
        </p:nvPicPr>
        <p:blipFill>
          <a:blip r:embed="rId3"/>
          <a:stretch>
            <a:fillRect/>
          </a:stretch>
        </p:blipFill>
        <p:spPr>
          <a:xfrm>
            <a:off x="738835" y="3486607"/>
            <a:ext cx="213970" cy="213970"/>
          </a:xfrm>
          <a:prstGeom prst="rect">
            <a:avLst/>
          </a:prstGeom>
        </p:spPr>
      </p:pic>
      <p:sp>
        <p:nvSpPr>
          <p:cNvPr id="28" name="Text 22"/>
          <p:cNvSpPr txBox="1"/>
          <p:nvPr/>
        </p:nvSpPr>
        <p:spPr>
          <a:xfrm>
            <a:off x="1152144" y="3328416"/>
            <a:ext cx="1371600" cy="530352"/>
          </a:xfrm>
          <a:prstGeom prst="rect">
            <a:avLst/>
          </a:prstGeom>
          <a:noFill/>
          <a:ln/>
        </p:spPr>
        <p:txBody>
          <a:bodyPr wrap="square" lIns="0" tIns="0" rIns="0" bIns="0" rtlCol="0" anchor="ctr"/>
          <a:lstStyle/>
          <a:p>
            <a:pPr algn="l" indent="0" marL="0">
              <a:buNone/>
            </a:pPr>
            <a:r>
              <a:rPr lang="en-US" sz="2100" b="1" dirty="0">
                <a:solidFill>
                  <a:schemeClr val="tx2"/>
                </a:solidFill>
              </a:rPr>
              <a:t>wonen</a:t>
            </a:r>
            <a:endParaRPr lang="en-US" sz="2100" dirty="0"/>
          </a:p>
        </p:txBody>
      </p:sp>
      <p:sp>
        <p:nvSpPr>
          <p:cNvPr id="29" name="Text 23"/>
          <p:cNvSpPr txBox="1"/>
          <p:nvPr/>
        </p:nvSpPr>
        <p:spPr>
          <a:xfrm>
            <a:off x="2514600" y="3328416"/>
            <a:ext cx="1280160" cy="530352"/>
          </a:xfrm>
          <a:prstGeom prst="rect">
            <a:avLst/>
          </a:prstGeom>
          <a:noFill/>
          <a:ln/>
        </p:spPr>
        <p:txBody>
          <a:bodyPr wrap="square" lIns="0" tIns="0" rIns="0" bIns="0" rtlCol="0" anchor="ctr"/>
          <a:lstStyle/>
          <a:p>
            <a:pPr algn="l" indent="0" marL="0">
              <a:buNone/>
            </a:pPr>
            <a:r>
              <a:rPr lang="en-US" sz="1400" i="1" dirty="0">
                <a:solidFill>
                  <a:schemeClr val="accent5"/>
                </a:solidFill>
              </a:rPr>
              <a:t>(habiter)</a:t>
            </a:r>
            <a:endParaRPr lang="en-US" sz="1400" dirty="0"/>
          </a:p>
        </p:txBody>
      </p:sp>
      <p:sp>
        <p:nvSpPr>
          <p:cNvPr id="30" name="Shape 24"/>
          <p:cNvSpPr/>
          <p:nvPr/>
        </p:nvSpPr>
        <p:spPr>
          <a:xfrm>
            <a:off x="3931920" y="3328416"/>
            <a:ext cx="2286000" cy="530352"/>
          </a:xfrm>
          <a:prstGeom prst="roundRect">
            <a:avLst>
              <a:gd name="adj" fmla="val 10345"/>
            </a:avLst>
          </a:prstGeom>
          <a:solidFill>
            <a:srgbClr val="FFFFFF"/>
          </a:solidFill>
          <a:ln w="12700">
            <a:solidFill>
              <a:srgbClr val="D5DCE6"/>
            </a:solidFill>
            <a:prstDash val="solid"/>
          </a:ln>
        </p:spPr>
      </p:sp>
      <p:sp>
        <p:nvSpPr>
          <p:cNvPr id="31" name="Text 25"/>
          <p:cNvSpPr txBox="1"/>
          <p:nvPr/>
        </p:nvSpPr>
        <p:spPr>
          <a:xfrm>
            <a:off x="3931920" y="3328416"/>
            <a:ext cx="2286000" cy="530352"/>
          </a:xfrm>
          <a:prstGeom prst="rect">
            <a:avLst/>
          </a:prstGeom>
          <a:noFill/>
          <a:ln/>
        </p:spPr>
        <p:txBody>
          <a:bodyPr wrap="square" lIns="0" tIns="0" rIns="0" bIns="0" rtlCol="0" anchor="ctr"/>
          <a:lstStyle/>
          <a:p>
            <a:pPr algn="ctr" indent="0" marL="0">
              <a:buNone/>
            </a:pPr>
            <a:r>
              <a:rPr lang="en-US" sz="2400" b="1" dirty="0">
                <a:solidFill>
                  <a:schemeClr val="tx1"/>
                </a:solidFill>
              </a:rPr>
              <a:t>woon</a:t>
            </a:r>
            <a:endParaRPr lang="en-US" sz="2400" dirty="0"/>
          </a:p>
        </p:txBody>
      </p:sp>
      <p:sp>
        <p:nvSpPr>
          <p:cNvPr id="32" name="Shape 26"/>
          <p:cNvSpPr/>
          <p:nvPr/>
        </p:nvSpPr>
        <p:spPr>
          <a:xfrm>
            <a:off x="6355080" y="3328416"/>
            <a:ext cx="2743200" cy="530352"/>
          </a:xfrm>
          <a:prstGeom prst="roundRect">
            <a:avLst>
              <a:gd name="adj" fmla="val 10345"/>
            </a:avLst>
          </a:prstGeom>
          <a:solidFill>
            <a:srgbClr val="DCE9F6"/>
          </a:solidFill>
          <a:ln w="12700">
            <a:solidFill>
              <a:srgbClr val="FFFFFF">
                <a:alpha val="0"/>
              </a:srgbClr>
            </a:solidFill>
            <a:prstDash val="solid"/>
          </a:ln>
        </p:spPr>
      </p:sp>
      <p:sp>
        <p:nvSpPr>
          <p:cNvPr id="33" name="Text 27"/>
          <p:cNvSpPr txBox="1"/>
          <p:nvPr/>
        </p:nvSpPr>
        <p:spPr>
          <a:xfrm>
            <a:off x="6355080" y="3328416"/>
            <a:ext cx="2743200" cy="530352"/>
          </a:xfrm>
          <a:prstGeom prst="rect">
            <a:avLst/>
          </a:prstGeom>
          <a:noFill/>
          <a:ln/>
        </p:spPr>
        <p:txBody>
          <a:bodyPr wrap="square" lIns="0" tIns="0" rIns="0" bIns="0" rtlCol="0" anchor="ctr"/>
          <a:lstStyle/>
          <a:p>
            <a:pPr algn="ctr" indent="0" marL="0">
              <a:buNone/>
            </a:pPr>
            <a:r>
              <a:rPr lang="en-US" sz="2400" b="1" dirty="0">
                <a:solidFill>
                  <a:schemeClr val="tx1"/>
                </a:solidFill>
              </a:rPr>
              <a:t>woon</a:t>
            </a:r>
            <a:r>
              <a:rPr lang="en-US" sz="2400" b="1" dirty="0">
                <a:solidFill>
                  <a:schemeClr val="accent1"/>
                </a:solidFill>
              </a:rPr>
              <a:t>t</a:t>
            </a:r>
            <a:endParaRPr lang="en-US" sz="2400" dirty="0"/>
          </a:p>
        </p:txBody>
      </p:sp>
      <p:sp>
        <p:nvSpPr>
          <p:cNvPr id="34" name="Shape 28"/>
          <p:cNvSpPr/>
          <p:nvPr/>
        </p:nvSpPr>
        <p:spPr>
          <a:xfrm>
            <a:off x="9235440" y="3328416"/>
            <a:ext cx="2404872" cy="530352"/>
          </a:xfrm>
          <a:prstGeom prst="roundRect">
            <a:avLst>
              <a:gd name="adj" fmla="val 10345"/>
            </a:avLst>
          </a:prstGeom>
          <a:solidFill>
            <a:srgbClr val="E3E7ED"/>
          </a:solidFill>
          <a:ln w="12700">
            <a:solidFill>
              <a:srgbClr val="FFFFFF">
                <a:alpha val="0"/>
              </a:srgbClr>
            </a:solidFill>
            <a:prstDash val="solid"/>
          </a:ln>
        </p:spPr>
      </p:sp>
      <p:sp>
        <p:nvSpPr>
          <p:cNvPr id="35" name="Text 29"/>
          <p:cNvSpPr txBox="1"/>
          <p:nvPr/>
        </p:nvSpPr>
        <p:spPr>
          <a:xfrm>
            <a:off x="9235440" y="3328416"/>
            <a:ext cx="2404872" cy="530352"/>
          </a:xfrm>
          <a:prstGeom prst="rect">
            <a:avLst/>
          </a:prstGeom>
          <a:noFill/>
          <a:ln/>
        </p:spPr>
        <p:txBody>
          <a:bodyPr wrap="square" lIns="0" tIns="0" rIns="0" bIns="0" rtlCol="0" anchor="ctr"/>
          <a:lstStyle/>
          <a:p>
            <a:pPr algn="ctr" indent="0" marL="0">
              <a:buNone/>
            </a:pPr>
            <a:r>
              <a:rPr lang="en-US" sz="2400" b="1" dirty="0">
                <a:solidFill>
                  <a:schemeClr val="tx1"/>
                </a:solidFill>
              </a:rPr>
              <a:t>wonen</a:t>
            </a:r>
            <a:endParaRPr lang="en-US" sz="2400" dirty="0"/>
          </a:p>
        </p:txBody>
      </p:sp>
      <p:sp>
        <p:nvSpPr>
          <p:cNvPr id="36" name="Shape 30"/>
          <p:cNvSpPr/>
          <p:nvPr/>
        </p:nvSpPr>
        <p:spPr>
          <a:xfrm>
            <a:off x="548640" y="3913632"/>
            <a:ext cx="3246120" cy="530352"/>
          </a:xfrm>
          <a:prstGeom prst="roundRect">
            <a:avLst>
              <a:gd name="adj" fmla="val 10345"/>
            </a:avLst>
          </a:prstGeom>
          <a:solidFill>
            <a:schemeClr val="bg2"/>
          </a:solidFill>
          <a:ln w="12700">
            <a:solidFill>
              <a:srgbClr val="FFFFFF">
                <a:alpha val="0"/>
              </a:srgbClr>
            </a:solidFill>
            <a:prstDash val="solid"/>
          </a:ln>
        </p:spPr>
      </p:sp>
      <p:sp>
        <p:nvSpPr>
          <p:cNvPr id="37" name="Shape 31"/>
          <p:cNvSpPr/>
          <p:nvPr/>
        </p:nvSpPr>
        <p:spPr>
          <a:xfrm>
            <a:off x="640080" y="3973068"/>
            <a:ext cx="411480" cy="411480"/>
          </a:xfrm>
          <a:prstGeom prst="ellipse">
            <a:avLst/>
          </a:prstGeom>
          <a:solidFill>
            <a:schemeClr val="tx2"/>
          </a:solidFill>
          <a:ln w="12700">
            <a:solidFill>
              <a:srgbClr val="FFFFFF">
                <a:alpha val="0"/>
              </a:srgbClr>
            </a:solidFill>
            <a:prstDash val="solid"/>
          </a:ln>
        </p:spPr>
      </p:sp>
      <p:pic>
        <p:nvPicPr>
          <p:cNvPr id="38" name="Image 3" descr="GlobeEurope">    </p:cNvPr>
          <p:cNvPicPr>
            <a:picLocks noChangeAspect="1"/>
          </p:cNvPicPr>
          <p:nvPr/>
        </p:nvPicPr>
        <p:blipFill>
          <a:blip r:embed="rId4"/>
          <a:stretch>
            <a:fillRect/>
          </a:stretch>
        </p:blipFill>
        <p:spPr>
          <a:xfrm>
            <a:off x="738835" y="4071823"/>
            <a:ext cx="213970" cy="213970"/>
          </a:xfrm>
          <a:prstGeom prst="rect">
            <a:avLst/>
          </a:prstGeom>
        </p:spPr>
      </p:pic>
      <p:sp>
        <p:nvSpPr>
          <p:cNvPr id="39" name="Text 32"/>
          <p:cNvSpPr txBox="1"/>
          <p:nvPr/>
        </p:nvSpPr>
        <p:spPr>
          <a:xfrm>
            <a:off x="1152144" y="3913632"/>
            <a:ext cx="1371600" cy="530352"/>
          </a:xfrm>
          <a:prstGeom prst="rect">
            <a:avLst/>
          </a:prstGeom>
          <a:noFill/>
          <a:ln/>
        </p:spPr>
        <p:txBody>
          <a:bodyPr wrap="square" lIns="0" tIns="0" rIns="0" bIns="0" rtlCol="0" anchor="ctr"/>
          <a:lstStyle/>
          <a:p>
            <a:pPr algn="l" indent="0" marL="0">
              <a:buNone/>
            </a:pPr>
            <a:r>
              <a:rPr lang="en-US" sz="2100" b="1" dirty="0">
                <a:solidFill>
                  <a:schemeClr val="tx2"/>
                </a:solidFill>
              </a:rPr>
              <a:t>komen</a:t>
            </a:r>
            <a:endParaRPr lang="en-US" sz="2100" dirty="0"/>
          </a:p>
        </p:txBody>
      </p:sp>
      <p:sp>
        <p:nvSpPr>
          <p:cNvPr id="40" name="Text 33"/>
          <p:cNvSpPr txBox="1"/>
          <p:nvPr/>
        </p:nvSpPr>
        <p:spPr>
          <a:xfrm>
            <a:off x="2514600" y="3913632"/>
            <a:ext cx="1280160" cy="530352"/>
          </a:xfrm>
          <a:prstGeom prst="rect">
            <a:avLst/>
          </a:prstGeom>
          <a:noFill/>
          <a:ln/>
        </p:spPr>
        <p:txBody>
          <a:bodyPr wrap="square" lIns="0" tIns="0" rIns="0" bIns="0" rtlCol="0" anchor="ctr"/>
          <a:lstStyle/>
          <a:p>
            <a:pPr algn="l" indent="0" marL="0">
              <a:buNone/>
            </a:pPr>
            <a:r>
              <a:rPr lang="en-US" sz="1400" i="1" dirty="0">
                <a:solidFill>
                  <a:schemeClr val="accent5"/>
                </a:solidFill>
              </a:rPr>
              <a:t>(venir)</a:t>
            </a:r>
            <a:endParaRPr lang="en-US" sz="1400" dirty="0"/>
          </a:p>
        </p:txBody>
      </p:sp>
      <p:sp>
        <p:nvSpPr>
          <p:cNvPr id="41" name="Shape 34"/>
          <p:cNvSpPr/>
          <p:nvPr/>
        </p:nvSpPr>
        <p:spPr>
          <a:xfrm>
            <a:off x="3931920" y="3913632"/>
            <a:ext cx="2286000" cy="530352"/>
          </a:xfrm>
          <a:prstGeom prst="roundRect">
            <a:avLst>
              <a:gd name="adj" fmla="val 10345"/>
            </a:avLst>
          </a:prstGeom>
          <a:solidFill>
            <a:srgbClr val="FFFFFF"/>
          </a:solidFill>
          <a:ln w="12700">
            <a:solidFill>
              <a:srgbClr val="D5DCE6"/>
            </a:solidFill>
            <a:prstDash val="solid"/>
          </a:ln>
        </p:spPr>
      </p:sp>
      <p:sp>
        <p:nvSpPr>
          <p:cNvPr id="42" name="Text 35"/>
          <p:cNvSpPr txBox="1"/>
          <p:nvPr/>
        </p:nvSpPr>
        <p:spPr>
          <a:xfrm>
            <a:off x="3931920" y="3913632"/>
            <a:ext cx="2286000" cy="530352"/>
          </a:xfrm>
          <a:prstGeom prst="rect">
            <a:avLst/>
          </a:prstGeom>
          <a:noFill/>
          <a:ln/>
        </p:spPr>
        <p:txBody>
          <a:bodyPr wrap="square" lIns="0" tIns="0" rIns="0" bIns="0" rtlCol="0" anchor="ctr"/>
          <a:lstStyle/>
          <a:p>
            <a:pPr algn="ctr" indent="0" marL="0">
              <a:buNone/>
            </a:pPr>
            <a:r>
              <a:rPr lang="en-US" sz="2400" b="1" dirty="0">
                <a:solidFill>
                  <a:schemeClr val="tx1"/>
                </a:solidFill>
              </a:rPr>
              <a:t>kom</a:t>
            </a:r>
            <a:endParaRPr lang="en-US" sz="2400" dirty="0"/>
          </a:p>
        </p:txBody>
      </p:sp>
      <p:sp>
        <p:nvSpPr>
          <p:cNvPr id="43" name="Shape 36"/>
          <p:cNvSpPr/>
          <p:nvPr/>
        </p:nvSpPr>
        <p:spPr>
          <a:xfrm>
            <a:off x="6355080" y="3913632"/>
            <a:ext cx="2743200" cy="530352"/>
          </a:xfrm>
          <a:prstGeom prst="roundRect">
            <a:avLst>
              <a:gd name="adj" fmla="val 10345"/>
            </a:avLst>
          </a:prstGeom>
          <a:solidFill>
            <a:srgbClr val="DCE9F6"/>
          </a:solidFill>
          <a:ln w="12700">
            <a:solidFill>
              <a:srgbClr val="FFFFFF">
                <a:alpha val="0"/>
              </a:srgbClr>
            </a:solidFill>
            <a:prstDash val="solid"/>
          </a:ln>
        </p:spPr>
      </p:sp>
      <p:sp>
        <p:nvSpPr>
          <p:cNvPr id="44" name="Text 37"/>
          <p:cNvSpPr txBox="1"/>
          <p:nvPr/>
        </p:nvSpPr>
        <p:spPr>
          <a:xfrm>
            <a:off x="6355080" y="3913632"/>
            <a:ext cx="2743200" cy="530352"/>
          </a:xfrm>
          <a:prstGeom prst="rect">
            <a:avLst/>
          </a:prstGeom>
          <a:noFill/>
          <a:ln/>
        </p:spPr>
        <p:txBody>
          <a:bodyPr wrap="square" lIns="0" tIns="0" rIns="0" bIns="0" rtlCol="0" anchor="ctr"/>
          <a:lstStyle/>
          <a:p>
            <a:pPr algn="ctr" indent="0" marL="0">
              <a:buNone/>
            </a:pPr>
            <a:r>
              <a:rPr lang="en-US" sz="2400" b="1" dirty="0">
                <a:solidFill>
                  <a:schemeClr val="tx1"/>
                </a:solidFill>
              </a:rPr>
              <a:t>kom</a:t>
            </a:r>
            <a:r>
              <a:rPr lang="en-US" sz="2400" b="1" dirty="0">
                <a:solidFill>
                  <a:schemeClr val="accent1"/>
                </a:solidFill>
              </a:rPr>
              <a:t>t</a:t>
            </a:r>
            <a:endParaRPr lang="en-US" sz="2400" dirty="0"/>
          </a:p>
        </p:txBody>
      </p:sp>
      <p:sp>
        <p:nvSpPr>
          <p:cNvPr id="45" name="Shape 38"/>
          <p:cNvSpPr/>
          <p:nvPr/>
        </p:nvSpPr>
        <p:spPr>
          <a:xfrm>
            <a:off x="9235440" y="3913632"/>
            <a:ext cx="2404872" cy="530352"/>
          </a:xfrm>
          <a:prstGeom prst="roundRect">
            <a:avLst>
              <a:gd name="adj" fmla="val 10345"/>
            </a:avLst>
          </a:prstGeom>
          <a:solidFill>
            <a:srgbClr val="E3E7ED"/>
          </a:solidFill>
          <a:ln w="12700">
            <a:solidFill>
              <a:srgbClr val="FFFFFF">
                <a:alpha val="0"/>
              </a:srgbClr>
            </a:solidFill>
            <a:prstDash val="solid"/>
          </a:ln>
        </p:spPr>
      </p:sp>
      <p:sp>
        <p:nvSpPr>
          <p:cNvPr id="46" name="Text 39"/>
          <p:cNvSpPr txBox="1"/>
          <p:nvPr/>
        </p:nvSpPr>
        <p:spPr>
          <a:xfrm>
            <a:off x="9235440" y="3913632"/>
            <a:ext cx="2404872" cy="530352"/>
          </a:xfrm>
          <a:prstGeom prst="rect">
            <a:avLst/>
          </a:prstGeom>
          <a:noFill/>
          <a:ln/>
        </p:spPr>
        <p:txBody>
          <a:bodyPr wrap="square" lIns="0" tIns="0" rIns="0" bIns="0" rtlCol="0" anchor="ctr"/>
          <a:lstStyle/>
          <a:p>
            <a:pPr algn="ctr" indent="0" marL="0">
              <a:buNone/>
            </a:pPr>
            <a:r>
              <a:rPr lang="en-US" sz="2400" b="1" dirty="0">
                <a:solidFill>
                  <a:schemeClr val="tx1"/>
                </a:solidFill>
              </a:rPr>
              <a:t>komen</a:t>
            </a:r>
            <a:endParaRPr lang="en-US" sz="2400" dirty="0"/>
          </a:p>
        </p:txBody>
      </p:sp>
      <p:sp>
        <p:nvSpPr>
          <p:cNvPr id="47" name="Shape 40"/>
          <p:cNvSpPr/>
          <p:nvPr/>
        </p:nvSpPr>
        <p:spPr>
          <a:xfrm>
            <a:off x="5760720" y="4014216"/>
            <a:ext cx="329184" cy="329184"/>
          </a:xfrm>
          <a:prstGeom prst="ellipse">
            <a:avLst/>
          </a:prstGeom>
          <a:solidFill>
            <a:schemeClr val="accent6"/>
          </a:solidFill>
          <a:ln w="12700">
            <a:solidFill>
              <a:srgbClr val="FFFFFF">
                <a:alpha val="0"/>
              </a:srgbClr>
            </a:solidFill>
            <a:prstDash val="solid"/>
          </a:ln>
        </p:spPr>
      </p:sp>
      <p:sp>
        <p:nvSpPr>
          <p:cNvPr id="48" name="Text 41"/>
          <p:cNvSpPr txBox="1"/>
          <p:nvPr/>
        </p:nvSpPr>
        <p:spPr>
          <a:xfrm>
            <a:off x="5760720" y="4014216"/>
            <a:ext cx="329184"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9" name="Shape 42"/>
          <p:cNvSpPr/>
          <p:nvPr/>
        </p:nvSpPr>
        <p:spPr>
          <a:xfrm>
            <a:off x="548640" y="4498848"/>
            <a:ext cx="3246120" cy="530352"/>
          </a:xfrm>
          <a:prstGeom prst="roundRect">
            <a:avLst>
              <a:gd name="adj" fmla="val 10345"/>
            </a:avLst>
          </a:prstGeom>
          <a:solidFill>
            <a:schemeClr val="bg2"/>
          </a:solidFill>
          <a:ln w="12700">
            <a:solidFill>
              <a:srgbClr val="FFFFFF">
                <a:alpha val="0"/>
              </a:srgbClr>
            </a:solidFill>
            <a:prstDash val="solid"/>
          </a:ln>
        </p:spPr>
      </p:sp>
      <p:sp>
        <p:nvSpPr>
          <p:cNvPr id="50" name="Shape 43"/>
          <p:cNvSpPr/>
          <p:nvPr/>
        </p:nvSpPr>
        <p:spPr>
          <a:xfrm>
            <a:off x="640080" y="4558284"/>
            <a:ext cx="411480" cy="411480"/>
          </a:xfrm>
          <a:prstGeom prst="ellipse">
            <a:avLst/>
          </a:prstGeom>
          <a:solidFill>
            <a:schemeClr val="accent5"/>
          </a:solidFill>
          <a:ln w="12700">
            <a:solidFill>
              <a:srgbClr val="FFFFFF">
                <a:alpha val="0"/>
              </a:srgbClr>
            </a:solidFill>
            <a:prstDash val="solid"/>
          </a:ln>
        </p:spPr>
      </p:sp>
      <p:pic>
        <p:nvPicPr>
          <p:cNvPr id="51" name="Image 4" descr="Briefcase">    </p:cNvPr>
          <p:cNvPicPr>
            <a:picLocks noChangeAspect="1"/>
          </p:cNvPicPr>
          <p:nvPr/>
        </p:nvPicPr>
        <p:blipFill>
          <a:blip r:embed="rId5"/>
          <a:stretch>
            <a:fillRect/>
          </a:stretch>
        </p:blipFill>
        <p:spPr>
          <a:xfrm>
            <a:off x="738835" y="4657039"/>
            <a:ext cx="213970" cy="213970"/>
          </a:xfrm>
          <a:prstGeom prst="rect">
            <a:avLst/>
          </a:prstGeom>
        </p:spPr>
      </p:pic>
      <p:sp>
        <p:nvSpPr>
          <p:cNvPr id="52" name="Text 44"/>
          <p:cNvSpPr txBox="1"/>
          <p:nvPr/>
        </p:nvSpPr>
        <p:spPr>
          <a:xfrm>
            <a:off x="1152144" y="4498848"/>
            <a:ext cx="1371600" cy="530352"/>
          </a:xfrm>
          <a:prstGeom prst="rect">
            <a:avLst/>
          </a:prstGeom>
          <a:noFill/>
          <a:ln/>
        </p:spPr>
        <p:txBody>
          <a:bodyPr wrap="square" lIns="0" tIns="0" rIns="0" bIns="0" rtlCol="0" anchor="ctr"/>
          <a:lstStyle/>
          <a:p>
            <a:pPr algn="l" indent="0" marL="0">
              <a:buNone/>
            </a:pPr>
            <a:r>
              <a:rPr lang="en-US" sz="2100" b="1" dirty="0">
                <a:solidFill>
                  <a:schemeClr val="tx2"/>
                </a:solidFill>
              </a:rPr>
              <a:t>werken</a:t>
            </a:r>
            <a:endParaRPr lang="en-US" sz="2100" dirty="0"/>
          </a:p>
        </p:txBody>
      </p:sp>
      <p:sp>
        <p:nvSpPr>
          <p:cNvPr id="53" name="Text 45"/>
          <p:cNvSpPr txBox="1"/>
          <p:nvPr/>
        </p:nvSpPr>
        <p:spPr>
          <a:xfrm>
            <a:off x="2514600" y="4498848"/>
            <a:ext cx="1280160" cy="530352"/>
          </a:xfrm>
          <a:prstGeom prst="rect">
            <a:avLst/>
          </a:prstGeom>
          <a:noFill/>
          <a:ln/>
        </p:spPr>
        <p:txBody>
          <a:bodyPr wrap="square" lIns="0" tIns="0" rIns="0" bIns="0" rtlCol="0" anchor="ctr"/>
          <a:lstStyle/>
          <a:p>
            <a:pPr algn="l" indent="0" marL="0">
              <a:buNone/>
            </a:pPr>
            <a:r>
              <a:rPr lang="en-US" sz="1400" i="1" dirty="0">
                <a:solidFill>
                  <a:schemeClr val="accent5"/>
                </a:solidFill>
              </a:rPr>
              <a:t>(travailler)</a:t>
            </a:r>
            <a:endParaRPr lang="en-US" sz="1400" dirty="0"/>
          </a:p>
        </p:txBody>
      </p:sp>
      <p:sp>
        <p:nvSpPr>
          <p:cNvPr id="54" name="Shape 46"/>
          <p:cNvSpPr/>
          <p:nvPr/>
        </p:nvSpPr>
        <p:spPr>
          <a:xfrm>
            <a:off x="3931920" y="4498848"/>
            <a:ext cx="2286000" cy="530352"/>
          </a:xfrm>
          <a:prstGeom prst="roundRect">
            <a:avLst>
              <a:gd name="adj" fmla="val 10345"/>
            </a:avLst>
          </a:prstGeom>
          <a:solidFill>
            <a:srgbClr val="FFFFFF"/>
          </a:solidFill>
          <a:ln w="12700">
            <a:solidFill>
              <a:srgbClr val="D5DCE6"/>
            </a:solidFill>
            <a:prstDash val="solid"/>
          </a:ln>
        </p:spPr>
      </p:sp>
      <p:sp>
        <p:nvSpPr>
          <p:cNvPr id="55" name="Text 47"/>
          <p:cNvSpPr txBox="1"/>
          <p:nvPr/>
        </p:nvSpPr>
        <p:spPr>
          <a:xfrm>
            <a:off x="3931920" y="4498848"/>
            <a:ext cx="2286000" cy="530352"/>
          </a:xfrm>
          <a:prstGeom prst="rect">
            <a:avLst/>
          </a:prstGeom>
          <a:noFill/>
          <a:ln/>
        </p:spPr>
        <p:txBody>
          <a:bodyPr wrap="square" lIns="0" tIns="0" rIns="0" bIns="0" rtlCol="0" anchor="ctr"/>
          <a:lstStyle/>
          <a:p>
            <a:pPr algn="ctr" indent="0" marL="0">
              <a:buNone/>
            </a:pPr>
            <a:r>
              <a:rPr lang="en-US" sz="2400" b="1" dirty="0">
                <a:solidFill>
                  <a:schemeClr val="tx1"/>
                </a:solidFill>
              </a:rPr>
              <a:t>werk</a:t>
            </a:r>
            <a:endParaRPr lang="en-US" sz="2400" dirty="0"/>
          </a:p>
        </p:txBody>
      </p:sp>
      <p:sp>
        <p:nvSpPr>
          <p:cNvPr id="56" name="Shape 48"/>
          <p:cNvSpPr/>
          <p:nvPr/>
        </p:nvSpPr>
        <p:spPr>
          <a:xfrm>
            <a:off x="6355080" y="4498848"/>
            <a:ext cx="2743200" cy="530352"/>
          </a:xfrm>
          <a:prstGeom prst="roundRect">
            <a:avLst>
              <a:gd name="adj" fmla="val 10345"/>
            </a:avLst>
          </a:prstGeom>
          <a:solidFill>
            <a:srgbClr val="DCE9F6"/>
          </a:solidFill>
          <a:ln w="12700">
            <a:solidFill>
              <a:srgbClr val="FFFFFF">
                <a:alpha val="0"/>
              </a:srgbClr>
            </a:solidFill>
            <a:prstDash val="solid"/>
          </a:ln>
        </p:spPr>
      </p:sp>
      <p:sp>
        <p:nvSpPr>
          <p:cNvPr id="57" name="Text 49"/>
          <p:cNvSpPr txBox="1"/>
          <p:nvPr/>
        </p:nvSpPr>
        <p:spPr>
          <a:xfrm>
            <a:off x="6355080" y="4498848"/>
            <a:ext cx="2743200" cy="530352"/>
          </a:xfrm>
          <a:prstGeom prst="rect">
            <a:avLst/>
          </a:prstGeom>
          <a:noFill/>
          <a:ln/>
        </p:spPr>
        <p:txBody>
          <a:bodyPr wrap="square" lIns="0" tIns="0" rIns="0" bIns="0" rtlCol="0" anchor="ctr"/>
          <a:lstStyle/>
          <a:p>
            <a:pPr algn="ctr" indent="0" marL="0">
              <a:buNone/>
            </a:pPr>
            <a:r>
              <a:rPr lang="en-US" sz="2400" b="1" dirty="0">
                <a:solidFill>
                  <a:schemeClr val="tx1"/>
                </a:solidFill>
              </a:rPr>
              <a:t>werk</a:t>
            </a:r>
            <a:r>
              <a:rPr lang="en-US" sz="2400" b="1" dirty="0">
                <a:solidFill>
                  <a:schemeClr val="accent1"/>
                </a:solidFill>
              </a:rPr>
              <a:t>t</a:t>
            </a:r>
            <a:endParaRPr lang="en-US" sz="2400" dirty="0"/>
          </a:p>
        </p:txBody>
      </p:sp>
      <p:sp>
        <p:nvSpPr>
          <p:cNvPr id="58" name="Shape 50"/>
          <p:cNvSpPr/>
          <p:nvPr/>
        </p:nvSpPr>
        <p:spPr>
          <a:xfrm>
            <a:off x="9235440" y="4498848"/>
            <a:ext cx="2404872" cy="530352"/>
          </a:xfrm>
          <a:prstGeom prst="roundRect">
            <a:avLst>
              <a:gd name="adj" fmla="val 10345"/>
            </a:avLst>
          </a:prstGeom>
          <a:solidFill>
            <a:srgbClr val="E3E7ED"/>
          </a:solidFill>
          <a:ln w="12700">
            <a:solidFill>
              <a:srgbClr val="FFFFFF">
                <a:alpha val="0"/>
              </a:srgbClr>
            </a:solidFill>
            <a:prstDash val="solid"/>
          </a:ln>
        </p:spPr>
      </p:sp>
      <p:sp>
        <p:nvSpPr>
          <p:cNvPr id="59" name="Text 51"/>
          <p:cNvSpPr txBox="1"/>
          <p:nvPr/>
        </p:nvSpPr>
        <p:spPr>
          <a:xfrm>
            <a:off x="9235440" y="4498848"/>
            <a:ext cx="2404872" cy="530352"/>
          </a:xfrm>
          <a:prstGeom prst="rect">
            <a:avLst/>
          </a:prstGeom>
          <a:noFill/>
          <a:ln/>
        </p:spPr>
        <p:txBody>
          <a:bodyPr wrap="square" lIns="0" tIns="0" rIns="0" bIns="0" rtlCol="0" anchor="ctr"/>
          <a:lstStyle/>
          <a:p>
            <a:pPr algn="ctr" indent="0" marL="0">
              <a:buNone/>
            </a:pPr>
            <a:r>
              <a:rPr lang="en-US" sz="2400" b="1" dirty="0">
                <a:solidFill>
                  <a:schemeClr val="tx1"/>
                </a:solidFill>
              </a:rPr>
              <a:t>werken</a:t>
            </a:r>
            <a:endParaRPr lang="en-US" sz="2400" dirty="0"/>
          </a:p>
        </p:txBody>
      </p:sp>
      <p:sp>
        <p:nvSpPr>
          <p:cNvPr id="60" name="Shape 52"/>
          <p:cNvSpPr/>
          <p:nvPr/>
        </p:nvSpPr>
        <p:spPr>
          <a:xfrm>
            <a:off x="548640" y="5084064"/>
            <a:ext cx="3246120" cy="530352"/>
          </a:xfrm>
          <a:prstGeom prst="roundRect">
            <a:avLst>
              <a:gd name="adj" fmla="val 10345"/>
            </a:avLst>
          </a:prstGeom>
          <a:solidFill>
            <a:schemeClr val="bg2"/>
          </a:solidFill>
          <a:ln w="12700">
            <a:solidFill>
              <a:srgbClr val="FFFFFF">
                <a:alpha val="0"/>
              </a:srgbClr>
            </a:solidFill>
            <a:prstDash val="solid"/>
          </a:ln>
        </p:spPr>
      </p:sp>
      <p:sp>
        <p:nvSpPr>
          <p:cNvPr id="61" name="Shape 53"/>
          <p:cNvSpPr/>
          <p:nvPr/>
        </p:nvSpPr>
        <p:spPr>
          <a:xfrm>
            <a:off x="640080" y="5143500"/>
            <a:ext cx="411480" cy="411480"/>
          </a:xfrm>
          <a:prstGeom prst="ellipse">
            <a:avLst/>
          </a:prstGeom>
          <a:solidFill>
            <a:schemeClr val="accent4"/>
          </a:solidFill>
          <a:ln w="12700">
            <a:solidFill>
              <a:srgbClr val="FFFFFF">
                <a:alpha val="0"/>
              </a:srgbClr>
            </a:solidFill>
            <a:prstDash val="solid"/>
          </a:ln>
        </p:spPr>
      </p:sp>
      <p:pic>
        <p:nvPicPr>
          <p:cNvPr id="62" name="Image 5" descr="Comments">    </p:cNvPr>
          <p:cNvPicPr>
            <a:picLocks noChangeAspect="1"/>
          </p:cNvPicPr>
          <p:nvPr/>
        </p:nvPicPr>
        <p:blipFill>
          <a:blip r:embed="rId6"/>
          <a:stretch>
            <a:fillRect/>
          </a:stretch>
        </p:blipFill>
        <p:spPr>
          <a:xfrm>
            <a:off x="738835" y="5242255"/>
            <a:ext cx="213970" cy="213970"/>
          </a:xfrm>
          <a:prstGeom prst="rect">
            <a:avLst/>
          </a:prstGeom>
        </p:spPr>
      </p:pic>
      <p:sp>
        <p:nvSpPr>
          <p:cNvPr id="63" name="Text 54"/>
          <p:cNvSpPr txBox="1"/>
          <p:nvPr/>
        </p:nvSpPr>
        <p:spPr>
          <a:xfrm>
            <a:off x="1152144" y="5084064"/>
            <a:ext cx="1371600" cy="530352"/>
          </a:xfrm>
          <a:prstGeom prst="rect">
            <a:avLst/>
          </a:prstGeom>
          <a:noFill/>
          <a:ln/>
        </p:spPr>
        <p:txBody>
          <a:bodyPr wrap="square" lIns="0" tIns="0" rIns="0" bIns="0" rtlCol="0" anchor="ctr"/>
          <a:lstStyle/>
          <a:p>
            <a:pPr algn="l" indent="0" marL="0">
              <a:buNone/>
            </a:pPr>
            <a:r>
              <a:rPr lang="en-US" sz="2100" b="1" dirty="0">
                <a:solidFill>
                  <a:schemeClr val="tx2"/>
                </a:solidFill>
              </a:rPr>
              <a:t>spreken</a:t>
            </a:r>
            <a:endParaRPr lang="en-US" sz="2100" dirty="0"/>
          </a:p>
        </p:txBody>
      </p:sp>
      <p:sp>
        <p:nvSpPr>
          <p:cNvPr id="64" name="Text 55"/>
          <p:cNvSpPr txBox="1"/>
          <p:nvPr/>
        </p:nvSpPr>
        <p:spPr>
          <a:xfrm>
            <a:off x="2514600" y="5084064"/>
            <a:ext cx="1280160" cy="530352"/>
          </a:xfrm>
          <a:prstGeom prst="rect">
            <a:avLst/>
          </a:prstGeom>
          <a:noFill/>
          <a:ln/>
        </p:spPr>
        <p:txBody>
          <a:bodyPr wrap="square" lIns="0" tIns="0" rIns="0" bIns="0" rtlCol="0" anchor="ctr"/>
          <a:lstStyle/>
          <a:p>
            <a:pPr algn="l" indent="0" marL="0">
              <a:buNone/>
            </a:pPr>
            <a:r>
              <a:rPr lang="en-US" sz="1400" i="1" dirty="0">
                <a:solidFill>
                  <a:schemeClr val="accent5"/>
                </a:solidFill>
              </a:rPr>
              <a:t>(parler)</a:t>
            </a:r>
            <a:endParaRPr lang="en-US" sz="1400" dirty="0"/>
          </a:p>
        </p:txBody>
      </p:sp>
      <p:sp>
        <p:nvSpPr>
          <p:cNvPr id="65" name="Shape 56"/>
          <p:cNvSpPr/>
          <p:nvPr/>
        </p:nvSpPr>
        <p:spPr>
          <a:xfrm>
            <a:off x="3931920" y="5084064"/>
            <a:ext cx="2286000" cy="530352"/>
          </a:xfrm>
          <a:prstGeom prst="roundRect">
            <a:avLst>
              <a:gd name="adj" fmla="val 10345"/>
            </a:avLst>
          </a:prstGeom>
          <a:solidFill>
            <a:srgbClr val="FFFFFF"/>
          </a:solidFill>
          <a:ln w="12700">
            <a:solidFill>
              <a:srgbClr val="D5DCE6"/>
            </a:solidFill>
            <a:prstDash val="solid"/>
          </a:ln>
        </p:spPr>
      </p:sp>
      <p:sp>
        <p:nvSpPr>
          <p:cNvPr id="66" name="Text 57"/>
          <p:cNvSpPr txBox="1"/>
          <p:nvPr/>
        </p:nvSpPr>
        <p:spPr>
          <a:xfrm>
            <a:off x="3931920" y="5084064"/>
            <a:ext cx="2286000" cy="530352"/>
          </a:xfrm>
          <a:prstGeom prst="rect">
            <a:avLst/>
          </a:prstGeom>
          <a:noFill/>
          <a:ln/>
        </p:spPr>
        <p:txBody>
          <a:bodyPr wrap="square" lIns="0" tIns="0" rIns="0" bIns="0" rtlCol="0" anchor="ctr"/>
          <a:lstStyle/>
          <a:p>
            <a:pPr algn="ctr" indent="0" marL="0">
              <a:buNone/>
            </a:pPr>
            <a:r>
              <a:rPr lang="en-US" sz="2400" b="1" dirty="0">
                <a:solidFill>
                  <a:schemeClr val="tx1"/>
                </a:solidFill>
              </a:rPr>
              <a:t>spreek</a:t>
            </a:r>
            <a:endParaRPr lang="en-US" sz="2400" dirty="0"/>
          </a:p>
        </p:txBody>
      </p:sp>
      <p:sp>
        <p:nvSpPr>
          <p:cNvPr id="67" name="Shape 58"/>
          <p:cNvSpPr/>
          <p:nvPr/>
        </p:nvSpPr>
        <p:spPr>
          <a:xfrm>
            <a:off x="6355080" y="5084064"/>
            <a:ext cx="2743200" cy="530352"/>
          </a:xfrm>
          <a:prstGeom prst="roundRect">
            <a:avLst>
              <a:gd name="adj" fmla="val 10345"/>
            </a:avLst>
          </a:prstGeom>
          <a:solidFill>
            <a:srgbClr val="DCE9F6"/>
          </a:solidFill>
          <a:ln w="12700">
            <a:solidFill>
              <a:srgbClr val="FFFFFF">
                <a:alpha val="0"/>
              </a:srgbClr>
            </a:solidFill>
            <a:prstDash val="solid"/>
          </a:ln>
        </p:spPr>
      </p:sp>
      <p:sp>
        <p:nvSpPr>
          <p:cNvPr id="68" name="Text 59"/>
          <p:cNvSpPr txBox="1"/>
          <p:nvPr/>
        </p:nvSpPr>
        <p:spPr>
          <a:xfrm>
            <a:off x="6355080" y="5084064"/>
            <a:ext cx="2743200" cy="530352"/>
          </a:xfrm>
          <a:prstGeom prst="rect">
            <a:avLst/>
          </a:prstGeom>
          <a:noFill/>
          <a:ln/>
        </p:spPr>
        <p:txBody>
          <a:bodyPr wrap="square" lIns="0" tIns="0" rIns="0" bIns="0" rtlCol="0" anchor="ctr"/>
          <a:lstStyle/>
          <a:p>
            <a:pPr algn="ctr" indent="0" marL="0">
              <a:buNone/>
            </a:pPr>
            <a:r>
              <a:rPr lang="en-US" sz="2400" b="1" dirty="0">
                <a:solidFill>
                  <a:schemeClr val="tx1"/>
                </a:solidFill>
              </a:rPr>
              <a:t>spreek</a:t>
            </a:r>
            <a:r>
              <a:rPr lang="en-US" sz="2400" b="1" dirty="0">
                <a:solidFill>
                  <a:schemeClr val="accent1"/>
                </a:solidFill>
              </a:rPr>
              <a:t>t</a:t>
            </a:r>
            <a:endParaRPr lang="en-US" sz="2400" dirty="0"/>
          </a:p>
        </p:txBody>
      </p:sp>
      <p:sp>
        <p:nvSpPr>
          <p:cNvPr id="69" name="Shape 60"/>
          <p:cNvSpPr/>
          <p:nvPr/>
        </p:nvSpPr>
        <p:spPr>
          <a:xfrm>
            <a:off x="9235440" y="5084064"/>
            <a:ext cx="2404872" cy="530352"/>
          </a:xfrm>
          <a:prstGeom prst="roundRect">
            <a:avLst>
              <a:gd name="adj" fmla="val 10345"/>
            </a:avLst>
          </a:prstGeom>
          <a:solidFill>
            <a:srgbClr val="E3E7ED"/>
          </a:solidFill>
          <a:ln w="12700">
            <a:solidFill>
              <a:srgbClr val="FFFFFF">
                <a:alpha val="0"/>
              </a:srgbClr>
            </a:solidFill>
            <a:prstDash val="solid"/>
          </a:ln>
        </p:spPr>
      </p:sp>
      <p:sp>
        <p:nvSpPr>
          <p:cNvPr id="70" name="Text 61"/>
          <p:cNvSpPr txBox="1"/>
          <p:nvPr/>
        </p:nvSpPr>
        <p:spPr>
          <a:xfrm>
            <a:off x="9235440" y="5084064"/>
            <a:ext cx="2404872" cy="530352"/>
          </a:xfrm>
          <a:prstGeom prst="rect">
            <a:avLst/>
          </a:prstGeom>
          <a:noFill/>
          <a:ln/>
        </p:spPr>
        <p:txBody>
          <a:bodyPr wrap="square" lIns="0" tIns="0" rIns="0" bIns="0" rtlCol="0" anchor="ctr"/>
          <a:lstStyle/>
          <a:p>
            <a:pPr algn="ctr" indent="0" marL="0">
              <a:buNone/>
            </a:pPr>
            <a:r>
              <a:rPr lang="en-US" sz="2400" b="1" dirty="0">
                <a:solidFill>
                  <a:schemeClr val="tx1"/>
                </a:solidFill>
              </a:rPr>
              <a:t>spreken</a:t>
            </a:r>
            <a:endParaRPr lang="en-US" sz="2400" dirty="0"/>
          </a:p>
        </p:txBody>
      </p:sp>
      <p:sp>
        <p:nvSpPr>
          <p:cNvPr id="71" name="Shape 62"/>
          <p:cNvSpPr/>
          <p:nvPr/>
        </p:nvSpPr>
        <p:spPr>
          <a:xfrm>
            <a:off x="548640" y="5779008"/>
            <a:ext cx="365760" cy="365760"/>
          </a:xfrm>
          <a:prstGeom prst="ellipse">
            <a:avLst/>
          </a:prstGeom>
          <a:solidFill>
            <a:schemeClr val="accent6"/>
          </a:solidFill>
          <a:ln w="12700">
            <a:solidFill>
              <a:srgbClr val="FFFFFF">
                <a:alpha val="0"/>
              </a:srgbClr>
            </a:solidFill>
            <a:prstDash val="solid"/>
          </a:ln>
        </p:spPr>
      </p:sp>
      <p:sp>
        <p:nvSpPr>
          <p:cNvPr id="72" name="Text 63"/>
          <p:cNvSpPr txBox="1"/>
          <p:nvPr/>
        </p:nvSpPr>
        <p:spPr>
          <a:xfrm>
            <a:off x="548640" y="577900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3" name="Text 64"/>
          <p:cNvSpPr txBox="1"/>
          <p:nvPr/>
        </p:nvSpPr>
        <p:spPr>
          <a:xfrm>
            <a:off x="1051560" y="5715000"/>
            <a:ext cx="10515600" cy="502920"/>
          </a:xfrm>
          <a:prstGeom prst="rect">
            <a:avLst/>
          </a:prstGeom>
          <a:noFill/>
          <a:ln/>
        </p:spPr>
        <p:txBody>
          <a:bodyPr wrap="square" lIns="0" tIns="0" rIns="0" bIns="0" rtlCol="0" anchor="ctr"/>
          <a:lstStyle/>
          <a:p>
            <a:pPr algn="l" indent="0" marL="0">
              <a:buNone/>
            </a:pPr>
            <a:r>
              <a:rPr lang="en-US" sz="1800" i="1" dirty="0">
                <a:solidFill>
                  <a:schemeClr val="tx1"/>
                </a:solidFill>
              </a:rPr>
              <a:t>komen</a:t>
            </a:r>
            <a:r>
              <a:rPr lang="en-US" sz="1800" dirty="0">
                <a:solidFill>
                  <a:schemeClr val="tx1"/>
                </a:solidFill>
              </a:rPr>
              <a:t> → </a:t>
            </a:r>
            <a:r>
              <a:rPr lang="en-US" sz="1800" i="1" dirty="0">
                <a:solidFill>
                  <a:schemeClr val="tx1"/>
                </a:solidFill>
              </a:rPr>
              <a:t>ik kom</a:t>
            </a:r>
            <a:r>
              <a:rPr lang="en-US" sz="1800" dirty="0">
                <a:solidFill>
                  <a:schemeClr val="tx1"/>
                </a:solidFill>
              </a:rPr>
              <a:t> (o court, exception) · </a:t>
            </a:r>
            <a:r>
              <a:rPr lang="en-US" sz="1800" i="1" dirty="0">
                <a:solidFill>
                  <a:schemeClr val="tx1"/>
                </a:solidFill>
              </a:rPr>
              <a:t>heten</a:t>
            </a:r>
            <a:r>
              <a:rPr lang="en-US" sz="1800" dirty="0">
                <a:solidFill>
                  <a:schemeClr val="tx1"/>
                </a:solidFill>
              </a:rPr>
              <a:t> → </a:t>
            </a:r>
            <a:r>
              <a:rPr lang="en-US" sz="1800" i="1" dirty="0">
                <a:solidFill>
                  <a:schemeClr val="tx1"/>
                </a:solidFill>
              </a:rPr>
              <a:t>hij heet</a:t>
            </a:r>
            <a:r>
              <a:rPr lang="en-US" sz="1800" dirty="0">
                <a:solidFill>
                  <a:schemeClr val="tx1"/>
                </a:solidFill>
              </a:rPr>
              <a:t> (pas de 2e 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5 questions clés et leurs réponses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Text 2"/>
          <p:cNvSpPr txBox="1"/>
          <p:nvPr/>
        </p:nvSpPr>
        <p:spPr>
          <a:xfrm>
            <a:off x="1234440" y="1508760"/>
            <a:ext cx="27432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QUESTION</a:t>
            </a:r>
            <a:endParaRPr lang="en-US" sz="1200" dirty="0"/>
          </a:p>
        </p:txBody>
      </p:sp>
      <p:sp>
        <p:nvSpPr>
          <p:cNvPr id="6" name="Text 3"/>
          <p:cNvSpPr txBox="1"/>
          <p:nvPr/>
        </p:nvSpPr>
        <p:spPr>
          <a:xfrm>
            <a:off x="4681728" y="1508760"/>
            <a:ext cx="27432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RÉPONSE</a:t>
            </a:r>
            <a:endParaRPr lang="en-US" sz="1200" dirty="0"/>
          </a:p>
        </p:txBody>
      </p:sp>
      <p:sp>
        <p:nvSpPr>
          <p:cNvPr id="7" name="Text 4"/>
          <p:cNvSpPr txBox="1"/>
          <p:nvPr/>
        </p:nvSpPr>
        <p:spPr>
          <a:xfrm>
            <a:off x="8979408" y="1508760"/>
            <a:ext cx="27432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VERSION POLIE (u)</a:t>
            </a:r>
            <a:endParaRPr lang="en-US" sz="1200" dirty="0"/>
          </a:p>
        </p:txBody>
      </p:sp>
      <p:sp>
        <p:nvSpPr>
          <p:cNvPr id="8" name="Shape 5"/>
          <p:cNvSpPr/>
          <p:nvPr/>
        </p:nvSpPr>
        <p:spPr>
          <a:xfrm>
            <a:off x="548640" y="1938528"/>
            <a:ext cx="566928" cy="566928"/>
          </a:xfrm>
          <a:prstGeom prst="ellipse">
            <a:avLst/>
          </a:prstGeom>
          <a:solidFill>
            <a:schemeClr val="accent2"/>
          </a:solidFill>
          <a:ln w="12700">
            <a:solidFill>
              <a:srgbClr val="FFFFFF">
                <a:alpha val="0"/>
              </a:srgbClr>
            </a:solidFill>
            <a:prstDash val="solid"/>
          </a:ln>
        </p:spPr>
      </p:sp>
      <p:pic>
        <p:nvPicPr>
          <p:cNvPr id="9" name="Image 0" descr="IdCard">    </p:cNvPr>
          <p:cNvPicPr>
            <a:picLocks noChangeAspect="1"/>
          </p:cNvPicPr>
          <p:nvPr/>
        </p:nvPicPr>
        <p:blipFill>
          <a:blip r:embed="rId1"/>
          <a:stretch>
            <a:fillRect/>
          </a:stretch>
        </p:blipFill>
        <p:spPr>
          <a:xfrm>
            <a:off x="684703" y="2074591"/>
            <a:ext cx="294803" cy="294803"/>
          </a:xfrm>
          <a:prstGeom prst="rect">
            <a:avLst/>
          </a:prstGeom>
        </p:spPr>
      </p:pic>
      <p:sp>
        <p:nvSpPr>
          <p:cNvPr id="10" name="Shape 6"/>
          <p:cNvSpPr/>
          <p:nvPr/>
        </p:nvSpPr>
        <p:spPr>
          <a:xfrm>
            <a:off x="1234440" y="1847088"/>
            <a:ext cx="2971800" cy="749808"/>
          </a:xfrm>
          <a:prstGeom prst="roundRect">
            <a:avLst>
              <a:gd name="adj" fmla="val 21951"/>
            </a:avLst>
          </a:prstGeom>
          <a:solidFill>
            <a:schemeClr val="accent2">
              <a:alpha val="12000"/>
            </a:schemeClr>
          </a:solidFill>
          <a:ln w="15875">
            <a:solidFill>
              <a:srgbClr val="2A6FB0"/>
            </a:solidFill>
            <a:prstDash val="solid"/>
          </a:ln>
        </p:spPr>
      </p:sp>
      <p:sp>
        <p:nvSpPr>
          <p:cNvPr id="11" name="Text 7"/>
          <p:cNvSpPr txBox="1"/>
          <p:nvPr/>
        </p:nvSpPr>
        <p:spPr>
          <a:xfrm>
            <a:off x="1399032" y="1847088"/>
            <a:ext cx="2642616" cy="749808"/>
          </a:xfrm>
          <a:prstGeom prst="rect">
            <a:avLst/>
          </a:prstGeom>
          <a:noFill/>
          <a:ln/>
        </p:spPr>
        <p:txBody>
          <a:bodyPr wrap="square" lIns="0" tIns="0" rIns="0" bIns="0" rtlCol="0" anchor="ctr"/>
          <a:lstStyle/>
          <a:p>
            <a:pPr algn="l" indent="0" marL="0">
              <a:buNone/>
            </a:pPr>
            <a:r>
              <a:rPr lang="en-US" sz="1900" dirty="0">
                <a:solidFill>
                  <a:schemeClr val="tx1"/>
                </a:solidFill>
              </a:rPr>
              <a:t>Hoe heet je?</a:t>
            </a:r>
            <a:endParaRPr lang="en-US" sz="1900" dirty="0"/>
          </a:p>
        </p:txBody>
      </p:sp>
      <p:sp>
        <p:nvSpPr>
          <p:cNvPr id="12" name="Shape 8"/>
          <p:cNvSpPr/>
          <p:nvPr/>
        </p:nvSpPr>
        <p:spPr>
          <a:xfrm>
            <a:off x="4261104" y="2221992"/>
            <a:ext cx="365760" cy="914"/>
          </a:xfrm>
          <a:prstGeom prst="line">
            <a:avLst/>
          </a:prstGeom>
          <a:noFill/>
          <a:ln w="25400">
            <a:solidFill>
              <a:srgbClr val="4A5A70"/>
            </a:solidFill>
            <a:prstDash val="solid"/>
            <a:tailEnd type="triangle"/>
          </a:ln>
        </p:spPr>
      </p:sp>
      <p:sp>
        <p:nvSpPr>
          <p:cNvPr id="13" name="Shape 9"/>
          <p:cNvSpPr/>
          <p:nvPr/>
        </p:nvSpPr>
        <p:spPr>
          <a:xfrm>
            <a:off x="4681728" y="1847088"/>
            <a:ext cx="4114800" cy="749808"/>
          </a:xfrm>
          <a:prstGeom prst="roundRect">
            <a:avLst>
              <a:gd name="adj" fmla="val 21951"/>
            </a:avLst>
          </a:prstGeom>
          <a:solidFill>
            <a:schemeClr val="accent3">
              <a:alpha val="12000"/>
            </a:schemeClr>
          </a:solidFill>
          <a:ln w="15875">
            <a:solidFill>
              <a:srgbClr val="2E7D4F"/>
            </a:solidFill>
            <a:prstDash val="solid"/>
          </a:ln>
        </p:spPr>
      </p:sp>
      <p:sp>
        <p:nvSpPr>
          <p:cNvPr id="14" name="Text 10"/>
          <p:cNvSpPr txBox="1"/>
          <p:nvPr/>
        </p:nvSpPr>
        <p:spPr>
          <a:xfrm>
            <a:off x="4846320" y="1847088"/>
            <a:ext cx="3785616" cy="749808"/>
          </a:xfrm>
          <a:prstGeom prst="rect">
            <a:avLst/>
          </a:prstGeom>
          <a:noFill/>
          <a:ln/>
        </p:spPr>
        <p:txBody>
          <a:bodyPr wrap="square" lIns="0" tIns="0" rIns="0" bIns="0" rtlCol="0" anchor="ctr"/>
          <a:lstStyle/>
          <a:p>
            <a:pPr algn="l" indent="0" marL="0">
              <a:buNone/>
            </a:pPr>
            <a:r>
              <a:rPr lang="en-US" sz="1900" dirty="0">
                <a:solidFill>
                  <a:schemeClr val="tx1"/>
                </a:solidFill>
              </a:rPr>
              <a:t>Ik heet </a:t>
            </a:r>
            <a:r>
              <a:rPr lang="en-US" sz="1900" b="1" dirty="0">
                <a:solidFill>
                  <a:schemeClr val="accent1"/>
                </a:solidFill>
              </a:rPr>
              <a:t>……</a:t>
            </a:r>
            <a:endParaRPr lang="en-US" sz="1900" dirty="0"/>
          </a:p>
        </p:txBody>
      </p:sp>
      <p:sp>
        <p:nvSpPr>
          <p:cNvPr id="15" name="Shape 11"/>
          <p:cNvSpPr/>
          <p:nvPr/>
        </p:nvSpPr>
        <p:spPr>
          <a:xfrm>
            <a:off x="8979408" y="1920240"/>
            <a:ext cx="2660904" cy="603504"/>
          </a:xfrm>
          <a:prstGeom prst="roundRect">
            <a:avLst>
              <a:gd name="adj" fmla="val 22727"/>
            </a:avLst>
          </a:prstGeom>
          <a:solidFill>
            <a:srgbClr val="E3E7ED"/>
          </a:solidFill>
          <a:ln w="12700">
            <a:solidFill>
              <a:srgbClr val="FFFFFF">
                <a:alpha val="0"/>
              </a:srgbClr>
            </a:solidFill>
            <a:prstDash val="solid"/>
          </a:ln>
        </p:spPr>
      </p:sp>
      <p:sp>
        <p:nvSpPr>
          <p:cNvPr id="16" name="Text 12"/>
          <p:cNvSpPr txBox="1"/>
          <p:nvPr/>
        </p:nvSpPr>
        <p:spPr>
          <a:xfrm>
            <a:off x="9116568" y="1920240"/>
            <a:ext cx="2423160" cy="603504"/>
          </a:xfrm>
          <a:prstGeom prst="rect">
            <a:avLst/>
          </a:prstGeom>
          <a:noFill/>
          <a:ln/>
        </p:spPr>
        <p:txBody>
          <a:bodyPr wrap="square" lIns="0" tIns="0" rIns="0" bIns="0" rtlCol="0" anchor="ctr"/>
          <a:lstStyle/>
          <a:p>
            <a:pPr algn="l" indent="0" marL="0">
              <a:buNone/>
            </a:pPr>
            <a:r>
              <a:rPr lang="en-US" sz="1700" i="1" dirty="0">
                <a:solidFill>
                  <a:schemeClr val="accent5"/>
                </a:solidFill>
              </a:rPr>
              <a:t>Hoe heet u?</a:t>
            </a:r>
            <a:endParaRPr lang="en-US" sz="1700" dirty="0"/>
          </a:p>
        </p:txBody>
      </p:sp>
      <p:sp>
        <p:nvSpPr>
          <p:cNvPr id="17" name="Shape 13"/>
          <p:cNvSpPr/>
          <p:nvPr/>
        </p:nvSpPr>
        <p:spPr>
          <a:xfrm>
            <a:off x="548640" y="2825496"/>
            <a:ext cx="566928" cy="566928"/>
          </a:xfrm>
          <a:prstGeom prst="ellipse">
            <a:avLst/>
          </a:prstGeom>
          <a:solidFill>
            <a:schemeClr val="accent3"/>
          </a:solidFill>
          <a:ln w="12700">
            <a:solidFill>
              <a:srgbClr val="FFFFFF">
                <a:alpha val="0"/>
              </a:srgbClr>
            </a:solidFill>
            <a:prstDash val="solid"/>
          </a:ln>
        </p:spPr>
      </p:sp>
      <p:pic>
        <p:nvPicPr>
          <p:cNvPr id="18" name="Image 1" descr="Home">    </p:cNvPr>
          <p:cNvPicPr>
            <a:picLocks noChangeAspect="1"/>
          </p:cNvPicPr>
          <p:nvPr/>
        </p:nvPicPr>
        <p:blipFill>
          <a:blip r:embed="rId2"/>
          <a:stretch>
            <a:fillRect/>
          </a:stretch>
        </p:blipFill>
        <p:spPr>
          <a:xfrm>
            <a:off x="684703" y="2961559"/>
            <a:ext cx="294803" cy="294803"/>
          </a:xfrm>
          <a:prstGeom prst="rect">
            <a:avLst/>
          </a:prstGeom>
        </p:spPr>
      </p:pic>
      <p:sp>
        <p:nvSpPr>
          <p:cNvPr id="19" name="Shape 14"/>
          <p:cNvSpPr/>
          <p:nvPr/>
        </p:nvSpPr>
        <p:spPr>
          <a:xfrm>
            <a:off x="1234440" y="2734056"/>
            <a:ext cx="2971800" cy="749808"/>
          </a:xfrm>
          <a:prstGeom prst="roundRect">
            <a:avLst>
              <a:gd name="adj" fmla="val 21951"/>
            </a:avLst>
          </a:prstGeom>
          <a:solidFill>
            <a:schemeClr val="accent2">
              <a:alpha val="12000"/>
            </a:schemeClr>
          </a:solidFill>
          <a:ln w="15875">
            <a:solidFill>
              <a:srgbClr val="2A6FB0"/>
            </a:solidFill>
            <a:prstDash val="solid"/>
          </a:ln>
        </p:spPr>
      </p:sp>
      <p:sp>
        <p:nvSpPr>
          <p:cNvPr id="20" name="Text 15"/>
          <p:cNvSpPr txBox="1"/>
          <p:nvPr/>
        </p:nvSpPr>
        <p:spPr>
          <a:xfrm>
            <a:off x="1399032" y="2734056"/>
            <a:ext cx="2642616" cy="749808"/>
          </a:xfrm>
          <a:prstGeom prst="rect">
            <a:avLst/>
          </a:prstGeom>
          <a:noFill/>
          <a:ln/>
        </p:spPr>
        <p:txBody>
          <a:bodyPr wrap="square" lIns="0" tIns="0" rIns="0" bIns="0" rtlCol="0" anchor="ctr"/>
          <a:lstStyle/>
          <a:p>
            <a:pPr algn="l" indent="0" marL="0">
              <a:buNone/>
            </a:pPr>
            <a:r>
              <a:rPr lang="en-US" sz="1900" dirty="0">
                <a:solidFill>
                  <a:schemeClr val="tx1"/>
                </a:solidFill>
              </a:rPr>
              <a:t>Waar woon je?</a:t>
            </a:r>
            <a:endParaRPr lang="en-US" sz="1900" dirty="0"/>
          </a:p>
        </p:txBody>
      </p:sp>
      <p:sp>
        <p:nvSpPr>
          <p:cNvPr id="21" name="Shape 16"/>
          <p:cNvSpPr/>
          <p:nvPr/>
        </p:nvSpPr>
        <p:spPr>
          <a:xfrm>
            <a:off x="4261104" y="3108960"/>
            <a:ext cx="365760" cy="914"/>
          </a:xfrm>
          <a:prstGeom prst="line">
            <a:avLst/>
          </a:prstGeom>
          <a:noFill/>
          <a:ln w="25400">
            <a:solidFill>
              <a:srgbClr val="4A5A70"/>
            </a:solidFill>
            <a:prstDash val="solid"/>
            <a:tailEnd type="triangle"/>
          </a:ln>
        </p:spPr>
      </p:sp>
      <p:sp>
        <p:nvSpPr>
          <p:cNvPr id="22" name="Shape 17"/>
          <p:cNvSpPr/>
          <p:nvPr/>
        </p:nvSpPr>
        <p:spPr>
          <a:xfrm>
            <a:off x="4681728" y="2734056"/>
            <a:ext cx="4114800" cy="749808"/>
          </a:xfrm>
          <a:prstGeom prst="roundRect">
            <a:avLst>
              <a:gd name="adj" fmla="val 21951"/>
            </a:avLst>
          </a:prstGeom>
          <a:solidFill>
            <a:schemeClr val="accent3">
              <a:alpha val="12000"/>
            </a:schemeClr>
          </a:solidFill>
          <a:ln w="15875">
            <a:solidFill>
              <a:srgbClr val="2E7D4F"/>
            </a:solidFill>
            <a:prstDash val="solid"/>
          </a:ln>
        </p:spPr>
      </p:sp>
      <p:sp>
        <p:nvSpPr>
          <p:cNvPr id="23" name="Text 18"/>
          <p:cNvSpPr txBox="1"/>
          <p:nvPr/>
        </p:nvSpPr>
        <p:spPr>
          <a:xfrm>
            <a:off x="4846320" y="2734056"/>
            <a:ext cx="3785616" cy="749808"/>
          </a:xfrm>
          <a:prstGeom prst="rect">
            <a:avLst/>
          </a:prstGeom>
          <a:noFill/>
          <a:ln/>
        </p:spPr>
        <p:txBody>
          <a:bodyPr wrap="square" lIns="0" tIns="0" rIns="0" bIns="0" rtlCol="0" anchor="ctr"/>
          <a:lstStyle/>
          <a:p>
            <a:pPr algn="l" indent="0" marL="0">
              <a:buNone/>
            </a:pPr>
            <a:r>
              <a:rPr lang="en-US" sz="1900" dirty="0">
                <a:solidFill>
                  <a:schemeClr val="tx1"/>
                </a:solidFill>
              </a:rPr>
              <a:t>Ik woon in </a:t>
            </a:r>
            <a:r>
              <a:rPr lang="en-US" sz="1900" b="1" dirty="0">
                <a:solidFill>
                  <a:schemeClr val="accent1"/>
                </a:solidFill>
              </a:rPr>
              <a:t>……</a:t>
            </a:r>
            <a:endParaRPr lang="en-US" sz="1900" dirty="0"/>
          </a:p>
        </p:txBody>
      </p:sp>
      <p:sp>
        <p:nvSpPr>
          <p:cNvPr id="24" name="Shape 19"/>
          <p:cNvSpPr/>
          <p:nvPr/>
        </p:nvSpPr>
        <p:spPr>
          <a:xfrm>
            <a:off x="8979408" y="2807208"/>
            <a:ext cx="2660904" cy="603504"/>
          </a:xfrm>
          <a:prstGeom prst="roundRect">
            <a:avLst>
              <a:gd name="adj" fmla="val 22727"/>
            </a:avLst>
          </a:prstGeom>
          <a:solidFill>
            <a:srgbClr val="E3E7ED"/>
          </a:solidFill>
          <a:ln w="12700">
            <a:solidFill>
              <a:srgbClr val="FFFFFF">
                <a:alpha val="0"/>
              </a:srgbClr>
            </a:solidFill>
            <a:prstDash val="solid"/>
          </a:ln>
        </p:spPr>
      </p:sp>
      <p:sp>
        <p:nvSpPr>
          <p:cNvPr id="25" name="Text 20"/>
          <p:cNvSpPr txBox="1"/>
          <p:nvPr/>
        </p:nvSpPr>
        <p:spPr>
          <a:xfrm>
            <a:off x="9116568" y="2807208"/>
            <a:ext cx="2423160" cy="603504"/>
          </a:xfrm>
          <a:prstGeom prst="rect">
            <a:avLst/>
          </a:prstGeom>
          <a:noFill/>
          <a:ln/>
        </p:spPr>
        <p:txBody>
          <a:bodyPr wrap="square" lIns="0" tIns="0" rIns="0" bIns="0" rtlCol="0" anchor="ctr"/>
          <a:lstStyle/>
          <a:p>
            <a:pPr algn="l" indent="0" marL="0">
              <a:buNone/>
            </a:pPr>
            <a:r>
              <a:rPr lang="en-US" sz="1700" i="1" dirty="0">
                <a:solidFill>
                  <a:schemeClr val="accent5"/>
                </a:solidFill>
              </a:rPr>
              <a:t>Waar woont u?</a:t>
            </a:r>
            <a:endParaRPr lang="en-US" sz="1700" dirty="0"/>
          </a:p>
        </p:txBody>
      </p:sp>
      <p:sp>
        <p:nvSpPr>
          <p:cNvPr id="26" name="Shape 21"/>
          <p:cNvSpPr/>
          <p:nvPr/>
        </p:nvSpPr>
        <p:spPr>
          <a:xfrm>
            <a:off x="548640" y="3712464"/>
            <a:ext cx="566928" cy="566928"/>
          </a:xfrm>
          <a:prstGeom prst="ellipse">
            <a:avLst/>
          </a:prstGeom>
          <a:solidFill>
            <a:schemeClr val="tx2"/>
          </a:solidFill>
          <a:ln w="12700">
            <a:solidFill>
              <a:srgbClr val="FFFFFF">
                <a:alpha val="0"/>
              </a:srgbClr>
            </a:solidFill>
            <a:prstDash val="solid"/>
          </a:ln>
        </p:spPr>
      </p:sp>
      <p:pic>
        <p:nvPicPr>
          <p:cNvPr id="27" name="Image 2" descr="GlobeEurope">    </p:cNvPr>
          <p:cNvPicPr>
            <a:picLocks noChangeAspect="1"/>
          </p:cNvPicPr>
          <p:nvPr/>
        </p:nvPicPr>
        <p:blipFill>
          <a:blip r:embed="rId3"/>
          <a:stretch>
            <a:fillRect/>
          </a:stretch>
        </p:blipFill>
        <p:spPr>
          <a:xfrm>
            <a:off x="684703" y="3848527"/>
            <a:ext cx="294803" cy="294803"/>
          </a:xfrm>
          <a:prstGeom prst="rect">
            <a:avLst/>
          </a:prstGeom>
        </p:spPr>
      </p:pic>
      <p:sp>
        <p:nvSpPr>
          <p:cNvPr id="28" name="Shape 22"/>
          <p:cNvSpPr/>
          <p:nvPr/>
        </p:nvSpPr>
        <p:spPr>
          <a:xfrm>
            <a:off x="1234440" y="3621024"/>
            <a:ext cx="2971800" cy="749808"/>
          </a:xfrm>
          <a:prstGeom prst="roundRect">
            <a:avLst>
              <a:gd name="adj" fmla="val 21951"/>
            </a:avLst>
          </a:prstGeom>
          <a:solidFill>
            <a:schemeClr val="accent2">
              <a:alpha val="12000"/>
            </a:schemeClr>
          </a:solidFill>
          <a:ln w="15875">
            <a:solidFill>
              <a:srgbClr val="2A6FB0"/>
            </a:solidFill>
            <a:prstDash val="solid"/>
          </a:ln>
        </p:spPr>
      </p:sp>
      <p:sp>
        <p:nvSpPr>
          <p:cNvPr id="29" name="Text 23"/>
          <p:cNvSpPr txBox="1"/>
          <p:nvPr/>
        </p:nvSpPr>
        <p:spPr>
          <a:xfrm>
            <a:off x="1399032" y="3621024"/>
            <a:ext cx="2642616" cy="749808"/>
          </a:xfrm>
          <a:prstGeom prst="rect">
            <a:avLst/>
          </a:prstGeom>
          <a:noFill/>
          <a:ln/>
        </p:spPr>
        <p:txBody>
          <a:bodyPr wrap="square" lIns="0" tIns="0" rIns="0" bIns="0" rtlCol="0" anchor="ctr"/>
          <a:lstStyle/>
          <a:p>
            <a:pPr algn="l" indent="0" marL="0">
              <a:buNone/>
            </a:pPr>
            <a:r>
              <a:rPr lang="en-US" sz="1900" dirty="0">
                <a:solidFill>
                  <a:schemeClr val="tx1"/>
                </a:solidFill>
              </a:rPr>
              <a:t>Waar kom je vandaan?</a:t>
            </a:r>
            <a:endParaRPr lang="en-US" sz="1900" dirty="0"/>
          </a:p>
        </p:txBody>
      </p:sp>
      <p:sp>
        <p:nvSpPr>
          <p:cNvPr id="30" name="Shape 24"/>
          <p:cNvSpPr/>
          <p:nvPr/>
        </p:nvSpPr>
        <p:spPr>
          <a:xfrm>
            <a:off x="4261104" y="3995928"/>
            <a:ext cx="365760" cy="914"/>
          </a:xfrm>
          <a:prstGeom prst="line">
            <a:avLst/>
          </a:prstGeom>
          <a:noFill/>
          <a:ln w="25400">
            <a:solidFill>
              <a:srgbClr val="4A5A70"/>
            </a:solidFill>
            <a:prstDash val="solid"/>
            <a:tailEnd type="triangle"/>
          </a:ln>
        </p:spPr>
      </p:sp>
      <p:sp>
        <p:nvSpPr>
          <p:cNvPr id="31" name="Shape 25"/>
          <p:cNvSpPr/>
          <p:nvPr/>
        </p:nvSpPr>
        <p:spPr>
          <a:xfrm>
            <a:off x="4681728" y="3621024"/>
            <a:ext cx="4114800" cy="749808"/>
          </a:xfrm>
          <a:prstGeom prst="roundRect">
            <a:avLst>
              <a:gd name="adj" fmla="val 21951"/>
            </a:avLst>
          </a:prstGeom>
          <a:solidFill>
            <a:schemeClr val="accent3">
              <a:alpha val="12000"/>
            </a:schemeClr>
          </a:solidFill>
          <a:ln w="15875">
            <a:solidFill>
              <a:srgbClr val="2E7D4F"/>
            </a:solidFill>
            <a:prstDash val="solid"/>
          </a:ln>
        </p:spPr>
      </p:sp>
      <p:sp>
        <p:nvSpPr>
          <p:cNvPr id="32" name="Text 26"/>
          <p:cNvSpPr txBox="1"/>
          <p:nvPr/>
        </p:nvSpPr>
        <p:spPr>
          <a:xfrm>
            <a:off x="4846320" y="3621024"/>
            <a:ext cx="3785616" cy="749808"/>
          </a:xfrm>
          <a:prstGeom prst="rect">
            <a:avLst/>
          </a:prstGeom>
          <a:noFill/>
          <a:ln/>
        </p:spPr>
        <p:txBody>
          <a:bodyPr wrap="square" lIns="0" tIns="0" rIns="0" bIns="0" rtlCol="0" anchor="ctr"/>
          <a:lstStyle/>
          <a:p>
            <a:pPr algn="l" indent="0" marL="0">
              <a:buNone/>
            </a:pPr>
            <a:r>
              <a:rPr lang="en-US" sz="1900" dirty="0">
                <a:solidFill>
                  <a:schemeClr val="tx1"/>
                </a:solidFill>
              </a:rPr>
              <a:t>Ik kom uit </a:t>
            </a:r>
            <a:r>
              <a:rPr lang="en-US" sz="1900" b="1" dirty="0">
                <a:solidFill>
                  <a:schemeClr val="accent1"/>
                </a:solidFill>
              </a:rPr>
              <a:t>……</a:t>
            </a:r>
            <a:endParaRPr lang="en-US" sz="1900" dirty="0"/>
          </a:p>
        </p:txBody>
      </p:sp>
      <p:sp>
        <p:nvSpPr>
          <p:cNvPr id="33" name="Shape 27"/>
          <p:cNvSpPr/>
          <p:nvPr/>
        </p:nvSpPr>
        <p:spPr>
          <a:xfrm>
            <a:off x="8979408" y="3694176"/>
            <a:ext cx="2660904" cy="603504"/>
          </a:xfrm>
          <a:prstGeom prst="roundRect">
            <a:avLst>
              <a:gd name="adj" fmla="val 22727"/>
            </a:avLst>
          </a:prstGeom>
          <a:solidFill>
            <a:srgbClr val="E3E7ED"/>
          </a:solidFill>
          <a:ln w="12700">
            <a:solidFill>
              <a:srgbClr val="FFFFFF">
                <a:alpha val="0"/>
              </a:srgbClr>
            </a:solidFill>
            <a:prstDash val="solid"/>
          </a:ln>
        </p:spPr>
      </p:sp>
      <p:sp>
        <p:nvSpPr>
          <p:cNvPr id="34" name="Text 28"/>
          <p:cNvSpPr txBox="1"/>
          <p:nvPr/>
        </p:nvSpPr>
        <p:spPr>
          <a:xfrm>
            <a:off x="9116568" y="3694176"/>
            <a:ext cx="2423160" cy="603504"/>
          </a:xfrm>
          <a:prstGeom prst="rect">
            <a:avLst/>
          </a:prstGeom>
          <a:noFill/>
          <a:ln/>
        </p:spPr>
        <p:txBody>
          <a:bodyPr wrap="square" lIns="0" tIns="0" rIns="0" bIns="0" rtlCol="0" anchor="ctr"/>
          <a:lstStyle/>
          <a:p>
            <a:pPr algn="l" indent="0" marL="0">
              <a:buNone/>
            </a:pPr>
            <a:r>
              <a:rPr lang="en-US" sz="1700" i="1" dirty="0">
                <a:solidFill>
                  <a:schemeClr val="accent5"/>
                </a:solidFill>
              </a:rPr>
              <a:t>Waar komt u vandaan?</a:t>
            </a:r>
            <a:endParaRPr lang="en-US" sz="1700" dirty="0"/>
          </a:p>
        </p:txBody>
      </p:sp>
      <p:sp>
        <p:nvSpPr>
          <p:cNvPr id="35" name="Shape 29"/>
          <p:cNvSpPr/>
          <p:nvPr/>
        </p:nvSpPr>
        <p:spPr>
          <a:xfrm>
            <a:off x="548640" y="4599432"/>
            <a:ext cx="566928" cy="566928"/>
          </a:xfrm>
          <a:prstGeom prst="ellipse">
            <a:avLst/>
          </a:prstGeom>
          <a:solidFill>
            <a:schemeClr val="accent5"/>
          </a:solidFill>
          <a:ln w="12700">
            <a:solidFill>
              <a:srgbClr val="FFFFFF">
                <a:alpha val="0"/>
              </a:srgbClr>
            </a:solidFill>
            <a:prstDash val="solid"/>
          </a:ln>
        </p:spPr>
      </p:sp>
      <p:pic>
        <p:nvPicPr>
          <p:cNvPr id="36" name="Image 3" descr="Briefcase">    </p:cNvPr>
          <p:cNvPicPr>
            <a:picLocks noChangeAspect="1"/>
          </p:cNvPicPr>
          <p:nvPr/>
        </p:nvPicPr>
        <p:blipFill>
          <a:blip r:embed="rId4"/>
          <a:stretch>
            <a:fillRect/>
          </a:stretch>
        </p:blipFill>
        <p:spPr>
          <a:xfrm>
            <a:off x="684703" y="4735495"/>
            <a:ext cx="294803" cy="294803"/>
          </a:xfrm>
          <a:prstGeom prst="rect">
            <a:avLst/>
          </a:prstGeom>
        </p:spPr>
      </p:pic>
      <p:sp>
        <p:nvSpPr>
          <p:cNvPr id="37" name="Shape 30"/>
          <p:cNvSpPr/>
          <p:nvPr/>
        </p:nvSpPr>
        <p:spPr>
          <a:xfrm>
            <a:off x="1234440" y="4507992"/>
            <a:ext cx="2971800" cy="749808"/>
          </a:xfrm>
          <a:prstGeom prst="roundRect">
            <a:avLst>
              <a:gd name="adj" fmla="val 21951"/>
            </a:avLst>
          </a:prstGeom>
          <a:solidFill>
            <a:schemeClr val="accent2">
              <a:alpha val="12000"/>
            </a:schemeClr>
          </a:solidFill>
          <a:ln w="15875">
            <a:solidFill>
              <a:srgbClr val="2A6FB0"/>
            </a:solidFill>
            <a:prstDash val="solid"/>
          </a:ln>
        </p:spPr>
      </p:sp>
      <p:sp>
        <p:nvSpPr>
          <p:cNvPr id="38" name="Text 31"/>
          <p:cNvSpPr txBox="1"/>
          <p:nvPr/>
        </p:nvSpPr>
        <p:spPr>
          <a:xfrm>
            <a:off x="1399032" y="4507992"/>
            <a:ext cx="2642616" cy="749808"/>
          </a:xfrm>
          <a:prstGeom prst="rect">
            <a:avLst/>
          </a:prstGeom>
          <a:noFill/>
          <a:ln/>
        </p:spPr>
        <p:txBody>
          <a:bodyPr wrap="square" lIns="0" tIns="0" rIns="0" bIns="0" rtlCol="0" anchor="ctr"/>
          <a:lstStyle/>
          <a:p>
            <a:pPr algn="l" indent="0" marL="0">
              <a:buNone/>
            </a:pPr>
            <a:r>
              <a:rPr lang="en-US" sz="1900" dirty="0">
                <a:solidFill>
                  <a:schemeClr val="tx1"/>
                </a:solidFill>
              </a:rPr>
              <a:t>Wat doe je (van beroep)?</a:t>
            </a:r>
            <a:endParaRPr lang="en-US" sz="1900" dirty="0"/>
          </a:p>
        </p:txBody>
      </p:sp>
      <p:sp>
        <p:nvSpPr>
          <p:cNvPr id="39" name="Shape 32"/>
          <p:cNvSpPr/>
          <p:nvPr/>
        </p:nvSpPr>
        <p:spPr>
          <a:xfrm>
            <a:off x="4261104" y="4882896"/>
            <a:ext cx="365760" cy="914"/>
          </a:xfrm>
          <a:prstGeom prst="line">
            <a:avLst/>
          </a:prstGeom>
          <a:noFill/>
          <a:ln w="25400">
            <a:solidFill>
              <a:srgbClr val="4A5A70"/>
            </a:solidFill>
            <a:prstDash val="solid"/>
            <a:tailEnd type="triangle"/>
          </a:ln>
        </p:spPr>
      </p:sp>
      <p:sp>
        <p:nvSpPr>
          <p:cNvPr id="40" name="Shape 33"/>
          <p:cNvSpPr/>
          <p:nvPr/>
        </p:nvSpPr>
        <p:spPr>
          <a:xfrm>
            <a:off x="4681728" y="4507992"/>
            <a:ext cx="4114800" cy="749808"/>
          </a:xfrm>
          <a:prstGeom prst="roundRect">
            <a:avLst>
              <a:gd name="adj" fmla="val 21951"/>
            </a:avLst>
          </a:prstGeom>
          <a:solidFill>
            <a:schemeClr val="accent3">
              <a:alpha val="12000"/>
            </a:schemeClr>
          </a:solidFill>
          <a:ln w="15875">
            <a:solidFill>
              <a:srgbClr val="2E7D4F"/>
            </a:solidFill>
            <a:prstDash val="solid"/>
          </a:ln>
        </p:spPr>
      </p:sp>
      <p:sp>
        <p:nvSpPr>
          <p:cNvPr id="41" name="Text 34"/>
          <p:cNvSpPr txBox="1"/>
          <p:nvPr/>
        </p:nvSpPr>
        <p:spPr>
          <a:xfrm>
            <a:off x="4846320" y="4507992"/>
            <a:ext cx="3785616" cy="749808"/>
          </a:xfrm>
          <a:prstGeom prst="rect">
            <a:avLst/>
          </a:prstGeom>
          <a:noFill/>
          <a:ln/>
        </p:spPr>
        <p:txBody>
          <a:bodyPr wrap="square" lIns="0" tIns="0" rIns="0" bIns="0" rtlCol="0" anchor="ctr"/>
          <a:lstStyle/>
          <a:p>
            <a:pPr algn="l" indent="0" marL="0">
              <a:buNone/>
            </a:pPr>
            <a:r>
              <a:rPr lang="en-US" sz="1900" dirty="0">
                <a:solidFill>
                  <a:schemeClr val="tx1"/>
                </a:solidFill>
              </a:rPr>
              <a:t>Ik werk als </a:t>
            </a:r>
            <a:r>
              <a:rPr lang="en-US" sz="1900" b="1" dirty="0">
                <a:solidFill>
                  <a:schemeClr val="accent1"/>
                </a:solidFill>
              </a:rPr>
              <a:t>……</a:t>
            </a:r>
            <a:r>
              <a:rPr lang="en-US" sz="1900" dirty="0">
                <a:solidFill>
                  <a:schemeClr val="tx1"/>
                </a:solidFill>
              </a:rPr>
              <a:t> / Ik ben </a:t>
            </a:r>
            <a:r>
              <a:rPr lang="en-US" sz="1900" b="1" dirty="0">
                <a:solidFill>
                  <a:schemeClr val="accent1"/>
                </a:solidFill>
              </a:rPr>
              <a:t>……</a:t>
            </a:r>
            <a:r>
              <a:rPr lang="en-US" sz="1900" dirty="0">
                <a:solidFill>
                  <a:schemeClr val="tx1"/>
                </a:solidFill>
              </a:rPr>
              <a:t> / Ik werk bij </a:t>
            </a:r>
            <a:r>
              <a:rPr lang="en-US" sz="1900" b="1" dirty="0">
                <a:solidFill>
                  <a:schemeClr val="accent1"/>
                </a:solidFill>
              </a:rPr>
              <a:t>……</a:t>
            </a:r>
            <a:endParaRPr lang="en-US" sz="1900" dirty="0"/>
          </a:p>
        </p:txBody>
      </p:sp>
      <p:sp>
        <p:nvSpPr>
          <p:cNvPr id="42" name="Shape 35"/>
          <p:cNvSpPr/>
          <p:nvPr/>
        </p:nvSpPr>
        <p:spPr>
          <a:xfrm>
            <a:off x="8979408" y="4581144"/>
            <a:ext cx="2660904" cy="603504"/>
          </a:xfrm>
          <a:prstGeom prst="roundRect">
            <a:avLst>
              <a:gd name="adj" fmla="val 22727"/>
            </a:avLst>
          </a:prstGeom>
          <a:solidFill>
            <a:srgbClr val="E3E7ED"/>
          </a:solidFill>
          <a:ln w="12700">
            <a:solidFill>
              <a:srgbClr val="FFFFFF">
                <a:alpha val="0"/>
              </a:srgbClr>
            </a:solidFill>
            <a:prstDash val="solid"/>
          </a:ln>
        </p:spPr>
      </p:sp>
      <p:sp>
        <p:nvSpPr>
          <p:cNvPr id="43" name="Text 36"/>
          <p:cNvSpPr txBox="1"/>
          <p:nvPr/>
        </p:nvSpPr>
        <p:spPr>
          <a:xfrm>
            <a:off x="9116568" y="4581144"/>
            <a:ext cx="2423160" cy="603504"/>
          </a:xfrm>
          <a:prstGeom prst="rect">
            <a:avLst/>
          </a:prstGeom>
          <a:noFill/>
          <a:ln/>
        </p:spPr>
        <p:txBody>
          <a:bodyPr wrap="square" lIns="0" tIns="0" rIns="0" bIns="0" rtlCol="0" anchor="ctr"/>
          <a:lstStyle/>
          <a:p>
            <a:pPr algn="l" indent="0" marL="0">
              <a:buNone/>
            </a:pPr>
            <a:r>
              <a:rPr lang="en-US" sz="1700" i="1" dirty="0">
                <a:solidFill>
                  <a:schemeClr val="accent5"/>
                </a:solidFill>
              </a:rPr>
              <a:t>Wat doet u?</a:t>
            </a:r>
            <a:endParaRPr lang="en-US" sz="1700" dirty="0"/>
          </a:p>
        </p:txBody>
      </p:sp>
      <p:sp>
        <p:nvSpPr>
          <p:cNvPr id="44" name="Shape 37"/>
          <p:cNvSpPr/>
          <p:nvPr/>
        </p:nvSpPr>
        <p:spPr>
          <a:xfrm>
            <a:off x="548640" y="5486400"/>
            <a:ext cx="566928" cy="566928"/>
          </a:xfrm>
          <a:prstGeom prst="ellipse">
            <a:avLst/>
          </a:prstGeom>
          <a:solidFill>
            <a:schemeClr val="accent4"/>
          </a:solidFill>
          <a:ln w="12700">
            <a:solidFill>
              <a:srgbClr val="FFFFFF">
                <a:alpha val="0"/>
              </a:srgbClr>
            </a:solidFill>
            <a:prstDash val="solid"/>
          </a:ln>
        </p:spPr>
      </p:sp>
      <p:pic>
        <p:nvPicPr>
          <p:cNvPr id="45" name="Image 4" descr="Comments">    </p:cNvPr>
          <p:cNvPicPr>
            <a:picLocks noChangeAspect="1"/>
          </p:cNvPicPr>
          <p:nvPr/>
        </p:nvPicPr>
        <p:blipFill>
          <a:blip r:embed="rId5"/>
          <a:stretch>
            <a:fillRect/>
          </a:stretch>
        </p:blipFill>
        <p:spPr>
          <a:xfrm>
            <a:off x="684703" y="5622463"/>
            <a:ext cx="294803" cy="294803"/>
          </a:xfrm>
          <a:prstGeom prst="rect">
            <a:avLst/>
          </a:prstGeom>
        </p:spPr>
      </p:pic>
      <p:sp>
        <p:nvSpPr>
          <p:cNvPr id="46" name="Shape 38"/>
          <p:cNvSpPr/>
          <p:nvPr/>
        </p:nvSpPr>
        <p:spPr>
          <a:xfrm>
            <a:off x="1234440" y="5394960"/>
            <a:ext cx="2971800" cy="749808"/>
          </a:xfrm>
          <a:prstGeom prst="roundRect">
            <a:avLst>
              <a:gd name="adj" fmla="val 21951"/>
            </a:avLst>
          </a:prstGeom>
          <a:solidFill>
            <a:schemeClr val="accent2">
              <a:alpha val="12000"/>
            </a:schemeClr>
          </a:solidFill>
          <a:ln w="15875">
            <a:solidFill>
              <a:srgbClr val="2A6FB0"/>
            </a:solidFill>
            <a:prstDash val="solid"/>
          </a:ln>
        </p:spPr>
      </p:sp>
      <p:sp>
        <p:nvSpPr>
          <p:cNvPr id="47" name="Text 39"/>
          <p:cNvSpPr txBox="1"/>
          <p:nvPr/>
        </p:nvSpPr>
        <p:spPr>
          <a:xfrm>
            <a:off x="1399032" y="5394960"/>
            <a:ext cx="2642616" cy="749808"/>
          </a:xfrm>
          <a:prstGeom prst="rect">
            <a:avLst/>
          </a:prstGeom>
          <a:noFill/>
          <a:ln/>
        </p:spPr>
        <p:txBody>
          <a:bodyPr wrap="square" lIns="0" tIns="0" rIns="0" bIns="0" rtlCol="0" anchor="ctr"/>
          <a:lstStyle/>
          <a:p>
            <a:pPr algn="l" indent="0" marL="0">
              <a:buNone/>
            </a:pPr>
            <a:r>
              <a:rPr lang="en-US" sz="1900" dirty="0">
                <a:solidFill>
                  <a:schemeClr val="tx1"/>
                </a:solidFill>
              </a:rPr>
              <a:t>Welke talen spreek je?</a:t>
            </a:r>
            <a:endParaRPr lang="en-US" sz="1900" dirty="0"/>
          </a:p>
        </p:txBody>
      </p:sp>
      <p:sp>
        <p:nvSpPr>
          <p:cNvPr id="48" name="Shape 40"/>
          <p:cNvSpPr/>
          <p:nvPr/>
        </p:nvSpPr>
        <p:spPr>
          <a:xfrm>
            <a:off x="4261104" y="5769864"/>
            <a:ext cx="365760" cy="914"/>
          </a:xfrm>
          <a:prstGeom prst="line">
            <a:avLst/>
          </a:prstGeom>
          <a:noFill/>
          <a:ln w="25400">
            <a:solidFill>
              <a:srgbClr val="4A5A70"/>
            </a:solidFill>
            <a:prstDash val="solid"/>
            <a:tailEnd type="triangle"/>
          </a:ln>
        </p:spPr>
      </p:sp>
      <p:sp>
        <p:nvSpPr>
          <p:cNvPr id="49" name="Shape 41"/>
          <p:cNvSpPr/>
          <p:nvPr/>
        </p:nvSpPr>
        <p:spPr>
          <a:xfrm>
            <a:off x="4681728" y="5394960"/>
            <a:ext cx="4114800" cy="749808"/>
          </a:xfrm>
          <a:prstGeom prst="roundRect">
            <a:avLst>
              <a:gd name="adj" fmla="val 21951"/>
            </a:avLst>
          </a:prstGeom>
          <a:solidFill>
            <a:schemeClr val="accent3">
              <a:alpha val="12000"/>
            </a:schemeClr>
          </a:solidFill>
          <a:ln w="15875">
            <a:solidFill>
              <a:srgbClr val="2E7D4F"/>
            </a:solidFill>
            <a:prstDash val="solid"/>
          </a:ln>
        </p:spPr>
      </p:sp>
      <p:sp>
        <p:nvSpPr>
          <p:cNvPr id="50" name="Text 42"/>
          <p:cNvSpPr txBox="1"/>
          <p:nvPr/>
        </p:nvSpPr>
        <p:spPr>
          <a:xfrm>
            <a:off x="4846320" y="5394960"/>
            <a:ext cx="3785616" cy="749808"/>
          </a:xfrm>
          <a:prstGeom prst="rect">
            <a:avLst/>
          </a:prstGeom>
          <a:noFill/>
          <a:ln/>
        </p:spPr>
        <p:txBody>
          <a:bodyPr wrap="square" lIns="0" tIns="0" rIns="0" bIns="0" rtlCol="0" anchor="ctr"/>
          <a:lstStyle/>
          <a:p>
            <a:pPr algn="l" indent="0" marL="0">
              <a:buNone/>
            </a:pPr>
            <a:r>
              <a:rPr lang="en-US" sz="1900" dirty="0">
                <a:solidFill>
                  <a:schemeClr val="tx1"/>
                </a:solidFill>
              </a:rPr>
              <a:t>Ik spreek </a:t>
            </a:r>
            <a:r>
              <a:rPr lang="en-US" sz="1900" b="1" dirty="0">
                <a:solidFill>
                  <a:schemeClr val="accent1"/>
                </a:solidFill>
              </a:rPr>
              <a:t>……</a:t>
            </a:r>
            <a:r>
              <a:rPr lang="en-US" sz="1900" dirty="0">
                <a:solidFill>
                  <a:schemeClr val="tx1"/>
                </a:solidFill>
              </a:rPr>
              <a:t> en een beetje Nederlands.</a:t>
            </a:r>
            <a:endParaRPr lang="en-US" sz="1900" dirty="0"/>
          </a:p>
        </p:txBody>
      </p:sp>
      <p:sp>
        <p:nvSpPr>
          <p:cNvPr id="51" name="Shape 43"/>
          <p:cNvSpPr/>
          <p:nvPr/>
        </p:nvSpPr>
        <p:spPr>
          <a:xfrm>
            <a:off x="8979408" y="5468112"/>
            <a:ext cx="2660904" cy="603504"/>
          </a:xfrm>
          <a:prstGeom prst="roundRect">
            <a:avLst>
              <a:gd name="adj" fmla="val 22727"/>
            </a:avLst>
          </a:prstGeom>
          <a:solidFill>
            <a:srgbClr val="E3E7ED"/>
          </a:solidFill>
          <a:ln w="12700">
            <a:solidFill>
              <a:srgbClr val="FFFFFF">
                <a:alpha val="0"/>
              </a:srgbClr>
            </a:solidFill>
            <a:prstDash val="solid"/>
          </a:ln>
        </p:spPr>
      </p:sp>
      <p:sp>
        <p:nvSpPr>
          <p:cNvPr id="52" name="Text 44"/>
          <p:cNvSpPr txBox="1"/>
          <p:nvPr/>
        </p:nvSpPr>
        <p:spPr>
          <a:xfrm>
            <a:off x="9116568" y="5468112"/>
            <a:ext cx="2423160" cy="603504"/>
          </a:xfrm>
          <a:prstGeom prst="rect">
            <a:avLst/>
          </a:prstGeom>
          <a:noFill/>
          <a:ln/>
        </p:spPr>
        <p:txBody>
          <a:bodyPr wrap="square" lIns="0" tIns="0" rIns="0" bIns="0" rtlCol="0" anchor="ctr"/>
          <a:lstStyle/>
          <a:p>
            <a:pPr algn="l" indent="0" marL="0">
              <a:buNone/>
            </a:pPr>
            <a:r>
              <a:rPr lang="en-US" sz="1700" i="1" dirty="0">
                <a:solidFill>
                  <a:schemeClr val="accent5"/>
                </a:solidFill>
              </a:rPr>
              <a:t>Welke talen spreekt u?</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les petits mots : in, uit, bij, als</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1024128"/>
          </a:xfrm>
          <a:prstGeom prst="roundRect">
            <a:avLst>
              <a:gd name="adj" fmla="val 7143"/>
            </a:avLst>
          </a:prstGeom>
          <a:solidFill>
            <a:schemeClr val="accent6">
              <a:alpha val="7000"/>
            </a:schemeClr>
          </a:solidFill>
          <a:ln w="12700">
            <a:solidFill>
              <a:srgbClr val="B83227">
                <a:alpha val="60000"/>
              </a:srgbClr>
            </a:solidFill>
            <a:prstDash val="solid"/>
          </a:ln>
        </p:spPr>
      </p:sp>
      <p:sp>
        <p:nvSpPr>
          <p:cNvPr id="6" name="Shape 3"/>
          <p:cNvSpPr/>
          <p:nvPr/>
        </p:nvSpPr>
        <p:spPr>
          <a:xfrm>
            <a:off x="731520" y="1764792"/>
            <a:ext cx="603504" cy="603504"/>
          </a:xfrm>
          <a:prstGeom prst="ellipse">
            <a:avLst/>
          </a:prstGeom>
          <a:solidFill>
            <a:schemeClr val="accent6"/>
          </a:solidFill>
          <a:ln w="12700">
            <a:solidFill>
              <a:srgbClr val="FFFFFF">
                <a:alpha val="0"/>
              </a:srgbClr>
            </a:solidFill>
            <a:prstDash val="solid"/>
          </a:ln>
        </p:spPr>
      </p:sp>
      <p:pic>
        <p:nvPicPr>
          <p:cNvPr id="7" name="Image 0" descr="MapMarkerAlt">    </p:cNvPr>
          <p:cNvPicPr>
            <a:picLocks noChangeAspect="1"/>
          </p:cNvPicPr>
          <p:nvPr/>
        </p:nvPicPr>
        <p:blipFill>
          <a:blip r:embed="rId1"/>
          <a:stretch>
            <a:fillRect/>
          </a:stretch>
        </p:blipFill>
        <p:spPr>
          <a:xfrm>
            <a:off x="876361" y="1909633"/>
            <a:ext cx="313822" cy="313822"/>
          </a:xfrm>
          <a:prstGeom prst="rect">
            <a:avLst/>
          </a:prstGeom>
        </p:spPr>
      </p:pic>
      <p:sp>
        <p:nvSpPr>
          <p:cNvPr id="8" name="Text 4"/>
          <p:cNvSpPr txBox="1"/>
          <p:nvPr/>
        </p:nvSpPr>
        <p:spPr>
          <a:xfrm>
            <a:off x="1508760" y="1554480"/>
            <a:ext cx="4206240" cy="1024128"/>
          </a:xfrm>
          <a:prstGeom prst="rect">
            <a:avLst/>
          </a:prstGeom>
          <a:noFill/>
          <a:ln/>
        </p:spPr>
        <p:txBody>
          <a:bodyPr wrap="square" lIns="0" tIns="0" rIns="0" bIns="0" rtlCol="0" anchor="ctr"/>
          <a:lstStyle/>
          <a:p>
            <a:pPr algn="l" indent="0" marL="0">
              <a:buNone/>
            </a:pPr>
            <a:r>
              <a:rPr lang="en-US" sz="2100" dirty="0">
                <a:solidFill>
                  <a:schemeClr val="tx1"/>
                </a:solidFill>
              </a:rPr>
              <a:t>J’habite </a:t>
            </a:r>
            <a:r>
              <a:rPr lang="en-US" sz="2100" strike="sngStrike" dirty="0">
                <a:solidFill>
                  <a:schemeClr val="accent6"/>
                </a:solidFill>
              </a:rPr>
              <a:t>à</a:t>
            </a:r>
            <a:r>
              <a:rPr lang="en-US" sz="2100" dirty="0">
                <a:solidFill>
                  <a:schemeClr val="tx1"/>
                </a:solidFill>
              </a:rPr>
              <a:t> Namur</a:t>
            </a:r>
            <a:endParaRPr lang="en-US" sz="2100" dirty="0"/>
          </a:p>
        </p:txBody>
      </p:sp>
      <p:sp>
        <p:nvSpPr>
          <p:cNvPr id="9" name="Shape 5"/>
          <p:cNvSpPr/>
          <p:nvPr/>
        </p:nvSpPr>
        <p:spPr>
          <a:xfrm>
            <a:off x="5760720" y="2066544"/>
            <a:ext cx="594360" cy="914"/>
          </a:xfrm>
          <a:prstGeom prst="line">
            <a:avLst/>
          </a:prstGeom>
          <a:noFill/>
          <a:ln w="34925">
            <a:solidFill>
              <a:srgbClr val="B83227"/>
            </a:solidFill>
            <a:prstDash val="solid"/>
            <a:tailEnd type="triangle"/>
          </a:ln>
        </p:spPr>
      </p:sp>
      <p:sp>
        <p:nvSpPr>
          <p:cNvPr id="10" name="Shape 6"/>
          <p:cNvSpPr/>
          <p:nvPr/>
        </p:nvSpPr>
        <p:spPr>
          <a:xfrm>
            <a:off x="6492240" y="1682496"/>
            <a:ext cx="4983480" cy="768096"/>
          </a:xfrm>
          <a:prstGeom prst="roundRect">
            <a:avLst>
              <a:gd name="adj" fmla="val 11905"/>
            </a:avLst>
          </a:prstGeom>
          <a:solidFill>
            <a:schemeClr val="accent3">
              <a:alpha val="12000"/>
            </a:schemeClr>
          </a:solidFill>
          <a:ln w="19050">
            <a:solidFill>
              <a:srgbClr val="2E7D4F"/>
            </a:solidFill>
            <a:prstDash val="solid"/>
          </a:ln>
        </p:spPr>
      </p:sp>
      <p:sp>
        <p:nvSpPr>
          <p:cNvPr id="11" name="Text 7"/>
          <p:cNvSpPr txBox="1"/>
          <p:nvPr/>
        </p:nvSpPr>
        <p:spPr>
          <a:xfrm>
            <a:off x="6675120" y="1682496"/>
            <a:ext cx="4663440" cy="768096"/>
          </a:xfrm>
          <a:prstGeom prst="rect">
            <a:avLst/>
          </a:prstGeom>
          <a:noFill/>
          <a:ln/>
        </p:spPr>
        <p:txBody>
          <a:bodyPr wrap="square" lIns="0" tIns="0" rIns="0" bIns="0" rtlCol="0" anchor="ctr"/>
          <a:lstStyle/>
          <a:p>
            <a:pPr algn="l" indent="0" marL="0">
              <a:buNone/>
            </a:pPr>
            <a:r>
              <a:rPr lang="en-US" sz="2200" dirty="0">
                <a:solidFill>
                  <a:schemeClr val="tx1"/>
                </a:solidFill>
              </a:rPr>
              <a:t>Ik woon </a:t>
            </a:r>
            <a:r>
              <a:rPr lang="en-US" sz="2200" b="1" dirty="0">
                <a:solidFill>
                  <a:schemeClr val="accent3"/>
                </a:solidFill>
              </a:rPr>
              <a:t>in</a:t>
            </a:r>
            <a:r>
              <a:rPr lang="en-US" sz="2200" dirty="0">
                <a:solidFill>
                  <a:schemeClr val="tx1"/>
                </a:solidFill>
              </a:rPr>
              <a:t> Namen.</a:t>
            </a:r>
            <a:endParaRPr lang="en-US" sz="2200" dirty="0"/>
          </a:p>
        </p:txBody>
      </p:sp>
      <p:sp>
        <p:nvSpPr>
          <p:cNvPr id="12" name="Shape 8"/>
          <p:cNvSpPr/>
          <p:nvPr/>
        </p:nvSpPr>
        <p:spPr>
          <a:xfrm>
            <a:off x="548640" y="2743200"/>
            <a:ext cx="11091672" cy="1024128"/>
          </a:xfrm>
          <a:prstGeom prst="roundRect">
            <a:avLst>
              <a:gd name="adj" fmla="val 7143"/>
            </a:avLst>
          </a:prstGeom>
          <a:solidFill>
            <a:schemeClr val="accent6">
              <a:alpha val="7000"/>
            </a:schemeClr>
          </a:solidFill>
          <a:ln w="12700">
            <a:solidFill>
              <a:srgbClr val="B83227">
                <a:alpha val="60000"/>
              </a:srgbClr>
            </a:solidFill>
            <a:prstDash val="solid"/>
          </a:ln>
        </p:spPr>
      </p:sp>
      <p:sp>
        <p:nvSpPr>
          <p:cNvPr id="13" name="Shape 9"/>
          <p:cNvSpPr/>
          <p:nvPr/>
        </p:nvSpPr>
        <p:spPr>
          <a:xfrm>
            <a:off x="731520" y="2953512"/>
            <a:ext cx="603504" cy="603504"/>
          </a:xfrm>
          <a:prstGeom prst="ellipse">
            <a:avLst/>
          </a:prstGeom>
          <a:solidFill>
            <a:schemeClr val="accent6"/>
          </a:solidFill>
          <a:ln w="12700">
            <a:solidFill>
              <a:srgbClr val="FFFFFF">
                <a:alpha val="0"/>
              </a:srgbClr>
            </a:solidFill>
            <a:prstDash val="solid"/>
          </a:ln>
        </p:spPr>
      </p:sp>
      <p:pic>
        <p:nvPicPr>
          <p:cNvPr id="14" name="Image 1" descr="GlobeEurope">    </p:cNvPr>
          <p:cNvPicPr>
            <a:picLocks noChangeAspect="1"/>
          </p:cNvPicPr>
          <p:nvPr/>
        </p:nvPicPr>
        <p:blipFill>
          <a:blip r:embed="rId2"/>
          <a:stretch>
            <a:fillRect/>
          </a:stretch>
        </p:blipFill>
        <p:spPr>
          <a:xfrm>
            <a:off x="876361" y="3098353"/>
            <a:ext cx="313822" cy="313822"/>
          </a:xfrm>
          <a:prstGeom prst="rect">
            <a:avLst/>
          </a:prstGeom>
        </p:spPr>
      </p:pic>
      <p:sp>
        <p:nvSpPr>
          <p:cNvPr id="15" name="Text 10"/>
          <p:cNvSpPr txBox="1"/>
          <p:nvPr/>
        </p:nvSpPr>
        <p:spPr>
          <a:xfrm>
            <a:off x="1508760" y="2743200"/>
            <a:ext cx="4206240" cy="1024128"/>
          </a:xfrm>
          <a:prstGeom prst="rect">
            <a:avLst/>
          </a:prstGeom>
          <a:noFill/>
          <a:ln/>
        </p:spPr>
        <p:txBody>
          <a:bodyPr wrap="square" lIns="0" tIns="0" rIns="0" bIns="0" rtlCol="0" anchor="ctr"/>
          <a:lstStyle/>
          <a:p>
            <a:pPr algn="l" indent="0" marL="0">
              <a:buNone/>
            </a:pPr>
            <a:r>
              <a:rPr lang="en-US" sz="2100" dirty="0">
                <a:solidFill>
                  <a:schemeClr val="tx1"/>
                </a:solidFill>
              </a:rPr>
              <a:t>Je viens </a:t>
            </a:r>
            <a:r>
              <a:rPr lang="en-US" sz="2100" strike="sngStrike" dirty="0">
                <a:solidFill>
                  <a:schemeClr val="accent6"/>
                </a:solidFill>
              </a:rPr>
              <a:t>de</a:t>
            </a:r>
            <a:r>
              <a:rPr lang="en-US" sz="2100" dirty="0">
                <a:solidFill>
                  <a:schemeClr val="tx1"/>
                </a:solidFill>
              </a:rPr>
              <a:t> Belgique</a:t>
            </a:r>
            <a:endParaRPr lang="en-US" sz="2100" dirty="0"/>
          </a:p>
        </p:txBody>
      </p:sp>
      <p:sp>
        <p:nvSpPr>
          <p:cNvPr id="16" name="Shape 11"/>
          <p:cNvSpPr/>
          <p:nvPr/>
        </p:nvSpPr>
        <p:spPr>
          <a:xfrm>
            <a:off x="5760720" y="3255264"/>
            <a:ext cx="594360" cy="914"/>
          </a:xfrm>
          <a:prstGeom prst="line">
            <a:avLst/>
          </a:prstGeom>
          <a:noFill/>
          <a:ln w="34925">
            <a:solidFill>
              <a:srgbClr val="B83227"/>
            </a:solidFill>
            <a:prstDash val="solid"/>
            <a:tailEnd type="triangle"/>
          </a:ln>
        </p:spPr>
      </p:sp>
      <p:sp>
        <p:nvSpPr>
          <p:cNvPr id="17" name="Shape 12"/>
          <p:cNvSpPr/>
          <p:nvPr/>
        </p:nvSpPr>
        <p:spPr>
          <a:xfrm>
            <a:off x="6492240" y="2871216"/>
            <a:ext cx="4983480" cy="768096"/>
          </a:xfrm>
          <a:prstGeom prst="roundRect">
            <a:avLst>
              <a:gd name="adj" fmla="val 11905"/>
            </a:avLst>
          </a:prstGeom>
          <a:solidFill>
            <a:schemeClr val="accent3">
              <a:alpha val="12000"/>
            </a:schemeClr>
          </a:solidFill>
          <a:ln w="19050">
            <a:solidFill>
              <a:srgbClr val="2E7D4F"/>
            </a:solidFill>
            <a:prstDash val="solid"/>
          </a:ln>
        </p:spPr>
      </p:sp>
      <p:sp>
        <p:nvSpPr>
          <p:cNvPr id="18" name="Text 13"/>
          <p:cNvSpPr txBox="1"/>
          <p:nvPr/>
        </p:nvSpPr>
        <p:spPr>
          <a:xfrm>
            <a:off x="6675120" y="2871216"/>
            <a:ext cx="4663440" cy="768096"/>
          </a:xfrm>
          <a:prstGeom prst="rect">
            <a:avLst/>
          </a:prstGeom>
          <a:noFill/>
          <a:ln/>
        </p:spPr>
        <p:txBody>
          <a:bodyPr wrap="square" lIns="0" tIns="0" rIns="0" bIns="0" rtlCol="0" anchor="ctr"/>
          <a:lstStyle/>
          <a:p>
            <a:pPr algn="l" indent="0" marL="0">
              <a:buNone/>
            </a:pPr>
            <a:r>
              <a:rPr lang="en-US" sz="2200" dirty="0">
                <a:solidFill>
                  <a:schemeClr val="tx1"/>
                </a:solidFill>
              </a:rPr>
              <a:t>Ik kom </a:t>
            </a:r>
            <a:r>
              <a:rPr lang="en-US" sz="2200" b="1" dirty="0">
                <a:solidFill>
                  <a:schemeClr val="accent3"/>
                </a:solidFill>
              </a:rPr>
              <a:t>uit</a:t>
            </a:r>
            <a:r>
              <a:rPr lang="en-US" sz="2200" dirty="0">
                <a:solidFill>
                  <a:schemeClr val="tx1"/>
                </a:solidFill>
              </a:rPr>
              <a:t> België.</a:t>
            </a:r>
            <a:endParaRPr lang="en-US" sz="2200" dirty="0"/>
          </a:p>
        </p:txBody>
      </p:sp>
      <p:sp>
        <p:nvSpPr>
          <p:cNvPr id="19" name="Shape 14"/>
          <p:cNvSpPr/>
          <p:nvPr/>
        </p:nvSpPr>
        <p:spPr>
          <a:xfrm>
            <a:off x="548640" y="3931920"/>
            <a:ext cx="11091672" cy="1024128"/>
          </a:xfrm>
          <a:prstGeom prst="roundRect">
            <a:avLst>
              <a:gd name="adj" fmla="val 7143"/>
            </a:avLst>
          </a:prstGeom>
          <a:solidFill>
            <a:schemeClr val="accent6">
              <a:alpha val="7000"/>
            </a:schemeClr>
          </a:solidFill>
          <a:ln w="12700">
            <a:solidFill>
              <a:srgbClr val="B83227">
                <a:alpha val="60000"/>
              </a:srgbClr>
            </a:solidFill>
            <a:prstDash val="solid"/>
          </a:ln>
        </p:spPr>
      </p:sp>
      <p:sp>
        <p:nvSpPr>
          <p:cNvPr id="20" name="Shape 15"/>
          <p:cNvSpPr/>
          <p:nvPr/>
        </p:nvSpPr>
        <p:spPr>
          <a:xfrm>
            <a:off x="731520" y="4142232"/>
            <a:ext cx="603504" cy="603504"/>
          </a:xfrm>
          <a:prstGeom prst="ellipse">
            <a:avLst/>
          </a:prstGeom>
          <a:solidFill>
            <a:schemeClr val="accent6"/>
          </a:solidFill>
          <a:ln w="12700">
            <a:solidFill>
              <a:srgbClr val="FFFFFF">
                <a:alpha val="0"/>
              </a:srgbClr>
            </a:solidFill>
            <a:prstDash val="solid"/>
          </a:ln>
        </p:spPr>
      </p:sp>
      <p:pic>
        <p:nvPicPr>
          <p:cNvPr id="21" name="Image 2" descr="Building">    </p:cNvPr>
          <p:cNvPicPr>
            <a:picLocks noChangeAspect="1"/>
          </p:cNvPicPr>
          <p:nvPr/>
        </p:nvPicPr>
        <p:blipFill>
          <a:blip r:embed="rId3"/>
          <a:stretch>
            <a:fillRect/>
          </a:stretch>
        </p:blipFill>
        <p:spPr>
          <a:xfrm>
            <a:off x="876361" y="4287073"/>
            <a:ext cx="313822" cy="313822"/>
          </a:xfrm>
          <a:prstGeom prst="rect">
            <a:avLst/>
          </a:prstGeom>
        </p:spPr>
      </p:pic>
      <p:sp>
        <p:nvSpPr>
          <p:cNvPr id="22" name="Text 16"/>
          <p:cNvSpPr txBox="1"/>
          <p:nvPr/>
        </p:nvSpPr>
        <p:spPr>
          <a:xfrm>
            <a:off x="1508760" y="3931920"/>
            <a:ext cx="4206240" cy="1024128"/>
          </a:xfrm>
          <a:prstGeom prst="rect">
            <a:avLst/>
          </a:prstGeom>
          <a:noFill/>
          <a:ln/>
        </p:spPr>
        <p:txBody>
          <a:bodyPr wrap="square" lIns="0" tIns="0" rIns="0" bIns="0" rtlCol="0" anchor="ctr"/>
          <a:lstStyle/>
          <a:p>
            <a:pPr algn="l" indent="0" marL="0">
              <a:buNone/>
            </a:pPr>
            <a:r>
              <a:rPr lang="en-US" sz="2100" dirty="0">
                <a:solidFill>
                  <a:schemeClr val="tx1"/>
                </a:solidFill>
              </a:rPr>
              <a:t>Je travaille </a:t>
            </a:r>
            <a:r>
              <a:rPr lang="en-US" sz="2100" strike="sngStrike" dirty="0">
                <a:solidFill>
                  <a:schemeClr val="accent6"/>
                </a:solidFill>
              </a:rPr>
              <a:t>chez</a:t>
            </a:r>
            <a:r>
              <a:rPr lang="en-US" sz="2100" dirty="0">
                <a:solidFill>
                  <a:schemeClr val="tx1"/>
                </a:solidFill>
              </a:rPr>
              <a:t> Peeters &amp; Co / </a:t>
            </a:r>
            <a:r>
              <a:rPr lang="en-US" sz="2100" strike="sngStrike" dirty="0">
                <a:solidFill>
                  <a:schemeClr val="accent6"/>
                </a:solidFill>
              </a:rPr>
              <a:t>dans</a:t>
            </a:r>
            <a:r>
              <a:rPr lang="en-US" sz="2100" dirty="0">
                <a:solidFill>
                  <a:schemeClr val="tx1"/>
                </a:solidFill>
              </a:rPr>
              <a:t> une banque</a:t>
            </a:r>
            <a:endParaRPr lang="en-US" sz="2100" dirty="0"/>
          </a:p>
        </p:txBody>
      </p:sp>
      <p:sp>
        <p:nvSpPr>
          <p:cNvPr id="23" name="Shape 17"/>
          <p:cNvSpPr/>
          <p:nvPr/>
        </p:nvSpPr>
        <p:spPr>
          <a:xfrm>
            <a:off x="5760720" y="4443984"/>
            <a:ext cx="594360" cy="914"/>
          </a:xfrm>
          <a:prstGeom prst="line">
            <a:avLst/>
          </a:prstGeom>
          <a:noFill/>
          <a:ln w="34925">
            <a:solidFill>
              <a:srgbClr val="B83227"/>
            </a:solidFill>
            <a:prstDash val="solid"/>
            <a:tailEnd type="triangle"/>
          </a:ln>
        </p:spPr>
      </p:sp>
      <p:sp>
        <p:nvSpPr>
          <p:cNvPr id="24" name="Shape 18"/>
          <p:cNvSpPr/>
          <p:nvPr/>
        </p:nvSpPr>
        <p:spPr>
          <a:xfrm>
            <a:off x="6492240" y="4059936"/>
            <a:ext cx="4983480" cy="768096"/>
          </a:xfrm>
          <a:prstGeom prst="roundRect">
            <a:avLst>
              <a:gd name="adj" fmla="val 11905"/>
            </a:avLst>
          </a:prstGeom>
          <a:solidFill>
            <a:schemeClr val="accent3">
              <a:alpha val="12000"/>
            </a:schemeClr>
          </a:solidFill>
          <a:ln w="19050">
            <a:solidFill>
              <a:srgbClr val="2E7D4F"/>
            </a:solidFill>
            <a:prstDash val="solid"/>
          </a:ln>
        </p:spPr>
      </p:sp>
      <p:sp>
        <p:nvSpPr>
          <p:cNvPr id="25" name="Text 19"/>
          <p:cNvSpPr txBox="1"/>
          <p:nvPr/>
        </p:nvSpPr>
        <p:spPr>
          <a:xfrm>
            <a:off x="6675120" y="4059936"/>
            <a:ext cx="4663440" cy="768096"/>
          </a:xfrm>
          <a:prstGeom prst="rect">
            <a:avLst/>
          </a:prstGeom>
          <a:noFill/>
          <a:ln/>
        </p:spPr>
        <p:txBody>
          <a:bodyPr wrap="square" lIns="0" tIns="0" rIns="0" bIns="0" rtlCol="0" anchor="ctr"/>
          <a:lstStyle/>
          <a:p>
            <a:pPr algn="l" indent="0" marL="0">
              <a:buNone/>
            </a:pPr>
            <a:r>
              <a:rPr lang="en-US" sz="2200" dirty="0">
                <a:solidFill>
                  <a:schemeClr val="tx1"/>
                </a:solidFill>
              </a:rPr>
              <a:t>Ik werk </a:t>
            </a:r>
            <a:r>
              <a:rPr lang="en-US" sz="2200" b="1" dirty="0">
                <a:solidFill>
                  <a:schemeClr val="accent3"/>
                </a:solidFill>
              </a:rPr>
              <a:t>bij</a:t>
            </a:r>
            <a:r>
              <a:rPr lang="en-US" sz="2200" dirty="0">
                <a:solidFill>
                  <a:schemeClr val="tx1"/>
                </a:solidFill>
              </a:rPr>
              <a:t> Peeters &amp; Co / </a:t>
            </a:r>
            <a:r>
              <a:rPr lang="en-US" sz="2200" b="1" dirty="0">
                <a:solidFill>
                  <a:schemeClr val="accent3"/>
                </a:solidFill>
              </a:rPr>
              <a:t>bij</a:t>
            </a:r>
            <a:r>
              <a:rPr lang="en-US" sz="2200" dirty="0">
                <a:solidFill>
                  <a:schemeClr val="tx1"/>
                </a:solidFill>
              </a:rPr>
              <a:t> een bank.</a:t>
            </a:r>
            <a:endParaRPr lang="en-US" sz="2200" dirty="0"/>
          </a:p>
        </p:txBody>
      </p:sp>
      <p:sp>
        <p:nvSpPr>
          <p:cNvPr id="26" name="Shape 20"/>
          <p:cNvSpPr/>
          <p:nvPr/>
        </p:nvSpPr>
        <p:spPr>
          <a:xfrm>
            <a:off x="548640" y="5120640"/>
            <a:ext cx="11091672" cy="1024128"/>
          </a:xfrm>
          <a:prstGeom prst="roundRect">
            <a:avLst>
              <a:gd name="adj" fmla="val 7143"/>
            </a:avLst>
          </a:prstGeom>
          <a:solidFill>
            <a:schemeClr val="accent6">
              <a:alpha val="7000"/>
            </a:schemeClr>
          </a:solidFill>
          <a:ln w="12700">
            <a:solidFill>
              <a:srgbClr val="B83227">
                <a:alpha val="60000"/>
              </a:srgbClr>
            </a:solidFill>
            <a:prstDash val="solid"/>
          </a:ln>
        </p:spPr>
      </p:sp>
      <p:sp>
        <p:nvSpPr>
          <p:cNvPr id="27" name="Shape 21"/>
          <p:cNvSpPr/>
          <p:nvPr/>
        </p:nvSpPr>
        <p:spPr>
          <a:xfrm>
            <a:off x="731520" y="5330952"/>
            <a:ext cx="603504" cy="603504"/>
          </a:xfrm>
          <a:prstGeom prst="ellipse">
            <a:avLst/>
          </a:prstGeom>
          <a:solidFill>
            <a:schemeClr val="accent6"/>
          </a:solidFill>
          <a:ln w="12700">
            <a:solidFill>
              <a:srgbClr val="FFFFFF">
                <a:alpha val="0"/>
              </a:srgbClr>
            </a:solidFill>
            <a:prstDash val="solid"/>
          </a:ln>
        </p:spPr>
      </p:sp>
      <p:pic>
        <p:nvPicPr>
          <p:cNvPr id="28" name="Image 3" descr="IdBadge">    </p:cNvPr>
          <p:cNvPicPr>
            <a:picLocks noChangeAspect="1"/>
          </p:cNvPicPr>
          <p:nvPr/>
        </p:nvPicPr>
        <p:blipFill>
          <a:blip r:embed="rId4"/>
          <a:stretch>
            <a:fillRect/>
          </a:stretch>
        </p:blipFill>
        <p:spPr>
          <a:xfrm>
            <a:off x="876361" y="5475793"/>
            <a:ext cx="313822" cy="313822"/>
          </a:xfrm>
          <a:prstGeom prst="rect">
            <a:avLst/>
          </a:prstGeom>
        </p:spPr>
      </p:pic>
      <p:sp>
        <p:nvSpPr>
          <p:cNvPr id="29" name="Text 22"/>
          <p:cNvSpPr txBox="1"/>
          <p:nvPr/>
        </p:nvSpPr>
        <p:spPr>
          <a:xfrm>
            <a:off x="1508760" y="5120640"/>
            <a:ext cx="4206240" cy="1024128"/>
          </a:xfrm>
          <a:prstGeom prst="rect">
            <a:avLst/>
          </a:prstGeom>
          <a:noFill/>
          <a:ln/>
        </p:spPr>
        <p:txBody>
          <a:bodyPr wrap="square" lIns="0" tIns="0" rIns="0" bIns="0" rtlCol="0" anchor="ctr"/>
          <a:lstStyle/>
          <a:p>
            <a:pPr algn="l" indent="0" marL="0">
              <a:buNone/>
            </a:pPr>
            <a:r>
              <a:rPr lang="en-US" sz="2100" dirty="0">
                <a:solidFill>
                  <a:schemeClr val="tx1"/>
                </a:solidFill>
              </a:rPr>
              <a:t>Je travaille </a:t>
            </a:r>
            <a:r>
              <a:rPr lang="en-US" sz="2100" strike="sngStrike" dirty="0">
                <a:solidFill>
                  <a:schemeClr val="accent6"/>
                </a:solidFill>
              </a:rPr>
              <a:t>comme</a:t>
            </a:r>
            <a:r>
              <a:rPr lang="en-US" sz="2100" dirty="0">
                <a:solidFill>
                  <a:schemeClr val="tx1"/>
                </a:solidFill>
              </a:rPr>
              <a:t> comptable</a:t>
            </a:r>
            <a:endParaRPr lang="en-US" sz="2100" dirty="0"/>
          </a:p>
        </p:txBody>
      </p:sp>
      <p:sp>
        <p:nvSpPr>
          <p:cNvPr id="30" name="Shape 23"/>
          <p:cNvSpPr/>
          <p:nvPr/>
        </p:nvSpPr>
        <p:spPr>
          <a:xfrm>
            <a:off x="5760720" y="5632704"/>
            <a:ext cx="594360" cy="914"/>
          </a:xfrm>
          <a:prstGeom prst="line">
            <a:avLst/>
          </a:prstGeom>
          <a:noFill/>
          <a:ln w="34925">
            <a:solidFill>
              <a:srgbClr val="B83227"/>
            </a:solidFill>
            <a:prstDash val="solid"/>
            <a:tailEnd type="triangle"/>
          </a:ln>
        </p:spPr>
      </p:sp>
      <p:sp>
        <p:nvSpPr>
          <p:cNvPr id="31" name="Shape 24"/>
          <p:cNvSpPr/>
          <p:nvPr/>
        </p:nvSpPr>
        <p:spPr>
          <a:xfrm>
            <a:off x="6492240" y="5248656"/>
            <a:ext cx="4983480" cy="768096"/>
          </a:xfrm>
          <a:prstGeom prst="roundRect">
            <a:avLst>
              <a:gd name="adj" fmla="val 11905"/>
            </a:avLst>
          </a:prstGeom>
          <a:solidFill>
            <a:schemeClr val="accent3">
              <a:alpha val="12000"/>
            </a:schemeClr>
          </a:solidFill>
          <a:ln w="19050">
            <a:solidFill>
              <a:srgbClr val="2E7D4F"/>
            </a:solidFill>
            <a:prstDash val="solid"/>
          </a:ln>
        </p:spPr>
      </p:sp>
      <p:sp>
        <p:nvSpPr>
          <p:cNvPr id="32" name="Text 25"/>
          <p:cNvSpPr txBox="1"/>
          <p:nvPr/>
        </p:nvSpPr>
        <p:spPr>
          <a:xfrm>
            <a:off x="6675120" y="5248656"/>
            <a:ext cx="4663440" cy="768096"/>
          </a:xfrm>
          <a:prstGeom prst="rect">
            <a:avLst/>
          </a:prstGeom>
          <a:noFill/>
          <a:ln/>
        </p:spPr>
        <p:txBody>
          <a:bodyPr wrap="square" lIns="0" tIns="0" rIns="0" bIns="0" rtlCol="0" anchor="ctr"/>
          <a:lstStyle/>
          <a:p>
            <a:pPr algn="l" indent="0" marL="0">
              <a:buNone/>
            </a:pPr>
            <a:r>
              <a:rPr lang="en-US" sz="2200" dirty="0">
                <a:solidFill>
                  <a:schemeClr val="tx1"/>
                </a:solidFill>
              </a:rPr>
              <a:t>Ik werk </a:t>
            </a:r>
            <a:r>
              <a:rPr lang="en-US" sz="2200" b="1" dirty="0">
                <a:solidFill>
                  <a:schemeClr val="accent3"/>
                </a:solidFill>
              </a:rPr>
              <a:t>als</a:t>
            </a:r>
            <a:r>
              <a:rPr lang="en-US" sz="2200" dirty="0">
                <a:solidFill>
                  <a:schemeClr val="tx1"/>
                </a:solidFill>
              </a:rPr>
              <a:t> boekhouder.</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Villes et langues — la Belgique a deux noms</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616763" y="1750171"/>
            <a:ext cx="5177333" cy="4242030"/>
          </a:xfrm>
          <a:custGeom>
            <a:avLst/>
            <a:gdLst/>
            <a:ahLst/>
            <a:cxnLst/>
            <a:rect l="l" t="t" r="r" b="b"/>
            <a:pathLst>
              <a:path w="5177333" h="4242030">
                <a:moveTo>
                  <a:pt x="204368" y="1231903"/>
                </a:moveTo>
                <a:quadBezTo>
                  <a:pt x="0" y="835551"/>
                  <a:pt x="306553" y="664156"/>
                </a:quadBezTo>
                <a:quadBezTo>
                  <a:pt x="613105" y="492761"/>
                  <a:pt x="865160" y="364215"/>
                </a:quadBezTo>
                <a:quadBezTo>
                  <a:pt x="1117214" y="235668"/>
                  <a:pt x="1410142" y="396351"/>
                </a:quadBezTo>
                <a:quadBezTo>
                  <a:pt x="1703070" y="557034"/>
                  <a:pt x="2002810" y="396351"/>
                </a:quadBezTo>
                <a:quadBezTo>
                  <a:pt x="2302551" y="235668"/>
                  <a:pt x="2445609" y="117834"/>
                </a:quadBezTo>
                <a:quadBezTo>
                  <a:pt x="2588666" y="0"/>
                  <a:pt x="2861158" y="0"/>
                </a:quadBezTo>
                <a:quadBezTo>
                  <a:pt x="3133649" y="0"/>
                  <a:pt x="3303956" y="53561"/>
                </a:quadBezTo>
                <a:quadBezTo>
                  <a:pt x="3474263" y="107122"/>
                  <a:pt x="3746754" y="246381"/>
                </a:quadBezTo>
                <a:quadBezTo>
                  <a:pt x="4019245" y="385639"/>
                  <a:pt x="4257675" y="546322"/>
                </a:quadBezTo>
                <a:quadBezTo>
                  <a:pt x="4496105" y="707005"/>
                  <a:pt x="4359859" y="1028371"/>
                </a:quadBezTo>
                <a:quadBezTo>
                  <a:pt x="4223614" y="1349737"/>
                  <a:pt x="4482480" y="1456859"/>
                </a:quadBezTo>
                <a:quadBezTo>
                  <a:pt x="4741347" y="1563981"/>
                  <a:pt x="4959340" y="1885346"/>
                </a:quadBezTo>
                <a:quadBezTo>
                  <a:pt x="5177333" y="2206712"/>
                  <a:pt x="5041087" y="2495942"/>
                </a:quadBezTo>
                <a:quadBezTo>
                  <a:pt x="4904842" y="2785171"/>
                  <a:pt x="4768596" y="2817308"/>
                </a:quadBezTo>
                <a:quadBezTo>
                  <a:pt x="4632350" y="2849444"/>
                  <a:pt x="4496105" y="3202947"/>
                </a:quadBezTo>
                <a:quadBezTo>
                  <a:pt x="4359859" y="3556449"/>
                  <a:pt x="4427982" y="3834966"/>
                </a:quadBezTo>
                <a:quadBezTo>
                  <a:pt x="4496105" y="4113483"/>
                  <a:pt x="4223614" y="4177756"/>
                </a:quadBezTo>
                <a:quadBezTo>
                  <a:pt x="3951122" y="4242030"/>
                  <a:pt x="3814877" y="4027786"/>
                </a:quadBezTo>
                <a:quadBezTo>
                  <a:pt x="3678631" y="3813542"/>
                  <a:pt x="3406140" y="3706420"/>
                </a:quadBezTo>
                <a:quadBezTo>
                  <a:pt x="3133649" y="3599298"/>
                  <a:pt x="3133649" y="3245795"/>
                </a:quadBezTo>
                <a:quadBezTo>
                  <a:pt x="3133649" y="2892293"/>
                  <a:pt x="2895219" y="3031551"/>
                </a:quadBezTo>
                <a:quadBezTo>
                  <a:pt x="2656789" y="3170810"/>
                  <a:pt x="2418359" y="3192234"/>
                </a:quadBezTo>
                <a:quadBezTo>
                  <a:pt x="2179930" y="3213659"/>
                  <a:pt x="2179930" y="2903005"/>
                </a:quadBezTo>
                <a:quadBezTo>
                  <a:pt x="2179930" y="2592351"/>
                  <a:pt x="1873377" y="2506654"/>
                </a:quadBezTo>
                <a:quadBezTo>
                  <a:pt x="1566824" y="2420956"/>
                  <a:pt x="1260272" y="2260273"/>
                </a:quadBezTo>
                <a:quadBezTo>
                  <a:pt x="953719" y="2099590"/>
                  <a:pt x="919658" y="1853210"/>
                </a:quadBezTo>
                <a:quadBezTo>
                  <a:pt x="885596" y="1606829"/>
                  <a:pt x="647167" y="1617542"/>
                </a:quadBezTo>
                <a:quadBezTo>
                  <a:pt x="408737" y="1628254"/>
                  <a:pt x="204368" y="1231903"/>
                </a:quadBezTo>
                <a:close/>
              </a:path>
            </a:pathLst>
          </a:custGeom>
          <a:solidFill>
            <a:srgbClr val="DCE9F6"/>
          </a:solidFill>
          <a:ln w="22225">
            <a:solidFill>
              <a:srgbClr val="17375E"/>
            </a:solidFill>
            <a:prstDash val="solid"/>
          </a:ln>
        </p:spPr>
      </p:sp>
      <p:pic>
        <p:nvPicPr>
          <p:cNvPr id="6" name="Image 0" descr="MapMarkerAlt">    </p:cNvPr>
          <p:cNvPicPr>
            <a:picLocks noChangeAspect="1"/>
          </p:cNvPicPr>
          <p:nvPr/>
        </p:nvPicPr>
        <p:blipFill>
          <a:blip r:embed="rId1"/>
          <a:stretch>
            <a:fillRect/>
          </a:stretch>
        </p:blipFill>
        <p:spPr>
          <a:xfrm>
            <a:off x="3017520" y="1901952"/>
            <a:ext cx="310896" cy="310896"/>
          </a:xfrm>
          <a:prstGeom prst="rect">
            <a:avLst/>
          </a:prstGeom>
        </p:spPr>
      </p:pic>
      <p:sp>
        <p:nvSpPr>
          <p:cNvPr id="7" name="Text 3"/>
          <p:cNvSpPr txBox="1"/>
          <p:nvPr/>
        </p:nvSpPr>
        <p:spPr>
          <a:xfrm>
            <a:off x="3374136" y="1901952"/>
            <a:ext cx="1463040" cy="201168"/>
          </a:xfrm>
          <a:prstGeom prst="rect">
            <a:avLst/>
          </a:prstGeom>
          <a:noFill/>
          <a:ln/>
        </p:spPr>
        <p:txBody>
          <a:bodyPr wrap="square" lIns="0" tIns="0" rIns="0" bIns="0" rtlCol="0" anchor="ctr"/>
          <a:lstStyle/>
          <a:p>
            <a:pPr algn="l" indent="0" marL="0">
              <a:buNone/>
            </a:pPr>
            <a:r>
              <a:rPr lang="en-US" sz="1200" dirty="0">
                <a:solidFill>
                  <a:srgbClr val="7D8898"/>
                </a:solidFill>
              </a:rPr>
              <a:t>Anvers</a:t>
            </a:r>
            <a:endParaRPr lang="en-US" sz="1200" dirty="0"/>
          </a:p>
        </p:txBody>
      </p:sp>
      <p:sp>
        <p:nvSpPr>
          <p:cNvPr id="8" name="Text 4"/>
          <p:cNvSpPr txBox="1"/>
          <p:nvPr/>
        </p:nvSpPr>
        <p:spPr>
          <a:xfrm>
            <a:off x="3374136" y="2084832"/>
            <a:ext cx="1463040" cy="274320"/>
          </a:xfrm>
          <a:prstGeom prst="rect">
            <a:avLst/>
          </a:prstGeom>
          <a:noFill/>
          <a:ln/>
        </p:spPr>
        <p:txBody>
          <a:bodyPr wrap="square" lIns="0" tIns="0" rIns="0" bIns="0" rtlCol="0" anchor="ctr"/>
          <a:lstStyle/>
          <a:p>
            <a:pPr algn="l" indent="0" marL="0">
              <a:buNone/>
            </a:pPr>
            <a:r>
              <a:rPr lang="en-US" sz="1600" b="1" dirty="0">
                <a:solidFill>
                  <a:schemeClr val="tx2"/>
                </a:solidFill>
              </a:rPr>
              <a:t>Antwerpen</a:t>
            </a:r>
            <a:endParaRPr lang="en-US" sz="1600" dirty="0"/>
          </a:p>
        </p:txBody>
      </p:sp>
      <p:pic>
        <p:nvPicPr>
          <p:cNvPr id="9" name="Image 1" descr="MapMarkerAlt">    </p:cNvPr>
          <p:cNvPicPr>
            <a:picLocks noChangeAspect="1"/>
          </p:cNvPicPr>
          <p:nvPr/>
        </p:nvPicPr>
        <p:blipFill>
          <a:blip r:embed="rId2"/>
          <a:stretch>
            <a:fillRect/>
          </a:stretch>
        </p:blipFill>
        <p:spPr>
          <a:xfrm>
            <a:off x="3172968" y="2414016"/>
            <a:ext cx="310896" cy="310896"/>
          </a:xfrm>
          <a:prstGeom prst="rect">
            <a:avLst/>
          </a:prstGeom>
        </p:spPr>
      </p:pic>
      <p:sp>
        <p:nvSpPr>
          <p:cNvPr id="10" name="Text 5"/>
          <p:cNvSpPr txBox="1"/>
          <p:nvPr/>
        </p:nvSpPr>
        <p:spPr>
          <a:xfrm>
            <a:off x="3529584" y="2414016"/>
            <a:ext cx="1463040" cy="201168"/>
          </a:xfrm>
          <a:prstGeom prst="rect">
            <a:avLst/>
          </a:prstGeom>
          <a:noFill/>
          <a:ln/>
        </p:spPr>
        <p:txBody>
          <a:bodyPr wrap="square" lIns="0" tIns="0" rIns="0" bIns="0" rtlCol="0" anchor="ctr"/>
          <a:lstStyle/>
          <a:p>
            <a:pPr algn="l" indent="0" marL="0">
              <a:buNone/>
            </a:pPr>
            <a:r>
              <a:rPr lang="en-US" sz="1200" dirty="0">
                <a:solidFill>
                  <a:srgbClr val="7D8898"/>
                </a:solidFill>
              </a:rPr>
              <a:t>Malines</a:t>
            </a:r>
            <a:endParaRPr lang="en-US" sz="1200" dirty="0"/>
          </a:p>
        </p:txBody>
      </p:sp>
      <p:sp>
        <p:nvSpPr>
          <p:cNvPr id="11" name="Text 6"/>
          <p:cNvSpPr txBox="1"/>
          <p:nvPr/>
        </p:nvSpPr>
        <p:spPr>
          <a:xfrm>
            <a:off x="3529584" y="2596896"/>
            <a:ext cx="1463040" cy="274320"/>
          </a:xfrm>
          <a:prstGeom prst="rect">
            <a:avLst/>
          </a:prstGeom>
          <a:noFill/>
          <a:ln/>
        </p:spPr>
        <p:txBody>
          <a:bodyPr wrap="square" lIns="0" tIns="0" rIns="0" bIns="0" rtlCol="0" anchor="ctr"/>
          <a:lstStyle/>
          <a:p>
            <a:pPr algn="l" indent="0" marL="0">
              <a:buNone/>
            </a:pPr>
            <a:r>
              <a:rPr lang="en-US" sz="1600" b="1" dirty="0">
                <a:solidFill>
                  <a:schemeClr val="tx2"/>
                </a:solidFill>
              </a:rPr>
              <a:t>Mechelen</a:t>
            </a:r>
            <a:endParaRPr lang="en-US" sz="1600" dirty="0"/>
          </a:p>
        </p:txBody>
      </p:sp>
      <p:pic>
        <p:nvPicPr>
          <p:cNvPr id="12" name="Image 2" descr="MapMarkerAlt">    </p:cNvPr>
          <p:cNvPicPr>
            <a:picLocks noChangeAspect="1"/>
          </p:cNvPicPr>
          <p:nvPr/>
        </p:nvPicPr>
        <p:blipFill>
          <a:blip r:embed="rId3"/>
          <a:stretch>
            <a:fillRect/>
          </a:stretch>
        </p:blipFill>
        <p:spPr>
          <a:xfrm>
            <a:off x="2011680" y="2295144"/>
            <a:ext cx="310896" cy="310896"/>
          </a:xfrm>
          <a:prstGeom prst="rect">
            <a:avLst/>
          </a:prstGeom>
        </p:spPr>
      </p:pic>
      <p:sp>
        <p:nvSpPr>
          <p:cNvPr id="13" name="Text 7"/>
          <p:cNvSpPr txBox="1"/>
          <p:nvPr/>
        </p:nvSpPr>
        <p:spPr>
          <a:xfrm>
            <a:off x="466344" y="2295144"/>
            <a:ext cx="1463040" cy="201168"/>
          </a:xfrm>
          <a:prstGeom prst="rect">
            <a:avLst/>
          </a:prstGeom>
          <a:noFill/>
          <a:ln/>
        </p:spPr>
        <p:txBody>
          <a:bodyPr wrap="square" lIns="0" tIns="0" rIns="0" bIns="0" rtlCol="0" anchor="ctr"/>
          <a:lstStyle/>
          <a:p>
            <a:pPr algn="r" indent="0" marL="0">
              <a:buNone/>
            </a:pPr>
            <a:r>
              <a:rPr lang="en-US" sz="1200" dirty="0">
                <a:solidFill>
                  <a:srgbClr val="7D8898"/>
                </a:solidFill>
              </a:rPr>
              <a:t>Gand</a:t>
            </a:r>
            <a:endParaRPr lang="en-US" sz="1200" dirty="0"/>
          </a:p>
        </p:txBody>
      </p:sp>
      <p:sp>
        <p:nvSpPr>
          <p:cNvPr id="14" name="Text 8"/>
          <p:cNvSpPr txBox="1"/>
          <p:nvPr/>
        </p:nvSpPr>
        <p:spPr>
          <a:xfrm>
            <a:off x="466344" y="2478024"/>
            <a:ext cx="1463040" cy="274320"/>
          </a:xfrm>
          <a:prstGeom prst="rect">
            <a:avLst/>
          </a:prstGeom>
          <a:noFill/>
          <a:ln/>
        </p:spPr>
        <p:txBody>
          <a:bodyPr wrap="square" lIns="0" tIns="0" rIns="0" bIns="0" rtlCol="0" anchor="ctr"/>
          <a:lstStyle/>
          <a:p>
            <a:pPr algn="r" indent="0" marL="0">
              <a:buNone/>
            </a:pPr>
            <a:r>
              <a:rPr lang="en-US" sz="1600" b="1" dirty="0">
                <a:solidFill>
                  <a:schemeClr val="tx2"/>
                </a:solidFill>
              </a:rPr>
              <a:t>Gent</a:t>
            </a:r>
            <a:endParaRPr lang="en-US" sz="1600" dirty="0"/>
          </a:p>
        </p:txBody>
      </p:sp>
      <p:pic>
        <p:nvPicPr>
          <p:cNvPr id="15" name="Image 3" descr="MapMarkerAlt">    </p:cNvPr>
          <p:cNvPicPr>
            <a:picLocks noChangeAspect="1"/>
          </p:cNvPicPr>
          <p:nvPr/>
        </p:nvPicPr>
        <p:blipFill>
          <a:blip r:embed="rId4"/>
          <a:stretch>
            <a:fillRect/>
          </a:stretch>
        </p:blipFill>
        <p:spPr>
          <a:xfrm>
            <a:off x="1463040" y="2843784"/>
            <a:ext cx="310896" cy="310896"/>
          </a:xfrm>
          <a:prstGeom prst="rect">
            <a:avLst/>
          </a:prstGeom>
        </p:spPr>
      </p:pic>
      <p:sp>
        <p:nvSpPr>
          <p:cNvPr id="16" name="Text 9"/>
          <p:cNvSpPr txBox="1"/>
          <p:nvPr/>
        </p:nvSpPr>
        <p:spPr>
          <a:xfrm>
            <a:off x="1005840" y="3218688"/>
            <a:ext cx="1463040" cy="201168"/>
          </a:xfrm>
          <a:prstGeom prst="rect">
            <a:avLst/>
          </a:prstGeom>
          <a:noFill/>
          <a:ln/>
        </p:spPr>
        <p:txBody>
          <a:bodyPr wrap="square" lIns="0" tIns="0" rIns="0" bIns="0" rtlCol="0" anchor="ctr"/>
          <a:lstStyle/>
          <a:p>
            <a:pPr algn="ctr" indent="0" marL="0">
              <a:buNone/>
            </a:pPr>
            <a:r>
              <a:rPr lang="en-US" sz="1200" dirty="0">
                <a:solidFill>
                  <a:srgbClr val="7D8898"/>
                </a:solidFill>
              </a:rPr>
              <a:t>Courtrai</a:t>
            </a:r>
            <a:endParaRPr lang="en-US" sz="1200" dirty="0"/>
          </a:p>
        </p:txBody>
      </p:sp>
      <p:sp>
        <p:nvSpPr>
          <p:cNvPr id="17" name="Text 10"/>
          <p:cNvSpPr txBox="1"/>
          <p:nvPr/>
        </p:nvSpPr>
        <p:spPr>
          <a:xfrm>
            <a:off x="1005840" y="3401568"/>
            <a:ext cx="1463040" cy="274320"/>
          </a:xfrm>
          <a:prstGeom prst="rect">
            <a:avLst/>
          </a:prstGeom>
          <a:noFill/>
          <a:ln/>
        </p:spPr>
        <p:txBody>
          <a:bodyPr wrap="square" lIns="0" tIns="0" rIns="0" bIns="0" rtlCol="0" anchor="ctr"/>
          <a:lstStyle/>
          <a:p>
            <a:pPr algn="ctr" indent="0" marL="0">
              <a:buNone/>
            </a:pPr>
            <a:r>
              <a:rPr lang="en-US" sz="1600" b="1" dirty="0">
                <a:solidFill>
                  <a:schemeClr val="tx2"/>
                </a:solidFill>
              </a:rPr>
              <a:t>Kortrijk</a:t>
            </a:r>
            <a:endParaRPr lang="en-US" sz="1600" dirty="0"/>
          </a:p>
        </p:txBody>
      </p:sp>
      <p:pic>
        <p:nvPicPr>
          <p:cNvPr id="18" name="Image 4" descr="MapMarkerAlt">    </p:cNvPr>
          <p:cNvPicPr>
            <a:picLocks noChangeAspect="1"/>
          </p:cNvPicPr>
          <p:nvPr/>
        </p:nvPicPr>
        <p:blipFill>
          <a:blip r:embed="rId5"/>
          <a:stretch>
            <a:fillRect/>
          </a:stretch>
        </p:blipFill>
        <p:spPr>
          <a:xfrm>
            <a:off x="2880360" y="2889504"/>
            <a:ext cx="310896" cy="310896"/>
          </a:xfrm>
          <a:prstGeom prst="rect">
            <a:avLst/>
          </a:prstGeom>
        </p:spPr>
      </p:pic>
      <p:sp>
        <p:nvSpPr>
          <p:cNvPr id="19" name="Text 11"/>
          <p:cNvSpPr txBox="1"/>
          <p:nvPr/>
        </p:nvSpPr>
        <p:spPr>
          <a:xfrm>
            <a:off x="2286000" y="3264408"/>
            <a:ext cx="1463040" cy="201168"/>
          </a:xfrm>
          <a:prstGeom prst="rect">
            <a:avLst/>
          </a:prstGeom>
          <a:noFill/>
          <a:ln/>
        </p:spPr>
        <p:txBody>
          <a:bodyPr wrap="square" lIns="0" tIns="0" rIns="0" bIns="0" rtlCol="0" anchor="ctr"/>
          <a:lstStyle/>
          <a:p>
            <a:pPr algn="ctr" indent="0" marL="0">
              <a:buNone/>
            </a:pPr>
            <a:r>
              <a:rPr lang="en-US" sz="1200" dirty="0">
                <a:solidFill>
                  <a:srgbClr val="7D8898"/>
                </a:solidFill>
              </a:rPr>
              <a:t>Bruxelles</a:t>
            </a:r>
            <a:endParaRPr lang="en-US" sz="1200" dirty="0"/>
          </a:p>
        </p:txBody>
      </p:sp>
      <p:sp>
        <p:nvSpPr>
          <p:cNvPr id="20" name="Text 12"/>
          <p:cNvSpPr txBox="1"/>
          <p:nvPr/>
        </p:nvSpPr>
        <p:spPr>
          <a:xfrm>
            <a:off x="2286000" y="3447288"/>
            <a:ext cx="1463040" cy="274320"/>
          </a:xfrm>
          <a:prstGeom prst="rect">
            <a:avLst/>
          </a:prstGeom>
          <a:noFill/>
          <a:ln/>
        </p:spPr>
        <p:txBody>
          <a:bodyPr wrap="square" lIns="0" tIns="0" rIns="0" bIns="0" rtlCol="0" anchor="ctr"/>
          <a:lstStyle/>
          <a:p>
            <a:pPr algn="ctr" indent="0" marL="0">
              <a:buNone/>
            </a:pPr>
            <a:r>
              <a:rPr lang="en-US" sz="1600" b="1" dirty="0">
                <a:solidFill>
                  <a:schemeClr val="tx2"/>
                </a:solidFill>
              </a:rPr>
              <a:t>Brussel</a:t>
            </a:r>
            <a:endParaRPr lang="en-US" sz="1600" dirty="0"/>
          </a:p>
        </p:txBody>
      </p:sp>
      <p:pic>
        <p:nvPicPr>
          <p:cNvPr id="21" name="Image 5" descr="MapMarkerAlt">    </p:cNvPr>
          <p:cNvPicPr>
            <a:picLocks noChangeAspect="1"/>
          </p:cNvPicPr>
          <p:nvPr/>
        </p:nvPicPr>
        <p:blipFill>
          <a:blip r:embed="rId6"/>
          <a:stretch>
            <a:fillRect/>
          </a:stretch>
        </p:blipFill>
        <p:spPr>
          <a:xfrm>
            <a:off x="3840480" y="2889504"/>
            <a:ext cx="310896" cy="310896"/>
          </a:xfrm>
          <a:prstGeom prst="rect">
            <a:avLst/>
          </a:prstGeom>
        </p:spPr>
      </p:pic>
      <p:sp>
        <p:nvSpPr>
          <p:cNvPr id="22" name="Text 13"/>
          <p:cNvSpPr txBox="1"/>
          <p:nvPr/>
        </p:nvSpPr>
        <p:spPr>
          <a:xfrm>
            <a:off x="4197096" y="2889504"/>
            <a:ext cx="1463040" cy="201168"/>
          </a:xfrm>
          <a:prstGeom prst="rect">
            <a:avLst/>
          </a:prstGeom>
          <a:noFill/>
          <a:ln/>
        </p:spPr>
        <p:txBody>
          <a:bodyPr wrap="square" lIns="0" tIns="0" rIns="0" bIns="0" rtlCol="0" anchor="ctr"/>
          <a:lstStyle/>
          <a:p>
            <a:pPr algn="l" indent="0" marL="0">
              <a:buNone/>
            </a:pPr>
            <a:r>
              <a:rPr lang="en-US" sz="1200" dirty="0">
                <a:solidFill>
                  <a:srgbClr val="7D8898"/>
                </a:solidFill>
              </a:rPr>
              <a:t>Louvain</a:t>
            </a:r>
            <a:endParaRPr lang="en-US" sz="1200" dirty="0"/>
          </a:p>
        </p:txBody>
      </p:sp>
      <p:sp>
        <p:nvSpPr>
          <p:cNvPr id="23" name="Text 14"/>
          <p:cNvSpPr txBox="1"/>
          <p:nvPr/>
        </p:nvSpPr>
        <p:spPr>
          <a:xfrm>
            <a:off x="4197096" y="3072384"/>
            <a:ext cx="1463040" cy="274320"/>
          </a:xfrm>
          <a:prstGeom prst="rect">
            <a:avLst/>
          </a:prstGeom>
          <a:noFill/>
          <a:ln/>
        </p:spPr>
        <p:txBody>
          <a:bodyPr wrap="square" lIns="0" tIns="0" rIns="0" bIns="0" rtlCol="0" anchor="ctr"/>
          <a:lstStyle/>
          <a:p>
            <a:pPr algn="l" indent="0" marL="0">
              <a:buNone/>
            </a:pPr>
            <a:r>
              <a:rPr lang="en-US" sz="1600" b="1" dirty="0">
                <a:solidFill>
                  <a:schemeClr val="tx2"/>
                </a:solidFill>
              </a:rPr>
              <a:t>Leuven</a:t>
            </a:r>
            <a:endParaRPr lang="en-US" sz="1600" dirty="0"/>
          </a:p>
        </p:txBody>
      </p:sp>
      <p:pic>
        <p:nvPicPr>
          <p:cNvPr id="24" name="Image 6" descr="MapMarkerAlt">    </p:cNvPr>
          <p:cNvPicPr>
            <a:picLocks noChangeAspect="1"/>
          </p:cNvPicPr>
          <p:nvPr/>
        </p:nvPicPr>
        <p:blipFill>
          <a:blip r:embed="rId7"/>
          <a:stretch>
            <a:fillRect/>
          </a:stretch>
        </p:blipFill>
        <p:spPr>
          <a:xfrm>
            <a:off x="2240280" y="3758184"/>
            <a:ext cx="310896" cy="310896"/>
          </a:xfrm>
          <a:prstGeom prst="rect">
            <a:avLst/>
          </a:prstGeom>
        </p:spPr>
      </p:pic>
      <p:sp>
        <p:nvSpPr>
          <p:cNvPr id="25" name="Text 15"/>
          <p:cNvSpPr txBox="1"/>
          <p:nvPr/>
        </p:nvSpPr>
        <p:spPr>
          <a:xfrm>
            <a:off x="1645920" y="4133088"/>
            <a:ext cx="1463040" cy="201168"/>
          </a:xfrm>
          <a:prstGeom prst="rect">
            <a:avLst/>
          </a:prstGeom>
          <a:noFill/>
          <a:ln/>
        </p:spPr>
        <p:txBody>
          <a:bodyPr wrap="square" lIns="0" tIns="0" rIns="0" bIns="0" rtlCol="0" anchor="ctr"/>
          <a:lstStyle/>
          <a:p>
            <a:pPr algn="ctr" indent="0" marL="0">
              <a:buNone/>
            </a:pPr>
            <a:r>
              <a:rPr lang="en-US" sz="1200" dirty="0">
                <a:solidFill>
                  <a:srgbClr val="7D8898"/>
                </a:solidFill>
              </a:rPr>
              <a:t>Mons</a:t>
            </a:r>
            <a:endParaRPr lang="en-US" sz="1200" dirty="0"/>
          </a:p>
        </p:txBody>
      </p:sp>
      <p:sp>
        <p:nvSpPr>
          <p:cNvPr id="26" name="Text 16"/>
          <p:cNvSpPr txBox="1"/>
          <p:nvPr/>
        </p:nvSpPr>
        <p:spPr>
          <a:xfrm>
            <a:off x="1645920" y="4315968"/>
            <a:ext cx="1463040" cy="274320"/>
          </a:xfrm>
          <a:prstGeom prst="rect">
            <a:avLst/>
          </a:prstGeom>
          <a:noFill/>
          <a:ln/>
        </p:spPr>
        <p:txBody>
          <a:bodyPr wrap="square" lIns="0" tIns="0" rIns="0" bIns="0" rtlCol="0" anchor="ctr"/>
          <a:lstStyle/>
          <a:p>
            <a:pPr algn="ctr" indent="0" marL="0">
              <a:buNone/>
            </a:pPr>
            <a:r>
              <a:rPr lang="en-US" sz="1600" b="1" dirty="0">
                <a:solidFill>
                  <a:schemeClr val="tx2"/>
                </a:solidFill>
              </a:rPr>
              <a:t>Bergen</a:t>
            </a:r>
            <a:endParaRPr lang="en-US" sz="1600" dirty="0"/>
          </a:p>
        </p:txBody>
      </p:sp>
      <p:pic>
        <p:nvPicPr>
          <p:cNvPr id="27" name="Image 7" descr="MapMarkerAlt">    </p:cNvPr>
          <p:cNvPicPr>
            <a:picLocks noChangeAspect="1"/>
          </p:cNvPicPr>
          <p:nvPr/>
        </p:nvPicPr>
        <p:blipFill>
          <a:blip r:embed="rId8"/>
          <a:stretch>
            <a:fillRect/>
          </a:stretch>
        </p:blipFill>
        <p:spPr>
          <a:xfrm>
            <a:off x="3566160" y="3758184"/>
            <a:ext cx="310896" cy="310896"/>
          </a:xfrm>
          <a:prstGeom prst="rect">
            <a:avLst/>
          </a:prstGeom>
        </p:spPr>
      </p:pic>
      <p:sp>
        <p:nvSpPr>
          <p:cNvPr id="28" name="Text 17"/>
          <p:cNvSpPr txBox="1"/>
          <p:nvPr/>
        </p:nvSpPr>
        <p:spPr>
          <a:xfrm>
            <a:off x="2971800" y="4133088"/>
            <a:ext cx="1463040" cy="201168"/>
          </a:xfrm>
          <a:prstGeom prst="rect">
            <a:avLst/>
          </a:prstGeom>
          <a:noFill/>
          <a:ln/>
        </p:spPr>
        <p:txBody>
          <a:bodyPr wrap="square" lIns="0" tIns="0" rIns="0" bIns="0" rtlCol="0" anchor="ctr"/>
          <a:lstStyle/>
          <a:p>
            <a:pPr algn="ctr" indent="0" marL="0">
              <a:buNone/>
            </a:pPr>
            <a:r>
              <a:rPr lang="en-US" sz="1200" dirty="0">
                <a:solidFill>
                  <a:srgbClr val="7D8898"/>
                </a:solidFill>
              </a:rPr>
              <a:t>Namur</a:t>
            </a:r>
            <a:endParaRPr lang="en-US" sz="1200" dirty="0"/>
          </a:p>
        </p:txBody>
      </p:sp>
      <p:sp>
        <p:nvSpPr>
          <p:cNvPr id="29" name="Text 18"/>
          <p:cNvSpPr txBox="1"/>
          <p:nvPr/>
        </p:nvSpPr>
        <p:spPr>
          <a:xfrm>
            <a:off x="2971800" y="4315968"/>
            <a:ext cx="1463040" cy="274320"/>
          </a:xfrm>
          <a:prstGeom prst="rect">
            <a:avLst/>
          </a:prstGeom>
          <a:noFill/>
          <a:ln/>
        </p:spPr>
        <p:txBody>
          <a:bodyPr wrap="square" lIns="0" tIns="0" rIns="0" bIns="0" rtlCol="0" anchor="ctr"/>
          <a:lstStyle/>
          <a:p>
            <a:pPr algn="ctr" indent="0" marL="0">
              <a:buNone/>
            </a:pPr>
            <a:r>
              <a:rPr lang="en-US" sz="1600" b="1" dirty="0">
                <a:solidFill>
                  <a:schemeClr val="tx2"/>
                </a:solidFill>
              </a:rPr>
              <a:t>Namen</a:t>
            </a:r>
            <a:endParaRPr lang="en-US" sz="1600" dirty="0"/>
          </a:p>
        </p:txBody>
      </p:sp>
      <p:pic>
        <p:nvPicPr>
          <p:cNvPr id="30" name="Image 8" descr="MapMarkerAlt">    </p:cNvPr>
          <p:cNvPicPr>
            <a:picLocks noChangeAspect="1"/>
          </p:cNvPicPr>
          <p:nvPr/>
        </p:nvPicPr>
        <p:blipFill>
          <a:blip r:embed="rId9"/>
          <a:stretch>
            <a:fillRect/>
          </a:stretch>
        </p:blipFill>
        <p:spPr>
          <a:xfrm>
            <a:off x="4663440" y="3346704"/>
            <a:ext cx="310896" cy="310896"/>
          </a:xfrm>
          <a:prstGeom prst="rect">
            <a:avLst/>
          </a:prstGeom>
        </p:spPr>
      </p:pic>
      <p:sp>
        <p:nvSpPr>
          <p:cNvPr id="31" name="Text 19"/>
          <p:cNvSpPr txBox="1"/>
          <p:nvPr/>
        </p:nvSpPr>
        <p:spPr>
          <a:xfrm>
            <a:off x="5020056" y="3346704"/>
            <a:ext cx="1463040" cy="201168"/>
          </a:xfrm>
          <a:prstGeom prst="rect">
            <a:avLst/>
          </a:prstGeom>
          <a:noFill/>
          <a:ln/>
        </p:spPr>
        <p:txBody>
          <a:bodyPr wrap="square" lIns="0" tIns="0" rIns="0" bIns="0" rtlCol="0" anchor="ctr"/>
          <a:lstStyle/>
          <a:p>
            <a:pPr algn="l" indent="0" marL="0">
              <a:buNone/>
            </a:pPr>
            <a:r>
              <a:rPr lang="en-US" sz="1200" dirty="0">
                <a:solidFill>
                  <a:srgbClr val="7D8898"/>
                </a:solidFill>
              </a:rPr>
              <a:t>Liège</a:t>
            </a:r>
            <a:endParaRPr lang="en-US" sz="1200" dirty="0"/>
          </a:p>
        </p:txBody>
      </p:sp>
      <p:sp>
        <p:nvSpPr>
          <p:cNvPr id="32" name="Text 20"/>
          <p:cNvSpPr txBox="1"/>
          <p:nvPr/>
        </p:nvSpPr>
        <p:spPr>
          <a:xfrm>
            <a:off x="5020056" y="3529584"/>
            <a:ext cx="1463040" cy="274320"/>
          </a:xfrm>
          <a:prstGeom prst="rect">
            <a:avLst/>
          </a:prstGeom>
          <a:noFill/>
          <a:ln/>
        </p:spPr>
        <p:txBody>
          <a:bodyPr wrap="square" lIns="0" tIns="0" rIns="0" bIns="0" rtlCol="0" anchor="ctr"/>
          <a:lstStyle/>
          <a:p>
            <a:pPr algn="l" indent="0" marL="0">
              <a:buNone/>
            </a:pPr>
            <a:r>
              <a:rPr lang="en-US" sz="1600" b="1" dirty="0">
                <a:solidFill>
                  <a:schemeClr val="tx2"/>
                </a:solidFill>
              </a:rPr>
              <a:t>Luik</a:t>
            </a:r>
            <a:endParaRPr lang="en-US" sz="1600" dirty="0"/>
          </a:p>
        </p:txBody>
      </p:sp>
      <p:sp>
        <p:nvSpPr>
          <p:cNvPr id="33" name="Shape 21"/>
          <p:cNvSpPr/>
          <p:nvPr/>
        </p:nvSpPr>
        <p:spPr>
          <a:xfrm>
            <a:off x="6400800" y="1508760"/>
            <a:ext cx="5239512" cy="411480"/>
          </a:xfrm>
          <a:prstGeom prst="roundRect">
            <a:avLst>
              <a:gd name="adj" fmla="val 13333"/>
            </a:avLst>
          </a:prstGeom>
          <a:solidFill>
            <a:schemeClr val="tx2"/>
          </a:solidFill>
          <a:ln w="12700">
            <a:solidFill>
              <a:srgbClr val="FFFFFF">
                <a:alpha val="0"/>
              </a:srgbClr>
            </a:solidFill>
            <a:prstDash val="solid"/>
          </a:ln>
        </p:spPr>
      </p:sp>
      <p:sp>
        <p:nvSpPr>
          <p:cNvPr id="34" name="Text 22"/>
          <p:cNvSpPr txBox="1"/>
          <p:nvPr/>
        </p:nvSpPr>
        <p:spPr>
          <a:xfrm>
            <a:off x="7452360" y="1508760"/>
            <a:ext cx="2011680" cy="411480"/>
          </a:xfrm>
          <a:prstGeom prst="rect">
            <a:avLst/>
          </a:prstGeom>
          <a:noFill/>
          <a:ln/>
        </p:spPr>
        <p:txBody>
          <a:bodyPr wrap="square" lIns="0" tIns="0" rIns="0" bIns="0" rtlCol="0" anchor="ctr"/>
          <a:lstStyle/>
          <a:p>
            <a:pPr algn="l" indent="0" marL="0">
              <a:buNone/>
            </a:pPr>
            <a:r>
              <a:rPr lang="en-US" sz="1500" b="1" dirty="0">
                <a:solidFill>
                  <a:schemeClr val="bg1"/>
                </a:solidFill>
              </a:rPr>
              <a:t>pays</a:t>
            </a:r>
            <a:endParaRPr lang="en-US" sz="1500" dirty="0"/>
          </a:p>
        </p:txBody>
      </p:sp>
      <p:sp>
        <p:nvSpPr>
          <p:cNvPr id="35" name="Text 23"/>
          <p:cNvSpPr txBox="1"/>
          <p:nvPr/>
        </p:nvSpPr>
        <p:spPr>
          <a:xfrm>
            <a:off x="10012680" y="1508760"/>
            <a:ext cx="1645920" cy="411480"/>
          </a:xfrm>
          <a:prstGeom prst="rect">
            <a:avLst/>
          </a:prstGeom>
          <a:noFill/>
          <a:ln/>
        </p:spPr>
        <p:txBody>
          <a:bodyPr wrap="square" lIns="0" tIns="0" rIns="0" bIns="0" rtlCol="0" anchor="ctr"/>
          <a:lstStyle/>
          <a:p>
            <a:pPr algn="l" indent="0" marL="0">
              <a:buNone/>
            </a:pPr>
            <a:r>
              <a:rPr lang="en-US" sz="1500" b="1" dirty="0">
                <a:solidFill>
                  <a:schemeClr val="bg1"/>
                </a:solidFill>
              </a:rPr>
              <a:t>langue</a:t>
            </a:r>
            <a:endParaRPr lang="en-US" sz="1500" dirty="0"/>
          </a:p>
        </p:txBody>
      </p:sp>
      <p:sp>
        <p:nvSpPr>
          <p:cNvPr id="36" name="Shape 24"/>
          <p:cNvSpPr/>
          <p:nvPr/>
        </p:nvSpPr>
        <p:spPr>
          <a:xfrm>
            <a:off x="6400800" y="1984248"/>
            <a:ext cx="5239512" cy="420624"/>
          </a:xfrm>
          <a:prstGeom prst="roundRect">
            <a:avLst>
              <a:gd name="adj" fmla="val 8696"/>
            </a:avLst>
          </a:prstGeom>
          <a:solidFill>
            <a:schemeClr val="bg2"/>
          </a:solidFill>
          <a:ln w="12700">
            <a:solidFill>
              <a:srgbClr val="FFFFFF">
                <a:alpha val="0"/>
              </a:srgbClr>
            </a:solidFill>
            <a:prstDash val="solid"/>
          </a:ln>
        </p:spPr>
      </p:sp>
      <p:sp>
        <p:nvSpPr>
          <p:cNvPr id="37" name="Shape 25"/>
          <p:cNvSpPr/>
          <p:nvPr/>
        </p:nvSpPr>
        <p:spPr>
          <a:xfrm>
            <a:off x="6492240" y="2048256"/>
            <a:ext cx="140208" cy="292608"/>
          </a:xfrm>
          <a:prstGeom prst="rect">
            <a:avLst/>
          </a:prstGeom>
          <a:solidFill>
            <a:srgbClr val="1B1B1B"/>
          </a:solidFill>
          <a:ln w="12700">
            <a:solidFill>
              <a:srgbClr val="FFFFFF">
                <a:alpha val="0"/>
              </a:srgbClr>
            </a:solidFill>
            <a:prstDash val="solid"/>
          </a:ln>
        </p:spPr>
      </p:sp>
      <p:sp>
        <p:nvSpPr>
          <p:cNvPr id="38" name="Shape 26"/>
          <p:cNvSpPr/>
          <p:nvPr/>
        </p:nvSpPr>
        <p:spPr>
          <a:xfrm>
            <a:off x="6632448" y="2048256"/>
            <a:ext cx="140208" cy="292608"/>
          </a:xfrm>
          <a:prstGeom prst="rect">
            <a:avLst/>
          </a:prstGeom>
          <a:solidFill>
            <a:srgbClr val="FDDA24"/>
          </a:solidFill>
          <a:ln w="12700">
            <a:solidFill>
              <a:srgbClr val="FFFFFF">
                <a:alpha val="0"/>
              </a:srgbClr>
            </a:solidFill>
            <a:prstDash val="solid"/>
          </a:ln>
        </p:spPr>
      </p:sp>
      <p:sp>
        <p:nvSpPr>
          <p:cNvPr id="39" name="Shape 27"/>
          <p:cNvSpPr/>
          <p:nvPr/>
        </p:nvSpPr>
        <p:spPr>
          <a:xfrm>
            <a:off x="6772656" y="2048256"/>
            <a:ext cx="140208" cy="292608"/>
          </a:xfrm>
          <a:prstGeom prst="rect">
            <a:avLst/>
          </a:prstGeom>
          <a:solidFill>
            <a:srgbClr val="EF3340"/>
          </a:solidFill>
          <a:ln w="12700">
            <a:solidFill>
              <a:srgbClr val="FFFFFF">
                <a:alpha val="0"/>
              </a:srgbClr>
            </a:solidFill>
            <a:prstDash val="solid"/>
          </a:ln>
        </p:spPr>
      </p:sp>
      <p:sp>
        <p:nvSpPr>
          <p:cNvPr id="40" name="Shape 28"/>
          <p:cNvSpPr/>
          <p:nvPr/>
        </p:nvSpPr>
        <p:spPr>
          <a:xfrm>
            <a:off x="6492240" y="2048256"/>
            <a:ext cx="420624" cy="292608"/>
          </a:xfrm>
          <a:prstGeom prst="rect">
            <a:avLst/>
          </a:prstGeom>
          <a:noFill/>
          <a:ln w="9525">
            <a:solidFill>
              <a:srgbClr val="A0AAB8"/>
            </a:solidFill>
            <a:prstDash val="solid"/>
          </a:ln>
        </p:spPr>
      </p:sp>
      <p:sp>
        <p:nvSpPr>
          <p:cNvPr id="41" name="Shape 29"/>
          <p:cNvSpPr/>
          <p:nvPr/>
        </p:nvSpPr>
        <p:spPr>
          <a:xfrm>
            <a:off x="6967728" y="2048256"/>
            <a:ext cx="140208" cy="292608"/>
          </a:xfrm>
          <a:prstGeom prst="rect">
            <a:avLst/>
          </a:prstGeom>
          <a:solidFill>
            <a:srgbClr val="0055A4"/>
          </a:solidFill>
          <a:ln w="12700">
            <a:solidFill>
              <a:srgbClr val="FFFFFF">
                <a:alpha val="0"/>
              </a:srgbClr>
            </a:solidFill>
            <a:prstDash val="solid"/>
          </a:ln>
        </p:spPr>
      </p:sp>
      <p:sp>
        <p:nvSpPr>
          <p:cNvPr id="42" name="Shape 30"/>
          <p:cNvSpPr/>
          <p:nvPr/>
        </p:nvSpPr>
        <p:spPr>
          <a:xfrm>
            <a:off x="7107936" y="2048256"/>
            <a:ext cx="140208" cy="292608"/>
          </a:xfrm>
          <a:prstGeom prst="rect">
            <a:avLst/>
          </a:prstGeom>
          <a:solidFill>
            <a:srgbClr val="FFFFFF"/>
          </a:solidFill>
          <a:ln w="12700">
            <a:solidFill>
              <a:srgbClr val="FFFFFF">
                <a:alpha val="0"/>
              </a:srgbClr>
            </a:solidFill>
            <a:prstDash val="solid"/>
          </a:ln>
        </p:spPr>
      </p:sp>
      <p:sp>
        <p:nvSpPr>
          <p:cNvPr id="43" name="Shape 31"/>
          <p:cNvSpPr/>
          <p:nvPr/>
        </p:nvSpPr>
        <p:spPr>
          <a:xfrm>
            <a:off x="7248144" y="2048256"/>
            <a:ext cx="140208" cy="292608"/>
          </a:xfrm>
          <a:prstGeom prst="rect">
            <a:avLst/>
          </a:prstGeom>
          <a:solidFill>
            <a:srgbClr val="EF4135"/>
          </a:solidFill>
          <a:ln w="12700">
            <a:solidFill>
              <a:srgbClr val="FFFFFF">
                <a:alpha val="0"/>
              </a:srgbClr>
            </a:solidFill>
            <a:prstDash val="solid"/>
          </a:ln>
        </p:spPr>
      </p:sp>
      <p:sp>
        <p:nvSpPr>
          <p:cNvPr id="44" name="Shape 32"/>
          <p:cNvSpPr/>
          <p:nvPr/>
        </p:nvSpPr>
        <p:spPr>
          <a:xfrm>
            <a:off x="6967728" y="2048256"/>
            <a:ext cx="420624" cy="292608"/>
          </a:xfrm>
          <a:prstGeom prst="rect">
            <a:avLst/>
          </a:prstGeom>
          <a:noFill/>
          <a:ln w="9525">
            <a:solidFill>
              <a:srgbClr val="A0AAB8"/>
            </a:solidFill>
            <a:prstDash val="solid"/>
          </a:ln>
        </p:spPr>
      </p:sp>
      <p:sp>
        <p:nvSpPr>
          <p:cNvPr id="45" name="Text 33"/>
          <p:cNvSpPr txBox="1"/>
          <p:nvPr/>
        </p:nvSpPr>
        <p:spPr>
          <a:xfrm>
            <a:off x="7452360" y="1984248"/>
            <a:ext cx="2194560" cy="420624"/>
          </a:xfrm>
          <a:prstGeom prst="rect">
            <a:avLst/>
          </a:prstGeom>
          <a:noFill/>
          <a:ln/>
        </p:spPr>
        <p:txBody>
          <a:bodyPr wrap="square" lIns="0" tIns="0" rIns="0" bIns="0" rtlCol="0" anchor="ctr"/>
          <a:lstStyle/>
          <a:p>
            <a:pPr algn="l" indent="0" marL="0">
              <a:buNone/>
            </a:pPr>
            <a:r>
              <a:rPr lang="en-US" sz="1700" dirty="0">
                <a:solidFill>
                  <a:schemeClr val="tx1"/>
                </a:solidFill>
              </a:rPr>
              <a:t>België · Frankrijk</a:t>
            </a:r>
            <a:endParaRPr lang="en-US" sz="1700" dirty="0"/>
          </a:p>
        </p:txBody>
      </p:sp>
      <p:sp>
        <p:nvSpPr>
          <p:cNvPr id="46" name="Shape 34"/>
          <p:cNvSpPr/>
          <p:nvPr/>
        </p:nvSpPr>
        <p:spPr>
          <a:xfrm>
            <a:off x="9509760" y="2194560"/>
            <a:ext cx="365760" cy="914"/>
          </a:xfrm>
          <a:prstGeom prst="line">
            <a:avLst/>
          </a:prstGeom>
          <a:noFill/>
          <a:ln w="19050">
            <a:solidFill>
              <a:srgbClr val="4A5A70"/>
            </a:solidFill>
            <a:prstDash val="solid"/>
            <a:tailEnd type="triangle"/>
          </a:ln>
        </p:spPr>
      </p:sp>
      <p:sp>
        <p:nvSpPr>
          <p:cNvPr id="47" name="Text 35"/>
          <p:cNvSpPr txBox="1"/>
          <p:nvPr/>
        </p:nvSpPr>
        <p:spPr>
          <a:xfrm>
            <a:off x="10012680" y="1984248"/>
            <a:ext cx="1600200" cy="420624"/>
          </a:xfrm>
          <a:prstGeom prst="rect">
            <a:avLst/>
          </a:prstGeom>
          <a:noFill/>
          <a:ln/>
        </p:spPr>
        <p:txBody>
          <a:bodyPr wrap="square" lIns="0" tIns="0" rIns="0" bIns="0" rtlCol="0" anchor="ctr"/>
          <a:lstStyle/>
          <a:p>
            <a:pPr algn="l" indent="0" marL="0">
              <a:buNone/>
            </a:pPr>
            <a:r>
              <a:rPr lang="en-US" sz="1800" b="1" dirty="0">
                <a:solidFill>
                  <a:schemeClr val="tx2"/>
                </a:solidFill>
              </a:rPr>
              <a:t>Frans</a:t>
            </a:r>
            <a:endParaRPr lang="en-US" sz="1800" dirty="0"/>
          </a:p>
        </p:txBody>
      </p:sp>
      <p:sp>
        <p:nvSpPr>
          <p:cNvPr id="48" name="Shape 36"/>
          <p:cNvSpPr/>
          <p:nvPr/>
        </p:nvSpPr>
        <p:spPr>
          <a:xfrm>
            <a:off x="6400800" y="2441448"/>
            <a:ext cx="5239512" cy="420624"/>
          </a:xfrm>
          <a:prstGeom prst="roundRect">
            <a:avLst>
              <a:gd name="adj" fmla="val 8696"/>
            </a:avLst>
          </a:prstGeom>
          <a:solidFill>
            <a:schemeClr val="bg1"/>
          </a:solidFill>
          <a:ln w="12700">
            <a:solidFill>
              <a:srgbClr val="FFFFFF">
                <a:alpha val="0"/>
              </a:srgbClr>
            </a:solidFill>
            <a:prstDash val="solid"/>
          </a:ln>
        </p:spPr>
      </p:sp>
      <p:sp>
        <p:nvSpPr>
          <p:cNvPr id="49" name="Shape 37"/>
          <p:cNvSpPr/>
          <p:nvPr/>
        </p:nvSpPr>
        <p:spPr>
          <a:xfrm>
            <a:off x="6492240" y="2505456"/>
            <a:ext cx="420624" cy="97536"/>
          </a:xfrm>
          <a:prstGeom prst="rect">
            <a:avLst/>
          </a:prstGeom>
          <a:solidFill>
            <a:srgbClr val="AE1C28"/>
          </a:solidFill>
          <a:ln w="12700">
            <a:solidFill>
              <a:srgbClr val="FFFFFF">
                <a:alpha val="0"/>
              </a:srgbClr>
            </a:solidFill>
            <a:prstDash val="solid"/>
          </a:ln>
        </p:spPr>
      </p:sp>
      <p:sp>
        <p:nvSpPr>
          <p:cNvPr id="50" name="Shape 38"/>
          <p:cNvSpPr/>
          <p:nvPr/>
        </p:nvSpPr>
        <p:spPr>
          <a:xfrm>
            <a:off x="6492240" y="2602992"/>
            <a:ext cx="420624" cy="97536"/>
          </a:xfrm>
          <a:prstGeom prst="rect">
            <a:avLst/>
          </a:prstGeom>
          <a:solidFill>
            <a:srgbClr val="FFFFFF"/>
          </a:solidFill>
          <a:ln w="12700">
            <a:solidFill>
              <a:srgbClr val="FFFFFF">
                <a:alpha val="0"/>
              </a:srgbClr>
            </a:solidFill>
            <a:prstDash val="solid"/>
          </a:ln>
        </p:spPr>
      </p:sp>
      <p:sp>
        <p:nvSpPr>
          <p:cNvPr id="51" name="Shape 39"/>
          <p:cNvSpPr/>
          <p:nvPr/>
        </p:nvSpPr>
        <p:spPr>
          <a:xfrm>
            <a:off x="6492240" y="2700528"/>
            <a:ext cx="420624" cy="97536"/>
          </a:xfrm>
          <a:prstGeom prst="rect">
            <a:avLst/>
          </a:prstGeom>
          <a:solidFill>
            <a:srgbClr val="21468B"/>
          </a:solidFill>
          <a:ln w="12700">
            <a:solidFill>
              <a:srgbClr val="FFFFFF">
                <a:alpha val="0"/>
              </a:srgbClr>
            </a:solidFill>
            <a:prstDash val="solid"/>
          </a:ln>
        </p:spPr>
      </p:sp>
      <p:sp>
        <p:nvSpPr>
          <p:cNvPr id="52" name="Shape 40"/>
          <p:cNvSpPr/>
          <p:nvPr/>
        </p:nvSpPr>
        <p:spPr>
          <a:xfrm>
            <a:off x="6492240" y="2505456"/>
            <a:ext cx="420624" cy="292608"/>
          </a:xfrm>
          <a:prstGeom prst="rect">
            <a:avLst/>
          </a:prstGeom>
          <a:noFill/>
          <a:ln w="9525">
            <a:solidFill>
              <a:srgbClr val="A0AAB8"/>
            </a:solidFill>
            <a:prstDash val="solid"/>
          </a:ln>
        </p:spPr>
      </p:sp>
      <p:sp>
        <p:nvSpPr>
          <p:cNvPr id="53" name="Text 41"/>
          <p:cNvSpPr txBox="1"/>
          <p:nvPr/>
        </p:nvSpPr>
        <p:spPr>
          <a:xfrm>
            <a:off x="7452360" y="2441448"/>
            <a:ext cx="2194560" cy="420624"/>
          </a:xfrm>
          <a:prstGeom prst="rect">
            <a:avLst/>
          </a:prstGeom>
          <a:noFill/>
          <a:ln/>
        </p:spPr>
        <p:txBody>
          <a:bodyPr wrap="square" lIns="0" tIns="0" rIns="0" bIns="0" rtlCol="0" anchor="ctr"/>
          <a:lstStyle/>
          <a:p>
            <a:pPr algn="l" indent="0" marL="0">
              <a:buNone/>
            </a:pPr>
            <a:r>
              <a:rPr lang="en-US" sz="1700" dirty="0">
                <a:solidFill>
                  <a:schemeClr val="tx1"/>
                </a:solidFill>
              </a:rPr>
              <a:t>Nederland</a:t>
            </a:r>
            <a:endParaRPr lang="en-US" sz="1700" dirty="0"/>
          </a:p>
        </p:txBody>
      </p:sp>
      <p:sp>
        <p:nvSpPr>
          <p:cNvPr id="54" name="Shape 42"/>
          <p:cNvSpPr/>
          <p:nvPr/>
        </p:nvSpPr>
        <p:spPr>
          <a:xfrm>
            <a:off x="9509760" y="2651760"/>
            <a:ext cx="365760" cy="914"/>
          </a:xfrm>
          <a:prstGeom prst="line">
            <a:avLst/>
          </a:prstGeom>
          <a:noFill/>
          <a:ln w="19050">
            <a:solidFill>
              <a:srgbClr val="4A5A70"/>
            </a:solidFill>
            <a:prstDash val="solid"/>
            <a:tailEnd type="triangle"/>
          </a:ln>
        </p:spPr>
      </p:sp>
      <p:sp>
        <p:nvSpPr>
          <p:cNvPr id="55" name="Text 43"/>
          <p:cNvSpPr txBox="1"/>
          <p:nvPr/>
        </p:nvSpPr>
        <p:spPr>
          <a:xfrm>
            <a:off x="10012680" y="2441448"/>
            <a:ext cx="1600200" cy="420624"/>
          </a:xfrm>
          <a:prstGeom prst="rect">
            <a:avLst/>
          </a:prstGeom>
          <a:noFill/>
          <a:ln/>
        </p:spPr>
        <p:txBody>
          <a:bodyPr wrap="square" lIns="0" tIns="0" rIns="0" bIns="0" rtlCol="0" anchor="ctr"/>
          <a:lstStyle/>
          <a:p>
            <a:pPr algn="l" indent="0" marL="0">
              <a:buNone/>
            </a:pPr>
            <a:r>
              <a:rPr lang="en-US" sz="1800" b="1" dirty="0">
                <a:solidFill>
                  <a:schemeClr val="tx2"/>
                </a:solidFill>
              </a:rPr>
              <a:t>Nederlands</a:t>
            </a:r>
            <a:endParaRPr lang="en-US" sz="1800" dirty="0"/>
          </a:p>
        </p:txBody>
      </p:sp>
      <p:sp>
        <p:nvSpPr>
          <p:cNvPr id="56" name="Shape 44"/>
          <p:cNvSpPr/>
          <p:nvPr/>
        </p:nvSpPr>
        <p:spPr>
          <a:xfrm>
            <a:off x="6400800" y="2898648"/>
            <a:ext cx="5239512" cy="420624"/>
          </a:xfrm>
          <a:prstGeom prst="roundRect">
            <a:avLst>
              <a:gd name="adj" fmla="val 8696"/>
            </a:avLst>
          </a:prstGeom>
          <a:solidFill>
            <a:schemeClr val="bg2"/>
          </a:solidFill>
          <a:ln w="12700">
            <a:solidFill>
              <a:srgbClr val="FFFFFF">
                <a:alpha val="0"/>
              </a:srgbClr>
            </a:solidFill>
            <a:prstDash val="solid"/>
          </a:ln>
        </p:spPr>
      </p:sp>
      <p:sp>
        <p:nvSpPr>
          <p:cNvPr id="57" name="Shape 45"/>
          <p:cNvSpPr/>
          <p:nvPr/>
        </p:nvSpPr>
        <p:spPr>
          <a:xfrm>
            <a:off x="6492240" y="2962656"/>
            <a:ext cx="420624" cy="292608"/>
          </a:xfrm>
          <a:prstGeom prst="rect">
            <a:avLst/>
          </a:prstGeom>
          <a:solidFill>
            <a:srgbClr val="FFFFFF"/>
          </a:solidFill>
          <a:ln w="12700">
            <a:solidFill>
              <a:srgbClr val="FFFFFF">
                <a:alpha val="0"/>
              </a:srgbClr>
            </a:solidFill>
            <a:prstDash val="solid"/>
          </a:ln>
        </p:spPr>
      </p:sp>
      <p:sp>
        <p:nvSpPr>
          <p:cNvPr id="58" name="Shape 46"/>
          <p:cNvSpPr/>
          <p:nvPr/>
        </p:nvSpPr>
        <p:spPr>
          <a:xfrm>
            <a:off x="6668902" y="2962656"/>
            <a:ext cx="67300" cy="292608"/>
          </a:xfrm>
          <a:prstGeom prst="rect">
            <a:avLst/>
          </a:prstGeom>
          <a:solidFill>
            <a:srgbClr val="CE1124"/>
          </a:solidFill>
          <a:ln w="12700">
            <a:solidFill>
              <a:srgbClr val="FFFFFF">
                <a:alpha val="0"/>
              </a:srgbClr>
            </a:solidFill>
            <a:prstDash val="solid"/>
          </a:ln>
        </p:spPr>
      </p:sp>
      <p:sp>
        <p:nvSpPr>
          <p:cNvPr id="59" name="Shape 47"/>
          <p:cNvSpPr/>
          <p:nvPr/>
        </p:nvSpPr>
        <p:spPr>
          <a:xfrm>
            <a:off x="6492240" y="3073847"/>
            <a:ext cx="420624" cy="70226"/>
          </a:xfrm>
          <a:prstGeom prst="rect">
            <a:avLst/>
          </a:prstGeom>
          <a:solidFill>
            <a:srgbClr val="CE1124"/>
          </a:solidFill>
          <a:ln w="12700">
            <a:solidFill>
              <a:srgbClr val="FFFFFF">
                <a:alpha val="0"/>
              </a:srgbClr>
            </a:solidFill>
            <a:prstDash val="solid"/>
          </a:ln>
        </p:spPr>
      </p:sp>
      <p:sp>
        <p:nvSpPr>
          <p:cNvPr id="60" name="Shape 48"/>
          <p:cNvSpPr/>
          <p:nvPr/>
        </p:nvSpPr>
        <p:spPr>
          <a:xfrm>
            <a:off x="6492240" y="2962656"/>
            <a:ext cx="420624" cy="292608"/>
          </a:xfrm>
          <a:prstGeom prst="rect">
            <a:avLst/>
          </a:prstGeom>
          <a:noFill/>
          <a:ln w="9525">
            <a:solidFill>
              <a:srgbClr val="A0AAB8"/>
            </a:solidFill>
            <a:prstDash val="solid"/>
          </a:ln>
        </p:spPr>
      </p:sp>
      <p:sp>
        <p:nvSpPr>
          <p:cNvPr id="61" name="Text 49"/>
          <p:cNvSpPr txBox="1"/>
          <p:nvPr/>
        </p:nvSpPr>
        <p:spPr>
          <a:xfrm>
            <a:off x="7452360" y="2898648"/>
            <a:ext cx="2194560" cy="420624"/>
          </a:xfrm>
          <a:prstGeom prst="rect">
            <a:avLst/>
          </a:prstGeom>
          <a:noFill/>
          <a:ln/>
        </p:spPr>
        <p:txBody>
          <a:bodyPr wrap="square" lIns="0" tIns="0" rIns="0" bIns="0" rtlCol="0" anchor="ctr"/>
          <a:lstStyle/>
          <a:p>
            <a:pPr algn="l" indent="0" marL="0">
              <a:buNone/>
            </a:pPr>
            <a:r>
              <a:rPr lang="en-US" sz="1700" dirty="0">
                <a:solidFill>
                  <a:schemeClr val="tx1"/>
                </a:solidFill>
              </a:rPr>
              <a:t>Engeland</a:t>
            </a:r>
            <a:endParaRPr lang="en-US" sz="1700" dirty="0"/>
          </a:p>
        </p:txBody>
      </p:sp>
      <p:sp>
        <p:nvSpPr>
          <p:cNvPr id="62" name="Shape 50"/>
          <p:cNvSpPr/>
          <p:nvPr/>
        </p:nvSpPr>
        <p:spPr>
          <a:xfrm>
            <a:off x="9509760" y="3108960"/>
            <a:ext cx="365760" cy="914"/>
          </a:xfrm>
          <a:prstGeom prst="line">
            <a:avLst/>
          </a:prstGeom>
          <a:noFill/>
          <a:ln w="19050">
            <a:solidFill>
              <a:srgbClr val="4A5A70"/>
            </a:solidFill>
            <a:prstDash val="solid"/>
            <a:tailEnd type="triangle"/>
          </a:ln>
        </p:spPr>
      </p:sp>
      <p:sp>
        <p:nvSpPr>
          <p:cNvPr id="63" name="Text 51"/>
          <p:cNvSpPr txBox="1"/>
          <p:nvPr/>
        </p:nvSpPr>
        <p:spPr>
          <a:xfrm>
            <a:off x="10012680" y="2898648"/>
            <a:ext cx="1600200" cy="420624"/>
          </a:xfrm>
          <a:prstGeom prst="rect">
            <a:avLst/>
          </a:prstGeom>
          <a:noFill/>
          <a:ln/>
        </p:spPr>
        <p:txBody>
          <a:bodyPr wrap="square" lIns="0" tIns="0" rIns="0" bIns="0" rtlCol="0" anchor="ctr"/>
          <a:lstStyle/>
          <a:p>
            <a:pPr algn="l" indent="0" marL="0">
              <a:buNone/>
            </a:pPr>
            <a:r>
              <a:rPr lang="en-US" sz="1800" b="1" dirty="0">
                <a:solidFill>
                  <a:schemeClr val="tx2"/>
                </a:solidFill>
              </a:rPr>
              <a:t>Engels</a:t>
            </a:r>
            <a:endParaRPr lang="en-US" sz="1800" dirty="0"/>
          </a:p>
        </p:txBody>
      </p:sp>
      <p:sp>
        <p:nvSpPr>
          <p:cNvPr id="64" name="Shape 52"/>
          <p:cNvSpPr/>
          <p:nvPr/>
        </p:nvSpPr>
        <p:spPr>
          <a:xfrm>
            <a:off x="6400800" y="3355848"/>
            <a:ext cx="5239512" cy="420624"/>
          </a:xfrm>
          <a:prstGeom prst="roundRect">
            <a:avLst>
              <a:gd name="adj" fmla="val 8696"/>
            </a:avLst>
          </a:prstGeom>
          <a:solidFill>
            <a:schemeClr val="bg1"/>
          </a:solidFill>
          <a:ln w="12700">
            <a:solidFill>
              <a:srgbClr val="FFFFFF">
                <a:alpha val="0"/>
              </a:srgbClr>
            </a:solidFill>
            <a:prstDash val="solid"/>
          </a:ln>
        </p:spPr>
      </p:sp>
      <p:sp>
        <p:nvSpPr>
          <p:cNvPr id="65" name="Shape 53"/>
          <p:cNvSpPr/>
          <p:nvPr/>
        </p:nvSpPr>
        <p:spPr>
          <a:xfrm>
            <a:off x="6492240" y="3419856"/>
            <a:ext cx="420624" cy="97536"/>
          </a:xfrm>
          <a:prstGeom prst="rect">
            <a:avLst/>
          </a:prstGeom>
          <a:solidFill>
            <a:srgbClr val="1B1B1B"/>
          </a:solidFill>
          <a:ln w="12700">
            <a:solidFill>
              <a:srgbClr val="FFFFFF">
                <a:alpha val="0"/>
              </a:srgbClr>
            </a:solidFill>
            <a:prstDash val="solid"/>
          </a:ln>
        </p:spPr>
      </p:sp>
      <p:sp>
        <p:nvSpPr>
          <p:cNvPr id="66" name="Shape 54"/>
          <p:cNvSpPr/>
          <p:nvPr/>
        </p:nvSpPr>
        <p:spPr>
          <a:xfrm>
            <a:off x="6492240" y="3517392"/>
            <a:ext cx="420624" cy="97536"/>
          </a:xfrm>
          <a:prstGeom prst="rect">
            <a:avLst/>
          </a:prstGeom>
          <a:solidFill>
            <a:srgbClr val="DD0000"/>
          </a:solidFill>
          <a:ln w="12700">
            <a:solidFill>
              <a:srgbClr val="FFFFFF">
                <a:alpha val="0"/>
              </a:srgbClr>
            </a:solidFill>
            <a:prstDash val="solid"/>
          </a:ln>
        </p:spPr>
      </p:sp>
      <p:sp>
        <p:nvSpPr>
          <p:cNvPr id="67" name="Shape 55"/>
          <p:cNvSpPr/>
          <p:nvPr/>
        </p:nvSpPr>
        <p:spPr>
          <a:xfrm>
            <a:off x="6492240" y="3614928"/>
            <a:ext cx="420624" cy="97536"/>
          </a:xfrm>
          <a:prstGeom prst="rect">
            <a:avLst/>
          </a:prstGeom>
          <a:solidFill>
            <a:srgbClr val="FFCE00"/>
          </a:solidFill>
          <a:ln w="12700">
            <a:solidFill>
              <a:srgbClr val="FFFFFF">
                <a:alpha val="0"/>
              </a:srgbClr>
            </a:solidFill>
            <a:prstDash val="solid"/>
          </a:ln>
        </p:spPr>
      </p:sp>
      <p:sp>
        <p:nvSpPr>
          <p:cNvPr id="68" name="Shape 56"/>
          <p:cNvSpPr/>
          <p:nvPr/>
        </p:nvSpPr>
        <p:spPr>
          <a:xfrm>
            <a:off x="6492240" y="3419856"/>
            <a:ext cx="420624" cy="292608"/>
          </a:xfrm>
          <a:prstGeom prst="rect">
            <a:avLst/>
          </a:prstGeom>
          <a:noFill/>
          <a:ln w="9525">
            <a:solidFill>
              <a:srgbClr val="A0AAB8"/>
            </a:solidFill>
            <a:prstDash val="solid"/>
          </a:ln>
        </p:spPr>
      </p:sp>
      <p:sp>
        <p:nvSpPr>
          <p:cNvPr id="69" name="Text 57"/>
          <p:cNvSpPr txBox="1"/>
          <p:nvPr/>
        </p:nvSpPr>
        <p:spPr>
          <a:xfrm>
            <a:off x="7452360" y="3355848"/>
            <a:ext cx="2194560" cy="420624"/>
          </a:xfrm>
          <a:prstGeom prst="rect">
            <a:avLst/>
          </a:prstGeom>
          <a:noFill/>
          <a:ln/>
        </p:spPr>
        <p:txBody>
          <a:bodyPr wrap="square" lIns="0" tIns="0" rIns="0" bIns="0" rtlCol="0" anchor="ctr"/>
          <a:lstStyle/>
          <a:p>
            <a:pPr algn="l" indent="0" marL="0">
              <a:buNone/>
            </a:pPr>
            <a:r>
              <a:rPr lang="en-US" sz="1700" dirty="0">
                <a:solidFill>
                  <a:schemeClr val="tx1"/>
                </a:solidFill>
              </a:rPr>
              <a:t>Duitsland</a:t>
            </a:r>
            <a:endParaRPr lang="en-US" sz="1700" dirty="0"/>
          </a:p>
        </p:txBody>
      </p:sp>
      <p:sp>
        <p:nvSpPr>
          <p:cNvPr id="70" name="Shape 58"/>
          <p:cNvSpPr/>
          <p:nvPr/>
        </p:nvSpPr>
        <p:spPr>
          <a:xfrm>
            <a:off x="9509760" y="3566160"/>
            <a:ext cx="365760" cy="914"/>
          </a:xfrm>
          <a:prstGeom prst="line">
            <a:avLst/>
          </a:prstGeom>
          <a:noFill/>
          <a:ln w="19050">
            <a:solidFill>
              <a:srgbClr val="4A5A70"/>
            </a:solidFill>
            <a:prstDash val="solid"/>
            <a:tailEnd type="triangle"/>
          </a:ln>
        </p:spPr>
      </p:sp>
      <p:sp>
        <p:nvSpPr>
          <p:cNvPr id="71" name="Text 59"/>
          <p:cNvSpPr txBox="1"/>
          <p:nvPr/>
        </p:nvSpPr>
        <p:spPr>
          <a:xfrm>
            <a:off x="10012680" y="3355848"/>
            <a:ext cx="1600200" cy="420624"/>
          </a:xfrm>
          <a:prstGeom prst="rect">
            <a:avLst/>
          </a:prstGeom>
          <a:noFill/>
          <a:ln/>
        </p:spPr>
        <p:txBody>
          <a:bodyPr wrap="square" lIns="0" tIns="0" rIns="0" bIns="0" rtlCol="0" anchor="ctr"/>
          <a:lstStyle/>
          <a:p>
            <a:pPr algn="l" indent="0" marL="0">
              <a:buNone/>
            </a:pPr>
            <a:r>
              <a:rPr lang="en-US" sz="1800" b="1" dirty="0">
                <a:solidFill>
                  <a:schemeClr val="tx2"/>
                </a:solidFill>
              </a:rPr>
              <a:t>Duits</a:t>
            </a:r>
            <a:endParaRPr lang="en-US" sz="1800" dirty="0"/>
          </a:p>
        </p:txBody>
      </p:sp>
      <p:sp>
        <p:nvSpPr>
          <p:cNvPr id="72" name="Shape 60"/>
          <p:cNvSpPr/>
          <p:nvPr/>
        </p:nvSpPr>
        <p:spPr>
          <a:xfrm>
            <a:off x="6400800" y="3813048"/>
            <a:ext cx="5239512" cy="420624"/>
          </a:xfrm>
          <a:prstGeom prst="roundRect">
            <a:avLst>
              <a:gd name="adj" fmla="val 8696"/>
            </a:avLst>
          </a:prstGeom>
          <a:solidFill>
            <a:schemeClr val="bg2"/>
          </a:solidFill>
          <a:ln w="12700">
            <a:solidFill>
              <a:srgbClr val="FFFFFF">
                <a:alpha val="0"/>
              </a:srgbClr>
            </a:solidFill>
            <a:prstDash val="solid"/>
          </a:ln>
        </p:spPr>
      </p:sp>
      <p:sp>
        <p:nvSpPr>
          <p:cNvPr id="73" name="Shape 61"/>
          <p:cNvSpPr/>
          <p:nvPr/>
        </p:nvSpPr>
        <p:spPr>
          <a:xfrm>
            <a:off x="6492240" y="3877056"/>
            <a:ext cx="420624" cy="73152"/>
          </a:xfrm>
          <a:prstGeom prst="rect">
            <a:avLst/>
          </a:prstGeom>
          <a:solidFill>
            <a:srgbClr val="AA151B"/>
          </a:solidFill>
          <a:ln w="12700">
            <a:solidFill>
              <a:srgbClr val="FFFFFF">
                <a:alpha val="0"/>
              </a:srgbClr>
            </a:solidFill>
            <a:prstDash val="solid"/>
          </a:ln>
        </p:spPr>
      </p:sp>
      <p:sp>
        <p:nvSpPr>
          <p:cNvPr id="74" name="Shape 62"/>
          <p:cNvSpPr/>
          <p:nvPr/>
        </p:nvSpPr>
        <p:spPr>
          <a:xfrm>
            <a:off x="6492240" y="3950208"/>
            <a:ext cx="420624" cy="73152"/>
          </a:xfrm>
          <a:prstGeom prst="rect">
            <a:avLst/>
          </a:prstGeom>
          <a:solidFill>
            <a:srgbClr val="F1BF00"/>
          </a:solidFill>
          <a:ln w="12700">
            <a:solidFill>
              <a:srgbClr val="FFFFFF">
                <a:alpha val="0"/>
              </a:srgbClr>
            </a:solidFill>
            <a:prstDash val="solid"/>
          </a:ln>
        </p:spPr>
      </p:sp>
      <p:sp>
        <p:nvSpPr>
          <p:cNvPr id="75" name="Shape 63"/>
          <p:cNvSpPr/>
          <p:nvPr/>
        </p:nvSpPr>
        <p:spPr>
          <a:xfrm>
            <a:off x="6492240" y="4023360"/>
            <a:ext cx="420624" cy="73152"/>
          </a:xfrm>
          <a:prstGeom prst="rect">
            <a:avLst/>
          </a:prstGeom>
          <a:solidFill>
            <a:srgbClr val="F1BF00"/>
          </a:solidFill>
          <a:ln w="12700">
            <a:solidFill>
              <a:srgbClr val="FFFFFF">
                <a:alpha val="0"/>
              </a:srgbClr>
            </a:solidFill>
            <a:prstDash val="solid"/>
          </a:ln>
        </p:spPr>
      </p:sp>
      <p:sp>
        <p:nvSpPr>
          <p:cNvPr id="76" name="Shape 64"/>
          <p:cNvSpPr/>
          <p:nvPr/>
        </p:nvSpPr>
        <p:spPr>
          <a:xfrm>
            <a:off x="6492240" y="4096512"/>
            <a:ext cx="420624" cy="73152"/>
          </a:xfrm>
          <a:prstGeom prst="rect">
            <a:avLst/>
          </a:prstGeom>
          <a:solidFill>
            <a:srgbClr val="AA151B"/>
          </a:solidFill>
          <a:ln w="12700">
            <a:solidFill>
              <a:srgbClr val="FFFFFF">
                <a:alpha val="0"/>
              </a:srgbClr>
            </a:solidFill>
            <a:prstDash val="solid"/>
          </a:ln>
        </p:spPr>
      </p:sp>
      <p:sp>
        <p:nvSpPr>
          <p:cNvPr id="77" name="Shape 65"/>
          <p:cNvSpPr/>
          <p:nvPr/>
        </p:nvSpPr>
        <p:spPr>
          <a:xfrm>
            <a:off x="6492240" y="3877056"/>
            <a:ext cx="420624" cy="292608"/>
          </a:xfrm>
          <a:prstGeom prst="rect">
            <a:avLst/>
          </a:prstGeom>
          <a:noFill/>
          <a:ln w="9525">
            <a:solidFill>
              <a:srgbClr val="A0AAB8"/>
            </a:solidFill>
            <a:prstDash val="solid"/>
          </a:ln>
        </p:spPr>
      </p:sp>
      <p:sp>
        <p:nvSpPr>
          <p:cNvPr id="78" name="Text 66"/>
          <p:cNvSpPr txBox="1"/>
          <p:nvPr/>
        </p:nvSpPr>
        <p:spPr>
          <a:xfrm>
            <a:off x="7452360" y="3813048"/>
            <a:ext cx="2194560" cy="420624"/>
          </a:xfrm>
          <a:prstGeom prst="rect">
            <a:avLst/>
          </a:prstGeom>
          <a:noFill/>
          <a:ln/>
        </p:spPr>
        <p:txBody>
          <a:bodyPr wrap="square" lIns="0" tIns="0" rIns="0" bIns="0" rtlCol="0" anchor="ctr"/>
          <a:lstStyle/>
          <a:p>
            <a:pPr algn="l" indent="0" marL="0">
              <a:buNone/>
            </a:pPr>
            <a:r>
              <a:rPr lang="en-US" sz="1700" dirty="0">
                <a:solidFill>
                  <a:schemeClr val="tx1"/>
                </a:solidFill>
              </a:rPr>
              <a:t>Spanje</a:t>
            </a:r>
            <a:endParaRPr lang="en-US" sz="1700" dirty="0"/>
          </a:p>
        </p:txBody>
      </p:sp>
      <p:sp>
        <p:nvSpPr>
          <p:cNvPr id="79" name="Shape 67"/>
          <p:cNvSpPr/>
          <p:nvPr/>
        </p:nvSpPr>
        <p:spPr>
          <a:xfrm>
            <a:off x="9509760" y="4023360"/>
            <a:ext cx="365760" cy="914"/>
          </a:xfrm>
          <a:prstGeom prst="line">
            <a:avLst/>
          </a:prstGeom>
          <a:noFill/>
          <a:ln w="19050">
            <a:solidFill>
              <a:srgbClr val="4A5A70"/>
            </a:solidFill>
            <a:prstDash val="solid"/>
            <a:tailEnd type="triangle"/>
          </a:ln>
        </p:spPr>
      </p:sp>
      <p:sp>
        <p:nvSpPr>
          <p:cNvPr id="80" name="Text 68"/>
          <p:cNvSpPr txBox="1"/>
          <p:nvPr/>
        </p:nvSpPr>
        <p:spPr>
          <a:xfrm>
            <a:off x="10012680" y="3813048"/>
            <a:ext cx="1600200" cy="420624"/>
          </a:xfrm>
          <a:prstGeom prst="rect">
            <a:avLst/>
          </a:prstGeom>
          <a:noFill/>
          <a:ln/>
        </p:spPr>
        <p:txBody>
          <a:bodyPr wrap="square" lIns="0" tIns="0" rIns="0" bIns="0" rtlCol="0" anchor="ctr"/>
          <a:lstStyle/>
          <a:p>
            <a:pPr algn="l" indent="0" marL="0">
              <a:buNone/>
            </a:pPr>
            <a:r>
              <a:rPr lang="en-US" sz="1800" b="1" dirty="0">
                <a:solidFill>
                  <a:schemeClr val="tx2"/>
                </a:solidFill>
              </a:rPr>
              <a:t>Spaans</a:t>
            </a:r>
            <a:endParaRPr lang="en-US" sz="1800" dirty="0"/>
          </a:p>
        </p:txBody>
      </p:sp>
      <p:sp>
        <p:nvSpPr>
          <p:cNvPr id="81" name="Shape 69"/>
          <p:cNvSpPr/>
          <p:nvPr/>
        </p:nvSpPr>
        <p:spPr>
          <a:xfrm>
            <a:off x="6400800" y="4270248"/>
            <a:ext cx="5239512" cy="420624"/>
          </a:xfrm>
          <a:prstGeom prst="roundRect">
            <a:avLst>
              <a:gd name="adj" fmla="val 8696"/>
            </a:avLst>
          </a:prstGeom>
          <a:solidFill>
            <a:schemeClr val="bg1"/>
          </a:solidFill>
          <a:ln w="12700">
            <a:solidFill>
              <a:srgbClr val="FFFFFF">
                <a:alpha val="0"/>
              </a:srgbClr>
            </a:solidFill>
            <a:prstDash val="solid"/>
          </a:ln>
        </p:spPr>
      </p:sp>
      <p:sp>
        <p:nvSpPr>
          <p:cNvPr id="82" name="Shape 70"/>
          <p:cNvSpPr/>
          <p:nvPr/>
        </p:nvSpPr>
        <p:spPr>
          <a:xfrm>
            <a:off x="6492240" y="4334256"/>
            <a:ext cx="140208" cy="292608"/>
          </a:xfrm>
          <a:prstGeom prst="rect">
            <a:avLst/>
          </a:prstGeom>
          <a:solidFill>
            <a:srgbClr val="009246"/>
          </a:solidFill>
          <a:ln w="12700">
            <a:solidFill>
              <a:srgbClr val="FFFFFF">
                <a:alpha val="0"/>
              </a:srgbClr>
            </a:solidFill>
            <a:prstDash val="solid"/>
          </a:ln>
        </p:spPr>
      </p:sp>
      <p:sp>
        <p:nvSpPr>
          <p:cNvPr id="83" name="Shape 71"/>
          <p:cNvSpPr/>
          <p:nvPr/>
        </p:nvSpPr>
        <p:spPr>
          <a:xfrm>
            <a:off x="6632448" y="4334256"/>
            <a:ext cx="140208" cy="292608"/>
          </a:xfrm>
          <a:prstGeom prst="rect">
            <a:avLst/>
          </a:prstGeom>
          <a:solidFill>
            <a:srgbClr val="FFFFFF"/>
          </a:solidFill>
          <a:ln w="12700">
            <a:solidFill>
              <a:srgbClr val="FFFFFF">
                <a:alpha val="0"/>
              </a:srgbClr>
            </a:solidFill>
            <a:prstDash val="solid"/>
          </a:ln>
        </p:spPr>
      </p:sp>
      <p:sp>
        <p:nvSpPr>
          <p:cNvPr id="84" name="Shape 72"/>
          <p:cNvSpPr/>
          <p:nvPr/>
        </p:nvSpPr>
        <p:spPr>
          <a:xfrm>
            <a:off x="6772656" y="4334256"/>
            <a:ext cx="140208" cy="292608"/>
          </a:xfrm>
          <a:prstGeom prst="rect">
            <a:avLst/>
          </a:prstGeom>
          <a:solidFill>
            <a:srgbClr val="CE2B37"/>
          </a:solidFill>
          <a:ln w="12700">
            <a:solidFill>
              <a:srgbClr val="FFFFFF">
                <a:alpha val="0"/>
              </a:srgbClr>
            </a:solidFill>
            <a:prstDash val="solid"/>
          </a:ln>
        </p:spPr>
      </p:sp>
      <p:sp>
        <p:nvSpPr>
          <p:cNvPr id="85" name="Shape 73"/>
          <p:cNvSpPr/>
          <p:nvPr/>
        </p:nvSpPr>
        <p:spPr>
          <a:xfrm>
            <a:off x="6492240" y="4334256"/>
            <a:ext cx="420624" cy="292608"/>
          </a:xfrm>
          <a:prstGeom prst="rect">
            <a:avLst/>
          </a:prstGeom>
          <a:noFill/>
          <a:ln w="9525">
            <a:solidFill>
              <a:srgbClr val="A0AAB8"/>
            </a:solidFill>
            <a:prstDash val="solid"/>
          </a:ln>
        </p:spPr>
      </p:sp>
      <p:sp>
        <p:nvSpPr>
          <p:cNvPr id="86" name="Text 74"/>
          <p:cNvSpPr txBox="1"/>
          <p:nvPr/>
        </p:nvSpPr>
        <p:spPr>
          <a:xfrm>
            <a:off x="7452360" y="4270248"/>
            <a:ext cx="2194560" cy="420624"/>
          </a:xfrm>
          <a:prstGeom prst="rect">
            <a:avLst/>
          </a:prstGeom>
          <a:noFill/>
          <a:ln/>
        </p:spPr>
        <p:txBody>
          <a:bodyPr wrap="square" lIns="0" tIns="0" rIns="0" bIns="0" rtlCol="0" anchor="ctr"/>
          <a:lstStyle/>
          <a:p>
            <a:pPr algn="l" indent="0" marL="0">
              <a:buNone/>
            </a:pPr>
            <a:r>
              <a:rPr lang="en-US" sz="1700" dirty="0">
                <a:solidFill>
                  <a:schemeClr val="tx1"/>
                </a:solidFill>
              </a:rPr>
              <a:t>Italië</a:t>
            </a:r>
            <a:endParaRPr lang="en-US" sz="1700" dirty="0"/>
          </a:p>
        </p:txBody>
      </p:sp>
      <p:sp>
        <p:nvSpPr>
          <p:cNvPr id="87" name="Shape 75"/>
          <p:cNvSpPr/>
          <p:nvPr/>
        </p:nvSpPr>
        <p:spPr>
          <a:xfrm>
            <a:off x="9509760" y="4480560"/>
            <a:ext cx="365760" cy="914"/>
          </a:xfrm>
          <a:prstGeom prst="line">
            <a:avLst/>
          </a:prstGeom>
          <a:noFill/>
          <a:ln w="19050">
            <a:solidFill>
              <a:srgbClr val="4A5A70"/>
            </a:solidFill>
            <a:prstDash val="solid"/>
            <a:tailEnd type="triangle"/>
          </a:ln>
        </p:spPr>
      </p:sp>
      <p:sp>
        <p:nvSpPr>
          <p:cNvPr id="88" name="Text 76"/>
          <p:cNvSpPr txBox="1"/>
          <p:nvPr/>
        </p:nvSpPr>
        <p:spPr>
          <a:xfrm>
            <a:off x="10012680" y="4270248"/>
            <a:ext cx="1600200" cy="420624"/>
          </a:xfrm>
          <a:prstGeom prst="rect">
            <a:avLst/>
          </a:prstGeom>
          <a:noFill/>
          <a:ln/>
        </p:spPr>
        <p:txBody>
          <a:bodyPr wrap="square" lIns="0" tIns="0" rIns="0" bIns="0" rtlCol="0" anchor="ctr"/>
          <a:lstStyle/>
          <a:p>
            <a:pPr algn="l" indent="0" marL="0">
              <a:buNone/>
            </a:pPr>
            <a:r>
              <a:rPr lang="en-US" sz="1800" b="1" dirty="0">
                <a:solidFill>
                  <a:schemeClr val="tx2"/>
                </a:solidFill>
              </a:rPr>
              <a:t>Italiaans</a:t>
            </a:r>
            <a:endParaRPr lang="en-US" sz="1800" dirty="0"/>
          </a:p>
        </p:txBody>
      </p:sp>
      <p:sp>
        <p:nvSpPr>
          <p:cNvPr id="89" name="Shape 77"/>
          <p:cNvSpPr/>
          <p:nvPr/>
        </p:nvSpPr>
        <p:spPr>
          <a:xfrm>
            <a:off x="6400800" y="4727448"/>
            <a:ext cx="5239512" cy="420624"/>
          </a:xfrm>
          <a:prstGeom prst="roundRect">
            <a:avLst>
              <a:gd name="adj" fmla="val 8696"/>
            </a:avLst>
          </a:prstGeom>
          <a:solidFill>
            <a:schemeClr val="bg2"/>
          </a:solidFill>
          <a:ln w="12700">
            <a:solidFill>
              <a:srgbClr val="FFFFFF">
                <a:alpha val="0"/>
              </a:srgbClr>
            </a:solidFill>
            <a:prstDash val="solid"/>
          </a:ln>
        </p:spPr>
      </p:sp>
      <p:sp>
        <p:nvSpPr>
          <p:cNvPr id="90" name="Shape 78"/>
          <p:cNvSpPr/>
          <p:nvPr/>
        </p:nvSpPr>
        <p:spPr>
          <a:xfrm>
            <a:off x="6492240" y="4791456"/>
            <a:ext cx="420624" cy="292608"/>
          </a:xfrm>
          <a:prstGeom prst="rect">
            <a:avLst/>
          </a:prstGeom>
          <a:solidFill>
            <a:srgbClr val="C1272D"/>
          </a:solidFill>
          <a:ln w="12700">
            <a:solidFill>
              <a:srgbClr val="FFFFFF">
                <a:alpha val="0"/>
              </a:srgbClr>
            </a:solidFill>
            <a:prstDash val="solid"/>
          </a:ln>
        </p:spPr>
      </p:sp>
      <p:pic>
        <p:nvPicPr>
          <p:cNvPr id="91" name="Image 9" descr="Star">    </p:cNvPr>
          <p:cNvPicPr>
            <a:picLocks noChangeAspect="1"/>
          </p:cNvPicPr>
          <p:nvPr/>
        </p:nvPicPr>
        <p:blipFill>
          <a:blip r:embed="rId10"/>
          <a:stretch>
            <a:fillRect/>
          </a:stretch>
        </p:blipFill>
        <p:spPr>
          <a:xfrm>
            <a:off x="6611112" y="4846320"/>
            <a:ext cx="182880" cy="182880"/>
          </a:xfrm>
          <a:prstGeom prst="rect">
            <a:avLst/>
          </a:prstGeom>
        </p:spPr>
      </p:pic>
      <p:sp>
        <p:nvSpPr>
          <p:cNvPr id="92" name="Shape 79"/>
          <p:cNvSpPr/>
          <p:nvPr/>
        </p:nvSpPr>
        <p:spPr>
          <a:xfrm>
            <a:off x="6492240" y="4791456"/>
            <a:ext cx="420624" cy="292608"/>
          </a:xfrm>
          <a:prstGeom prst="rect">
            <a:avLst/>
          </a:prstGeom>
          <a:noFill/>
          <a:ln w="9525">
            <a:solidFill>
              <a:srgbClr val="A0AAB8"/>
            </a:solidFill>
            <a:prstDash val="solid"/>
          </a:ln>
        </p:spPr>
      </p:sp>
      <p:sp>
        <p:nvSpPr>
          <p:cNvPr id="93" name="Text 80"/>
          <p:cNvSpPr txBox="1"/>
          <p:nvPr/>
        </p:nvSpPr>
        <p:spPr>
          <a:xfrm>
            <a:off x="7452360" y="4727448"/>
            <a:ext cx="2194560" cy="420624"/>
          </a:xfrm>
          <a:prstGeom prst="rect">
            <a:avLst/>
          </a:prstGeom>
          <a:noFill/>
          <a:ln/>
        </p:spPr>
        <p:txBody>
          <a:bodyPr wrap="square" lIns="0" tIns="0" rIns="0" bIns="0" rtlCol="0" anchor="ctr"/>
          <a:lstStyle/>
          <a:p>
            <a:pPr algn="l" indent="0" marL="0">
              <a:buNone/>
            </a:pPr>
            <a:r>
              <a:rPr lang="en-US" sz="1700" dirty="0">
                <a:solidFill>
                  <a:schemeClr val="tx1"/>
                </a:solidFill>
              </a:rPr>
              <a:t>Marokko</a:t>
            </a:r>
            <a:endParaRPr lang="en-US" sz="1700" dirty="0"/>
          </a:p>
        </p:txBody>
      </p:sp>
      <p:sp>
        <p:nvSpPr>
          <p:cNvPr id="94" name="Shape 81"/>
          <p:cNvSpPr/>
          <p:nvPr/>
        </p:nvSpPr>
        <p:spPr>
          <a:xfrm>
            <a:off x="9509760" y="4937760"/>
            <a:ext cx="365760" cy="914"/>
          </a:xfrm>
          <a:prstGeom prst="line">
            <a:avLst/>
          </a:prstGeom>
          <a:noFill/>
          <a:ln w="19050">
            <a:solidFill>
              <a:srgbClr val="4A5A70"/>
            </a:solidFill>
            <a:prstDash val="solid"/>
            <a:tailEnd type="triangle"/>
          </a:ln>
        </p:spPr>
      </p:sp>
      <p:sp>
        <p:nvSpPr>
          <p:cNvPr id="95" name="Text 82"/>
          <p:cNvSpPr txBox="1"/>
          <p:nvPr/>
        </p:nvSpPr>
        <p:spPr>
          <a:xfrm>
            <a:off x="10012680" y="4727448"/>
            <a:ext cx="1600200" cy="420624"/>
          </a:xfrm>
          <a:prstGeom prst="rect">
            <a:avLst/>
          </a:prstGeom>
          <a:noFill/>
          <a:ln/>
        </p:spPr>
        <p:txBody>
          <a:bodyPr wrap="square" lIns="0" tIns="0" rIns="0" bIns="0" rtlCol="0" anchor="ctr"/>
          <a:lstStyle/>
          <a:p>
            <a:pPr algn="l" indent="0" marL="0">
              <a:buNone/>
            </a:pPr>
            <a:r>
              <a:rPr lang="en-US" sz="1800" b="1" dirty="0">
                <a:solidFill>
                  <a:schemeClr val="tx2"/>
                </a:solidFill>
              </a:rPr>
              <a:t>Arabisch</a:t>
            </a:r>
            <a:endParaRPr lang="en-US" sz="1800" dirty="0"/>
          </a:p>
        </p:txBody>
      </p:sp>
      <p:sp>
        <p:nvSpPr>
          <p:cNvPr id="96" name="Shape 83"/>
          <p:cNvSpPr/>
          <p:nvPr/>
        </p:nvSpPr>
        <p:spPr>
          <a:xfrm>
            <a:off x="6400800" y="5184648"/>
            <a:ext cx="5239512" cy="420624"/>
          </a:xfrm>
          <a:prstGeom prst="roundRect">
            <a:avLst>
              <a:gd name="adj" fmla="val 8696"/>
            </a:avLst>
          </a:prstGeom>
          <a:solidFill>
            <a:schemeClr val="bg1"/>
          </a:solidFill>
          <a:ln w="12700">
            <a:solidFill>
              <a:srgbClr val="FFFFFF">
                <a:alpha val="0"/>
              </a:srgbClr>
            </a:solidFill>
            <a:prstDash val="solid"/>
          </a:ln>
        </p:spPr>
      </p:sp>
      <p:sp>
        <p:nvSpPr>
          <p:cNvPr id="97" name="Shape 84"/>
          <p:cNvSpPr/>
          <p:nvPr/>
        </p:nvSpPr>
        <p:spPr>
          <a:xfrm>
            <a:off x="6492240" y="5248656"/>
            <a:ext cx="420624" cy="292608"/>
          </a:xfrm>
          <a:prstGeom prst="rect">
            <a:avLst/>
          </a:prstGeom>
          <a:solidFill>
            <a:srgbClr val="E30A17"/>
          </a:solidFill>
          <a:ln w="12700">
            <a:solidFill>
              <a:srgbClr val="FFFFFF">
                <a:alpha val="0"/>
              </a:srgbClr>
            </a:solidFill>
            <a:prstDash val="solid"/>
          </a:ln>
        </p:spPr>
      </p:sp>
      <p:pic>
        <p:nvPicPr>
          <p:cNvPr id="98" name="Image 10" descr="Moon">    </p:cNvPr>
          <p:cNvPicPr>
            <a:picLocks noChangeAspect="1"/>
          </p:cNvPicPr>
          <p:nvPr/>
        </p:nvPicPr>
        <p:blipFill>
          <a:blip r:embed="rId11"/>
          <a:stretch>
            <a:fillRect/>
          </a:stretch>
        </p:blipFill>
        <p:spPr>
          <a:xfrm>
            <a:off x="6565392" y="5312664"/>
            <a:ext cx="182880" cy="182880"/>
          </a:xfrm>
          <a:prstGeom prst="rect">
            <a:avLst/>
          </a:prstGeom>
        </p:spPr>
      </p:pic>
      <p:pic>
        <p:nvPicPr>
          <p:cNvPr id="99" name="Image 11" descr="Star">    </p:cNvPr>
          <p:cNvPicPr>
            <a:picLocks noChangeAspect="1"/>
          </p:cNvPicPr>
          <p:nvPr/>
        </p:nvPicPr>
        <p:blipFill>
          <a:blip r:embed="rId12"/>
          <a:stretch>
            <a:fillRect/>
          </a:stretch>
        </p:blipFill>
        <p:spPr>
          <a:xfrm>
            <a:off x="6748272" y="5358384"/>
            <a:ext cx="91440" cy="91440"/>
          </a:xfrm>
          <a:prstGeom prst="rect">
            <a:avLst/>
          </a:prstGeom>
        </p:spPr>
      </p:pic>
      <p:sp>
        <p:nvSpPr>
          <p:cNvPr id="100" name="Shape 85"/>
          <p:cNvSpPr/>
          <p:nvPr/>
        </p:nvSpPr>
        <p:spPr>
          <a:xfrm>
            <a:off x="6492240" y="5248656"/>
            <a:ext cx="420624" cy="292608"/>
          </a:xfrm>
          <a:prstGeom prst="rect">
            <a:avLst/>
          </a:prstGeom>
          <a:noFill/>
          <a:ln w="9525">
            <a:solidFill>
              <a:srgbClr val="A0AAB8"/>
            </a:solidFill>
            <a:prstDash val="solid"/>
          </a:ln>
        </p:spPr>
      </p:sp>
      <p:sp>
        <p:nvSpPr>
          <p:cNvPr id="101" name="Text 86"/>
          <p:cNvSpPr txBox="1"/>
          <p:nvPr/>
        </p:nvSpPr>
        <p:spPr>
          <a:xfrm>
            <a:off x="7452360" y="5184648"/>
            <a:ext cx="2194560" cy="420624"/>
          </a:xfrm>
          <a:prstGeom prst="rect">
            <a:avLst/>
          </a:prstGeom>
          <a:noFill/>
          <a:ln/>
        </p:spPr>
        <p:txBody>
          <a:bodyPr wrap="square" lIns="0" tIns="0" rIns="0" bIns="0" rtlCol="0" anchor="ctr"/>
          <a:lstStyle/>
          <a:p>
            <a:pPr algn="l" indent="0" marL="0">
              <a:buNone/>
            </a:pPr>
            <a:r>
              <a:rPr lang="en-US" sz="1700" dirty="0">
                <a:solidFill>
                  <a:schemeClr val="tx1"/>
                </a:solidFill>
              </a:rPr>
              <a:t>Turkije</a:t>
            </a:r>
            <a:endParaRPr lang="en-US" sz="1700" dirty="0"/>
          </a:p>
        </p:txBody>
      </p:sp>
      <p:sp>
        <p:nvSpPr>
          <p:cNvPr id="102" name="Shape 87"/>
          <p:cNvSpPr/>
          <p:nvPr/>
        </p:nvSpPr>
        <p:spPr>
          <a:xfrm>
            <a:off x="9509760" y="5394960"/>
            <a:ext cx="365760" cy="914"/>
          </a:xfrm>
          <a:prstGeom prst="line">
            <a:avLst/>
          </a:prstGeom>
          <a:noFill/>
          <a:ln w="19050">
            <a:solidFill>
              <a:srgbClr val="4A5A70"/>
            </a:solidFill>
            <a:prstDash val="solid"/>
            <a:tailEnd type="triangle"/>
          </a:ln>
        </p:spPr>
      </p:sp>
      <p:sp>
        <p:nvSpPr>
          <p:cNvPr id="103" name="Text 88"/>
          <p:cNvSpPr txBox="1"/>
          <p:nvPr/>
        </p:nvSpPr>
        <p:spPr>
          <a:xfrm>
            <a:off x="10012680" y="5184648"/>
            <a:ext cx="1600200" cy="420624"/>
          </a:xfrm>
          <a:prstGeom prst="rect">
            <a:avLst/>
          </a:prstGeom>
          <a:noFill/>
          <a:ln/>
        </p:spPr>
        <p:txBody>
          <a:bodyPr wrap="square" lIns="0" tIns="0" rIns="0" bIns="0" rtlCol="0" anchor="ctr"/>
          <a:lstStyle/>
          <a:p>
            <a:pPr algn="l" indent="0" marL="0">
              <a:buNone/>
            </a:pPr>
            <a:r>
              <a:rPr lang="en-US" sz="1800" b="1" dirty="0">
                <a:solidFill>
                  <a:schemeClr val="tx2"/>
                </a:solidFill>
              </a:rPr>
              <a:t>Turks</a:t>
            </a:r>
            <a:endParaRPr lang="en-US" sz="1800" dirty="0"/>
          </a:p>
        </p:txBody>
      </p:sp>
      <p:sp>
        <p:nvSpPr>
          <p:cNvPr id="104" name="Shape 89"/>
          <p:cNvSpPr/>
          <p:nvPr/>
        </p:nvSpPr>
        <p:spPr>
          <a:xfrm>
            <a:off x="6400800" y="5715000"/>
            <a:ext cx="5239512" cy="548640"/>
          </a:xfrm>
          <a:prstGeom prst="roundRect">
            <a:avLst>
              <a:gd name="adj" fmla="val 13333"/>
            </a:avLst>
          </a:prstGeom>
          <a:solidFill>
            <a:schemeClr val="accent6">
              <a:alpha val="7000"/>
            </a:schemeClr>
          </a:solidFill>
          <a:ln w="12700">
            <a:solidFill>
              <a:srgbClr val="B83227">
                <a:alpha val="60000"/>
              </a:srgbClr>
            </a:solidFill>
            <a:prstDash val="solid"/>
          </a:ln>
        </p:spPr>
      </p:sp>
      <p:sp>
        <p:nvSpPr>
          <p:cNvPr id="105" name="Text 90"/>
          <p:cNvSpPr txBox="1"/>
          <p:nvPr/>
        </p:nvSpPr>
        <p:spPr>
          <a:xfrm>
            <a:off x="6583680" y="5715000"/>
            <a:ext cx="4965192" cy="548640"/>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i="1" dirty="0">
                <a:solidFill>
                  <a:schemeClr val="tx1"/>
                </a:solidFill>
              </a:rPr>
              <a:t>Ik spreek Frans</a:t>
            </a:r>
            <a:r>
              <a:rPr lang="en-US" sz="1700" dirty="0">
                <a:solidFill>
                  <a:schemeClr val="tx1"/>
                </a:solidFill>
              </a:rPr>
              <a:t> (sans article : </a:t>
            </a:r>
            <a:r>
              <a:rPr lang="en-US" sz="1700" strike="sngStrike" dirty="0">
                <a:solidFill>
                  <a:schemeClr val="accent6"/>
                </a:solidFill>
              </a:rPr>
              <a:t>het Frans</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Je ou u ? Deux versions d’une même question</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08760"/>
            <a:ext cx="4754880" cy="3886200"/>
          </a:xfrm>
          <a:prstGeom prst="roundRect">
            <a:avLst>
              <a:gd name="adj" fmla="val 2353"/>
            </a:avLst>
          </a:prstGeom>
          <a:solidFill>
            <a:srgbClr val="DCE9F6"/>
          </a:solidFill>
          <a:ln w="12700">
            <a:solidFill>
              <a:srgbClr val="FFFFFF">
                <a:alpha val="0"/>
              </a:srgbClr>
            </a:solidFill>
            <a:prstDash val="solid"/>
          </a:ln>
        </p:spPr>
      </p:sp>
      <p:sp>
        <p:nvSpPr>
          <p:cNvPr id="6" name="Shape 3"/>
          <p:cNvSpPr/>
          <p:nvPr/>
        </p:nvSpPr>
        <p:spPr>
          <a:xfrm>
            <a:off x="6885432" y="1508760"/>
            <a:ext cx="4754880" cy="3886200"/>
          </a:xfrm>
          <a:prstGeom prst="roundRect">
            <a:avLst>
              <a:gd name="adj" fmla="val 2353"/>
            </a:avLst>
          </a:prstGeom>
          <a:solidFill>
            <a:schemeClr val="tx2"/>
          </a:solidFill>
          <a:ln w="12700">
            <a:solidFill>
              <a:srgbClr val="FFFFFF">
                <a:alpha val="0"/>
              </a:srgbClr>
            </a:solidFill>
            <a:prstDash val="solid"/>
          </a:ln>
        </p:spPr>
      </p:sp>
      <p:pic>
        <p:nvPicPr>
          <p:cNvPr id="7" name="Image 0" descr="people hugging">    </p:cNvPr>
          <p:cNvPicPr>
            <a:picLocks noChangeAspect="1"/>
          </p:cNvPicPr>
          <p:nvPr/>
        </p:nvPicPr>
        <p:blipFill>
          <a:blip r:embed="rId1"/>
          <a:stretch>
            <a:fillRect/>
          </a:stretch>
        </p:blipFill>
        <p:spPr>
          <a:xfrm>
            <a:off x="822960" y="1645920"/>
            <a:ext cx="502920" cy="502920"/>
          </a:xfrm>
          <a:prstGeom prst="rect">
            <a:avLst/>
          </a:prstGeom>
        </p:spPr>
      </p:pic>
      <p:sp>
        <p:nvSpPr>
          <p:cNvPr id="8" name="Text 4"/>
          <p:cNvSpPr txBox="1"/>
          <p:nvPr/>
        </p:nvSpPr>
        <p:spPr>
          <a:xfrm>
            <a:off x="1508760" y="1627632"/>
            <a:ext cx="2743200" cy="548640"/>
          </a:xfrm>
          <a:prstGeom prst="rect">
            <a:avLst/>
          </a:prstGeom>
          <a:noFill/>
          <a:ln/>
        </p:spPr>
        <p:txBody>
          <a:bodyPr wrap="square" lIns="0" tIns="0" rIns="0" bIns="0" rtlCol="0" anchor="ctr"/>
          <a:lstStyle/>
          <a:p>
            <a:pPr algn="l" indent="0" marL="0">
              <a:buNone/>
            </a:pPr>
            <a:r>
              <a:rPr lang="en-US" sz="2200" b="1" dirty="0">
                <a:solidFill>
                  <a:schemeClr val="accent2"/>
                </a:solidFill>
                <a:latin typeface="+mj-lt" pitchFamily="34" charset="0"/>
                <a:ea typeface="+mj-lt" pitchFamily="34" charset="-122"/>
                <a:cs typeface="+mj-lt" pitchFamily="34" charset="-120"/>
              </a:rPr>
              <a:t>informeel</a:t>
            </a:r>
            <a:endParaRPr lang="en-US" sz="2200" dirty="0"/>
          </a:p>
        </p:txBody>
      </p:sp>
      <p:pic>
        <p:nvPicPr>
          <p:cNvPr id="9" name="Image 1" descr="ConciergeBell">    </p:cNvPr>
          <p:cNvPicPr>
            <a:picLocks noChangeAspect="1"/>
          </p:cNvPicPr>
          <p:nvPr/>
        </p:nvPicPr>
        <p:blipFill>
          <a:blip r:embed="rId2"/>
          <a:stretch>
            <a:fillRect/>
          </a:stretch>
        </p:blipFill>
        <p:spPr>
          <a:xfrm>
            <a:off x="7159752" y="1645920"/>
            <a:ext cx="502920" cy="502920"/>
          </a:xfrm>
          <a:prstGeom prst="rect">
            <a:avLst/>
          </a:prstGeom>
        </p:spPr>
      </p:pic>
      <p:sp>
        <p:nvSpPr>
          <p:cNvPr id="10" name="Text 5"/>
          <p:cNvSpPr txBox="1"/>
          <p:nvPr/>
        </p:nvSpPr>
        <p:spPr>
          <a:xfrm>
            <a:off x="7845552" y="1627632"/>
            <a:ext cx="2743200" cy="548640"/>
          </a:xfrm>
          <a:prstGeom prst="rect">
            <a:avLst/>
          </a:prstGeom>
          <a:noFill/>
          <a:ln/>
        </p:spPr>
        <p:txBody>
          <a:bodyPr wrap="square" lIns="0" tIns="0" rIns="0" bIns="0" rtlCol="0" anchor="ctr"/>
          <a:lstStyle/>
          <a:p>
            <a:pPr algn="l" indent="0" marL="0">
              <a:buNone/>
            </a:pPr>
            <a:r>
              <a:rPr lang="en-US" sz="2200" b="1" dirty="0">
                <a:solidFill>
                  <a:schemeClr val="bg1"/>
                </a:solidFill>
                <a:latin typeface="+mj-lt" pitchFamily="34" charset="0"/>
                <a:ea typeface="+mj-lt" pitchFamily="34" charset="-122"/>
                <a:cs typeface="+mj-lt" pitchFamily="34" charset="-120"/>
              </a:rPr>
              <a:t>formeel</a:t>
            </a:r>
            <a:endParaRPr lang="en-US" sz="2200" dirty="0"/>
          </a:p>
        </p:txBody>
      </p:sp>
      <p:sp>
        <p:nvSpPr>
          <p:cNvPr id="11" name="Shape 6"/>
          <p:cNvSpPr/>
          <p:nvPr/>
        </p:nvSpPr>
        <p:spPr>
          <a:xfrm>
            <a:off x="777240" y="2377440"/>
            <a:ext cx="4297680" cy="603504"/>
          </a:xfrm>
          <a:prstGeom prst="roundRect">
            <a:avLst>
              <a:gd name="adj" fmla="val 18182"/>
            </a:avLst>
          </a:prstGeom>
          <a:solidFill>
            <a:srgbClr val="FFFFFF"/>
          </a:solidFill>
          <a:ln w="12700">
            <a:solidFill>
              <a:srgbClr val="FFFFFF">
                <a:alpha val="0"/>
              </a:srgbClr>
            </a:solidFill>
            <a:prstDash val="solid"/>
          </a:ln>
        </p:spPr>
      </p:sp>
      <p:sp>
        <p:nvSpPr>
          <p:cNvPr id="12" name="Text 7"/>
          <p:cNvSpPr txBox="1"/>
          <p:nvPr/>
        </p:nvSpPr>
        <p:spPr>
          <a:xfrm>
            <a:off x="960120" y="2377440"/>
            <a:ext cx="3931920" cy="603504"/>
          </a:xfrm>
          <a:prstGeom prst="rect">
            <a:avLst/>
          </a:prstGeom>
          <a:noFill/>
          <a:ln/>
        </p:spPr>
        <p:txBody>
          <a:bodyPr wrap="square" lIns="0" tIns="0" rIns="0" bIns="0" rtlCol="0" anchor="ctr"/>
          <a:lstStyle/>
          <a:p>
            <a:pPr algn="l" indent="0" marL="0">
              <a:buNone/>
            </a:pPr>
            <a:r>
              <a:rPr lang="en-US" sz="2300" dirty="0">
                <a:solidFill>
                  <a:schemeClr val="tx1"/>
                </a:solidFill>
              </a:rPr>
              <a:t>Hoe heet </a:t>
            </a:r>
            <a:r>
              <a:rPr lang="en-US" sz="2300" b="1" dirty="0">
                <a:solidFill>
                  <a:schemeClr val="tx1"/>
                </a:solidFill>
              </a:rPr>
              <a:t>je</a:t>
            </a:r>
            <a:r>
              <a:rPr lang="en-US" sz="2300" dirty="0">
                <a:solidFill>
                  <a:schemeClr val="tx1"/>
                </a:solidFill>
              </a:rPr>
              <a:t>?</a:t>
            </a:r>
            <a:endParaRPr lang="en-US" sz="2300" dirty="0"/>
          </a:p>
        </p:txBody>
      </p:sp>
      <p:sp>
        <p:nvSpPr>
          <p:cNvPr id="13" name="Shape 8"/>
          <p:cNvSpPr/>
          <p:nvPr/>
        </p:nvSpPr>
        <p:spPr>
          <a:xfrm>
            <a:off x="5413248" y="2679192"/>
            <a:ext cx="1362456" cy="914"/>
          </a:xfrm>
          <a:prstGeom prst="line">
            <a:avLst/>
          </a:prstGeom>
          <a:noFill/>
          <a:ln w="31750">
            <a:solidFill>
              <a:srgbClr val="D9700F"/>
            </a:solidFill>
            <a:prstDash val="solid"/>
            <a:tailEnd type="triangle"/>
          </a:ln>
        </p:spPr>
      </p:sp>
      <p:sp>
        <p:nvSpPr>
          <p:cNvPr id="14" name="Shape 9"/>
          <p:cNvSpPr/>
          <p:nvPr/>
        </p:nvSpPr>
        <p:spPr>
          <a:xfrm>
            <a:off x="7114032" y="2377440"/>
            <a:ext cx="4297680" cy="603504"/>
          </a:xfrm>
          <a:prstGeom prst="roundRect">
            <a:avLst>
              <a:gd name="adj" fmla="val 18182"/>
            </a:avLst>
          </a:prstGeom>
          <a:solidFill>
            <a:srgbClr val="FFFFFF">
              <a:alpha val="12000"/>
            </a:srgbClr>
          </a:solidFill>
          <a:ln w="12700">
            <a:solidFill>
              <a:srgbClr val="FFFFFF">
                <a:alpha val="40000"/>
              </a:srgbClr>
            </a:solidFill>
            <a:prstDash val="solid"/>
          </a:ln>
        </p:spPr>
      </p:sp>
      <p:sp>
        <p:nvSpPr>
          <p:cNvPr id="15" name="Text 10"/>
          <p:cNvSpPr txBox="1"/>
          <p:nvPr/>
        </p:nvSpPr>
        <p:spPr>
          <a:xfrm>
            <a:off x="7296912" y="2377440"/>
            <a:ext cx="3931920" cy="603504"/>
          </a:xfrm>
          <a:prstGeom prst="rect">
            <a:avLst/>
          </a:prstGeom>
          <a:noFill/>
          <a:ln/>
        </p:spPr>
        <p:txBody>
          <a:bodyPr wrap="square" lIns="0" tIns="0" rIns="0" bIns="0" rtlCol="0" anchor="ctr"/>
          <a:lstStyle/>
          <a:p>
            <a:pPr algn="l" indent="0" marL="0">
              <a:buNone/>
            </a:pPr>
            <a:r>
              <a:rPr lang="en-US" sz="2300" dirty="0">
                <a:solidFill>
                  <a:schemeClr val="bg1"/>
                </a:solidFill>
              </a:rPr>
              <a:t>Hoe heet </a:t>
            </a:r>
            <a:r>
              <a:rPr lang="en-US" sz="2300" b="1" dirty="0">
                <a:solidFill>
                  <a:schemeClr val="accent1"/>
                </a:solidFill>
              </a:rPr>
              <a:t>u</a:t>
            </a:r>
            <a:r>
              <a:rPr lang="en-US" sz="2300" dirty="0">
                <a:solidFill>
                  <a:schemeClr val="bg1"/>
                </a:solidFill>
              </a:rPr>
              <a:t>?</a:t>
            </a:r>
            <a:endParaRPr lang="en-US" sz="2300" dirty="0"/>
          </a:p>
        </p:txBody>
      </p:sp>
      <p:sp>
        <p:nvSpPr>
          <p:cNvPr id="16" name="Shape 11"/>
          <p:cNvSpPr/>
          <p:nvPr/>
        </p:nvSpPr>
        <p:spPr>
          <a:xfrm>
            <a:off x="777240" y="3127248"/>
            <a:ext cx="4297680" cy="603504"/>
          </a:xfrm>
          <a:prstGeom prst="roundRect">
            <a:avLst>
              <a:gd name="adj" fmla="val 18182"/>
            </a:avLst>
          </a:prstGeom>
          <a:solidFill>
            <a:srgbClr val="FFFFFF"/>
          </a:solidFill>
          <a:ln w="12700">
            <a:solidFill>
              <a:srgbClr val="FFFFFF">
                <a:alpha val="0"/>
              </a:srgbClr>
            </a:solidFill>
            <a:prstDash val="solid"/>
          </a:ln>
        </p:spPr>
      </p:sp>
      <p:sp>
        <p:nvSpPr>
          <p:cNvPr id="17" name="Text 12"/>
          <p:cNvSpPr txBox="1"/>
          <p:nvPr/>
        </p:nvSpPr>
        <p:spPr>
          <a:xfrm>
            <a:off x="960120" y="3127248"/>
            <a:ext cx="3931920" cy="603504"/>
          </a:xfrm>
          <a:prstGeom prst="rect">
            <a:avLst/>
          </a:prstGeom>
          <a:noFill/>
          <a:ln/>
        </p:spPr>
        <p:txBody>
          <a:bodyPr wrap="square" lIns="0" tIns="0" rIns="0" bIns="0" rtlCol="0" anchor="ctr"/>
          <a:lstStyle/>
          <a:p>
            <a:pPr algn="l" indent="0" marL="0">
              <a:buNone/>
            </a:pPr>
            <a:r>
              <a:rPr lang="en-US" sz="2300" dirty="0">
                <a:solidFill>
                  <a:schemeClr val="tx1"/>
                </a:solidFill>
              </a:rPr>
              <a:t>Waar woon </a:t>
            </a:r>
            <a:r>
              <a:rPr lang="en-US" sz="2300" b="1" dirty="0">
                <a:solidFill>
                  <a:schemeClr val="tx1"/>
                </a:solidFill>
              </a:rPr>
              <a:t>je</a:t>
            </a:r>
            <a:r>
              <a:rPr lang="en-US" sz="2300" dirty="0">
                <a:solidFill>
                  <a:schemeClr val="tx1"/>
                </a:solidFill>
              </a:rPr>
              <a:t>?</a:t>
            </a:r>
            <a:endParaRPr lang="en-US" sz="2300" dirty="0"/>
          </a:p>
        </p:txBody>
      </p:sp>
      <p:sp>
        <p:nvSpPr>
          <p:cNvPr id="18" name="Shape 13"/>
          <p:cNvSpPr/>
          <p:nvPr/>
        </p:nvSpPr>
        <p:spPr>
          <a:xfrm>
            <a:off x="5413248" y="3429000"/>
            <a:ext cx="1362456" cy="914"/>
          </a:xfrm>
          <a:prstGeom prst="line">
            <a:avLst/>
          </a:prstGeom>
          <a:noFill/>
          <a:ln w="31750">
            <a:solidFill>
              <a:srgbClr val="D9700F"/>
            </a:solidFill>
            <a:prstDash val="solid"/>
            <a:tailEnd type="triangle"/>
          </a:ln>
        </p:spPr>
      </p:sp>
      <p:sp>
        <p:nvSpPr>
          <p:cNvPr id="19" name="Shape 14"/>
          <p:cNvSpPr/>
          <p:nvPr/>
        </p:nvSpPr>
        <p:spPr>
          <a:xfrm>
            <a:off x="7114032" y="3127248"/>
            <a:ext cx="4297680" cy="603504"/>
          </a:xfrm>
          <a:prstGeom prst="roundRect">
            <a:avLst>
              <a:gd name="adj" fmla="val 18182"/>
            </a:avLst>
          </a:prstGeom>
          <a:solidFill>
            <a:srgbClr val="FFFFFF">
              <a:alpha val="12000"/>
            </a:srgbClr>
          </a:solidFill>
          <a:ln w="12700">
            <a:solidFill>
              <a:srgbClr val="FFFFFF">
                <a:alpha val="40000"/>
              </a:srgbClr>
            </a:solidFill>
            <a:prstDash val="solid"/>
          </a:ln>
        </p:spPr>
      </p:sp>
      <p:sp>
        <p:nvSpPr>
          <p:cNvPr id="20" name="Text 15"/>
          <p:cNvSpPr txBox="1"/>
          <p:nvPr/>
        </p:nvSpPr>
        <p:spPr>
          <a:xfrm>
            <a:off x="7296912" y="3127248"/>
            <a:ext cx="3931920" cy="603504"/>
          </a:xfrm>
          <a:prstGeom prst="rect">
            <a:avLst/>
          </a:prstGeom>
          <a:noFill/>
          <a:ln/>
        </p:spPr>
        <p:txBody>
          <a:bodyPr wrap="square" lIns="0" tIns="0" rIns="0" bIns="0" rtlCol="0" anchor="ctr"/>
          <a:lstStyle/>
          <a:p>
            <a:pPr algn="l" indent="0" marL="0">
              <a:buNone/>
            </a:pPr>
            <a:r>
              <a:rPr lang="en-US" sz="2300" dirty="0">
                <a:solidFill>
                  <a:schemeClr val="bg1"/>
                </a:solidFill>
              </a:rPr>
              <a:t>Waar woon</a:t>
            </a:r>
            <a:r>
              <a:rPr lang="en-US" sz="2300" b="1" dirty="0">
                <a:solidFill>
                  <a:schemeClr val="accent1"/>
                </a:solidFill>
              </a:rPr>
              <a:t>t</a:t>
            </a:r>
            <a:r>
              <a:rPr lang="en-US" sz="2300" dirty="0">
                <a:solidFill>
                  <a:schemeClr val="bg1"/>
                </a:solidFill>
              </a:rPr>
              <a:t> </a:t>
            </a:r>
            <a:r>
              <a:rPr lang="en-US" sz="2300" b="1" dirty="0">
                <a:solidFill>
                  <a:schemeClr val="accent1"/>
                </a:solidFill>
              </a:rPr>
              <a:t>u</a:t>
            </a:r>
            <a:r>
              <a:rPr lang="en-US" sz="2300" dirty="0">
                <a:solidFill>
                  <a:schemeClr val="bg1"/>
                </a:solidFill>
              </a:rPr>
              <a:t>?</a:t>
            </a:r>
            <a:endParaRPr lang="en-US" sz="2300" dirty="0"/>
          </a:p>
        </p:txBody>
      </p:sp>
      <p:sp>
        <p:nvSpPr>
          <p:cNvPr id="21" name="Shape 16"/>
          <p:cNvSpPr/>
          <p:nvPr/>
        </p:nvSpPr>
        <p:spPr>
          <a:xfrm>
            <a:off x="777240" y="3877056"/>
            <a:ext cx="4297680" cy="603504"/>
          </a:xfrm>
          <a:prstGeom prst="roundRect">
            <a:avLst>
              <a:gd name="adj" fmla="val 18182"/>
            </a:avLst>
          </a:prstGeom>
          <a:solidFill>
            <a:srgbClr val="FFFFFF"/>
          </a:solidFill>
          <a:ln w="12700">
            <a:solidFill>
              <a:srgbClr val="FFFFFF">
                <a:alpha val="0"/>
              </a:srgbClr>
            </a:solidFill>
            <a:prstDash val="solid"/>
          </a:ln>
        </p:spPr>
      </p:sp>
      <p:sp>
        <p:nvSpPr>
          <p:cNvPr id="22" name="Text 17"/>
          <p:cNvSpPr txBox="1"/>
          <p:nvPr/>
        </p:nvSpPr>
        <p:spPr>
          <a:xfrm>
            <a:off x="960120" y="3877056"/>
            <a:ext cx="3931920" cy="603504"/>
          </a:xfrm>
          <a:prstGeom prst="rect">
            <a:avLst/>
          </a:prstGeom>
          <a:noFill/>
          <a:ln/>
        </p:spPr>
        <p:txBody>
          <a:bodyPr wrap="square" lIns="0" tIns="0" rIns="0" bIns="0" rtlCol="0" anchor="ctr"/>
          <a:lstStyle/>
          <a:p>
            <a:pPr algn="l" indent="0" marL="0">
              <a:buNone/>
            </a:pPr>
            <a:r>
              <a:rPr lang="en-US" sz="2300" dirty="0">
                <a:solidFill>
                  <a:schemeClr val="tx1"/>
                </a:solidFill>
              </a:rPr>
              <a:t>Spreek </a:t>
            </a:r>
            <a:r>
              <a:rPr lang="en-US" sz="2300" b="1" dirty="0">
                <a:solidFill>
                  <a:schemeClr val="tx1"/>
                </a:solidFill>
              </a:rPr>
              <a:t>je</a:t>
            </a:r>
            <a:r>
              <a:rPr lang="en-US" sz="2300" dirty="0">
                <a:solidFill>
                  <a:schemeClr val="tx1"/>
                </a:solidFill>
              </a:rPr>
              <a:t> Nederlands?</a:t>
            </a:r>
            <a:endParaRPr lang="en-US" sz="2300" dirty="0"/>
          </a:p>
        </p:txBody>
      </p:sp>
      <p:sp>
        <p:nvSpPr>
          <p:cNvPr id="23" name="Shape 18"/>
          <p:cNvSpPr/>
          <p:nvPr/>
        </p:nvSpPr>
        <p:spPr>
          <a:xfrm>
            <a:off x="5413248" y="4178808"/>
            <a:ext cx="1362456" cy="914"/>
          </a:xfrm>
          <a:prstGeom prst="line">
            <a:avLst/>
          </a:prstGeom>
          <a:noFill/>
          <a:ln w="31750">
            <a:solidFill>
              <a:srgbClr val="D9700F"/>
            </a:solidFill>
            <a:prstDash val="solid"/>
            <a:tailEnd type="triangle"/>
          </a:ln>
        </p:spPr>
      </p:sp>
      <p:sp>
        <p:nvSpPr>
          <p:cNvPr id="24" name="Shape 19"/>
          <p:cNvSpPr/>
          <p:nvPr/>
        </p:nvSpPr>
        <p:spPr>
          <a:xfrm>
            <a:off x="7114032" y="3877056"/>
            <a:ext cx="4297680" cy="603504"/>
          </a:xfrm>
          <a:prstGeom prst="roundRect">
            <a:avLst>
              <a:gd name="adj" fmla="val 18182"/>
            </a:avLst>
          </a:prstGeom>
          <a:solidFill>
            <a:srgbClr val="FFFFFF">
              <a:alpha val="12000"/>
            </a:srgbClr>
          </a:solidFill>
          <a:ln w="12700">
            <a:solidFill>
              <a:srgbClr val="FFFFFF">
                <a:alpha val="40000"/>
              </a:srgbClr>
            </a:solidFill>
            <a:prstDash val="solid"/>
          </a:ln>
        </p:spPr>
      </p:sp>
      <p:sp>
        <p:nvSpPr>
          <p:cNvPr id="25" name="Text 20"/>
          <p:cNvSpPr txBox="1"/>
          <p:nvPr/>
        </p:nvSpPr>
        <p:spPr>
          <a:xfrm>
            <a:off x="7296912" y="3877056"/>
            <a:ext cx="3931920" cy="603504"/>
          </a:xfrm>
          <a:prstGeom prst="rect">
            <a:avLst/>
          </a:prstGeom>
          <a:noFill/>
          <a:ln/>
        </p:spPr>
        <p:txBody>
          <a:bodyPr wrap="square" lIns="0" tIns="0" rIns="0" bIns="0" rtlCol="0" anchor="ctr"/>
          <a:lstStyle/>
          <a:p>
            <a:pPr algn="l" indent="0" marL="0">
              <a:buNone/>
            </a:pPr>
            <a:r>
              <a:rPr lang="en-US" sz="2300" dirty="0">
                <a:solidFill>
                  <a:schemeClr val="bg1"/>
                </a:solidFill>
              </a:rPr>
              <a:t>Spreek</a:t>
            </a:r>
            <a:r>
              <a:rPr lang="en-US" sz="2300" b="1" dirty="0">
                <a:solidFill>
                  <a:schemeClr val="accent1"/>
                </a:solidFill>
              </a:rPr>
              <a:t>t</a:t>
            </a:r>
            <a:r>
              <a:rPr lang="en-US" sz="2300" dirty="0">
                <a:solidFill>
                  <a:schemeClr val="bg1"/>
                </a:solidFill>
              </a:rPr>
              <a:t> </a:t>
            </a:r>
            <a:r>
              <a:rPr lang="en-US" sz="2300" b="1" dirty="0">
                <a:solidFill>
                  <a:schemeClr val="accent1"/>
                </a:solidFill>
              </a:rPr>
              <a:t>u</a:t>
            </a:r>
            <a:r>
              <a:rPr lang="en-US" sz="2300" dirty="0">
                <a:solidFill>
                  <a:schemeClr val="bg1"/>
                </a:solidFill>
              </a:rPr>
              <a:t> Nederlands?</a:t>
            </a:r>
            <a:endParaRPr lang="en-US" sz="2300" dirty="0"/>
          </a:p>
        </p:txBody>
      </p:sp>
      <p:sp>
        <p:nvSpPr>
          <p:cNvPr id="26" name="Shape 21"/>
          <p:cNvSpPr/>
          <p:nvPr/>
        </p:nvSpPr>
        <p:spPr>
          <a:xfrm>
            <a:off x="777240" y="4626864"/>
            <a:ext cx="4297680" cy="603504"/>
          </a:xfrm>
          <a:prstGeom prst="roundRect">
            <a:avLst>
              <a:gd name="adj" fmla="val 18182"/>
            </a:avLst>
          </a:prstGeom>
          <a:solidFill>
            <a:srgbClr val="FFFFFF"/>
          </a:solidFill>
          <a:ln w="12700">
            <a:solidFill>
              <a:srgbClr val="FFFFFF">
                <a:alpha val="0"/>
              </a:srgbClr>
            </a:solidFill>
            <a:prstDash val="solid"/>
          </a:ln>
        </p:spPr>
      </p:sp>
      <p:sp>
        <p:nvSpPr>
          <p:cNvPr id="27" name="Text 22"/>
          <p:cNvSpPr txBox="1"/>
          <p:nvPr/>
        </p:nvSpPr>
        <p:spPr>
          <a:xfrm>
            <a:off x="960120" y="4626864"/>
            <a:ext cx="3931920" cy="603504"/>
          </a:xfrm>
          <a:prstGeom prst="rect">
            <a:avLst/>
          </a:prstGeom>
          <a:noFill/>
          <a:ln/>
        </p:spPr>
        <p:txBody>
          <a:bodyPr wrap="square" lIns="0" tIns="0" rIns="0" bIns="0" rtlCol="0" anchor="ctr"/>
          <a:lstStyle/>
          <a:p>
            <a:pPr algn="l" indent="0" marL="0">
              <a:buNone/>
            </a:pPr>
            <a:r>
              <a:rPr lang="en-US" sz="2300" dirty="0">
                <a:solidFill>
                  <a:schemeClr val="tx1"/>
                </a:solidFill>
              </a:rPr>
              <a:t>Wat is </a:t>
            </a:r>
            <a:r>
              <a:rPr lang="en-US" sz="2300" b="1" dirty="0">
                <a:solidFill>
                  <a:schemeClr val="tx1"/>
                </a:solidFill>
              </a:rPr>
              <a:t>je</a:t>
            </a:r>
            <a:r>
              <a:rPr lang="en-US" sz="2300" dirty="0">
                <a:solidFill>
                  <a:schemeClr val="tx1"/>
                </a:solidFill>
              </a:rPr>
              <a:t> naam?</a:t>
            </a:r>
            <a:endParaRPr lang="en-US" sz="2300" dirty="0"/>
          </a:p>
        </p:txBody>
      </p:sp>
      <p:sp>
        <p:nvSpPr>
          <p:cNvPr id="28" name="Shape 23"/>
          <p:cNvSpPr/>
          <p:nvPr/>
        </p:nvSpPr>
        <p:spPr>
          <a:xfrm>
            <a:off x="5413248" y="4928616"/>
            <a:ext cx="1362456" cy="914"/>
          </a:xfrm>
          <a:prstGeom prst="line">
            <a:avLst/>
          </a:prstGeom>
          <a:noFill/>
          <a:ln w="31750">
            <a:solidFill>
              <a:srgbClr val="D9700F"/>
            </a:solidFill>
            <a:prstDash val="solid"/>
            <a:tailEnd type="triangle"/>
          </a:ln>
        </p:spPr>
      </p:sp>
      <p:sp>
        <p:nvSpPr>
          <p:cNvPr id="29" name="Shape 24"/>
          <p:cNvSpPr/>
          <p:nvPr/>
        </p:nvSpPr>
        <p:spPr>
          <a:xfrm>
            <a:off x="7114032" y="4626864"/>
            <a:ext cx="4297680" cy="603504"/>
          </a:xfrm>
          <a:prstGeom prst="roundRect">
            <a:avLst>
              <a:gd name="adj" fmla="val 18182"/>
            </a:avLst>
          </a:prstGeom>
          <a:solidFill>
            <a:srgbClr val="FFFFFF">
              <a:alpha val="12000"/>
            </a:srgbClr>
          </a:solidFill>
          <a:ln w="12700">
            <a:solidFill>
              <a:srgbClr val="FFFFFF">
                <a:alpha val="40000"/>
              </a:srgbClr>
            </a:solidFill>
            <a:prstDash val="solid"/>
          </a:ln>
        </p:spPr>
      </p:sp>
      <p:sp>
        <p:nvSpPr>
          <p:cNvPr id="30" name="Text 25"/>
          <p:cNvSpPr txBox="1"/>
          <p:nvPr/>
        </p:nvSpPr>
        <p:spPr>
          <a:xfrm>
            <a:off x="7296912" y="4626864"/>
            <a:ext cx="3931920" cy="603504"/>
          </a:xfrm>
          <a:prstGeom prst="rect">
            <a:avLst/>
          </a:prstGeom>
          <a:noFill/>
          <a:ln/>
        </p:spPr>
        <p:txBody>
          <a:bodyPr wrap="square" lIns="0" tIns="0" rIns="0" bIns="0" rtlCol="0" anchor="ctr"/>
          <a:lstStyle/>
          <a:p>
            <a:pPr algn="l" indent="0" marL="0">
              <a:buNone/>
            </a:pPr>
            <a:r>
              <a:rPr lang="en-US" sz="2300" dirty="0">
                <a:solidFill>
                  <a:schemeClr val="bg1"/>
                </a:solidFill>
              </a:rPr>
              <a:t>Wat is </a:t>
            </a:r>
            <a:r>
              <a:rPr lang="en-US" sz="2300" b="1" dirty="0">
                <a:solidFill>
                  <a:schemeClr val="accent1"/>
                </a:solidFill>
              </a:rPr>
              <a:t>uw</a:t>
            </a:r>
            <a:r>
              <a:rPr lang="en-US" sz="2300" dirty="0">
                <a:solidFill>
                  <a:schemeClr val="bg1"/>
                </a:solidFill>
              </a:rPr>
              <a:t> naam?</a:t>
            </a:r>
            <a:endParaRPr lang="en-US" sz="2300" dirty="0"/>
          </a:p>
        </p:txBody>
      </p:sp>
      <p:sp>
        <p:nvSpPr>
          <p:cNvPr id="31" name="Shape 26"/>
          <p:cNvSpPr/>
          <p:nvPr/>
        </p:nvSpPr>
        <p:spPr>
          <a:xfrm>
            <a:off x="548640" y="5577840"/>
            <a:ext cx="11091672" cy="685800"/>
          </a:xfrm>
          <a:prstGeom prst="roundRect">
            <a:avLst>
              <a:gd name="adj" fmla="val 10667"/>
            </a:avLst>
          </a:prstGeom>
          <a:solidFill>
            <a:schemeClr val="accent1">
              <a:alpha val="12000"/>
            </a:schemeClr>
          </a:solidFill>
          <a:ln w="12700">
            <a:solidFill>
              <a:srgbClr val="D9700F"/>
            </a:solidFill>
            <a:prstDash val="solid"/>
          </a:ln>
        </p:spPr>
      </p:sp>
      <p:pic>
        <p:nvPicPr>
          <p:cNvPr id="32" name="Image 2" descr="Lightbulb">    </p:cNvPr>
          <p:cNvPicPr>
            <a:picLocks noChangeAspect="1"/>
          </p:cNvPicPr>
          <p:nvPr/>
        </p:nvPicPr>
        <p:blipFill>
          <a:blip r:embed="rId3"/>
          <a:stretch>
            <a:fillRect/>
          </a:stretch>
        </p:blipFill>
        <p:spPr>
          <a:xfrm>
            <a:off x="731520" y="5760720"/>
            <a:ext cx="329184" cy="329184"/>
          </a:xfrm>
          <a:prstGeom prst="rect">
            <a:avLst/>
          </a:prstGeom>
        </p:spPr>
      </p:pic>
      <p:sp>
        <p:nvSpPr>
          <p:cNvPr id="33" name="Text 27"/>
          <p:cNvSpPr txBox="1"/>
          <p:nvPr/>
        </p:nvSpPr>
        <p:spPr>
          <a:xfrm>
            <a:off x="1188720" y="5577840"/>
            <a:ext cx="10332720" cy="685800"/>
          </a:xfrm>
          <a:prstGeom prst="rect">
            <a:avLst/>
          </a:prstGeom>
          <a:noFill/>
          <a:ln/>
        </p:spPr>
        <p:txBody>
          <a:bodyPr wrap="square" lIns="0" tIns="0" rIns="0" bIns="0" rtlCol="0" anchor="ctr"/>
          <a:lstStyle/>
          <a:p>
            <a:pPr algn="l" indent="0" marL="0">
              <a:buNone/>
            </a:pPr>
            <a:r>
              <a:rPr lang="en-US" sz="1900" dirty="0">
                <a:solidFill>
                  <a:schemeClr val="tx1"/>
                </a:solidFill>
              </a:rPr>
              <a:t>Avec </a:t>
            </a:r>
            <a:r>
              <a:rPr lang="en-US" sz="1900" i="1" dirty="0">
                <a:solidFill>
                  <a:schemeClr val="tx1"/>
                </a:solidFill>
              </a:rPr>
              <a:t>u</a:t>
            </a:r>
            <a:r>
              <a:rPr lang="en-US" sz="1900" dirty="0">
                <a:solidFill>
                  <a:schemeClr val="tx1"/>
                </a:solidFill>
              </a:rPr>
              <a:t>, le verbe garde son </a:t>
            </a:r>
            <a:r>
              <a:rPr lang="en-US" sz="1900" b="1" dirty="0">
                <a:solidFill>
                  <a:schemeClr val="accent1"/>
                </a:solidFill>
              </a:rPr>
              <a:t>t</a:t>
            </a:r>
            <a:r>
              <a:rPr lang="en-US" sz="1900" dirty="0">
                <a:solidFill>
                  <a:schemeClr val="tx1"/>
                </a:solidFill>
              </a:rPr>
              <a:t> · le possessif poli est </a:t>
            </a:r>
            <a:r>
              <a:rPr lang="en-US" sz="1900" b="1" dirty="0">
                <a:solidFill>
                  <a:schemeClr val="accent1"/>
                </a:solidFill>
              </a:rPr>
              <a:t>uw</a:t>
            </a:r>
            <a:r>
              <a:rPr lang="en-US" sz="1900" dirty="0">
                <a:solidFill>
                  <a:schemeClr val="tx1"/>
                </a:solidFill>
              </a:rPr>
              <a:t> (votre)</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formulaire — les mots à reconnaître</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2971800" y="2304288"/>
            <a:ext cx="420624" cy="914"/>
          </a:xfrm>
          <a:prstGeom prst="line">
            <a:avLst/>
          </a:prstGeom>
          <a:noFill/>
          <a:ln w="15875">
            <a:solidFill>
              <a:srgbClr val="4A5A70"/>
            </a:solidFill>
            <a:prstDash val="solid"/>
            <a:tailEnd type="triangle"/>
          </a:ln>
        </p:spPr>
      </p:sp>
      <p:sp>
        <p:nvSpPr>
          <p:cNvPr id="6" name="Shape 3"/>
          <p:cNvSpPr/>
          <p:nvPr/>
        </p:nvSpPr>
        <p:spPr>
          <a:xfrm>
            <a:off x="548640" y="2112264"/>
            <a:ext cx="2377440" cy="384048"/>
          </a:xfrm>
          <a:prstGeom prst="roundRect">
            <a:avLst>
              <a:gd name="adj" fmla="val 47619"/>
            </a:avLst>
          </a:prstGeom>
          <a:solidFill>
            <a:schemeClr val="bg1"/>
          </a:solidFill>
          <a:ln w="12700">
            <a:solidFill>
              <a:srgbClr val="4A5A70"/>
            </a:solidFill>
            <a:prstDash val="solid"/>
          </a:ln>
        </p:spPr>
      </p:sp>
      <p:sp>
        <p:nvSpPr>
          <p:cNvPr id="7" name="Text 4"/>
          <p:cNvSpPr txBox="1"/>
          <p:nvPr/>
        </p:nvSpPr>
        <p:spPr>
          <a:xfrm>
            <a:off x="548640" y="2112264"/>
            <a:ext cx="2377440" cy="384048"/>
          </a:xfrm>
          <a:prstGeom prst="rect">
            <a:avLst/>
          </a:prstGeom>
          <a:noFill/>
          <a:ln/>
        </p:spPr>
        <p:txBody>
          <a:bodyPr wrap="square" lIns="0" tIns="0" rIns="0" bIns="0" rtlCol="0" anchor="ctr"/>
          <a:lstStyle/>
          <a:p>
            <a:pPr algn="ctr" indent="0" marL="0">
              <a:buNone/>
            </a:pPr>
            <a:r>
              <a:rPr lang="en-US" sz="1600" i="1" dirty="0">
                <a:solidFill>
                  <a:schemeClr val="accent5"/>
                </a:solidFill>
              </a:rPr>
              <a:t>prénom</a:t>
            </a:r>
            <a:endParaRPr lang="en-US" sz="1600" dirty="0"/>
          </a:p>
        </p:txBody>
      </p:sp>
      <p:sp>
        <p:nvSpPr>
          <p:cNvPr id="8" name="Shape 5"/>
          <p:cNvSpPr/>
          <p:nvPr/>
        </p:nvSpPr>
        <p:spPr>
          <a:xfrm>
            <a:off x="2971800" y="3415284"/>
            <a:ext cx="420624" cy="914"/>
          </a:xfrm>
          <a:prstGeom prst="line">
            <a:avLst/>
          </a:prstGeom>
          <a:noFill/>
          <a:ln w="15875">
            <a:solidFill>
              <a:srgbClr val="4A5A70"/>
            </a:solidFill>
            <a:prstDash val="solid"/>
            <a:tailEnd type="triangle"/>
          </a:ln>
        </p:spPr>
      </p:sp>
      <p:sp>
        <p:nvSpPr>
          <p:cNvPr id="9" name="Shape 6"/>
          <p:cNvSpPr/>
          <p:nvPr/>
        </p:nvSpPr>
        <p:spPr>
          <a:xfrm>
            <a:off x="548640" y="3223260"/>
            <a:ext cx="2377440" cy="384048"/>
          </a:xfrm>
          <a:prstGeom prst="roundRect">
            <a:avLst>
              <a:gd name="adj" fmla="val 47619"/>
            </a:avLst>
          </a:prstGeom>
          <a:solidFill>
            <a:schemeClr val="bg1"/>
          </a:solidFill>
          <a:ln w="12700">
            <a:solidFill>
              <a:srgbClr val="4A5A70"/>
            </a:solidFill>
            <a:prstDash val="solid"/>
          </a:ln>
        </p:spPr>
      </p:sp>
      <p:sp>
        <p:nvSpPr>
          <p:cNvPr id="10" name="Text 7"/>
          <p:cNvSpPr txBox="1"/>
          <p:nvPr/>
        </p:nvSpPr>
        <p:spPr>
          <a:xfrm>
            <a:off x="548640" y="3223260"/>
            <a:ext cx="2377440" cy="384048"/>
          </a:xfrm>
          <a:prstGeom prst="rect">
            <a:avLst/>
          </a:prstGeom>
          <a:noFill/>
          <a:ln/>
        </p:spPr>
        <p:txBody>
          <a:bodyPr wrap="square" lIns="0" tIns="0" rIns="0" bIns="0" rtlCol="0" anchor="ctr"/>
          <a:lstStyle/>
          <a:p>
            <a:pPr algn="ctr" indent="0" marL="0">
              <a:buNone/>
            </a:pPr>
            <a:r>
              <a:rPr lang="en-US" sz="1600" i="1" dirty="0">
                <a:solidFill>
                  <a:schemeClr val="accent5"/>
                </a:solidFill>
              </a:rPr>
              <a:t>date de naissance</a:t>
            </a:r>
            <a:endParaRPr lang="en-US" sz="1600" dirty="0"/>
          </a:p>
        </p:txBody>
      </p:sp>
      <p:sp>
        <p:nvSpPr>
          <p:cNvPr id="11" name="Shape 8"/>
          <p:cNvSpPr/>
          <p:nvPr/>
        </p:nvSpPr>
        <p:spPr>
          <a:xfrm>
            <a:off x="2971800" y="4896612"/>
            <a:ext cx="420624" cy="914"/>
          </a:xfrm>
          <a:prstGeom prst="line">
            <a:avLst/>
          </a:prstGeom>
          <a:noFill/>
          <a:ln w="15875">
            <a:solidFill>
              <a:srgbClr val="4A5A70"/>
            </a:solidFill>
            <a:prstDash val="solid"/>
            <a:tailEnd type="triangle"/>
          </a:ln>
        </p:spPr>
      </p:sp>
      <p:sp>
        <p:nvSpPr>
          <p:cNvPr id="12" name="Shape 9"/>
          <p:cNvSpPr/>
          <p:nvPr/>
        </p:nvSpPr>
        <p:spPr>
          <a:xfrm>
            <a:off x="548640" y="4704588"/>
            <a:ext cx="2377440" cy="384048"/>
          </a:xfrm>
          <a:prstGeom prst="roundRect">
            <a:avLst>
              <a:gd name="adj" fmla="val 47619"/>
            </a:avLst>
          </a:prstGeom>
          <a:solidFill>
            <a:schemeClr val="bg1"/>
          </a:solidFill>
          <a:ln w="12700">
            <a:solidFill>
              <a:srgbClr val="4A5A70"/>
            </a:solidFill>
            <a:prstDash val="solid"/>
          </a:ln>
        </p:spPr>
      </p:sp>
      <p:sp>
        <p:nvSpPr>
          <p:cNvPr id="13" name="Text 10"/>
          <p:cNvSpPr txBox="1"/>
          <p:nvPr/>
        </p:nvSpPr>
        <p:spPr>
          <a:xfrm>
            <a:off x="548640" y="4704588"/>
            <a:ext cx="2377440" cy="384048"/>
          </a:xfrm>
          <a:prstGeom prst="rect">
            <a:avLst/>
          </a:prstGeom>
          <a:noFill/>
          <a:ln/>
        </p:spPr>
        <p:txBody>
          <a:bodyPr wrap="square" lIns="0" tIns="0" rIns="0" bIns="0" rtlCol="0" anchor="ctr"/>
          <a:lstStyle/>
          <a:p>
            <a:pPr algn="ctr" indent="0" marL="0">
              <a:buNone/>
            </a:pPr>
            <a:r>
              <a:rPr lang="en-US" sz="1600" i="1" dirty="0">
                <a:solidFill>
                  <a:schemeClr val="accent5"/>
                </a:solidFill>
              </a:rPr>
              <a:t>portable</a:t>
            </a:r>
            <a:endParaRPr lang="en-US" sz="1600" dirty="0"/>
          </a:p>
        </p:txBody>
      </p:sp>
      <p:sp>
        <p:nvSpPr>
          <p:cNvPr id="14" name="Shape 11"/>
          <p:cNvSpPr/>
          <p:nvPr/>
        </p:nvSpPr>
        <p:spPr>
          <a:xfrm flipH="1">
            <a:off x="8814816" y="2674620"/>
            <a:ext cx="402336" cy="914"/>
          </a:xfrm>
          <a:prstGeom prst="line">
            <a:avLst/>
          </a:prstGeom>
          <a:noFill/>
          <a:ln w="15875">
            <a:solidFill>
              <a:srgbClr val="4A5A70"/>
            </a:solidFill>
            <a:prstDash val="solid"/>
            <a:tailEnd type="triangle"/>
          </a:ln>
        </p:spPr>
      </p:sp>
      <p:sp>
        <p:nvSpPr>
          <p:cNvPr id="15" name="Shape 12"/>
          <p:cNvSpPr/>
          <p:nvPr/>
        </p:nvSpPr>
        <p:spPr>
          <a:xfrm>
            <a:off x="9217152" y="2482596"/>
            <a:ext cx="2377440" cy="384048"/>
          </a:xfrm>
          <a:prstGeom prst="roundRect">
            <a:avLst>
              <a:gd name="adj" fmla="val 47619"/>
            </a:avLst>
          </a:prstGeom>
          <a:solidFill>
            <a:schemeClr val="bg1"/>
          </a:solidFill>
          <a:ln w="12700">
            <a:solidFill>
              <a:srgbClr val="4A5A70"/>
            </a:solidFill>
            <a:prstDash val="solid"/>
          </a:ln>
        </p:spPr>
      </p:sp>
      <p:sp>
        <p:nvSpPr>
          <p:cNvPr id="16" name="Text 13"/>
          <p:cNvSpPr txBox="1"/>
          <p:nvPr/>
        </p:nvSpPr>
        <p:spPr>
          <a:xfrm>
            <a:off x="9217152" y="2482596"/>
            <a:ext cx="2377440" cy="384048"/>
          </a:xfrm>
          <a:prstGeom prst="rect">
            <a:avLst/>
          </a:prstGeom>
          <a:noFill/>
          <a:ln/>
        </p:spPr>
        <p:txBody>
          <a:bodyPr wrap="square" lIns="0" tIns="0" rIns="0" bIns="0" rtlCol="0" anchor="ctr"/>
          <a:lstStyle/>
          <a:p>
            <a:pPr algn="ctr" indent="0" marL="0">
              <a:buNone/>
            </a:pPr>
            <a:r>
              <a:rPr lang="en-US" sz="1600" i="1" dirty="0">
                <a:solidFill>
                  <a:schemeClr val="accent5"/>
                </a:solidFill>
              </a:rPr>
              <a:t>nom</a:t>
            </a:r>
            <a:endParaRPr lang="en-US" sz="1600" dirty="0"/>
          </a:p>
        </p:txBody>
      </p:sp>
      <p:sp>
        <p:nvSpPr>
          <p:cNvPr id="17" name="Shape 14"/>
          <p:cNvSpPr/>
          <p:nvPr/>
        </p:nvSpPr>
        <p:spPr>
          <a:xfrm flipH="1">
            <a:off x="8814816" y="3044952"/>
            <a:ext cx="402336" cy="914"/>
          </a:xfrm>
          <a:prstGeom prst="line">
            <a:avLst/>
          </a:prstGeom>
          <a:noFill/>
          <a:ln w="15875">
            <a:solidFill>
              <a:srgbClr val="4A5A70"/>
            </a:solidFill>
            <a:prstDash val="solid"/>
            <a:tailEnd type="triangle"/>
          </a:ln>
        </p:spPr>
      </p:sp>
      <p:sp>
        <p:nvSpPr>
          <p:cNvPr id="18" name="Shape 15"/>
          <p:cNvSpPr/>
          <p:nvPr/>
        </p:nvSpPr>
        <p:spPr>
          <a:xfrm>
            <a:off x="9217152" y="2852928"/>
            <a:ext cx="2377440" cy="384048"/>
          </a:xfrm>
          <a:prstGeom prst="roundRect">
            <a:avLst>
              <a:gd name="adj" fmla="val 47619"/>
            </a:avLst>
          </a:prstGeom>
          <a:solidFill>
            <a:schemeClr val="bg1"/>
          </a:solidFill>
          <a:ln w="12700">
            <a:solidFill>
              <a:srgbClr val="4A5A70"/>
            </a:solidFill>
            <a:prstDash val="solid"/>
          </a:ln>
        </p:spPr>
      </p:sp>
      <p:sp>
        <p:nvSpPr>
          <p:cNvPr id="19" name="Text 16"/>
          <p:cNvSpPr txBox="1"/>
          <p:nvPr/>
        </p:nvSpPr>
        <p:spPr>
          <a:xfrm>
            <a:off x="9217152" y="2852928"/>
            <a:ext cx="2377440" cy="384048"/>
          </a:xfrm>
          <a:prstGeom prst="rect">
            <a:avLst/>
          </a:prstGeom>
          <a:noFill/>
          <a:ln/>
        </p:spPr>
        <p:txBody>
          <a:bodyPr wrap="square" lIns="0" tIns="0" rIns="0" bIns="0" rtlCol="0" anchor="ctr"/>
          <a:lstStyle/>
          <a:p>
            <a:pPr algn="ctr" indent="0" marL="0">
              <a:buNone/>
            </a:pPr>
            <a:r>
              <a:rPr lang="en-US" sz="1600" i="1" dirty="0">
                <a:solidFill>
                  <a:schemeClr val="accent5"/>
                </a:solidFill>
              </a:rPr>
              <a:t>sexe</a:t>
            </a:r>
            <a:endParaRPr lang="en-US" sz="1600" dirty="0"/>
          </a:p>
        </p:txBody>
      </p:sp>
      <p:sp>
        <p:nvSpPr>
          <p:cNvPr id="20" name="Shape 17"/>
          <p:cNvSpPr/>
          <p:nvPr/>
        </p:nvSpPr>
        <p:spPr>
          <a:xfrm flipH="1">
            <a:off x="8814816" y="6007608"/>
            <a:ext cx="402336" cy="914"/>
          </a:xfrm>
          <a:prstGeom prst="line">
            <a:avLst/>
          </a:prstGeom>
          <a:noFill/>
          <a:ln w="15875">
            <a:solidFill>
              <a:srgbClr val="4A5A70"/>
            </a:solidFill>
            <a:prstDash val="solid"/>
            <a:tailEnd type="triangle"/>
          </a:ln>
        </p:spPr>
      </p:sp>
      <p:sp>
        <p:nvSpPr>
          <p:cNvPr id="21" name="Shape 18"/>
          <p:cNvSpPr/>
          <p:nvPr/>
        </p:nvSpPr>
        <p:spPr>
          <a:xfrm>
            <a:off x="9217152" y="5815584"/>
            <a:ext cx="2377440" cy="384048"/>
          </a:xfrm>
          <a:prstGeom prst="roundRect">
            <a:avLst>
              <a:gd name="adj" fmla="val 47619"/>
            </a:avLst>
          </a:prstGeom>
          <a:solidFill>
            <a:schemeClr val="bg1"/>
          </a:solidFill>
          <a:ln w="12700">
            <a:solidFill>
              <a:srgbClr val="4A5A70"/>
            </a:solidFill>
            <a:prstDash val="solid"/>
          </a:ln>
        </p:spPr>
      </p:sp>
      <p:sp>
        <p:nvSpPr>
          <p:cNvPr id="22" name="Text 19"/>
          <p:cNvSpPr txBox="1"/>
          <p:nvPr/>
        </p:nvSpPr>
        <p:spPr>
          <a:xfrm>
            <a:off x="9217152" y="5815584"/>
            <a:ext cx="2377440" cy="384048"/>
          </a:xfrm>
          <a:prstGeom prst="rect">
            <a:avLst/>
          </a:prstGeom>
          <a:noFill/>
          <a:ln/>
        </p:spPr>
        <p:txBody>
          <a:bodyPr wrap="square" lIns="0" tIns="0" rIns="0" bIns="0" rtlCol="0" anchor="ctr"/>
          <a:lstStyle/>
          <a:p>
            <a:pPr algn="ctr" indent="0" marL="0">
              <a:buNone/>
            </a:pPr>
            <a:r>
              <a:rPr lang="en-US" sz="1600" i="1" dirty="0">
                <a:solidFill>
                  <a:schemeClr val="accent5"/>
                </a:solidFill>
              </a:rPr>
              <a:t>signature</a:t>
            </a:r>
            <a:endParaRPr lang="en-US" sz="1600" dirty="0"/>
          </a:p>
        </p:txBody>
      </p:sp>
      <p:sp>
        <p:nvSpPr>
          <p:cNvPr id="23" name="Shape 20"/>
          <p:cNvSpPr/>
          <p:nvPr/>
        </p:nvSpPr>
        <p:spPr>
          <a:xfrm>
            <a:off x="3429000" y="1508760"/>
            <a:ext cx="5349240" cy="4754880"/>
          </a:xfrm>
          <a:prstGeom prst="roundRect">
            <a:avLst>
              <a:gd name="adj" fmla="val 769"/>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4" name="Shape 21"/>
          <p:cNvSpPr/>
          <p:nvPr/>
        </p:nvSpPr>
        <p:spPr>
          <a:xfrm>
            <a:off x="3429000" y="1508760"/>
            <a:ext cx="5349240" cy="475488"/>
          </a:xfrm>
          <a:prstGeom prst="roundRect">
            <a:avLst>
              <a:gd name="adj" fmla="val 7692"/>
            </a:avLst>
          </a:prstGeom>
          <a:solidFill>
            <a:schemeClr val="tx2"/>
          </a:solidFill>
          <a:ln w="12700">
            <a:solidFill>
              <a:srgbClr val="FFFFFF">
                <a:alpha val="0"/>
              </a:srgbClr>
            </a:solidFill>
            <a:prstDash val="solid"/>
          </a:ln>
        </p:spPr>
      </p:sp>
      <p:sp>
        <p:nvSpPr>
          <p:cNvPr id="25" name="Text 22"/>
          <p:cNvSpPr txBox="1"/>
          <p:nvPr/>
        </p:nvSpPr>
        <p:spPr>
          <a:xfrm>
            <a:off x="3429000" y="1508760"/>
            <a:ext cx="5349240" cy="475488"/>
          </a:xfrm>
          <a:prstGeom prst="rect">
            <a:avLst/>
          </a:prstGeom>
          <a:noFill/>
          <a:ln/>
        </p:spPr>
        <p:txBody>
          <a:bodyPr wrap="square" lIns="0" tIns="0" rIns="0" bIns="0" rtlCol="0" anchor="ctr"/>
          <a:lstStyle/>
          <a:p>
            <a:pPr algn="ctr" indent="0" marL="0">
              <a:buNone/>
            </a:pPr>
            <a:r>
              <a:rPr lang="en-US" sz="1700" b="1" spc="100" kern="0" dirty="0">
                <a:solidFill>
                  <a:schemeClr val="bg1"/>
                </a:solidFill>
              </a:rPr>
              <a:t>INSCHRIJVINGSFORMULIER</a:t>
            </a:r>
            <a:endParaRPr lang="en-US" sz="1700" dirty="0"/>
          </a:p>
        </p:txBody>
      </p:sp>
      <p:pic>
        <p:nvPicPr>
          <p:cNvPr id="26" name="Image 0" descr="CheckCircle">    </p:cNvPr>
          <p:cNvPicPr>
            <a:picLocks noChangeAspect="1"/>
          </p:cNvPicPr>
          <p:nvPr/>
        </p:nvPicPr>
        <p:blipFill>
          <a:blip r:embed="rId1"/>
          <a:stretch>
            <a:fillRect/>
          </a:stretch>
        </p:blipFill>
        <p:spPr>
          <a:xfrm>
            <a:off x="3538728" y="2212848"/>
            <a:ext cx="201168" cy="201168"/>
          </a:xfrm>
          <a:prstGeom prst="rect">
            <a:avLst/>
          </a:prstGeom>
        </p:spPr>
      </p:pic>
      <p:sp>
        <p:nvSpPr>
          <p:cNvPr id="27" name="Text 23"/>
          <p:cNvSpPr txBox="1"/>
          <p:nvPr/>
        </p:nvSpPr>
        <p:spPr>
          <a:xfrm>
            <a:off x="3794760" y="2121408"/>
            <a:ext cx="1239926" cy="365760"/>
          </a:xfrm>
          <a:prstGeom prst="rect">
            <a:avLst/>
          </a:prstGeom>
          <a:noFill/>
          <a:ln/>
        </p:spPr>
        <p:txBody>
          <a:bodyPr wrap="square" lIns="0" tIns="0" rIns="0" bIns="0" rtlCol="0" anchor="ctr"/>
          <a:lstStyle/>
          <a:p>
            <a:pPr algn="l" indent="0" marL="0">
              <a:buNone/>
            </a:pPr>
            <a:r>
              <a:rPr lang="en-US" sz="1400" b="1" dirty="0">
                <a:solidFill>
                  <a:schemeClr val="tx2"/>
                </a:solidFill>
              </a:rPr>
              <a:t>Voornaam</a:t>
            </a:r>
            <a:endParaRPr lang="en-US" sz="1400" dirty="0"/>
          </a:p>
        </p:txBody>
      </p:sp>
      <p:sp>
        <p:nvSpPr>
          <p:cNvPr id="28" name="Shape 24"/>
          <p:cNvSpPr/>
          <p:nvPr/>
        </p:nvSpPr>
        <p:spPr>
          <a:xfrm>
            <a:off x="4742078" y="2395728"/>
            <a:ext cx="3899002" cy="914"/>
          </a:xfrm>
          <a:prstGeom prst="line">
            <a:avLst/>
          </a:prstGeom>
          <a:noFill/>
          <a:ln w="12700">
            <a:solidFill>
              <a:srgbClr val="9AA6B6"/>
            </a:solidFill>
            <a:prstDash val="sysDot"/>
          </a:ln>
        </p:spPr>
      </p:sp>
      <p:pic>
        <p:nvPicPr>
          <p:cNvPr id="29" name="Image 1" descr="CheckCircle">    </p:cNvPr>
          <p:cNvPicPr>
            <a:picLocks noChangeAspect="1"/>
          </p:cNvPicPr>
          <p:nvPr/>
        </p:nvPicPr>
        <p:blipFill>
          <a:blip r:embed="rId2"/>
          <a:stretch>
            <a:fillRect/>
          </a:stretch>
        </p:blipFill>
        <p:spPr>
          <a:xfrm>
            <a:off x="3538728" y="2583180"/>
            <a:ext cx="201168" cy="201168"/>
          </a:xfrm>
          <a:prstGeom prst="rect">
            <a:avLst/>
          </a:prstGeom>
        </p:spPr>
      </p:pic>
      <p:sp>
        <p:nvSpPr>
          <p:cNvPr id="30" name="Text 25"/>
          <p:cNvSpPr txBox="1"/>
          <p:nvPr/>
        </p:nvSpPr>
        <p:spPr>
          <a:xfrm>
            <a:off x="3794760" y="2491740"/>
            <a:ext cx="2878531" cy="365760"/>
          </a:xfrm>
          <a:prstGeom prst="rect">
            <a:avLst/>
          </a:prstGeom>
          <a:noFill/>
          <a:ln/>
        </p:spPr>
        <p:txBody>
          <a:bodyPr wrap="square" lIns="0" tIns="0" rIns="0" bIns="0" rtlCol="0" anchor="ctr"/>
          <a:lstStyle/>
          <a:p>
            <a:pPr algn="l" indent="0" marL="0">
              <a:buNone/>
            </a:pPr>
            <a:r>
              <a:rPr lang="en-US" sz="1400" b="1" dirty="0">
                <a:solidFill>
                  <a:schemeClr val="tx2"/>
                </a:solidFill>
              </a:rPr>
              <a:t>Achternaam / Familienaam</a:t>
            </a:r>
            <a:endParaRPr lang="en-US" sz="1400" dirty="0"/>
          </a:p>
        </p:txBody>
      </p:sp>
      <p:sp>
        <p:nvSpPr>
          <p:cNvPr id="31" name="Shape 26"/>
          <p:cNvSpPr/>
          <p:nvPr/>
        </p:nvSpPr>
        <p:spPr>
          <a:xfrm>
            <a:off x="6380683" y="2766060"/>
            <a:ext cx="2260397" cy="914"/>
          </a:xfrm>
          <a:prstGeom prst="line">
            <a:avLst/>
          </a:prstGeom>
          <a:noFill/>
          <a:ln w="12700">
            <a:solidFill>
              <a:srgbClr val="9AA6B6"/>
            </a:solidFill>
            <a:prstDash val="sysDot"/>
          </a:ln>
        </p:spPr>
      </p:sp>
      <p:sp>
        <p:nvSpPr>
          <p:cNvPr id="32" name="Text 27"/>
          <p:cNvSpPr txBox="1"/>
          <p:nvPr/>
        </p:nvSpPr>
        <p:spPr>
          <a:xfrm>
            <a:off x="3794760" y="2862072"/>
            <a:ext cx="1005840" cy="365760"/>
          </a:xfrm>
          <a:prstGeom prst="rect">
            <a:avLst/>
          </a:prstGeom>
          <a:noFill/>
          <a:ln/>
        </p:spPr>
        <p:txBody>
          <a:bodyPr wrap="square" lIns="0" tIns="0" rIns="0" bIns="0" rtlCol="0" anchor="ctr"/>
          <a:lstStyle/>
          <a:p>
            <a:pPr algn="l" indent="0" marL="0">
              <a:buNone/>
            </a:pPr>
            <a:r>
              <a:rPr lang="en-US" sz="1400" b="1" dirty="0">
                <a:solidFill>
                  <a:schemeClr val="tx2"/>
                </a:solidFill>
              </a:rPr>
              <a:t>Geslacht :</a:t>
            </a:r>
            <a:endParaRPr lang="en-US" sz="1400" dirty="0"/>
          </a:p>
        </p:txBody>
      </p:sp>
      <p:sp>
        <p:nvSpPr>
          <p:cNvPr id="33" name="Shape 28"/>
          <p:cNvSpPr/>
          <p:nvPr/>
        </p:nvSpPr>
        <p:spPr>
          <a:xfrm>
            <a:off x="4910328" y="2953512"/>
            <a:ext cx="182880" cy="182880"/>
          </a:xfrm>
          <a:prstGeom prst="rect">
            <a:avLst/>
          </a:prstGeom>
          <a:solidFill>
            <a:srgbClr val="FFFFFF"/>
          </a:solidFill>
          <a:ln w="12700">
            <a:solidFill>
              <a:srgbClr val="4A5A70"/>
            </a:solidFill>
            <a:prstDash val="solid"/>
          </a:ln>
        </p:spPr>
      </p:sp>
      <p:sp>
        <p:nvSpPr>
          <p:cNvPr id="34" name="Text 29"/>
          <p:cNvSpPr txBox="1"/>
          <p:nvPr/>
        </p:nvSpPr>
        <p:spPr>
          <a:xfrm>
            <a:off x="5157216" y="2862072"/>
            <a:ext cx="365760" cy="365760"/>
          </a:xfrm>
          <a:prstGeom prst="rect">
            <a:avLst/>
          </a:prstGeom>
          <a:noFill/>
          <a:ln/>
        </p:spPr>
        <p:txBody>
          <a:bodyPr wrap="square" lIns="0" tIns="0" rIns="0" bIns="0" rtlCol="0" anchor="ctr"/>
          <a:lstStyle/>
          <a:p>
            <a:pPr algn="l" indent="0" marL="0">
              <a:buNone/>
            </a:pPr>
            <a:r>
              <a:rPr lang="en-US" sz="1400" b="1" dirty="0">
                <a:solidFill>
                  <a:schemeClr val="tx2"/>
                </a:solidFill>
              </a:rPr>
              <a:t>M</a:t>
            </a:r>
            <a:endParaRPr lang="en-US" sz="1400" dirty="0"/>
          </a:p>
        </p:txBody>
      </p:sp>
      <p:sp>
        <p:nvSpPr>
          <p:cNvPr id="35" name="Shape 30"/>
          <p:cNvSpPr/>
          <p:nvPr/>
        </p:nvSpPr>
        <p:spPr>
          <a:xfrm>
            <a:off x="5687568" y="2953512"/>
            <a:ext cx="182880" cy="182880"/>
          </a:xfrm>
          <a:prstGeom prst="rect">
            <a:avLst/>
          </a:prstGeom>
          <a:solidFill>
            <a:srgbClr val="FFFFFF"/>
          </a:solidFill>
          <a:ln w="12700">
            <a:solidFill>
              <a:srgbClr val="4A5A70"/>
            </a:solidFill>
            <a:prstDash val="solid"/>
          </a:ln>
        </p:spPr>
      </p:sp>
      <p:sp>
        <p:nvSpPr>
          <p:cNvPr id="36" name="Text 31"/>
          <p:cNvSpPr txBox="1"/>
          <p:nvPr/>
        </p:nvSpPr>
        <p:spPr>
          <a:xfrm>
            <a:off x="5934456" y="2862072"/>
            <a:ext cx="365760" cy="365760"/>
          </a:xfrm>
          <a:prstGeom prst="rect">
            <a:avLst/>
          </a:prstGeom>
          <a:noFill/>
          <a:ln/>
        </p:spPr>
        <p:txBody>
          <a:bodyPr wrap="square" lIns="0" tIns="0" rIns="0" bIns="0" rtlCol="0" anchor="ctr"/>
          <a:lstStyle/>
          <a:p>
            <a:pPr algn="l" indent="0" marL="0">
              <a:buNone/>
            </a:pPr>
            <a:r>
              <a:rPr lang="en-US" sz="1400" b="1" dirty="0">
                <a:solidFill>
                  <a:schemeClr val="tx2"/>
                </a:solidFill>
              </a:rPr>
              <a:t>V</a:t>
            </a:r>
            <a:endParaRPr lang="en-US" sz="1400" dirty="0"/>
          </a:p>
        </p:txBody>
      </p:sp>
      <p:sp>
        <p:nvSpPr>
          <p:cNvPr id="37" name="Shape 32"/>
          <p:cNvSpPr/>
          <p:nvPr/>
        </p:nvSpPr>
        <p:spPr>
          <a:xfrm>
            <a:off x="6464808" y="2953512"/>
            <a:ext cx="182880" cy="182880"/>
          </a:xfrm>
          <a:prstGeom prst="rect">
            <a:avLst/>
          </a:prstGeom>
          <a:solidFill>
            <a:srgbClr val="FFFFFF"/>
          </a:solidFill>
          <a:ln w="12700">
            <a:solidFill>
              <a:srgbClr val="4A5A70"/>
            </a:solidFill>
            <a:prstDash val="solid"/>
          </a:ln>
        </p:spPr>
      </p:sp>
      <p:sp>
        <p:nvSpPr>
          <p:cNvPr id="38" name="Text 33"/>
          <p:cNvSpPr txBox="1"/>
          <p:nvPr/>
        </p:nvSpPr>
        <p:spPr>
          <a:xfrm>
            <a:off x="6711696" y="2862072"/>
            <a:ext cx="365760" cy="365760"/>
          </a:xfrm>
          <a:prstGeom prst="rect">
            <a:avLst/>
          </a:prstGeom>
          <a:noFill/>
          <a:ln/>
        </p:spPr>
        <p:txBody>
          <a:bodyPr wrap="square" lIns="0" tIns="0" rIns="0" bIns="0" rtlCol="0" anchor="ctr"/>
          <a:lstStyle/>
          <a:p>
            <a:pPr algn="l" indent="0" marL="0">
              <a:buNone/>
            </a:pPr>
            <a:r>
              <a:rPr lang="en-US" sz="1400" b="1" dirty="0">
                <a:solidFill>
                  <a:schemeClr val="tx2"/>
                </a:solidFill>
              </a:rPr>
              <a:t>X</a:t>
            </a:r>
            <a:endParaRPr lang="en-US" sz="1400" dirty="0"/>
          </a:p>
        </p:txBody>
      </p:sp>
      <p:sp>
        <p:nvSpPr>
          <p:cNvPr id="39" name="Text 34"/>
          <p:cNvSpPr txBox="1"/>
          <p:nvPr/>
        </p:nvSpPr>
        <p:spPr>
          <a:xfrm>
            <a:off x="3794760" y="3232404"/>
            <a:ext cx="1751990" cy="365760"/>
          </a:xfrm>
          <a:prstGeom prst="rect">
            <a:avLst/>
          </a:prstGeom>
          <a:noFill/>
          <a:ln/>
        </p:spPr>
        <p:txBody>
          <a:bodyPr wrap="square" lIns="0" tIns="0" rIns="0" bIns="0" rtlCol="0" anchor="ctr"/>
          <a:lstStyle/>
          <a:p>
            <a:pPr algn="l" indent="0" marL="0">
              <a:buNone/>
            </a:pPr>
            <a:r>
              <a:rPr lang="en-US" sz="1400" b="1" dirty="0">
                <a:solidFill>
                  <a:schemeClr val="tx2"/>
                </a:solidFill>
              </a:rPr>
              <a:t>Geboortedatum</a:t>
            </a:r>
            <a:endParaRPr lang="en-US" sz="1400" dirty="0"/>
          </a:p>
        </p:txBody>
      </p:sp>
      <p:sp>
        <p:nvSpPr>
          <p:cNvPr id="40" name="Shape 35"/>
          <p:cNvSpPr/>
          <p:nvPr/>
        </p:nvSpPr>
        <p:spPr>
          <a:xfrm>
            <a:off x="5254142" y="3506724"/>
            <a:ext cx="758038" cy="914"/>
          </a:xfrm>
          <a:prstGeom prst="line">
            <a:avLst/>
          </a:prstGeom>
          <a:noFill/>
          <a:ln w="12700">
            <a:solidFill>
              <a:srgbClr val="9AA6B6"/>
            </a:solidFill>
            <a:prstDash val="sysDot"/>
          </a:ln>
        </p:spPr>
      </p:sp>
      <p:sp>
        <p:nvSpPr>
          <p:cNvPr id="41" name="Text 36"/>
          <p:cNvSpPr txBox="1"/>
          <p:nvPr/>
        </p:nvSpPr>
        <p:spPr>
          <a:xfrm>
            <a:off x="6405372" y="3232404"/>
            <a:ext cx="1854403" cy="365760"/>
          </a:xfrm>
          <a:prstGeom prst="rect">
            <a:avLst/>
          </a:prstGeom>
          <a:noFill/>
          <a:ln/>
        </p:spPr>
        <p:txBody>
          <a:bodyPr wrap="square" lIns="0" tIns="0" rIns="0" bIns="0" rtlCol="0" anchor="ctr"/>
          <a:lstStyle/>
          <a:p>
            <a:pPr algn="l" indent="0" marL="0">
              <a:buNone/>
            </a:pPr>
            <a:r>
              <a:rPr lang="en-US" sz="1400" b="1" dirty="0">
                <a:solidFill>
                  <a:schemeClr val="tx2"/>
                </a:solidFill>
              </a:rPr>
              <a:t>Geboorteplaats</a:t>
            </a:r>
            <a:endParaRPr lang="en-US" sz="1400" dirty="0"/>
          </a:p>
        </p:txBody>
      </p:sp>
      <p:sp>
        <p:nvSpPr>
          <p:cNvPr id="42" name="Shape 37"/>
          <p:cNvSpPr/>
          <p:nvPr/>
        </p:nvSpPr>
        <p:spPr>
          <a:xfrm>
            <a:off x="7967167" y="3506724"/>
            <a:ext cx="673913" cy="914"/>
          </a:xfrm>
          <a:prstGeom prst="line">
            <a:avLst/>
          </a:prstGeom>
          <a:noFill/>
          <a:ln w="12700">
            <a:solidFill>
              <a:srgbClr val="9AA6B6"/>
            </a:solidFill>
            <a:prstDash val="sysDot"/>
          </a:ln>
        </p:spPr>
      </p:sp>
      <p:sp>
        <p:nvSpPr>
          <p:cNvPr id="43" name="Text 38"/>
          <p:cNvSpPr txBox="1"/>
          <p:nvPr/>
        </p:nvSpPr>
        <p:spPr>
          <a:xfrm>
            <a:off x="3794760" y="3602736"/>
            <a:ext cx="1751990" cy="365760"/>
          </a:xfrm>
          <a:prstGeom prst="rect">
            <a:avLst/>
          </a:prstGeom>
          <a:noFill/>
          <a:ln/>
        </p:spPr>
        <p:txBody>
          <a:bodyPr wrap="square" lIns="0" tIns="0" rIns="0" bIns="0" rtlCol="0" anchor="ctr"/>
          <a:lstStyle/>
          <a:p>
            <a:pPr algn="l" indent="0" marL="0">
              <a:buNone/>
            </a:pPr>
            <a:r>
              <a:rPr lang="en-US" sz="1400" b="1" dirty="0">
                <a:solidFill>
                  <a:schemeClr val="tx2"/>
                </a:solidFill>
              </a:rPr>
              <a:t>Nationaliteit</a:t>
            </a:r>
            <a:endParaRPr lang="en-US" sz="1400" dirty="0"/>
          </a:p>
        </p:txBody>
      </p:sp>
      <p:sp>
        <p:nvSpPr>
          <p:cNvPr id="44" name="Shape 39"/>
          <p:cNvSpPr/>
          <p:nvPr/>
        </p:nvSpPr>
        <p:spPr>
          <a:xfrm>
            <a:off x="5254142" y="3877056"/>
            <a:ext cx="3386938" cy="914"/>
          </a:xfrm>
          <a:prstGeom prst="line">
            <a:avLst/>
          </a:prstGeom>
          <a:noFill/>
          <a:ln w="12700">
            <a:solidFill>
              <a:srgbClr val="9AA6B6"/>
            </a:solidFill>
            <a:prstDash val="sysDot"/>
          </a:ln>
        </p:spPr>
      </p:sp>
      <p:sp>
        <p:nvSpPr>
          <p:cNvPr id="45" name="Text 40"/>
          <p:cNvSpPr txBox="1"/>
          <p:nvPr/>
        </p:nvSpPr>
        <p:spPr>
          <a:xfrm>
            <a:off x="3794760" y="3973068"/>
            <a:ext cx="1854403" cy="365760"/>
          </a:xfrm>
          <a:prstGeom prst="rect">
            <a:avLst/>
          </a:prstGeom>
          <a:noFill/>
          <a:ln/>
        </p:spPr>
        <p:txBody>
          <a:bodyPr wrap="square" lIns="0" tIns="0" rIns="0" bIns="0" rtlCol="0" anchor="ctr"/>
          <a:lstStyle/>
          <a:p>
            <a:pPr algn="l" indent="0" marL="0">
              <a:buNone/>
            </a:pPr>
            <a:r>
              <a:rPr lang="en-US" sz="1400" b="1" dirty="0">
                <a:solidFill>
                  <a:schemeClr val="tx2"/>
                </a:solidFill>
              </a:rPr>
              <a:t>Adres : straat</a:t>
            </a:r>
            <a:endParaRPr lang="en-US" sz="1400" dirty="0"/>
          </a:p>
        </p:txBody>
      </p:sp>
      <p:sp>
        <p:nvSpPr>
          <p:cNvPr id="46" name="Shape 41"/>
          <p:cNvSpPr/>
          <p:nvPr/>
        </p:nvSpPr>
        <p:spPr>
          <a:xfrm>
            <a:off x="5356555" y="4247388"/>
            <a:ext cx="1067105" cy="914"/>
          </a:xfrm>
          <a:prstGeom prst="line">
            <a:avLst/>
          </a:prstGeom>
          <a:noFill/>
          <a:ln w="12700">
            <a:solidFill>
              <a:srgbClr val="9AA6B6"/>
            </a:solidFill>
            <a:prstDash val="sysDot"/>
          </a:ln>
        </p:spPr>
      </p:sp>
      <p:sp>
        <p:nvSpPr>
          <p:cNvPr id="47" name="Text 42"/>
          <p:cNvSpPr txBox="1"/>
          <p:nvPr/>
        </p:nvSpPr>
        <p:spPr>
          <a:xfrm>
            <a:off x="6679692" y="3973068"/>
            <a:ext cx="1444752" cy="365760"/>
          </a:xfrm>
          <a:prstGeom prst="rect">
            <a:avLst/>
          </a:prstGeom>
          <a:noFill/>
          <a:ln/>
        </p:spPr>
        <p:txBody>
          <a:bodyPr wrap="square" lIns="0" tIns="0" rIns="0" bIns="0" rtlCol="0" anchor="ctr"/>
          <a:lstStyle/>
          <a:p>
            <a:pPr algn="l" indent="0" marL="0">
              <a:buNone/>
            </a:pPr>
            <a:r>
              <a:rPr lang="en-US" sz="1400" b="1" dirty="0">
                <a:solidFill>
                  <a:schemeClr val="tx2"/>
                </a:solidFill>
              </a:rPr>
              <a:t>huisnummer</a:t>
            </a:r>
            <a:endParaRPr lang="en-US" sz="1400" dirty="0"/>
          </a:p>
        </p:txBody>
      </p:sp>
      <p:sp>
        <p:nvSpPr>
          <p:cNvPr id="48" name="Shape 43"/>
          <p:cNvSpPr/>
          <p:nvPr/>
        </p:nvSpPr>
        <p:spPr>
          <a:xfrm>
            <a:off x="7831836" y="4247388"/>
            <a:ext cx="809244" cy="914"/>
          </a:xfrm>
          <a:prstGeom prst="line">
            <a:avLst/>
          </a:prstGeom>
          <a:noFill/>
          <a:ln w="12700">
            <a:solidFill>
              <a:srgbClr val="9AA6B6"/>
            </a:solidFill>
            <a:prstDash val="sysDot"/>
          </a:ln>
        </p:spPr>
      </p:sp>
      <p:sp>
        <p:nvSpPr>
          <p:cNvPr id="49" name="Text 44"/>
          <p:cNvSpPr txBox="1"/>
          <p:nvPr/>
        </p:nvSpPr>
        <p:spPr>
          <a:xfrm>
            <a:off x="3794760" y="4343400"/>
            <a:ext cx="1239926" cy="365760"/>
          </a:xfrm>
          <a:prstGeom prst="rect">
            <a:avLst/>
          </a:prstGeom>
          <a:noFill/>
          <a:ln/>
        </p:spPr>
        <p:txBody>
          <a:bodyPr wrap="square" lIns="0" tIns="0" rIns="0" bIns="0" rtlCol="0" anchor="ctr"/>
          <a:lstStyle/>
          <a:p>
            <a:pPr algn="l" indent="0" marL="0">
              <a:buNone/>
            </a:pPr>
            <a:r>
              <a:rPr lang="en-US" sz="1400" b="1" dirty="0">
                <a:solidFill>
                  <a:schemeClr val="tx2"/>
                </a:solidFill>
              </a:rPr>
              <a:t>postcode</a:t>
            </a:r>
            <a:endParaRPr lang="en-US" sz="1400" dirty="0"/>
          </a:p>
        </p:txBody>
      </p:sp>
      <p:sp>
        <p:nvSpPr>
          <p:cNvPr id="50" name="Shape 45"/>
          <p:cNvSpPr/>
          <p:nvPr/>
        </p:nvSpPr>
        <p:spPr>
          <a:xfrm>
            <a:off x="4742078" y="4617720"/>
            <a:ext cx="1270102" cy="914"/>
          </a:xfrm>
          <a:prstGeom prst="line">
            <a:avLst/>
          </a:prstGeom>
          <a:noFill/>
          <a:ln w="12700">
            <a:solidFill>
              <a:srgbClr val="9AA6B6"/>
            </a:solidFill>
            <a:prstDash val="sysDot"/>
          </a:ln>
        </p:spPr>
      </p:sp>
      <p:sp>
        <p:nvSpPr>
          <p:cNvPr id="51" name="Text 46"/>
          <p:cNvSpPr txBox="1"/>
          <p:nvPr/>
        </p:nvSpPr>
        <p:spPr>
          <a:xfrm>
            <a:off x="6405372" y="4343400"/>
            <a:ext cx="1239926" cy="365760"/>
          </a:xfrm>
          <a:prstGeom prst="rect">
            <a:avLst/>
          </a:prstGeom>
          <a:noFill/>
          <a:ln/>
        </p:spPr>
        <p:txBody>
          <a:bodyPr wrap="square" lIns="0" tIns="0" rIns="0" bIns="0" rtlCol="0" anchor="ctr"/>
          <a:lstStyle/>
          <a:p>
            <a:pPr algn="l" indent="0" marL="0">
              <a:buNone/>
            </a:pPr>
            <a:r>
              <a:rPr lang="en-US" sz="1400" b="1" dirty="0">
                <a:solidFill>
                  <a:schemeClr val="tx2"/>
                </a:solidFill>
              </a:rPr>
              <a:t>gemeente</a:t>
            </a:r>
            <a:endParaRPr lang="en-US" sz="1400" dirty="0"/>
          </a:p>
        </p:txBody>
      </p:sp>
      <p:sp>
        <p:nvSpPr>
          <p:cNvPr id="52" name="Shape 47"/>
          <p:cNvSpPr/>
          <p:nvPr/>
        </p:nvSpPr>
        <p:spPr>
          <a:xfrm>
            <a:off x="7352690" y="4617720"/>
            <a:ext cx="1288390" cy="914"/>
          </a:xfrm>
          <a:prstGeom prst="line">
            <a:avLst/>
          </a:prstGeom>
          <a:noFill/>
          <a:ln w="12700">
            <a:solidFill>
              <a:srgbClr val="9AA6B6"/>
            </a:solidFill>
            <a:prstDash val="sysDot"/>
          </a:ln>
        </p:spPr>
      </p:sp>
      <p:sp>
        <p:nvSpPr>
          <p:cNvPr id="53" name="Text 48"/>
          <p:cNvSpPr txBox="1"/>
          <p:nvPr/>
        </p:nvSpPr>
        <p:spPr>
          <a:xfrm>
            <a:off x="3794760" y="4713732"/>
            <a:ext cx="1444752" cy="365760"/>
          </a:xfrm>
          <a:prstGeom prst="rect">
            <a:avLst/>
          </a:prstGeom>
          <a:noFill/>
          <a:ln/>
        </p:spPr>
        <p:txBody>
          <a:bodyPr wrap="square" lIns="0" tIns="0" rIns="0" bIns="0" rtlCol="0" anchor="ctr"/>
          <a:lstStyle/>
          <a:p>
            <a:pPr algn="l" indent="0" marL="0">
              <a:buNone/>
            </a:pPr>
            <a:r>
              <a:rPr lang="en-US" sz="1400" b="1" dirty="0">
                <a:solidFill>
                  <a:schemeClr val="tx2"/>
                </a:solidFill>
              </a:rPr>
              <a:t>Gsm-nummer</a:t>
            </a:r>
            <a:endParaRPr lang="en-US" sz="1400" dirty="0"/>
          </a:p>
        </p:txBody>
      </p:sp>
      <p:sp>
        <p:nvSpPr>
          <p:cNvPr id="54" name="Shape 49"/>
          <p:cNvSpPr/>
          <p:nvPr/>
        </p:nvSpPr>
        <p:spPr>
          <a:xfrm>
            <a:off x="4946904" y="4988052"/>
            <a:ext cx="1065276" cy="914"/>
          </a:xfrm>
          <a:prstGeom prst="line">
            <a:avLst/>
          </a:prstGeom>
          <a:noFill/>
          <a:ln w="12700">
            <a:solidFill>
              <a:srgbClr val="9AA6B6"/>
            </a:solidFill>
            <a:prstDash val="sysDot"/>
          </a:ln>
        </p:spPr>
      </p:sp>
      <p:sp>
        <p:nvSpPr>
          <p:cNvPr id="55" name="Text 50"/>
          <p:cNvSpPr txBox="1"/>
          <p:nvPr/>
        </p:nvSpPr>
        <p:spPr>
          <a:xfrm>
            <a:off x="6405372" y="4713732"/>
            <a:ext cx="1547165" cy="365760"/>
          </a:xfrm>
          <a:prstGeom prst="rect">
            <a:avLst/>
          </a:prstGeom>
          <a:noFill/>
          <a:ln/>
        </p:spPr>
        <p:txBody>
          <a:bodyPr wrap="square" lIns="0" tIns="0" rIns="0" bIns="0" rtlCol="0" anchor="ctr"/>
          <a:lstStyle/>
          <a:p>
            <a:pPr algn="l" indent="0" marL="0">
              <a:buNone/>
            </a:pPr>
            <a:r>
              <a:rPr lang="en-US" sz="1400" b="1" dirty="0">
                <a:solidFill>
                  <a:schemeClr val="tx2"/>
                </a:solidFill>
              </a:rPr>
              <a:t>E-mailadres</a:t>
            </a:r>
            <a:endParaRPr lang="en-US" sz="1400" dirty="0"/>
          </a:p>
        </p:txBody>
      </p:sp>
      <p:sp>
        <p:nvSpPr>
          <p:cNvPr id="56" name="Shape 51"/>
          <p:cNvSpPr/>
          <p:nvPr/>
        </p:nvSpPr>
        <p:spPr>
          <a:xfrm>
            <a:off x="7659929" y="4988052"/>
            <a:ext cx="981151" cy="914"/>
          </a:xfrm>
          <a:prstGeom prst="line">
            <a:avLst/>
          </a:prstGeom>
          <a:noFill/>
          <a:ln w="12700">
            <a:solidFill>
              <a:srgbClr val="9AA6B6"/>
            </a:solidFill>
            <a:prstDash val="sysDot"/>
          </a:ln>
        </p:spPr>
      </p:sp>
      <p:pic>
        <p:nvPicPr>
          <p:cNvPr id="57" name="Image 2" descr="CheckCircle">    </p:cNvPr>
          <p:cNvPicPr>
            <a:picLocks noChangeAspect="1"/>
          </p:cNvPicPr>
          <p:nvPr/>
        </p:nvPicPr>
        <p:blipFill>
          <a:blip r:embed="rId3"/>
          <a:stretch>
            <a:fillRect/>
          </a:stretch>
        </p:blipFill>
        <p:spPr>
          <a:xfrm>
            <a:off x="3538728" y="5175504"/>
            <a:ext cx="201168" cy="201168"/>
          </a:xfrm>
          <a:prstGeom prst="rect">
            <a:avLst/>
          </a:prstGeom>
        </p:spPr>
      </p:pic>
      <p:sp>
        <p:nvSpPr>
          <p:cNvPr id="58" name="Text 52"/>
          <p:cNvSpPr txBox="1"/>
          <p:nvPr/>
        </p:nvSpPr>
        <p:spPr>
          <a:xfrm>
            <a:off x="3794760" y="5084064"/>
            <a:ext cx="2161642" cy="365760"/>
          </a:xfrm>
          <a:prstGeom prst="rect">
            <a:avLst/>
          </a:prstGeom>
          <a:noFill/>
          <a:ln/>
        </p:spPr>
        <p:txBody>
          <a:bodyPr wrap="square" lIns="0" tIns="0" rIns="0" bIns="0" rtlCol="0" anchor="ctr"/>
          <a:lstStyle/>
          <a:p>
            <a:pPr algn="l" indent="0" marL="0">
              <a:buNone/>
            </a:pPr>
            <a:r>
              <a:rPr lang="en-US" sz="1400" b="1" dirty="0">
                <a:solidFill>
                  <a:schemeClr val="tx2"/>
                </a:solidFill>
              </a:rPr>
              <a:t>Burgerlijke staat</a:t>
            </a:r>
            <a:endParaRPr lang="en-US" sz="1400" dirty="0"/>
          </a:p>
        </p:txBody>
      </p:sp>
      <p:sp>
        <p:nvSpPr>
          <p:cNvPr id="59" name="Shape 53"/>
          <p:cNvSpPr/>
          <p:nvPr/>
        </p:nvSpPr>
        <p:spPr>
          <a:xfrm>
            <a:off x="5663794" y="5358384"/>
            <a:ext cx="2977286" cy="914"/>
          </a:xfrm>
          <a:prstGeom prst="line">
            <a:avLst/>
          </a:prstGeom>
          <a:noFill/>
          <a:ln w="12700">
            <a:solidFill>
              <a:srgbClr val="9AA6B6"/>
            </a:solidFill>
            <a:prstDash val="sysDot"/>
          </a:ln>
        </p:spPr>
      </p:sp>
      <p:pic>
        <p:nvPicPr>
          <p:cNvPr id="60" name="Image 3" descr="CheckCircle">    </p:cNvPr>
          <p:cNvPicPr>
            <a:picLocks noChangeAspect="1"/>
          </p:cNvPicPr>
          <p:nvPr/>
        </p:nvPicPr>
        <p:blipFill>
          <a:blip r:embed="rId4"/>
          <a:stretch>
            <a:fillRect/>
          </a:stretch>
        </p:blipFill>
        <p:spPr>
          <a:xfrm>
            <a:off x="3538728" y="5545836"/>
            <a:ext cx="201168" cy="201168"/>
          </a:xfrm>
          <a:prstGeom prst="rect">
            <a:avLst/>
          </a:prstGeom>
        </p:spPr>
      </p:pic>
      <p:sp>
        <p:nvSpPr>
          <p:cNvPr id="61" name="Text 54"/>
          <p:cNvSpPr txBox="1"/>
          <p:nvPr/>
        </p:nvSpPr>
        <p:spPr>
          <a:xfrm>
            <a:off x="3794760" y="5454396"/>
            <a:ext cx="1035101" cy="365760"/>
          </a:xfrm>
          <a:prstGeom prst="rect">
            <a:avLst/>
          </a:prstGeom>
          <a:noFill/>
          <a:ln/>
        </p:spPr>
        <p:txBody>
          <a:bodyPr wrap="square" lIns="0" tIns="0" rIns="0" bIns="0" rtlCol="0" anchor="ctr"/>
          <a:lstStyle/>
          <a:p>
            <a:pPr algn="l" indent="0" marL="0">
              <a:buNone/>
            </a:pPr>
            <a:r>
              <a:rPr lang="en-US" sz="1400" b="1" dirty="0">
                <a:solidFill>
                  <a:schemeClr val="tx2"/>
                </a:solidFill>
              </a:rPr>
              <a:t>Beroep</a:t>
            </a:r>
            <a:endParaRPr lang="en-US" sz="1400" dirty="0"/>
          </a:p>
        </p:txBody>
      </p:sp>
      <p:sp>
        <p:nvSpPr>
          <p:cNvPr id="62" name="Shape 55"/>
          <p:cNvSpPr/>
          <p:nvPr/>
        </p:nvSpPr>
        <p:spPr>
          <a:xfrm>
            <a:off x="4537253" y="5728716"/>
            <a:ext cx="1474927" cy="914"/>
          </a:xfrm>
          <a:prstGeom prst="line">
            <a:avLst/>
          </a:prstGeom>
          <a:noFill/>
          <a:ln w="12700">
            <a:solidFill>
              <a:srgbClr val="9AA6B6"/>
            </a:solidFill>
            <a:prstDash val="sysDot"/>
          </a:ln>
        </p:spPr>
      </p:sp>
      <p:sp>
        <p:nvSpPr>
          <p:cNvPr id="63" name="Text 56"/>
          <p:cNvSpPr txBox="1"/>
          <p:nvPr/>
        </p:nvSpPr>
        <p:spPr>
          <a:xfrm>
            <a:off x="6405372" y="5454396"/>
            <a:ext cx="1444752" cy="365760"/>
          </a:xfrm>
          <a:prstGeom prst="rect">
            <a:avLst/>
          </a:prstGeom>
          <a:noFill/>
          <a:ln/>
        </p:spPr>
        <p:txBody>
          <a:bodyPr wrap="square" lIns="0" tIns="0" rIns="0" bIns="0" rtlCol="0" anchor="ctr"/>
          <a:lstStyle/>
          <a:p>
            <a:pPr algn="l" indent="0" marL="0">
              <a:buNone/>
            </a:pPr>
            <a:r>
              <a:rPr lang="en-US" sz="1400" b="1" dirty="0">
                <a:solidFill>
                  <a:schemeClr val="tx2"/>
                </a:solidFill>
              </a:rPr>
              <a:t>Moedertaal</a:t>
            </a:r>
            <a:endParaRPr lang="en-US" sz="1400" dirty="0"/>
          </a:p>
        </p:txBody>
      </p:sp>
      <p:sp>
        <p:nvSpPr>
          <p:cNvPr id="64" name="Shape 57"/>
          <p:cNvSpPr/>
          <p:nvPr/>
        </p:nvSpPr>
        <p:spPr>
          <a:xfrm>
            <a:off x="7557516" y="5728716"/>
            <a:ext cx="1083564" cy="914"/>
          </a:xfrm>
          <a:prstGeom prst="line">
            <a:avLst/>
          </a:prstGeom>
          <a:noFill/>
          <a:ln w="12700">
            <a:solidFill>
              <a:srgbClr val="9AA6B6"/>
            </a:solidFill>
            <a:prstDash val="sysDot"/>
          </a:ln>
        </p:spPr>
      </p:sp>
      <p:sp>
        <p:nvSpPr>
          <p:cNvPr id="65" name="Text 58"/>
          <p:cNvSpPr txBox="1"/>
          <p:nvPr/>
        </p:nvSpPr>
        <p:spPr>
          <a:xfrm>
            <a:off x="3794760" y="5824728"/>
            <a:ext cx="932688" cy="365760"/>
          </a:xfrm>
          <a:prstGeom prst="rect">
            <a:avLst/>
          </a:prstGeom>
          <a:noFill/>
          <a:ln/>
        </p:spPr>
        <p:txBody>
          <a:bodyPr wrap="square" lIns="0" tIns="0" rIns="0" bIns="0" rtlCol="0" anchor="ctr"/>
          <a:lstStyle/>
          <a:p>
            <a:pPr algn="l" indent="0" marL="0">
              <a:buNone/>
            </a:pPr>
            <a:r>
              <a:rPr lang="en-US" sz="1400" b="1" dirty="0">
                <a:solidFill>
                  <a:schemeClr val="tx2"/>
                </a:solidFill>
              </a:rPr>
              <a:t>Datum</a:t>
            </a:r>
            <a:endParaRPr lang="en-US" sz="1400" dirty="0"/>
          </a:p>
        </p:txBody>
      </p:sp>
      <p:sp>
        <p:nvSpPr>
          <p:cNvPr id="66" name="Shape 59"/>
          <p:cNvSpPr/>
          <p:nvPr/>
        </p:nvSpPr>
        <p:spPr>
          <a:xfrm>
            <a:off x="4434840" y="6099048"/>
            <a:ext cx="1577340" cy="914"/>
          </a:xfrm>
          <a:prstGeom prst="line">
            <a:avLst/>
          </a:prstGeom>
          <a:noFill/>
          <a:ln w="12700">
            <a:solidFill>
              <a:srgbClr val="9AA6B6"/>
            </a:solidFill>
            <a:prstDash val="sysDot"/>
          </a:ln>
        </p:spPr>
      </p:sp>
      <p:sp>
        <p:nvSpPr>
          <p:cNvPr id="67" name="Text 60"/>
          <p:cNvSpPr txBox="1"/>
          <p:nvPr/>
        </p:nvSpPr>
        <p:spPr>
          <a:xfrm>
            <a:off x="6405372" y="5824728"/>
            <a:ext cx="1649578" cy="365760"/>
          </a:xfrm>
          <a:prstGeom prst="rect">
            <a:avLst/>
          </a:prstGeom>
          <a:noFill/>
          <a:ln/>
        </p:spPr>
        <p:txBody>
          <a:bodyPr wrap="square" lIns="0" tIns="0" rIns="0" bIns="0" rtlCol="0" anchor="ctr"/>
          <a:lstStyle/>
          <a:p>
            <a:pPr algn="l" indent="0" marL="0">
              <a:buNone/>
            </a:pPr>
            <a:r>
              <a:rPr lang="en-US" sz="1400" b="1" dirty="0">
                <a:solidFill>
                  <a:schemeClr val="tx2"/>
                </a:solidFill>
              </a:rPr>
              <a:t>Handtekening</a:t>
            </a:r>
            <a:endParaRPr lang="en-US" sz="1400" dirty="0"/>
          </a:p>
        </p:txBody>
      </p:sp>
      <p:sp>
        <p:nvSpPr>
          <p:cNvPr id="68" name="Shape 61"/>
          <p:cNvSpPr/>
          <p:nvPr/>
        </p:nvSpPr>
        <p:spPr>
          <a:xfrm>
            <a:off x="7762342" y="6099048"/>
            <a:ext cx="878738" cy="914"/>
          </a:xfrm>
          <a:prstGeom prst="line">
            <a:avLst/>
          </a:prstGeom>
          <a:noFill/>
          <a:ln w="12700">
            <a:solidFill>
              <a:srgbClr val="9AA6B6"/>
            </a:solidFill>
            <a:prstDash val="sysDot"/>
          </a:ln>
        </p:spPr>
      </p:sp>
      <p:pic>
        <p:nvPicPr>
          <p:cNvPr id="69" name="Image 4" descr="CheckCircle">    </p:cNvPr>
          <p:cNvPicPr>
            <a:picLocks noChangeAspect="1"/>
          </p:cNvPicPr>
          <p:nvPr/>
        </p:nvPicPr>
        <p:blipFill>
          <a:blip r:embed="rId5"/>
          <a:stretch>
            <a:fillRect/>
          </a:stretch>
        </p:blipFill>
        <p:spPr>
          <a:xfrm>
            <a:off x="548640" y="5943600"/>
            <a:ext cx="237744" cy="237744"/>
          </a:xfrm>
          <a:prstGeom prst="rect">
            <a:avLst/>
          </a:prstGeom>
        </p:spPr>
      </p:pic>
      <p:sp>
        <p:nvSpPr>
          <p:cNvPr id="70" name="Text 62"/>
          <p:cNvSpPr txBox="1"/>
          <p:nvPr/>
        </p:nvSpPr>
        <p:spPr>
          <a:xfrm>
            <a:off x="868680" y="5897880"/>
            <a:ext cx="2560320" cy="329184"/>
          </a:xfrm>
          <a:prstGeom prst="rect">
            <a:avLst/>
          </a:prstGeom>
          <a:noFill/>
          <a:ln/>
        </p:spPr>
        <p:txBody>
          <a:bodyPr wrap="square" lIns="0" tIns="0" rIns="0" bIns="0" rtlCol="0" anchor="ctr"/>
          <a:lstStyle/>
          <a:p>
            <a:pPr algn="l" indent="0" marL="0">
              <a:buNone/>
            </a:pPr>
            <a:r>
              <a:rPr lang="en-US" sz="1400" i="1" dirty="0">
                <a:solidFill>
                  <a:schemeClr val="accent5"/>
                </a:solidFill>
              </a:rPr>
              <a:t>= déjà vu en classe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Kunt u dat spellen? — épeler et dicter un numéro</a:t>
            </a:r>
            <a:endParaRPr lang="en-US" sz="3000" dirty="0"/>
          </a:p>
        </p:txBody>
      </p:sp>
      <p:sp>
        <p:nvSpPr>
          <p:cNvPr id="3" name="tag"/>
          <p:cNvSpPr/>
          <p:nvPr/>
        </p:nvSpPr>
        <p:spPr>
          <a:xfrm>
            <a:off x="548640" y="237744"/>
            <a:ext cx="1768450"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PRONONCIATION</a:t>
            </a:r>
            <a:endParaRPr lang="en-US" sz="1200" dirty="0"/>
          </a:p>
        </p:txBody>
      </p:sp>
      <p:sp>
        <p:nvSpPr>
          <p:cNvPr id="5" name="Shape 2"/>
          <p:cNvSpPr/>
          <p:nvPr/>
        </p:nvSpPr>
        <p:spPr>
          <a:xfrm>
            <a:off x="548640" y="1554480"/>
            <a:ext cx="5212080" cy="868680"/>
          </a:xfrm>
          <a:prstGeom prst="roundRect">
            <a:avLst>
              <a:gd name="adj" fmla="val 18947"/>
            </a:avLst>
          </a:prstGeom>
          <a:solidFill>
            <a:schemeClr val="accent2">
              <a:alpha val="12000"/>
            </a:schemeClr>
          </a:solidFill>
          <a:ln w="15875">
            <a:solidFill>
              <a:srgbClr val="2A6FB0"/>
            </a:solidFill>
            <a:prstDash val="solid"/>
          </a:ln>
        </p:spPr>
      </p:sp>
      <p:sp>
        <p:nvSpPr>
          <p:cNvPr id="6" name="Text 3"/>
          <p:cNvSpPr txBox="1"/>
          <p:nvPr/>
        </p:nvSpPr>
        <p:spPr>
          <a:xfrm>
            <a:off x="713232" y="1554480"/>
            <a:ext cx="4882896" cy="868680"/>
          </a:xfrm>
          <a:prstGeom prst="rect">
            <a:avLst/>
          </a:prstGeom>
          <a:noFill/>
          <a:ln/>
        </p:spPr>
        <p:txBody>
          <a:bodyPr wrap="square" lIns="0" tIns="0" rIns="0" bIns="0" rtlCol="0" anchor="ctr"/>
          <a:lstStyle/>
          <a:p>
            <a:pPr algn="l" indent="0" marL="0">
              <a:spcAft>
                <a:spcPts val="600"/>
              </a:spcAft>
              <a:buNone/>
            </a:pPr>
            <a:r>
              <a:rPr lang="en-US" sz="1900" b="1" dirty="0">
                <a:solidFill>
                  <a:schemeClr val="tx1"/>
                </a:solidFill>
              </a:rPr>
              <a:t>Kunt u dat spellen?</a:t>
            </a:r>
            <a:endParaRPr lang="en-US" sz="1900" dirty="0"/>
          </a:p>
          <a:p>
            <a:pPr algn="l" indent="0" marL="0">
              <a:spcAft>
                <a:spcPts val="600"/>
              </a:spcAft>
              <a:buNone/>
            </a:pPr>
            <a:r>
              <a:rPr lang="en-US" sz="1900" i="1" dirty="0">
                <a:solidFill>
                  <a:schemeClr val="tx1"/>
                </a:solidFill>
              </a:rPr>
              <a:t>(Pouvez-vous l’épeler ?)</a:t>
            </a:r>
            <a:endParaRPr lang="en-US" sz="1900" dirty="0"/>
          </a:p>
        </p:txBody>
      </p:sp>
      <p:sp>
        <p:nvSpPr>
          <p:cNvPr id="7" name="Shape 4"/>
          <p:cNvSpPr/>
          <p:nvPr/>
        </p:nvSpPr>
        <p:spPr>
          <a:xfrm>
            <a:off x="1188720" y="2468880"/>
            <a:ext cx="914" cy="228600"/>
          </a:xfrm>
          <a:prstGeom prst="line">
            <a:avLst/>
          </a:prstGeom>
          <a:noFill/>
          <a:ln w="25400">
            <a:solidFill>
              <a:srgbClr val="4A5A70"/>
            </a:solidFill>
            <a:prstDash val="solid"/>
            <a:tailEnd type="triangle"/>
          </a:ln>
        </p:spPr>
      </p:sp>
      <p:sp>
        <p:nvSpPr>
          <p:cNvPr id="8" name="Shape 5"/>
          <p:cNvSpPr/>
          <p:nvPr/>
        </p:nvSpPr>
        <p:spPr>
          <a:xfrm>
            <a:off x="548640" y="2743200"/>
            <a:ext cx="5212080" cy="640080"/>
          </a:xfrm>
          <a:prstGeom prst="roundRect">
            <a:avLst>
              <a:gd name="adj" fmla="val 25714"/>
            </a:avLst>
          </a:prstGeom>
          <a:solidFill>
            <a:schemeClr val="accent3">
              <a:alpha val="12000"/>
            </a:schemeClr>
          </a:solidFill>
          <a:ln w="15875">
            <a:solidFill>
              <a:srgbClr val="2E7D4F"/>
            </a:solidFill>
            <a:prstDash val="solid"/>
          </a:ln>
        </p:spPr>
      </p:sp>
      <p:sp>
        <p:nvSpPr>
          <p:cNvPr id="9" name="Text 6"/>
          <p:cNvSpPr txBox="1"/>
          <p:nvPr/>
        </p:nvSpPr>
        <p:spPr>
          <a:xfrm>
            <a:off x="713232" y="2743200"/>
            <a:ext cx="4882896" cy="640080"/>
          </a:xfrm>
          <a:prstGeom prst="rect">
            <a:avLst/>
          </a:prstGeom>
          <a:noFill/>
          <a:ln/>
        </p:spPr>
        <p:txBody>
          <a:bodyPr wrap="square" lIns="0" tIns="0" rIns="0" bIns="0" rtlCol="0" anchor="ctr"/>
          <a:lstStyle/>
          <a:p>
            <a:pPr algn="l" indent="0" marL="0">
              <a:buNone/>
            </a:pPr>
            <a:r>
              <a:rPr lang="en-US" sz="2200" b="1" dirty="0">
                <a:solidFill>
                  <a:schemeClr val="tx1"/>
                </a:solidFill>
              </a:rPr>
              <a:t>B – E – N – A – L – I.</a:t>
            </a:r>
            <a:endParaRPr lang="en-US" sz="2200" dirty="0"/>
          </a:p>
        </p:txBody>
      </p:sp>
      <p:sp>
        <p:nvSpPr>
          <p:cNvPr id="10" name="Shape 7"/>
          <p:cNvSpPr/>
          <p:nvPr/>
        </p:nvSpPr>
        <p:spPr>
          <a:xfrm>
            <a:off x="621792" y="3611880"/>
            <a:ext cx="685800" cy="685800"/>
          </a:xfrm>
          <a:prstGeom prst="roundRect">
            <a:avLst>
              <a:gd name="adj" fmla="val 8000"/>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1" name="Text 8"/>
          <p:cNvSpPr txBox="1"/>
          <p:nvPr/>
        </p:nvSpPr>
        <p:spPr>
          <a:xfrm>
            <a:off x="621792" y="3611880"/>
            <a:ext cx="6858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B</a:t>
            </a:r>
            <a:endParaRPr lang="en-US" sz="3000" dirty="0"/>
          </a:p>
        </p:txBody>
      </p:sp>
      <p:sp>
        <p:nvSpPr>
          <p:cNvPr id="12" name="Shape 9"/>
          <p:cNvSpPr/>
          <p:nvPr/>
        </p:nvSpPr>
        <p:spPr>
          <a:xfrm>
            <a:off x="1490472" y="3611880"/>
            <a:ext cx="685800" cy="685800"/>
          </a:xfrm>
          <a:prstGeom prst="roundRect">
            <a:avLst>
              <a:gd name="adj" fmla="val 8000"/>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3" name="Text 10"/>
          <p:cNvSpPr txBox="1"/>
          <p:nvPr/>
        </p:nvSpPr>
        <p:spPr>
          <a:xfrm>
            <a:off x="1490472" y="3611880"/>
            <a:ext cx="6858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E</a:t>
            </a:r>
            <a:endParaRPr lang="en-US" sz="3000" dirty="0"/>
          </a:p>
        </p:txBody>
      </p:sp>
      <p:sp>
        <p:nvSpPr>
          <p:cNvPr id="14" name="Shape 11"/>
          <p:cNvSpPr/>
          <p:nvPr/>
        </p:nvSpPr>
        <p:spPr>
          <a:xfrm>
            <a:off x="2359152" y="3611880"/>
            <a:ext cx="685800" cy="685800"/>
          </a:xfrm>
          <a:prstGeom prst="roundRect">
            <a:avLst>
              <a:gd name="adj" fmla="val 8000"/>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5" name="Text 12"/>
          <p:cNvSpPr txBox="1"/>
          <p:nvPr/>
        </p:nvSpPr>
        <p:spPr>
          <a:xfrm>
            <a:off x="2359152" y="3611880"/>
            <a:ext cx="6858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N</a:t>
            </a:r>
            <a:endParaRPr lang="en-US" sz="3000" dirty="0"/>
          </a:p>
        </p:txBody>
      </p:sp>
      <p:sp>
        <p:nvSpPr>
          <p:cNvPr id="16" name="Shape 13"/>
          <p:cNvSpPr/>
          <p:nvPr/>
        </p:nvSpPr>
        <p:spPr>
          <a:xfrm>
            <a:off x="3227832" y="3611880"/>
            <a:ext cx="685800" cy="685800"/>
          </a:xfrm>
          <a:prstGeom prst="roundRect">
            <a:avLst>
              <a:gd name="adj" fmla="val 8000"/>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7" name="Text 14"/>
          <p:cNvSpPr txBox="1"/>
          <p:nvPr/>
        </p:nvSpPr>
        <p:spPr>
          <a:xfrm>
            <a:off x="3227832" y="3611880"/>
            <a:ext cx="6858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A</a:t>
            </a:r>
            <a:endParaRPr lang="en-US" sz="3000" dirty="0"/>
          </a:p>
        </p:txBody>
      </p:sp>
      <p:sp>
        <p:nvSpPr>
          <p:cNvPr id="18" name="Shape 15"/>
          <p:cNvSpPr/>
          <p:nvPr/>
        </p:nvSpPr>
        <p:spPr>
          <a:xfrm>
            <a:off x="4096512" y="3611880"/>
            <a:ext cx="685800" cy="685800"/>
          </a:xfrm>
          <a:prstGeom prst="roundRect">
            <a:avLst>
              <a:gd name="adj" fmla="val 8000"/>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9" name="Text 16"/>
          <p:cNvSpPr txBox="1"/>
          <p:nvPr/>
        </p:nvSpPr>
        <p:spPr>
          <a:xfrm>
            <a:off x="4096512" y="3611880"/>
            <a:ext cx="6858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L</a:t>
            </a:r>
            <a:endParaRPr lang="en-US" sz="3000" dirty="0"/>
          </a:p>
        </p:txBody>
      </p:sp>
      <p:sp>
        <p:nvSpPr>
          <p:cNvPr id="20" name="Shape 17"/>
          <p:cNvSpPr/>
          <p:nvPr/>
        </p:nvSpPr>
        <p:spPr>
          <a:xfrm>
            <a:off x="4965192" y="3611880"/>
            <a:ext cx="685800" cy="685800"/>
          </a:xfrm>
          <a:prstGeom prst="roundRect">
            <a:avLst>
              <a:gd name="adj" fmla="val 8000"/>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21" name="Text 18"/>
          <p:cNvSpPr txBox="1"/>
          <p:nvPr/>
        </p:nvSpPr>
        <p:spPr>
          <a:xfrm>
            <a:off x="4965192" y="3611880"/>
            <a:ext cx="685800" cy="685800"/>
          </a:xfrm>
          <a:prstGeom prst="rect">
            <a:avLst/>
          </a:prstGeom>
          <a:noFill/>
          <a:ln/>
        </p:spPr>
        <p:txBody>
          <a:bodyPr wrap="square" lIns="0" tIns="0" rIns="0" bIns="0" rtlCol="0" anchor="ctr"/>
          <a:lstStyle/>
          <a:p>
            <a:pPr algn="ctr" indent="0" marL="0">
              <a:buNone/>
            </a:pPr>
            <a:r>
              <a:rPr lang="en-US" sz="3000" b="1" dirty="0">
                <a:solidFill>
                  <a:schemeClr val="tx2"/>
                </a:solidFill>
                <a:latin typeface="+mj-lt" pitchFamily="34" charset="0"/>
                <a:ea typeface="+mj-lt" pitchFamily="34" charset="-122"/>
                <a:cs typeface="+mj-lt" pitchFamily="34" charset="-120"/>
              </a:rPr>
              <a:t>I</a:t>
            </a:r>
            <a:endParaRPr lang="en-US" sz="3000" dirty="0"/>
          </a:p>
        </p:txBody>
      </p:sp>
      <p:sp>
        <p:nvSpPr>
          <p:cNvPr id="22" name="Text 19"/>
          <p:cNvSpPr txBox="1"/>
          <p:nvPr/>
        </p:nvSpPr>
        <p:spPr>
          <a:xfrm>
            <a:off x="548640" y="4572000"/>
            <a:ext cx="914400" cy="548640"/>
          </a:xfrm>
          <a:prstGeom prst="rect">
            <a:avLst/>
          </a:prstGeom>
          <a:noFill/>
          <a:ln/>
        </p:spPr>
        <p:txBody>
          <a:bodyPr wrap="square" lIns="0" tIns="0" rIns="0" bIns="0" rtlCol="0" anchor="ctr"/>
          <a:lstStyle/>
          <a:p>
            <a:pPr algn="l" indent="0" marL="0">
              <a:buNone/>
            </a:pPr>
            <a:r>
              <a:rPr lang="en-US" sz="1500" i="1" dirty="0">
                <a:solidFill>
                  <a:schemeClr val="accent5"/>
                </a:solidFill>
              </a:rPr>
              <a:t>aussi :</a:t>
            </a:r>
            <a:endParaRPr lang="en-US" sz="1500" dirty="0"/>
          </a:p>
        </p:txBody>
      </p:sp>
      <p:sp>
        <p:nvSpPr>
          <p:cNvPr id="23" name="Shape 20"/>
          <p:cNvSpPr/>
          <p:nvPr/>
        </p:nvSpPr>
        <p:spPr>
          <a:xfrm>
            <a:off x="1417320" y="4572000"/>
            <a:ext cx="3291840" cy="548640"/>
          </a:xfrm>
          <a:prstGeom prst="roundRect">
            <a:avLst>
              <a:gd name="adj" fmla="val 30000"/>
            </a:avLst>
          </a:prstGeom>
          <a:solidFill>
            <a:schemeClr val="accent5">
              <a:alpha val="12000"/>
            </a:schemeClr>
          </a:solidFill>
          <a:ln w="15875">
            <a:solidFill>
              <a:srgbClr val="4A5A70"/>
            </a:solidFill>
            <a:prstDash val="solid"/>
          </a:ln>
        </p:spPr>
      </p:sp>
      <p:sp>
        <p:nvSpPr>
          <p:cNvPr id="24" name="Text 21"/>
          <p:cNvSpPr txBox="1"/>
          <p:nvPr/>
        </p:nvSpPr>
        <p:spPr>
          <a:xfrm>
            <a:off x="1581912" y="4572000"/>
            <a:ext cx="2962656" cy="548640"/>
          </a:xfrm>
          <a:prstGeom prst="rect">
            <a:avLst/>
          </a:prstGeom>
          <a:noFill/>
          <a:ln/>
        </p:spPr>
        <p:txBody>
          <a:bodyPr wrap="square" lIns="0" tIns="0" rIns="0" bIns="0" rtlCol="0" anchor="ctr"/>
          <a:lstStyle/>
          <a:p>
            <a:pPr algn="l" indent="0" marL="0">
              <a:buNone/>
            </a:pPr>
            <a:r>
              <a:rPr lang="en-US" sz="1800" dirty="0">
                <a:solidFill>
                  <a:schemeClr val="tx1"/>
                </a:solidFill>
              </a:rPr>
              <a:t>Hoe schrijf je dat?</a:t>
            </a:r>
            <a:endParaRPr lang="en-US" sz="1800" dirty="0"/>
          </a:p>
        </p:txBody>
      </p:sp>
      <p:sp>
        <p:nvSpPr>
          <p:cNvPr id="25" name="Shape 22"/>
          <p:cNvSpPr/>
          <p:nvPr/>
        </p:nvSpPr>
        <p:spPr>
          <a:xfrm>
            <a:off x="6035040" y="1536192"/>
            <a:ext cx="2926080" cy="3794760"/>
          </a:xfrm>
          <a:prstGeom prst="roundRect">
            <a:avLst>
              <a:gd name="adj" fmla="val 5625"/>
            </a:avLst>
          </a:prstGeom>
          <a:solidFill>
            <a:srgbClr val="1B233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6172200" y="1810512"/>
            <a:ext cx="2651760" cy="3200400"/>
          </a:xfrm>
          <a:prstGeom prst="roundRect">
            <a:avLst>
              <a:gd name="adj" fmla="val 2069"/>
            </a:avLst>
          </a:prstGeom>
          <a:solidFill>
            <a:schemeClr val="bg2"/>
          </a:solidFill>
          <a:ln w="12700">
            <a:solidFill>
              <a:srgbClr val="FFFFFF">
                <a:alpha val="0"/>
              </a:srgbClr>
            </a:solidFill>
            <a:prstDash val="solid"/>
          </a:ln>
        </p:spPr>
      </p:sp>
      <p:sp>
        <p:nvSpPr>
          <p:cNvPr id="27" name="Shape 24"/>
          <p:cNvSpPr/>
          <p:nvPr/>
        </p:nvSpPr>
        <p:spPr>
          <a:xfrm>
            <a:off x="7388352" y="5074920"/>
            <a:ext cx="219456" cy="182880"/>
          </a:xfrm>
          <a:prstGeom prst="ellipse">
            <a:avLst/>
          </a:prstGeom>
          <a:solidFill>
            <a:srgbClr val="4A5A70"/>
          </a:solidFill>
          <a:ln w="12700">
            <a:solidFill>
              <a:srgbClr val="FFFFFF">
                <a:alpha val="0"/>
              </a:srgbClr>
            </a:solidFill>
            <a:prstDash val="solid"/>
          </a:ln>
        </p:spPr>
      </p:sp>
      <p:pic>
        <p:nvPicPr>
          <p:cNvPr id="28" name="Image 0" descr="PhoneAlt">    </p:cNvPr>
          <p:cNvPicPr>
            <a:picLocks noChangeAspect="1"/>
          </p:cNvPicPr>
          <p:nvPr/>
        </p:nvPicPr>
        <p:blipFill>
          <a:blip r:embed="rId1"/>
          <a:stretch>
            <a:fillRect/>
          </a:stretch>
        </p:blipFill>
        <p:spPr>
          <a:xfrm>
            <a:off x="6309360" y="1938528"/>
            <a:ext cx="274320" cy="274320"/>
          </a:xfrm>
          <a:prstGeom prst="rect">
            <a:avLst/>
          </a:prstGeom>
        </p:spPr>
      </p:pic>
      <p:sp>
        <p:nvSpPr>
          <p:cNvPr id="29" name="Text 25"/>
          <p:cNvSpPr txBox="1"/>
          <p:nvPr/>
        </p:nvSpPr>
        <p:spPr>
          <a:xfrm>
            <a:off x="6172200" y="2240280"/>
            <a:ext cx="2651760" cy="502920"/>
          </a:xfrm>
          <a:prstGeom prst="rect">
            <a:avLst/>
          </a:prstGeom>
          <a:noFill/>
          <a:ln/>
        </p:spPr>
        <p:txBody>
          <a:bodyPr wrap="square" lIns="0" tIns="0" rIns="0" bIns="0" rtlCol="0" anchor="ctr"/>
          <a:lstStyle/>
          <a:p>
            <a:pPr algn="ctr" indent="0" marL="0">
              <a:buNone/>
            </a:pPr>
            <a:r>
              <a:rPr lang="en-US" sz="2400" b="1" dirty="0">
                <a:solidFill>
                  <a:schemeClr val="tx2"/>
                </a:solidFill>
              </a:rPr>
              <a:t>0470 12 34 56</a:t>
            </a:r>
            <a:endParaRPr lang="en-US" sz="2400" dirty="0"/>
          </a:p>
        </p:txBody>
      </p:sp>
      <p:sp>
        <p:nvSpPr>
          <p:cNvPr id="30" name="Shape 26"/>
          <p:cNvSpPr/>
          <p:nvPr/>
        </p:nvSpPr>
        <p:spPr>
          <a:xfrm>
            <a:off x="6291072" y="2852928"/>
            <a:ext cx="2414016" cy="438912"/>
          </a:xfrm>
          <a:prstGeom prst="roundRect">
            <a:avLst>
              <a:gd name="adj" fmla="val 16667"/>
            </a:avLst>
          </a:prstGeom>
          <a:solidFill>
            <a:srgbClr val="FFFFFF"/>
          </a:solidFill>
          <a:ln w="12700">
            <a:solidFill>
              <a:srgbClr val="D5DCE6"/>
            </a:solidFill>
            <a:prstDash val="solid"/>
          </a:ln>
        </p:spPr>
      </p:sp>
      <p:sp>
        <p:nvSpPr>
          <p:cNvPr id="31" name="Text 27"/>
          <p:cNvSpPr txBox="1"/>
          <p:nvPr/>
        </p:nvSpPr>
        <p:spPr>
          <a:xfrm>
            <a:off x="6364224" y="2852928"/>
            <a:ext cx="548640" cy="438912"/>
          </a:xfrm>
          <a:prstGeom prst="rect">
            <a:avLst/>
          </a:prstGeom>
          <a:noFill/>
          <a:ln/>
        </p:spPr>
        <p:txBody>
          <a:bodyPr wrap="square" lIns="0" tIns="0" rIns="0" bIns="0" rtlCol="0" anchor="ctr"/>
          <a:lstStyle/>
          <a:p>
            <a:pPr algn="l" indent="0" marL="0">
              <a:buNone/>
            </a:pPr>
            <a:r>
              <a:rPr lang="en-US" sz="1500" b="1" dirty="0">
                <a:solidFill>
                  <a:schemeClr val="accent1"/>
                </a:solidFill>
              </a:rPr>
              <a:t>0470</a:t>
            </a:r>
            <a:endParaRPr lang="en-US" sz="1500" dirty="0"/>
          </a:p>
        </p:txBody>
      </p:sp>
      <p:sp>
        <p:nvSpPr>
          <p:cNvPr id="32" name="Text 28"/>
          <p:cNvSpPr txBox="1"/>
          <p:nvPr/>
        </p:nvSpPr>
        <p:spPr>
          <a:xfrm>
            <a:off x="6903720" y="2852928"/>
            <a:ext cx="1783080" cy="438912"/>
          </a:xfrm>
          <a:prstGeom prst="rect">
            <a:avLst/>
          </a:prstGeom>
          <a:noFill/>
          <a:ln/>
        </p:spPr>
        <p:txBody>
          <a:bodyPr wrap="square" lIns="0" tIns="0" rIns="0" bIns="0" rtlCol="0" anchor="ctr"/>
          <a:lstStyle/>
          <a:p>
            <a:pPr algn="l" indent="0" marL="0">
              <a:buNone/>
            </a:pPr>
            <a:r>
              <a:rPr lang="en-US" sz="1500" dirty="0">
                <a:solidFill>
                  <a:schemeClr val="tx1"/>
                </a:solidFill>
              </a:rPr>
              <a:t>nul vier zeven nul</a:t>
            </a:r>
            <a:endParaRPr lang="en-US" sz="1500" dirty="0"/>
          </a:p>
        </p:txBody>
      </p:sp>
      <p:sp>
        <p:nvSpPr>
          <p:cNvPr id="33" name="Shape 29"/>
          <p:cNvSpPr/>
          <p:nvPr/>
        </p:nvSpPr>
        <p:spPr>
          <a:xfrm>
            <a:off x="6291072" y="3374136"/>
            <a:ext cx="2414016" cy="438912"/>
          </a:xfrm>
          <a:prstGeom prst="roundRect">
            <a:avLst>
              <a:gd name="adj" fmla="val 16667"/>
            </a:avLst>
          </a:prstGeom>
          <a:solidFill>
            <a:srgbClr val="FFFFFF"/>
          </a:solidFill>
          <a:ln w="12700">
            <a:solidFill>
              <a:srgbClr val="D5DCE6"/>
            </a:solidFill>
            <a:prstDash val="solid"/>
          </a:ln>
        </p:spPr>
      </p:sp>
      <p:sp>
        <p:nvSpPr>
          <p:cNvPr id="34" name="Text 30"/>
          <p:cNvSpPr txBox="1"/>
          <p:nvPr/>
        </p:nvSpPr>
        <p:spPr>
          <a:xfrm>
            <a:off x="6364224" y="3374136"/>
            <a:ext cx="548640" cy="438912"/>
          </a:xfrm>
          <a:prstGeom prst="rect">
            <a:avLst/>
          </a:prstGeom>
          <a:noFill/>
          <a:ln/>
        </p:spPr>
        <p:txBody>
          <a:bodyPr wrap="square" lIns="0" tIns="0" rIns="0" bIns="0" rtlCol="0" anchor="ctr"/>
          <a:lstStyle/>
          <a:p>
            <a:pPr algn="l" indent="0" marL="0">
              <a:buNone/>
            </a:pPr>
            <a:r>
              <a:rPr lang="en-US" sz="1500" b="1" dirty="0">
                <a:solidFill>
                  <a:schemeClr val="accent1"/>
                </a:solidFill>
              </a:rPr>
              <a:t>12</a:t>
            </a:r>
            <a:endParaRPr lang="en-US" sz="1500" dirty="0"/>
          </a:p>
        </p:txBody>
      </p:sp>
      <p:sp>
        <p:nvSpPr>
          <p:cNvPr id="35" name="Text 31"/>
          <p:cNvSpPr txBox="1"/>
          <p:nvPr/>
        </p:nvSpPr>
        <p:spPr>
          <a:xfrm>
            <a:off x="6903720" y="3374136"/>
            <a:ext cx="1783080" cy="438912"/>
          </a:xfrm>
          <a:prstGeom prst="rect">
            <a:avLst/>
          </a:prstGeom>
          <a:noFill/>
          <a:ln/>
        </p:spPr>
        <p:txBody>
          <a:bodyPr wrap="square" lIns="0" tIns="0" rIns="0" bIns="0" rtlCol="0" anchor="ctr"/>
          <a:lstStyle/>
          <a:p>
            <a:pPr algn="l" indent="0" marL="0">
              <a:buNone/>
            </a:pPr>
            <a:r>
              <a:rPr lang="en-US" sz="1500" dirty="0">
                <a:solidFill>
                  <a:schemeClr val="tx1"/>
                </a:solidFill>
              </a:rPr>
              <a:t>twaalf</a:t>
            </a:r>
            <a:endParaRPr lang="en-US" sz="1500" dirty="0"/>
          </a:p>
        </p:txBody>
      </p:sp>
      <p:sp>
        <p:nvSpPr>
          <p:cNvPr id="36" name="Shape 32"/>
          <p:cNvSpPr/>
          <p:nvPr/>
        </p:nvSpPr>
        <p:spPr>
          <a:xfrm>
            <a:off x="6291072" y="3895344"/>
            <a:ext cx="2414016" cy="438912"/>
          </a:xfrm>
          <a:prstGeom prst="roundRect">
            <a:avLst>
              <a:gd name="adj" fmla="val 16667"/>
            </a:avLst>
          </a:prstGeom>
          <a:solidFill>
            <a:srgbClr val="FFFFFF"/>
          </a:solidFill>
          <a:ln w="12700">
            <a:solidFill>
              <a:srgbClr val="D5DCE6"/>
            </a:solidFill>
            <a:prstDash val="solid"/>
          </a:ln>
        </p:spPr>
      </p:sp>
      <p:sp>
        <p:nvSpPr>
          <p:cNvPr id="37" name="Text 33"/>
          <p:cNvSpPr txBox="1"/>
          <p:nvPr/>
        </p:nvSpPr>
        <p:spPr>
          <a:xfrm>
            <a:off x="6364224" y="3895344"/>
            <a:ext cx="548640" cy="438912"/>
          </a:xfrm>
          <a:prstGeom prst="rect">
            <a:avLst/>
          </a:prstGeom>
          <a:noFill/>
          <a:ln/>
        </p:spPr>
        <p:txBody>
          <a:bodyPr wrap="square" lIns="0" tIns="0" rIns="0" bIns="0" rtlCol="0" anchor="ctr"/>
          <a:lstStyle/>
          <a:p>
            <a:pPr algn="l" indent="0" marL="0">
              <a:buNone/>
            </a:pPr>
            <a:r>
              <a:rPr lang="en-US" sz="1500" b="1" dirty="0">
                <a:solidFill>
                  <a:schemeClr val="accent1"/>
                </a:solidFill>
              </a:rPr>
              <a:t>34</a:t>
            </a:r>
            <a:endParaRPr lang="en-US" sz="1500" dirty="0"/>
          </a:p>
        </p:txBody>
      </p:sp>
      <p:sp>
        <p:nvSpPr>
          <p:cNvPr id="38" name="Text 34"/>
          <p:cNvSpPr txBox="1"/>
          <p:nvPr/>
        </p:nvSpPr>
        <p:spPr>
          <a:xfrm>
            <a:off x="6903720" y="3895344"/>
            <a:ext cx="1783080" cy="438912"/>
          </a:xfrm>
          <a:prstGeom prst="rect">
            <a:avLst/>
          </a:prstGeom>
          <a:noFill/>
          <a:ln/>
        </p:spPr>
        <p:txBody>
          <a:bodyPr wrap="square" lIns="0" tIns="0" rIns="0" bIns="0" rtlCol="0" anchor="ctr"/>
          <a:lstStyle/>
          <a:p>
            <a:pPr algn="l" indent="0" marL="0">
              <a:buNone/>
            </a:pPr>
            <a:r>
              <a:rPr lang="en-US" sz="1500" dirty="0">
                <a:solidFill>
                  <a:schemeClr val="tx1"/>
                </a:solidFill>
              </a:rPr>
              <a:t>vierendertig</a:t>
            </a:r>
            <a:endParaRPr lang="en-US" sz="1500" dirty="0"/>
          </a:p>
        </p:txBody>
      </p:sp>
      <p:sp>
        <p:nvSpPr>
          <p:cNvPr id="39" name="Shape 35"/>
          <p:cNvSpPr/>
          <p:nvPr/>
        </p:nvSpPr>
        <p:spPr>
          <a:xfrm>
            <a:off x="6291072" y="4416552"/>
            <a:ext cx="2414016" cy="438912"/>
          </a:xfrm>
          <a:prstGeom prst="roundRect">
            <a:avLst>
              <a:gd name="adj" fmla="val 16667"/>
            </a:avLst>
          </a:prstGeom>
          <a:solidFill>
            <a:srgbClr val="FFFFFF"/>
          </a:solidFill>
          <a:ln w="12700">
            <a:solidFill>
              <a:srgbClr val="D5DCE6"/>
            </a:solidFill>
            <a:prstDash val="solid"/>
          </a:ln>
        </p:spPr>
      </p:sp>
      <p:sp>
        <p:nvSpPr>
          <p:cNvPr id="40" name="Text 36"/>
          <p:cNvSpPr txBox="1"/>
          <p:nvPr/>
        </p:nvSpPr>
        <p:spPr>
          <a:xfrm>
            <a:off x="6364224" y="4416552"/>
            <a:ext cx="548640" cy="438912"/>
          </a:xfrm>
          <a:prstGeom prst="rect">
            <a:avLst/>
          </a:prstGeom>
          <a:noFill/>
          <a:ln/>
        </p:spPr>
        <p:txBody>
          <a:bodyPr wrap="square" lIns="0" tIns="0" rIns="0" bIns="0" rtlCol="0" anchor="ctr"/>
          <a:lstStyle/>
          <a:p>
            <a:pPr algn="l" indent="0" marL="0">
              <a:buNone/>
            </a:pPr>
            <a:r>
              <a:rPr lang="en-US" sz="1500" b="1" dirty="0">
                <a:solidFill>
                  <a:schemeClr val="accent1"/>
                </a:solidFill>
              </a:rPr>
              <a:t>56</a:t>
            </a:r>
            <a:endParaRPr lang="en-US" sz="1500" dirty="0"/>
          </a:p>
        </p:txBody>
      </p:sp>
      <p:sp>
        <p:nvSpPr>
          <p:cNvPr id="41" name="Text 37"/>
          <p:cNvSpPr txBox="1"/>
          <p:nvPr/>
        </p:nvSpPr>
        <p:spPr>
          <a:xfrm>
            <a:off x="6903720" y="4416552"/>
            <a:ext cx="1783080" cy="438912"/>
          </a:xfrm>
          <a:prstGeom prst="rect">
            <a:avLst/>
          </a:prstGeom>
          <a:noFill/>
          <a:ln/>
        </p:spPr>
        <p:txBody>
          <a:bodyPr wrap="square" lIns="0" tIns="0" rIns="0" bIns="0" rtlCol="0" anchor="ctr"/>
          <a:lstStyle/>
          <a:p>
            <a:pPr algn="l" indent="0" marL="0">
              <a:buNone/>
            </a:pPr>
            <a:r>
              <a:rPr lang="en-US" sz="1500" dirty="0">
                <a:solidFill>
                  <a:schemeClr val="tx1"/>
                </a:solidFill>
              </a:rPr>
              <a:t>zesenvijftig</a:t>
            </a:r>
            <a:endParaRPr lang="en-US" sz="1500" dirty="0"/>
          </a:p>
        </p:txBody>
      </p:sp>
      <p:sp>
        <p:nvSpPr>
          <p:cNvPr id="42" name="Shape 38"/>
          <p:cNvSpPr/>
          <p:nvPr/>
        </p:nvSpPr>
        <p:spPr>
          <a:xfrm>
            <a:off x="9189720" y="1554480"/>
            <a:ext cx="2450592" cy="868680"/>
          </a:xfrm>
          <a:prstGeom prst="roundRect">
            <a:avLst>
              <a:gd name="adj" fmla="val 18947"/>
            </a:avLst>
          </a:prstGeom>
          <a:solidFill>
            <a:schemeClr val="accent2">
              <a:alpha val="12000"/>
            </a:schemeClr>
          </a:solidFill>
          <a:ln w="15875">
            <a:solidFill>
              <a:srgbClr val="2A6FB0"/>
            </a:solidFill>
            <a:prstDash val="solid"/>
          </a:ln>
        </p:spPr>
      </p:sp>
      <p:sp>
        <p:nvSpPr>
          <p:cNvPr id="43" name="Text 39"/>
          <p:cNvSpPr txBox="1"/>
          <p:nvPr/>
        </p:nvSpPr>
        <p:spPr>
          <a:xfrm>
            <a:off x="9354312" y="1554480"/>
            <a:ext cx="2121408" cy="868680"/>
          </a:xfrm>
          <a:prstGeom prst="rect">
            <a:avLst/>
          </a:prstGeom>
          <a:noFill/>
          <a:ln/>
        </p:spPr>
        <p:txBody>
          <a:bodyPr wrap="square" lIns="0" tIns="0" rIns="0" bIns="0" rtlCol="0" anchor="ctr"/>
          <a:lstStyle/>
          <a:p>
            <a:pPr algn="l" indent="0" marL="0">
              <a:buNone/>
            </a:pPr>
            <a:r>
              <a:rPr lang="en-US" sz="1800" dirty="0">
                <a:solidFill>
                  <a:schemeClr val="tx1"/>
                </a:solidFill>
              </a:rPr>
              <a:t>Wat is uw gsm-nummer?</a:t>
            </a:r>
            <a:endParaRPr lang="en-US" sz="1800" dirty="0"/>
          </a:p>
        </p:txBody>
      </p:sp>
      <p:pic>
        <p:nvPicPr>
          <p:cNvPr id="44" name="Image 1" descr="Redo">    </p:cNvPr>
          <p:cNvPicPr>
            <a:picLocks noChangeAspect="1"/>
          </p:cNvPicPr>
          <p:nvPr/>
        </p:nvPicPr>
        <p:blipFill>
          <a:blip r:embed="rId2"/>
          <a:stretch>
            <a:fillRect/>
          </a:stretch>
        </p:blipFill>
        <p:spPr>
          <a:xfrm>
            <a:off x="10277856" y="2788920"/>
            <a:ext cx="274320" cy="274320"/>
          </a:xfrm>
          <a:prstGeom prst="rect">
            <a:avLst/>
          </a:prstGeom>
        </p:spPr>
      </p:pic>
      <p:sp>
        <p:nvSpPr>
          <p:cNvPr id="45" name="Shape 40"/>
          <p:cNvSpPr/>
          <p:nvPr/>
        </p:nvSpPr>
        <p:spPr>
          <a:xfrm>
            <a:off x="9189720" y="3246120"/>
            <a:ext cx="2450592" cy="1417320"/>
          </a:xfrm>
          <a:prstGeom prst="roundRect">
            <a:avLst>
              <a:gd name="adj" fmla="val 11613"/>
            </a:avLst>
          </a:prstGeom>
          <a:solidFill>
            <a:schemeClr val="accent2">
              <a:alpha val="12000"/>
            </a:schemeClr>
          </a:solidFill>
          <a:ln w="15875">
            <a:solidFill>
              <a:srgbClr val="2A6FB0"/>
            </a:solidFill>
            <a:prstDash val="solid"/>
          </a:ln>
        </p:spPr>
      </p:sp>
      <p:sp>
        <p:nvSpPr>
          <p:cNvPr id="46" name="Text 41"/>
          <p:cNvSpPr txBox="1"/>
          <p:nvPr/>
        </p:nvSpPr>
        <p:spPr>
          <a:xfrm>
            <a:off x="9354312" y="3246120"/>
            <a:ext cx="2121408" cy="1417320"/>
          </a:xfrm>
          <a:prstGeom prst="rect">
            <a:avLst/>
          </a:prstGeom>
          <a:noFill/>
          <a:ln/>
        </p:spPr>
        <p:txBody>
          <a:bodyPr wrap="square" lIns="0" tIns="0" rIns="0" bIns="0" rtlCol="0" anchor="ctr"/>
          <a:lstStyle/>
          <a:p>
            <a:pPr algn="l" indent="0" marL="0">
              <a:spcAft>
                <a:spcPts val="600"/>
              </a:spcAft>
              <a:buNone/>
            </a:pPr>
            <a:r>
              <a:rPr lang="en-US" sz="1700" dirty="0">
                <a:solidFill>
                  <a:schemeClr val="tx1"/>
                </a:solidFill>
              </a:rPr>
              <a:t>Kunt u dat herhalen, alstublieft?</a:t>
            </a:r>
            <a:endParaRPr lang="en-US" sz="1700" dirty="0"/>
          </a:p>
          <a:p>
            <a:pPr algn="l" indent="0" marL="0">
              <a:spcAft>
                <a:spcPts val="600"/>
              </a:spcAft>
              <a:buNone/>
            </a:pPr>
            <a:r>
              <a:rPr lang="en-US" sz="1700" i="1" dirty="0">
                <a:solidFill>
                  <a:schemeClr val="tx1"/>
                </a:solidFill>
              </a:rPr>
              <a:t>(Pouvez-vous répéter ?)</a:t>
            </a:r>
            <a:endParaRPr lang="en-US" sz="1700" dirty="0"/>
          </a:p>
        </p:txBody>
      </p:sp>
      <p:sp>
        <p:nvSpPr>
          <p:cNvPr id="47" name="Shape 42"/>
          <p:cNvSpPr/>
          <p:nvPr/>
        </p:nvSpPr>
        <p:spPr>
          <a:xfrm>
            <a:off x="548640" y="5532120"/>
            <a:ext cx="11091672" cy="731520"/>
          </a:xfrm>
          <a:prstGeom prst="roundRect">
            <a:avLst>
              <a:gd name="adj" fmla="val 10000"/>
            </a:avLst>
          </a:prstGeom>
          <a:solidFill>
            <a:schemeClr val="bg2"/>
          </a:solidFill>
          <a:ln w="12700">
            <a:solidFill>
              <a:srgbClr val="D5DCE6"/>
            </a:solidFill>
            <a:prstDash val="solid"/>
          </a:ln>
        </p:spPr>
      </p:sp>
      <p:sp>
        <p:nvSpPr>
          <p:cNvPr id="48" name="Text 43"/>
          <p:cNvSpPr txBox="1"/>
          <p:nvPr/>
        </p:nvSpPr>
        <p:spPr>
          <a:xfrm>
            <a:off x="731520" y="5532120"/>
            <a:ext cx="2194560" cy="7315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LETTRES-PIÈGES (M1)</a:t>
            </a:r>
            <a:endParaRPr lang="en-US" sz="1200" dirty="0"/>
          </a:p>
        </p:txBody>
      </p:sp>
      <p:sp>
        <p:nvSpPr>
          <p:cNvPr id="49" name="Text 44"/>
          <p:cNvSpPr txBox="1"/>
          <p:nvPr/>
        </p:nvSpPr>
        <p:spPr>
          <a:xfrm>
            <a:off x="2971800" y="5596128"/>
            <a:ext cx="457200" cy="603504"/>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E</a:t>
            </a:r>
            <a:endParaRPr lang="en-US" sz="2400" dirty="0"/>
          </a:p>
        </p:txBody>
      </p:sp>
      <p:sp>
        <p:nvSpPr>
          <p:cNvPr id="50" name="Text 45"/>
          <p:cNvSpPr txBox="1"/>
          <p:nvPr/>
        </p:nvSpPr>
        <p:spPr>
          <a:xfrm>
            <a:off x="3410712" y="5596128"/>
            <a:ext cx="777240" cy="603504"/>
          </a:xfrm>
          <a:prstGeom prst="rect">
            <a:avLst/>
          </a:prstGeom>
          <a:noFill/>
          <a:ln/>
        </p:spPr>
        <p:txBody>
          <a:bodyPr wrap="square" lIns="0" tIns="0" rIns="0" bIns="0" rtlCol="0" anchor="ctr"/>
          <a:lstStyle/>
          <a:p>
            <a:pPr algn="l" indent="0" marL="0">
              <a:buNone/>
            </a:pPr>
            <a:r>
              <a:rPr lang="en-US" sz="1400" b="1" dirty="0">
                <a:solidFill>
                  <a:schemeClr val="accent1"/>
                </a:solidFill>
              </a:rPr>
              <a:t>« é »</a:t>
            </a:r>
            <a:endParaRPr lang="en-US" sz="1400" dirty="0"/>
          </a:p>
        </p:txBody>
      </p:sp>
      <p:sp>
        <p:nvSpPr>
          <p:cNvPr id="51" name="Text 46"/>
          <p:cNvSpPr txBox="1"/>
          <p:nvPr/>
        </p:nvSpPr>
        <p:spPr>
          <a:xfrm>
            <a:off x="4187952" y="5596128"/>
            <a:ext cx="457200" cy="603504"/>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G</a:t>
            </a:r>
            <a:endParaRPr lang="en-US" sz="2400" dirty="0"/>
          </a:p>
        </p:txBody>
      </p:sp>
      <p:sp>
        <p:nvSpPr>
          <p:cNvPr id="52" name="Text 47"/>
          <p:cNvSpPr txBox="1"/>
          <p:nvPr/>
        </p:nvSpPr>
        <p:spPr>
          <a:xfrm>
            <a:off x="4626864" y="5596128"/>
            <a:ext cx="777240" cy="603504"/>
          </a:xfrm>
          <a:prstGeom prst="rect">
            <a:avLst/>
          </a:prstGeom>
          <a:noFill/>
          <a:ln/>
        </p:spPr>
        <p:txBody>
          <a:bodyPr wrap="square" lIns="0" tIns="0" rIns="0" bIns="0" rtlCol="0" anchor="ctr"/>
          <a:lstStyle/>
          <a:p>
            <a:pPr algn="l" indent="0" marL="0">
              <a:buNone/>
            </a:pPr>
            <a:r>
              <a:rPr lang="en-US" sz="1400" b="1" dirty="0">
                <a:solidFill>
                  <a:schemeClr val="accent1"/>
                </a:solidFill>
              </a:rPr>
              <a:t>« ghé »</a:t>
            </a:r>
            <a:endParaRPr lang="en-US" sz="1400" dirty="0"/>
          </a:p>
        </p:txBody>
      </p:sp>
      <p:sp>
        <p:nvSpPr>
          <p:cNvPr id="53" name="Text 48"/>
          <p:cNvSpPr txBox="1"/>
          <p:nvPr/>
        </p:nvSpPr>
        <p:spPr>
          <a:xfrm>
            <a:off x="5404104" y="5596128"/>
            <a:ext cx="457200" cy="603504"/>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H</a:t>
            </a:r>
            <a:endParaRPr lang="en-US" sz="2400" dirty="0"/>
          </a:p>
        </p:txBody>
      </p:sp>
      <p:sp>
        <p:nvSpPr>
          <p:cNvPr id="54" name="Text 49"/>
          <p:cNvSpPr txBox="1"/>
          <p:nvPr/>
        </p:nvSpPr>
        <p:spPr>
          <a:xfrm>
            <a:off x="5843016" y="5596128"/>
            <a:ext cx="777240" cy="603504"/>
          </a:xfrm>
          <a:prstGeom prst="rect">
            <a:avLst/>
          </a:prstGeom>
          <a:noFill/>
          <a:ln/>
        </p:spPr>
        <p:txBody>
          <a:bodyPr wrap="square" lIns="0" tIns="0" rIns="0" bIns="0" rtlCol="0" anchor="ctr"/>
          <a:lstStyle/>
          <a:p>
            <a:pPr algn="l" indent="0" marL="0">
              <a:buNone/>
            </a:pPr>
            <a:r>
              <a:rPr lang="en-US" sz="1400" b="1" dirty="0">
                <a:solidFill>
                  <a:schemeClr val="accent1"/>
                </a:solidFill>
              </a:rPr>
              <a:t>« ha »</a:t>
            </a:r>
            <a:endParaRPr lang="en-US" sz="1400" dirty="0"/>
          </a:p>
        </p:txBody>
      </p:sp>
      <p:sp>
        <p:nvSpPr>
          <p:cNvPr id="55" name="Text 50"/>
          <p:cNvSpPr txBox="1"/>
          <p:nvPr/>
        </p:nvSpPr>
        <p:spPr>
          <a:xfrm>
            <a:off x="6620256" y="5596128"/>
            <a:ext cx="457200" cy="603504"/>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J</a:t>
            </a:r>
            <a:endParaRPr lang="en-US" sz="2400" dirty="0"/>
          </a:p>
        </p:txBody>
      </p:sp>
      <p:sp>
        <p:nvSpPr>
          <p:cNvPr id="56" name="Text 51"/>
          <p:cNvSpPr txBox="1"/>
          <p:nvPr/>
        </p:nvSpPr>
        <p:spPr>
          <a:xfrm>
            <a:off x="7059168" y="5596128"/>
            <a:ext cx="777240" cy="603504"/>
          </a:xfrm>
          <a:prstGeom prst="rect">
            <a:avLst/>
          </a:prstGeom>
          <a:noFill/>
          <a:ln/>
        </p:spPr>
        <p:txBody>
          <a:bodyPr wrap="square" lIns="0" tIns="0" rIns="0" bIns="0" rtlCol="0" anchor="ctr"/>
          <a:lstStyle/>
          <a:p>
            <a:pPr algn="l" indent="0" marL="0">
              <a:buNone/>
            </a:pPr>
            <a:r>
              <a:rPr lang="en-US" sz="1400" b="1" dirty="0">
                <a:solidFill>
                  <a:schemeClr val="accent1"/>
                </a:solidFill>
              </a:rPr>
              <a:t>« yé »</a:t>
            </a:r>
            <a:endParaRPr lang="en-US" sz="1400" dirty="0"/>
          </a:p>
        </p:txBody>
      </p:sp>
      <p:sp>
        <p:nvSpPr>
          <p:cNvPr id="57" name="Text 52"/>
          <p:cNvSpPr txBox="1"/>
          <p:nvPr/>
        </p:nvSpPr>
        <p:spPr>
          <a:xfrm>
            <a:off x="7836408" y="5596128"/>
            <a:ext cx="457200" cy="603504"/>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U</a:t>
            </a:r>
            <a:endParaRPr lang="en-US" sz="2400" dirty="0"/>
          </a:p>
        </p:txBody>
      </p:sp>
      <p:sp>
        <p:nvSpPr>
          <p:cNvPr id="58" name="Text 53"/>
          <p:cNvSpPr txBox="1"/>
          <p:nvPr/>
        </p:nvSpPr>
        <p:spPr>
          <a:xfrm>
            <a:off x="8275320" y="5596128"/>
            <a:ext cx="777240" cy="603504"/>
          </a:xfrm>
          <a:prstGeom prst="rect">
            <a:avLst/>
          </a:prstGeom>
          <a:noFill/>
          <a:ln/>
        </p:spPr>
        <p:txBody>
          <a:bodyPr wrap="square" lIns="0" tIns="0" rIns="0" bIns="0" rtlCol="0" anchor="ctr"/>
          <a:lstStyle/>
          <a:p>
            <a:pPr algn="l" indent="0" marL="0">
              <a:buNone/>
            </a:pPr>
            <a:r>
              <a:rPr lang="en-US" sz="1400" b="1" dirty="0">
                <a:solidFill>
                  <a:schemeClr val="accent1"/>
                </a:solidFill>
              </a:rPr>
              <a:t>« u »</a:t>
            </a:r>
            <a:endParaRPr lang="en-US" sz="1400" dirty="0"/>
          </a:p>
        </p:txBody>
      </p:sp>
      <p:sp>
        <p:nvSpPr>
          <p:cNvPr id="59" name="Text 54"/>
          <p:cNvSpPr txBox="1"/>
          <p:nvPr/>
        </p:nvSpPr>
        <p:spPr>
          <a:xfrm>
            <a:off x="9052560" y="5596128"/>
            <a:ext cx="457200" cy="603504"/>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W</a:t>
            </a:r>
            <a:endParaRPr lang="en-US" sz="2400" dirty="0"/>
          </a:p>
        </p:txBody>
      </p:sp>
      <p:sp>
        <p:nvSpPr>
          <p:cNvPr id="60" name="Text 55"/>
          <p:cNvSpPr txBox="1"/>
          <p:nvPr/>
        </p:nvSpPr>
        <p:spPr>
          <a:xfrm>
            <a:off x="9491472" y="5596128"/>
            <a:ext cx="777240" cy="603504"/>
          </a:xfrm>
          <a:prstGeom prst="rect">
            <a:avLst/>
          </a:prstGeom>
          <a:noFill/>
          <a:ln/>
        </p:spPr>
        <p:txBody>
          <a:bodyPr wrap="square" lIns="0" tIns="0" rIns="0" bIns="0" rtlCol="0" anchor="ctr"/>
          <a:lstStyle/>
          <a:p>
            <a:pPr algn="l" indent="0" marL="0">
              <a:buNone/>
            </a:pPr>
            <a:r>
              <a:rPr lang="en-US" sz="1400" b="1" dirty="0">
                <a:solidFill>
                  <a:schemeClr val="accent1"/>
                </a:solidFill>
              </a:rPr>
              <a:t>« wé »</a:t>
            </a:r>
            <a:endParaRPr lang="en-US" sz="1400" dirty="0"/>
          </a:p>
        </p:txBody>
      </p:sp>
      <p:sp>
        <p:nvSpPr>
          <p:cNvPr id="61" name="Text 56"/>
          <p:cNvSpPr txBox="1"/>
          <p:nvPr/>
        </p:nvSpPr>
        <p:spPr>
          <a:xfrm>
            <a:off x="10268712" y="5596128"/>
            <a:ext cx="457200" cy="603504"/>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IJ</a:t>
            </a:r>
            <a:endParaRPr lang="en-US" sz="2400" dirty="0"/>
          </a:p>
        </p:txBody>
      </p:sp>
      <p:sp>
        <p:nvSpPr>
          <p:cNvPr id="62" name="Text 57"/>
          <p:cNvSpPr txBox="1"/>
          <p:nvPr/>
        </p:nvSpPr>
        <p:spPr>
          <a:xfrm>
            <a:off x="10707624" y="5596128"/>
            <a:ext cx="777240" cy="603504"/>
          </a:xfrm>
          <a:prstGeom prst="rect">
            <a:avLst/>
          </a:prstGeom>
          <a:noFill/>
          <a:ln/>
        </p:spPr>
        <p:txBody>
          <a:bodyPr wrap="square" lIns="0" tIns="0" rIns="0" bIns="0" rtlCol="0" anchor="ctr"/>
          <a:lstStyle/>
          <a:p>
            <a:pPr algn="l" indent="0" marL="0">
              <a:buNone/>
            </a:pPr>
            <a:r>
              <a:rPr lang="en-US" sz="1400" b="1" dirty="0">
                <a:solidFill>
                  <a:schemeClr val="accent1"/>
                </a:solidFill>
              </a:rPr>
              <a:t>« è-i »</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Dialogue modèle — à l’accueil</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5" name="Shape 2"/>
          <p:cNvSpPr/>
          <p:nvPr/>
        </p:nvSpPr>
        <p:spPr>
          <a:xfrm>
            <a:off x="548640" y="1609344"/>
            <a:ext cx="384048" cy="384048"/>
          </a:xfrm>
          <a:prstGeom prst="ellipse">
            <a:avLst/>
          </a:prstGeom>
          <a:solidFill>
            <a:srgbClr val="6E4A9E"/>
          </a:solidFill>
          <a:ln w="12700">
            <a:solidFill>
              <a:srgbClr val="FFFFFF">
                <a:alpha val="0"/>
              </a:srgbClr>
            </a:solidFill>
            <a:prstDash val="solid"/>
          </a:ln>
        </p:spPr>
      </p:sp>
      <p:pic>
        <p:nvPicPr>
          <p:cNvPr id="6" name="Image 0" descr="Headset">    </p:cNvPr>
          <p:cNvPicPr>
            <a:picLocks noChangeAspect="1"/>
          </p:cNvPicPr>
          <p:nvPr/>
        </p:nvPicPr>
        <p:blipFill>
          <a:blip r:embed="rId1"/>
          <a:stretch>
            <a:fillRect/>
          </a:stretch>
        </p:blipFill>
        <p:spPr>
          <a:xfrm>
            <a:off x="640812" y="1701516"/>
            <a:ext cx="199705" cy="199705"/>
          </a:xfrm>
          <a:prstGeom prst="rect">
            <a:avLst/>
          </a:prstGeom>
        </p:spPr>
      </p:pic>
      <p:sp>
        <p:nvSpPr>
          <p:cNvPr id="7" name="Shape 3"/>
          <p:cNvSpPr/>
          <p:nvPr/>
        </p:nvSpPr>
        <p:spPr>
          <a:xfrm>
            <a:off x="1024128" y="1536192"/>
            <a:ext cx="3017520" cy="530352"/>
          </a:xfrm>
          <a:prstGeom prst="roundRect">
            <a:avLst>
              <a:gd name="adj" fmla="val 31034"/>
            </a:avLst>
          </a:prstGeom>
          <a:solidFill>
            <a:srgbClr val="6E4A9E">
              <a:alpha val="12000"/>
            </a:srgbClr>
          </a:solidFill>
          <a:ln w="15875">
            <a:solidFill>
              <a:srgbClr val="6E4A9E"/>
            </a:solidFill>
            <a:prstDash val="solid"/>
          </a:ln>
        </p:spPr>
      </p:sp>
      <p:sp>
        <p:nvSpPr>
          <p:cNvPr id="8" name="Text 4"/>
          <p:cNvSpPr txBox="1"/>
          <p:nvPr/>
        </p:nvSpPr>
        <p:spPr>
          <a:xfrm>
            <a:off x="1188720" y="1536192"/>
            <a:ext cx="2688336" cy="530352"/>
          </a:xfrm>
          <a:prstGeom prst="rect">
            <a:avLst/>
          </a:prstGeom>
          <a:noFill/>
          <a:ln/>
        </p:spPr>
        <p:txBody>
          <a:bodyPr wrap="square" lIns="0" tIns="0" rIns="0" bIns="0" rtlCol="0" anchor="ctr"/>
          <a:lstStyle/>
          <a:p>
            <a:pPr algn="l" indent="0" marL="0">
              <a:buNone/>
            </a:pPr>
            <a:r>
              <a:rPr lang="en-US" sz="1500" dirty="0">
                <a:solidFill>
                  <a:schemeClr val="tx1"/>
                </a:solidFill>
              </a:rPr>
              <a:t>Goedemorgen. Kan ik u helpen?</a:t>
            </a:r>
            <a:endParaRPr lang="en-US" sz="1500" dirty="0"/>
          </a:p>
        </p:txBody>
      </p:sp>
      <p:sp>
        <p:nvSpPr>
          <p:cNvPr id="9" name="Shape 5"/>
          <p:cNvSpPr/>
          <p:nvPr/>
        </p:nvSpPr>
        <p:spPr>
          <a:xfrm>
            <a:off x="4160520" y="1536192"/>
            <a:ext cx="3840480" cy="530352"/>
          </a:xfrm>
          <a:prstGeom prst="roundRect">
            <a:avLst>
              <a:gd name="adj" fmla="val 31034"/>
            </a:avLst>
          </a:prstGeom>
          <a:solidFill>
            <a:schemeClr val="accent2">
              <a:alpha val="12000"/>
            </a:schemeClr>
          </a:solidFill>
          <a:ln w="15875">
            <a:solidFill>
              <a:srgbClr val="2A6FB0"/>
            </a:solidFill>
            <a:prstDash val="solid"/>
          </a:ln>
        </p:spPr>
      </p:sp>
      <p:sp>
        <p:nvSpPr>
          <p:cNvPr id="10" name="Text 6"/>
          <p:cNvSpPr txBox="1"/>
          <p:nvPr/>
        </p:nvSpPr>
        <p:spPr>
          <a:xfrm>
            <a:off x="4325112" y="1536192"/>
            <a:ext cx="3511296" cy="530352"/>
          </a:xfrm>
          <a:prstGeom prst="rect">
            <a:avLst/>
          </a:prstGeom>
          <a:noFill/>
          <a:ln/>
        </p:spPr>
        <p:txBody>
          <a:bodyPr wrap="square" lIns="0" tIns="0" rIns="0" bIns="0" rtlCol="0" anchor="ctr"/>
          <a:lstStyle/>
          <a:p>
            <a:pPr algn="l" indent="0" marL="0">
              <a:buNone/>
            </a:pPr>
            <a:r>
              <a:rPr lang="en-US" sz="1500" dirty="0">
                <a:solidFill>
                  <a:schemeClr val="tx1"/>
                </a:solidFill>
              </a:rPr>
              <a:t>Goedemorgen. Ik wil me inschrijven voor de cursus Nederlands.</a:t>
            </a:r>
            <a:endParaRPr lang="en-US" sz="1500" dirty="0"/>
          </a:p>
        </p:txBody>
      </p:sp>
      <p:sp>
        <p:nvSpPr>
          <p:cNvPr id="11" name="Shape 7"/>
          <p:cNvSpPr/>
          <p:nvPr/>
        </p:nvSpPr>
        <p:spPr>
          <a:xfrm>
            <a:off x="8074152" y="1609344"/>
            <a:ext cx="384048" cy="384048"/>
          </a:xfrm>
          <a:prstGeom prst="ellipse">
            <a:avLst/>
          </a:prstGeom>
          <a:solidFill>
            <a:schemeClr val="accent2"/>
          </a:solidFill>
          <a:ln w="12700">
            <a:solidFill>
              <a:srgbClr val="FFFFFF">
                <a:alpha val="0"/>
              </a:srgbClr>
            </a:solidFill>
            <a:prstDash val="solid"/>
          </a:ln>
        </p:spPr>
      </p:sp>
      <p:pic>
        <p:nvPicPr>
          <p:cNvPr id="12" name="Image 1" descr="UserTie">    </p:cNvPr>
          <p:cNvPicPr>
            <a:picLocks noChangeAspect="1"/>
          </p:cNvPicPr>
          <p:nvPr/>
        </p:nvPicPr>
        <p:blipFill>
          <a:blip r:embed="rId2"/>
          <a:stretch>
            <a:fillRect/>
          </a:stretch>
        </p:blipFill>
        <p:spPr>
          <a:xfrm>
            <a:off x="8166324" y="1701516"/>
            <a:ext cx="199705" cy="199705"/>
          </a:xfrm>
          <a:prstGeom prst="rect">
            <a:avLst/>
          </a:prstGeom>
        </p:spPr>
      </p:pic>
      <p:sp>
        <p:nvSpPr>
          <p:cNvPr id="13" name="Shape 8"/>
          <p:cNvSpPr/>
          <p:nvPr/>
        </p:nvSpPr>
        <p:spPr>
          <a:xfrm>
            <a:off x="548640" y="2208276"/>
            <a:ext cx="384048" cy="384048"/>
          </a:xfrm>
          <a:prstGeom prst="ellipse">
            <a:avLst/>
          </a:prstGeom>
          <a:solidFill>
            <a:srgbClr val="6E4A9E"/>
          </a:solidFill>
          <a:ln w="12700">
            <a:solidFill>
              <a:srgbClr val="FFFFFF">
                <a:alpha val="0"/>
              </a:srgbClr>
            </a:solidFill>
            <a:prstDash val="solid"/>
          </a:ln>
        </p:spPr>
      </p:sp>
      <p:pic>
        <p:nvPicPr>
          <p:cNvPr id="14" name="Image 2" descr="Headset">    </p:cNvPr>
          <p:cNvPicPr>
            <a:picLocks noChangeAspect="1"/>
          </p:cNvPicPr>
          <p:nvPr/>
        </p:nvPicPr>
        <p:blipFill>
          <a:blip r:embed="rId3"/>
          <a:stretch>
            <a:fillRect/>
          </a:stretch>
        </p:blipFill>
        <p:spPr>
          <a:xfrm>
            <a:off x="640812" y="2300448"/>
            <a:ext cx="199705" cy="199705"/>
          </a:xfrm>
          <a:prstGeom prst="rect">
            <a:avLst/>
          </a:prstGeom>
        </p:spPr>
      </p:pic>
      <p:sp>
        <p:nvSpPr>
          <p:cNvPr id="15" name="Shape 9"/>
          <p:cNvSpPr/>
          <p:nvPr/>
        </p:nvSpPr>
        <p:spPr>
          <a:xfrm>
            <a:off x="1024128" y="2135124"/>
            <a:ext cx="3017520" cy="530352"/>
          </a:xfrm>
          <a:prstGeom prst="roundRect">
            <a:avLst>
              <a:gd name="adj" fmla="val 31034"/>
            </a:avLst>
          </a:prstGeom>
          <a:solidFill>
            <a:srgbClr val="6E4A9E">
              <a:alpha val="12000"/>
            </a:srgbClr>
          </a:solidFill>
          <a:ln w="15875">
            <a:solidFill>
              <a:srgbClr val="6E4A9E"/>
            </a:solidFill>
            <a:prstDash val="solid"/>
          </a:ln>
        </p:spPr>
      </p:sp>
      <p:sp>
        <p:nvSpPr>
          <p:cNvPr id="16" name="Text 10"/>
          <p:cNvSpPr txBox="1"/>
          <p:nvPr/>
        </p:nvSpPr>
        <p:spPr>
          <a:xfrm>
            <a:off x="1188720" y="2135124"/>
            <a:ext cx="2688336" cy="530352"/>
          </a:xfrm>
          <a:prstGeom prst="rect">
            <a:avLst/>
          </a:prstGeom>
          <a:noFill/>
          <a:ln/>
        </p:spPr>
        <p:txBody>
          <a:bodyPr wrap="square" lIns="0" tIns="0" rIns="0" bIns="0" rtlCol="0" anchor="ctr"/>
          <a:lstStyle/>
          <a:p>
            <a:pPr algn="l" indent="0" marL="0">
              <a:buNone/>
            </a:pPr>
            <a:r>
              <a:rPr lang="en-US" sz="1500" dirty="0">
                <a:solidFill>
                  <a:schemeClr val="tx1"/>
                </a:solidFill>
              </a:rPr>
              <a:t>Prima. Wat is uw naam?</a:t>
            </a:r>
            <a:endParaRPr lang="en-US" sz="1500" dirty="0"/>
          </a:p>
        </p:txBody>
      </p:sp>
      <p:sp>
        <p:nvSpPr>
          <p:cNvPr id="17" name="Shape 11"/>
          <p:cNvSpPr/>
          <p:nvPr/>
        </p:nvSpPr>
        <p:spPr>
          <a:xfrm>
            <a:off x="4160520" y="2135124"/>
            <a:ext cx="3840480" cy="530352"/>
          </a:xfrm>
          <a:prstGeom prst="roundRect">
            <a:avLst>
              <a:gd name="adj" fmla="val 31034"/>
            </a:avLst>
          </a:prstGeom>
          <a:solidFill>
            <a:schemeClr val="accent2">
              <a:alpha val="12000"/>
            </a:schemeClr>
          </a:solidFill>
          <a:ln w="15875">
            <a:solidFill>
              <a:srgbClr val="2A6FB0"/>
            </a:solidFill>
            <a:prstDash val="solid"/>
          </a:ln>
        </p:spPr>
      </p:sp>
      <p:sp>
        <p:nvSpPr>
          <p:cNvPr id="18" name="Text 12"/>
          <p:cNvSpPr txBox="1"/>
          <p:nvPr/>
        </p:nvSpPr>
        <p:spPr>
          <a:xfrm>
            <a:off x="4325112" y="2135124"/>
            <a:ext cx="3511296" cy="530352"/>
          </a:xfrm>
          <a:prstGeom prst="rect">
            <a:avLst/>
          </a:prstGeom>
          <a:noFill/>
          <a:ln/>
        </p:spPr>
        <p:txBody>
          <a:bodyPr wrap="square" lIns="0" tIns="0" rIns="0" bIns="0" rtlCol="0" anchor="ctr"/>
          <a:lstStyle/>
          <a:p>
            <a:pPr algn="l" indent="0" marL="0">
              <a:buNone/>
            </a:pPr>
            <a:r>
              <a:rPr lang="en-US" sz="1500" dirty="0">
                <a:solidFill>
                  <a:schemeClr val="tx1"/>
                </a:solidFill>
              </a:rPr>
              <a:t>Karim Benali.</a:t>
            </a:r>
            <a:endParaRPr lang="en-US" sz="1500" dirty="0"/>
          </a:p>
        </p:txBody>
      </p:sp>
      <p:sp>
        <p:nvSpPr>
          <p:cNvPr id="19" name="Shape 13"/>
          <p:cNvSpPr/>
          <p:nvPr/>
        </p:nvSpPr>
        <p:spPr>
          <a:xfrm>
            <a:off x="8074152" y="2208276"/>
            <a:ext cx="384048" cy="384048"/>
          </a:xfrm>
          <a:prstGeom prst="ellipse">
            <a:avLst/>
          </a:prstGeom>
          <a:solidFill>
            <a:schemeClr val="accent2"/>
          </a:solidFill>
          <a:ln w="12700">
            <a:solidFill>
              <a:srgbClr val="FFFFFF">
                <a:alpha val="0"/>
              </a:srgbClr>
            </a:solidFill>
            <a:prstDash val="solid"/>
          </a:ln>
        </p:spPr>
      </p:sp>
      <p:pic>
        <p:nvPicPr>
          <p:cNvPr id="20" name="Image 3" descr="UserTie">    </p:cNvPr>
          <p:cNvPicPr>
            <a:picLocks noChangeAspect="1"/>
          </p:cNvPicPr>
          <p:nvPr/>
        </p:nvPicPr>
        <p:blipFill>
          <a:blip r:embed="rId4"/>
          <a:stretch>
            <a:fillRect/>
          </a:stretch>
        </p:blipFill>
        <p:spPr>
          <a:xfrm>
            <a:off x="8166324" y="2300448"/>
            <a:ext cx="199705" cy="199705"/>
          </a:xfrm>
          <a:prstGeom prst="rect">
            <a:avLst/>
          </a:prstGeom>
        </p:spPr>
      </p:pic>
      <p:sp>
        <p:nvSpPr>
          <p:cNvPr id="21" name="Shape 14"/>
          <p:cNvSpPr/>
          <p:nvPr/>
        </p:nvSpPr>
        <p:spPr>
          <a:xfrm>
            <a:off x="548640" y="2807208"/>
            <a:ext cx="384048" cy="384048"/>
          </a:xfrm>
          <a:prstGeom prst="ellipse">
            <a:avLst/>
          </a:prstGeom>
          <a:solidFill>
            <a:srgbClr val="6E4A9E"/>
          </a:solidFill>
          <a:ln w="12700">
            <a:solidFill>
              <a:srgbClr val="FFFFFF">
                <a:alpha val="0"/>
              </a:srgbClr>
            </a:solidFill>
            <a:prstDash val="solid"/>
          </a:ln>
        </p:spPr>
      </p:sp>
      <p:pic>
        <p:nvPicPr>
          <p:cNvPr id="22" name="Image 4" descr="Headset">    </p:cNvPr>
          <p:cNvPicPr>
            <a:picLocks noChangeAspect="1"/>
          </p:cNvPicPr>
          <p:nvPr/>
        </p:nvPicPr>
        <p:blipFill>
          <a:blip r:embed="rId5"/>
          <a:stretch>
            <a:fillRect/>
          </a:stretch>
        </p:blipFill>
        <p:spPr>
          <a:xfrm>
            <a:off x="640812" y="2899380"/>
            <a:ext cx="199705" cy="199705"/>
          </a:xfrm>
          <a:prstGeom prst="rect">
            <a:avLst/>
          </a:prstGeom>
        </p:spPr>
      </p:pic>
      <p:sp>
        <p:nvSpPr>
          <p:cNvPr id="23" name="Shape 15"/>
          <p:cNvSpPr/>
          <p:nvPr/>
        </p:nvSpPr>
        <p:spPr>
          <a:xfrm>
            <a:off x="1024128" y="2734056"/>
            <a:ext cx="3017520" cy="530352"/>
          </a:xfrm>
          <a:prstGeom prst="roundRect">
            <a:avLst>
              <a:gd name="adj" fmla="val 31034"/>
            </a:avLst>
          </a:prstGeom>
          <a:solidFill>
            <a:srgbClr val="6E4A9E">
              <a:alpha val="12000"/>
            </a:srgbClr>
          </a:solidFill>
          <a:ln w="15875">
            <a:solidFill>
              <a:srgbClr val="6E4A9E"/>
            </a:solidFill>
            <a:prstDash val="solid"/>
          </a:ln>
        </p:spPr>
      </p:sp>
      <p:sp>
        <p:nvSpPr>
          <p:cNvPr id="24" name="Text 16"/>
          <p:cNvSpPr txBox="1"/>
          <p:nvPr/>
        </p:nvSpPr>
        <p:spPr>
          <a:xfrm>
            <a:off x="1188720" y="2734056"/>
            <a:ext cx="2688336" cy="530352"/>
          </a:xfrm>
          <a:prstGeom prst="rect">
            <a:avLst/>
          </a:prstGeom>
          <a:noFill/>
          <a:ln/>
        </p:spPr>
        <p:txBody>
          <a:bodyPr wrap="square" lIns="0" tIns="0" rIns="0" bIns="0" rtlCol="0" anchor="ctr"/>
          <a:lstStyle/>
          <a:p>
            <a:pPr algn="l" indent="0" marL="0">
              <a:buNone/>
            </a:pPr>
            <a:r>
              <a:rPr lang="en-US" sz="1500" dirty="0">
                <a:solidFill>
                  <a:schemeClr val="tx1"/>
                </a:solidFill>
              </a:rPr>
              <a:t>Kunt u dat spellen?</a:t>
            </a:r>
            <a:endParaRPr lang="en-US" sz="1500" dirty="0"/>
          </a:p>
        </p:txBody>
      </p:sp>
      <p:sp>
        <p:nvSpPr>
          <p:cNvPr id="25" name="Shape 17"/>
          <p:cNvSpPr/>
          <p:nvPr/>
        </p:nvSpPr>
        <p:spPr>
          <a:xfrm>
            <a:off x="4160520" y="2734056"/>
            <a:ext cx="3840480" cy="530352"/>
          </a:xfrm>
          <a:prstGeom prst="roundRect">
            <a:avLst>
              <a:gd name="adj" fmla="val 31034"/>
            </a:avLst>
          </a:prstGeom>
          <a:solidFill>
            <a:schemeClr val="accent2">
              <a:alpha val="12000"/>
            </a:schemeClr>
          </a:solidFill>
          <a:ln w="15875">
            <a:solidFill>
              <a:srgbClr val="2A6FB0"/>
            </a:solidFill>
            <a:prstDash val="solid"/>
          </a:ln>
        </p:spPr>
      </p:sp>
      <p:sp>
        <p:nvSpPr>
          <p:cNvPr id="26" name="Text 18"/>
          <p:cNvSpPr txBox="1"/>
          <p:nvPr/>
        </p:nvSpPr>
        <p:spPr>
          <a:xfrm>
            <a:off x="4325112" y="2734056"/>
            <a:ext cx="3511296" cy="530352"/>
          </a:xfrm>
          <a:prstGeom prst="rect">
            <a:avLst/>
          </a:prstGeom>
          <a:noFill/>
          <a:ln/>
        </p:spPr>
        <p:txBody>
          <a:bodyPr wrap="square" lIns="0" tIns="0" rIns="0" bIns="0" rtlCol="0" anchor="ctr"/>
          <a:lstStyle/>
          <a:p>
            <a:pPr algn="l" indent="0" marL="0">
              <a:buNone/>
            </a:pPr>
            <a:r>
              <a:rPr lang="en-US" sz="1500" dirty="0">
                <a:solidFill>
                  <a:schemeClr val="tx1"/>
                </a:solidFill>
              </a:rPr>
              <a:t>B-E-N-A-L-I.</a:t>
            </a:r>
            <a:endParaRPr lang="en-US" sz="1500" dirty="0"/>
          </a:p>
        </p:txBody>
      </p:sp>
      <p:sp>
        <p:nvSpPr>
          <p:cNvPr id="27" name="Shape 19"/>
          <p:cNvSpPr/>
          <p:nvPr/>
        </p:nvSpPr>
        <p:spPr>
          <a:xfrm>
            <a:off x="8074152" y="2807208"/>
            <a:ext cx="384048" cy="384048"/>
          </a:xfrm>
          <a:prstGeom prst="ellipse">
            <a:avLst/>
          </a:prstGeom>
          <a:solidFill>
            <a:schemeClr val="accent2"/>
          </a:solidFill>
          <a:ln w="12700">
            <a:solidFill>
              <a:srgbClr val="FFFFFF">
                <a:alpha val="0"/>
              </a:srgbClr>
            </a:solidFill>
            <a:prstDash val="solid"/>
          </a:ln>
        </p:spPr>
      </p:sp>
      <p:pic>
        <p:nvPicPr>
          <p:cNvPr id="28" name="Image 5" descr="UserTie">    </p:cNvPr>
          <p:cNvPicPr>
            <a:picLocks noChangeAspect="1"/>
          </p:cNvPicPr>
          <p:nvPr/>
        </p:nvPicPr>
        <p:blipFill>
          <a:blip r:embed="rId6"/>
          <a:stretch>
            <a:fillRect/>
          </a:stretch>
        </p:blipFill>
        <p:spPr>
          <a:xfrm>
            <a:off x="8166324" y="2899380"/>
            <a:ext cx="199705" cy="199705"/>
          </a:xfrm>
          <a:prstGeom prst="rect">
            <a:avLst/>
          </a:prstGeom>
        </p:spPr>
      </p:pic>
      <p:sp>
        <p:nvSpPr>
          <p:cNvPr id="29" name="Shape 20"/>
          <p:cNvSpPr/>
          <p:nvPr/>
        </p:nvSpPr>
        <p:spPr>
          <a:xfrm>
            <a:off x="548640" y="3406140"/>
            <a:ext cx="384048" cy="384048"/>
          </a:xfrm>
          <a:prstGeom prst="ellipse">
            <a:avLst/>
          </a:prstGeom>
          <a:solidFill>
            <a:srgbClr val="6E4A9E"/>
          </a:solidFill>
          <a:ln w="12700">
            <a:solidFill>
              <a:srgbClr val="FFFFFF">
                <a:alpha val="0"/>
              </a:srgbClr>
            </a:solidFill>
            <a:prstDash val="solid"/>
          </a:ln>
        </p:spPr>
      </p:sp>
      <p:pic>
        <p:nvPicPr>
          <p:cNvPr id="30" name="Image 6" descr="Headset">    </p:cNvPr>
          <p:cNvPicPr>
            <a:picLocks noChangeAspect="1"/>
          </p:cNvPicPr>
          <p:nvPr/>
        </p:nvPicPr>
        <p:blipFill>
          <a:blip r:embed="rId7"/>
          <a:stretch>
            <a:fillRect/>
          </a:stretch>
        </p:blipFill>
        <p:spPr>
          <a:xfrm>
            <a:off x="640812" y="3498312"/>
            <a:ext cx="199705" cy="199705"/>
          </a:xfrm>
          <a:prstGeom prst="rect">
            <a:avLst/>
          </a:prstGeom>
        </p:spPr>
      </p:pic>
      <p:sp>
        <p:nvSpPr>
          <p:cNvPr id="31" name="Shape 21"/>
          <p:cNvSpPr/>
          <p:nvPr/>
        </p:nvSpPr>
        <p:spPr>
          <a:xfrm>
            <a:off x="1024128" y="3332988"/>
            <a:ext cx="3017520" cy="530352"/>
          </a:xfrm>
          <a:prstGeom prst="roundRect">
            <a:avLst>
              <a:gd name="adj" fmla="val 31034"/>
            </a:avLst>
          </a:prstGeom>
          <a:solidFill>
            <a:srgbClr val="6E4A9E">
              <a:alpha val="12000"/>
            </a:srgbClr>
          </a:solidFill>
          <a:ln w="15875">
            <a:solidFill>
              <a:srgbClr val="6E4A9E"/>
            </a:solidFill>
            <a:prstDash val="solid"/>
          </a:ln>
        </p:spPr>
      </p:sp>
      <p:sp>
        <p:nvSpPr>
          <p:cNvPr id="32" name="Text 22"/>
          <p:cNvSpPr txBox="1"/>
          <p:nvPr/>
        </p:nvSpPr>
        <p:spPr>
          <a:xfrm>
            <a:off x="1188720" y="3332988"/>
            <a:ext cx="2688336" cy="530352"/>
          </a:xfrm>
          <a:prstGeom prst="rect">
            <a:avLst/>
          </a:prstGeom>
          <a:noFill/>
          <a:ln/>
        </p:spPr>
        <p:txBody>
          <a:bodyPr wrap="square" lIns="0" tIns="0" rIns="0" bIns="0" rtlCol="0" anchor="ctr"/>
          <a:lstStyle/>
          <a:p>
            <a:pPr algn="l" indent="0" marL="0">
              <a:buNone/>
            </a:pPr>
            <a:r>
              <a:rPr lang="en-US" sz="1500" dirty="0">
                <a:solidFill>
                  <a:schemeClr val="tx1"/>
                </a:solidFill>
              </a:rPr>
              <a:t>Waar woont u?</a:t>
            </a:r>
            <a:endParaRPr lang="en-US" sz="1500" dirty="0"/>
          </a:p>
        </p:txBody>
      </p:sp>
      <p:sp>
        <p:nvSpPr>
          <p:cNvPr id="33" name="Shape 23"/>
          <p:cNvSpPr/>
          <p:nvPr/>
        </p:nvSpPr>
        <p:spPr>
          <a:xfrm>
            <a:off x="4160520" y="3332988"/>
            <a:ext cx="3840480" cy="530352"/>
          </a:xfrm>
          <a:prstGeom prst="roundRect">
            <a:avLst>
              <a:gd name="adj" fmla="val 31034"/>
            </a:avLst>
          </a:prstGeom>
          <a:solidFill>
            <a:schemeClr val="accent2">
              <a:alpha val="12000"/>
            </a:schemeClr>
          </a:solidFill>
          <a:ln w="15875">
            <a:solidFill>
              <a:srgbClr val="2A6FB0"/>
            </a:solidFill>
            <a:prstDash val="solid"/>
          </a:ln>
        </p:spPr>
      </p:sp>
      <p:sp>
        <p:nvSpPr>
          <p:cNvPr id="34" name="Text 24"/>
          <p:cNvSpPr txBox="1"/>
          <p:nvPr/>
        </p:nvSpPr>
        <p:spPr>
          <a:xfrm>
            <a:off x="4325112" y="3332988"/>
            <a:ext cx="3511296" cy="530352"/>
          </a:xfrm>
          <a:prstGeom prst="rect">
            <a:avLst/>
          </a:prstGeom>
          <a:noFill/>
          <a:ln/>
        </p:spPr>
        <p:txBody>
          <a:bodyPr wrap="square" lIns="0" tIns="0" rIns="0" bIns="0" rtlCol="0" anchor="ctr"/>
          <a:lstStyle/>
          <a:p>
            <a:pPr algn="l" indent="0" marL="0">
              <a:buNone/>
            </a:pPr>
            <a:r>
              <a:rPr lang="en-US" sz="1500" dirty="0">
                <a:solidFill>
                  <a:schemeClr val="tx1"/>
                </a:solidFill>
              </a:rPr>
              <a:t>In Namen.</a:t>
            </a:r>
            <a:endParaRPr lang="en-US" sz="1500" dirty="0"/>
          </a:p>
        </p:txBody>
      </p:sp>
      <p:sp>
        <p:nvSpPr>
          <p:cNvPr id="35" name="Shape 25"/>
          <p:cNvSpPr/>
          <p:nvPr/>
        </p:nvSpPr>
        <p:spPr>
          <a:xfrm>
            <a:off x="8074152" y="3406140"/>
            <a:ext cx="384048" cy="384048"/>
          </a:xfrm>
          <a:prstGeom prst="ellipse">
            <a:avLst/>
          </a:prstGeom>
          <a:solidFill>
            <a:schemeClr val="accent2"/>
          </a:solidFill>
          <a:ln w="12700">
            <a:solidFill>
              <a:srgbClr val="FFFFFF">
                <a:alpha val="0"/>
              </a:srgbClr>
            </a:solidFill>
            <a:prstDash val="solid"/>
          </a:ln>
        </p:spPr>
      </p:sp>
      <p:pic>
        <p:nvPicPr>
          <p:cNvPr id="36" name="Image 7" descr="UserTie">    </p:cNvPr>
          <p:cNvPicPr>
            <a:picLocks noChangeAspect="1"/>
          </p:cNvPicPr>
          <p:nvPr/>
        </p:nvPicPr>
        <p:blipFill>
          <a:blip r:embed="rId8"/>
          <a:stretch>
            <a:fillRect/>
          </a:stretch>
        </p:blipFill>
        <p:spPr>
          <a:xfrm>
            <a:off x="8166324" y="3498312"/>
            <a:ext cx="199705" cy="199705"/>
          </a:xfrm>
          <a:prstGeom prst="rect">
            <a:avLst/>
          </a:prstGeom>
        </p:spPr>
      </p:pic>
      <p:sp>
        <p:nvSpPr>
          <p:cNvPr id="37" name="Shape 26"/>
          <p:cNvSpPr/>
          <p:nvPr/>
        </p:nvSpPr>
        <p:spPr>
          <a:xfrm>
            <a:off x="548640" y="4005072"/>
            <a:ext cx="384048" cy="384048"/>
          </a:xfrm>
          <a:prstGeom prst="ellipse">
            <a:avLst/>
          </a:prstGeom>
          <a:solidFill>
            <a:srgbClr val="6E4A9E"/>
          </a:solidFill>
          <a:ln w="12700">
            <a:solidFill>
              <a:srgbClr val="FFFFFF">
                <a:alpha val="0"/>
              </a:srgbClr>
            </a:solidFill>
            <a:prstDash val="solid"/>
          </a:ln>
        </p:spPr>
      </p:sp>
      <p:pic>
        <p:nvPicPr>
          <p:cNvPr id="38" name="Image 8" descr="Headset">    </p:cNvPr>
          <p:cNvPicPr>
            <a:picLocks noChangeAspect="1"/>
          </p:cNvPicPr>
          <p:nvPr/>
        </p:nvPicPr>
        <p:blipFill>
          <a:blip r:embed="rId9"/>
          <a:stretch>
            <a:fillRect/>
          </a:stretch>
        </p:blipFill>
        <p:spPr>
          <a:xfrm>
            <a:off x="640812" y="4097244"/>
            <a:ext cx="199705" cy="199705"/>
          </a:xfrm>
          <a:prstGeom prst="rect">
            <a:avLst/>
          </a:prstGeom>
        </p:spPr>
      </p:pic>
      <p:sp>
        <p:nvSpPr>
          <p:cNvPr id="39" name="Shape 27"/>
          <p:cNvSpPr/>
          <p:nvPr/>
        </p:nvSpPr>
        <p:spPr>
          <a:xfrm>
            <a:off x="1024128" y="3931920"/>
            <a:ext cx="3017520" cy="530352"/>
          </a:xfrm>
          <a:prstGeom prst="roundRect">
            <a:avLst>
              <a:gd name="adj" fmla="val 31034"/>
            </a:avLst>
          </a:prstGeom>
          <a:solidFill>
            <a:srgbClr val="6E4A9E">
              <a:alpha val="12000"/>
            </a:srgbClr>
          </a:solidFill>
          <a:ln w="15875">
            <a:solidFill>
              <a:srgbClr val="6E4A9E"/>
            </a:solidFill>
            <a:prstDash val="solid"/>
          </a:ln>
        </p:spPr>
      </p:sp>
      <p:sp>
        <p:nvSpPr>
          <p:cNvPr id="40" name="Text 28"/>
          <p:cNvSpPr txBox="1"/>
          <p:nvPr/>
        </p:nvSpPr>
        <p:spPr>
          <a:xfrm>
            <a:off x="1188720" y="3931920"/>
            <a:ext cx="2688336" cy="530352"/>
          </a:xfrm>
          <a:prstGeom prst="rect">
            <a:avLst/>
          </a:prstGeom>
          <a:noFill/>
          <a:ln/>
        </p:spPr>
        <p:txBody>
          <a:bodyPr wrap="square" lIns="0" tIns="0" rIns="0" bIns="0" rtlCol="0" anchor="ctr"/>
          <a:lstStyle/>
          <a:p>
            <a:pPr algn="l" indent="0" marL="0">
              <a:buNone/>
            </a:pPr>
            <a:r>
              <a:rPr lang="en-US" sz="1500" dirty="0">
                <a:solidFill>
                  <a:schemeClr val="tx1"/>
                </a:solidFill>
              </a:rPr>
              <a:t>Wat is uw gsm-nummer?</a:t>
            </a:r>
            <a:endParaRPr lang="en-US" sz="1500" dirty="0"/>
          </a:p>
        </p:txBody>
      </p:sp>
      <p:sp>
        <p:nvSpPr>
          <p:cNvPr id="41" name="Shape 29"/>
          <p:cNvSpPr/>
          <p:nvPr/>
        </p:nvSpPr>
        <p:spPr>
          <a:xfrm>
            <a:off x="4160520" y="3931920"/>
            <a:ext cx="3840480" cy="530352"/>
          </a:xfrm>
          <a:prstGeom prst="roundRect">
            <a:avLst>
              <a:gd name="adj" fmla="val 31034"/>
            </a:avLst>
          </a:prstGeom>
          <a:solidFill>
            <a:schemeClr val="accent2">
              <a:alpha val="12000"/>
            </a:schemeClr>
          </a:solidFill>
          <a:ln w="15875">
            <a:solidFill>
              <a:srgbClr val="2A6FB0"/>
            </a:solidFill>
            <a:prstDash val="solid"/>
          </a:ln>
        </p:spPr>
      </p:sp>
      <p:sp>
        <p:nvSpPr>
          <p:cNvPr id="42" name="Text 30"/>
          <p:cNvSpPr txBox="1"/>
          <p:nvPr/>
        </p:nvSpPr>
        <p:spPr>
          <a:xfrm>
            <a:off x="4325112" y="3931920"/>
            <a:ext cx="3511296" cy="530352"/>
          </a:xfrm>
          <a:prstGeom prst="rect">
            <a:avLst/>
          </a:prstGeom>
          <a:noFill/>
          <a:ln/>
        </p:spPr>
        <p:txBody>
          <a:bodyPr wrap="square" lIns="0" tIns="0" rIns="0" bIns="0" rtlCol="0" anchor="ctr"/>
          <a:lstStyle/>
          <a:p>
            <a:pPr algn="l" indent="0" marL="0">
              <a:buNone/>
            </a:pPr>
            <a:r>
              <a:rPr lang="en-US" sz="1500" dirty="0">
                <a:solidFill>
                  <a:schemeClr val="tx1"/>
                </a:solidFill>
              </a:rPr>
              <a:t>0470 12 34 56.</a:t>
            </a:r>
            <a:endParaRPr lang="en-US" sz="1500" dirty="0"/>
          </a:p>
        </p:txBody>
      </p:sp>
      <p:sp>
        <p:nvSpPr>
          <p:cNvPr id="43" name="Shape 31"/>
          <p:cNvSpPr/>
          <p:nvPr/>
        </p:nvSpPr>
        <p:spPr>
          <a:xfrm>
            <a:off x="8074152" y="4005072"/>
            <a:ext cx="384048" cy="384048"/>
          </a:xfrm>
          <a:prstGeom prst="ellipse">
            <a:avLst/>
          </a:prstGeom>
          <a:solidFill>
            <a:schemeClr val="accent2"/>
          </a:solidFill>
          <a:ln w="12700">
            <a:solidFill>
              <a:srgbClr val="FFFFFF">
                <a:alpha val="0"/>
              </a:srgbClr>
            </a:solidFill>
            <a:prstDash val="solid"/>
          </a:ln>
        </p:spPr>
      </p:sp>
      <p:pic>
        <p:nvPicPr>
          <p:cNvPr id="44" name="Image 9" descr="UserTie">    </p:cNvPr>
          <p:cNvPicPr>
            <a:picLocks noChangeAspect="1"/>
          </p:cNvPicPr>
          <p:nvPr/>
        </p:nvPicPr>
        <p:blipFill>
          <a:blip r:embed="rId10"/>
          <a:stretch>
            <a:fillRect/>
          </a:stretch>
        </p:blipFill>
        <p:spPr>
          <a:xfrm>
            <a:off x="8166324" y="4097244"/>
            <a:ext cx="199705" cy="199705"/>
          </a:xfrm>
          <a:prstGeom prst="rect">
            <a:avLst/>
          </a:prstGeom>
        </p:spPr>
      </p:pic>
      <p:sp>
        <p:nvSpPr>
          <p:cNvPr id="45" name="Shape 32"/>
          <p:cNvSpPr/>
          <p:nvPr/>
        </p:nvSpPr>
        <p:spPr>
          <a:xfrm>
            <a:off x="548640" y="4604004"/>
            <a:ext cx="384048" cy="384048"/>
          </a:xfrm>
          <a:prstGeom prst="ellipse">
            <a:avLst/>
          </a:prstGeom>
          <a:solidFill>
            <a:srgbClr val="6E4A9E"/>
          </a:solidFill>
          <a:ln w="12700">
            <a:solidFill>
              <a:srgbClr val="FFFFFF">
                <a:alpha val="0"/>
              </a:srgbClr>
            </a:solidFill>
            <a:prstDash val="solid"/>
          </a:ln>
        </p:spPr>
      </p:sp>
      <p:pic>
        <p:nvPicPr>
          <p:cNvPr id="46" name="Image 10" descr="Headset">    </p:cNvPr>
          <p:cNvPicPr>
            <a:picLocks noChangeAspect="1"/>
          </p:cNvPicPr>
          <p:nvPr/>
        </p:nvPicPr>
        <p:blipFill>
          <a:blip r:embed="rId11"/>
          <a:stretch>
            <a:fillRect/>
          </a:stretch>
        </p:blipFill>
        <p:spPr>
          <a:xfrm>
            <a:off x="640812" y="4696176"/>
            <a:ext cx="199705" cy="199705"/>
          </a:xfrm>
          <a:prstGeom prst="rect">
            <a:avLst/>
          </a:prstGeom>
        </p:spPr>
      </p:pic>
      <p:sp>
        <p:nvSpPr>
          <p:cNvPr id="47" name="Shape 33"/>
          <p:cNvSpPr/>
          <p:nvPr/>
        </p:nvSpPr>
        <p:spPr>
          <a:xfrm>
            <a:off x="1024128" y="4530852"/>
            <a:ext cx="3017520" cy="530352"/>
          </a:xfrm>
          <a:prstGeom prst="roundRect">
            <a:avLst>
              <a:gd name="adj" fmla="val 31034"/>
            </a:avLst>
          </a:prstGeom>
          <a:solidFill>
            <a:srgbClr val="6E4A9E">
              <a:alpha val="12000"/>
            </a:srgbClr>
          </a:solidFill>
          <a:ln w="15875">
            <a:solidFill>
              <a:srgbClr val="6E4A9E"/>
            </a:solidFill>
            <a:prstDash val="solid"/>
          </a:ln>
        </p:spPr>
      </p:sp>
      <p:sp>
        <p:nvSpPr>
          <p:cNvPr id="48" name="Text 34"/>
          <p:cNvSpPr txBox="1"/>
          <p:nvPr/>
        </p:nvSpPr>
        <p:spPr>
          <a:xfrm>
            <a:off x="1188720" y="4530852"/>
            <a:ext cx="2688336" cy="530352"/>
          </a:xfrm>
          <a:prstGeom prst="rect">
            <a:avLst/>
          </a:prstGeom>
          <a:noFill/>
          <a:ln/>
        </p:spPr>
        <p:txBody>
          <a:bodyPr wrap="square" lIns="0" tIns="0" rIns="0" bIns="0" rtlCol="0" anchor="ctr"/>
          <a:lstStyle/>
          <a:p>
            <a:pPr algn="l" indent="0" marL="0">
              <a:buNone/>
            </a:pPr>
            <a:r>
              <a:rPr lang="en-US" sz="1500" dirty="0">
                <a:solidFill>
                  <a:schemeClr val="tx1"/>
                </a:solidFill>
              </a:rPr>
              <a:t>Wat doet u van beroep?</a:t>
            </a:r>
            <a:endParaRPr lang="en-US" sz="1500" dirty="0"/>
          </a:p>
        </p:txBody>
      </p:sp>
      <p:sp>
        <p:nvSpPr>
          <p:cNvPr id="49" name="Shape 35"/>
          <p:cNvSpPr/>
          <p:nvPr/>
        </p:nvSpPr>
        <p:spPr>
          <a:xfrm>
            <a:off x="4160520" y="4530852"/>
            <a:ext cx="3840480" cy="530352"/>
          </a:xfrm>
          <a:prstGeom prst="roundRect">
            <a:avLst>
              <a:gd name="adj" fmla="val 31034"/>
            </a:avLst>
          </a:prstGeom>
          <a:solidFill>
            <a:schemeClr val="accent2">
              <a:alpha val="12000"/>
            </a:schemeClr>
          </a:solidFill>
          <a:ln w="15875">
            <a:solidFill>
              <a:srgbClr val="2A6FB0"/>
            </a:solidFill>
            <a:prstDash val="solid"/>
          </a:ln>
        </p:spPr>
      </p:sp>
      <p:sp>
        <p:nvSpPr>
          <p:cNvPr id="50" name="Text 36"/>
          <p:cNvSpPr txBox="1"/>
          <p:nvPr/>
        </p:nvSpPr>
        <p:spPr>
          <a:xfrm>
            <a:off x="4325112" y="4530852"/>
            <a:ext cx="3511296" cy="530352"/>
          </a:xfrm>
          <a:prstGeom prst="rect">
            <a:avLst/>
          </a:prstGeom>
          <a:noFill/>
          <a:ln/>
        </p:spPr>
        <p:txBody>
          <a:bodyPr wrap="square" lIns="0" tIns="0" rIns="0" bIns="0" rtlCol="0" anchor="ctr"/>
          <a:lstStyle/>
          <a:p>
            <a:pPr algn="l" indent="0" marL="0">
              <a:buNone/>
            </a:pPr>
            <a:r>
              <a:rPr lang="en-US" sz="1500" dirty="0">
                <a:solidFill>
                  <a:schemeClr val="tx1"/>
                </a:solidFill>
              </a:rPr>
              <a:t>Ik ben boekhouder.</a:t>
            </a:r>
            <a:endParaRPr lang="en-US" sz="1500" dirty="0"/>
          </a:p>
        </p:txBody>
      </p:sp>
      <p:sp>
        <p:nvSpPr>
          <p:cNvPr id="51" name="Shape 37"/>
          <p:cNvSpPr/>
          <p:nvPr/>
        </p:nvSpPr>
        <p:spPr>
          <a:xfrm>
            <a:off x="8074152" y="4604004"/>
            <a:ext cx="384048" cy="384048"/>
          </a:xfrm>
          <a:prstGeom prst="ellipse">
            <a:avLst/>
          </a:prstGeom>
          <a:solidFill>
            <a:schemeClr val="accent2"/>
          </a:solidFill>
          <a:ln w="12700">
            <a:solidFill>
              <a:srgbClr val="FFFFFF">
                <a:alpha val="0"/>
              </a:srgbClr>
            </a:solidFill>
            <a:prstDash val="solid"/>
          </a:ln>
        </p:spPr>
      </p:sp>
      <p:pic>
        <p:nvPicPr>
          <p:cNvPr id="52" name="Image 11" descr="UserTie">    </p:cNvPr>
          <p:cNvPicPr>
            <a:picLocks noChangeAspect="1"/>
          </p:cNvPicPr>
          <p:nvPr/>
        </p:nvPicPr>
        <p:blipFill>
          <a:blip r:embed="rId12"/>
          <a:stretch>
            <a:fillRect/>
          </a:stretch>
        </p:blipFill>
        <p:spPr>
          <a:xfrm>
            <a:off x="8166324" y="4696176"/>
            <a:ext cx="199705" cy="199705"/>
          </a:xfrm>
          <a:prstGeom prst="rect">
            <a:avLst/>
          </a:prstGeom>
        </p:spPr>
      </p:pic>
      <p:sp>
        <p:nvSpPr>
          <p:cNvPr id="53" name="Shape 38"/>
          <p:cNvSpPr/>
          <p:nvPr/>
        </p:nvSpPr>
        <p:spPr>
          <a:xfrm>
            <a:off x="548640" y="5202936"/>
            <a:ext cx="384048" cy="384048"/>
          </a:xfrm>
          <a:prstGeom prst="ellipse">
            <a:avLst/>
          </a:prstGeom>
          <a:solidFill>
            <a:srgbClr val="6E4A9E"/>
          </a:solidFill>
          <a:ln w="12700">
            <a:solidFill>
              <a:srgbClr val="FFFFFF">
                <a:alpha val="0"/>
              </a:srgbClr>
            </a:solidFill>
            <a:prstDash val="solid"/>
          </a:ln>
        </p:spPr>
      </p:sp>
      <p:pic>
        <p:nvPicPr>
          <p:cNvPr id="54" name="Image 12" descr="Headset">    </p:cNvPr>
          <p:cNvPicPr>
            <a:picLocks noChangeAspect="1"/>
          </p:cNvPicPr>
          <p:nvPr/>
        </p:nvPicPr>
        <p:blipFill>
          <a:blip r:embed="rId13"/>
          <a:stretch>
            <a:fillRect/>
          </a:stretch>
        </p:blipFill>
        <p:spPr>
          <a:xfrm>
            <a:off x="640812" y="5295108"/>
            <a:ext cx="199705" cy="199705"/>
          </a:xfrm>
          <a:prstGeom prst="rect">
            <a:avLst/>
          </a:prstGeom>
        </p:spPr>
      </p:pic>
      <p:sp>
        <p:nvSpPr>
          <p:cNvPr id="55" name="Shape 39"/>
          <p:cNvSpPr/>
          <p:nvPr/>
        </p:nvSpPr>
        <p:spPr>
          <a:xfrm>
            <a:off x="1024128" y="5129784"/>
            <a:ext cx="3017520" cy="530352"/>
          </a:xfrm>
          <a:prstGeom prst="roundRect">
            <a:avLst>
              <a:gd name="adj" fmla="val 31034"/>
            </a:avLst>
          </a:prstGeom>
          <a:solidFill>
            <a:srgbClr val="6E4A9E">
              <a:alpha val="12000"/>
            </a:srgbClr>
          </a:solidFill>
          <a:ln w="15875">
            <a:solidFill>
              <a:srgbClr val="6E4A9E"/>
            </a:solidFill>
            <a:prstDash val="solid"/>
          </a:ln>
        </p:spPr>
      </p:sp>
      <p:sp>
        <p:nvSpPr>
          <p:cNvPr id="56" name="Text 40"/>
          <p:cNvSpPr txBox="1"/>
          <p:nvPr/>
        </p:nvSpPr>
        <p:spPr>
          <a:xfrm>
            <a:off x="1188720" y="5129784"/>
            <a:ext cx="2688336" cy="530352"/>
          </a:xfrm>
          <a:prstGeom prst="rect">
            <a:avLst/>
          </a:prstGeom>
          <a:noFill/>
          <a:ln/>
        </p:spPr>
        <p:txBody>
          <a:bodyPr wrap="square" lIns="0" tIns="0" rIns="0" bIns="0" rtlCol="0" anchor="ctr"/>
          <a:lstStyle/>
          <a:p>
            <a:pPr algn="l" indent="0" marL="0">
              <a:buNone/>
            </a:pPr>
            <a:r>
              <a:rPr lang="en-US" sz="1500" dirty="0">
                <a:solidFill>
                  <a:schemeClr val="tx1"/>
                </a:solidFill>
              </a:rPr>
              <a:t>Welke talen spreekt u?</a:t>
            </a:r>
            <a:endParaRPr lang="en-US" sz="1500" dirty="0"/>
          </a:p>
        </p:txBody>
      </p:sp>
      <p:sp>
        <p:nvSpPr>
          <p:cNvPr id="57" name="Shape 41"/>
          <p:cNvSpPr/>
          <p:nvPr/>
        </p:nvSpPr>
        <p:spPr>
          <a:xfrm>
            <a:off x="4160520" y="5129784"/>
            <a:ext cx="3840480" cy="530352"/>
          </a:xfrm>
          <a:prstGeom prst="roundRect">
            <a:avLst>
              <a:gd name="adj" fmla="val 31034"/>
            </a:avLst>
          </a:prstGeom>
          <a:solidFill>
            <a:schemeClr val="accent2">
              <a:alpha val="12000"/>
            </a:schemeClr>
          </a:solidFill>
          <a:ln w="15875">
            <a:solidFill>
              <a:srgbClr val="2A6FB0"/>
            </a:solidFill>
            <a:prstDash val="solid"/>
          </a:ln>
        </p:spPr>
      </p:sp>
      <p:sp>
        <p:nvSpPr>
          <p:cNvPr id="58" name="Text 42"/>
          <p:cNvSpPr txBox="1"/>
          <p:nvPr/>
        </p:nvSpPr>
        <p:spPr>
          <a:xfrm>
            <a:off x="4325112" y="5129784"/>
            <a:ext cx="3511296" cy="530352"/>
          </a:xfrm>
          <a:prstGeom prst="rect">
            <a:avLst/>
          </a:prstGeom>
          <a:noFill/>
          <a:ln/>
        </p:spPr>
        <p:txBody>
          <a:bodyPr wrap="square" lIns="0" tIns="0" rIns="0" bIns="0" rtlCol="0" anchor="ctr"/>
          <a:lstStyle/>
          <a:p>
            <a:pPr algn="l" indent="0" marL="0">
              <a:buNone/>
            </a:pPr>
            <a:r>
              <a:rPr lang="en-US" sz="1500" dirty="0">
                <a:solidFill>
                  <a:schemeClr val="tx1"/>
                </a:solidFill>
              </a:rPr>
              <a:t>Frans, Arabisch en een beetje Nederlands.</a:t>
            </a:r>
            <a:endParaRPr lang="en-US" sz="1500" dirty="0"/>
          </a:p>
        </p:txBody>
      </p:sp>
      <p:sp>
        <p:nvSpPr>
          <p:cNvPr id="59" name="Shape 43"/>
          <p:cNvSpPr/>
          <p:nvPr/>
        </p:nvSpPr>
        <p:spPr>
          <a:xfrm>
            <a:off x="8074152" y="5202936"/>
            <a:ext cx="384048" cy="384048"/>
          </a:xfrm>
          <a:prstGeom prst="ellipse">
            <a:avLst/>
          </a:prstGeom>
          <a:solidFill>
            <a:schemeClr val="accent2"/>
          </a:solidFill>
          <a:ln w="12700">
            <a:solidFill>
              <a:srgbClr val="FFFFFF">
                <a:alpha val="0"/>
              </a:srgbClr>
            </a:solidFill>
            <a:prstDash val="solid"/>
          </a:ln>
        </p:spPr>
      </p:sp>
      <p:pic>
        <p:nvPicPr>
          <p:cNvPr id="60" name="Image 13" descr="UserTie">    </p:cNvPr>
          <p:cNvPicPr>
            <a:picLocks noChangeAspect="1"/>
          </p:cNvPicPr>
          <p:nvPr/>
        </p:nvPicPr>
        <p:blipFill>
          <a:blip r:embed="rId14"/>
          <a:stretch>
            <a:fillRect/>
          </a:stretch>
        </p:blipFill>
        <p:spPr>
          <a:xfrm>
            <a:off x="8166324" y="5295108"/>
            <a:ext cx="199705" cy="199705"/>
          </a:xfrm>
          <a:prstGeom prst="rect">
            <a:avLst/>
          </a:prstGeom>
        </p:spPr>
      </p:pic>
      <p:sp>
        <p:nvSpPr>
          <p:cNvPr id="61" name="Shape 44"/>
          <p:cNvSpPr/>
          <p:nvPr/>
        </p:nvSpPr>
        <p:spPr>
          <a:xfrm>
            <a:off x="548640" y="5801868"/>
            <a:ext cx="384048" cy="384048"/>
          </a:xfrm>
          <a:prstGeom prst="ellipse">
            <a:avLst/>
          </a:prstGeom>
          <a:solidFill>
            <a:srgbClr val="6E4A9E"/>
          </a:solidFill>
          <a:ln w="12700">
            <a:solidFill>
              <a:srgbClr val="FFFFFF">
                <a:alpha val="0"/>
              </a:srgbClr>
            </a:solidFill>
            <a:prstDash val="solid"/>
          </a:ln>
        </p:spPr>
      </p:sp>
      <p:pic>
        <p:nvPicPr>
          <p:cNvPr id="62" name="Image 14" descr="Headset">    </p:cNvPr>
          <p:cNvPicPr>
            <a:picLocks noChangeAspect="1"/>
          </p:cNvPicPr>
          <p:nvPr/>
        </p:nvPicPr>
        <p:blipFill>
          <a:blip r:embed="rId15"/>
          <a:stretch>
            <a:fillRect/>
          </a:stretch>
        </p:blipFill>
        <p:spPr>
          <a:xfrm>
            <a:off x="640812" y="5894040"/>
            <a:ext cx="199705" cy="199705"/>
          </a:xfrm>
          <a:prstGeom prst="rect">
            <a:avLst/>
          </a:prstGeom>
        </p:spPr>
      </p:pic>
      <p:sp>
        <p:nvSpPr>
          <p:cNvPr id="63" name="Shape 45"/>
          <p:cNvSpPr/>
          <p:nvPr/>
        </p:nvSpPr>
        <p:spPr>
          <a:xfrm>
            <a:off x="1024128" y="5728716"/>
            <a:ext cx="3017520" cy="530352"/>
          </a:xfrm>
          <a:prstGeom prst="roundRect">
            <a:avLst>
              <a:gd name="adj" fmla="val 31034"/>
            </a:avLst>
          </a:prstGeom>
          <a:solidFill>
            <a:srgbClr val="6E4A9E">
              <a:alpha val="12000"/>
            </a:srgbClr>
          </a:solidFill>
          <a:ln w="15875">
            <a:solidFill>
              <a:srgbClr val="6E4A9E"/>
            </a:solidFill>
            <a:prstDash val="solid"/>
          </a:ln>
        </p:spPr>
      </p:sp>
      <p:sp>
        <p:nvSpPr>
          <p:cNvPr id="64" name="Text 46"/>
          <p:cNvSpPr txBox="1"/>
          <p:nvPr/>
        </p:nvSpPr>
        <p:spPr>
          <a:xfrm>
            <a:off x="1188720" y="5728716"/>
            <a:ext cx="2688336" cy="530352"/>
          </a:xfrm>
          <a:prstGeom prst="rect">
            <a:avLst/>
          </a:prstGeom>
          <a:noFill/>
          <a:ln/>
        </p:spPr>
        <p:txBody>
          <a:bodyPr wrap="square" lIns="0" tIns="0" rIns="0" bIns="0" rtlCol="0" anchor="ctr"/>
          <a:lstStyle/>
          <a:p>
            <a:pPr algn="l" indent="0" marL="0">
              <a:buNone/>
            </a:pPr>
            <a:r>
              <a:rPr lang="en-US" sz="1500" dirty="0">
                <a:solidFill>
                  <a:schemeClr val="tx1"/>
                </a:solidFill>
              </a:rPr>
              <a:t>Dank u wel. Tot ziens!</a:t>
            </a:r>
            <a:endParaRPr lang="en-US" sz="1500" dirty="0"/>
          </a:p>
        </p:txBody>
      </p:sp>
      <p:sp>
        <p:nvSpPr>
          <p:cNvPr id="65" name="Shape 47"/>
          <p:cNvSpPr/>
          <p:nvPr/>
        </p:nvSpPr>
        <p:spPr>
          <a:xfrm>
            <a:off x="4160520" y="5728716"/>
            <a:ext cx="3840480" cy="530352"/>
          </a:xfrm>
          <a:prstGeom prst="roundRect">
            <a:avLst>
              <a:gd name="adj" fmla="val 31034"/>
            </a:avLst>
          </a:prstGeom>
          <a:solidFill>
            <a:schemeClr val="accent2">
              <a:alpha val="12000"/>
            </a:schemeClr>
          </a:solidFill>
          <a:ln w="15875">
            <a:solidFill>
              <a:srgbClr val="2A6FB0"/>
            </a:solidFill>
            <a:prstDash val="solid"/>
          </a:ln>
        </p:spPr>
      </p:sp>
      <p:sp>
        <p:nvSpPr>
          <p:cNvPr id="66" name="Text 48"/>
          <p:cNvSpPr txBox="1"/>
          <p:nvPr/>
        </p:nvSpPr>
        <p:spPr>
          <a:xfrm>
            <a:off x="4325112" y="5728716"/>
            <a:ext cx="3511296" cy="530352"/>
          </a:xfrm>
          <a:prstGeom prst="rect">
            <a:avLst/>
          </a:prstGeom>
          <a:noFill/>
          <a:ln/>
        </p:spPr>
        <p:txBody>
          <a:bodyPr wrap="square" lIns="0" tIns="0" rIns="0" bIns="0" rtlCol="0" anchor="ctr"/>
          <a:lstStyle/>
          <a:p>
            <a:pPr algn="l" indent="0" marL="0">
              <a:buNone/>
            </a:pPr>
            <a:r>
              <a:rPr lang="en-US" sz="1500" dirty="0">
                <a:solidFill>
                  <a:schemeClr val="tx1"/>
                </a:solidFill>
              </a:rPr>
              <a:t>Tot ziens!</a:t>
            </a:r>
            <a:endParaRPr lang="en-US" sz="1500" dirty="0"/>
          </a:p>
        </p:txBody>
      </p:sp>
      <p:sp>
        <p:nvSpPr>
          <p:cNvPr id="67" name="Shape 49"/>
          <p:cNvSpPr/>
          <p:nvPr/>
        </p:nvSpPr>
        <p:spPr>
          <a:xfrm>
            <a:off x="8074152" y="5801868"/>
            <a:ext cx="384048" cy="384048"/>
          </a:xfrm>
          <a:prstGeom prst="ellipse">
            <a:avLst/>
          </a:prstGeom>
          <a:solidFill>
            <a:schemeClr val="accent2"/>
          </a:solidFill>
          <a:ln w="12700">
            <a:solidFill>
              <a:srgbClr val="FFFFFF">
                <a:alpha val="0"/>
              </a:srgbClr>
            </a:solidFill>
            <a:prstDash val="solid"/>
          </a:ln>
        </p:spPr>
      </p:sp>
      <p:pic>
        <p:nvPicPr>
          <p:cNvPr id="68" name="Image 15" descr="UserTie">    </p:cNvPr>
          <p:cNvPicPr>
            <a:picLocks noChangeAspect="1"/>
          </p:cNvPicPr>
          <p:nvPr/>
        </p:nvPicPr>
        <p:blipFill>
          <a:blip r:embed="rId16"/>
          <a:stretch>
            <a:fillRect/>
          </a:stretch>
        </p:blipFill>
        <p:spPr>
          <a:xfrm>
            <a:off x="8166324" y="5894040"/>
            <a:ext cx="199705" cy="199705"/>
          </a:xfrm>
          <a:prstGeom prst="rect">
            <a:avLst/>
          </a:prstGeom>
        </p:spPr>
      </p:pic>
      <p:sp>
        <p:nvSpPr>
          <p:cNvPr id="69" name="Shape 50"/>
          <p:cNvSpPr/>
          <p:nvPr/>
        </p:nvSpPr>
        <p:spPr>
          <a:xfrm>
            <a:off x="8641080" y="1536192"/>
            <a:ext cx="2999232" cy="4727448"/>
          </a:xfrm>
          <a:prstGeom prst="roundRect">
            <a:avLst>
              <a:gd name="adj" fmla="val 1220"/>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70" name="Shape 51"/>
          <p:cNvSpPr/>
          <p:nvPr/>
        </p:nvSpPr>
        <p:spPr>
          <a:xfrm>
            <a:off x="8641080" y="1536192"/>
            <a:ext cx="2999232" cy="457200"/>
          </a:xfrm>
          <a:prstGeom prst="roundRect">
            <a:avLst>
              <a:gd name="adj" fmla="val 8000"/>
            </a:avLst>
          </a:prstGeom>
          <a:solidFill>
            <a:schemeClr val="tx2"/>
          </a:solidFill>
          <a:ln w="12700">
            <a:solidFill>
              <a:srgbClr val="FFFFFF">
                <a:alpha val="0"/>
              </a:srgbClr>
            </a:solidFill>
            <a:prstDash val="solid"/>
          </a:ln>
        </p:spPr>
      </p:sp>
      <p:sp>
        <p:nvSpPr>
          <p:cNvPr id="71" name="Text 52"/>
          <p:cNvSpPr txBox="1"/>
          <p:nvPr/>
        </p:nvSpPr>
        <p:spPr>
          <a:xfrm>
            <a:off x="8641080" y="1536192"/>
            <a:ext cx="2999232" cy="457200"/>
          </a:xfrm>
          <a:prstGeom prst="rect">
            <a:avLst/>
          </a:prstGeom>
          <a:noFill/>
          <a:ln/>
        </p:spPr>
        <p:txBody>
          <a:bodyPr wrap="square" lIns="0" tIns="0" rIns="0" bIns="0" rtlCol="0" anchor="ctr"/>
          <a:lstStyle/>
          <a:p>
            <a:pPr algn="ctr" indent="0" marL="0">
              <a:buNone/>
            </a:pPr>
            <a:r>
              <a:rPr lang="en-US" sz="1300" b="1" dirty="0">
                <a:solidFill>
                  <a:schemeClr val="bg1"/>
                </a:solidFill>
              </a:rPr>
              <a:t>INSCHRIJVINGSFORMULIER</a:t>
            </a:r>
            <a:endParaRPr lang="en-US" sz="1300" dirty="0"/>
          </a:p>
        </p:txBody>
      </p:sp>
      <p:sp>
        <p:nvSpPr>
          <p:cNvPr id="72" name="Text 53"/>
          <p:cNvSpPr txBox="1"/>
          <p:nvPr/>
        </p:nvSpPr>
        <p:spPr>
          <a:xfrm>
            <a:off x="8823960" y="2103120"/>
            <a:ext cx="2633472" cy="237744"/>
          </a:xfrm>
          <a:prstGeom prst="rect">
            <a:avLst/>
          </a:prstGeom>
          <a:noFill/>
          <a:ln/>
        </p:spPr>
        <p:txBody>
          <a:bodyPr wrap="square" lIns="0" tIns="0" rIns="0" bIns="0" rtlCol="0" anchor="t"/>
          <a:lstStyle/>
          <a:p>
            <a:pPr algn="l" indent="0" marL="0">
              <a:buNone/>
            </a:pPr>
            <a:r>
              <a:rPr lang="en-US" sz="1200" dirty="0">
                <a:solidFill>
                  <a:schemeClr val="accent5"/>
                </a:solidFill>
              </a:rPr>
              <a:t>Voornaam</a:t>
            </a:r>
            <a:endParaRPr lang="en-US" sz="1200" dirty="0"/>
          </a:p>
        </p:txBody>
      </p:sp>
      <p:sp>
        <p:nvSpPr>
          <p:cNvPr id="73" name="Text 54"/>
          <p:cNvSpPr txBox="1"/>
          <p:nvPr/>
        </p:nvSpPr>
        <p:spPr>
          <a:xfrm>
            <a:off x="8823960" y="2322576"/>
            <a:ext cx="2633472" cy="384048"/>
          </a:xfrm>
          <a:prstGeom prst="rect">
            <a:avLst/>
          </a:prstGeom>
          <a:noFill/>
          <a:ln/>
        </p:spPr>
        <p:txBody>
          <a:bodyPr wrap="square" lIns="0" tIns="0" rIns="0" bIns="0" rtlCol="0" anchor="ctr"/>
          <a:lstStyle/>
          <a:p>
            <a:pPr algn="l" indent="0" marL="0">
              <a:buNone/>
            </a:pPr>
            <a:r>
              <a:rPr lang="en-US" sz="1600" b="1" i="1" dirty="0">
                <a:solidFill>
                  <a:schemeClr val="accent2"/>
                </a:solidFill>
              </a:rPr>
              <a:t>Karim</a:t>
            </a:r>
            <a:endParaRPr lang="en-US" sz="1600" dirty="0"/>
          </a:p>
        </p:txBody>
      </p:sp>
      <p:sp>
        <p:nvSpPr>
          <p:cNvPr id="74" name="Shape 55"/>
          <p:cNvSpPr/>
          <p:nvPr/>
        </p:nvSpPr>
        <p:spPr>
          <a:xfrm>
            <a:off x="8823960" y="2724912"/>
            <a:ext cx="2633472" cy="914"/>
          </a:xfrm>
          <a:prstGeom prst="line">
            <a:avLst/>
          </a:prstGeom>
          <a:noFill/>
          <a:ln w="12700">
            <a:solidFill>
              <a:srgbClr val="B8C2CF"/>
            </a:solidFill>
            <a:prstDash val="sysDot"/>
          </a:ln>
        </p:spPr>
      </p:sp>
      <p:sp>
        <p:nvSpPr>
          <p:cNvPr id="75" name="Text 56"/>
          <p:cNvSpPr txBox="1"/>
          <p:nvPr/>
        </p:nvSpPr>
        <p:spPr>
          <a:xfrm>
            <a:off x="8823960" y="2788920"/>
            <a:ext cx="2633472" cy="237744"/>
          </a:xfrm>
          <a:prstGeom prst="rect">
            <a:avLst/>
          </a:prstGeom>
          <a:noFill/>
          <a:ln/>
        </p:spPr>
        <p:txBody>
          <a:bodyPr wrap="square" lIns="0" tIns="0" rIns="0" bIns="0" rtlCol="0" anchor="t"/>
          <a:lstStyle/>
          <a:p>
            <a:pPr algn="l" indent="0" marL="0">
              <a:buNone/>
            </a:pPr>
            <a:r>
              <a:rPr lang="en-US" sz="1200" dirty="0">
                <a:solidFill>
                  <a:schemeClr val="accent5"/>
                </a:solidFill>
              </a:rPr>
              <a:t>Achternaam</a:t>
            </a:r>
            <a:endParaRPr lang="en-US" sz="1200" dirty="0"/>
          </a:p>
        </p:txBody>
      </p:sp>
      <p:sp>
        <p:nvSpPr>
          <p:cNvPr id="76" name="Text 57"/>
          <p:cNvSpPr txBox="1"/>
          <p:nvPr/>
        </p:nvSpPr>
        <p:spPr>
          <a:xfrm>
            <a:off x="8823960" y="3008376"/>
            <a:ext cx="2633472" cy="384048"/>
          </a:xfrm>
          <a:prstGeom prst="rect">
            <a:avLst/>
          </a:prstGeom>
          <a:noFill/>
          <a:ln/>
        </p:spPr>
        <p:txBody>
          <a:bodyPr wrap="square" lIns="0" tIns="0" rIns="0" bIns="0" rtlCol="0" anchor="ctr"/>
          <a:lstStyle/>
          <a:p>
            <a:pPr algn="l" indent="0" marL="0">
              <a:buNone/>
            </a:pPr>
            <a:r>
              <a:rPr lang="en-US" sz="1600" b="1" i="1" dirty="0">
                <a:solidFill>
                  <a:schemeClr val="accent2"/>
                </a:solidFill>
              </a:rPr>
              <a:t>Benali</a:t>
            </a:r>
            <a:endParaRPr lang="en-US" sz="1600" dirty="0"/>
          </a:p>
        </p:txBody>
      </p:sp>
      <p:sp>
        <p:nvSpPr>
          <p:cNvPr id="77" name="Shape 58"/>
          <p:cNvSpPr/>
          <p:nvPr/>
        </p:nvSpPr>
        <p:spPr>
          <a:xfrm>
            <a:off x="8823960" y="3410712"/>
            <a:ext cx="2633472" cy="914"/>
          </a:xfrm>
          <a:prstGeom prst="line">
            <a:avLst/>
          </a:prstGeom>
          <a:noFill/>
          <a:ln w="12700">
            <a:solidFill>
              <a:srgbClr val="B8C2CF"/>
            </a:solidFill>
            <a:prstDash val="sysDot"/>
          </a:ln>
        </p:spPr>
      </p:sp>
      <p:sp>
        <p:nvSpPr>
          <p:cNvPr id="78" name="Text 59"/>
          <p:cNvSpPr txBox="1"/>
          <p:nvPr/>
        </p:nvSpPr>
        <p:spPr>
          <a:xfrm>
            <a:off x="8823960" y="3474720"/>
            <a:ext cx="2633472" cy="237744"/>
          </a:xfrm>
          <a:prstGeom prst="rect">
            <a:avLst/>
          </a:prstGeom>
          <a:noFill/>
          <a:ln/>
        </p:spPr>
        <p:txBody>
          <a:bodyPr wrap="square" lIns="0" tIns="0" rIns="0" bIns="0" rtlCol="0" anchor="t"/>
          <a:lstStyle/>
          <a:p>
            <a:pPr algn="l" indent="0" marL="0">
              <a:buNone/>
            </a:pPr>
            <a:r>
              <a:rPr lang="en-US" sz="1200" dirty="0">
                <a:solidFill>
                  <a:schemeClr val="accent5"/>
                </a:solidFill>
              </a:rPr>
              <a:t>Gemeente</a:t>
            </a:r>
            <a:endParaRPr lang="en-US" sz="1200" dirty="0"/>
          </a:p>
        </p:txBody>
      </p:sp>
      <p:sp>
        <p:nvSpPr>
          <p:cNvPr id="79" name="Text 60"/>
          <p:cNvSpPr txBox="1"/>
          <p:nvPr/>
        </p:nvSpPr>
        <p:spPr>
          <a:xfrm>
            <a:off x="8823960" y="3694176"/>
            <a:ext cx="2633472" cy="384048"/>
          </a:xfrm>
          <a:prstGeom prst="rect">
            <a:avLst/>
          </a:prstGeom>
          <a:noFill/>
          <a:ln/>
        </p:spPr>
        <p:txBody>
          <a:bodyPr wrap="square" lIns="0" tIns="0" rIns="0" bIns="0" rtlCol="0" anchor="ctr"/>
          <a:lstStyle/>
          <a:p>
            <a:pPr algn="l" indent="0" marL="0">
              <a:buNone/>
            </a:pPr>
            <a:r>
              <a:rPr lang="en-US" sz="1600" b="1" i="1" dirty="0">
                <a:solidFill>
                  <a:schemeClr val="accent2"/>
                </a:solidFill>
              </a:rPr>
              <a:t>Namen</a:t>
            </a:r>
            <a:endParaRPr lang="en-US" sz="1600" dirty="0"/>
          </a:p>
        </p:txBody>
      </p:sp>
      <p:sp>
        <p:nvSpPr>
          <p:cNvPr id="80" name="Shape 61"/>
          <p:cNvSpPr/>
          <p:nvPr/>
        </p:nvSpPr>
        <p:spPr>
          <a:xfrm>
            <a:off x="8823960" y="4096512"/>
            <a:ext cx="2633472" cy="914"/>
          </a:xfrm>
          <a:prstGeom prst="line">
            <a:avLst/>
          </a:prstGeom>
          <a:noFill/>
          <a:ln w="12700">
            <a:solidFill>
              <a:srgbClr val="B8C2CF"/>
            </a:solidFill>
            <a:prstDash val="sysDot"/>
          </a:ln>
        </p:spPr>
      </p:sp>
      <p:sp>
        <p:nvSpPr>
          <p:cNvPr id="81" name="Text 62"/>
          <p:cNvSpPr txBox="1"/>
          <p:nvPr/>
        </p:nvSpPr>
        <p:spPr>
          <a:xfrm>
            <a:off x="8823960" y="4160520"/>
            <a:ext cx="2633472" cy="237744"/>
          </a:xfrm>
          <a:prstGeom prst="rect">
            <a:avLst/>
          </a:prstGeom>
          <a:noFill/>
          <a:ln/>
        </p:spPr>
        <p:txBody>
          <a:bodyPr wrap="square" lIns="0" tIns="0" rIns="0" bIns="0" rtlCol="0" anchor="t"/>
          <a:lstStyle/>
          <a:p>
            <a:pPr algn="l" indent="0" marL="0">
              <a:buNone/>
            </a:pPr>
            <a:r>
              <a:rPr lang="en-US" sz="1200" dirty="0">
                <a:solidFill>
                  <a:schemeClr val="accent5"/>
                </a:solidFill>
              </a:rPr>
              <a:t>Gsm-nummer</a:t>
            </a:r>
            <a:endParaRPr lang="en-US" sz="1200" dirty="0"/>
          </a:p>
        </p:txBody>
      </p:sp>
      <p:sp>
        <p:nvSpPr>
          <p:cNvPr id="82" name="Text 63"/>
          <p:cNvSpPr txBox="1"/>
          <p:nvPr/>
        </p:nvSpPr>
        <p:spPr>
          <a:xfrm>
            <a:off x="8823960" y="4379976"/>
            <a:ext cx="2633472" cy="384048"/>
          </a:xfrm>
          <a:prstGeom prst="rect">
            <a:avLst/>
          </a:prstGeom>
          <a:noFill/>
          <a:ln/>
        </p:spPr>
        <p:txBody>
          <a:bodyPr wrap="square" lIns="0" tIns="0" rIns="0" bIns="0" rtlCol="0" anchor="ctr"/>
          <a:lstStyle/>
          <a:p>
            <a:pPr algn="l" indent="0" marL="0">
              <a:buNone/>
            </a:pPr>
            <a:r>
              <a:rPr lang="en-US" sz="1600" b="1" i="1" dirty="0">
                <a:solidFill>
                  <a:schemeClr val="accent2"/>
                </a:solidFill>
              </a:rPr>
              <a:t>0470 12 34 56</a:t>
            </a:r>
            <a:endParaRPr lang="en-US" sz="1600" dirty="0"/>
          </a:p>
        </p:txBody>
      </p:sp>
      <p:sp>
        <p:nvSpPr>
          <p:cNvPr id="83" name="Shape 64"/>
          <p:cNvSpPr/>
          <p:nvPr/>
        </p:nvSpPr>
        <p:spPr>
          <a:xfrm>
            <a:off x="8823960" y="4782312"/>
            <a:ext cx="2633472" cy="914"/>
          </a:xfrm>
          <a:prstGeom prst="line">
            <a:avLst/>
          </a:prstGeom>
          <a:noFill/>
          <a:ln w="12700">
            <a:solidFill>
              <a:srgbClr val="B8C2CF"/>
            </a:solidFill>
            <a:prstDash val="sysDot"/>
          </a:ln>
        </p:spPr>
      </p:sp>
      <p:sp>
        <p:nvSpPr>
          <p:cNvPr id="84" name="Text 65"/>
          <p:cNvSpPr txBox="1"/>
          <p:nvPr/>
        </p:nvSpPr>
        <p:spPr>
          <a:xfrm>
            <a:off x="8823960" y="4846320"/>
            <a:ext cx="2633472" cy="237744"/>
          </a:xfrm>
          <a:prstGeom prst="rect">
            <a:avLst/>
          </a:prstGeom>
          <a:noFill/>
          <a:ln/>
        </p:spPr>
        <p:txBody>
          <a:bodyPr wrap="square" lIns="0" tIns="0" rIns="0" bIns="0" rtlCol="0" anchor="t"/>
          <a:lstStyle/>
          <a:p>
            <a:pPr algn="l" indent="0" marL="0">
              <a:buNone/>
            </a:pPr>
            <a:r>
              <a:rPr lang="en-US" sz="1200" dirty="0">
                <a:solidFill>
                  <a:schemeClr val="accent5"/>
                </a:solidFill>
              </a:rPr>
              <a:t>Beroep</a:t>
            </a:r>
            <a:endParaRPr lang="en-US" sz="1200" dirty="0"/>
          </a:p>
        </p:txBody>
      </p:sp>
      <p:sp>
        <p:nvSpPr>
          <p:cNvPr id="85" name="Text 66"/>
          <p:cNvSpPr txBox="1"/>
          <p:nvPr/>
        </p:nvSpPr>
        <p:spPr>
          <a:xfrm>
            <a:off x="8823960" y="5065776"/>
            <a:ext cx="2633472" cy="384048"/>
          </a:xfrm>
          <a:prstGeom prst="rect">
            <a:avLst/>
          </a:prstGeom>
          <a:noFill/>
          <a:ln/>
        </p:spPr>
        <p:txBody>
          <a:bodyPr wrap="square" lIns="0" tIns="0" rIns="0" bIns="0" rtlCol="0" anchor="ctr"/>
          <a:lstStyle/>
          <a:p>
            <a:pPr algn="l" indent="0" marL="0">
              <a:buNone/>
            </a:pPr>
            <a:r>
              <a:rPr lang="en-US" sz="1600" b="1" i="1" dirty="0">
                <a:solidFill>
                  <a:schemeClr val="accent2"/>
                </a:solidFill>
              </a:rPr>
              <a:t>boekhouder</a:t>
            </a:r>
            <a:endParaRPr lang="en-US" sz="1600" dirty="0"/>
          </a:p>
        </p:txBody>
      </p:sp>
      <p:sp>
        <p:nvSpPr>
          <p:cNvPr id="86" name="Shape 67"/>
          <p:cNvSpPr/>
          <p:nvPr/>
        </p:nvSpPr>
        <p:spPr>
          <a:xfrm>
            <a:off x="8823960" y="5468112"/>
            <a:ext cx="2633472" cy="914"/>
          </a:xfrm>
          <a:prstGeom prst="line">
            <a:avLst/>
          </a:prstGeom>
          <a:noFill/>
          <a:ln w="12700">
            <a:solidFill>
              <a:srgbClr val="B8C2CF"/>
            </a:solidFill>
            <a:prstDash val="sysDot"/>
          </a:ln>
        </p:spPr>
      </p:sp>
      <p:sp>
        <p:nvSpPr>
          <p:cNvPr id="87" name="Text 68"/>
          <p:cNvSpPr txBox="1"/>
          <p:nvPr/>
        </p:nvSpPr>
        <p:spPr>
          <a:xfrm>
            <a:off x="8823960" y="5532120"/>
            <a:ext cx="2633472" cy="237744"/>
          </a:xfrm>
          <a:prstGeom prst="rect">
            <a:avLst/>
          </a:prstGeom>
          <a:noFill/>
          <a:ln/>
        </p:spPr>
        <p:txBody>
          <a:bodyPr wrap="square" lIns="0" tIns="0" rIns="0" bIns="0" rtlCol="0" anchor="t"/>
          <a:lstStyle/>
          <a:p>
            <a:pPr algn="l" indent="0" marL="0">
              <a:buNone/>
            </a:pPr>
            <a:r>
              <a:rPr lang="en-US" sz="1200" dirty="0">
                <a:solidFill>
                  <a:schemeClr val="accent5"/>
                </a:solidFill>
              </a:rPr>
              <a:t>Talenkennis</a:t>
            </a:r>
            <a:endParaRPr lang="en-US" sz="1200" dirty="0"/>
          </a:p>
        </p:txBody>
      </p:sp>
      <p:sp>
        <p:nvSpPr>
          <p:cNvPr id="88" name="Text 69"/>
          <p:cNvSpPr txBox="1"/>
          <p:nvPr/>
        </p:nvSpPr>
        <p:spPr>
          <a:xfrm>
            <a:off x="8823960" y="5751576"/>
            <a:ext cx="2633472" cy="384048"/>
          </a:xfrm>
          <a:prstGeom prst="rect">
            <a:avLst/>
          </a:prstGeom>
          <a:noFill/>
          <a:ln/>
        </p:spPr>
        <p:txBody>
          <a:bodyPr wrap="square" lIns="0" tIns="0" rIns="0" bIns="0" rtlCol="0" anchor="ctr"/>
          <a:lstStyle/>
          <a:p>
            <a:pPr algn="l" indent="0" marL="0">
              <a:buNone/>
            </a:pPr>
            <a:r>
              <a:rPr lang="en-US" sz="1200" b="1" i="1" dirty="0">
                <a:solidFill>
                  <a:schemeClr val="accent2"/>
                </a:solidFill>
              </a:rPr>
              <a:t>Frans, Arabisch en een beetje Nederlands</a:t>
            </a:r>
            <a:endParaRPr lang="en-US" sz="1200" dirty="0"/>
          </a:p>
        </p:txBody>
      </p:sp>
      <p:sp>
        <p:nvSpPr>
          <p:cNvPr id="89" name="Shape 70"/>
          <p:cNvSpPr/>
          <p:nvPr/>
        </p:nvSpPr>
        <p:spPr>
          <a:xfrm>
            <a:off x="8823960" y="6153912"/>
            <a:ext cx="2633472" cy="914"/>
          </a:xfrm>
          <a:prstGeom prst="line">
            <a:avLst/>
          </a:prstGeom>
          <a:noFill/>
          <a:ln w="12700">
            <a:solidFill>
              <a:srgbClr val="B8C2CF"/>
            </a:solidFill>
            <a:prstDash val="sysDot"/>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Link">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Associer</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QuestionCircle">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Thème et question</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PencilAlt">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Karim se présente</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Search">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Geslaagd of gezakt?</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ExchangeAlt">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Je → u</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Microphone">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Interview croisée</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TheaterMasks">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Mises en situation</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8" name="Shape 38"/>
          <p:cNvSpPr/>
          <p:nvPr/>
        </p:nvSpPr>
        <p:spPr>
          <a:xfrm>
            <a:off x="778383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9" name="Shape 39"/>
          <p:cNvSpPr/>
          <p:nvPr/>
        </p:nvSpPr>
        <p:spPr>
          <a:xfrm>
            <a:off x="7920990" y="4572000"/>
            <a:ext cx="438912" cy="438912"/>
          </a:xfrm>
          <a:prstGeom prst="ellipse">
            <a:avLst/>
          </a:prstGeom>
          <a:solidFill>
            <a:schemeClr val="accent1"/>
          </a:solidFill>
          <a:ln w="12700">
            <a:solidFill>
              <a:srgbClr val="FFFFFF">
                <a:alpha val="0"/>
              </a:srgbClr>
            </a:solidFill>
            <a:prstDash val="solid"/>
          </a:ln>
        </p:spPr>
      </p:sp>
      <p:sp>
        <p:nvSpPr>
          <p:cNvPr id="50" name="Text 40"/>
          <p:cNvSpPr txBox="1"/>
          <p:nvPr/>
        </p:nvSpPr>
        <p:spPr>
          <a:xfrm>
            <a:off x="792099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pic>
        <p:nvPicPr>
          <p:cNvPr id="51" name="Image 7" descr="Cloud">    </p:cNvPr>
          <p:cNvPicPr>
            <a:picLocks noChangeAspect="1"/>
          </p:cNvPicPr>
          <p:nvPr/>
        </p:nvPicPr>
        <p:blipFill>
          <a:blip r:embed="rId8"/>
          <a:stretch>
            <a:fillRect/>
          </a:stretch>
        </p:blipFill>
        <p:spPr>
          <a:xfrm>
            <a:off x="9418320" y="4599432"/>
            <a:ext cx="384048" cy="384048"/>
          </a:xfrm>
          <a:prstGeom prst="rect">
            <a:avLst/>
          </a:prstGeom>
        </p:spPr>
      </p:pic>
      <p:sp>
        <p:nvSpPr>
          <p:cNvPr id="52" name="Text 41"/>
          <p:cNvSpPr txBox="1"/>
          <p:nvPr/>
        </p:nvSpPr>
        <p:spPr>
          <a:xfrm>
            <a:off x="792099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Woordwolk</a:t>
            </a:r>
            <a:endParaRPr lang="en-US" sz="1600" dirty="0"/>
          </a:p>
        </p:txBody>
      </p:sp>
      <p:sp>
        <p:nvSpPr>
          <p:cNvPr id="53" name="Text 42"/>
          <p:cNvSpPr txBox="1"/>
          <p:nvPr/>
        </p:nvSpPr>
        <p:spPr>
          <a:xfrm>
            <a:off x="792099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54" name="Image 8" descr="man teacher">    </p:cNvPr>
          <p:cNvPicPr>
            <a:picLocks noChangeAspect="1"/>
          </p:cNvPicPr>
          <p:nvPr/>
        </p:nvPicPr>
        <p:blipFill>
          <a:blip r:embed="rId9"/>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Associer : la fiche de Karim</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Reliez chaque rubrique de la fiche de Karim à la bonne réponse.</a:t>
            </a:r>
            <a:endParaRPr lang="en-US" sz="1700" dirty="0"/>
          </a:p>
        </p:txBody>
      </p:sp>
      <p:sp>
        <p:nvSpPr>
          <p:cNvPr id="8" name="Text 4"/>
          <p:cNvSpPr txBox="1"/>
          <p:nvPr/>
        </p:nvSpPr>
        <p:spPr>
          <a:xfrm>
            <a:off x="548640" y="193243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3"/>
                </a:solidFill>
              </a:rPr>
              <a:t>RUBRIQUES</a:t>
            </a:r>
            <a:endParaRPr lang="en-US" sz="1200" dirty="0"/>
          </a:p>
        </p:txBody>
      </p:sp>
      <p:sp>
        <p:nvSpPr>
          <p:cNvPr id="9" name="Text 5"/>
          <p:cNvSpPr txBox="1"/>
          <p:nvPr/>
        </p:nvSpPr>
        <p:spPr>
          <a:xfrm>
            <a:off x="7040880" y="193243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RÉPONSES</a:t>
            </a:r>
            <a:endParaRPr lang="en-US" sz="1200" dirty="0"/>
          </a:p>
        </p:txBody>
      </p:sp>
      <p:sp>
        <p:nvSpPr>
          <p:cNvPr id="10" name="Shape 6"/>
          <p:cNvSpPr/>
          <p:nvPr/>
        </p:nvSpPr>
        <p:spPr>
          <a:xfrm>
            <a:off x="548640" y="2279904"/>
            <a:ext cx="3657600" cy="417957"/>
          </a:xfrm>
          <a:prstGeom prst="roundRect">
            <a:avLst>
              <a:gd name="adj" fmla="val 65634"/>
            </a:avLst>
          </a:prstGeom>
          <a:solidFill>
            <a:schemeClr val="accent3"/>
          </a:solidFill>
          <a:ln w="12700">
            <a:solidFill>
              <a:srgbClr val="FFFFFF">
                <a:alpha val="0"/>
              </a:srgbClr>
            </a:solidFill>
            <a:prstDash val="solid"/>
          </a:ln>
        </p:spPr>
      </p:sp>
      <p:sp>
        <p:nvSpPr>
          <p:cNvPr id="11" name="Shape 7"/>
          <p:cNvSpPr/>
          <p:nvPr/>
        </p:nvSpPr>
        <p:spPr>
          <a:xfrm>
            <a:off x="621792" y="2306002"/>
            <a:ext cx="365760" cy="365760"/>
          </a:xfrm>
          <a:prstGeom prst="ellipse">
            <a:avLst/>
          </a:prstGeom>
          <a:solidFill>
            <a:srgbClr val="FFFFFF"/>
          </a:solidFill>
          <a:ln w="12700">
            <a:solidFill>
              <a:srgbClr val="FFFFFF">
                <a:alpha val="0"/>
              </a:srgbClr>
            </a:solidFill>
            <a:prstDash val="solid"/>
          </a:ln>
        </p:spPr>
      </p:sp>
      <p:sp>
        <p:nvSpPr>
          <p:cNvPr id="12" name="Text 8"/>
          <p:cNvSpPr txBox="1"/>
          <p:nvPr/>
        </p:nvSpPr>
        <p:spPr>
          <a:xfrm>
            <a:off x="621792" y="2306002"/>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13" name="Text 9"/>
          <p:cNvSpPr txBox="1"/>
          <p:nvPr/>
        </p:nvSpPr>
        <p:spPr>
          <a:xfrm>
            <a:off x="1097280" y="2279904"/>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leeftijd</a:t>
            </a:r>
            <a:endParaRPr lang="en-US" sz="1900" dirty="0"/>
          </a:p>
        </p:txBody>
      </p:sp>
      <p:sp>
        <p:nvSpPr>
          <p:cNvPr id="14" name="Shape 10"/>
          <p:cNvSpPr/>
          <p:nvPr/>
        </p:nvSpPr>
        <p:spPr>
          <a:xfrm>
            <a:off x="4233672" y="2424875"/>
            <a:ext cx="128016" cy="128016"/>
          </a:xfrm>
          <a:prstGeom prst="ellipse">
            <a:avLst/>
          </a:prstGeom>
          <a:solidFill>
            <a:schemeClr val="tx2"/>
          </a:solidFill>
          <a:ln w="12700">
            <a:solidFill>
              <a:srgbClr val="FFFFFF">
                <a:alpha val="0"/>
              </a:srgbClr>
            </a:solidFill>
            <a:prstDash val="solid"/>
          </a:ln>
        </p:spPr>
      </p:sp>
      <p:sp>
        <p:nvSpPr>
          <p:cNvPr id="15" name="Shape 11"/>
          <p:cNvSpPr/>
          <p:nvPr/>
        </p:nvSpPr>
        <p:spPr>
          <a:xfrm>
            <a:off x="548640" y="2789301"/>
            <a:ext cx="3657600" cy="417957"/>
          </a:xfrm>
          <a:prstGeom prst="roundRect">
            <a:avLst>
              <a:gd name="adj" fmla="val 65634"/>
            </a:avLst>
          </a:prstGeom>
          <a:solidFill>
            <a:schemeClr val="accent3"/>
          </a:solidFill>
          <a:ln w="12700">
            <a:solidFill>
              <a:srgbClr val="FFFFFF">
                <a:alpha val="0"/>
              </a:srgbClr>
            </a:solidFill>
            <a:prstDash val="solid"/>
          </a:ln>
        </p:spPr>
      </p:sp>
      <p:sp>
        <p:nvSpPr>
          <p:cNvPr id="16" name="Shape 12"/>
          <p:cNvSpPr/>
          <p:nvPr/>
        </p:nvSpPr>
        <p:spPr>
          <a:xfrm>
            <a:off x="621792" y="2815399"/>
            <a:ext cx="365760" cy="365760"/>
          </a:xfrm>
          <a:prstGeom prst="ellipse">
            <a:avLst/>
          </a:prstGeom>
          <a:solidFill>
            <a:srgbClr val="FFFFFF"/>
          </a:solidFill>
          <a:ln w="12700">
            <a:solidFill>
              <a:srgbClr val="FFFFFF">
                <a:alpha val="0"/>
              </a:srgbClr>
            </a:solidFill>
            <a:prstDash val="solid"/>
          </a:ln>
        </p:spPr>
      </p:sp>
      <p:sp>
        <p:nvSpPr>
          <p:cNvPr id="17" name="Text 13"/>
          <p:cNvSpPr txBox="1"/>
          <p:nvPr/>
        </p:nvSpPr>
        <p:spPr>
          <a:xfrm>
            <a:off x="621792" y="2815399"/>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2</a:t>
            </a:r>
            <a:endParaRPr lang="en-US" sz="1500" dirty="0"/>
          </a:p>
        </p:txBody>
      </p:sp>
      <p:sp>
        <p:nvSpPr>
          <p:cNvPr id="18" name="Text 14"/>
          <p:cNvSpPr txBox="1"/>
          <p:nvPr/>
        </p:nvSpPr>
        <p:spPr>
          <a:xfrm>
            <a:off x="1097280" y="2789301"/>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woonplaats</a:t>
            </a:r>
            <a:endParaRPr lang="en-US" sz="1900" dirty="0"/>
          </a:p>
        </p:txBody>
      </p:sp>
      <p:sp>
        <p:nvSpPr>
          <p:cNvPr id="19" name="Shape 15"/>
          <p:cNvSpPr/>
          <p:nvPr/>
        </p:nvSpPr>
        <p:spPr>
          <a:xfrm>
            <a:off x="4233672" y="2934272"/>
            <a:ext cx="128016" cy="128016"/>
          </a:xfrm>
          <a:prstGeom prst="ellipse">
            <a:avLst/>
          </a:prstGeom>
          <a:solidFill>
            <a:schemeClr val="tx2"/>
          </a:solidFill>
          <a:ln w="12700">
            <a:solidFill>
              <a:srgbClr val="FFFFFF">
                <a:alpha val="0"/>
              </a:srgbClr>
            </a:solidFill>
            <a:prstDash val="solid"/>
          </a:ln>
        </p:spPr>
      </p:sp>
      <p:sp>
        <p:nvSpPr>
          <p:cNvPr id="20" name="Shape 16"/>
          <p:cNvSpPr/>
          <p:nvPr/>
        </p:nvSpPr>
        <p:spPr>
          <a:xfrm>
            <a:off x="548640" y="3298698"/>
            <a:ext cx="3657600" cy="417957"/>
          </a:xfrm>
          <a:prstGeom prst="roundRect">
            <a:avLst>
              <a:gd name="adj" fmla="val 65634"/>
            </a:avLst>
          </a:prstGeom>
          <a:solidFill>
            <a:schemeClr val="accent3"/>
          </a:solidFill>
          <a:ln w="12700">
            <a:solidFill>
              <a:srgbClr val="FFFFFF">
                <a:alpha val="0"/>
              </a:srgbClr>
            </a:solidFill>
            <a:prstDash val="solid"/>
          </a:ln>
        </p:spPr>
      </p:sp>
      <p:sp>
        <p:nvSpPr>
          <p:cNvPr id="21" name="Shape 17"/>
          <p:cNvSpPr/>
          <p:nvPr/>
        </p:nvSpPr>
        <p:spPr>
          <a:xfrm>
            <a:off x="621792" y="3324796"/>
            <a:ext cx="365760" cy="365760"/>
          </a:xfrm>
          <a:prstGeom prst="ellipse">
            <a:avLst/>
          </a:prstGeom>
          <a:solidFill>
            <a:srgbClr val="FFFFFF"/>
          </a:solidFill>
          <a:ln w="12700">
            <a:solidFill>
              <a:srgbClr val="FFFFFF">
                <a:alpha val="0"/>
              </a:srgbClr>
            </a:solidFill>
            <a:prstDash val="solid"/>
          </a:ln>
        </p:spPr>
      </p:sp>
      <p:sp>
        <p:nvSpPr>
          <p:cNvPr id="22" name="Text 18"/>
          <p:cNvSpPr txBox="1"/>
          <p:nvPr/>
        </p:nvSpPr>
        <p:spPr>
          <a:xfrm>
            <a:off x="621792" y="3324796"/>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23" name="Text 19"/>
          <p:cNvSpPr txBox="1"/>
          <p:nvPr/>
        </p:nvSpPr>
        <p:spPr>
          <a:xfrm>
            <a:off x="1097280" y="3298698"/>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nationaliteit</a:t>
            </a:r>
            <a:endParaRPr lang="en-US" sz="1900" dirty="0"/>
          </a:p>
        </p:txBody>
      </p:sp>
      <p:sp>
        <p:nvSpPr>
          <p:cNvPr id="24" name="Shape 20"/>
          <p:cNvSpPr/>
          <p:nvPr/>
        </p:nvSpPr>
        <p:spPr>
          <a:xfrm>
            <a:off x="4233672" y="3443669"/>
            <a:ext cx="128016" cy="128016"/>
          </a:xfrm>
          <a:prstGeom prst="ellipse">
            <a:avLst/>
          </a:prstGeom>
          <a:solidFill>
            <a:schemeClr val="tx2"/>
          </a:solidFill>
          <a:ln w="12700">
            <a:solidFill>
              <a:srgbClr val="FFFFFF">
                <a:alpha val="0"/>
              </a:srgbClr>
            </a:solidFill>
            <a:prstDash val="solid"/>
          </a:ln>
        </p:spPr>
      </p:sp>
      <p:sp>
        <p:nvSpPr>
          <p:cNvPr id="25" name="Shape 21"/>
          <p:cNvSpPr/>
          <p:nvPr/>
        </p:nvSpPr>
        <p:spPr>
          <a:xfrm>
            <a:off x="548640" y="3808095"/>
            <a:ext cx="3657600" cy="417957"/>
          </a:xfrm>
          <a:prstGeom prst="roundRect">
            <a:avLst>
              <a:gd name="adj" fmla="val 65634"/>
            </a:avLst>
          </a:prstGeom>
          <a:solidFill>
            <a:schemeClr val="accent3"/>
          </a:solidFill>
          <a:ln w="12700">
            <a:solidFill>
              <a:srgbClr val="FFFFFF">
                <a:alpha val="0"/>
              </a:srgbClr>
            </a:solidFill>
            <a:prstDash val="solid"/>
          </a:ln>
        </p:spPr>
      </p:sp>
      <p:sp>
        <p:nvSpPr>
          <p:cNvPr id="26" name="Shape 22"/>
          <p:cNvSpPr/>
          <p:nvPr/>
        </p:nvSpPr>
        <p:spPr>
          <a:xfrm>
            <a:off x="621792" y="3834193"/>
            <a:ext cx="365760" cy="365760"/>
          </a:xfrm>
          <a:prstGeom prst="ellipse">
            <a:avLst/>
          </a:prstGeom>
          <a:solidFill>
            <a:srgbClr val="FFFFFF"/>
          </a:solidFill>
          <a:ln w="12700">
            <a:solidFill>
              <a:srgbClr val="FFFFFF">
                <a:alpha val="0"/>
              </a:srgbClr>
            </a:solidFill>
            <a:prstDash val="solid"/>
          </a:ln>
        </p:spPr>
      </p:sp>
      <p:sp>
        <p:nvSpPr>
          <p:cNvPr id="27" name="Text 23"/>
          <p:cNvSpPr txBox="1"/>
          <p:nvPr/>
        </p:nvSpPr>
        <p:spPr>
          <a:xfrm>
            <a:off x="621792" y="3834193"/>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28" name="Text 24"/>
          <p:cNvSpPr txBox="1"/>
          <p:nvPr/>
        </p:nvSpPr>
        <p:spPr>
          <a:xfrm>
            <a:off x="1097280" y="3808095"/>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burgerlijke staat</a:t>
            </a:r>
            <a:endParaRPr lang="en-US" sz="1900" dirty="0"/>
          </a:p>
        </p:txBody>
      </p:sp>
      <p:sp>
        <p:nvSpPr>
          <p:cNvPr id="29" name="Shape 25"/>
          <p:cNvSpPr/>
          <p:nvPr/>
        </p:nvSpPr>
        <p:spPr>
          <a:xfrm>
            <a:off x="4233672" y="3953065"/>
            <a:ext cx="128016" cy="128016"/>
          </a:xfrm>
          <a:prstGeom prst="ellipse">
            <a:avLst/>
          </a:prstGeom>
          <a:solidFill>
            <a:schemeClr val="tx2"/>
          </a:solidFill>
          <a:ln w="12700">
            <a:solidFill>
              <a:srgbClr val="FFFFFF">
                <a:alpha val="0"/>
              </a:srgbClr>
            </a:solidFill>
            <a:prstDash val="solid"/>
          </a:ln>
        </p:spPr>
      </p:sp>
      <p:sp>
        <p:nvSpPr>
          <p:cNvPr id="30" name="Shape 26"/>
          <p:cNvSpPr/>
          <p:nvPr/>
        </p:nvSpPr>
        <p:spPr>
          <a:xfrm>
            <a:off x="548640" y="4317492"/>
            <a:ext cx="3657600" cy="417957"/>
          </a:xfrm>
          <a:prstGeom prst="roundRect">
            <a:avLst>
              <a:gd name="adj" fmla="val 65634"/>
            </a:avLst>
          </a:prstGeom>
          <a:solidFill>
            <a:schemeClr val="accent3"/>
          </a:solidFill>
          <a:ln w="12700">
            <a:solidFill>
              <a:srgbClr val="FFFFFF">
                <a:alpha val="0"/>
              </a:srgbClr>
            </a:solidFill>
            <a:prstDash val="solid"/>
          </a:ln>
        </p:spPr>
      </p:sp>
      <p:sp>
        <p:nvSpPr>
          <p:cNvPr id="31" name="Shape 27"/>
          <p:cNvSpPr/>
          <p:nvPr/>
        </p:nvSpPr>
        <p:spPr>
          <a:xfrm>
            <a:off x="621792" y="4343590"/>
            <a:ext cx="365760" cy="365760"/>
          </a:xfrm>
          <a:prstGeom prst="ellipse">
            <a:avLst/>
          </a:prstGeom>
          <a:solidFill>
            <a:srgbClr val="FFFFFF"/>
          </a:solidFill>
          <a:ln w="12700">
            <a:solidFill>
              <a:srgbClr val="FFFFFF">
                <a:alpha val="0"/>
              </a:srgbClr>
            </a:solidFill>
            <a:prstDash val="solid"/>
          </a:ln>
        </p:spPr>
      </p:sp>
      <p:sp>
        <p:nvSpPr>
          <p:cNvPr id="32" name="Text 28"/>
          <p:cNvSpPr txBox="1"/>
          <p:nvPr/>
        </p:nvSpPr>
        <p:spPr>
          <a:xfrm>
            <a:off x="621792" y="4343590"/>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5</a:t>
            </a:r>
            <a:endParaRPr lang="en-US" sz="1500" dirty="0"/>
          </a:p>
        </p:txBody>
      </p:sp>
      <p:sp>
        <p:nvSpPr>
          <p:cNvPr id="33" name="Text 29"/>
          <p:cNvSpPr txBox="1"/>
          <p:nvPr/>
        </p:nvSpPr>
        <p:spPr>
          <a:xfrm>
            <a:off x="1097280" y="4317492"/>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beroep</a:t>
            </a:r>
            <a:endParaRPr lang="en-US" sz="1900" dirty="0"/>
          </a:p>
        </p:txBody>
      </p:sp>
      <p:sp>
        <p:nvSpPr>
          <p:cNvPr id="34" name="Shape 30"/>
          <p:cNvSpPr/>
          <p:nvPr/>
        </p:nvSpPr>
        <p:spPr>
          <a:xfrm>
            <a:off x="4233672" y="4462462"/>
            <a:ext cx="128016" cy="128016"/>
          </a:xfrm>
          <a:prstGeom prst="ellipse">
            <a:avLst/>
          </a:prstGeom>
          <a:solidFill>
            <a:schemeClr val="tx2"/>
          </a:solidFill>
          <a:ln w="12700">
            <a:solidFill>
              <a:srgbClr val="FFFFFF">
                <a:alpha val="0"/>
              </a:srgbClr>
            </a:solidFill>
            <a:prstDash val="solid"/>
          </a:ln>
        </p:spPr>
      </p:sp>
      <p:sp>
        <p:nvSpPr>
          <p:cNvPr id="35" name="Shape 31"/>
          <p:cNvSpPr/>
          <p:nvPr/>
        </p:nvSpPr>
        <p:spPr>
          <a:xfrm>
            <a:off x="548640" y="4826889"/>
            <a:ext cx="3657600" cy="417957"/>
          </a:xfrm>
          <a:prstGeom prst="roundRect">
            <a:avLst>
              <a:gd name="adj" fmla="val 65634"/>
            </a:avLst>
          </a:prstGeom>
          <a:solidFill>
            <a:schemeClr val="accent3"/>
          </a:solidFill>
          <a:ln w="12700">
            <a:solidFill>
              <a:srgbClr val="FFFFFF">
                <a:alpha val="0"/>
              </a:srgbClr>
            </a:solidFill>
            <a:prstDash val="solid"/>
          </a:ln>
        </p:spPr>
      </p:sp>
      <p:sp>
        <p:nvSpPr>
          <p:cNvPr id="36" name="Shape 32"/>
          <p:cNvSpPr/>
          <p:nvPr/>
        </p:nvSpPr>
        <p:spPr>
          <a:xfrm>
            <a:off x="621792" y="4852987"/>
            <a:ext cx="365760" cy="365760"/>
          </a:xfrm>
          <a:prstGeom prst="ellipse">
            <a:avLst/>
          </a:prstGeom>
          <a:solidFill>
            <a:srgbClr val="FFFFFF"/>
          </a:solidFill>
          <a:ln w="12700">
            <a:solidFill>
              <a:srgbClr val="FFFFFF">
                <a:alpha val="0"/>
              </a:srgbClr>
            </a:solidFill>
            <a:prstDash val="solid"/>
          </a:ln>
        </p:spPr>
      </p:sp>
      <p:sp>
        <p:nvSpPr>
          <p:cNvPr id="37" name="Text 33"/>
          <p:cNvSpPr txBox="1"/>
          <p:nvPr/>
        </p:nvSpPr>
        <p:spPr>
          <a:xfrm>
            <a:off x="621792" y="4852987"/>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38" name="Text 34"/>
          <p:cNvSpPr txBox="1"/>
          <p:nvPr/>
        </p:nvSpPr>
        <p:spPr>
          <a:xfrm>
            <a:off x="1097280" y="4826889"/>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talenkennis</a:t>
            </a:r>
            <a:endParaRPr lang="en-US" sz="1900" dirty="0"/>
          </a:p>
        </p:txBody>
      </p:sp>
      <p:sp>
        <p:nvSpPr>
          <p:cNvPr id="39" name="Shape 35"/>
          <p:cNvSpPr/>
          <p:nvPr/>
        </p:nvSpPr>
        <p:spPr>
          <a:xfrm>
            <a:off x="4233672" y="4971859"/>
            <a:ext cx="128016" cy="128016"/>
          </a:xfrm>
          <a:prstGeom prst="ellipse">
            <a:avLst/>
          </a:prstGeom>
          <a:solidFill>
            <a:schemeClr val="tx2"/>
          </a:solidFill>
          <a:ln w="12700">
            <a:solidFill>
              <a:srgbClr val="FFFFFF">
                <a:alpha val="0"/>
              </a:srgbClr>
            </a:solidFill>
            <a:prstDash val="solid"/>
          </a:ln>
        </p:spPr>
      </p:sp>
      <p:sp>
        <p:nvSpPr>
          <p:cNvPr id="40" name="Shape 36"/>
          <p:cNvSpPr/>
          <p:nvPr/>
        </p:nvSpPr>
        <p:spPr>
          <a:xfrm>
            <a:off x="548640" y="5336286"/>
            <a:ext cx="3657600" cy="417957"/>
          </a:xfrm>
          <a:prstGeom prst="roundRect">
            <a:avLst>
              <a:gd name="adj" fmla="val 65634"/>
            </a:avLst>
          </a:prstGeom>
          <a:solidFill>
            <a:schemeClr val="accent3"/>
          </a:solidFill>
          <a:ln w="12700">
            <a:solidFill>
              <a:srgbClr val="FFFFFF">
                <a:alpha val="0"/>
              </a:srgbClr>
            </a:solidFill>
            <a:prstDash val="solid"/>
          </a:ln>
        </p:spPr>
      </p:sp>
      <p:sp>
        <p:nvSpPr>
          <p:cNvPr id="41" name="Shape 37"/>
          <p:cNvSpPr/>
          <p:nvPr/>
        </p:nvSpPr>
        <p:spPr>
          <a:xfrm>
            <a:off x="621792" y="5362384"/>
            <a:ext cx="365760" cy="365760"/>
          </a:xfrm>
          <a:prstGeom prst="ellipse">
            <a:avLst/>
          </a:prstGeom>
          <a:solidFill>
            <a:srgbClr val="FFFFFF"/>
          </a:solidFill>
          <a:ln w="12700">
            <a:solidFill>
              <a:srgbClr val="FFFFFF">
                <a:alpha val="0"/>
              </a:srgbClr>
            </a:solidFill>
            <a:prstDash val="solid"/>
          </a:ln>
        </p:spPr>
      </p:sp>
      <p:sp>
        <p:nvSpPr>
          <p:cNvPr id="42" name="Text 38"/>
          <p:cNvSpPr txBox="1"/>
          <p:nvPr/>
        </p:nvSpPr>
        <p:spPr>
          <a:xfrm>
            <a:off x="621792" y="5362384"/>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43" name="Text 39"/>
          <p:cNvSpPr txBox="1"/>
          <p:nvPr/>
        </p:nvSpPr>
        <p:spPr>
          <a:xfrm>
            <a:off x="1097280" y="5336286"/>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gezin</a:t>
            </a:r>
            <a:endParaRPr lang="en-US" sz="1900" dirty="0"/>
          </a:p>
        </p:txBody>
      </p:sp>
      <p:sp>
        <p:nvSpPr>
          <p:cNvPr id="44" name="Shape 40"/>
          <p:cNvSpPr/>
          <p:nvPr/>
        </p:nvSpPr>
        <p:spPr>
          <a:xfrm>
            <a:off x="4233672" y="5481256"/>
            <a:ext cx="128016" cy="128016"/>
          </a:xfrm>
          <a:prstGeom prst="ellipse">
            <a:avLst/>
          </a:prstGeom>
          <a:solidFill>
            <a:schemeClr val="tx2"/>
          </a:solidFill>
          <a:ln w="12700">
            <a:solidFill>
              <a:srgbClr val="FFFFFF">
                <a:alpha val="0"/>
              </a:srgbClr>
            </a:solidFill>
            <a:prstDash val="solid"/>
          </a:ln>
        </p:spPr>
      </p:sp>
      <p:sp>
        <p:nvSpPr>
          <p:cNvPr id="45" name="Shape 41"/>
          <p:cNvSpPr/>
          <p:nvPr/>
        </p:nvSpPr>
        <p:spPr>
          <a:xfrm>
            <a:off x="548640" y="5845683"/>
            <a:ext cx="3657600" cy="417957"/>
          </a:xfrm>
          <a:prstGeom prst="roundRect">
            <a:avLst>
              <a:gd name="adj" fmla="val 65634"/>
            </a:avLst>
          </a:prstGeom>
          <a:solidFill>
            <a:schemeClr val="accent3"/>
          </a:solidFill>
          <a:ln w="12700">
            <a:solidFill>
              <a:srgbClr val="FFFFFF">
                <a:alpha val="0"/>
              </a:srgbClr>
            </a:solidFill>
            <a:prstDash val="solid"/>
          </a:ln>
        </p:spPr>
      </p:sp>
      <p:sp>
        <p:nvSpPr>
          <p:cNvPr id="46" name="Shape 42"/>
          <p:cNvSpPr/>
          <p:nvPr/>
        </p:nvSpPr>
        <p:spPr>
          <a:xfrm>
            <a:off x="621792" y="5871782"/>
            <a:ext cx="365760" cy="365760"/>
          </a:xfrm>
          <a:prstGeom prst="ellipse">
            <a:avLst/>
          </a:prstGeom>
          <a:solidFill>
            <a:srgbClr val="FFFFFF"/>
          </a:solidFill>
          <a:ln w="12700">
            <a:solidFill>
              <a:srgbClr val="FFFFFF">
                <a:alpha val="0"/>
              </a:srgbClr>
            </a:solidFill>
            <a:prstDash val="solid"/>
          </a:ln>
        </p:spPr>
      </p:sp>
      <p:sp>
        <p:nvSpPr>
          <p:cNvPr id="47" name="Text 43"/>
          <p:cNvSpPr txBox="1"/>
          <p:nvPr/>
        </p:nvSpPr>
        <p:spPr>
          <a:xfrm>
            <a:off x="621792" y="5871782"/>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8</a:t>
            </a:r>
            <a:endParaRPr lang="en-US" sz="1500" dirty="0"/>
          </a:p>
        </p:txBody>
      </p:sp>
      <p:sp>
        <p:nvSpPr>
          <p:cNvPr id="48" name="Text 44"/>
          <p:cNvSpPr txBox="1"/>
          <p:nvPr/>
        </p:nvSpPr>
        <p:spPr>
          <a:xfrm>
            <a:off x="1097280" y="5845683"/>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gsm-nummer</a:t>
            </a:r>
            <a:endParaRPr lang="en-US" sz="1900" dirty="0"/>
          </a:p>
        </p:txBody>
      </p:sp>
      <p:sp>
        <p:nvSpPr>
          <p:cNvPr id="49" name="Shape 45"/>
          <p:cNvSpPr/>
          <p:nvPr/>
        </p:nvSpPr>
        <p:spPr>
          <a:xfrm>
            <a:off x="4233672" y="5990653"/>
            <a:ext cx="128016" cy="128016"/>
          </a:xfrm>
          <a:prstGeom prst="ellipse">
            <a:avLst/>
          </a:prstGeom>
          <a:solidFill>
            <a:schemeClr val="tx2"/>
          </a:solidFill>
          <a:ln w="12700">
            <a:solidFill>
              <a:srgbClr val="FFFFFF">
                <a:alpha val="0"/>
              </a:srgbClr>
            </a:solidFill>
            <a:prstDash val="solid"/>
          </a:ln>
        </p:spPr>
      </p:sp>
      <p:sp>
        <p:nvSpPr>
          <p:cNvPr id="50" name="Shape 46"/>
          <p:cNvSpPr/>
          <p:nvPr/>
        </p:nvSpPr>
        <p:spPr>
          <a:xfrm>
            <a:off x="7040880" y="2279904"/>
            <a:ext cx="4599432" cy="417957"/>
          </a:xfrm>
          <a:prstGeom prst="roundRect">
            <a:avLst>
              <a:gd name="adj" fmla="val 21878"/>
            </a:avLst>
          </a:prstGeom>
          <a:solidFill>
            <a:schemeClr val="bg1"/>
          </a:solidFill>
          <a:ln w="22225">
            <a:solidFill>
              <a:srgbClr val="B4236A"/>
            </a:solidFill>
            <a:prstDash val="solid"/>
          </a:ln>
        </p:spPr>
      </p:sp>
      <p:sp>
        <p:nvSpPr>
          <p:cNvPr id="51" name="Shape 47"/>
          <p:cNvSpPr/>
          <p:nvPr/>
        </p:nvSpPr>
        <p:spPr>
          <a:xfrm>
            <a:off x="7132320" y="2306002"/>
            <a:ext cx="365760" cy="365760"/>
          </a:xfrm>
          <a:prstGeom prst="ellipse">
            <a:avLst/>
          </a:prstGeom>
          <a:solidFill>
            <a:schemeClr val="accent4"/>
          </a:solidFill>
          <a:ln w="12700">
            <a:solidFill>
              <a:srgbClr val="FFFFFF">
                <a:alpha val="0"/>
              </a:srgbClr>
            </a:solidFill>
            <a:prstDash val="solid"/>
          </a:ln>
        </p:spPr>
      </p:sp>
      <p:sp>
        <p:nvSpPr>
          <p:cNvPr id="52" name="Text 48"/>
          <p:cNvSpPr txBox="1"/>
          <p:nvPr/>
        </p:nvSpPr>
        <p:spPr>
          <a:xfrm>
            <a:off x="7132320" y="230600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53" name="Text 49"/>
          <p:cNvSpPr txBox="1"/>
          <p:nvPr/>
        </p:nvSpPr>
        <p:spPr>
          <a:xfrm>
            <a:off x="7635240" y="2279904"/>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0470 12 34 56</a:t>
            </a:r>
            <a:endParaRPr lang="en-US" sz="1900" dirty="0"/>
          </a:p>
        </p:txBody>
      </p:sp>
      <p:sp>
        <p:nvSpPr>
          <p:cNvPr id="54" name="Shape 50"/>
          <p:cNvSpPr/>
          <p:nvPr/>
        </p:nvSpPr>
        <p:spPr>
          <a:xfrm>
            <a:off x="6885432" y="2424875"/>
            <a:ext cx="128016" cy="128016"/>
          </a:xfrm>
          <a:prstGeom prst="ellipse">
            <a:avLst/>
          </a:prstGeom>
          <a:solidFill>
            <a:schemeClr val="tx2"/>
          </a:solidFill>
          <a:ln w="12700">
            <a:solidFill>
              <a:srgbClr val="FFFFFF">
                <a:alpha val="0"/>
              </a:srgbClr>
            </a:solidFill>
            <a:prstDash val="solid"/>
          </a:ln>
        </p:spPr>
      </p:sp>
      <p:sp>
        <p:nvSpPr>
          <p:cNvPr id="55" name="Shape 51"/>
          <p:cNvSpPr/>
          <p:nvPr/>
        </p:nvSpPr>
        <p:spPr>
          <a:xfrm>
            <a:off x="7040880" y="2789301"/>
            <a:ext cx="4599432" cy="417957"/>
          </a:xfrm>
          <a:prstGeom prst="roundRect">
            <a:avLst>
              <a:gd name="adj" fmla="val 21878"/>
            </a:avLst>
          </a:prstGeom>
          <a:solidFill>
            <a:schemeClr val="bg1"/>
          </a:solidFill>
          <a:ln w="22225">
            <a:solidFill>
              <a:srgbClr val="B4236A"/>
            </a:solidFill>
            <a:prstDash val="solid"/>
          </a:ln>
        </p:spPr>
      </p:sp>
      <p:sp>
        <p:nvSpPr>
          <p:cNvPr id="56" name="Shape 52"/>
          <p:cNvSpPr/>
          <p:nvPr/>
        </p:nvSpPr>
        <p:spPr>
          <a:xfrm>
            <a:off x="7132320" y="2815399"/>
            <a:ext cx="365760" cy="365760"/>
          </a:xfrm>
          <a:prstGeom prst="ellipse">
            <a:avLst/>
          </a:prstGeom>
          <a:solidFill>
            <a:schemeClr val="accent4"/>
          </a:solidFill>
          <a:ln w="12700">
            <a:solidFill>
              <a:srgbClr val="FFFFFF">
                <a:alpha val="0"/>
              </a:srgbClr>
            </a:solidFill>
            <a:prstDash val="solid"/>
          </a:ln>
        </p:spPr>
      </p:sp>
      <p:sp>
        <p:nvSpPr>
          <p:cNvPr id="57" name="Text 53"/>
          <p:cNvSpPr txBox="1"/>
          <p:nvPr/>
        </p:nvSpPr>
        <p:spPr>
          <a:xfrm>
            <a:off x="7132320" y="2815399"/>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58" name="Text 54"/>
          <p:cNvSpPr txBox="1"/>
          <p:nvPr/>
        </p:nvSpPr>
        <p:spPr>
          <a:xfrm>
            <a:off x="7635240" y="2789301"/>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getrouwd</a:t>
            </a:r>
            <a:endParaRPr lang="en-US" sz="1900" dirty="0"/>
          </a:p>
        </p:txBody>
      </p:sp>
      <p:sp>
        <p:nvSpPr>
          <p:cNvPr id="59" name="Shape 55"/>
          <p:cNvSpPr/>
          <p:nvPr/>
        </p:nvSpPr>
        <p:spPr>
          <a:xfrm>
            <a:off x="6885432" y="2934272"/>
            <a:ext cx="128016" cy="128016"/>
          </a:xfrm>
          <a:prstGeom prst="ellipse">
            <a:avLst/>
          </a:prstGeom>
          <a:solidFill>
            <a:schemeClr val="tx2"/>
          </a:solidFill>
          <a:ln w="12700">
            <a:solidFill>
              <a:srgbClr val="FFFFFF">
                <a:alpha val="0"/>
              </a:srgbClr>
            </a:solidFill>
            <a:prstDash val="solid"/>
          </a:ln>
        </p:spPr>
      </p:sp>
      <p:sp>
        <p:nvSpPr>
          <p:cNvPr id="60" name="Shape 56"/>
          <p:cNvSpPr/>
          <p:nvPr/>
        </p:nvSpPr>
        <p:spPr>
          <a:xfrm>
            <a:off x="7040880" y="3298698"/>
            <a:ext cx="4599432" cy="417957"/>
          </a:xfrm>
          <a:prstGeom prst="roundRect">
            <a:avLst>
              <a:gd name="adj" fmla="val 21878"/>
            </a:avLst>
          </a:prstGeom>
          <a:solidFill>
            <a:schemeClr val="bg1"/>
          </a:solidFill>
          <a:ln w="22225">
            <a:solidFill>
              <a:srgbClr val="B4236A"/>
            </a:solidFill>
            <a:prstDash val="solid"/>
          </a:ln>
        </p:spPr>
      </p:sp>
      <p:sp>
        <p:nvSpPr>
          <p:cNvPr id="61" name="Shape 57"/>
          <p:cNvSpPr/>
          <p:nvPr/>
        </p:nvSpPr>
        <p:spPr>
          <a:xfrm>
            <a:off x="7132320" y="3324796"/>
            <a:ext cx="365760" cy="365760"/>
          </a:xfrm>
          <a:prstGeom prst="ellipse">
            <a:avLst/>
          </a:prstGeom>
          <a:solidFill>
            <a:schemeClr val="accent4"/>
          </a:solidFill>
          <a:ln w="12700">
            <a:solidFill>
              <a:srgbClr val="FFFFFF">
                <a:alpha val="0"/>
              </a:srgbClr>
            </a:solidFill>
            <a:prstDash val="solid"/>
          </a:ln>
        </p:spPr>
      </p:sp>
      <p:sp>
        <p:nvSpPr>
          <p:cNvPr id="62" name="Text 58"/>
          <p:cNvSpPr txBox="1"/>
          <p:nvPr/>
        </p:nvSpPr>
        <p:spPr>
          <a:xfrm>
            <a:off x="7132320" y="33247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63" name="Text 59"/>
          <p:cNvSpPr txBox="1"/>
          <p:nvPr/>
        </p:nvSpPr>
        <p:spPr>
          <a:xfrm>
            <a:off x="7635240" y="3298698"/>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Frans, Arabisch</a:t>
            </a:r>
            <a:endParaRPr lang="en-US" sz="1900" dirty="0"/>
          </a:p>
        </p:txBody>
      </p:sp>
      <p:sp>
        <p:nvSpPr>
          <p:cNvPr id="64" name="Shape 60"/>
          <p:cNvSpPr/>
          <p:nvPr/>
        </p:nvSpPr>
        <p:spPr>
          <a:xfrm>
            <a:off x="6885432" y="3443669"/>
            <a:ext cx="128016" cy="128016"/>
          </a:xfrm>
          <a:prstGeom prst="ellipse">
            <a:avLst/>
          </a:prstGeom>
          <a:solidFill>
            <a:schemeClr val="tx2"/>
          </a:solidFill>
          <a:ln w="12700">
            <a:solidFill>
              <a:srgbClr val="FFFFFF">
                <a:alpha val="0"/>
              </a:srgbClr>
            </a:solidFill>
            <a:prstDash val="solid"/>
          </a:ln>
        </p:spPr>
      </p:sp>
      <p:sp>
        <p:nvSpPr>
          <p:cNvPr id="65" name="Shape 61"/>
          <p:cNvSpPr/>
          <p:nvPr/>
        </p:nvSpPr>
        <p:spPr>
          <a:xfrm>
            <a:off x="7040880" y="3808095"/>
            <a:ext cx="4599432" cy="417957"/>
          </a:xfrm>
          <a:prstGeom prst="roundRect">
            <a:avLst>
              <a:gd name="adj" fmla="val 21878"/>
            </a:avLst>
          </a:prstGeom>
          <a:solidFill>
            <a:schemeClr val="bg1"/>
          </a:solidFill>
          <a:ln w="22225">
            <a:solidFill>
              <a:srgbClr val="B4236A"/>
            </a:solidFill>
            <a:prstDash val="solid"/>
          </a:ln>
        </p:spPr>
      </p:sp>
      <p:sp>
        <p:nvSpPr>
          <p:cNvPr id="66" name="Shape 62"/>
          <p:cNvSpPr/>
          <p:nvPr/>
        </p:nvSpPr>
        <p:spPr>
          <a:xfrm>
            <a:off x="7132320" y="3834193"/>
            <a:ext cx="365760" cy="365760"/>
          </a:xfrm>
          <a:prstGeom prst="ellipse">
            <a:avLst/>
          </a:prstGeom>
          <a:solidFill>
            <a:schemeClr val="accent4"/>
          </a:solidFill>
          <a:ln w="12700">
            <a:solidFill>
              <a:srgbClr val="FFFFFF">
                <a:alpha val="0"/>
              </a:srgbClr>
            </a:solidFill>
            <a:prstDash val="solid"/>
          </a:ln>
        </p:spPr>
      </p:sp>
      <p:sp>
        <p:nvSpPr>
          <p:cNvPr id="67" name="Text 63"/>
          <p:cNvSpPr txBox="1"/>
          <p:nvPr/>
        </p:nvSpPr>
        <p:spPr>
          <a:xfrm>
            <a:off x="7132320" y="3834193"/>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68" name="Text 64"/>
          <p:cNvSpPr txBox="1"/>
          <p:nvPr/>
        </p:nvSpPr>
        <p:spPr>
          <a:xfrm>
            <a:off x="7635240" y="3808095"/>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32 jaar</a:t>
            </a:r>
            <a:endParaRPr lang="en-US" sz="1900" dirty="0"/>
          </a:p>
        </p:txBody>
      </p:sp>
      <p:sp>
        <p:nvSpPr>
          <p:cNvPr id="69" name="Shape 65"/>
          <p:cNvSpPr/>
          <p:nvPr/>
        </p:nvSpPr>
        <p:spPr>
          <a:xfrm>
            <a:off x="6885432" y="3953065"/>
            <a:ext cx="128016" cy="128016"/>
          </a:xfrm>
          <a:prstGeom prst="ellipse">
            <a:avLst/>
          </a:prstGeom>
          <a:solidFill>
            <a:schemeClr val="tx2"/>
          </a:solidFill>
          <a:ln w="12700">
            <a:solidFill>
              <a:srgbClr val="FFFFFF">
                <a:alpha val="0"/>
              </a:srgbClr>
            </a:solidFill>
            <a:prstDash val="solid"/>
          </a:ln>
        </p:spPr>
      </p:sp>
      <p:sp>
        <p:nvSpPr>
          <p:cNvPr id="70" name="Shape 66"/>
          <p:cNvSpPr/>
          <p:nvPr/>
        </p:nvSpPr>
        <p:spPr>
          <a:xfrm>
            <a:off x="7040880" y="4317492"/>
            <a:ext cx="4599432" cy="417957"/>
          </a:xfrm>
          <a:prstGeom prst="roundRect">
            <a:avLst>
              <a:gd name="adj" fmla="val 21878"/>
            </a:avLst>
          </a:prstGeom>
          <a:solidFill>
            <a:schemeClr val="bg1"/>
          </a:solidFill>
          <a:ln w="22225">
            <a:solidFill>
              <a:srgbClr val="B4236A"/>
            </a:solidFill>
            <a:prstDash val="solid"/>
          </a:ln>
        </p:spPr>
      </p:sp>
      <p:sp>
        <p:nvSpPr>
          <p:cNvPr id="71" name="Shape 67"/>
          <p:cNvSpPr/>
          <p:nvPr/>
        </p:nvSpPr>
        <p:spPr>
          <a:xfrm>
            <a:off x="7132320" y="4343590"/>
            <a:ext cx="365760" cy="365760"/>
          </a:xfrm>
          <a:prstGeom prst="ellipse">
            <a:avLst/>
          </a:prstGeom>
          <a:solidFill>
            <a:schemeClr val="accent4"/>
          </a:solidFill>
          <a:ln w="12700">
            <a:solidFill>
              <a:srgbClr val="FFFFFF">
                <a:alpha val="0"/>
              </a:srgbClr>
            </a:solidFill>
            <a:prstDash val="solid"/>
          </a:ln>
        </p:spPr>
      </p:sp>
      <p:sp>
        <p:nvSpPr>
          <p:cNvPr id="72" name="Text 68"/>
          <p:cNvSpPr txBox="1"/>
          <p:nvPr/>
        </p:nvSpPr>
        <p:spPr>
          <a:xfrm>
            <a:off x="7132320" y="434359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e</a:t>
            </a:r>
            <a:endParaRPr lang="en-US" sz="1500" dirty="0"/>
          </a:p>
        </p:txBody>
      </p:sp>
      <p:sp>
        <p:nvSpPr>
          <p:cNvPr id="73" name="Text 69"/>
          <p:cNvSpPr txBox="1"/>
          <p:nvPr/>
        </p:nvSpPr>
        <p:spPr>
          <a:xfrm>
            <a:off x="7635240" y="4317492"/>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boekhouder</a:t>
            </a:r>
            <a:endParaRPr lang="en-US" sz="1900" dirty="0"/>
          </a:p>
        </p:txBody>
      </p:sp>
      <p:sp>
        <p:nvSpPr>
          <p:cNvPr id="74" name="Shape 70"/>
          <p:cNvSpPr/>
          <p:nvPr/>
        </p:nvSpPr>
        <p:spPr>
          <a:xfrm>
            <a:off x="6885432" y="4462462"/>
            <a:ext cx="128016" cy="128016"/>
          </a:xfrm>
          <a:prstGeom prst="ellipse">
            <a:avLst/>
          </a:prstGeom>
          <a:solidFill>
            <a:schemeClr val="tx2"/>
          </a:solidFill>
          <a:ln w="12700">
            <a:solidFill>
              <a:srgbClr val="FFFFFF">
                <a:alpha val="0"/>
              </a:srgbClr>
            </a:solidFill>
            <a:prstDash val="solid"/>
          </a:ln>
        </p:spPr>
      </p:sp>
      <p:sp>
        <p:nvSpPr>
          <p:cNvPr id="75" name="Shape 71"/>
          <p:cNvSpPr/>
          <p:nvPr/>
        </p:nvSpPr>
        <p:spPr>
          <a:xfrm>
            <a:off x="7040880" y="4826889"/>
            <a:ext cx="4599432" cy="417957"/>
          </a:xfrm>
          <a:prstGeom prst="roundRect">
            <a:avLst>
              <a:gd name="adj" fmla="val 21878"/>
            </a:avLst>
          </a:prstGeom>
          <a:solidFill>
            <a:schemeClr val="bg1"/>
          </a:solidFill>
          <a:ln w="22225">
            <a:solidFill>
              <a:srgbClr val="B4236A"/>
            </a:solidFill>
            <a:prstDash val="solid"/>
          </a:ln>
        </p:spPr>
      </p:sp>
      <p:sp>
        <p:nvSpPr>
          <p:cNvPr id="76" name="Shape 72"/>
          <p:cNvSpPr/>
          <p:nvPr/>
        </p:nvSpPr>
        <p:spPr>
          <a:xfrm>
            <a:off x="7132320" y="4852987"/>
            <a:ext cx="365760" cy="365760"/>
          </a:xfrm>
          <a:prstGeom prst="ellipse">
            <a:avLst/>
          </a:prstGeom>
          <a:solidFill>
            <a:schemeClr val="accent4"/>
          </a:solidFill>
          <a:ln w="12700">
            <a:solidFill>
              <a:srgbClr val="FFFFFF">
                <a:alpha val="0"/>
              </a:srgbClr>
            </a:solidFill>
            <a:prstDash val="solid"/>
          </a:ln>
        </p:spPr>
      </p:sp>
      <p:sp>
        <p:nvSpPr>
          <p:cNvPr id="77" name="Text 73"/>
          <p:cNvSpPr txBox="1"/>
          <p:nvPr/>
        </p:nvSpPr>
        <p:spPr>
          <a:xfrm>
            <a:off x="7132320" y="4852987"/>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78" name="Text 74"/>
          <p:cNvSpPr txBox="1"/>
          <p:nvPr/>
        </p:nvSpPr>
        <p:spPr>
          <a:xfrm>
            <a:off x="7635240" y="4826889"/>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Namen</a:t>
            </a:r>
            <a:endParaRPr lang="en-US" sz="1900" dirty="0"/>
          </a:p>
        </p:txBody>
      </p:sp>
      <p:sp>
        <p:nvSpPr>
          <p:cNvPr id="79" name="Shape 75"/>
          <p:cNvSpPr/>
          <p:nvPr/>
        </p:nvSpPr>
        <p:spPr>
          <a:xfrm>
            <a:off x="6885432" y="4971859"/>
            <a:ext cx="128016" cy="128016"/>
          </a:xfrm>
          <a:prstGeom prst="ellipse">
            <a:avLst/>
          </a:prstGeom>
          <a:solidFill>
            <a:schemeClr val="tx2"/>
          </a:solidFill>
          <a:ln w="12700">
            <a:solidFill>
              <a:srgbClr val="FFFFFF">
                <a:alpha val="0"/>
              </a:srgbClr>
            </a:solidFill>
            <a:prstDash val="solid"/>
          </a:ln>
        </p:spPr>
      </p:sp>
      <p:sp>
        <p:nvSpPr>
          <p:cNvPr id="80" name="Shape 76"/>
          <p:cNvSpPr/>
          <p:nvPr/>
        </p:nvSpPr>
        <p:spPr>
          <a:xfrm>
            <a:off x="7040880" y="5336286"/>
            <a:ext cx="4599432" cy="417957"/>
          </a:xfrm>
          <a:prstGeom prst="roundRect">
            <a:avLst>
              <a:gd name="adj" fmla="val 21878"/>
            </a:avLst>
          </a:prstGeom>
          <a:solidFill>
            <a:schemeClr val="bg1"/>
          </a:solidFill>
          <a:ln w="22225">
            <a:solidFill>
              <a:srgbClr val="B4236A"/>
            </a:solidFill>
            <a:prstDash val="solid"/>
          </a:ln>
        </p:spPr>
      </p:sp>
      <p:sp>
        <p:nvSpPr>
          <p:cNvPr id="81" name="Shape 77"/>
          <p:cNvSpPr/>
          <p:nvPr/>
        </p:nvSpPr>
        <p:spPr>
          <a:xfrm>
            <a:off x="7132320" y="5362384"/>
            <a:ext cx="365760" cy="365760"/>
          </a:xfrm>
          <a:prstGeom prst="ellipse">
            <a:avLst/>
          </a:prstGeom>
          <a:solidFill>
            <a:schemeClr val="accent4"/>
          </a:solidFill>
          <a:ln w="12700">
            <a:solidFill>
              <a:srgbClr val="FFFFFF">
                <a:alpha val="0"/>
              </a:srgbClr>
            </a:solidFill>
            <a:prstDash val="solid"/>
          </a:ln>
        </p:spPr>
      </p:sp>
      <p:sp>
        <p:nvSpPr>
          <p:cNvPr id="82" name="Text 78"/>
          <p:cNvSpPr txBox="1"/>
          <p:nvPr/>
        </p:nvSpPr>
        <p:spPr>
          <a:xfrm>
            <a:off x="7132320" y="536238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g</a:t>
            </a:r>
            <a:endParaRPr lang="en-US" sz="1500" dirty="0"/>
          </a:p>
        </p:txBody>
      </p:sp>
      <p:sp>
        <p:nvSpPr>
          <p:cNvPr id="83" name="Text 79"/>
          <p:cNvSpPr txBox="1"/>
          <p:nvPr/>
        </p:nvSpPr>
        <p:spPr>
          <a:xfrm>
            <a:off x="7635240" y="5336286"/>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Belgisch</a:t>
            </a:r>
            <a:endParaRPr lang="en-US" sz="1900" dirty="0"/>
          </a:p>
        </p:txBody>
      </p:sp>
      <p:sp>
        <p:nvSpPr>
          <p:cNvPr id="84" name="Shape 80"/>
          <p:cNvSpPr/>
          <p:nvPr/>
        </p:nvSpPr>
        <p:spPr>
          <a:xfrm>
            <a:off x="6885432" y="5481256"/>
            <a:ext cx="128016" cy="128016"/>
          </a:xfrm>
          <a:prstGeom prst="ellipse">
            <a:avLst/>
          </a:prstGeom>
          <a:solidFill>
            <a:schemeClr val="tx2"/>
          </a:solidFill>
          <a:ln w="12700">
            <a:solidFill>
              <a:srgbClr val="FFFFFF">
                <a:alpha val="0"/>
              </a:srgbClr>
            </a:solidFill>
            <a:prstDash val="solid"/>
          </a:ln>
        </p:spPr>
      </p:sp>
      <p:sp>
        <p:nvSpPr>
          <p:cNvPr id="85" name="Shape 81"/>
          <p:cNvSpPr/>
          <p:nvPr/>
        </p:nvSpPr>
        <p:spPr>
          <a:xfrm>
            <a:off x="7040880" y="5845683"/>
            <a:ext cx="4599432" cy="417957"/>
          </a:xfrm>
          <a:prstGeom prst="roundRect">
            <a:avLst>
              <a:gd name="adj" fmla="val 21878"/>
            </a:avLst>
          </a:prstGeom>
          <a:solidFill>
            <a:schemeClr val="bg1"/>
          </a:solidFill>
          <a:ln w="22225">
            <a:solidFill>
              <a:srgbClr val="B4236A"/>
            </a:solidFill>
            <a:prstDash val="solid"/>
          </a:ln>
        </p:spPr>
      </p:sp>
      <p:sp>
        <p:nvSpPr>
          <p:cNvPr id="86" name="Shape 82"/>
          <p:cNvSpPr/>
          <p:nvPr/>
        </p:nvSpPr>
        <p:spPr>
          <a:xfrm>
            <a:off x="7132320" y="5871782"/>
            <a:ext cx="365760" cy="365760"/>
          </a:xfrm>
          <a:prstGeom prst="ellipse">
            <a:avLst/>
          </a:prstGeom>
          <a:solidFill>
            <a:schemeClr val="accent4"/>
          </a:solidFill>
          <a:ln w="12700">
            <a:solidFill>
              <a:srgbClr val="FFFFFF">
                <a:alpha val="0"/>
              </a:srgbClr>
            </a:solidFill>
            <a:prstDash val="solid"/>
          </a:ln>
        </p:spPr>
      </p:sp>
      <p:sp>
        <p:nvSpPr>
          <p:cNvPr id="87" name="Text 83"/>
          <p:cNvSpPr txBox="1"/>
          <p:nvPr/>
        </p:nvSpPr>
        <p:spPr>
          <a:xfrm>
            <a:off x="7132320" y="587178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h</a:t>
            </a:r>
            <a:endParaRPr lang="en-US" sz="1500" dirty="0"/>
          </a:p>
        </p:txBody>
      </p:sp>
      <p:sp>
        <p:nvSpPr>
          <p:cNvPr id="88" name="Text 84"/>
          <p:cNvSpPr txBox="1"/>
          <p:nvPr/>
        </p:nvSpPr>
        <p:spPr>
          <a:xfrm>
            <a:off x="7635240" y="5845683"/>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een vrouw en een dochter</a:t>
            </a:r>
            <a:endParaRPr lang="en-US" sz="1900" dirty="0"/>
          </a:p>
        </p:txBody>
      </p:sp>
      <p:sp>
        <p:nvSpPr>
          <p:cNvPr id="89" name="Shape 85"/>
          <p:cNvSpPr/>
          <p:nvPr/>
        </p:nvSpPr>
        <p:spPr>
          <a:xfrm>
            <a:off x="6885432" y="5990653"/>
            <a:ext cx="128016" cy="128016"/>
          </a:xfrm>
          <a:prstGeom prst="ellipse">
            <a:avLst/>
          </a:prstGeom>
          <a:solidFill>
            <a:schemeClr val="tx2"/>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Associer : la fiche de Karim</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Reliez chaque rubrique de la fiche de Karim à la bonne réponse.</a:t>
            </a:r>
            <a:endParaRPr lang="en-US" sz="1700" dirty="0"/>
          </a:p>
        </p:txBody>
      </p:sp>
      <p:sp>
        <p:nvSpPr>
          <p:cNvPr id="9" name="Text 5"/>
          <p:cNvSpPr txBox="1"/>
          <p:nvPr/>
        </p:nvSpPr>
        <p:spPr>
          <a:xfrm>
            <a:off x="548640" y="193243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3"/>
                </a:solidFill>
              </a:rPr>
              <a:t>RUBRIQUES</a:t>
            </a:r>
            <a:endParaRPr lang="en-US" sz="1200" dirty="0"/>
          </a:p>
        </p:txBody>
      </p:sp>
      <p:sp>
        <p:nvSpPr>
          <p:cNvPr id="10" name="Text 6"/>
          <p:cNvSpPr txBox="1"/>
          <p:nvPr/>
        </p:nvSpPr>
        <p:spPr>
          <a:xfrm>
            <a:off x="7040880" y="193243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RÉPONSES</a:t>
            </a:r>
            <a:endParaRPr lang="en-US" sz="1200" dirty="0"/>
          </a:p>
        </p:txBody>
      </p:sp>
      <p:sp>
        <p:nvSpPr>
          <p:cNvPr id="11" name="Shape 7"/>
          <p:cNvSpPr/>
          <p:nvPr/>
        </p:nvSpPr>
        <p:spPr>
          <a:xfrm>
            <a:off x="4297680" y="2488883"/>
            <a:ext cx="2633472" cy="1528191"/>
          </a:xfrm>
          <a:prstGeom prst="line">
            <a:avLst/>
          </a:prstGeom>
          <a:noFill/>
          <a:ln w="28575">
            <a:solidFill>
              <a:srgbClr val="17375E"/>
            </a:solidFill>
            <a:prstDash val="solid"/>
            <a:tailEnd type="triangle"/>
          </a:ln>
        </p:spPr>
      </p:sp>
      <p:sp>
        <p:nvSpPr>
          <p:cNvPr id="12" name="Shape 8"/>
          <p:cNvSpPr/>
          <p:nvPr/>
        </p:nvSpPr>
        <p:spPr>
          <a:xfrm>
            <a:off x="4297680" y="2998280"/>
            <a:ext cx="2633472" cy="2037588"/>
          </a:xfrm>
          <a:prstGeom prst="line">
            <a:avLst/>
          </a:prstGeom>
          <a:noFill/>
          <a:ln w="28575">
            <a:solidFill>
              <a:srgbClr val="17375E"/>
            </a:solidFill>
            <a:prstDash val="solid"/>
            <a:tailEnd type="triangle"/>
          </a:ln>
        </p:spPr>
      </p:sp>
      <p:sp>
        <p:nvSpPr>
          <p:cNvPr id="13" name="Shape 9"/>
          <p:cNvSpPr/>
          <p:nvPr/>
        </p:nvSpPr>
        <p:spPr>
          <a:xfrm>
            <a:off x="4297680" y="3507677"/>
            <a:ext cx="2633472" cy="2037588"/>
          </a:xfrm>
          <a:prstGeom prst="line">
            <a:avLst/>
          </a:prstGeom>
          <a:noFill/>
          <a:ln w="28575">
            <a:solidFill>
              <a:srgbClr val="17375E"/>
            </a:solidFill>
            <a:prstDash val="solid"/>
            <a:tailEnd type="triangle"/>
          </a:ln>
        </p:spPr>
      </p:sp>
      <p:sp>
        <p:nvSpPr>
          <p:cNvPr id="14" name="Shape 10"/>
          <p:cNvSpPr/>
          <p:nvPr/>
        </p:nvSpPr>
        <p:spPr>
          <a:xfrm flipV="1">
            <a:off x="4297680" y="2998280"/>
            <a:ext cx="2633472" cy="1018794"/>
          </a:xfrm>
          <a:prstGeom prst="line">
            <a:avLst/>
          </a:prstGeom>
          <a:noFill/>
          <a:ln w="28575">
            <a:solidFill>
              <a:srgbClr val="17375E"/>
            </a:solidFill>
            <a:prstDash val="solid"/>
            <a:tailEnd type="triangle"/>
          </a:ln>
        </p:spPr>
      </p:sp>
      <p:sp>
        <p:nvSpPr>
          <p:cNvPr id="15" name="Shape 11"/>
          <p:cNvSpPr/>
          <p:nvPr/>
        </p:nvSpPr>
        <p:spPr>
          <a:xfrm>
            <a:off x="4297680" y="4526470"/>
            <a:ext cx="2633472" cy="914"/>
          </a:xfrm>
          <a:prstGeom prst="line">
            <a:avLst/>
          </a:prstGeom>
          <a:noFill/>
          <a:ln w="28575">
            <a:solidFill>
              <a:srgbClr val="17375E"/>
            </a:solidFill>
            <a:prstDash val="solid"/>
            <a:tailEnd type="triangle"/>
          </a:ln>
        </p:spPr>
      </p:sp>
      <p:sp>
        <p:nvSpPr>
          <p:cNvPr id="16" name="Shape 12"/>
          <p:cNvSpPr/>
          <p:nvPr/>
        </p:nvSpPr>
        <p:spPr>
          <a:xfrm flipV="1">
            <a:off x="4297680" y="3507677"/>
            <a:ext cx="2633472" cy="1528191"/>
          </a:xfrm>
          <a:prstGeom prst="line">
            <a:avLst/>
          </a:prstGeom>
          <a:noFill/>
          <a:ln w="28575">
            <a:solidFill>
              <a:srgbClr val="17375E"/>
            </a:solidFill>
            <a:prstDash val="solid"/>
            <a:tailEnd type="triangle"/>
          </a:ln>
        </p:spPr>
      </p:sp>
      <p:sp>
        <p:nvSpPr>
          <p:cNvPr id="17" name="Shape 13"/>
          <p:cNvSpPr/>
          <p:nvPr/>
        </p:nvSpPr>
        <p:spPr>
          <a:xfrm>
            <a:off x="4297680" y="5545264"/>
            <a:ext cx="2633472" cy="509397"/>
          </a:xfrm>
          <a:prstGeom prst="line">
            <a:avLst/>
          </a:prstGeom>
          <a:noFill/>
          <a:ln w="28575">
            <a:solidFill>
              <a:srgbClr val="17375E"/>
            </a:solidFill>
            <a:prstDash val="solid"/>
            <a:tailEnd type="triangle"/>
          </a:ln>
        </p:spPr>
      </p:sp>
      <p:sp>
        <p:nvSpPr>
          <p:cNvPr id="18" name="Shape 14"/>
          <p:cNvSpPr/>
          <p:nvPr/>
        </p:nvSpPr>
        <p:spPr>
          <a:xfrm flipV="1">
            <a:off x="4297680" y="2488883"/>
            <a:ext cx="2633472" cy="3565779"/>
          </a:xfrm>
          <a:prstGeom prst="line">
            <a:avLst/>
          </a:prstGeom>
          <a:noFill/>
          <a:ln w="28575">
            <a:solidFill>
              <a:srgbClr val="17375E"/>
            </a:solidFill>
            <a:prstDash val="solid"/>
            <a:tailEnd type="triangle"/>
          </a:ln>
        </p:spPr>
      </p:sp>
      <p:sp>
        <p:nvSpPr>
          <p:cNvPr id="19" name="Shape 15"/>
          <p:cNvSpPr/>
          <p:nvPr/>
        </p:nvSpPr>
        <p:spPr>
          <a:xfrm>
            <a:off x="548640" y="2279904"/>
            <a:ext cx="3657600" cy="417957"/>
          </a:xfrm>
          <a:prstGeom prst="roundRect">
            <a:avLst>
              <a:gd name="adj" fmla="val 65634"/>
            </a:avLst>
          </a:prstGeom>
          <a:solidFill>
            <a:schemeClr val="accent3"/>
          </a:solidFill>
          <a:ln w="12700">
            <a:solidFill>
              <a:srgbClr val="FFFFFF">
                <a:alpha val="0"/>
              </a:srgbClr>
            </a:solidFill>
            <a:prstDash val="solid"/>
          </a:ln>
        </p:spPr>
      </p:sp>
      <p:sp>
        <p:nvSpPr>
          <p:cNvPr id="20" name="Shape 16"/>
          <p:cNvSpPr/>
          <p:nvPr/>
        </p:nvSpPr>
        <p:spPr>
          <a:xfrm>
            <a:off x="621792" y="2306002"/>
            <a:ext cx="365760" cy="365760"/>
          </a:xfrm>
          <a:prstGeom prst="ellipse">
            <a:avLst/>
          </a:prstGeom>
          <a:solidFill>
            <a:srgbClr val="FFFFFF"/>
          </a:solidFill>
          <a:ln w="12700">
            <a:solidFill>
              <a:srgbClr val="FFFFFF">
                <a:alpha val="0"/>
              </a:srgbClr>
            </a:solidFill>
            <a:prstDash val="solid"/>
          </a:ln>
        </p:spPr>
      </p:sp>
      <p:sp>
        <p:nvSpPr>
          <p:cNvPr id="21" name="Text 17"/>
          <p:cNvSpPr txBox="1"/>
          <p:nvPr/>
        </p:nvSpPr>
        <p:spPr>
          <a:xfrm>
            <a:off x="621792" y="2306002"/>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22" name="Text 18"/>
          <p:cNvSpPr txBox="1"/>
          <p:nvPr/>
        </p:nvSpPr>
        <p:spPr>
          <a:xfrm>
            <a:off x="1097280" y="2279904"/>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leeftijd</a:t>
            </a:r>
            <a:endParaRPr lang="en-US" sz="1900" dirty="0"/>
          </a:p>
        </p:txBody>
      </p:sp>
      <p:sp>
        <p:nvSpPr>
          <p:cNvPr id="23" name="Shape 19"/>
          <p:cNvSpPr/>
          <p:nvPr/>
        </p:nvSpPr>
        <p:spPr>
          <a:xfrm>
            <a:off x="4233672" y="2424875"/>
            <a:ext cx="128016" cy="128016"/>
          </a:xfrm>
          <a:prstGeom prst="ellipse">
            <a:avLst/>
          </a:prstGeom>
          <a:solidFill>
            <a:schemeClr val="tx2"/>
          </a:solidFill>
          <a:ln w="12700">
            <a:solidFill>
              <a:srgbClr val="FFFFFF">
                <a:alpha val="0"/>
              </a:srgbClr>
            </a:solidFill>
            <a:prstDash val="solid"/>
          </a:ln>
        </p:spPr>
      </p:sp>
      <p:sp>
        <p:nvSpPr>
          <p:cNvPr id="24" name="Shape 20"/>
          <p:cNvSpPr/>
          <p:nvPr/>
        </p:nvSpPr>
        <p:spPr>
          <a:xfrm>
            <a:off x="548640" y="2789301"/>
            <a:ext cx="3657600" cy="417957"/>
          </a:xfrm>
          <a:prstGeom prst="roundRect">
            <a:avLst>
              <a:gd name="adj" fmla="val 65634"/>
            </a:avLst>
          </a:prstGeom>
          <a:solidFill>
            <a:schemeClr val="accent3"/>
          </a:solidFill>
          <a:ln w="12700">
            <a:solidFill>
              <a:srgbClr val="FFFFFF">
                <a:alpha val="0"/>
              </a:srgbClr>
            </a:solidFill>
            <a:prstDash val="solid"/>
          </a:ln>
        </p:spPr>
      </p:sp>
      <p:sp>
        <p:nvSpPr>
          <p:cNvPr id="25" name="Shape 21"/>
          <p:cNvSpPr/>
          <p:nvPr/>
        </p:nvSpPr>
        <p:spPr>
          <a:xfrm>
            <a:off x="621792" y="2815399"/>
            <a:ext cx="365760" cy="365760"/>
          </a:xfrm>
          <a:prstGeom prst="ellipse">
            <a:avLst/>
          </a:prstGeom>
          <a:solidFill>
            <a:srgbClr val="FFFFFF"/>
          </a:solidFill>
          <a:ln w="12700">
            <a:solidFill>
              <a:srgbClr val="FFFFFF">
                <a:alpha val="0"/>
              </a:srgbClr>
            </a:solidFill>
            <a:prstDash val="solid"/>
          </a:ln>
        </p:spPr>
      </p:sp>
      <p:sp>
        <p:nvSpPr>
          <p:cNvPr id="26" name="Text 22"/>
          <p:cNvSpPr txBox="1"/>
          <p:nvPr/>
        </p:nvSpPr>
        <p:spPr>
          <a:xfrm>
            <a:off x="621792" y="2815399"/>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2</a:t>
            </a:r>
            <a:endParaRPr lang="en-US" sz="1500" dirty="0"/>
          </a:p>
        </p:txBody>
      </p:sp>
      <p:sp>
        <p:nvSpPr>
          <p:cNvPr id="27" name="Text 23"/>
          <p:cNvSpPr txBox="1"/>
          <p:nvPr/>
        </p:nvSpPr>
        <p:spPr>
          <a:xfrm>
            <a:off x="1097280" y="2789301"/>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woonplaats</a:t>
            </a:r>
            <a:endParaRPr lang="en-US" sz="1900" dirty="0"/>
          </a:p>
        </p:txBody>
      </p:sp>
      <p:sp>
        <p:nvSpPr>
          <p:cNvPr id="28" name="Shape 24"/>
          <p:cNvSpPr/>
          <p:nvPr/>
        </p:nvSpPr>
        <p:spPr>
          <a:xfrm>
            <a:off x="4233672" y="2934272"/>
            <a:ext cx="128016" cy="128016"/>
          </a:xfrm>
          <a:prstGeom prst="ellipse">
            <a:avLst/>
          </a:prstGeom>
          <a:solidFill>
            <a:schemeClr val="tx2"/>
          </a:solidFill>
          <a:ln w="12700">
            <a:solidFill>
              <a:srgbClr val="FFFFFF">
                <a:alpha val="0"/>
              </a:srgbClr>
            </a:solidFill>
            <a:prstDash val="solid"/>
          </a:ln>
        </p:spPr>
      </p:sp>
      <p:sp>
        <p:nvSpPr>
          <p:cNvPr id="29" name="Shape 25"/>
          <p:cNvSpPr/>
          <p:nvPr/>
        </p:nvSpPr>
        <p:spPr>
          <a:xfrm>
            <a:off x="548640" y="3298698"/>
            <a:ext cx="3657600" cy="417957"/>
          </a:xfrm>
          <a:prstGeom prst="roundRect">
            <a:avLst>
              <a:gd name="adj" fmla="val 65634"/>
            </a:avLst>
          </a:prstGeom>
          <a:solidFill>
            <a:schemeClr val="accent3"/>
          </a:solidFill>
          <a:ln w="12700">
            <a:solidFill>
              <a:srgbClr val="FFFFFF">
                <a:alpha val="0"/>
              </a:srgbClr>
            </a:solidFill>
            <a:prstDash val="solid"/>
          </a:ln>
        </p:spPr>
      </p:sp>
      <p:sp>
        <p:nvSpPr>
          <p:cNvPr id="30" name="Shape 26"/>
          <p:cNvSpPr/>
          <p:nvPr/>
        </p:nvSpPr>
        <p:spPr>
          <a:xfrm>
            <a:off x="621792" y="3324796"/>
            <a:ext cx="365760" cy="365760"/>
          </a:xfrm>
          <a:prstGeom prst="ellipse">
            <a:avLst/>
          </a:prstGeom>
          <a:solidFill>
            <a:srgbClr val="FFFFFF"/>
          </a:solidFill>
          <a:ln w="12700">
            <a:solidFill>
              <a:srgbClr val="FFFFFF">
                <a:alpha val="0"/>
              </a:srgbClr>
            </a:solidFill>
            <a:prstDash val="solid"/>
          </a:ln>
        </p:spPr>
      </p:sp>
      <p:sp>
        <p:nvSpPr>
          <p:cNvPr id="31" name="Text 27"/>
          <p:cNvSpPr txBox="1"/>
          <p:nvPr/>
        </p:nvSpPr>
        <p:spPr>
          <a:xfrm>
            <a:off x="621792" y="3324796"/>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32" name="Text 28"/>
          <p:cNvSpPr txBox="1"/>
          <p:nvPr/>
        </p:nvSpPr>
        <p:spPr>
          <a:xfrm>
            <a:off x="1097280" y="3298698"/>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nationaliteit</a:t>
            </a:r>
            <a:endParaRPr lang="en-US" sz="1900" dirty="0"/>
          </a:p>
        </p:txBody>
      </p:sp>
      <p:sp>
        <p:nvSpPr>
          <p:cNvPr id="33" name="Shape 29"/>
          <p:cNvSpPr/>
          <p:nvPr/>
        </p:nvSpPr>
        <p:spPr>
          <a:xfrm>
            <a:off x="4233672" y="3443669"/>
            <a:ext cx="128016" cy="128016"/>
          </a:xfrm>
          <a:prstGeom prst="ellipse">
            <a:avLst/>
          </a:prstGeom>
          <a:solidFill>
            <a:schemeClr val="tx2"/>
          </a:solidFill>
          <a:ln w="12700">
            <a:solidFill>
              <a:srgbClr val="FFFFFF">
                <a:alpha val="0"/>
              </a:srgbClr>
            </a:solidFill>
            <a:prstDash val="solid"/>
          </a:ln>
        </p:spPr>
      </p:sp>
      <p:sp>
        <p:nvSpPr>
          <p:cNvPr id="34" name="Shape 30"/>
          <p:cNvSpPr/>
          <p:nvPr/>
        </p:nvSpPr>
        <p:spPr>
          <a:xfrm>
            <a:off x="548640" y="3808095"/>
            <a:ext cx="3657600" cy="417957"/>
          </a:xfrm>
          <a:prstGeom prst="roundRect">
            <a:avLst>
              <a:gd name="adj" fmla="val 65634"/>
            </a:avLst>
          </a:prstGeom>
          <a:solidFill>
            <a:schemeClr val="accent3"/>
          </a:solidFill>
          <a:ln w="12700">
            <a:solidFill>
              <a:srgbClr val="FFFFFF">
                <a:alpha val="0"/>
              </a:srgbClr>
            </a:solidFill>
            <a:prstDash val="solid"/>
          </a:ln>
        </p:spPr>
      </p:sp>
      <p:sp>
        <p:nvSpPr>
          <p:cNvPr id="35" name="Shape 31"/>
          <p:cNvSpPr/>
          <p:nvPr/>
        </p:nvSpPr>
        <p:spPr>
          <a:xfrm>
            <a:off x="621792" y="3834193"/>
            <a:ext cx="365760" cy="365760"/>
          </a:xfrm>
          <a:prstGeom prst="ellipse">
            <a:avLst/>
          </a:prstGeom>
          <a:solidFill>
            <a:srgbClr val="FFFFFF"/>
          </a:solidFill>
          <a:ln w="12700">
            <a:solidFill>
              <a:srgbClr val="FFFFFF">
                <a:alpha val="0"/>
              </a:srgbClr>
            </a:solidFill>
            <a:prstDash val="solid"/>
          </a:ln>
        </p:spPr>
      </p:sp>
      <p:sp>
        <p:nvSpPr>
          <p:cNvPr id="36" name="Text 32"/>
          <p:cNvSpPr txBox="1"/>
          <p:nvPr/>
        </p:nvSpPr>
        <p:spPr>
          <a:xfrm>
            <a:off x="621792" y="3834193"/>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37" name="Text 33"/>
          <p:cNvSpPr txBox="1"/>
          <p:nvPr/>
        </p:nvSpPr>
        <p:spPr>
          <a:xfrm>
            <a:off x="1097280" y="3808095"/>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burgerlijke staat</a:t>
            </a:r>
            <a:endParaRPr lang="en-US" sz="1900" dirty="0"/>
          </a:p>
        </p:txBody>
      </p:sp>
      <p:sp>
        <p:nvSpPr>
          <p:cNvPr id="38" name="Shape 34"/>
          <p:cNvSpPr/>
          <p:nvPr/>
        </p:nvSpPr>
        <p:spPr>
          <a:xfrm>
            <a:off x="4233672" y="3953065"/>
            <a:ext cx="128016" cy="128016"/>
          </a:xfrm>
          <a:prstGeom prst="ellipse">
            <a:avLst/>
          </a:prstGeom>
          <a:solidFill>
            <a:schemeClr val="tx2"/>
          </a:solidFill>
          <a:ln w="12700">
            <a:solidFill>
              <a:srgbClr val="FFFFFF">
                <a:alpha val="0"/>
              </a:srgbClr>
            </a:solidFill>
            <a:prstDash val="solid"/>
          </a:ln>
        </p:spPr>
      </p:sp>
      <p:sp>
        <p:nvSpPr>
          <p:cNvPr id="39" name="Shape 35"/>
          <p:cNvSpPr/>
          <p:nvPr/>
        </p:nvSpPr>
        <p:spPr>
          <a:xfrm>
            <a:off x="548640" y="4317492"/>
            <a:ext cx="3657600" cy="417957"/>
          </a:xfrm>
          <a:prstGeom prst="roundRect">
            <a:avLst>
              <a:gd name="adj" fmla="val 65634"/>
            </a:avLst>
          </a:prstGeom>
          <a:solidFill>
            <a:schemeClr val="accent3"/>
          </a:solidFill>
          <a:ln w="12700">
            <a:solidFill>
              <a:srgbClr val="FFFFFF">
                <a:alpha val="0"/>
              </a:srgbClr>
            </a:solidFill>
            <a:prstDash val="solid"/>
          </a:ln>
        </p:spPr>
      </p:sp>
      <p:sp>
        <p:nvSpPr>
          <p:cNvPr id="40" name="Shape 36"/>
          <p:cNvSpPr/>
          <p:nvPr/>
        </p:nvSpPr>
        <p:spPr>
          <a:xfrm>
            <a:off x="621792" y="4343590"/>
            <a:ext cx="365760" cy="365760"/>
          </a:xfrm>
          <a:prstGeom prst="ellipse">
            <a:avLst/>
          </a:prstGeom>
          <a:solidFill>
            <a:srgbClr val="FFFFFF"/>
          </a:solidFill>
          <a:ln w="12700">
            <a:solidFill>
              <a:srgbClr val="FFFFFF">
                <a:alpha val="0"/>
              </a:srgbClr>
            </a:solidFill>
            <a:prstDash val="solid"/>
          </a:ln>
        </p:spPr>
      </p:sp>
      <p:sp>
        <p:nvSpPr>
          <p:cNvPr id="41" name="Text 37"/>
          <p:cNvSpPr txBox="1"/>
          <p:nvPr/>
        </p:nvSpPr>
        <p:spPr>
          <a:xfrm>
            <a:off x="621792" y="4343590"/>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5</a:t>
            </a:r>
            <a:endParaRPr lang="en-US" sz="1500" dirty="0"/>
          </a:p>
        </p:txBody>
      </p:sp>
      <p:sp>
        <p:nvSpPr>
          <p:cNvPr id="42" name="Text 38"/>
          <p:cNvSpPr txBox="1"/>
          <p:nvPr/>
        </p:nvSpPr>
        <p:spPr>
          <a:xfrm>
            <a:off x="1097280" y="4317492"/>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beroep</a:t>
            </a:r>
            <a:endParaRPr lang="en-US" sz="1900" dirty="0"/>
          </a:p>
        </p:txBody>
      </p:sp>
      <p:sp>
        <p:nvSpPr>
          <p:cNvPr id="43" name="Shape 39"/>
          <p:cNvSpPr/>
          <p:nvPr/>
        </p:nvSpPr>
        <p:spPr>
          <a:xfrm>
            <a:off x="4233672" y="4462462"/>
            <a:ext cx="128016" cy="128016"/>
          </a:xfrm>
          <a:prstGeom prst="ellipse">
            <a:avLst/>
          </a:prstGeom>
          <a:solidFill>
            <a:schemeClr val="tx2"/>
          </a:solidFill>
          <a:ln w="12700">
            <a:solidFill>
              <a:srgbClr val="FFFFFF">
                <a:alpha val="0"/>
              </a:srgbClr>
            </a:solidFill>
            <a:prstDash val="solid"/>
          </a:ln>
        </p:spPr>
      </p:sp>
      <p:sp>
        <p:nvSpPr>
          <p:cNvPr id="44" name="Shape 40"/>
          <p:cNvSpPr/>
          <p:nvPr/>
        </p:nvSpPr>
        <p:spPr>
          <a:xfrm>
            <a:off x="548640" y="4826889"/>
            <a:ext cx="3657600" cy="417957"/>
          </a:xfrm>
          <a:prstGeom prst="roundRect">
            <a:avLst>
              <a:gd name="adj" fmla="val 65634"/>
            </a:avLst>
          </a:prstGeom>
          <a:solidFill>
            <a:schemeClr val="accent3"/>
          </a:solidFill>
          <a:ln w="12700">
            <a:solidFill>
              <a:srgbClr val="FFFFFF">
                <a:alpha val="0"/>
              </a:srgbClr>
            </a:solidFill>
            <a:prstDash val="solid"/>
          </a:ln>
        </p:spPr>
      </p:sp>
      <p:sp>
        <p:nvSpPr>
          <p:cNvPr id="45" name="Shape 41"/>
          <p:cNvSpPr/>
          <p:nvPr/>
        </p:nvSpPr>
        <p:spPr>
          <a:xfrm>
            <a:off x="621792" y="4852987"/>
            <a:ext cx="365760" cy="365760"/>
          </a:xfrm>
          <a:prstGeom prst="ellipse">
            <a:avLst/>
          </a:prstGeom>
          <a:solidFill>
            <a:srgbClr val="FFFFFF"/>
          </a:solidFill>
          <a:ln w="12700">
            <a:solidFill>
              <a:srgbClr val="FFFFFF">
                <a:alpha val="0"/>
              </a:srgbClr>
            </a:solidFill>
            <a:prstDash val="solid"/>
          </a:ln>
        </p:spPr>
      </p:sp>
      <p:sp>
        <p:nvSpPr>
          <p:cNvPr id="46" name="Text 42"/>
          <p:cNvSpPr txBox="1"/>
          <p:nvPr/>
        </p:nvSpPr>
        <p:spPr>
          <a:xfrm>
            <a:off x="621792" y="4852987"/>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47" name="Text 43"/>
          <p:cNvSpPr txBox="1"/>
          <p:nvPr/>
        </p:nvSpPr>
        <p:spPr>
          <a:xfrm>
            <a:off x="1097280" y="4826889"/>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talenkennis</a:t>
            </a:r>
            <a:endParaRPr lang="en-US" sz="1900" dirty="0"/>
          </a:p>
        </p:txBody>
      </p:sp>
      <p:sp>
        <p:nvSpPr>
          <p:cNvPr id="48" name="Shape 44"/>
          <p:cNvSpPr/>
          <p:nvPr/>
        </p:nvSpPr>
        <p:spPr>
          <a:xfrm>
            <a:off x="4233672" y="4971859"/>
            <a:ext cx="128016" cy="128016"/>
          </a:xfrm>
          <a:prstGeom prst="ellipse">
            <a:avLst/>
          </a:prstGeom>
          <a:solidFill>
            <a:schemeClr val="tx2"/>
          </a:solidFill>
          <a:ln w="12700">
            <a:solidFill>
              <a:srgbClr val="FFFFFF">
                <a:alpha val="0"/>
              </a:srgbClr>
            </a:solidFill>
            <a:prstDash val="solid"/>
          </a:ln>
        </p:spPr>
      </p:sp>
      <p:sp>
        <p:nvSpPr>
          <p:cNvPr id="49" name="Shape 45"/>
          <p:cNvSpPr/>
          <p:nvPr/>
        </p:nvSpPr>
        <p:spPr>
          <a:xfrm>
            <a:off x="548640" y="5336286"/>
            <a:ext cx="3657600" cy="417957"/>
          </a:xfrm>
          <a:prstGeom prst="roundRect">
            <a:avLst>
              <a:gd name="adj" fmla="val 65634"/>
            </a:avLst>
          </a:prstGeom>
          <a:solidFill>
            <a:schemeClr val="accent3"/>
          </a:solidFill>
          <a:ln w="12700">
            <a:solidFill>
              <a:srgbClr val="FFFFFF">
                <a:alpha val="0"/>
              </a:srgbClr>
            </a:solidFill>
            <a:prstDash val="solid"/>
          </a:ln>
        </p:spPr>
      </p:sp>
      <p:sp>
        <p:nvSpPr>
          <p:cNvPr id="50" name="Shape 46"/>
          <p:cNvSpPr/>
          <p:nvPr/>
        </p:nvSpPr>
        <p:spPr>
          <a:xfrm>
            <a:off x="621792" y="5362384"/>
            <a:ext cx="365760" cy="365760"/>
          </a:xfrm>
          <a:prstGeom prst="ellipse">
            <a:avLst/>
          </a:prstGeom>
          <a:solidFill>
            <a:srgbClr val="FFFFFF"/>
          </a:solidFill>
          <a:ln w="12700">
            <a:solidFill>
              <a:srgbClr val="FFFFFF">
                <a:alpha val="0"/>
              </a:srgbClr>
            </a:solidFill>
            <a:prstDash val="solid"/>
          </a:ln>
        </p:spPr>
      </p:sp>
      <p:sp>
        <p:nvSpPr>
          <p:cNvPr id="51" name="Text 47"/>
          <p:cNvSpPr txBox="1"/>
          <p:nvPr/>
        </p:nvSpPr>
        <p:spPr>
          <a:xfrm>
            <a:off x="621792" y="5362384"/>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52" name="Text 48"/>
          <p:cNvSpPr txBox="1"/>
          <p:nvPr/>
        </p:nvSpPr>
        <p:spPr>
          <a:xfrm>
            <a:off x="1097280" y="5336286"/>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gezin</a:t>
            </a:r>
            <a:endParaRPr lang="en-US" sz="1900" dirty="0"/>
          </a:p>
        </p:txBody>
      </p:sp>
      <p:sp>
        <p:nvSpPr>
          <p:cNvPr id="53" name="Shape 49"/>
          <p:cNvSpPr/>
          <p:nvPr/>
        </p:nvSpPr>
        <p:spPr>
          <a:xfrm>
            <a:off x="4233672" y="5481256"/>
            <a:ext cx="128016" cy="128016"/>
          </a:xfrm>
          <a:prstGeom prst="ellipse">
            <a:avLst/>
          </a:prstGeom>
          <a:solidFill>
            <a:schemeClr val="tx2"/>
          </a:solidFill>
          <a:ln w="12700">
            <a:solidFill>
              <a:srgbClr val="FFFFFF">
                <a:alpha val="0"/>
              </a:srgbClr>
            </a:solidFill>
            <a:prstDash val="solid"/>
          </a:ln>
        </p:spPr>
      </p:sp>
      <p:sp>
        <p:nvSpPr>
          <p:cNvPr id="54" name="Shape 50"/>
          <p:cNvSpPr/>
          <p:nvPr/>
        </p:nvSpPr>
        <p:spPr>
          <a:xfrm>
            <a:off x="548640" y="5845683"/>
            <a:ext cx="3657600" cy="417957"/>
          </a:xfrm>
          <a:prstGeom prst="roundRect">
            <a:avLst>
              <a:gd name="adj" fmla="val 65634"/>
            </a:avLst>
          </a:prstGeom>
          <a:solidFill>
            <a:schemeClr val="accent3"/>
          </a:solidFill>
          <a:ln w="12700">
            <a:solidFill>
              <a:srgbClr val="FFFFFF">
                <a:alpha val="0"/>
              </a:srgbClr>
            </a:solidFill>
            <a:prstDash val="solid"/>
          </a:ln>
        </p:spPr>
      </p:sp>
      <p:sp>
        <p:nvSpPr>
          <p:cNvPr id="55" name="Shape 51"/>
          <p:cNvSpPr/>
          <p:nvPr/>
        </p:nvSpPr>
        <p:spPr>
          <a:xfrm>
            <a:off x="621792" y="5871782"/>
            <a:ext cx="365760" cy="365760"/>
          </a:xfrm>
          <a:prstGeom prst="ellipse">
            <a:avLst/>
          </a:prstGeom>
          <a:solidFill>
            <a:srgbClr val="FFFFFF"/>
          </a:solidFill>
          <a:ln w="12700">
            <a:solidFill>
              <a:srgbClr val="FFFFFF">
                <a:alpha val="0"/>
              </a:srgbClr>
            </a:solidFill>
            <a:prstDash val="solid"/>
          </a:ln>
        </p:spPr>
      </p:sp>
      <p:sp>
        <p:nvSpPr>
          <p:cNvPr id="56" name="Text 52"/>
          <p:cNvSpPr txBox="1"/>
          <p:nvPr/>
        </p:nvSpPr>
        <p:spPr>
          <a:xfrm>
            <a:off x="621792" y="5871782"/>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8</a:t>
            </a:r>
            <a:endParaRPr lang="en-US" sz="1500" dirty="0"/>
          </a:p>
        </p:txBody>
      </p:sp>
      <p:sp>
        <p:nvSpPr>
          <p:cNvPr id="57" name="Text 53"/>
          <p:cNvSpPr txBox="1"/>
          <p:nvPr/>
        </p:nvSpPr>
        <p:spPr>
          <a:xfrm>
            <a:off x="1097280" y="5845683"/>
            <a:ext cx="3017520" cy="417957"/>
          </a:xfrm>
          <a:prstGeom prst="rect">
            <a:avLst/>
          </a:prstGeom>
          <a:noFill/>
          <a:ln/>
        </p:spPr>
        <p:txBody>
          <a:bodyPr wrap="square" lIns="0" tIns="0" rIns="0" bIns="0" rtlCol="0" anchor="ctr"/>
          <a:lstStyle/>
          <a:p>
            <a:pPr algn="l" indent="0" marL="0">
              <a:buNone/>
            </a:pPr>
            <a:r>
              <a:rPr lang="en-US" sz="1900" b="1" dirty="0">
                <a:solidFill>
                  <a:schemeClr val="bg1"/>
                </a:solidFill>
              </a:rPr>
              <a:t>gsm-nummer</a:t>
            </a:r>
            <a:endParaRPr lang="en-US" sz="1900" dirty="0"/>
          </a:p>
        </p:txBody>
      </p:sp>
      <p:sp>
        <p:nvSpPr>
          <p:cNvPr id="58" name="Shape 54"/>
          <p:cNvSpPr/>
          <p:nvPr/>
        </p:nvSpPr>
        <p:spPr>
          <a:xfrm>
            <a:off x="4233672" y="5990653"/>
            <a:ext cx="128016" cy="128016"/>
          </a:xfrm>
          <a:prstGeom prst="ellipse">
            <a:avLst/>
          </a:prstGeom>
          <a:solidFill>
            <a:schemeClr val="tx2"/>
          </a:solidFill>
          <a:ln w="12700">
            <a:solidFill>
              <a:srgbClr val="FFFFFF">
                <a:alpha val="0"/>
              </a:srgbClr>
            </a:solidFill>
            <a:prstDash val="solid"/>
          </a:ln>
        </p:spPr>
      </p:sp>
      <p:sp>
        <p:nvSpPr>
          <p:cNvPr id="59" name="Shape 55"/>
          <p:cNvSpPr/>
          <p:nvPr/>
        </p:nvSpPr>
        <p:spPr>
          <a:xfrm>
            <a:off x="7040880" y="2279904"/>
            <a:ext cx="4599432" cy="417957"/>
          </a:xfrm>
          <a:prstGeom prst="roundRect">
            <a:avLst>
              <a:gd name="adj" fmla="val 21878"/>
            </a:avLst>
          </a:prstGeom>
          <a:solidFill>
            <a:schemeClr val="bg1"/>
          </a:solidFill>
          <a:ln w="22225">
            <a:solidFill>
              <a:srgbClr val="B4236A"/>
            </a:solidFill>
            <a:prstDash val="solid"/>
          </a:ln>
        </p:spPr>
      </p:sp>
      <p:sp>
        <p:nvSpPr>
          <p:cNvPr id="60" name="Shape 56"/>
          <p:cNvSpPr/>
          <p:nvPr/>
        </p:nvSpPr>
        <p:spPr>
          <a:xfrm>
            <a:off x="7132320" y="2306002"/>
            <a:ext cx="365760" cy="365760"/>
          </a:xfrm>
          <a:prstGeom prst="ellipse">
            <a:avLst/>
          </a:prstGeom>
          <a:solidFill>
            <a:schemeClr val="accent4"/>
          </a:solidFill>
          <a:ln w="12700">
            <a:solidFill>
              <a:srgbClr val="FFFFFF">
                <a:alpha val="0"/>
              </a:srgbClr>
            </a:solidFill>
            <a:prstDash val="solid"/>
          </a:ln>
        </p:spPr>
      </p:sp>
      <p:sp>
        <p:nvSpPr>
          <p:cNvPr id="61" name="Text 57"/>
          <p:cNvSpPr txBox="1"/>
          <p:nvPr/>
        </p:nvSpPr>
        <p:spPr>
          <a:xfrm>
            <a:off x="7132320" y="230600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62" name="Text 58"/>
          <p:cNvSpPr txBox="1"/>
          <p:nvPr/>
        </p:nvSpPr>
        <p:spPr>
          <a:xfrm>
            <a:off x="7635240" y="2279904"/>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0470 12 34 56</a:t>
            </a:r>
            <a:endParaRPr lang="en-US" sz="1900" dirty="0"/>
          </a:p>
        </p:txBody>
      </p:sp>
      <p:sp>
        <p:nvSpPr>
          <p:cNvPr id="63" name="Shape 59"/>
          <p:cNvSpPr/>
          <p:nvPr/>
        </p:nvSpPr>
        <p:spPr>
          <a:xfrm>
            <a:off x="6885432" y="2424875"/>
            <a:ext cx="128016" cy="128016"/>
          </a:xfrm>
          <a:prstGeom prst="ellipse">
            <a:avLst/>
          </a:prstGeom>
          <a:solidFill>
            <a:schemeClr val="tx2"/>
          </a:solidFill>
          <a:ln w="12700">
            <a:solidFill>
              <a:srgbClr val="FFFFFF">
                <a:alpha val="0"/>
              </a:srgbClr>
            </a:solidFill>
            <a:prstDash val="solid"/>
          </a:ln>
        </p:spPr>
      </p:sp>
      <p:sp>
        <p:nvSpPr>
          <p:cNvPr id="64" name="Shape 60"/>
          <p:cNvSpPr/>
          <p:nvPr/>
        </p:nvSpPr>
        <p:spPr>
          <a:xfrm>
            <a:off x="7040880" y="2789301"/>
            <a:ext cx="4599432" cy="417957"/>
          </a:xfrm>
          <a:prstGeom prst="roundRect">
            <a:avLst>
              <a:gd name="adj" fmla="val 21878"/>
            </a:avLst>
          </a:prstGeom>
          <a:solidFill>
            <a:schemeClr val="bg1"/>
          </a:solidFill>
          <a:ln w="22225">
            <a:solidFill>
              <a:srgbClr val="B4236A"/>
            </a:solidFill>
            <a:prstDash val="solid"/>
          </a:ln>
        </p:spPr>
      </p:sp>
      <p:sp>
        <p:nvSpPr>
          <p:cNvPr id="65" name="Shape 61"/>
          <p:cNvSpPr/>
          <p:nvPr/>
        </p:nvSpPr>
        <p:spPr>
          <a:xfrm>
            <a:off x="7132320" y="2815399"/>
            <a:ext cx="365760" cy="365760"/>
          </a:xfrm>
          <a:prstGeom prst="ellipse">
            <a:avLst/>
          </a:prstGeom>
          <a:solidFill>
            <a:schemeClr val="accent4"/>
          </a:solidFill>
          <a:ln w="12700">
            <a:solidFill>
              <a:srgbClr val="FFFFFF">
                <a:alpha val="0"/>
              </a:srgbClr>
            </a:solidFill>
            <a:prstDash val="solid"/>
          </a:ln>
        </p:spPr>
      </p:sp>
      <p:sp>
        <p:nvSpPr>
          <p:cNvPr id="66" name="Text 62"/>
          <p:cNvSpPr txBox="1"/>
          <p:nvPr/>
        </p:nvSpPr>
        <p:spPr>
          <a:xfrm>
            <a:off x="7132320" y="2815399"/>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67" name="Text 63"/>
          <p:cNvSpPr txBox="1"/>
          <p:nvPr/>
        </p:nvSpPr>
        <p:spPr>
          <a:xfrm>
            <a:off x="7635240" y="2789301"/>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getrouwd</a:t>
            </a:r>
            <a:endParaRPr lang="en-US" sz="1900" dirty="0"/>
          </a:p>
        </p:txBody>
      </p:sp>
      <p:sp>
        <p:nvSpPr>
          <p:cNvPr id="68" name="Shape 64"/>
          <p:cNvSpPr/>
          <p:nvPr/>
        </p:nvSpPr>
        <p:spPr>
          <a:xfrm>
            <a:off x="6885432" y="2934272"/>
            <a:ext cx="128016" cy="128016"/>
          </a:xfrm>
          <a:prstGeom prst="ellipse">
            <a:avLst/>
          </a:prstGeom>
          <a:solidFill>
            <a:schemeClr val="tx2"/>
          </a:solidFill>
          <a:ln w="12700">
            <a:solidFill>
              <a:srgbClr val="FFFFFF">
                <a:alpha val="0"/>
              </a:srgbClr>
            </a:solidFill>
            <a:prstDash val="solid"/>
          </a:ln>
        </p:spPr>
      </p:sp>
      <p:sp>
        <p:nvSpPr>
          <p:cNvPr id="69" name="Shape 65"/>
          <p:cNvSpPr/>
          <p:nvPr/>
        </p:nvSpPr>
        <p:spPr>
          <a:xfrm>
            <a:off x="7040880" y="3298698"/>
            <a:ext cx="4599432" cy="417957"/>
          </a:xfrm>
          <a:prstGeom prst="roundRect">
            <a:avLst>
              <a:gd name="adj" fmla="val 21878"/>
            </a:avLst>
          </a:prstGeom>
          <a:solidFill>
            <a:schemeClr val="bg1"/>
          </a:solidFill>
          <a:ln w="22225">
            <a:solidFill>
              <a:srgbClr val="B4236A"/>
            </a:solidFill>
            <a:prstDash val="solid"/>
          </a:ln>
        </p:spPr>
      </p:sp>
      <p:sp>
        <p:nvSpPr>
          <p:cNvPr id="70" name="Shape 66"/>
          <p:cNvSpPr/>
          <p:nvPr/>
        </p:nvSpPr>
        <p:spPr>
          <a:xfrm>
            <a:off x="7132320" y="3324796"/>
            <a:ext cx="365760" cy="365760"/>
          </a:xfrm>
          <a:prstGeom prst="ellipse">
            <a:avLst/>
          </a:prstGeom>
          <a:solidFill>
            <a:schemeClr val="accent4"/>
          </a:solidFill>
          <a:ln w="12700">
            <a:solidFill>
              <a:srgbClr val="FFFFFF">
                <a:alpha val="0"/>
              </a:srgbClr>
            </a:solidFill>
            <a:prstDash val="solid"/>
          </a:ln>
        </p:spPr>
      </p:sp>
      <p:sp>
        <p:nvSpPr>
          <p:cNvPr id="71" name="Text 67"/>
          <p:cNvSpPr txBox="1"/>
          <p:nvPr/>
        </p:nvSpPr>
        <p:spPr>
          <a:xfrm>
            <a:off x="7132320" y="33247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72" name="Text 68"/>
          <p:cNvSpPr txBox="1"/>
          <p:nvPr/>
        </p:nvSpPr>
        <p:spPr>
          <a:xfrm>
            <a:off x="7635240" y="3298698"/>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Frans, Arabisch</a:t>
            </a:r>
            <a:endParaRPr lang="en-US" sz="1900" dirty="0"/>
          </a:p>
        </p:txBody>
      </p:sp>
      <p:sp>
        <p:nvSpPr>
          <p:cNvPr id="73" name="Shape 69"/>
          <p:cNvSpPr/>
          <p:nvPr/>
        </p:nvSpPr>
        <p:spPr>
          <a:xfrm>
            <a:off x="6885432" y="3443669"/>
            <a:ext cx="128016" cy="128016"/>
          </a:xfrm>
          <a:prstGeom prst="ellipse">
            <a:avLst/>
          </a:prstGeom>
          <a:solidFill>
            <a:schemeClr val="tx2"/>
          </a:solidFill>
          <a:ln w="12700">
            <a:solidFill>
              <a:srgbClr val="FFFFFF">
                <a:alpha val="0"/>
              </a:srgbClr>
            </a:solidFill>
            <a:prstDash val="solid"/>
          </a:ln>
        </p:spPr>
      </p:sp>
      <p:sp>
        <p:nvSpPr>
          <p:cNvPr id="74" name="Shape 70"/>
          <p:cNvSpPr/>
          <p:nvPr/>
        </p:nvSpPr>
        <p:spPr>
          <a:xfrm>
            <a:off x="7040880" y="3808095"/>
            <a:ext cx="4599432" cy="417957"/>
          </a:xfrm>
          <a:prstGeom prst="roundRect">
            <a:avLst>
              <a:gd name="adj" fmla="val 21878"/>
            </a:avLst>
          </a:prstGeom>
          <a:solidFill>
            <a:schemeClr val="bg1"/>
          </a:solidFill>
          <a:ln w="22225">
            <a:solidFill>
              <a:srgbClr val="B4236A"/>
            </a:solidFill>
            <a:prstDash val="solid"/>
          </a:ln>
        </p:spPr>
      </p:sp>
      <p:sp>
        <p:nvSpPr>
          <p:cNvPr id="75" name="Shape 71"/>
          <p:cNvSpPr/>
          <p:nvPr/>
        </p:nvSpPr>
        <p:spPr>
          <a:xfrm>
            <a:off x="7132320" y="3834193"/>
            <a:ext cx="365760" cy="365760"/>
          </a:xfrm>
          <a:prstGeom prst="ellipse">
            <a:avLst/>
          </a:prstGeom>
          <a:solidFill>
            <a:schemeClr val="accent4"/>
          </a:solidFill>
          <a:ln w="12700">
            <a:solidFill>
              <a:srgbClr val="FFFFFF">
                <a:alpha val="0"/>
              </a:srgbClr>
            </a:solidFill>
            <a:prstDash val="solid"/>
          </a:ln>
        </p:spPr>
      </p:sp>
      <p:sp>
        <p:nvSpPr>
          <p:cNvPr id="76" name="Text 72"/>
          <p:cNvSpPr txBox="1"/>
          <p:nvPr/>
        </p:nvSpPr>
        <p:spPr>
          <a:xfrm>
            <a:off x="7132320" y="3834193"/>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77" name="Text 73"/>
          <p:cNvSpPr txBox="1"/>
          <p:nvPr/>
        </p:nvSpPr>
        <p:spPr>
          <a:xfrm>
            <a:off x="7635240" y="3808095"/>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32 jaar</a:t>
            </a:r>
            <a:endParaRPr lang="en-US" sz="1900" dirty="0"/>
          </a:p>
        </p:txBody>
      </p:sp>
      <p:sp>
        <p:nvSpPr>
          <p:cNvPr id="78" name="Shape 74"/>
          <p:cNvSpPr/>
          <p:nvPr/>
        </p:nvSpPr>
        <p:spPr>
          <a:xfrm>
            <a:off x="6885432" y="3953065"/>
            <a:ext cx="128016" cy="128016"/>
          </a:xfrm>
          <a:prstGeom prst="ellipse">
            <a:avLst/>
          </a:prstGeom>
          <a:solidFill>
            <a:schemeClr val="tx2"/>
          </a:solidFill>
          <a:ln w="12700">
            <a:solidFill>
              <a:srgbClr val="FFFFFF">
                <a:alpha val="0"/>
              </a:srgbClr>
            </a:solidFill>
            <a:prstDash val="solid"/>
          </a:ln>
        </p:spPr>
      </p:sp>
      <p:sp>
        <p:nvSpPr>
          <p:cNvPr id="79" name="Shape 75"/>
          <p:cNvSpPr/>
          <p:nvPr/>
        </p:nvSpPr>
        <p:spPr>
          <a:xfrm>
            <a:off x="7040880" y="4317492"/>
            <a:ext cx="4599432" cy="417957"/>
          </a:xfrm>
          <a:prstGeom prst="roundRect">
            <a:avLst>
              <a:gd name="adj" fmla="val 21878"/>
            </a:avLst>
          </a:prstGeom>
          <a:solidFill>
            <a:schemeClr val="bg1"/>
          </a:solidFill>
          <a:ln w="22225">
            <a:solidFill>
              <a:srgbClr val="B4236A"/>
            </a:solidFill>
            <a:prstDash val="solid"/>
          </a:ln>
        </p:spPr>
      </p:sp>
      <p:sp>
        <p:nvSpPr>
          <p:cNvPr id="80" name="Shape 76"/>
          <p:cNvSpPr/>
          <p:nvPr/>
        </p:nvSpPr>
        <p:spPr>
          <a:xfrm>
            <a:off x="7132320" y="4343590"/>
            <a:ext cx="365760" cy="365760"/>
          </a:xfrm>
          <a:prstGeom prst="ellipse">
            <a:avLst/>
          </a:prstGeom>
          <a:solidFill>
            <a:schemeClr val="accent4"/>
          </a:solidFill>
          <a:ln w="12700">
            <a:solidFill>
              <a:srgbClr val="FFFFFF">
                <a:alpha val="0"/>
              </a:srgbClr>
            </a:solidFill>
            <a:prstDash val="solid"/>
          </a:ln>
        </p:spPr>
      </p:sp>
      <p:sp>
        <p:nvSpPr>
          <p:cNvPr id="81" name="Text 77"/>
          <p:cNvSpPr txBox="1"/>
          <p:nvPr/>
        </p:nvSpPr>
        <p:spPr>
          <a:xfrm>
            <a:off x="7132320" y="434359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e</a:t>
            </a:r>
            <a:endParaRPr lang="en-US" sz="1500" dirty="0"/>
          </a:p>
        </p:txBody>
      </p:sp>
      <p:sp>
        <p:nvSpPr>
          <p:cNvPr id="82" name="Text 78"/>
          <p:cNvSpPr txBox="1"/>
          <p:nvPr/>
        </p:nvSpPr>
        <p:spPr>
          <a:xfrm>
            <a:off x="7635240" y="4317492"/>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boekhouder</a:t>
            </a:r>
            <a:endParaRPr lang="en-US" sz="1900" dirty="0"/>
          </a:p>
        </p:txBody>
      </p:sp>
      <p:sp>
        <p:nvSpPr>
          <p:cNvPr id="83" name="Shape 79"/>
          <p:cNvSpPr/>
          <p:nvPr/>
        </p:nvSpPr>
        <p:spPr>
          <a:xfrm>
            <a:off x="6885432" y="4462462"/>
            <a:ext cx="128016" cy="128016"/>
          </a:xfrm>
          <a:prstGeom prst="ellipse">
            <a:avLst/>
          </a:prstGeom>
          <a:solidFill>
            <a:schemeClr val="tx2"/>
          </a:solidFill>
          <a:ln w="12700">
            <a:solidFill>
              <a:srgbClr val="FFFFFF">
                <a:alpha val="0"/>
              </a:srgbClr>
            </a:solidFill>
            <a:prstDash val="solid"/>
          </a:ln>
        </p:spPr>
      </p:sp>
      <p:sp>
        <p:nvSpPr>
          <p:cNvPr id="84" name="Shape 80"/>
          <p:cNvSpPr/>
          <p:nvPr/>
        </p:nvSpPr>
        <p:spPr>
          <a:xfrm>
            <a:off x="7040880" y="4826889"/>
            <a:ext cx="4599432" cy="417957"/>
          </a:xfrm>
          <a:prstGeom prst="roundRect">
            <a:avLst>
              <a:gd name="adj" fmla="val 21878"/>
            </a:avLst>
          </a:prstGeom>
          <a:solidFill>
            <a:schemeClr val="bg1"/>
          </a:solidFill>
          <a:ln w="22225">
            <a:solidFill>
              <a:srgbClr val="B4236A"/>
            </a:solidFill>
            <a:prstDash val="solid"/>
          </a:ln>
        </p:spPr>
      </p:sp>
      <p:sp>
        <p:nvSpPr>
          <p:cNvPr id="85" name="Shape 81"/>
          <p:cNvSpPr/>
          <p:nvPr/>
        </p:nvSpPr>
        <p:spPr>
          <a:xfrm>
            <a:off x="7132320" y="4852987"/>
            <a:ext cx="365760" cy="365760"/>
          </a:xfrm>
          <a:prstGeom prst="ellipse">
            <a:avLst/>
          </a:prstGeom>
          <a:solidFill>
            <a:schemeClr val="accent4"/>
          </a:solidFill>
          <a:ln w="12700">
            <a:solidFill>
              <a:srgbClr val="FFFFFF">
                <a:alpha val="0"/>
              </a:srgbClr>
            </a:solidFill>
            <a:prstDash val="solid"/>
          </a:ln>
        </p:spPr>
      </p:sp>
      <p:sp>
        <p:nvSpPr>
          <p:cNvPr id="86" name="Text 82"/>
          <p:cNvSpPr txBox="1"/>
          <p:nvPr/>
        </p:nvSpPr>
        <p:spPr>
          <a:xfrm>
            <a:off x="7132320" y="4852987"/>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87" name="Text 83"/>
          <p:cNvSpPr txBox="1"/>
          <p:nvPr/>
        </p:nvSpPr>
        <p:spPr>
          <a:xfrm>
            <a:off x="7635240" y="4826889"/>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Namen</a:t>
            </a:r>
            <a:endParaRPr lang="en-US" sz="1900" dirty="0"/>
          </a:p>
        </p:txBody>
      </p:sp>
      <p:sp>
        <p:nvSpPr>
          <p:cNvPr id="88" name="Shape 84"/>
          <p:cNvSpPr/>
          <p:nvPr/>
        </p:nvSpPr>
        <p:spPr>
          <a:xfrm>
            <a:off x="6885432" y="4971859"/>
            <a:ext cx="128016" cy="128016"/>
          </a:xfrm>
          <a:prstGeom prst="ellipse">
            <a:avLst/>
          </a:prstGeom>
          <a:solidFill>
            <a:schemeClr val="tx2"/>
          </a:solidFill>
          <a:ln w="12700">
            <a:solidFill>
              <a:srgbClr val="FFFFFF">
                <a:alpha val="0"/>
              </a:srgbClr>
            </a:solidFill>
            <a:prstDash val="solid"/>
          </a:ln>
        </p:spPr>
      </p:sp>
      <p:sp>
        <p:nvSpPr>
          <p:cNvPr id="89" name="Shape 85"/>
          <p:cNvSpPr/>
          <p:nvPr/>
        </p:nvSpPr>
        <p:spPr>
          <a:xfrm>
            <a:off x="7040880" y="5336286"/>
            <a:ext cx="4599432" cy="417957"/>
          </a:xfrm>
          <a:prstGeom prst="roundRect">
            <a:avLst>
              <a:gd name="adj" fmla="val 21878"/>
            </a:avLst>
          </a:prstGeom>
          <a:solidFill>
            <a:schemeClr val="bg1"/>
          </a:solidFill>
          <a:ln w="22225">
            <a:solidFill>
              <a:srgbClr val="B4236A"/>
            </a:solidFill>
            <a:prstDash val="solid"/>
          </a:ln>
        </p:spPr>
      </p:sp>
      <p:sp>
        <p:nvSpPr>
          <p:cNvPr id="90" name="Shape 86"/>
          <p:cNvSpPr/>
          <p:nvPr/>
        </p:nvSpPr>
        <p:spPr>
          <a:xfrm>
            <a:off x="7132320" y="5362384"/>
            <a:ext cx="365760" cy="365760"/>
          </a:xfrm>
          <a:prstGeom prst="ellipse">
            <a:avLst/>
          </a:prstGeom>
          <a:solidFill>
            <a:schemeClr val="accent4"/>
          </a:solidFill>
          <a:ln w="12700">
            <a:solidFill>
              <a:srgbClr val="FFFFFF">
                <a:alpha val="0"/>
              </a:srgbClr>
            </a:solidFill>
            <a:prstDash val="solid"/>
          </a:ln>
        </p:spPr>
      </p:sp>
      <p:sp>
        <p:nvSpPr>
          <p:cNvPr id="91" name="Text 87"/>
          <p:cNvSpPr txBox="1"/>
          <p:nvPr/>
        </p:nvSpPr>
        <p:spPr>
          <a:xfrm>
            <a:off x="7132320" y="536238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g</a:t>
            </a:r>
            <a:endParaRPr lang="en-US" sz="1500" dirty="0"/>
          </a:p>
        </p:txBody>
      </p:sp>
      <p:sp>
        <p:nvSpPr>
          <p:cNvPr id="92" name="Text 88"/>
          <p:cNvSpPr txBox="1"/>
          <p:nvPr/>
        </p:nvSpPr>
        <p:spPr>
          <a:xfrm>
            <a:off x="7635240" y="5336286"/>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Belgisch</a:t>
            </a:r>
            <a:endParaRPr lang="en-US" sz="1900" dirty="0"/>
          </a:p>
        </p:txBody>
      </p:sp>
      <p:sp>
        <p:nvSpPr>
          <p:cNvPr id="93" name="Shape 89"/>
          <p:cNvSpPr/>
          <p:nvPr/>
        </p:nvSpPr>
        <p:spPr>
          <a:xfrm>
            <a:off x="6885432" y="5481256"/>
            <a:ext cx="128016" cy="128016"/>
          </a:xfrm>
          <a:prstGeom prst="ellipse">
            <a:avLst/>
          </a:prstGeom>
          <a:solidFill>
            <a:schemeClr val="tx2"/>
          </a:solidFill>
          <a:ln w="12700">
            <a:solidFill>
              <a:srgbClr val="FFFFFF">
                <a:alpha val="0"/>
              </a:srgbClr>
            </a:solidFill>
            <a:prstDash val="solid"/>
          </a:ln>
        </p:spPr>
      </p:sp>
      <p:sp>
        <p:nvSpPr>
          <p:cNvPr id="94" name="Shape 90"/>
          <p:cNvSpPr/>
          <p:nvPr/>
        </p:nvSpPr>
        <p:spPr>
          <a:xfrm>
            <a:off x="7040880" y="5845683"/>
            <a:ext cx="4599432" cy="417957"/>
          </a:xfrm>
          <a:prstGeom prst="roundRect">
            <a:avLst>
              <a:gd name="adj" fmla="val 21878"/>
            </a:avLst>
          </a:prstGeom>
          <a:solidFill>
            <a:schemeClr val="bg1"/>
          </a:solidFill>
          <a:ln w="22225">
            <a:solidFill>
              <a:srgbClr val="B4236A"/>
            </a:solidFill>
            <a:prstDash val="solid"/>
          </a:ln>
        </p:spPr>
      </p:sp>
      <p:sp>
        <p:nvSpPr>
          <p:cNvPr id="95" name="Shape 91"/>
          <p:cNvSpPr/>
          <p:nvPr/>
        </p:nvSpPr>
        <p:spPr>
          <a:xfrm>
            <a:off x="7132320" y="5871782"/>
            <a:ext cx="365760" cy="365760"/>
          </a:xfrm>
          <a:prstGeom prst="ellipse">
            <a:avLst/>
          </a:prstGeom>
          <a:solidFill>
            <a:schemeClr val="accent4"/>
          </a:solidFill>
          <a:ln w="12700">
            <a:solidFill>
              <a:srgbClr val="FFFFFF">
                <a:alpha val="0"/>
              </a:srgbClr>
            </a:solidFill>
            <a:prstDash val="solid"/>
          </a:ln>
        </p:spPr>
      </p:sp>
      <p:sp>
        <p:nvSpPr>
          <p:cNvPr id="96" name="Text 92"/>
          <p:cNvSpPr txBox="1"/>
          <p:nvPr/>
        </p:nvSpPr>
        <p:spPr>
          <a:xfrm>
            <a:off x="7132320" y="587178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h</a:t>
            </a:r>
            <a:endParaRPr lang="en-US" sz="1500" dirty="0"/>
          </a:p>
        </p:txBody>
      </p:sp>
      <p:sp>
        <p:nvSpPr>
          <p:cNvPr id="97" name="Text 93"/>
          <p:cNvSpPr txBox="1"/>
          <p:nvPr/>
        </p:nvSpPr>
        <p:spPr>
          <a:xfrm>
            <a:off x="7635240" y="5845683"/>
            <a:ext cx="3867912" cy="417957"/>
          </a:xfrm>
          <a:prstGeom prst="rect">
            <a:avLst/>
          </a:prstGeom>
          <a:noFill/>
          <a:ln/>
        </p:spPr>
        <p:txBody>
          <a:bodyPr wrap="square" lIns="0" tIns="0" rIns="0" bIns="0" rtlCol="0" anchor="ctr"/>
          <a:lstStyle/>
          <a:p>
            <a:pPr algn="l" indent="0" marL="0">
              <a:buNone/>
            </a:pPr>
            <a:r>
              <a:rPr lang="en-US" sz="1900" dirty="0">
                <a:solidFill>
                  <a:schemeClr val="tx1"/>
                </a:solidFill>
              </a:rPr>
              <a:t>een vrouw en een dochter</a:t>
            </a:r>
            <a:endParaRPr lang="en-US" sz="1900" dirty="0"/>
          </a:p>
        </p:txBody>
      </p:sp>
      <p:sp>
        <p:nvSpPr>
          <p:cNvPr id="98" name="Shape 94"/>
          <p:cNvSpPr/>
          <p:nvPr/>
        </p:nvSpPr>
        <p:spPr>
          <a:xfrm>
            <a:off x="6885432" y="5990653"/>
            <a:ext cx="128016" cy="128016"/>
          </a:xfrm>
          <a:prstGeom prst="ellipse">
            <a:avLst/>
          </a:prstGeom>
          <a:solidFill>
            <a:schemeClr val="tx2"/>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Quel thème pour quelle question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Quelle question permet d’obtenir l’information ? Reliez chaque thème à sa question.</a:t>
            </a:r>
            <a:endParaRPr lang="en-US" sz="1700" dirty="0"/>
          </a:p>
        </p:txBody>
      </p:sp>
      <p:sp>
        <p:nvSpPr>
          <p:cNvPr id="8" name="Text 4"/>
          <p:cNvSpPr txBox="1"/>
          <p:nvPr/>
        </p:nvSpPr>
        <p:spPr>
          <a:xfrm>
            <a:off x="548640" y="193243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3"/>
                </a:solidFill>
              </a:rPr>
              <a:t>THÈMES</a:t>
            </a:r>
            <a:endParaRPr lang="en-US" sz="1200" dirty="0"/>
          </a:p>
        </p:txBody>
      </p:sp>
      <p:sp>
        <p:nvSpPr>
          <p:cNvPr id="9" name="Text 5"/>
          <p:cNvSpPr txBox="1"/>
          <p:nvPr/>
        </p:nvSpPr>
        <p:spPr>
          <a:xfrm>
            <a:off x="7040880" y="193243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QUESTIONS</a:t>
            </a:r>
            <a:endParaRPr lang="en-US" sz="1200" dirty="0"/>
          </a:p>
        </p:txBody>
      </p:sp>
      <p:sp>
        <p:nvSpPr>
          <p:cNvPr id="10" name="Shape 6"/>
          <p:cNvSpPr/>
          <p:nvPr/>
        </p:nvSpPr>
        <p:spPr>
          <a:xfrm>
            <a:off x="548640" y="2279904"/>
            <a:ext cx="3657600" cy="490728"/>
          </a:xfrm>
          <a:prstGeom prst="roundRect">
            <a:avLst>
              <a:gd name="adj" fmla="val 55901"/>
            </a:avLst>
          </a:prstGeom>
          <a:solidFill>
            <a:schemeClr val="accent3"/>
          </a:solidFill>
          <a:ln w="12700">
            <a:solidFill>
              <a:srgbClr val="FFFFFF">
                <a:alpha val="0"/>
              </a:srgbClr>
            </a:solidFill>
            <a:prstDash val="solid"/>
          </a:ln>
        </p:spPr>
      </p:sp>
      <p:sp>
        <p:nvSpPr>
          <p:cNvPr id="11" name="Shape 7"/>
          <p:cNvSpPr/>
          <p:nvPr/>
        </p:nvSpPr>
        <p:spPr>
          <a:xfrm>
            <a:off x="621792" y="2342388"/>
            <a:ext cx="365760" cy="365760"/>
          </a:xfrm>
          <a:prstGeom prst="ellipse">
            <a:avLst/>
          </a:prstGeom>
          <a:solidFill>
            <a:srgbClr val="FFFFFF"/>
          </a:solidFill>
          <a:ln w="12700">
            <a:solidFill>
              <a:srgbClr val="FFFFFF">
                <a:alpha val="0"/>
              </a:srgbClr>
            </a:solidFill>
            <a:prstDash val="solid"/>
          </a:ln>
        </p:spPr>
      </p:sp>
      <p:sp>
        <p:nvSpPr>
          <p:cNvPr id="12" name="Text 8"/>
          <p:cNvSpPr txBox="1"/>
          <p:nvPr/>
        </p:nvSpPr>
        <p:spPr>
          <a:xfrm>
            <a:off x="621792" y="2342388"/>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13" name="Text 9"/>
          <p:cNvSpPr txBox="1"/>
          <p:nvPr/>
        </p:nvSpPr>
        <p:spPr>
          <a:xfrm>
            <a:off x="1097280" y="2279904"/>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Moedertaal</a:t>
            </a:r>
            <a:endParaRPr lang="en-US" sz="1900" dirty="0"/>
          </a:p>
        </p:txBody>
      </p:sp>
      <p:sp>
        <p:nvSpPr>
          <p:cNvPr id="14" name="Shape 10"/>
          <p:cNvSpPr/>
          <p:nvPr/>
        </p:nvSpPr>
        <p:spPr>
          <a:xfrm>
            <a:off x="4233672" y="2461260"/>
            <a:ext cx="128016" cy="128016"/>
          </a:xfrm>
          <a:prstGeom prst="ellipse">
            <a:avLst/>
          </a:prstGeom>
          <a:solidFill>
            <a:schemeClr val="tx2"/>
          </a:solidFill>
          <a:ln w="12700">
            <a:solidFill>
              <a:srgbClr val="FFFFFF">
                <a:alpha val="0"/>
              </a:srgbClr>
            </a:solidFill>
            <a:prstDash val="solid"/>
          </a:ln>
        </p:spPr>
      </p:sp>
      <p:sp>
        <p:nvSpPr>
          <p:cNvPr id="15" name="Shape 11"/>
          <p:cNvSpPr/>
          <p:nvPr/>
        </p:nvSpPr>
        <p:spPr>
          <a:xfrm>
            <a:off x="548640" y="2862072"/>
            <a:ext cx="3657600" cy="490728"/>
          </a:xfrm>
          <a:prstGeom prst="roundRect">
            <a:avLst>
              <a:gd name="adj" fmla="val 55901"/>
            </a:avLst>
          </a:prstGeom>
          <a:solidFill>
            <a:schemeClr val="accent3"/>
          </a:solidFill>
          <a:ln w="12700">
            <a:solidFill>
              <a:srgbClr val="FFFFFF">
                <a:alpha val="0"/>
              </a:srgbClr>
            </a:solidFill>
            <a:prstDash val="solid"/>
          </a:ln>
        </p:spPr>
      </p:sp>
      <p:sp>
        <p:nvSpPr>
          <p:cNvPr id="16" name="Shape 12"/>
          <p:cNvSpPr/>
          <p:nvPr/>
        </p:nvSpPr>
        <p:spPr>
          <a:xfrm>
            <a:off x="621792" y="2924556"/>
            <a:ext cx="365760" cy="365760"/>
          </a:xfrm>
          <a:prstGeom prst="ellipse">
            <a:avLst/>
          </a:prstGeom>
          <a:solidFill>
            <a:srgbClr val="FFFFFF"/>
          </a:solidFill>
          <a:ln w="12700">
            <a:solidFill>
              <a:srgbClr val="FFFFFF">
                <a:alpha val="0"/>
              </a:srgbClr>
            </a:solidFill>
            <a:prstDash val="solid"/>
          </a:ln>
        </p:spPr>
      </p:sp>
      <p:sp>
        <p:nvSpPr>
          <p:cNvPr id="17" name="Text 13"/>
          <p:cNvSpPr txBox="1"/>
          <p:nvPr/>
        </p:nvSpPr>
        <p:spPr>
          <a:xfrm>
            <a:off x="621792" y="2924556"/>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2</a:t>
            </a:r>
            <a:endParaRPr lang="en-US" sz="1500" dirty="0"/>
          </a:p>
        </p:txBody>
      </p:sp>
      <p:sp>
        <p:nvSpPr>
          <p:cNvPr id="18" name="Text 14"/>
          <p:cNvSpPr txBox="1"/>
          <p:nvPr/>
        </p:nvSpPr>
        <p:spPr>
          <a:xfrm>
            <a:off x="1097280" y="2862072"/>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Hobby's</a:t>
            </a:r>
            <a:endParaRPr lang="en-US" sz="1900" dirty="0"/>
          </a:p>
        </p:txBody>
      </p:sp>
      <p:sp>
        <p:nvSpPr>
          <p:cNvPr id="19" name="Shape 15"/>
          <p:cNvSpPr/>
          <p:nvPr/>
        </p:nvSpPr>
        <p:spPr>
          <a:xfrm>
            <a:off x="4233672" y="3043428"/>
            <a:ext cx="128016" cy="128016"/>
          </a:xfrm>
          <a:prstGeom prst="ellipse">
            <a:avLst/>
          </a:prstGeom>
          <a:solidFill>
            <a:schemeClr val="tx2"/>
          </a:solidFill>
          <a:ln w="12700">
            <a:solidFill>
              <a:srgbClr val="FFFFFF">
                <a:alpha val="0"/>
              </a:srgbClr>
            </a:solidFill>
            <a:prstDash val="solid"/>
          </a:ln>
        </p:spPr>
      </p:sp>
      <p:sp>
        <p:nvSpPr>
          <p:cNvPr id="20" name="Shape 16"/>
          <p:cNvSpPr/>
          <p:nvPr/>
        </p:nvSpPr>
        <p:spPr>
          <a:xfrm>
            <a:off x="548640" y="3444240"/>
            <a:ext cx="3657600" cy="490728"/>
          </a:xfrm>
          <a:prstGeom prst="roundRect">
            <a:avLst>
              <a:gd name="adj" fmla="val 55901"/>
            </a:avLst>
          </a:prstGeom>
          <a:solidFill>
            <a:schemeClr val="accent3"/>
          </a:solidFill>
          <a:ln w="12700">
            <a:solidFill>
              <a:srgbClr val="FFFFFF">
                <a:alpha val="0"/>
              </a:srgbClr>
            </a:solidFill>
            <a:prstDash val="solid"/>
          </a:ln>
        </p:spPr>
      </p:sp>
      <p:sp>
        <p:nvSpPr>
          <p:cNvPr id="21" name="Shape 17"/>
          <p:cNvSpPr/>
          <p:nvPr/>
        </p:nvSpPr>
        <p:spPr>
          <a:xfrm>
            <a:off x="621792" y="3506724"/>
            <a:ext cx="365760" cy="365760"/>
          </a:xfrm>
          <a:prstGeom prst="ellipse">
            <a:avLst/>
          </a:prstGeom>
          <a:solidFill>
            <a:srgbClr val="FFFFFF"/>
          </a:solidFill>
          <a:ln w="12700">
            <a:solidFill>
              <a:srgbClr val="FFFFFF">
                <a:alpha val="0"/>
              </a:srgbClr>
            </a:solidFill>
            <a:prstDash val="solid"/>
          </a:ln>
        </p:spPr>
      </p:sp>
      <p:sp>
        <p:nvSpPr>
          <p:cNvPr id="22" name="Text 18"/>
          <p:cNvSpPr txBox="1"/>
          <p:nvPr/>
        </p:nvSpPr>
        <p:spPr>
          <a:xfrm>
            <a:off x="621792" y="3506724"/>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23" name="Text 19"/>
          <p:cNvSpPr txBox="1"/>
          <p:nvPr/>
        </p:nvSpPr>
        <p:spPr>
          <a:xfrm>
            <a:off x="1097280" y="3444240"/>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Familie</a:t>
            </a:r>
            <a:endParaRPr lang="en-US" sz="1900" dirty="0"/>
          </a:p>
        </p:txBody>
      </p:sp>
      <p:sp>
        <p:nvSpPr>
          <p:cNvPr id="24" name="Shape 20"/>
          <p:cNvSpPr/>
          <p:nvPr/>
        </p:nvSpPr>
        <p:spPr>
          <a:xfrm>
            <a:off x="4233672" y="3625596"/>
            <a:ext cx="128016" cy="128016"/>
          </a:xfrm>
          <a:prstGeom prst="ellipse">
            <a:avLst/>
          </a:prstGeom>
          <a:solidFill>
            <a:schemeClr val="tx2"/>
          </a:solidFill>
          <a:ln w="12700">
            <a:solidFill>
              <a:srgbClr val="FFFFFF">
                <a:alpha val="0"/>
              </a:srgbClr>
            </a:solidFill>
            <a:prstDash val="solid"/>
          </a:ln>
        </p:spPr>
      </p:sp>
      <p:sp>
        <p:nvSpPr>
          <p:cNvPr id="25" name="Shape 21"/>
          <p:cNvSpPr/>
          <p:nvPr/>
        </p:nvSpPr>
        <p:spPr>
          <a:xfrm>
            <a:off x="548640" y="4026408"/>
            <a:ext cx="3657600" cy="490728"/>
          </a:xfrm>
          <a:prstGeom prst="roundRect">
            <a:avLst>
              <a:gd name="adj" fmla="val 55901"/>
            </a:avLst>
          </a:prstGeom>
          <a:solidFill>
            <a:schemeClr val="accent3"/>
          </a:solidFill>
          <a:ln w="12700">
            <a:solidFill>
              <a:srgbClr val="FFFFFF">
                <a:alpha val="0"/>
              </a:srgbClr>
            </a:solidFill>
            <a:prstDash val="solid"/>
          </a:ln>
        </p:spPr>
      </p:sp>
      <p:sp>
        <p:nvSpPr>
          <p:cNvPr id="26" name="Shape 22"/>
          <p:cNvSpPr/>
          <p:nvPr/>
        </p:nvSpPr>
        <p:spPr>
          <a:xfrm>
            <a:off x="621792" y="4088892"/>
            <a:ext cx="365760" cy="365760"/>
          </a:xfrm>
          <a:prstGeom prst="ellipse">
            <a:avLst/>
          </a:prstGeom>
          <a:solidFill>
            <a:srgbClr val="FFFFFF"/>
          </a:solidFill>
          <a:ln w="12700">
            <a:solidFill>
              <a:srgbClr val="FFFFFF">
                <a:alpha val="0"/>
              </a:srgbClr>
            </a:solidFill>
            <a:prstDash val="solid"/>
          </a:ln>
        </p:spPr>
      </p:sp>
      <p:sp>
        <p:nvSpPr>
          <p:cNvPr id="27" name="Text 23"/>
          <p:cNvSpPr txBox="1"/>
          <p:nvPr/>
        </p:nvSpPr>
        <p:spPr>
          <a:xfrm>
            <a:off x="621792" y="4088892"/>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28" name="Text 24"/>
          <p:cNvSpPr txBox="1"/>
          <p:nvPr/>
        </p:nvSpPr>
        <p:spPr>
          <a:xfrm>
            <a:off x="1097280" y="4026408"/>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Vervoer</a:t>
            </a:r>
            <a:endParaRPr lang="en-US" sz="1900" dirty="0"/>
          </a:p>
        </p:txBody>
      </p:sp>
      <p:sp>
        <p:nvSpPr>
          <p:cNvPr id="29" name="Shape 25"/>
          <p:cNvSpPr/>
          <p:nvPr/>
        </p:nvSpPr>
        <p:spPr>
          <a:xfrm>
            <a:off x="4233672" y="4207764"/>
            <a:ext cx="128016" cy="128016"/>
          </a:xfrm>
          <a:prstGeom prst="ellipse">
            <a:avLst/>
          </a:prstGeom>
          <a:solidFill>
            <a:schemeClr val="tx2"/>
          </a:solidFill>
          <a:ln w="12700">
            <a:solidFill>
              <a:srgbClr val="FFFFFF">
                <a:alpha val="0"/>
              </a:srgbClr>
            </a:solidFill>
            <a:prstDash val="solid"/>
          </a:ln>
        </p:spPr>
      </p:sp>
      <p:sp>
        <p:nvSpPr>
          <p:cNvPr id="30" name="Shape 26"/>
          <p:cNvSpPr/>
          <p:nvPr/>
        </p:nvSpPr>
        <p:spPr>
          <a:xfrm>
            <a:off x="548640" y="4608576"/>
            <a:ext cx="3657600" cy="490728"/>
          </a:xfrm>
          <a:prstGeom prst="roundRect">
            <a:avLst>
              <a:gd name="adj" fmla="val 55901"/>
            </a:avLst>
          </a:prstGeom>
          <a:solidFill>
            <a:schemeClr val="accent3"/>
          </a:solidFill>
          <a:ln w="12700">
            <a:solidFill>
              <a:srgbClr val="FFFFFF">
                <a:alpha val="0"/>
              </a:srgbClr>
            </a:solidFill>
            <a:prstDash val="solid"/>
          </a:ln>
        </p:spPr>
      </p:sp>
      <p:sp>
        <p:nvSpPr>
          <p:cNvPr id="31" name="Shape 27"/>
          <p:cNvSpPr/>
          <p:nvPr/>
        </p:nvSpPr>
        <p:spPr>
          <a:xfrm>
            <a:off x="621792" y="4671060"/>
            <a:ext cx="365760" cy="365760"/>
          </a:xfrm>
          <a:prstGeom prst="ellipse">
            <a:avLst/>
          </a:prstGeom>
          <a:solidFill>
            <a:srgbClr val="FFFFFF"/>
          </a:solidFill>
          <a:ln w="12700">
            <a:solidFill>
              <a:srgbClr val="FFFFFF">
                <a:alpha val="0"/>
              </a:srgbClr>
            </a:solidFill>
            <a:prstDash val="solid"/>
          </a:ln>
        </p:spPr>
      </p:sp>
      <p:sp>
        <p:nvSpPr>
          <p:cNvPr id="32" name="Text 28"/>
          <p:cNvSpPr txBox="1"/>
          <p:nvPr/>
        </p:nvSpPr>
        <p:spPr>
          <a:xfrm>
            <a:off x="621792" y="4671060"/>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5</a:t>
            </a:r>
            <a:endParaRPr lang="en-US" sz="1500" dirty="0"/>
          </a:p>
        </p:txBody>
      </p:sp>
      <p:sp>
        <p:nvSpPr>
          <p:cNvPr id="33" name="Text 29"/>
          <p:cNvSpPr txBox="1"/>
          <p:nvPr/>
        </p:nvSpPr>
        <p:spPr>
          <a:xfrm>
            <a:off x="1097280" y="4608576"/>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Talen</a:t>
            </a:r>
            <a:endParaRPr lang="en-US" sz="1900" dirty="0"/>
          </a:p>
        </p:txBody>
      </p:sp>
      <p:sp>
        <p:nvSpPr>
          <p:cNvPr id="34" name="Shape 30"/>
          <p:cNvSpPr/>
          <p:nvPr/>
        </p:nvSpPr>
        <p:spPr>
          <a:xfrm>
            <a:off x="4233672" y="4789932"/>
            <a:ext cx="128016" cy="128016"/>
          </a:xfrm>
          <a:prstGeom prst="ellipse">
            <a:avLst/>
          </a:prstGeom>
          <a:solidFill>
            <a:schemeClr val="tx2"/>
          </a:solidFill>
          <a:ln w="12700">
            <a:solidFill>
              <a:srgbClr val="FFFFFF">
                <a:alpha val="0"/>
              </a:srgbClr>
            </a:solidFill>
            <a:prstDash val="solid"/>
          </a:ln>
        </p:spPr>
      </p:sp>
      <p:sp>
        <p:nvSpPr>
          <p:cNvPr id="35" name="Shape 31"/>
          <p:cNvSpPr/>
          <p:nvPr/>
        </p:nvSpPr>
        <p:spPr>
          <a:xfrm>
            <a:off x="548640" y="5190744"/>
            <a:ext cx="3657600" cy="490728"/>
          </a:xfrm>
          <a:prstGeom prst="roundRect">
            <a:avLst>
              <a:gd name="adj" fmla="val 55901"/>
            </a:avLst>
          </a:prstGeom>
          <a:solidFill>
            <a:schemeClr val="accent3"/>
          </a:solidFill>
          <a:ln w="12700">
            <a:solidFill>
              <a:srgbClr val="FFFFFF">
                <a:alpha val="0"/>
              </a:srgbClr>
            </a:solidFill>
            <a:prstDash val="solid"/>
          </a:ln>
        </p:spPr>
      </p:sp>
      <p:sp>
        <p:nvSpPr>
          <p:cNvPr id="36" name="Shape 32"/>
          <p:cNvSpPr/>
          <p:nvPr/>
        </p:nvSpPr>
        <p:spPr>
          <a:xfrm>
            <a:off x="621792" y="5253228"/>
            <a:ext cx="365760" cy="365760"/>
          </a:xfrm>
          <a:prstGeom prst="ellipse">
            <a:avLst/>
          </a:prstGeom>
          <a:solidFill>
            <a:srgbClr val="FFFFFF"/>
          </a:solidFill>
          <a:ln w="12700">
            <a:solidFill>
              <a:srgbClr val="FFFFFF">
                <a:alpha val="0"/>
              </a:srgbClr>
            </a:solidFill>
            <a:prstDash val="solid"/>
          </a:ln>
        </p:spPr>
      </p:sp>
      <p:sp>
        <p:nvSpPr>
          <p:cNvPr id="37" name="Text 33"/>
          <p:cNvSpPr txBox="1"/>
          <p:nvPr/>
        </p:nvSpPr>
        <p:spPr>
          <a:xfrm>
            <a:off x="621792" y="5253228"/>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38" name="Text 34"/>
          <p:cNvSpPr txBox="1"/>
          <p:nvPr/>
        </p:nvSpPr>
        <p:spPr>
          <a:xfrm>
            <a:off x="1097280" y="5190744"/>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Leeftijd</a:t>
            </a:r>
            <a:endParaRPr lang="en-US" sz="1900" dirty="0"/>
          </a:p>
        </p:txBody>
      </p:sp>
      <p:sp>
        <p:nvSpPr>
          <p:cNvPr id="39" name="Shape 35"/>
          <p:cNvSpPr/>
          <p:nvPr/>
        </p:nvSpPr>
        <p:spPr>
          <a:xfrm>
            <a:off x="4233672" y="5372100"/>
            <a:ext cx="128016" cy="128016"/>
          </a:xfrm>
          <a:prstGeom prst="ellipse">
            <a:avLst/>
          </a:prstGeom>
          <a:solidFill>
            <a:schemeClr val="tx2"/>
          </a:solidFill>
          <a:ln w="12700">
            <a:solidFill>
              <a:srgbClr val="FFFFFF">
                <a:alpha val="0"/>
              </a:srgbClr>
            </a:solidFill>
            <a:prstDash val="solid"/>
          </a:ln>
        </p:spPr>
      </p:sp>
      <p:sp>
        <p:nvSpPr>
          <p:cNvPr id="40" name="Shape 36"/>
          <p:cNvSpPr/>
          <p:nvPr/>
        </p:nvSpPr>
        <p:spPr>
          <a:xfrm>
            <a:off x="548640" y="5772912"/>
            <a:ext cx="3657600" cy="490728"/>
          </a:xfrm>
          <a:prstGeom prst="roundRect">
            <a:avLst>
              <a:gd name="adj" fmla="val 55901"/>
            </a:avLst>
          </a:prstGeom>
          <a:solidFill>
            <a:schemeClr val="accent3"/>
          </a:solidFill>
          <a:ln w="12700">
            <a:solidFill>
              <a:srgbClr val="FFFFFF">
                <a:alpha val="0"/>
              </a:srgbClr>
            </a:solidFill>
            <a:prstDash val="solid"/>
          </a:ln>
        </p:spPr>
      </p:sp>
      <p:sp>
        <p:nvSpPr>
          <p:cNvPr id="41" name="Shape 37"/>
          <p:cNvSpPr/>
          <p:nvPr/>
        </p:nvSpPr>
        <p:spPr>
          <a:xfrm>
            <a:off x="621792" y="5835396"/>
            <a:ext cx="365760" cy="365760"/>
          </a:xfrm>
          <a:prstGeom prst="ellipse">
            <a:avLst/>
          </a:prstGeom>
          <a:solidFill>
            <a:srgbClr val="FFFFFF"/>
          </a:solidFill>
          <a:ln w="12700">
            <a:solidFill>
              <a:srgbClr val="FFFFFF">
                <a:alpha val="0"/>
              </a:srgbClr>
            </a:solidFill>
            <a:prstDash val="solid"/>
          </a:ln>
        </p:spPr>
      </p:sp>
      <p:sp>
        <p:nvSpPr>
          <p:cNvPr id="42" name="Text 38"/>
          <p:cNvSpPr txBox="1"/>
          <p:nvPr/>
        </p:nvSpPr>
        <p:spPr>
          <a:xfrm>
            <a:off x="621792" y="5835396"/>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43" name="Text 39"/>
          <p:cNvSpPr txBox="1"/>
          <p:nvPr/>
        </p:nvSpPr>
        <p:spPr>
          <a:xfrm>
            <a:off x="1097280" y="5772912"/>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Land van herkomst</a:t>
            </a:r>
            <a:endParaRPr lang="en-US" sz="1900" dirty="0"/>
          </a:p>
        </p:txBody>
      </p:sp>
      <p:sp>
        <p:nvSpPr>
          <p:cNvPr id="44" name="Shape 40"/>
          <p:cNvSpPr/>
          <p:nvPr/>
        </p:nvSpPr>
        <p:spPr>
          <a:xfrm>
            <a:off x="4233672" y="5954268"/>
            <a:ext cx="128016" cy="128016"/>
          </a:xfrm>
          <a:prstGeom prst="ellipse">
            <a:avLst/>
          </a:prstGeom>
          <a:solidFill>
            <a:schemeClr val="tx2"/>
          </a:solidFill>
          <a:ln w="12700">
            <a:solidFill>
              <a:srgbClr val="FFFFFF">
                <a:alpha val="0"/>
              </a:srgbClr>
            </a:solidFill>
            <a:prstDash val="solid"/>
          </a:ln>
        </p:spPr>
      </p:sp>
      <p:sp>
        <p:nvSpPr>
          <p:cNvPr id="45" name="Shape 41"/>
          <p:cNvSpPr/>
          <p:nvPr/>
        </p:nvSpPr>
        <p:spPr>
          <a:xfrm>
            <a:off x="7040880" y="2279904"/>
            <a:ext cx="4599432" cy="490728"/>
          </a:xfrm>
          <a:prstGeom prst="roundRect">
            <a:avLst>
              <a:gd name="adj" fmla="val 18634"/>
            </a:avLst>
          </a:prstGeom>
          <a:solidFill>
            <a:schemeClr val="bg1"/>
          </a:solidFill>
          <a:ln w="22225">
            <a:solidFill>
              <a:srgbClr val="B4236A"/>
            </a:solidFill>
            <a:prstDash val="solid"/>
          </a:ln>
        </p:spPr>
      </p:sp>
      <p:sp>
        <p:nvSpPr>
          <p:cNvPr id="46" name="Shape 42"/>
          <p:cNvSpPr/>
          <p:nvPr/>
        </p:nvSpPr>
        <p:spPr>
          <a:xfrm>
            <a:off x="7132320" y="2342388"/>
            <a:ext cx="365760" cy="365760"/>
          </a:xfrm>
          <a:prstGeom prst="ellipse">
            <a:avLst/>
          </a:prstGeom>
          <a:solidFill>
            <a:schemeClr val="accent4"/>
          </a:solidFill>
          <a:ln w="12700">
            <a:solidFill>
              <a:srgbClr val="FFFFFF">
                <a:alpha val="0"/>
              </a:srgbClr>
            </a:solidFill>
            <a:prstDash val="solid"/>
          </a:ln>
        </p:spPr>
      </p:sp>
      <p:sp>
        <p:nvSpPr>
          <p:cNvPr id="47" name="Text 43"/>
          <p:cNvSpPr txBox="1"/>
          <p:nvPr/>
        </p:nvSpPr>
        <p:spPr>
          <a:xfrm>
            <a:off x="7132320" y="234238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48" name="Text 44"/>
          <p:cNvSpPr txBox="1"/>
          <p:nvPr/>
        </p:nvSpPr>
        <p:spPr>
          <a:xfrm>
            <a:off x="7635240" y="2279904"/>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Hoe oud ben je?</a:t>
            </a:r>
            <a:endParaRPr lang="en-US" sz="1900" dirty="0"/>
          </a:p>
        </p:txBody>
      </p:sp>
      <p:sp>
        <p:nvSpPr>
          <p:cNvPr id="49" name="Shape 45"/>
          <p:cNvSpPr/>
          <p:nvPr/>
        </p:nvSpPr>
        <p:spPr>
          <a:xfrm>
            <a:off x="6885432" y="2461260"/>
            <a:ext cx="128016" cy="128016"/>
          </a:xfrm>
          <a:prstGeom prst="ellipse">
            <a:avLst/>
          </a:prstGeom>
          <a:solidFill>
            <a:schemeClr val="tx2"/>
          </a:solidFill>
          <a:ln w="12700">
            <a:solidFill>
              <a:srgbClr val="FFFFFF">
                <a:alpha val="0"/>
              </a:srgbClr>
            </a:solidFill>
            <a:prstDash val="solid"/>
          </a:ln>
        </p:spPr>
      </p:sp>
      <p:sp>
        <p:nvSpPr>
          <p:cNvPr id="50" name="Shape 46"/>
          <p:cNvSpPr/>
          <p:nvPr/>
        </p:nvSpPr>
        <p:spPr>
          <a:xfrm>
            <a:off x="7040880" y="2862072"/>
            <a:ext cx="4599432" cy="490728"/>
          </a:xfrm>
          <a:prstGeom prst="roundRect">
            <a:avLst>
              <a:gd name="adj" fmla="val 18634"/>
            </a:avLst>
          </a:prstGeom>
          <a:solidFill>
            <a:schemeClr val="bg1"/>
          </a:solidFill>
          <a:ln w="22225">
            <a:solidFill>
              <a:srgbClr val="B4236A"/>
            </a:solidFill>
            <a:prstDash val="solid"/>
          </a:ln>
        </p:spPr>
      </p:sp>
      <p:sp>
        <p:nvSpPr>
          <p:cNvPr id="51" name="Shape 47"/>
          <p:cNvSpPr/>
          <p:nvPr/>
        </p:nvSpPr>
        <p:spPr>
          <a:xfrm>
            <a:off x="7132320" y="2924556"/>
            <a:ext cx="365760" cy="365760"/>
          </a:xfrm>
          <a:prstGeom prst="ellipse">
            <a:avLst/>
          </a:prstGeom>
          <a:solidFill>
            <a:schemeClr val="accent4"/>
          </a:solidFill>
          <a:ln w="12700">
            <a:solidFill>
              <a:srgbClr val="FFFFFF">
                <a:alpha val="0"/>
              </a:srgbClr>
            </a:solidFill>
            <a:prstDash val="solid"/>
          </a:ln>
        </p:spPr>
      </p:sp>
      <p:sp>
        <p:nvSpPr>
          <p:cNvPr id="52" name="Text 48"/>
          <p:cNvSpPr txBox="1"/>
          <p:nvPr/>
        </p:nvSpPr>
        <p:spPr>
          <a:xfrm>
            <a:off x="7132320" y="29245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53" name="Text 49"/>
          <p:cNvSpPr txBox="1"/>
          <p:nvPr/>
        </p:nvSpPr>
        <p:spPr>
          <a:xfrm>
            <a:off x="7635240" y="2862072"/>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Waar kom je vandaan?</a:t>
            </a:r>
            <a:endParaRPr lang="en-US" sz="1900" dirty="0"/>
          </a:p>
        </p:txBody>
      </p:sp>
      <p:sp>
        <p:nvSpPr>
          <p:cNvPr id="54" name="Shape 50"/>
          <p:cNvSpPr/>
          <p:nvPr/>
        </p:nvSpPr>
        <p:spPr>
          <a:xfrm>
            <a:off x="6885432" y="3043428"/>
            <a:ext cx="128016" cy="128016"/>
          </a:xfrm>
          <a:prstGeom prst="ellipse">
            <a:avLst/>
          </a:prstGeom>
          <a:solidFill>
            <a:schemeClr val="tx2"/>
          </a:solidFill>
          <a:ln w="12700">
            <a:solidFill>
              <a:srgbClr val="FFFFFF">
                <a:alpha val="0"/>
              </a:srgbClr>
            </a:solidFill>
            <a:prstDash val="solid"/>
          </a:ln>
        </p:spPr>
      </p:sp>
      <p:sp>
        <p:nvSpPr>
          <p:cNvPr id="55" name="Shape 51"/>
          <p:cNvSpPr/>
          <p:nvPr/>
        </p:nvSpPr>
        <p:spPr>
          <a:xfrm>
            <a:off x="7040880" y="3444240"/>
            <a:ext cx="4599432" cy="490728"/>
          </a:xfrm>
          <a:prstGeom prst="roundRect">
            <a:avLst>
              <a:gd name="adj" fmla="val 18634"/>
            </a:avLst>
          </a:prstGeom>
          <a:solidFill>
            <a:schemeClr val="bg1"/>
          </a:solidFill>
          <a:ln w="22225">
            <a:solidFill>
              <a:srgbClr val="B4236A"/>
            </a:solidFill>
            <a:prstDash val="solid"/>
          </a:ln>
        </p:spPr>
      </p:sp>
      <p:sp>
        <p:nvSpPr>
          <p:cNvPr id="56" name="Shape 52"/>
          <p:cNvSpPr/>
          <p:nvPr/>
        </p:nvSpPr>
        <p:spPr>
          <a:xfrm>
            <a:off x="7132320" y="3506724"/>
            <a:ext cx="365760" cy="365760"/>
          </a:xfrm>
          <a:prstGeom prst="ellipse">
            <a:avLst/>
          </a:prstGeom>
          <a:solidFill>
            <a:schemeClr val="accent4"/>
          </a:solidFill>
          <a:ln w="12700">
            <a:solidFill>
              <a:srgbClr val="FFFFFF">
                <a:alpha val="0"/>
              </a:srgbClr>
            </a:solidFill>
            <a:prstDash val="solid"/>
          </a:ln>
        </p:spPr>
      </p:sp>
      <p:sp>
        <p:nvSpPr>
          <p:cNvPr id="57" name="Text 53"/>
          <p:cNvSpPr txBox="1"/>
          <p:nvPr/>
        </p:nvSpPr>
        <p:spPr>
          <a:xfrm>
            <a:off x="7132320" y="350672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58" name="Text 54"/>
          <p:cNvSpPr txBox="1"/>
          <p:nvPr/>
        </p:nvSpPr>
        <p:spPr>
          <a:xfrm>
            <a:off x="7635240" y="3444240"/>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Wat is je moedertaal?</a:t>
            </a:r>
            <a:endParaRPr lang="en-US" sz="1900" dirty="0"/>
          </a:p>
        </p:txBody>
      </p:sp>
      <p:sp>
        <p:nvSpPr>
          <p:cNvPr id="59" name="Shape 55"/>
          <p:cNvSpPr/>
          <p:nvPr/>
        </p:nvSpPr>
        <p:spPr>
          <a:xfrm>
            <a:off x="6885432" y="3625596"/>
            <a:ext cx="128016" cy="128016"/>
          </a:xfrm>
          <a:prstGeom prst="ellipse">
            <a:avLst/>
          </a:prstGeom>
          <a:solidFill>
            <a:schemeClr val="tx2"/>
          </a:solidFill>
          <a:ln w="12700">
            <a:solidFill>
              <a:srgbClr val="FFFFFF">
                <a:alpha val="0"/>
              </a:srgbClr>
            </a:solidFill>
            <a:prstDash val="solid"/>
          </a:ln>
        </p:spPr>
      </p:sp>
      <p:sp>
        <p:nvSpPr>
          <p:cNvPr id="60" name="Shape 56"/>
          <p:cNvSpPr/>
          <p:nvPr/>
        </p:nvSpPr>
        <p:spPr>
          <a:xfrm>
            <a:off x="7040880" y="4026408"/>
            <a:ext cx="4599432" cy="490728"/>
          </a:xfrm>
          <a:prstGeom prst="roundRect">
            <a:avLst>
              <a:gd name="adj" fmla="val 18634"/>
            </a:avLst>
          </a:prstGeom>
          <a:solidFill>
            <a:schemeClr val="bg1"/>
          </a:solidFill>
          <a:ln w="22225">
            <a:solidFill>
              <a:srgbClr val="B4236A"/>
            </a:solidFill>
            <a:prstDash val="solid"/>
          </a:ln>
        </p:spPr>
      </p:sp>
      <p:sp>
        <p:nvSpPr>
          <p:cNvPr id="61" name="Shape 57"/>
          <p:cNvSpPr/>
          <p:nvPr/>
        </p:nvSpPr>
        <p:spPr>
          <a:xfrm>
            <a:off x="7132320" y="4088892"/>
            <a:ext cx="365760" cy="365760"/>
          </a:xfrm>
          <a:prstGeom prst="ellipse">
            <a:avLst/>
          </a:prstGeom>
          <a:solidFill>
            <a:schemeClr val="accent4"/>
          </a:solidFill>
          <a:ln w="12700">
            <a:solidFill>
              <a:srgbClr val="FFFFFF">
                <a:alpha val="0"/>
              </a:srgbClr>
            </a:solidFill>
            <a:prstDash val="solid"/>
          </a:ln>
        </p:spPr>
      </p:sp>
      <p:sp>
        <p:nvSpPr>
          <p:cNvPr id="62" name="Text 58"/>
          <p:cNvSpPr txBox="1"/>
          <p:nvPr/>
        </p:nvSpPr>
        <p:spPr>
          <a:xfrm>
            <a:off x="7132320" y="408889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63" name="Text 59"/>
          <p:cNvSpPr txBox="1"/>
          <p:nvPr/>
        </p:nvSpPr>
        <p:spPr>
          <a:xfrm>
            <a:off x="7635240" y="4026408"/>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Heb je broers of zussen?</a:t>
            </a:r>
            <a:endParaRPr lang="en-US" sz="1900" dirty="0"/>
          </a:p>
        </p:txBody>
      </p:sp>
      <p:sp>
        <p:nvSpPr>
          <p:cNvPr id="64" name="Shape 60"/>
          <p:cNvSpPr/>
          <p:nvPr/>
        </p:nvSpPr>
        <p:spPr>
          <a:xfrm>
            <a:off x="6885432" y="4207764"/>
            <a:ext cx="128016" cy="128016"/>
          </a:xfrm>
          <a:prstGeom prst="ellipse">
            <a:avLst/>
          </a:prstGeom>
          <a:solidFill>
            <a:schemeClr val="tx2"/>
          </a:solidFill>
          <a:ln w="12700">
            <a:solidFill>
              <a:srgbClr val="FFFFFF">
                <a:alpha val="0"/>
              </a:srgbClr>
            </a:solidFill>
            <a:prstDash val="solid"/>
          </a:ln>
        </p:spPr>
      </p:sp>
      <p:sp>
        <p:nvSpPr>
          <p:cNvPr id="65" name="Shape 61"/>
          <p:cNvSpPr/>
          <p:nvPr/>
        </p:nvSpPr>
        <p:spPr>
          <a:xfrm>
            <a:off x="7040880" y="4608576"/>
            <a:ext cx="4599432" cy="490728"/>
          </a:xfrm>
          <a:prstGeom prst="roundRect">
            <a:avLst>
              <a:gd name="adj" fmla="val 18634"/>
            </a:avLst>
          </a:prstGeom>
          <a:solidFill>
            <a:schemeClr val="bg1"/>
          </a:solidFill>
          <a:ln w="22225">
            <a:solidFill>
              <a:srgbClr val="B4236A"/>
            </a:solidFill>
            <a:prstDash val="solid"/>
          </a:ln>
        </p:spPr>
      </p:sp>
      <p:sp>
        <p:nvSpPr>
          <p:cNvPr id="66" name="Shape 62"/>
          <p:cNvSpPr/>
          <p:nvPr/>
        </p:nvSpPr>
        <p:spPr>
          <a:xfrm>
            <a:off x="7132320" y="4671060"/>
            <a:ext cx="365760" cy="365760"/>
          </a:xfrm>
          <a:prstGeom prst="ellipse">
            <a:avLst/>
          </a:prstGeom>
          <a:solidFill>
            <a:schemeClr val="accent4"/>
          </a:solidFill>
          <a:ln w="12700">
            <a:solidFill>
              <a:srgbClr val="FFFFFF">
                <a:alpha val="0"/>
              </a:srgbClr>
            </a:solidFill>
            <a:prstDash val="solid"/>
          </a:ln>
        </p:spPr>
      </p:sp>
      <p:sp>
        <p:nvSpPr>
          <p:cNvPr id="67" name="Text 63"/>
          <p:cNvSpPr txBox="1"/>
          <p:nvPr/>
        </p:nvSpPr>
        <p:spPr>
          <a:xfrm>
            <a:off x="7132320" y="467106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e</a:t>
            </a:r>
            <a:endParaRPr lang="en-US" sz="1500" dirty="0"/>
          </a:p>
        </p:txBody>
      </p:sp>
      <p:sp>
        <p:nvSpPr>
          <p:cNvPr id="68" name="Text 64"/>
          <p:cNvSpPr txBox="1"/>
          <p:nvPr/>
        </p:nvSpPr>
        <p:spPr>
          <a:xfrm>
            <a:off x="7635240" y="4608576"/>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Hoe kom je naar het werk?</a:t>
            </a:r>
            <a:endParaRPr lang="en-US" sz="1900" dirty="0"/>
          </a:p>
        </p:txBody>
      </p:sp>
      <p:sp>
        <p:nvSpPr>
          <p:cNvPr id="69" name="Shape 65"/>
          <p:cNvSpPr/>
          <p:nvPr/>
        </p:nvSpPr>
        <p:spPr>
          <a:xfrm>
            <a:off x="6885432" y="4789932"/>
            <a:ext cx="128016" cy="128016"/>
          </a:xfrm>
          <a:prstGeom prst="ellipse">
            <a:avLst/>
          </a:prstGeom>
          <a:solidFill>
            <a:schemeClr val="tx2"/>
          </a:solidFill>
          <a:ln w="12700">
            <a:solidFill>
              <a:srgbClr val="FFFFFF">
                <a:alpha val="0"/>
              </a:srgbClr>
            </a:solidFill>
            <a:prstDash val="solid"/>
          </a:ln>
        </p:spPr>
      </p:sp>
      <p:sp>
        <p:nvSpPr>
          <p:cNvPr id="70" name="Shape 66"/>
          <p:cNvSpPr/>
          <p:nvPr/>
        </p:nvSpPr>
        <p:spPr>
          <a:xfrm>
            <a:off x="7040880" y="5190744"/>
            <a:ext cx="4599432" cy="490728"/>
          </a:xfrm>
          <a:prstGeom prst="roundRect">
            <a:avLst>
              <a:gd name="adj" fmla="val 18634"/>
            </a:avLst>
          </a:prstGeom>
          <a:solidFill>
            <a:schemeClr val="bg1"/>
          </a:solidFill>
          <a:ln w="22225">
            <a:solidFill>
              <a:srgbClr val="B4236A"/>
            </a:solidFill>
            <a:prstDash val="solid"/>
          </a:ln>
        </p:spPr>
      </p:sp>
      <p:sp>
        <p:nvSpPr>
          <p:cNvPr id="71" name="Shape 67"/>
          <p:cNvSpPr/>
          <p:nvPr/>
        </p:nvSpPr>
        <p:spPr>
          <a:xfrm>
            <a:off x="7132320" y="5253228"/>
            <a:ext cx="365760" cy="365760"/>
          </a:xfrm>
          <a:prstGeom prst="ellipse">
            <a:avLst/>
          </a:prstGeom>
          <a:solidFill>
            <a:schemeClr val="accent4"/>
          </a:solidFill>
          <a:ln w="12700">
            <a:solidFill>
              <a:srgbClr val="FFFFFF">
                <a:alpha val="0"/>
              </a:srgbClr>
            </a:solidFill>
            <a:prstDash val="solid"/>
          </a:ln>
        </p:spPr>
      </p:sp>
      <p:sp>
        <p:nvSpPr>
          <p:cNvPr id="72" name="Text 68"/>
          <p:cNvSpPr txBox="1"/>
          <p:nvPr/>
        </p:nvSpPr>
        <p:spPr>
          <a:xfrm>
            <a:off x="7132320" y="525322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73" name="Text 69"/>
          <p:cNvSpPr txBox="1"/>
          <p:nvPr/>
        </p:nvSpPr>
        <p:spPr>
          <a:xfrm>
            <a:off x="7635240" y="5190744"/>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Spreek je Engels?</a:t>
            </a:r>
            <a:endParaRPr lang="en-US" sz="1900" dirty="0"/>
          </a:p>
        </p:txBody>
      </p:sp>
      <p:sp>
        <p:nvSpPr>
          <p:cNvPr id="74" name="Shape 70"/>
          <p:cNvSpPr/>
          <p:nvPr/>
        </p:nvSpPr>
        <p:spPr>
          <a:xfrm>
            <a:off x="6885432" y="5372100"/>
            <a:ext cx="128016" cy="128016"/>
          </a:xfrm>
          <a:prstGeom prst="ellipse">
            <a:avLst/>
          </a:prstGeom>
          <a:solidFill>
            <a:schemeClr val="tx2"/>
          </a:solidFill>
          <a:ln w="12700">
            <a:solidFill>
              <a:srgbClr val="FFFFFF">
                <a:alpha val="0"/>
              </a:srgbClr>
            </a:solidFill>
            <a:prstDash val="solid"/>
          </a:ln>
        </p:spPr>
      </p:sp>
      <p:sp>
        <p:nvSpPr>
          <p:cNvPr id="75" name="Shape 71"/>
          <p:cNvSpPr/>
          <p:nvPr/>
        </p:nvSpPr>
        <p:spPr>
          <a:xfrm>
            <a:off x="7040880" y="5772912"/>
            <a:ext cx="4599432" cy="490728"/>
          </a:xfrm>
          <a:prstGeom prst="roundRect">
            <a:avLst>
              <a:gd name="adj" fmla="val 18634"/>
            </a:avLst>
          </a:prstGeom>
          <a:solidFill>
            <a:schemeClr val="bg1"/>
          </a:solidFill>
          <a:ln w="22225">
            <a:solidFill>
              <a:srgbClr val="B4236A"/>
            </a:solidFill>
            <a:prstDash val="solid"/>
          </a:ln>
        </p:spPr>
      </p:sp>
      <p:sp>
        <p:nvSpPr>
          <p:cNvPr id="76" name="Shape 72"/>
          <p:cNvSpPr/>
          <p:nvPr/>
        </p:nvSpPr>
        <p:spPr>
          <a:xfrm>
            <a:off x="7132320" y="5835396"/>
            <a:ext cx="365760" cy="365760"/>
          </a:xfrm>
          <a:prstGeom prst="ellipse">
            <a:avLst/>
          </a:prstGeom>
          <a:solidFill>
            <a:schemeClr val="accent4"/>
          </a:solidFill>
          <a:ln w="12700">
            <a:solidFill>
              <a:srgbClr val="FFFFFF">
                <a:alpha val="0"/>
              </a:srgbClr>
            </a:solidFill>
            <a:prstDash val="solid"/>
          </a:ln>
        </p:spPr>
      </p:sp>
      <p:sp>
        <p:nvSpPr>
          <p:cNvPr id="77" name="Text 73"/>
          <p:cNvSpPr txBox="1"/>
          <p:nvPr/>
        </p:nvSpPr>
        <p:spPr>
          <a:xfrm>
            <a:off x="7132320" y="58353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g</a:t>
            </a:r>
            <a:endParaRPr lang="en-US" sz="1500" dirty="0"/>
          </a:p>
        </p:txBody>
      </p:sp>
      <p:sp>
        <p:nvSpPr>
          <p:cNvPr id="78" name="Text 74"/>
          <p:cNvSpPr txBox="1"/>
          <p:nvPr/>
        </p:nvSpPr>
        <p:spPr>
          <a:xfrm>
            <a:off x="7635240" y="5772912"/>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Wat doe je graag?</a:t>
            </a:r>
            <a:endParaRPr lang="en-US" sz="1900" dirty="0"/>
          </a:p>
        </p:txBody>
      </p:sp>
      <p:sp>
        <p:nvSpPr>
          <p:cNvPr id="79" name="Shape 75"/>
          <p:cNvSpPr/>
          <p:nvPr/>
        </p:nvSpPr>
        <p:spPr>
          <a:xfrm>
            <a:off x="6885432" y="5954268"/>
            <a:ext cx="128016" cy="128016"/>
          </a:xfrm>
          <a:prstGeom prst="ellipse">
            <a:avLst/>
          </a:prstGeom>
          <a:solidFill>
            <a:schemeClr val="tx2"/>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Quel thème pour quelle question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Quelle question permet d’obtenir l’information ? Reliez chaque thème à sa question.</a:t>
            </a:r>
            <a:endParaRPr lang="en-US" sz="1700" dirty="0"/>
          </a:p>
        </p:txBody>
      </p:sp>
      <p:sp>
        <p:nvSpPr>
          <p:cNvPr id="9" name="Text 5"/>
          <p:cNvSpPr txBox="1"/>
          <p:nvPr/>
        </p:nvSpPr>
        <p:spPr>
          <a:xfrm>
            <a:off x="548640" y="193243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3"/>
                </a:solidFill>
              </a:rPr>
              <a:t>THÈMES</a:t>
            </a:r>
            <a:endParaRPr lang="en-US" sz="1200" dirty="0"/>
          </a:p>
        </p:txBody>
      </p:sp>
      <p:sp>
        <p:nvSpPr>
          <p:cNvPr id="10" name="Text 6"/>
          <p:cNvSpPr txBox="1"/>
          <p:nvPr/>
        </p:nvSpPr>
        <p:spPr>
          <a:xfrm>
            <a:off x="7040880" y="1932432"/>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QUESTIONS</a:t>
            </a:r>
            <a:endParaRPr lang="en-US" sz="1200" dirty="0"/>
          </a:p>
        </p:txBody>
      </p:sp>
      <p:sp>
        <p:nvSpPr>
          <p:cNvPr id="11" name="Shape 7"/>
          <p:cNvSpPr/>
          <p:nvPr/>
        </p:nvSpPr>
        <p:spPr>
          <a:xfrm>
            <a:off x="4297680" y="2525268"/>
            <a:ext cx="2633472" cy="1164336"/>
          </a:xfrm>
          <a:prstGeom prst="line">
            <a:avLst/>
          </a:prstGeom>
          <a:noFill/>
          <a:ln w="28575">
            <a:solidFill>
              <a:srgbClr val="17375E"/>
            </a:solidFill>
            <a:prstDash val="solid"/>
            <a:tailEnd type="triangle"/>
          </a:ln>
        </p:spPr>
      </p:sp>
      <p:sp>
        <p:nvSpPr>
          <p:cNvPr id="12" name="Shape 8"/>
          <p:cNvSpPr/>
          <p:nvPr/>
        </p:nvSpPr>
        <p:spPr>
          <a:xfrm>
            <a:off x="4297680" y="3107436"/>
            <a:ext cx="2633472" cy="2910840"/>
          </a:xfrm>
          <a:prstGeom prst="line">
            <a:avLst/>
          </a:prstGeom>
          <a:noFill/>
          <a:ln w="28575">
            <a:solidFill>
              <a:srgbClr val="17375E"/>
            </a:solidFill>
            <a:prstDash val="solid"/>
            <a:tailEnd type="triangle"/>
          </a:ln>
        </p:spPr>
      </p:sp>
      <p:sp>
        <p:nvSpPr>
          <p:cNvPr id="13" name="Shape 9"/>
          <p:cNvSpPr/>
          <p:nvPr/>
        </p:nvSpPr>
        <p:spPr>
          <a:xfrm>
            <a:off x="4297680" y="3689604"/>
            <a:ext cx="2633472" cy="582168"/>
          </a:xfrm>
          <a:prstGeom prst="line">
            <a:avLst/>
          </a:prstGeom>
          <a:noFill/>
          <a:ln w="28575">
            <a:solidFill>
              <a:srgbClr val="17375E"/>
            </a:solidFill>
            <a:prstDash val="solid"/>
            <a:tailEnd type="triangle"/>
          </a:ln>
        </p:spPr>
      </p:sp>
      <p:sp>
        <p:nvSpPr>
          <p:cNvPr id="14" name="Shape 10"/>
          <p:cNvSpPr/>
          <p:nvPr/>
        </p:nvSpPr>
        <p:spPr>
          <a:xfrm>
            <a:off x="4297680" y="4271772"/>
            <a:ext cx="2633472" cy="582168"/>
          </a:xfrm>
          <a:prstGeom prst="line">
            <a:avLst/>
          </a:prstGeom>
          <a:noFill/>
          <a:ln w="28575">
            <a:solidFill>
              <a:srgbClr val="17375E"/>
            </a:solidFill>
            <a:prstDash val="solid"/>
            <a:tailEnd type="triangle"/>
          </a:ln>
        </p:spPr>
      </p:sp>
      <p:sp>
        <p:nvSpPr>
          <p:cNvPr id="15" name="Shape 11"/>
          <p:cNvSpPr/>
          <p:nvPr/>
        </p:nvSpPr>
        <p:spPr>
          <a:xfrm>
            <a:off x="4297680" y="4853940"/>
            <a:ext cx="2633472" cy="582168"/>
          </a:xfrm>
          <a:prstGeom prst="line">
            <a:avLst/>
          </a:prstGeom>
          <a:noFill/>
          <a:ln w="28575">
            <a:solidFill>
              <a:srgbClr val="17375E"/>
            </a:solidFill>
            <a:prstDash val="solid"/>
            <a:tailEnd type="triangle"/>
          </a:ln>
        </p:spPr>
      </p:sp>
      <p:sp>
        <p:nvSpPr>
          <p:cNvPr id="16" name="Shape 12"/>
          <p:cNvSpPr/>
          <p:nvPr/>
        </p:nvSpPr>
        <p:spPr>
          <a:xfrm flipV="1">
            <a:off x="4297680" y="2525268"/>
            <a:ext cx="2633472" cy="2910840"/>
          </a:xfrm>
          <a:prstGeom prst="line">
            <a:avLst/>
          </a:prstGeom>
          <a:noFill/>
          <a:ln w="28575">
            <a:solidFill>
              <a:srgbClr val="17375E"/>
            </a:solidFill>
            <a:prstDash val="solid"/>
            <a:tailEnd type="triangle"/>
          </a:ln>
        </p:spPr>
      </p:sp>
      <p:sp>
        <p:nvSpPr>
          <p:cNvPr id="17" name="Shape 13"/>
          <p:cNvSpPr/>
          <p:nvPr/>
        </p:nvSpPr>
        <p:spPr>
          <a:xfrm flipV="1">
            <a:off x="4297680" y="3107436"/>
            <a:ext cx="2633472" cy="2910840"/>
          </a:xfrm>
          <a:prstGeom prst="line">
            <a:avLst/>
          </a:prstGeom>
          <a:noFill/>
          <a:ln w="28575">
            <a:solidFill>
              <a:srgbClr val="17375E"/>
            </a:solidFill>
            <a:prstDash val="solid"/>
            <a:tailEnd type="triangle"/>
          </a:ln>
        </p:spPr>
      </p:sp>
      <p:sp>
        <p:nvSpPr>
          <p:cNvPr id="18" name="Shape 14"/>
          <p:cNvSpPr/>
          <p:nvPr/>
        </p:nvSpPr>
        <p:spPr>
          <a:xfrm>
            <a:off x="548640" y="2279904"/>
            <a:ext cx="3657600" cy="490728"/>
          </a:xfrm>
          <a:prstGeom prst="roundRect">
            <a:avLst>
              <a:gd name="adj" fmla="val 55901"/>
            </a:avLst>
          </a:prstGeom>
          <a:solidFill>
            <a:schemeClr val="accent3"/>
          </a:solidFill>
          <a:ln w="12700">
            <a:solidFill>
              <a:srgbClr val="FFFFFF">
                <a:alpha val="0"/>
              </a:srgbClr>
            </a:solidFill>
            <a:prstDash val="solid"/>
          </a:ln>
        </p:spPr>
      </p:sp>
      <p:sp>
        <p:nvSpPr>
          <p:cNvPr id="19" name="Shape 15"/>
          <p:cNvSpPr/>
          <p:nvPr/>
        </p:nvSpPr>
        <p:spPr>
          <a:xfrm>
            <a:off x="621792" y="2342388"/>
            <a:ext cx="365760" cy="365760"/>
          </a:xfrm>
          <a:prstGeom prst="ellipse">
            <a:avLst/>
          </a:prstGeom>
          <a:solidFill>
            <a:srgbClr val="FFFFFF"/>
          </a:solidFill>
          <a:ln w="12700">
            <a:solidFill>
              <a:srgbClr val="FFFFFF">
                <a:alpha val="0"/>
              </a:srgbClr>
            </a:solidFill>
            <a:prstDash val="solid"/>
          </a:ln>
        </p:spPr>
      </p:sp>
      <p:sp>
        <p:nvSpPr>
          <p:cNvPr id="20" name="Text 16"/>
          <p:cNvSpPr txBox="1"/>
          <p:nvPr/>
        </p:nvSpPr>
        <p:spPr>
          <a:xfrm>
            <a:off x="621792" y="2342388"/>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1</a:t>
            </a:r>
            <a:endParaRPr lang="en-US" sz="1500" dirty="0"/>
          </a:p>
        </p:txBody>
      </p:sp>
      <p:sp>
        <p:nvSpPr>
          <p:cNvPr id="21" name="Text 17"/>
          <p:cNvSpPr txBox="1"/>
          <p:nvPr/>
        </p:nvSpPr>
        <p:spPr>
          <a:xfrm>
            <a:off x="1097280" y="2279904"/>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Moedertaal</a:t>
            </a:r>
            <a:endParaRPr lang="en-US" sz="1900" dirty="0"/>
          </a:p>
        </p:txBody>
      </p:sp>
      <p:sp>
        <p:nvSpPr>
          <p:cNvPr id="22" name="Shape 18"/>
          <p:cNvSpPr/>
          <p:nvPr/>
        </p:nvSpPr>
        <p:spPr>
          <a:xfrm>
            <a:off x="4233672" y="2461260"/>
            <a:ext cx="128016" cy="128016"/>
          </a:xfrm>
          <a:prstGeom prst="ellipse">
            <a:avLst/>
          </a:prstGeom>
          <a:solidFill>
            <a:schemeClr val="tx2"/>
          </a:solidFill>
          <a:ln w="12700">
            <a:solidFill>
              <a:srgbClr val="FFFFFF">
                <a:alpha val="0"/>
              </a:srgbClr>
            </a:solidFill>
            <a:prstDash val="solid"/>
          </a:ln>
        </p:spPr>
      </p:sp>
      <p:sp>
        <p:nvSpPr>
          <p:cNvPr id="23" name="Shape 19"/>
          <p:cNvSpPr/>
          <p:nvPr/>
        </p:nvSpPr>
        <p:spPr>
          <a:xfrm>
            <a:off x="548640" y="2862072"/>
            <a:ext cx="3657600" cy="490728"/>
          </a:xfrm>
          <a:prstGeom prst="roundRect">
            <a:avLst>
              <a:gd name="adj" fmla="val 55901"/>
            </a:avLst>
          </a:prstGeom>
          <a:solidFill>
            <a:schemeClr val="accent3"/>
          </a:solidFill>
          <a:ln w="12700">
            <a:solidFill>
              <a:srgbClr val="FFFFFF">
                <a:alpha val="0"/>
              </a:srgbClr>
            </a:solidFill>
            <a:prstDash val="solid"/>
          </a:ln>
        </p:spPr>
      </p:sp>
      <p:sp>
        <p:nvSpPr>
          <p:cNvPr id="24" name="Shape 20"/>
          <p:cNvSpPr/>
          <p:nvPr/>
        </p:nvSpPr>
        <p:spPr>
          <a:xfrm>
            <a:off x="621792" y="2924556"/>
            <a:ext cx="365760" cy="365760"/>
          </a:xfrm>
          <a:prstGeom prst="ellipse">
            <a:avLst/>
          </a:prstGeom>
          <a:solidFill>
            <a:srgbClr val="FFFFFF"/>
          </a:solidFill>
          <a:ln w="12700">
            <a:solidFill>
              <a:srgbClr val="FFFFFF">
                <a:alpha val="0"/>
              </a:srgbClr>
            </a:solidFill>
            <a:prstDash val="solid"/>
          </a:ln>
        </p:spPr>
      </p:sp>
      <p:sp>
        <p:nvSpPr>
          <p:cNvPr id="25" name="Text 21"/>
          <p:cNvSpPr txBox="1"/>
          <p:nvPr/>
        </p:nvSpPr>
        <p:spPr>
          <a:xfrm>
            <a:off x="621792" y="2924556"/>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2</a:t>
            </a:r>
            <a:endParaRPr lang="en-US" sz="1500" dirty="0"/>
          </a:p>
        </p:txBody>
      </p:sp>
      <p:sp>
        <p:nvSpPr>
          <p:cNvPr id="26" name="Text 22"/>
          <p:cNvSpPr txBox="1"/>
          <p:nvPr/>
        </p:nvSpPr>
        <p:spPr>
          <a:xfrm>
            <a:off x="1097280" y="2862072"/>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Hobby's</a:t>
            </a:r>
            <a:endParaRPr lang="en-US" sz="1900" dirty="0"/>
          </a:p>
        </p:txBody>
      </p:sp>
      <p:sp>
        <p:nvSpPr>
          <p:cNvPr id="27" name="Shape 23"/>
          <p:cNvSpPr/>
          <p:nvPr/>
        </p:nvSpPr>
        <p:spPr>
          <a:xfrm>
            <a:off x="4233672" y="3043428"/>
            <a:ext cx="128016" cy="128016"/>
          </a:xfrm>
          <a:prstGeom prst="ellipse">
            <a:avLst/>
          </a:prstGeom>
          <a:solidFill>
            <a:schemeClr val="tx2"/>
          </a:solidFill>
          <a:ln w="12700">
            <a:solidFill>
              <a:srgbClr val="FFFFFF">
                <a:alpha val="0"/>
              </a:srgbClr>
            </a:solidFill>
            <a:prstDash val="solid"/>
          </a:ln>
        </p:spPr>
      </p:sp>
      <p:sp>
        <p:nvSpPr>
          <p:cNvPr id="28" name="Shape 24"/>
          <p:cNvSpPr/>
          <p:nvPr/>
        </p:nvSpPr>
        <p:spPr>
          <a:xfrm>
            <a:off x="548640" y="3444240"/>
            <a:ext cx="3657600" cy="490728"/>
          </a:xfrm>
          <a:prstGeom prst="roundRect">
            <a:avLst>
              <a:gd name="adj" fmla="val 55901"/>
            </a:avLst>
          </a:prstGeom>
          <a:solidFill>
            <a:schemeClr val="accent3"/>
          </a:solidFill>
          <a:ln w="12700">
            <a:solidFill>
              <a:srgbClr val="FFFFFF">
                <a:alpha val="0"/>
              </a:srgbClr>
            </a:solidFill>
            <a:prstDash val="solid"/>
          </a:ln>
        </p:spPr>
      </p:sp>
      <p:sp>
        <p:nvSpPr>
          <p:cNvPr id="29" name="Shape 25"/>
          <p:cNvSpPr/>
          <p:nvPr/>
        </p:nvSpPr>
        <p:spPr>
          <a:xfrm>
            <a:off x="621792" y="3506724"/>
            <a:ext cx="365760" cy="365760"/>
          </a:xfrm>
          <a:prstGeom prst="ellipse">
            <a:avLst/>
          </a:prstGeom>
          <a:solidFill>
            <a:srgbClr val="FFFFFF"/>
          </a:solidFill>
          <a:ln w="12700">
            <a:solidFill>
              <a:srgbClr val="FFFFFF">
                <a:alpha val="0"/>
              </a:srgbClr>
            </a:solidFill>
            <a:prstDash val="solid"/>
          </a:ln>
        </p:spPr>
      </p:sp>
      <p:sp>
        <p:nvSpPr>
          <p:cNvPr id="30" name="Text 26"/>
          <p:cNvSpPr txBox="1"/>
          <p:nvPr/>
        </p:nvSpPr>
        <p:spPr>
          <a:xfrm>
            <a:off x="621792" y="3506724"/>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3</a:t>
            </a:r>
            <a:endParaRPr lang="en-US" sz="1500" dirty="0"/>
          </a:p>
        </p:txBody>
      </p:sp>
      <p:sp>
        <p:nvSpPr>
          <p:cNvPr id="31" name="Text 27"/>
          <p:cNvSpPr txBox="1"/>
          <p:nvPr/>
        </p:nvSpPr>
        <p:spPr>
          <a:xfrm>
            <a:off x="1097280" y="3444240"/>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Familie</a:t>
            </a:r>
            <a:endParaRPr lang="en-US" sz="1900" dirty="0"/>
          </a:p>
        </p:txBody>
      </p:sp>
      <p:sp>
        <p:nvSpPr>
          <p:cNvPr id="32" name="Shape 28"/>
          <p:cNvSpPr/>
          <p:nvPr/>
        </p:nvSpPr>
        <p:spPr>
          <a:xfrm>
            <a:off x="4233672" y="3625596"/>
            <a:ext cx="128016" cy="128016"/>
          </a:xfrm>
          <a:prstGeom prst="ellipse">
            <a:avLst/>
          </a:prstGeom>
          <a:solidFill>
            <a:schemeClr val="tx2"/>
          </a:solidFill>
          <a:ln w="12700">
            <a:solidFill>
              <a:srgbClr val="FFFFFF">
                <a:alpha val="0"/>
              </a:srgbClr>
            </a:solidFill>
            <a:prstDash val="solid"/>
          </a:ln>
        </p:spPr>
      </p:sp>
      <p:sp>
        <p:nvSpPr>
          <p:cNvPr id="33" name="Shape 29"/>
          <p:cNvSpPr/>
          <p:nvPr/>
        </p:nvSpPr>
        <p:spPr>
          <a:xfrm>
            <a:off x="548640" y="4026408"/>
            <a:ext cx="3657600" cy="490728"/>
          </a:xfrm>
          <a:prstGeom prst="roundRect">
            <a:avLst>
              <a:gd name="adj" fmla="val 55901"/>
            </a:avLst>
          </a:prstGeom>
          <a:solidFill>
            <a:schemeClr val="accent3"/>
          </a:solidFill>
          <a:ln w="12700">
            <a:solidFill>
              <a:srgbClr val="FFFFFF">
                <a:alpha val="0"/>
              </a:srgbClr>
            </a:solidFill>
            <a:prstDash val="solid"/>
          </a:ln>
        </p:spPr>
      </p:sp>
      <p:sp>
        <p:nvSpPr>
          <p:cNvPr id="34" name="Shape 30"/>
          <p:cNvSpPr/>
          <p:nvPr/>
        </p:nvSpPr>
        <p:spPr>
          <a:xfrm>
            <a:off x="621792" y="4088892"/>
            <a:ext cx="365760" cy="365760"/>
          </a:xfrm>
          <a:prstGeom prst="ellipse">
            <a:avLst/>
          </a:prstGeom>
          <a:solidFill>
            <a:srgbClr val="FFFFFF"/>
          </a:solidFill>
          <a:ln w="12700">
            <a:solidFill>
              <a:srgbClr val="FFFFFF">
                <a:alpha val="0"/>
              </a:srgbClr>
            </a:solidFill>
            <a:prstDash val="solid"/>
          </a:ln>
        </p:spPr>
      </p:sp>
      <p:sp>
        <p:nvSpPr>
          <p:cNvPr id="35" name="Text 31"/>
          <p:cNvSpPr txBox="1"/>
          <p:nvPr/>
        </p:nvSpPr>
        <p:spPr>
          <a:xfrm>
            <a:off x="621792" y="4088892"/>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4</a:t>
            </a:r>
            <a:endParaRPr lang="en-US" sz="1500" dirty="0"/>
          </a:p>
        </p:txBody>
      </p:sp>
      <p:sp>
        <p:nvSpPr>
          <p:cNvPr id="36" name="Text 32"/>
          <p:cNvSpPr txBox="1"/>
          <p:nvPr/>
        </p:nvSpPr>
        <p:spPr>
          <a:xfrm>
            <a:off x="1097280" y="4026408"/>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Vervoer</a:t>
            </a:r>
            <a:endParaRPr lang="en-US" sz="1900" dirty="0"/>
          </a:p>
        </p:txBody>
      </p:sp>
      <p:sp>
        <p:nvSpPr>
          <p:cNvPr id="37" name="Shape 33"/>
          <p:cNvSpPr/>
          <p:nvPr/>
        </p:nvSpPr>
        <p:spPr>
          <a:xfrm>
            <a:off x="4233672" y="4207764"/>
            <a:ext cx="128016" cy="128016"/>
          </a:xfrm>
          <a:prstGeom prst="ellipse">
            <a:avLst/>
          </a:prstGeom>
          <a:solidFill>
            <a:schemeClr val="tx2"/>
          </a:solidFill>
          <a:ln w="12700">
            <a:solidFill>
              <a:srgbClr val="FFFFFF">
                <a:alpha val="0"/>
              </a:srgbClr>
            </a:solidFill>
            <a:prstDash val="solid"/>
          </a:ln>
        </p:spPr>
      </p:sp>
      <p:sp>
        <p:nvSpPr>
          <p:cNvPr id="38" name="Shape 34"/>
          <p:cNvSpPr/>
          <p:nvPr/>
        </p:nvSpPr>
        <p:spPr>
          <a:xfrm>
            <a:off x="548640" y="4608576"/>
            <a:ext cx="3657600" cy="490728"/>
          </a:xfrm>
          <a:prstGeom prst="roundRect">
            <a:avLst>
              <a:gd name="adj" fmla="val 55901"/>
            </a:avLst>
          </a:prstGeom>
          <a:solidFill>
            <a:schemeClr val="accent3"/>
          </a:solidFill>
          <a:ln w="12700">
            <a:solidFill>
              <a:srgbClr val="FFFFFF">
                <a:alpha val="0"/>
              </a:srgbClr>
            </a:solidFill>
            <a:prstDash val="solid"/>
          </a:ln>
        </p:spPr>
      </p:sp>
      <p:sp>
        <p:nvSpPr>
          <p:cNvPr id="39" name="Shape 35"/>
          <p:cNvSpPr/>
          <p:nvPr/>
        </p:nvSpPr>
        <p:spPr>
          <a:xfrm>
            <a:off x="621792" y="4671060"/>
            <a:ext cx="365760" cy="365760"/>
          </a:xfrm>
          <a:prstGeom prst="ellipse">
            <a:avLst/>
          </a:prstGeom>
          <a:solidFill>
            <a:srgbClr val="FFFFFF"/>
          </a:solidFill>
          <a:ln w="12700">
            <a:solidFill>
              <a:srgbClr val="FFFFFF">
                <a:alpha val="0"/>
              </a:srgbClr>
            </a:solidFill>
            <a:prstDash val="solid"/>
          </a:ln>
        </p:spPr>
      </p:sp>
      <p:sp>
        <p:nvSpPr>
          <p:cNvPr id="40" name="Text 36"/>
          <p:cNvSpPr txBox="1"/>
          <p:nvPr/>
        </p:nvSpPr>
        <p:spPr>
          <a:xfrm>
            <a:off x="621792" y="4671060"/>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5</a:t>
            </a:r>
            <a:endParaRPr lang="en-US" sz="1500" dirty="0"/>
          </a:p>
        </p:txBody>
      </p:sp>
      <p:sp>
        <p:nvSpPr>
          <p:cNvPr id="41" name="Text 37"/>
          <p:cNvSpPr txBox="1"/>
          <p:nvPr/>
        </p:nvSpPr>
        <p:spPr>
          <a:xfrm>
            <a:off x="1097280" y="4608576"/>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Talen</a:t>
            </a:r>
            <a:endParaRPr lang="en-US" sz="1900" dirty="0"/>
          </a:p>
        </p:txBody>
      </p:sp>
      <p:sp>
        <p:nvSpPr>
          <p:cNvPr id="42" name="Shape 38"/>
          <p:cNvSpPr/>
          <p:nvPr/>
        </p:nvSpPr>
        <p:spPr>
          <a:xfrm>
            <a:off x="4233672" y="4789932"/>
            <a:ext cx="128016" cy="128016"/>
          </a:xfrm>
          <a:prstGeom prst="ellipse">
            <a:avLst/>
          </a:prstGeom>
          <a:solidFill>
            <a:schemeClr val="tx2"/>
          </a:solidFill>
          <a:ln w="12700">
            <a:solidFill>
              <a:srgbClr val="FFFFFF">
                <a:alpha val="0"/>
              </a:srgbClr>
            </a:solidFill>
            <a:prstDash val="solid"/>
          </a:ln>
        </p:spPr>
      </p:sp>
      <p:sp>
        <p:nvSpPr>
          <p:cNvPr id="43" name="Shape 39"/>
          <p:cNvSpPr/>
          <p:nvPr/>
        </p:nvSpPr>
        <p:spPr>
          <a:xfrm>
            <a:off x="548640" y="5190744"/>
            <a:ext cx="3657600" cy="490728"/>
          </a:xfrm>
          <a:prstGeom prst="roundRect">
            <a:avLst>
              <a:gd name="adj" fmla="val 55901"/>
            </a:avLst>
          </a:prstGeom>
          <a:solidFill>
            <a:schemeClr val="accent3"/>
          </a:solidFill>
          <a:ln w="12700">
            <a:solidFill>
              <a:srgbClr val="FFFFFF">
                <a:alpha val="0"/>
              </a:srgbClr>
            </a:solidFill>
            <a:prstDash val="solid"/>
          </a:ln>
        </p:spPr>
      </p:sp>
      <p:sp>
        <p:nvSpPr>
          <p:cNvPr id="44" name="Shape 40"/>
          <p:cNvSpPr/>
          <p:nvPr/>
        </p:nvSpPr>
        <p:spPr>
          <a:xfrm>
            <a:off x="621792" y="5253228"/>
            <a:ext cx="365760" cy="365760"/>
          </a:xfrm>
          <a:prstGeom prst="ellipse">
            <a:avLst/>
          </a:prstGeom>
          <a:solidFill>
            <a:srgbClr val="FFFFFF"/>
          </a:solidFill>
          <a:ln w="12700">
            <a:solidFill>
              <a:srgbClr val="FFFFFF">
                <a:alpha val="0"/>
              </a:srgbClr>
            </a:solidFill>
            <a:prstDash val="solid"/>
          </a:ln>
        </p:spPr>
      </p:sp>
      <p:sp>
        <p:nvSpPr>
          <p:cNvPr id="45" name="Text 41"/>
          <p:cNvSpPr txBox="1"/>
          <p:nvPr/>
        </p:nvSpPr>
        <p:spPr>
          <a:xfrm>
            <a:off x="621792" y="5253228"/>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6</a:t>
            </a:r>
            <a:endParaRPr lang="en-US" sz="1500" dirty="0"/>
          </a:p>
        </p:txBody>
      </p:sp>
      <p:sp>
        <p:nvSpPr>
          <p:cNvPr id="46" name="Text 42"/>
          <p:cNvSpPr txBox="1"/>
          <p:nvPr/>
        </p:nvSpPr>
        <p:spPr>
          <a:xfrm>
            <a:off x="1097280" y="5190744"/>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Leeftijd</a:t>
            </a:r>
            <a:endParaRPr lang="en-US" sz="1900" dirty="0"/>
          </a:p>
        </p:txBody>
      </p:sp>
      <p:sp>
        <p:nvSpPr>
          <p:cNvPr id="47" name="Shape 43"/>
          <p:cNvSpPr/>
          <p:nvPr/>
        </p:nvSpPr>
        <p:spPr>
          <a:xfrm>
            <a:off x="4233672" y="5372100"/>
            <a:ext cx="128016" cy="128016"/>
          </a:xfrm>
          <a:prstGeom prst="ellipse">
            <a:avLst/>
          </a:prstGeom>
          <a:solidFill>
            <a:schemeClr val="tx2"/>
          </a:solidFill>
          <a:ln w="12700">
            <a:solidFill>
              <a:srgbClr val="FFFFFF">
                <a:alpha val="0"/>
              </a:srgbClr>
            </a:solidFill>
            <a:prstDash val="solid"/>
          </a:ln>
        </p:spPr>
      </p:sp>
      <p:sp>
        <p:nvSpPr>
          <p:cNvPr id="48" name="Shape 44"/>
          <p:cNvSpPr/>
          <p:nvPr/>
        </p:nvSpPr>
        <p:spPr>
          <a:xfrm>
            <a:off x="548640" y="5772912"/>
            <a:ext cx="3657600" cy="490728"/>
          </a:xfrm>
          <a:prstGeom prst="roundRect">
            <a:avLst>
              <a:gd name="adj" fmla="val 55901"/>
            </a:avLst>
          </a:prstGeom>
          <a:solidFill>
            <a:schemeClr val="accent3"/>
          </a:solidFill>
          <a:ln w="12700">
            <a:solidFill>
              <a:srgbClr val="FFFFFF">
                <a:alpha val="0"/>
              </a:srgbClr>
            </a:solidFill>
            <a:prstDash val="solid"/>
          </a:ln>
        </p:spPr>
      </p:sp>
      <p:sp>
        <p:nvSpPr>
          <p:cNvPr id="49" name="Shape 45"/>
          <p:cNvSpPr/>
          <p:nvPr/>
        </p:nvSpPr>
        <p:spPr>
          <a:xfrm>
            <a:off x="621792" y="5835396"/>
            <a:ext cx="365760" cy="365760"/>
          </a:xfrm>
          <a:prstGeom prst="ellipse">
            <a:avLst/>
          </a:prstGeom>
          <a:solidFill>
            <a:srgbClr val="FFFFFF"/>
          </a:solidFill>
          <a:ln w="12700">
            <a:solidFill>
              <a:srgbClr val="FFFFFF">
                <a:alpha val="0"/>
              </a:srgbClr>
            </a:solidFill>
            <a:prstDash val="solid"/>
          </a:ln>
        </p:spPr>
      </p:sp>
      <p:sp>
        <p:nvSpPr>
          <p:cNvPr id="50" name="Text 46"/>
          <p:cNvSpPr txBox="1"/>
          <p:nvPr/>
        </p:nvSpPr>
        <p:spPr>
          <a:xfrm>
            <a:off x="621792" y="5835396"/>
            <a:ext cx="365760" cy="365760"/>
          </a:xfrm>
          <a:prstGeom prst="rect">
            <a:avLst/>
          </a:prstGeom>
          <a:noFill/>
          <a:ln/>
        </p:spPr>
        <p:txBody>
          <a:bodyPr wrap="square" lIns="0" tIns="0" rIns="0" bIns="0" rtlCol="0" anchor="ctr"/>
          <a:lstStyle/>
          <a:p>
            <a:pPr algn="ctr" indent="0" marL="0">
              <a:buNone/>
            </a:pPr>
            <a:r>
              <a:rPr lang="en-US" sz="1500" b="1" dirty="0">
                <a:solidFill>
                  <a:schemeClr val="accent3"/>
                </a:solidFill>
              </a:rPr>
              <a:t>7</a:t>
            </a:r>
            <a:endParaRPr lang="en-US" sz="1500" dirty="0"/>
          </a:p>
        </p:txBody>
      </p:sp>
      <p:sp>
        <p:nvSpPr>
          <p:cNvPr id="51" name="Text 47"/>
          <p:cNvSpPr txBox="1"/>
          <p:nvPr/>
        </p:nvSpPr>
        <p:spPr>
          <a:xfrm>
            <a:off x="1097280" y="5772912"/>
            <a:ext cx="3017520" cy="490728"/>
          </a:xfrm>
          <a:prstGeom prst="rect">
            <a:avLst/>
          </a:prstGeom>
          <a:noFill/>
          <a:ln/>
        </p:spPr>
        <p:txBody>
          <a:bodyPr wrap="square" lIns="0" tIns="0" rIns="0" bIns="0" rtlCol="0" anchor="ctr"/>
          <a:lstStyle/>
          <a:p>
            <a:pPr algn="l" indent="0" marL="0">
              <a:buNone/>
            </a:pPr>
            <a:r>
              <a:rPr lang="en-US" sz="1900" b="1" dirty="0">
                <a:solidFill>
                  <a:schemeClr val="bg1"/>
                </a:solidFill>
              </a:rPr>
              <a:t>Land van herkomst</a:t>
            </a:r>
            <a:endParaRPr lang="en-US" sz="1900" dirty="0"/>
          </a:p>
        </p:txBody>
      </p:sp>
      <p:sp>
        <p:nvSpPr>
          <p:cNvPr id="52" name="Shape 48"/>
          <p:cNvSpPr/>
          <p:nvPr/>
        </p:nvSpPr>
        <p:spPr>
          <a:xfrm>
            <a:off x="4233672" y="5954268"/>
            <a:ext cx="128016" cy="128016"/>
          </a:xfrm>
          <a:prstGeom prst="ellipse">
            <a:avLst/>
          </a:prstGeom>
          <a:solidFill>
            <a:schemeClr val="tx2"/>
          </a:solidFill>
          <a:ln w="12700">
            <a:solidFill>
              <a:srgbClr val="FFFFFF">
                <a:alpha val="0"/>
              </a:srgbClr>
            </a:solidFill>
            <a:prstDash val="solid"/>
          </a:ln>
        </p:spPr>
      </p:sp>
      <p:sp>
        <p:nvSpPr>
          <p:cNvPr id="53" name="Shape 49"/>
          <p:cNvSpPr/>
          <p:nvPr/>
        </p:nvSpPr>
        <p:spPr>
          <a:xfrm>
            <a:off x="7040880" y="2279904"/>
            <a:ext cx="4599432" cy="490728"/>
          </a:xfrm>
          <a:prstGeom prst="roundRect">
            <a:avLst>
              <a:gd name="adj" fmla="val 18634"/>
            </a:avLst>
          </a:prstGeom>
          <a:solidFill>
            <a:schemeClr val="bg1"/>
          </a:solidFill>
          <a:ln w="22225">
            <a:solidFill>
              <a:srgbClr val="B4236A"/>
            </a:solidFill>
            <a:prstDash val="solid"/>
          </a:ln>
        </p:spPr>
      </p:sp>
      <p:sp>
        <p:nvSpPr>
          <p:cNvPr id="54" name="Shape 50"/>
          <p:cNvSpPr/>
          <p:nvPr/>
        </p:nvSpPr>
        <p:spPr>
          <a:xfrm>
            <a:off x="7132320" y="2342388"/>
            <a:ext cx="365760" cy="365760"/>
          </a:xfrm>
          <a:prstGeom prst="ellipse">
            <a:avLst/>
          </a:prstGeom>
          <a:solidFill>
            <a:schemeClr val="accent4"/>
          </a:solidFill>
          <a:ln w="12700">
            <a:solidFill>
              <a:srgbClr val="FFFFFF">
                <a:alpha val="0"/>
              </a:srgbClr>
            </a:solidFill>
            <a:prstDash val="solid"/>
          </a:ln>
        </p:spPr>
      </p:sp>
      <p:sp>
        <p:nvSpPr>
          <p:cNvPr id="55" name="Text 51"/>
          <p:cNvSpPr txBox="1"/>
          <p:nvPr/>
        </p:nvSpPr>
        <p:spPr>
          <a:xfrm>
            <a:off x="7132320" y="234238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56" name="Text 52"/>
          <p:cNvSpPr txBox="1"/>
          <p:nvPr/>
        </p:nvSpPr>
        <p:spPr>
          <a:xfrm>
            <a:off x="7635240" y="2279904"/>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Hoe oud ben je?</a:t>
            </a:r>
            <a:endParaRPr lang="en-US" sz="1900" dirty="0"/>
          </a:p>
        </p:txBody>
      </p:sp>
      <p:sp>
        <p:nvSpPr>
          <p:cNvPr id="57" name="Shape 53"/>
          <p:cNvSpPr/>
          <p:nvPr/>
        </p:nvSpPr>
        <p:spPr>
          <a:xfrm>
            <a:off x="6885432" y="2461260"/>
            <a:ext cx="128016" cy="128016"/>
          </a:xfrm>
          <a:prstGeom prst="ellipse">
            <a:avLst/>
          </a:prstGeom>
          <a:solidFill>
            <a:schemeClr val="tx2"/>
          </a:solidFill>
          <a:ln w="12700">
            <a:solidFill>
              <a:srgbClr val="FFFFFF">
                <a:alpha val="0"/>
              </a:srgbClr>
            </a:solidFill>
            <a:prstDash val="solid"/>
          </a:ln>
        </p:spPr>
      </p:sp>
      <p:sp>
        <p:nvSpPr>
          <p:cNvPr id="58" name="Shape 54"/>
          <p:cNvSpPr/>
          <p:nvPr/>
        </p:nvSpPr>
        <p:spPr>
          <a:xfrm>
            <a:off x="7040880" y="2862072"/>
            <a:ext cx="4599432" cy="490728"/>
          </a:xfrm>
          <a:prstGeom prst="roundRect">
            <a:avLst>
              <a:gd name="adj" fmla="val 18634"/>
            </a:avLst>
          </a:prstGeom>
          <a:solidFill>
            <a:schemeClr val="bg1"/>
          </a:solidFill>
          <a:ln w="22225">
            <a:solidFill>
              <a:srgbClr val="B4236A"/>
            </a:solidFill>
            <a:prstDash val="solid"/>
          </a:ln>
        </p:spPr>
      </p:sp>
      <p:sp>
        <p:nvSpPr>
          <p:cNvPr id="59" name="Shape 55"/>
          <p:cNvSpPr/>
          <p:nvPr/>
        </p:nvSpPr>
        <p:spPr>
          <a:xfrm>
            <a:off x="7132320" y="2924556"/>
            <a:ext cx="365760" cy="365760"/>
          </a:xfrm>
          <a:prstGeom prst="ellipse">
            <a:avLst/>
          </a:prstGeom>
          <a:solidFill>
            <a:schemeClr val="accent4"/>
          </a:solidFill>
          <a:ln w="12700">
            <a:solidFill>
              <a:srgbClr val="FFFFFF">
                <a:alpha val="0"/>
              </a:srgbClr>
            </a:solidFill>
            <a:prstDash val="solid"/>
          </a:ln>
        </p:spPr>
      </p:sp>
      <p:sp>
        <p:nvSpPr>
          <p:cNvPr id="60" name="Text 56"/>
          <p:cNvSpPr txBox="1"/>
          <p:nvPr/>
        </p:nvSpPr>
        <p:spPr>
          <a:xfrm>
            <a:off x="7132320" y="29245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61" name="Text 57"/>
          <p:cNvSpPr txBox="1"/>
          <p:nvPr/>
        </p:nvSpPr>
        <p:spPr>
          <a:xfrm>
            <a:off x="7635240" y="2862072"/>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Waar kom je vandaan?</a:t>
            </a:r>
            <a:endParaRPr lang="en-US" sz="1900" dirty="0"/>
          </a:p>
        </p:txBody>
      </p:sp>
      <p:sp>
        <p:nvSpPr>
          <p:cNvPr id="62" name="Shape 58"/>
          <p:cNvSpPr/>
          <p:nvPr/>
        </p:nvSpPr>
        <p:spPr>
          <a:xfrm>
            <a:off x="6885432" y="3043428"/>
            <a:ext cx="128016" cy="128016"/>
          </a:xfrm>
          <a:prstGeom prst="ellipse">
            <a:avLst/>
          </a:prstGeom>
          <a:solidFill>
            <a:schemeClr val="tx2"/>
          </a:solidFill>
          <a:ln w="12700">
            <a:solidFill>
              <a:srgbClr val="FFFFFF">
                <a:alpha val="0"/>
              </a:srgbClr>
            </a:solidFill>
            <a:prstDash val="solid"/>
          </a:ln>
        </p:spPr>
      </p:sp>
      <p:sp>
        <p:nvSpPr>
          <p:cNvPr id="63" name="Shape 59"/>
          <p:cNvSpPr/>
          <p:nvPr/>
        </p:nvSpPr>
        <p:spPr>
          <a:xfrm>
            <a:off x="7040880" y="3444240"/>
            <a:ext cx="4599432" cy="490728"/>
          </a:xfrm>
          <a:prstGeom prst="roundRect">
            <a:avLst>
              <a:gd name="adj" fmla="val 18634"/>
            </a:avLst>
          </a:prstGeom>
          <a:solidFill>
            <a:schemeClr val="bg1"/>
          </a:solidFill>
          <a:ln w="22225">
            <a:solidFill>
              <a:srgbClr val="B4236A"/>
            </a:solidFill>
            <a:prstDash val="solid"/>
          </a:ln>
        </p:spPr>
      </p:sp>
      <p:sp>
        <p:nvSpPr>
          <p:cNvPr id="64" name="Shape 60"/>
          <p:cNvSpPr/>
          <p:nvPr/>
        </p:nvSpPr>
        <p:spPr>
          <a:xfrm>
            <a:off x="7132320" y="3506724"/>
            <a:ext cx="365760" cy="365760"/>
          </a:xfrm>
          <a:prstGeom prst="ellipse">
            <a:avLst/>
          </a:prstGeom>
          <a:solidFill>
            <a:schemeClr val="accent4"/>
          </a:solidFill>
          <a:ln w="12700">
            <a:solidFill>
              <a:srgbClr val="FFFFFF">
                <a:alpha val="0"/>
              </a:srgbClr>
            </a:solidFill>
            <a:prstDash val="solid"/>
          </a:ln>
        </p:spPr>
      </p:sp>
      <p:sp>
        <p:nvSpPr>
          <p:cNvPr id="65" name="Text 61"/>
          <p:cNvSpPr txBox="1"/>
          <p:nvPr/>
        </p:nvSpPr>
        <p:spPr>
          <a:xfrm>
            <a:off x="7132320" y="350672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66" name="Text 62"/>
          <p:cNvSpPr txBox="1"/>
          <p:nvPr/>
        </p:nvSpPr>
        <p:spPr>
          <a:xfrm>
            <a:off x="7635240" y="3444240"/>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Wat is je moedertaal?</a:t>
            </a:r>
            <a:endParaRPr lang="en-US" sz="1900" dirty="0"/>
          </a:p>
        </p:txBody>
      </p:sp>
      <p:sp>
        <p:nvSpPr>
          <p:cNvPr id="67" name="Shape 63"/>
          <p:cNvSpPr/>
          <p:nvPr/>
        </p:nvSpPr>
        <p:spPr>
          <a:xfrm>
            <a:off x="6885432" y="3625596"/>
            <a:ext cx="128016" cy="128016"/>
          </a:xfrm>
          <a:prstGeom prst="ellipse">
            <a:avLst/>
          </a:prstGeom>
          <a:solidFill>
            <a:schemeClr val="tx2"/>
          </a:solidFill>
          <a:ln w="12700">
            <a:solidFill>
              <a:srgbClr val="FFFFFF">
                <a:alpha val="0"/>
              </a:srgbClr>
            </a:solidFill>
            <a:prstDash val="solid"/>
          </a:ln>
        </p:spPr>
      </p:sp>
      <p:sp>
        <p:nvSpPr>
          <p:cNvPr id="68" name="Shape 64"/>
          <p:cNvSpPr/>
          <p:nvPr/>
        </p:nvSpPr>
        <p:spPr>
          <a:xfrm>
            <a:off x="7040880" y="4026408"/>
            <a:ext cx="4599432" cy="490728"/>
          </a:xfrm>
          <a:prstGeom prst="roundRect">
            <a:avLst>
              <a:gd name="adj" fmla="val 18634"/>
            </a:avLst>
          </a:prstGeom>
          <a:solidFill>
            <a:schemeClr val="bg1"/>
          </a:solidFill>
          <a:ln w="22225">
            <a:solidFill>
              <a:srgbClr val="B4236A"/>
            </a:solidFill>
            <a:prstDash val="solid"/>
          </a:ln>
        </p:spPr>
      </p:sp>
      <p:sp>
        <p:nvSpPr>
          <p:cNvPr id="69" name="Shape 65"/>
          <p:cNvSpPr/>
          <p:nvPr/>
        </p:nvSpPr>
        <p:spPr>
          <a:xfrm>
            <a:off x="7132320" y="4088892"/>
            <a:ext cx="365760" cy="365760"/>
          </a:xfrm>
          <a:prstGeom prst="ellipse">
            <a:avLst/>
          </a:prstGeom>
          <a:solidFill>
            <a:schemeClr val="accent4"/>
          </a:solidFill>
          <a:ln w="12700">
            <a:solidFill>
              <a:srgbClr val="FFFFFF">
                <a:alpha val="0"/>
              </a:srgbClr>
            </a:solidFill>
            <a:prstDash val="solid"/>
          </a:ln>
        </p:spPr>
      </p:sp>
      <p:sp>
        <p:nvSpPr>
          <p:cNvPr id="70" name="Text 66"/>
          <p:cNvSpPr txBox="1"/>
          <p:nvPr/>
        </p:nvSpPr>
        <p:spPr>
          <a:xfrm>
            <a:off x="7132320" y="408889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71" name="Text 67"/>
          <p:cNvSpPr txBox="1"/>
          <p:nvPr/>
        </p:nvSpPr>
        <p:spPr>
          <a:xfrm>
            <a:off x="7635240" y="4026408"/>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Heb je broers of zussen?</a:t>
            </a:r>
            <a:endParaRPr lang="en-US" sz="1900" dirty="0"/>
          </a:p>
        </p:txBody>
      </p:sp>
      <p:sp>
        <p:nvSpPr>
          <p:cNvPr id="72" name="Shape 68"/>
          <p:cNvSpPr/>
          <p:nvPr/>
        </p:nvSpPr>
        <p:spPr>
          <a:xfrm>
            <a:off x="6885432" y="4207764"/>
            <a:ext cx="128016" cy="128016"/>
          </a:xfrm>
          <a:prstGeom prst="ellipse">
            <a:avLst/>
          </a:prstGeom>
          <a:solidFill>
            <a:schemeClr val="tx2"/>
          </a:solidFill>
          <a:ln w="12700">
            <a:solidFill>
              <a:srgbClr val="FFFFFF">
                <a:alpha val="0"/>
              </a:srgbClr>
            </a:solidFill>
            <a:prstDash val="solid"/>
          </a:ln>
        </p:spPr>
      </p:sp>
      <p:sp>
        <p:nvSpPr>
          <p:cNvPr id="73" name="Shape 69"/>
          <p:cNvSpPr/>
          <p:nvPr/>
        </p:nvSpPr>
        <p:spPr>
          <a:xfrm>
            <a:off x="7040880" y="4608576"/>
            <a:ext cx="4599432" cy="490728"/>
          </a:xfrm>
          <a:prstGeom prst="roundRect">
            <a:avLst>
              <a:gd name="adj" fmla="val 18634"/>
            </a:avLst>
          </a:prstGeom>
          <a:solidFill>
            <a:schemeClr val="bg1"/>
          </a:solidFill>
          <a:ln w="22225">
            <a:solidFill>
              <a:srgbClr val="B4236A"/>
            </a:solidFill>
            <a:prstDash val="solid"/>
          </a:ln>
        </p:spPr>
      </p:sp>
      <p:sp>
        <p:nvSpPr>
          <p:cNvPr id="74" name="Shape 70"/>
          <p:cNvSpPr/>
          <p:nvPr/>
        </p:nvSpPr>
        <p:spPr>
          <a:xfrm>
            <a:off x="7132320" y="4671060"/>
            <a:ext cx="365760" cy="365760"/>
          </a:xfrm>
          <a:prstGeom prst="ellipse">
            <a:avLst/>
          </a:prstGeom>
          <a:solidFill>
            <a:schemeClr val="accent4"/>
          </a:solidFill>
          <a:ln w="12700">
            <a:solidFill>
              <a:srgbClr val="FFFFFF">
                <a:alpha val="0"/>
              </a:srgbClr>
            </a:solidFill>
            <a:prstDash val="solid"/>
          </a:ln>
        </p:spPr>
      </p:sp>
      <p:sp>
        <p:nvSpPr>
          <p:cNvPr id="75" name="Text 71"/>
          <p:cNvSpPr txBox="1"/>
          <p:nvPr/>
        </p:nvSpPr>
        <p:spPr>
          <a:xfrm>
            <a:off x="7132320" y="467106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e</a:t>
            </a:r>
            <a:endParaRPr lang="en-US" sz="1500" dirty="0"/>
          </a:p>
        </p:txBody>
      </p:sp>
      <p:sp>
        <p:nvSpPr>
          <p:cNvPr id="76" name="Text 72"/>
          <p:cNvSpPr txBox="1"/>
          <p:nvPr/>
        </p:nvSpPr>
        <p:spPr>
          <a:xfrm>
            <a:off x="7635240" y="4608576"/>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Hoe kom je naar het werk?</a:t>
            </a:r>
            <a:endParaRPr lang="en-US" sz="1900" dirty="0"/>
          </a:p>
        </p:txBody>
      </p:sp>
      <p:sp>
        <p:nvSpPr>
          <p:cNvPr id="77" name="Shape 73"/>
          <p:cNvSpPr/>
          <p:nvPr/>
        </p:nvSpPr>
        <p:spPr>
          <a:xfrm>
            <a:off x="6885432" y="4789932"/>
            <a:ext cx="128016" cy="128016"/>
          </a:xfrm>
          <a:prstGeom prst="ellipse">
            <a:avLst/>
          </a:prstGeom>
          <a:solidFill>
            <a:schemeClr val="tx2"/>
          </a:solidFill>
          <a:ln w="12700">
            <a:solidFill>
              <a:srgbClr val="FFFFFF">
                <a:alpha val="0"/>
              </a:srgbClr>
            </a:solidFill>
            <a:prstDash val="solid"/>
          </a:ln>
        </p:spPr>
      </p:sp>
      <p:sp>
        <p:nvSpPr>
          <p:cNvPr id="78" name="Shape 74"/>
          <p:cNvSpPr/>
          <p:nvPr/>
        </p:nvSpPr>
        <p:spPr>
          <a:xfrm>
            <a:off x="7040880" y="5190744"/>
            <a:ext cx="4599432" cy="490728"/>
          </a:xfrm>
          <a:prstGeom prst="roundRect">
            <a:avLst>
              <a:gd name="adj" fmla="val 18634"/>
            </a:avLst>
          </a:prstGeom>
          <a:solidFill>
            <a:schemeClr val="bg1"/>
          </a:solidFill>
          <a:ln w="22225">
            <a:solidFill>
              <a:srgbClr val="B4236A"/>
            </a:solidFill>
            <a:prstDash val="solid"/>
          </a:ln>
        </p:spPr>
      </p:sp>
      <p:sp>
        <p:nvSpPr>
          <p:cNvPr id="79" name="Shape 75"/>
          <p:cNvSpPr/>
          <p:nvPr/>
        </p:nvSpPr>
        <p:spPr>
          <a:xfrm>
            <a:off x="7132320" y="5253228"/>
            <a:ext cx="365760" cy="365760"/>
          </a:xfrm>
          <a:prstGeom prst="ellipse">
            <a:avLst/>
          </a:prstGeom>
          <a:solidFill>
            <a:schemeClr val="accent4"/>
          </a:solidFill>
          <a:ln w="12700">
            <a:solidFill>
              <a:srgbClr val="FFFFFF">
                <a:alpha val="0"/>
              </a:srgbClr>
            </a:solidFill>
            <a:prstDash val="solid"/>
          </a:ln>
        </p:spPr>
      </p:sp>
      <p:sp>
        <p:nvSpPr>
          <p:cNvPr id="80" name="Text 76"/>
          <p:cNvSpPr txBox="1"/>
          <p:nvPr/>
        </p:nvSpPr>
        <p:spPr>
          <a:xfrm>
            <a:off x="7132320" y="525322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81" name="Text 77"/>
          <p:cNvSpPr txBox="1"/>
          <p:nvPr/>
        </p:nvSpPr>
        <p:spPr>
          <a:xfrm>
            <a:off x="7635240" y="5190744"/>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Spreek je Engels?</a:t>
            </a:r>
            <a:endParaRPr lang="en-US" sz="1900" dirty="0"/>
          </a:p>
        </p:txBody>
      </p:sp>
      <p:sp>
        <p:nvSpPr>
          <p:cNvPr id="82" name="Shape 78"/>
          <p:cNvSpPr/>
          <p:nvPr/>
        </p:nvSpPr>
        <p:spPr>
          <a:xfrm>
            <a:off x="6885432" y="5372100"/>
            <a:ext cx="128016" cy="128016"/>
          </a:xfrm>
          <a:prstGeom prst="ellipse">
            <a:avLst/>
          </a:prstGeom>
          <a:solidFill>
            <a:schemeClr val="tx2"/>
          </a:solidFill>
          <a:ln w="12700">
            <a:solidFill>
              <a:srgbClr val="FFFFFF">
                <a:alpha val="0"/>
              </a:srgbClr>
            </a:solidFill>
            <a:prstDash val="solid"/>
          </a:ln>
        </p:spPr>
      </p:sp>
      <p:sp>
        <p:nvSpPr>
          <p:cNvPr id="83" name="Shape 79"/>
          <p:cNvSpPr/>
          <p:nvPr/>
        </p:nvSpPr>
        <p:spPr>
          <a:xfrm>
            <a:off x="7040880" y="5772912"/>
            <a:ext cx="4599432" cy="490728"/>
          </a:xfrm>
          <a:prstGeom prst="roundRect">
            <a:avLst>
              <a:gd name="adj" fmla="val 18634"/>
            </a:avLst>
          </a:prstGeom>
          <a:solidFill>
            <a:schemeClr val="bg1"/>
          </a:solidFill>
          <a:ln w="22225">
            <a:solidFill>
              <a:srgbClr val="B4236A"/>
            </a:solidFill>
            <a:prstDash val="solid"/>
          </a:ln>
        </p:spPr>
      </p:sp>
      <p:sp>
        <p:nvSpPr>
          <p:cNvPr id="84" name="Shape 80"/>
          <p:cNvSpPr/>
          <p:nvPr/>
        </p:nvSpPr>
        <p:spPr>
          <a:xfrm>
            <a:off x="7132320" y="5835396"/>
            <a:ext cx="365760" cy="365760"/>
          </a:xfrm>
          <a:prstGeom prst="ellipse">
            <a:avLst/>
          </a:prstGeom>
          <a:solidFill>
            <a:schemeClr val="accent4"/>
          </a:solidFill>
          <a:ln w="12700">
            <a:solidFill>
              <a:srgbClr val="FFFFFF">
                <a:alpha val="0"/>
              </a:srgbClr>
            </a:solidFill>
            <a:prstDash val="solid"/>
          </a:ln>
        </p:spPr>
      </p:sp>
      <p:sp>
        <p:nvSpPr>
          <p:cNvPr id="85" name="Text 81"/>
          <p:cNvSpPr txBox="1"/>
          <p:nvPr/>
        </p:nvSpPr>
        <p:spPr>
          <a:xfrm>
            <a:off x="7132320" y="58353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g</a:t>
            </a:r>
            <a:endParaRPr lang="en-US" sz="1500" dirty="0"/>
          </a:p>
        </p:txBody>
      </p:sp>
      <p:sp>
        <p:nvSpPr>
          <p:cNvPr id="86" name="Text 82"/>
          <p:cNvSpPr txBox="1"/>
          <p:nvPr/>
        </p:nvSpPr>
        <p:spPr>
          <a:xfrm>
            <a:off x="7635240" y="5772912"/>
            <a:ext cx="3867912" cy="490728"/>
          </a:xfrm>
          <a:prstGeom prst="rect">
            <a:avLst/>
          </a:prstGeom>
          <a:noFill/>
          <a:ln/>
        </p:spPr>
        <p:txBody>
          <a:bodyPr wrap="square" lIns="0" tIns="0" rIns="0" bIns="0" rtlCol="0" anchor="ctr"/>
          <a:lstStyle/>
          <a:p>
            <a:pPr algn="l" indent="0" marL="0">
              <a:buNone/>
            </a:pPr>
            <a:r>
              <a:rPr lang="en-US" sz="1900" dirty="0">
                <a:solidFill>
                  <a:schemeClr val="tx1"/>
                </a:solidFill>
              </a:rPr>
              <a:t>Wat doe je graag?</a:t>
            </a:r>
            <a:endParaRPr lang="en-US" sz="1900" dirty="0"/>
          </a:p>
        </p:txBody>
      </p:sp>
      <p:sp>
        <p:nvSpPr>
          <p:cNvPr id="87" name="Shape 83"/>
          <p:cNvSpPr/>
          <p:nvPr/>
        </p:nvSpPr>
        <p:spPr>
          <a:xfrm>
            <a:off x="6885432" y="5954268"/>
            <a:ext cx="128016" cy="128016"/>
          </a:xfrm>
          <a:prstGeom prst="ellipse">
            <a:avLst/>
          </a:prstGeom>
          <a:solidFill>
            <a:schemeClr val="tx2"/>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Karim se présente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le texte avec la bonne forme du verbe entre parenthèses.</a:t>
            </a:r>
            <a:endParaRPr lang="en-US" sz="1700" dirty="0"/>
          </a:p>
        </p:txBody>
      </p:sp>
      <p:sp>
        <p:nvSpPr>
          <p:cNvPr id="8" name="Shape 4"/>
          <p:cNvSpPr/>
          <p:nvPr/>
        </p:nvSpPr>
        <p:spPr>
          <a:xfrm>
            <a:off x="548640" y="1932432"/>
            <a:ext cx="11091672" cy="4331208"/>
          </a:xfrm>
          <a:prstGeom prst="roundRect">
            <a:avLst>
              <a:gd name="adj" fmla="val 168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685800" y="2069592"/>
            <a:ext cx="2651760" cy="4056888"/>
          </a:xfrm>
          <a:prstGeom prst="roundRect">
            <a:avLst>
              <a:gd name="adj" fmla="val 2759"/>
            </a:avLst>
          </a:prstGeom>
          <a:solidFill>
            <a:schemeClr val="bg2"/>
          </a:solidFill>
          <a:ln w="12700">
            <a:solidFill>
              <a:srgbClr val="FFFFFF">
                <a:alpha val="0"/>
              </a:srgbClr>
            </a:solidFill>
            <a:prstDash val="solid"/>
          </a:ln>
        </p:spPr>
      </p:sp>
      <p:sp>
        <p:nvSpPr>
          <p:cNvPr id="10" name="Shape 6"/>
          <p:cNvSpPr/>
          <p:nvPr/>
        </p:nvSpPr>
        <p:spPr>
          <a:xfrm>
            <a:off x="1051560" y="2298192"/>
            <a:ext cx="1920240" cy="1920240"/>
          </a:xfrm>
          <a:prstGeom prst="ellipse">
            <a:avLst/>
          </a:prstGeom>
          <a:solidFill>
            <a:srgbClr val="FFFFFF"/>
          </a:solidFill>
          <a:ln w="25400">
            <a:solidFill>
              <a:srgbClr val="17375E"/>
            </a:solidFill>
            <a:prstDash val="solid"/>
          </a:ln>
        </p:spPr>
      </p:sp>
      <p:pic>
        <p:nvPicPr>
          <p:cNvPr id="11" name="Image 1" descr="man office worker">    </p:cNvPr>
          <p:cNvPicPr>
            <a:picLocks noChangeAspect="1"/>
          </p:cNvPicPr>
          <p:nvPr/>
        </p:nvPicPr>
        <p:blipFill>
          <a:blip r:embed="rId2"/>
          <a:stretch>
            <a:fillRect/>
          </a:stretch>
        </p:blipFill>
        <p:spPr>
          <a:xfrm>
            <a:off x="1325880" y="2481072"/>
            <a:ext cx="1371600" cy="1371600"/>
          </a:xfrm>
          <a:prstGeom prst="rect">
            <a:avLst/>
          </a:prstGeom>
        </p:spPr>
      </p:pic>
      <p:sp>
        <p:nvSpPr>
          <p:cNvPr id="12" name="Text 7"/>
          <p:cNvSpPr txBox="1"/>
          <p:nvPr/>
        </p:nvSpPr>
        <p:spPr>
          <a:xfrm>
            <a:off x="731520" y="4355592"/>
            <a:ext cx="2560320" cy="411480"/>
          </a:xfrm>
          <a:prstGeom prst="rect">
            <a:avLst/>
          </a:prstGeom>
          <a:noFill/>
          <a:ln/>
        </p:spPr>
        <p:txBody>
          <a:bodyPr wrap="square" lIns="0" tIns="0" rIns="0" bIns="0" rtlCol="0" anchor="t"/>
          <a:lstStyle/>
          <a:p>
            <a:pPr algn="ctr" indent="0" marL="0">
              <a:buNone/>
            </a:pPr>
            <a:r>
              <a:rPr lang="en-US" sz="1900" b="1" dirty="0">
                <a:solidFill>
                  <a:schemeClr val="tx2"/>
                </a:solidFill>
                <a:latin typeface="+mj-lt" pitchFamily="34" charset="0"/>
                <a:ea typeface="+mj-lt" pitchFamily="34" charset="-122"/>
                <a:cs typeface="+mj-lt" pitchFamily="34" charset="-120"/>
              </a:rPr>
              <a:t>Karim Benali</a:t>
            </a:r>
            <a:endParaRPr lang="en-US" sz="1900" dirty="0"/>
          </a:p>
        </p:txBody>
      </p:sp>
      <p:pic>
        <p:nvPicPr>
          <p:cNvPr id="13" name="Image 2" descr="IdCard">    </p:cNvPr>
          <p:cNvPicPr>
            <a:picLocks noChangeAspect="1"/>
          </p:cNvPicPr>
          <p:nvPr/>
        </p:nvPicPr>
        <p:blipFill>
          <a:blip r:embed="rId3"/>
          <a:stretch>
            <a:fillRect/>
          </a:stretch>
        </p:blipFill>
        <p:spPr>
          <a:xfrm>
            <a:off x="914400" y="4904232"/>
            <a:ext cx="329184" cy="329184"/>
          </a:xfrm>
          <a:prstGeom prst="rect">
            <a:avLst/>
          </a:prstGeom>
        </p:spPr>
      </p:pic>
      <p:pic>
        <p:nvPicPr>
          <p:cNvPr id="14" name="Image 3" descr="BirthdayCake">    </p:cNvPr>
          <p:cNvPicPr>
            <a:picLocks noChangeAspect="1"/>
          </p:cNvPicPr>
          <p:nvPr/>
        </p:nvPicPr>
        <p:blipFill>
          <a:blip r:embed="rId4"/>
          <a:stretch>
            <a:fillRect/>
          </a:stretch>
        </p:blipFill>
        <p:spPr>
          <a:xfrm>
            <a:off x="1691640" y="4904232"/>
            <a:ext cx="329184" cy="329184"/>
          </a:xfrm>
          <a:prstGeom prst="rect">
            <a:avLst/>
          </a:prstGeom>
        </p:spPr>
      </p:pic>
      <p:pic>
        <p:nvPicPr>
          <p:cNvPr id="15" name="Image 4" descr="Home">    </p:cNvPr>
          <p:cNvPicPr>
            <a:picLocks noChangeAspect="1"/>
          </p:cNvPicPr>
          <p:nvPr/>
        </p:nvPicPr>
        <p:blipFill>
          <a:blip r:embed="rId5"/>
          <a:stretch>
            <a:fillRect/>
          </a:stretch>
        </p:blipFill>
        <p:spPr>
          <a:xfrm>
            <a:off x="2468880" y="4904232"/>
            <a:ext cx="329184" cy="329184"/>
          </a:xfrm>
          <a:prstGeom prst="rect">
            <a:avLst/>
          </a:prstGeom>
        </p:spPr>
      </p:pic>
      <p:pic>
        <p:nvPicPr>
          <p:cNvPr id="16" name="Image 5" descr="GlobeEurope">    </p:cNvPr>
          <p:cNvPicPr>
            <a:picLocks noChangeAspect="1"/>
          </p:cNvPicPr>
          <p:nvPr/>
        </p:nvPicPr>
        <p:blipFill>
          <a:blip r:embed="rId6"/>
          <a:stretch>
            <a:fillRect/>
          </a:stretch>
        </p:blipFill>
        <p:spPr>
          <a:xfrm>
            <a:off x="914400" y="5407152"/>
            <a:ext cx="329184" cy="329184"/>
          </a:xfrm>
          <a:prstGeom prst="rect">
            <a:avLst/>
          </a:prstGeom>
        </p:spPr>
      </p:pic>
      <p:pic>
        <p:nvPicPr>
          <p:cNvPr id="17" name="Image 6" descr="Comments">    </p:cNvPr>
          <p:cNvPicPr>
            <a:picLocks noChangeAspect="1"/>
          </p:cNvPicPr>
          <p:nvPr/>
        </p:nvPicPr>
        <p:blipFill>
          <a:blip r:embed="rId7"/>
          <a:stretch>
            <a:fillRect/>
          </a:stretch>
        </p:blipFill>
        <p:spPr>
          <a:xfrm>
            <a:off x="1691640" y="5407152"/>
            <a:ext cx="329184" cy="329184"/>
          </a:xfrm>
          <a:prstGeom prst="rect">
            <a:avLst/>
          </a:prstGeom>
        </p:spPr>
      </p:pic>
      <p:pic>
        <p:nvPicPr>
          <p:cNvPr id="18" name="Image 7" descr="Briefcase">    </p:cNvPr>
          <p:cNvPicPr>
            <a:picLocks noChangeAspect="1"/>
          </p:cNvPicPr>
          <p:nvPr/>
        </p:nvPicPr>
        <p:blipFill>
          <a:blip r:embed="rId8"/>
          <a:stretch>
            <a:fillRect/>
          </a:stretch>
        </p:blipFill>
        <p:spPr>
          <a:xfrm>
            <a:off x="2468880" y="5407152"/>
            <a:ext cx="329184" cy="329184"/>
          </a:xfrm>
          <a:prstGeom prst="rect">
            <a:avLst/>
          </a:prstGeom>
        </p:spPr>
      </p:pic>
      <p:sp>
        <p:nvSpPr>
          <p:cNvPr id="19" name="Text 8"/>
          <p:cNvSpPr txBox="1"/>
          <p:nvPr/>
        </p:nvSpPr>
        <p:spPr>
          <a:xfrm>
            <a:off x="3611880" y="2115312"/>
            <a:ext cx="7818120" cy="3965448"/>
          </a:xfrm>
          <a:prstGeom prst="rect">
            <a:avLst/>
          </a:prstGeom>
          <a:noFill/>
          <a:ln/>
        </p:spPr>
        <p:txBody>
          <a:bodyPr wrap="square" lIns="0" tIns="0" rIns="0" bIns="0" rtlCol="0" anchor="ctr"/>
          <a:lstStyle/>
          <a:p>
            <a:pPr indent="0" marL="0">
              <a:lnSpc>
                <a:spcPct val="130000"/>
              </a:lnSpc>
              <a:buNone/>
            </a:pPr>
            <a:r>
              <a:rPr lang="en-US" sz="2200" dirty="0">
                <a:solidFill>
                  <a:srgbClr val="1B2333"/>
                </a:solidFill>
              </a:rPr>
              <a:t>Hallo! Ik </a:t>
            </a:r>
            <a:r>
              <a:rPr lang="en-US" sz="2200" dirty="0">
                <a:solidFill>
                  <a:schemeClr val="accent5"/>
                </a:solidFill>
              </a:rPr>
              <a:t>…………</a:t>
            </a:r>
            <a:r>
              <a:rPr lang="en-US" sz="2200" dirty="0">
                <a:solidFill>
                  <a:srgbClr val="1B2333"/>
                </a:solidFill>
              </a:rPr>
              <a:t> </a:t>
            </a:r>
            <a:r>
              <a:rPr lang="en-US" sz="2200" i="1" dirty="0">
                <a:solidFill>
                  <a:srgbClr val="7D8898"/>
                </a:solidFill>
              </a:rPr>
              <a:t>(heten)</a:t>
            </a:r>
            <a:r>
              <a:rPr lang="en-US" sz="2200" dirty="0">
                <a:solidFill>
                  <a:srgbClr val="1B2333"/>
                </a:solidFill>
              </a:rPr>
              <a:t> Karim Benali. Ik </a:t>
            </a:r>
            <a:r>
              <a:rPr lang="en-US" sz="2200" dirty="0">
                <a:solidFill>
                  <a:schemeClr val="accent5"/>
                </a:solidFill>
              </a:rPr>
              <a:t>…………</a:t>
            </a:r>
            <a:r>
              <a:rPr lang="en-US" sz="2200" dirty="0">
                <a:solidFill>
                  <a:srgbClr val="1B2333"/>
                </a:solidFill>
              </a:rPr>
              <a:t> </a:t>
            </a:r>
            <a:r>
              <a:rPr lang="en-US" sz="2200" i="1" dirty="0">
                <a:solidFill>
                  <a:srgbClr val="7D8898"/>
                </a:solidFill>
              </a:rPr>
              <a:t>(zijn)</a:t>
            </a:r>
            <a:r>
              <a:rPr lang="en-US" sz="2200" dirty="0">
                <a:solidFill>
                  <a:srgbClr val="1B2333"/>
                </a:solidFill>
              </a:rPr>
              <a:t> 32 jaar. Ik </a:t>
            </a:r>
            <a:r>
              <a:rPr lang="en-US" sz="2200" dirty="0">
                <a:solidFill>
                  <a:schemeClr val="accent5"/>
                </a:solidFill>
              </a:rPr>
              <a:t>…………</a:t>
            </a:r>
            <a:r>
              <a:rPr lang="en-US" sz="2200" dirty="0">
                <a:solidFill>
                  <a:srgbClr val="1B2333"/>
                </a:solidFill>
              </a:rPr>
              <a:t> </a:t>
            </a:r>
            <a:r>
              <a:rPr lang="en-US" sz="2200" i="1" dirty="0">
                <a:solidFill>
                  <a:srgbClr val="7D8898"/>
                </a:solidFill>
              </a:rPr>
              <a:t>(wonen)</a:t>
            </a:r>
            <a:r>
              <a:rPr lang="en-US" sz="2200" dirty="0">
                <a:solidFill>
                  <a:srgbClr val="1B2333"/>
                </a:solidFill>
              </a:rPr>
              <a:t> in Namen, maar ik </a:t>
            </a:r>
            <a:r>
              <a:rPr lang="en-US" sz="2200" dirty="0">
                <a:solidFill>
                  <a:schemeClr val="accent5"/>
                </a:solidFill>
              </a:rPr>
              <a:t>…………</a:t>
            </a:r>
            <a:r>
              <a:rPr lang="en-US" sz="2200" dirty="0">
                <a:solidFill>
                  <a:srgbClr val="1B2333"/>
                </a:solidFill>
              </a:rPr>
              <a:t> </a:t>
            </a:r>
            <a:r>
              <a:rPr lang="en-US" sz="2200" i="1" dirty="0">
                <a:solidFill>
                  <a:srgbClr val="7D8898"/>
                </a:solidFill>
              </a:rPr>
              <a:t>(werken)</a:t>
            </a:r>
            <a:r>
              <a:rPr lang="en-US" sz="2200" dirty="0">
                <a:solidFill>
                  <a:srgbClr val="1B2333"/>
                </a:solidFill>
              </a:rPr>
              <a:t> in Brussel. Ik </a:t>
            </a:r>
            <a:r>
              <a:rPr lang="en-US" sz="2200" dirty="0">
                <a:solidFill>
                  <a:schemeClr val="accent5"/>
                </a:solidFill>
              </a:rPr>
              <a:t>…………</a:t>
            </a:r>
            <a:r>
              <a:rPr lang="en-US" sz="2200" dirty="0">
                <a:solidFill>
                  <a:srgbClr val="1B2333"/>
                </a:solidFill>
              </a:rPr>
              <a:t> </a:t>
            </a:r>
            <a:r>
              <a:rPr lang="en-US" sz="2200" i="1" dirty="0">
                <a:solidFill>
                  <a:srgbClr val="7D8898"/>
                </a:solidFill>
              </a:rPr>
              <a:t>(komen)</a:t>
            </a:r>
            <a:r>
              <a:rPr lang="en-US" sz="2200" dirty="0">
                <a:solidFill>
                  <a:srgbClr val="1B2333"/>
                </a:solidFill>
              </a:rPr>
              <a:t> uit België; mijn ouders </a:t>
            </a:r>
            <a:r>
              <a:rPr lang="en-US" sz="2200" dirty="0">
                <a:solidFill>
                  <a:schemeClr val="accent5"/>
                </a:solidFill>
              </a:rPr>
              <a:t>…………</a:t>
            </a:r>
            <a:r>
              <a:rPr lang="en-US" sz="2200" dirty="0">
                <a:solidFill>
                  <a:srgbClr val="1B2333"/>
                </a:solidFill>
              </a:rPr>
              <a:t> </a:t>
            </a:r>
            <a:r>
              <a:rPr lang="en-US" sz="2200" i="1" dirty="0">
                <a:solidFill>
                  <a:srgbClr val="7D8898"/>
                </a:solidFill>
              </a:rPr>
              <a:t>(komen)</a:t>
            </a:r>
            <a:r>
              <a:rPr lang="en-US" sz="2200" dirty="0">
                <a:solidFill>
                  <a:srgbClr val="1B2333"/>
                </a:solidFill>
              </a:rPr>
              <a:t> uit Marokko. Ik </a:t>
            </a:r>
            <a:r>
              <a:rPr lang="en-US" sz="2200" dirty="0">
                <a:solidFill>
                  <a:schemeClr val="accent5"/>
                </a:solidFill>
              </a:rPr>
              <a:t>…………</a:t>
            </a:r>
            <a:r>
              <a:rPr lang="en-US" sz="2200" dirty="0">
                <a:solidFill>
                  <a:srgbClr val="1B2333"/>
                </a:solidFill>
              </a:rPr>
              <a:t> </a:t>
            </a:r>
            <a:r>
              <a:rPr lang="en-US" sz="2200" i="1" dirty="0">
                <a:solidFill>
                  <a:srgbClr val="7D8898"/>
                </a:solidFill>
              </a:rPr>
              <a:t>(spreken)</a:t>
            </a:r>
            <a:r>
              <a:rPr lang="en-US" sz="2200" dirty="0">
                <a:solidFill>
                  <a:srgbClr val="1B2333"/>
                </a:solidFill>
              </a:rPr>
              <a:t> Frans, Arabisch en een beetje Nederlands. Ik </a:t>
            </a:r>
            <a:r>
              <a:rPr lang="en-US" sz="2200" dirty="0">
                <a:solidFill>
                  <a:schemeClr val="accent5"/>
                </a:solidFill>
              </a:rPr>
              <a:t>…………</a:t>
            </a:r>
            <a:r>
              <a:rPr lang="en-US" sz="2200" dirty="0">
                <a:solidFill>
                  <a:srgbClr val="1B2333"/>
                </a:solidFill>
              </a:rPr>
              <a:t> </a:t>
            </a:r>
            <a:r>
              <a:rPr lang="en-US" sz="2200" i="1" dirty="0">
                <a:solidFill>
                  <a:srgbClr val="7D8898"/>
                </a:solidFill>
              </a:rPr>
              <a:t>(zijn)</a:t>
            </a:r>
            <a:r>
              <a:rPr lang="en-US" sz="2200" dirty="0">
                <a:solidFill>
                  <a:srgbClr val="1B2333"/>
                </a:solidFill>
              </a:rPr>
              <a:t> getrouwd en ik </a:t>
            </a:r>
            <a:r>
              <a:rPr lang="en-US" sz="2200" dirty="0">
                <a:solidFill>
                  <a:schemeClr val="accent5"/>
                </a:solidFill>
              </a:rPr>
              <a:t>…………</a:t>
            </a:r>
            <a:r>
              <a:rPr lang="en-US" sz="2200" dirty="0">
                <a:solidFill>
                  <a:srgbClr val="1B2333"/>
                </a:solidFill>
              </a:rPr>
              <a:t> </a:t>
            </a:r>
            <a:r>
              <a:rPr lang="en-US" sz="2200" i="1" dirty="0">
                <a:solidFill>
                  <a:srgbClr val="7D8898"/>
                </a:solidFill>
              </a:rPr>
              <a:t>(hebben)</a:t>
            </a:r>
            <a:r>
              <a:rPr lang="en-US" sz="2200" dirty="0">
                <a:solidFill>
                  <a:srgbClr val="1B2333"/>
                </a:solidFill>
              </a:rPr>
              <a:t> een dochter. Ze </a:t>
            </a:r>
            <a:r>
              <a:rPr lang="en-US" sz="2200" dirty="0">
                <a:solidFill>
                  <a:schemeClr val="accent5"/>
                </a:solidFill>
              </a:rPr>
              <a:t>…………</a:t>
            </a:r>
            <a:r>
              <a:rPr lang="en-US" sz="2200" dirty="0">
                <a:solidFill>
                  <a:srgbClr val="1B2333"/>
                </a:solidFill>
              </a:rPr>
              <a:t> </a:t>
            </a:r>
            <a:r>
              <a:rPr lang="en-US" sz="2200" i="1" dirty="0">
                <a:solidFill>
                  <a:srgbClr val="7D8898"/>
                </a:solidFill>
              </a:rPr>
              <a:t>(heten)</a:t>
            </a:r>
            <a:r>
              <a:rPr lang="en-US" sz="2200" dirty="0">
                <a:solidFill>
                  <a:srgbClr val="1B2333"/>
                </a:solidFill>
              </a:rPr>
              <a:t> Lina en ze </a:t>
            </a:r>
            <a:r>
              <a:rPr lang="en-US" sz="2200" dirty="0">
                <a:solidFill>
                  <a:schemeClr val="accent5"/>
                </a:solidFill>
              </a:rPr>
              <a:t>…………</a:t>
            </a:r>
            <a:r>
              <a:rPr lang="en-US" sz="2200" dirty="0">
                <a:solidFill>
                  <a:srgbClr val="1B2333"/>
                </a:solidFill>
              </a:rPr>
              <a:t> </a:t>
            </a:r>
            <a:r>
              <a:rPr lang="en-US" sz="2200" i="1" dirty="0">
                <a:solidFill>
                  <a:srgbClr val="7D8898"/>
                </a:solidFill>
              </a:rPr>
              <a:t>(zijn)</a:t>
            </a:r>
            <a:r>
              <a:rPr lang="en-US" sz="2200" dirty="0">
                <a:solidFill>
                  <a:srgbClr val="1B2333"/>
                </a:solidFill>
              </a:rPr>
              <a:t> vijf jaar.</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Karim se présente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le texte avec la bonne forme du verbe entre parenthèses.</a:t>
            </a:r>
            <a:endParaRPr lang="en-US" sz="1700" dirty="0"/>
          </a:p>
        </p:txBody>
      </p:sp>
      <p:sp>
        <p:nvSpPr>
          <p:cNvPr id="9" name="Shape 5"/>
          <p:cNvSpPr/>
          <p:nvPr/>
        </p:nvSpPr>
        <p:spPr>
          <a:xfrm>
            <a:off x="548640" y="1932432"/>
            <a:ext cx="11091672" cy="4331208"/>
          </a:xfrm>
          <a:prstGeom prst="roundRect">
            <a:avLst>
              <a:gd name="adj" fmla="val 1689"/>
            </a:avLst>
          </a:prstGeom>
          <a:solidFill>
            <a:schemeClr val="bg1"/>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685800" y="2069592"/>
            <a:ext cx="2651760" cy="4056888"/>
          </a:xfrm>
          <a:prstGeom prst="roundRect">
            <a:avLst>
              <a:gd name="adj" fmla="val 2759"/>
            </a:avLst>
          </a:prstGeom>
          <a:solidFill>
            <a:schemeClr val="bg2"/>
          </a:solidFill>
          <a:ln w="12700">
            <a:solidFill>
              <a:srgbClr val="FFFFFF">
                <a:alpha val="0"/>
              </a:srgbClr>
            </a:solidFill>
            <a:prstDash val="solid"/>
          </a:ln>
        </p:spPr>
      </p:sp>
      <p:sp>
        <p:nvSpPr>
          <p:cNvPr id="11" name="Shape 7"/>
          <p:cNvSpPr/>
          <p:nvPr/>
        </p:nvSpPr>
        <p:spPr>
          <a:xfrm>
            <a:off x="1051560" y="2298192"/>
            <a:ext cx="1920240" cy="1920240"/>
          </a:xfrm>
          <a:prstGeom prst="ellipse">
            <a:avLst/>
          </a:prstGeom>
          <a:solidFill>
            <a:srgbClr val="FFFFFF"/>
          </a:solidFill>
          <a:ln w="25400">
            <a:solidFill>
              <a:srgbClr val="17375E"/>
            </a:solidFill>
            <a:prstDash val="solid"/>
          </a:ln>
        </p:spPr>
      </p:sp>
      <p:pic>
        <p:nvPicPr>
          <p:cNvPr id="12" name="Image 1" descr="man office worker">    </p:cNvPr>
          <p:cNvPicPr>
            <a:picLocks noChangeAspect="1"/>
          </p:cNvPicPr>
          <p:nvPr/>
        </p:nvPicPr>
        <p:blipFill>
          <a:blip r:embed="rId2"/>
          <a:stretch>
            <a:fillRect/>
          </a:stretch>
        </p:blipFill>
        <p:spPr>
          <a:xfrm>
            <a:off x="1325880" y="2481072"/>
            <a:ext cx="1371600" cy="1371600"/>
          </a:xfrm>
          <a:prstGeom prst="rect">
            <a:avLst/>
          </a:prstGeom>
        </p:spPr>
      </p:pic>
      <p:sp>
        <p:nvSpPr>
          <p:cNvPr id="13" name="Text 8"/>
          <p:cNvSpPr txBox="1"/>
          <p:nvPr/>
        </p:nvSpPr>
        <p:spPr>
          <a:xfrm>
            <a:off x="731520" y="4355592"/>
            <a:ext cx="2560320" cy="411480"/>
          </a:xfrm>
          <a:prstGeom prst="rect">
            <a:avLst/>
          </a:prstGeom>
          <a:noFill/>
          <a:ln/>
        </p:spPr>
        <p:txBody>
          <a:bodyPr wrap="square" lIns="0" tIns="0" rIns="0" bIns="0" rtlCol="0" anchor="t"/>
          <a:lstStyle/>
          <a:p>
            <a:pPr algn="ctr" indent="0" marL="0">
              <a:buNone/>
            </a:pPr>
            <a:r>
              <a:rPr lang="en-US" sz="1900" b="1" dirty="0">
                <a:solidFill>
                  <a:schemeClr val="tx2"/>
                </a:solidFill>
                <a:latin typeface="+mj-lt" pitchFamily="34" charset="0"/>
                <a:ea typeface="+mj-lt" pitchFamily="34" charset="-122"/>
                <a:cs typeface="+mj-lt" pitchFamily="34" charset="-120"/>
              </a:rPr>
              <a:t>Karim Benali</a:t>
            </a:r>
            <a:endParaRPr lang="en-US" sz="1900" dirty="0"/>
          </a:p>
        </p:txBody>
      </p:sp>
      <p:pic>
        <p:nvPicPr>
          <p:cNvPr id="14" name="Image 2" descr="IdCard">    </p:cNvPr>
          <p:cNvPicPr>
            <a:picLocks noChangeAspect="1"/>
          </p:cNvPicPr>
          <p:nvPr/>
        </p:nvPicPr>
        <p:blipFill>
          <a:blip r:embed="rId3"/>
          <a:stretch>
            <a:fillRect/>
          </a:stretch>
        </p:blipFill>
        <p:spPr>
          <a:xfrm>
            <a:off x="914400" y="4904232"/>
            <a:ext cx="329184" cy="329184"/>
          </a:xfrm>
          <a:prstGeom prst="rect">
            <a:avLst/>
          </a:prstGeom>
        </p:spPr>
      </p:pic>
      <p:pic>
        <p:nvPicPr>
          <p:cNvPr id="15" name="Image 3" descr="BirthdayCake">    </p:cNvPr>
          <p:cNvPicPr>
            <a:picLocks noChangeAspect="1"/>
          </p:cNvPicPr>
          <p:nvPr/>
        </p:nvPicPr>
        <p:blipFill>
          <a:blip r:embed="rId4"/>
          <a:stretch>
            <a:fillRect/>
          </a:stretch>
        </p:blipFill>
        <p:spPr>
          <a:xfrm>
            <a:off x="1691640" y="4904232"/>
            <a:ext cx="329184" cy="329184"/>
          </a:xfrm>
          <a:prstGeom prst="rect">
            <a:avLst/>
          </a:prstGeom>
        </p:spPr>
      </p:pic>
      <p:pic>
        <p:nvPicPr>
          <p:cNvPr id="16" name="Image 4" descr="Home">    </p:cNvPr>
          <p:cNvPicPr>
            <a:picLocks noChangeAspect="1"/>
          </p:cNvPicPr>
          <p:nvPr/>
        </p:nvPicPr>
        <p:blipFill>
          <a:blip r:embed="rId5"/>
          <a:stretch>
            <a:fillRect/>
          </a:stretch>
        </p:blipFill>
        <p:spPr>
          <a:xfrm>
            <a:off x="2468880" y="4904232"/>
            <a:ext cx="329184" cy="329184"/>
          </a:xfrm>
          <a:prstGeom prst="rect">
            <a:avLst/>
          </a:prstGeom>
        </p:spPr>
      </p:pic>
      <p:pic>
        <p:nvPicPr>
          <p:cNvPr id="17" name="Image 5" descr="GlobeEurope">    </p:cNvPr>
          <p:cNvPicPr>
            <a:picLocks noChangeAspect="1"/>
          </p:cNvPicPr>
          <p:nvPr/>
        </p:nvPicPr>
        <p:blipFill>
          <a:blip r:embed="rId6"/>
          <a:stretch>
            <a:fillRect/>
          </a:stretch>
        </p:blipFill>
        <p:spPr>
          <a:xfrm>
            <a:off x="914400" y="5407152"/>
            <a:ext cx="329184" cy="329184"/>
          </a:xfrm>
          <a:prstGeom prst="rect">
            <a:avLst/>
          </a:prstGeom>
        </p:spPr>
      </p:pic>
      <p:pic>
        <p:nvPicPr>
          <p:cNvPr id="18" name="Image 6" descr="Comments">    </p:cNvPr>
          <p:cNvPicPr>
            <a:picLocks noChangeAspect="1"/>
          </p:cNvPicPr>
          <p:nvPr/>
        </p:nvPicPr>
        <p:blipFill>
          <a:blip r:embed="rId7"/>
          <a:stretch>
            <a:fillRect/>
          </a:stretch>
        </p:blipFill>
        <p:spPr>
          <a:xfrm>
            <a:off x="1691640" y="5407152"/>
            <a:ext cx="329184" cy="329184"/>
          </a:xfrm>
          <a:prstGeom prst="rect">
            <a:avLst/>
          </a:prstGeom>
        </p:spPr>
      </p:pic>
      <p:pic>
        <p:nvPicPr>
          <p:cNvPr id="19" name="Image 7" descr="Briefcase">    </p:cNvPr>
          <p:cNvPicPr>
            <a:picLocks noChangeAspect="1"/>
          </p:cNvPicPr>
          <p:nvPr/>
        </p:nvPicPr>
        <p:blipFill>
          <a:blip r:embed="rId8"/>
          <a:stretch>
            <a:fillRect/>
          </a:stretch>
        </p:blipFill>
        <p:spPr>
          <a:xfrm>
            <a:off x="2468880" y="5407152"/>
            <a:ext cx="329184" cy="329184"/>
          </a:xfrm>
          <a:prstGeom prst="rect">
            <a:avLst/>
          </a:prstGeom>
        </p:spPr>
      </p:pic>
      <p:sp>
        <p:nvSpPr>
          <p:cNvPr id="20" name="Text 9"/>
          <p:cNvSpPr txBox="1"/>
          <p:nvPr/>
        </p:nvSpPr>
        <p:spPr>
          <a:xfrm>
            <a:off x="3611880" y="2115312"/>
            <a:ext cx="7818120" cy="3965448"/>
          </a:xfrm>
          <a:prstGeom prst="rect">
            <a:avLst/>
          </a:prstGeom>
          <a:noFill/>
          <a:ln/>
        </p:spPr>
        <p:txBody>
          <a:bodyPr wrap="square" lIns="0" tIns="0" rIns="0" bIns="0" rtlCol="0" anchor="ctr"/>
          <a:lstStyle/>
          <a:p>
            <a:pPr indent="0" marL="0">
              <a:lnSpc>
                <a:spcPct val="130000"/>
              </a:lnSpc>
              <a:buNone/>
            </a:pPr>
            <a:r>
              <a:rPr lang="en-US" sz="2200" dirty="0">
                <a:solidFill>
                  <a:srgbClr val="1B2333"/>
                </a:solidFill>
              </a:rPr>
              <a:t>Hallo! Ik </a:t>
            </a:r>
            <a:r>
              <a:rPr lang="en-US" sz="2200" b="1" dirty="0">
                <a:solidFill>
                  <a:schemeClr val="accent3"/>
                </a:solidFill>
              </a:rPr>
              <a:t>heet</a:t>
            </a:r>
            <a:r>
              <a:rPr lang="en-US" sz="2200" dirty="0">
                <a:solidFill>
                  <a:srgbClr val="1B2333"/>
                </a:solidFill>
              </a:rPr>
              <a:t> </a:t>
            </a:r>
            <a:r>
              <a:rPr lang="en-US" sz="2200" i="1" dirty="0">
                <a:solidFill>
                  <a:srgbClr val="7D8898"/>
                </a:solidFill>
              </a:rPr>
              <a:t>(heten)</a:t>
            </a:r>
            <a:r>
              <a:rPr lang="en-US" sz="2200" dirty="0">
                <a:solidFill>
                  <a:srgbClr val="1B2333"/>
                </a:solidFill>
              </a:rPr>
              <a:t> Karim Benali. Ik </a:t>
            </a:r>
            <a:r>
              <a:rPr lang="en-US" sz="2200" b="1" dirty="0">
                <a:solidFill>
                  <a:schemeClr val="accent3"/>
                </a:solidFill>
              </a:rPr>
              <a:t>ben</a:t>
            </a:r>
            <a:r>
              <a:rPr lang="en-US" sz="2200" dirty="0">
                <a:solidFill>
                  <a:srgbClr val="1B2333"/>
                </a:solidFill>
              </a:rPr>
              <a:t> </a:t>
            </a:r>
            <a:r>
              <a:rPr lang="en-US" sz="2200" i="1" dirty="0">
                <a:solidFill>
                  <a:srgbClr val="7D8898"/>
                </a:solidFill>
              </a:rPr>
              <a:t>(zijn)</a:t>
            </a:r>
            <a:r>
              <a:rPr lang="en-US" sz="2200" dirty="0">
                <a:solidFill>
                  <a:srgbClr val="1B2333"/>
                </a:solidFill>
              </a:rPr>
              <a:t> 32 jaar. Ik </a:t>
            </a:r>
            <a:r>
              <a:rPr lang="en-US" sz="2200" b="1" dirty="0">
                <a:solidFill>
                  <a:schemeClr val="accent3"/>
                </a:solidFill>
              </a:rPr>
              <a:t>woon</a:t>
            </a:r>
            <a:r>
              <a:rPr lang="en-US" sz="2200" dirty="0">
                <a:solidFill>
                  <a:srgbClr val="1B2333"/>
                </a:solidFill>
              </a:rPr>
              <a:t> </a:t>
            </a:r>
            <a:r>
              <a:rPr lang="en-US" sz="2200" i="1" dirty="0">
                <a:solidFill>
                  <a:srgbClr val="7D8898"/>
                </a:solidFill>
              </a:rPr>
              <a:t>(wonen)</a:t>
            </a:r>
            <a:r>
              <a:rPr lang="en-US" sz="2200" dirty="0">
                <a:solidFill>
                  <a:srgbClr val="1B2333"/>
                </a:solidFill>
              </a:rPr>
              <a:t> in Namen, maar ik </a:t>
            </a:r>
            <a:r>
              <a:rPr lang="en-US" sz="2200" b="1" dirty="0">
                <a:solidFill>
                  <a:schemeClr val="accent3"/>
                </a:solidFill>
              </a:rPr>
              <a:t>werk</a:t>
            </a:r>
            <a:r>
              <a:rPr lang="en-US" sz="2200" dirty="0">
                <a:solidFill>
                  <a:srgbClr val="1B2333"/>
                </a:solidFill>
              </a:rPr>
              <a:t> </a:t>
            </a:r>
            <a:r>
              <a:rPr lang="en-US" sz="2200" i="1" dirty="0">
                <a:solidFill>
                  <a:srgbClr val="7D8898"/>
                </a:solidFill>
              </a:rPr>
              <a:t>(werken)</a:t>
            </a:r>
            <a:r>
              <a:rPr lang="en-US" sz="2200" dirty="0">
                <a:solidFill>
                  <a:srgbClr val="1B2333"/>
                </a:solidFill>
              </a:rPr>
              <a:t> in Brussel. Ik </a:t>
            </a:r>
            <a:r>
              <a:rPr lang="en-US" sz="2200" b="1" dirty="0">
                <a:solidFill>
                  <a:schemeClr val="accent3"/>
                </a:solidFill>
              </a:rPr>
              <a:t>kom</a:t>
            </a:r>
            <a:r>
              <a:rPr lang="en-US" sz="2200" dirty="0">
                <a:solidFill>
                  <a:srgbClr val="1B2333"/>
                </a:solidFill>
              </a:rPr>
              <a:t> </a:t>
            </a:r>
            <a:r>
              <a:rPr lang="en-US" sz="2200" i="1" dirty="0">
                <a:solidFill>
                  <a:srgbClr val="7D8898"/>
                </a:solidFill>
              </a:rPr>
              <a:t>(komen)</a:t>
            </a:r>
            <a:r>
              <a:rPr lang="en-US" sz="2200" dirty="0">
                <a:solidFill>
                  <a:srgbClr val="1B2333"/>
                </a:solidFill>
              </a:rPr>
              <a:t> uit België; mijn ouders </a:t>
            </a:r>
            <a:r>
              <a:rPr lang="en-US" sz="2200" b="1" dirty="0">
                <a:solidFill>
                  <a:schemeClr val="accent3"/>
                </a:solidFill>
              </a:rPr>
              <a:t>komen</a:t>
            </a:r>
            <a:r>
              <a:rPr lang="en-US" sz="2200" dirty="0">
                <a:solidFill>
                  <a:srgbClr val="1B2333"/>
                </a:solidFill>
              </a:rPr>
              <a:t> </a:t>
            </a:r>
            <a:r>
              <a:rPr lang="en-US" sz="2200" i="1" dirty="0">
                <a:solidFill>
                  <a:srgbClr val="7D8898"/>
                </a:solidFill>
              </a:rPr>
              <a:t>(komen)</a:t>
            </a:r>
            <a:r>
              <a:rPr lang="en-US" sz="2200" dirty="0">
                <a:solidFill>
                  <a:srgbClr val="1B2333"/>
                </a:solidFill>
              </a:rPr>
              <a:t> uit Marokko. Ik </a:t>
            </a:r>
            <a:r>
              <a:rPr lang="en-US" sz="2200" b="1" dirty="0">
                <a:solidFill>
                  <a:schemeClr val="accent3"/>
                </a:solidFill>
              </a:rPr>
              <a:t>spreek</a:t>
            </a:r>
            <a:r>
              <a:rPr lang="en-US" sz="2200" dirty="0">
                <a:solidFill>
                  <a:srgbClr val="1B2333"/>
                </a:solidFill>
              </a:rPr>
              <a:t> </a:t>
            </a:r>
            <a:r>
              <a:rPr lang="en-US" sz="2200" i="1" dirty="0">
                <a:solidFill>
                  <a:srgbClr val="7D8898"/>
                </a:solidFill>
              </a:rPr>
              <a:t>(spreken)</a:t>
            </a:r>
            <a:r>
              <a:rPr lang="en-US" sz="2200" dirty="0">
                <a:solidFill>
                  <a:srgbClr val="1B2333"/>
                </a:solidFill>
              </a:rPr>
              <a:t> Frans, Arabisch en een beetje Nederlands. Ik </a:t>
            </a:r>
            <a:r>
              <a:rPr lang="en-US" sz="2200" b="1" dirty="0">
                <a:solidFill>
                  <a:schemeClr val="accent3"/>
                </a:solidFill>
              </a:rPr>
              <a:t>ben</a:t>
            </a:r>
            <a:r>
              <a:rPr lang="en-US" sz="2200" dirty="0">
                <a:solidFill>
                  <a:srgbClr val="1B2333"/>
                </a:solidFill>
              </a:rPr>
              <a:t> </a:t>
            </a:r>
            <a:r>
              <a:rPr lang="en-US" sz="2200" i="1" dirty="0">
                <a:solidFill>
                  <a:srgbClr val="7D8898"/>
                </a:solidFill>
              </a:rPr>
              <a:t>(zijn)</a:t>
            </a:r>
            <a:r>
              <a:rPr lang="en-US" sz="2200" dirty="0">
                <a:solidFill>
                  <a:srgbClr val="1B2333"/>
                </a:solidFill>
              </a:rPr>
              <a:t> getrouwd en ik </a:t>
            </a:r>
            <a:r>
              <a:rPr lang="en-US" sz="2200" b="1" dirty="0">
                <a:solidFill>
                  <a:schemeClr val="accent3"/>
                </a:solidFill>
              </a:rPr>
              <a:t>heb</a:t>
            </a:r>
            <a:r>
              <a:rPr lang="en-US" sz="2200" dirty="0">
                <a:solidFill>
                  <a:srgbClr val="1B2333"/>
                </a:solidFill>
              </a:rPr>
              <a:t> </a:t>
            </a:r>
            <a:r>
              <a:rPr lang="en-US" sz="2200" i="1" dirty="0">
                <a:solidFill>
                  <a:srgbClr val="7D8898"/>
                </a:solidFill>
              </a:rPr>
              <a:t>(hebben)</a:t>
            </a:r>
            <a:r>
              <a:rPr lang="en-US" sz="2200" dirty="0">
                <a:solidFill>
                  <a:srgbClr val="1B2333"/>
                </a:solidFill>
              </a:rPr>
              <a:t> een dochter. Ze </a:t>
            </a:r>
            <a:r>
              <a:rPr lang="en-US" sz="2200" b="1" dirty="0">
                <a:solidFill>
                  <a:schemeClr val="accent3"/>
                </a:solidFill>
              </a:rPr>
              <a:t>heet</a:t>
            </a:r>
            <a:r>
              <a:rPr lang="en-US" sz="2200" dirty="0">
                <a:solidFill>
                  <a:srgbClr val="1B2333"/>
                </a:solidFill>
              </a:rPr>
              <a:t> </a:t>
            </a:r>
            <a:r>
              <a:rPr lang="en-US" sz="2200" i="1" dirty="0">
                <a:solidFill>
                  <a:srgbClr val="7D8898"/>
                </a:solidFill>
              </a:rPr>
              <a:t>(heten)</a:t>
            </a:r>
            <a:r>
              <a:rPr lang="en-US" sz="2200" dirty="0">
                <a:solidFill>
                  <a:srgbClr val="1B2333"/>
                </a:solidFill>
              </a:rPr>
              <a:t> Lina en ze </a:t>
            </a:r>
            <a:r>
              <a:rPr lang="en-US" sz="2200" b="1" dirty="0">
                <a:solidFill>
                  <a:schemeClr val="accent3"/>
                </a:solidFill>
              </a:rPr>
              <a:t>is</a:t>
            </a:r>
            <a:r>
              <a:rPr lang="en-US" sz="2200" dirty="0">
                <a:solidFill>
                  <a:srgbClr val="1B2333"/>
                </a:solidFill>
              </a:rPr>
              <a:t> </a:t>
            </a:r>
            <a:r>
              <a:rPr lang="en-US" sz="2200" i="1" dirty="0">
                <a:solidFill>
                  <a:srgbClr val="7D8898"/>
                </a:solidFill>
              </a:rPr>
              <a:t>(zijn)</a:t>
            </a:r>
            <a:r>
              <a:rPr lang="en-US" sz="2200" dirty="0">
                <a:solidFill>
                  <a:srgbClr val="1B2333"/>
                </a:solidFill>
              </a:rPr>
              <a:t> vijf jaar.</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Geslaagd of gezakt?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Julie se présente. Geslaagd of gezakt ? Votez, puis trouvez les 7 erreurs.</a:t>
            </a:r>
            <a:endParaRPr lang="en-US" sz="1700" dirty="0"/>
          </a:p>
        </p:txBody>
      </p:sp>
      <p:sp>
        <p:nvSpPr>
          <p:cNvPr id="8" name="Shape 4"/>
          <p:cNvSpPr/>
          <p:nvPr/>
        </p:nvSpPr>
        <p:spPr>
          <a:xfrm>
            <a:off x="777240" y="2023872"/>
            <a:ext cx="1920240" cy="1920240"/>
          </a:xfrm>
          <a:prstGeom prst="ellipse">
            <a:avLst/>
          </a:prstGeom>
          <a:solidFill>
            <a:schemeClr val="bg2"/>
          </a:solidFill>
          <a:ln w="31750">
            <a:solidFill>
              <a:srgbClr val="2E7D4F"/>
            </a:solidFill>
            <a:prstDash val="solid"/>
          </a:ln>
        </p:spPr>
      </p:sp>
      <p:pic>
        <p:nvPicPr>
          <p:cNvPr id="9" name="Image 1" descr="woman health worker">    </p:cNvPr>
          <p:cNvPicPr>
            <a:picLocks noChangeAspect="1"/>
          </p:cNvPicPr>
          <p:nvPr/>
        </p:nvPicPr>
        <p:blipFill>
          <a:blip r:embed="rId2"/>
          <a:stretch>
            <a:fillRect/>
          </a:stretch>
        </p:blipFill>
        <p:spPr>
          <a:xfrm>
            <a:off x="1051560" y="2252472"/>
            <a:ext cx="1371600" cy="1371600"/>
          </a:xfrm>
          <a:prstGeom prst="rect">
            <a:avLst/>
          </a:prstGeom>
        </p:spPr>
      </p:pic>
      <p:sp>
        <p:nvSpPr>
          <p:cNvPr id="10" name="Text 5"/>
          <p:cNvSpPr txBox="1"/>
          <p:nvPr/>
        </p:nvSpPr>
        <p:spPr>
          <a:xfrm>
            <a:off x="548640" y="4035552"/>
            <a:ext cx="23774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Julie uit Namen</a:t>
            </a:r>
            <a:endParaRPr lang="en-US" sz="1800" dirty="0"/>
          </a:p>
        </p:txBody>
      </p:sp>
      <p:sp>
        <p:nvSpPr>
          <p:cNvPr id="11" name="Shape 6"/>
          <p:cNvSpPr/>
          <p:nvPr/>
        </p:nvSpPr>
        <p:spPr>
          <a:xfrm>
            <a:off x="685800" y="4675632"/>
            <a:ext cx="2103120" cy="685800"/>
          </a:xfrm>
          <a:prstGeom prst="roundRect">
            <a:avLst>
              <a:gd name="adj" fmla="val 46667"/>
            </a:avLst>
          </a:prstGeom>
          <a:solidFill>
            <a:schemeClr val="accent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12" name="Image 2" descr="ThumbsUp">    </p:cNvPr>
          <p:cNvPicPr>
            <a:picLocks noChangeAspect="1"/>
          </p:cNvPicPr>
          <p:nvPr/>
        </p:nvPicPr>
        <p:blipFill>
          <a:blip r:embed="rId3"/>
          <a:stretch>
            <a:fillRect/>
          </a:stretch>
        </p:blipFill>
        <p:spPr>
          <a:xfrm>
            <a:off x="896112" y="4858512"/>
            <a:ext cx="329184" cy="329184"/>
          </a:xfrm>
          <a:prstGeom prst="rect">
            <a:avLst/>
          </a:prstGeom>
        </p:spPr>
      </p:pic>
      <p:sp>
        <p:nvSpPr>
          <p:cNvPr id="13" name="Text 7"/>
          <p:cNvSpPr txBox="1"/>
          <p:nvPr/>
        </p:nvSpPr>
        <p:spPr>
          <a:xfrm>
            <a:off x="1353312" y="4675632"/>
            <a:ext cx="1417320" cy="685800"/>
          </a:xfrm>
          <a:prstGeom prst="rect">
            <a:avLst/>
          </a:prstGeom>
          <a:noFill/>
          <a:ln/>
        </p:spPr>
        <p:txBody>
          <a:bodyPr wrap="square" lIns="0" tIns="0" rIns="0" bIns="0" rtlCol="0" anchor="ctr"/>
          <a:lstStyle/>
          <a:p>
            <a:pPr algn="l" indent="0" marL="0">
              <a:buNone/>
            </a:pPr>
            <a:r>
              <a:rPr lang="en-US" sz="2000" b="1" dirty="0">
                <a:solidFill>
                  <a:schemeClr val="bg1"/>
                </a:solidFill>
              </a:rPr>
              <a:t>Geslaagd</a:t>
            </a:r>
            <a:endParaRPr lang="en-US" sz="2000" dirty="0"/>
          </a:p>
        </p:txBody>
      </p:sp>
      <p:sp>
        <p:nvSpPr>
          <p:cNvPr id="14" name="Shape 8"/>
          <p:cNvSpPr/>
          <p:nvPr/>
        </p:nvSpPr>
        <p:spPr>
          <a:xfrm>
            <a:off x="685800" y="5544312"/>
            <a:ext cx="2103120" cy="685800"/>
          </a:xfrm>
          <a:prstGeom prst="roundRect">
            <a:avLst>
              <a:gd name="adj" fmla="val 46667"/>
            </a:avLst>
          </a:prstGeom>
          <a:solidFill>
            <a:schemeClr val="accent6"/>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15" name="Image 3" descr="ThumbsDown">    </p:cNvPr>
          <p:cNvPicPr>
            <a:picLocks noChangeAspect="1"/>
          </p:cNvPicPr>
          <p:nvPr/>
        </p:nvPicPr>
        <p:blipFill>
          <a:blip r:embed="rId4"/>
          <a:stretch>
            <a:fillRect/>
          </a:stretch>
        </p:blipFill>
        <p:spPr>
          <a:xfrm>
            <a:off x="896112" y="5727192"/>
            <a:ext cx="329184" cy="329184"/>
          </a:xfrm>
          <a:prstGeom prst="rect">
            <a:avLst/>
          </a:prstGeom>
        </p:spPr>
      </p:pic>
      <p:sp>
        <p:nvSpPr>
          <p:cNvPr id="16" name="Text 9"/>
          <p:cNvSpPr txBox="1"/>
          <p:nvPr/>
        </p:nvSpPr>
        <p:spPr>
          <a:xfrm>
            <a:off x="1353312" y="5544312"/>
            <a:ext cx="1417320" cy="685800"/>
          </a:xfrm>
          <a:prstGeom prst="rect">
            <a:avLst/>
          </a:prstGeom>
          <a:noFill/>
          <a:ln/>
        </p:spPr>
        <p:txBody>
          <a:bodyPr wrap="square" lIns="0" tIns="0" rIns="0" bIns="0" rtlCol="0" anchor="ctr"/>
          <a:lstStyle/>
          <a:p>
            <a:pPr algn="l" indent="0" marL="0">
              <a:buNone/>
            </a:pPr>
            <a:r>
              <a:rPr lang="en-US" sz="2000" b="1" dirty="0">
                <a:solidFill>
                  <a:schemeClr val="bg1"/>
                </a:solidFill>
              </a:rPr>
              <a:t>Gezakt</a:t>
            </a:r>
            <a:endParaRPr lang="en-US" sz="2000" dirty="0"/>
          </a:p>
        </p:txBody>
      </p:sp>
      <p:sp>
        <p:nvSpPr>
          <p:cNvPr id="17" name="Shape 10"/>
          <p:cNvSpPr/>
          <p:nvPr/>
        </p:nvSpPr>
        <p:spPr>
          <a:xfrm>
            <a:off x="3200400" y="1932432"/>
            <a:ext cx="8439912" cy="4331208"/>
          </a:xfrm>
          <a:prstGeom prst="roundRect">
            <a:avLst>
              <a:gd name="adj" fmla="val 1689"/>
            </a:avLst>
          </a:prstGeom>
          <a:solidFill>
            <a:srgbClr val="FFFFFF"/>
          </a:solidFill>
          <a:ln w="31750">
            <a:solidFill>
              <a:srgbClr val="2E7D4F"/>
            </a:solidFill>
            <a:prstDash val="solid"/>
          </a:ln>
          <a:effectLst>
            <a:outerShdw sx="100000" sy="100000" kx="0" ky="0" algn="bl" rotWithShape="0" blurRad="101600" dist="25400" dir="3600000">
              <a:srgbClr val="000000">
                <a:alpha val="16000"/>
              </a:srgbClr>
            </a:outerShdw>
          </a:effectLst>
        </p:spPr>
      </p:sp>
      <p:pic>
        <p:nvPicPr>
          <p:cNvPr id="18" name="Image 4" descr="Search">    </p:cNvPr>
          <p:cNvPicPr>
            <a:picLocks noChangeAspect="1"/>
          </p:cNvPicPr>
          <p:nvPr/>
        </p:nvPicPr>
        <p:blipFill>
          <a:blip r:embed="rId5"/>
          <a:stretch>
            <a:fillRect/>
          </a:stretch>
        </p:blipFill>
        <p:spPr>
          <a:xfrm>
            <a:off x="11000232" y="2097024"/>
            <a:ext cx="411480" cy="411480"/>
          </a:xfrm>
          <a:prstGeom prst="rect">
            <a:avLst/>
          </a:prstGeom>
        </p:spPr>
      </p:pic>
      <p:sp>
        <p:nvSpPr>
          <p:cNvPr id="19" name="tag"/>
          <p:cNvSpPr/>
          <p:nvPr/>
        </p:nvSpPr>
        <p:spPr>
          <a:xfrm>
            <a:off x="8400440" y="2133600"/>
            <a:ext cx="2462632" cy="329184"/>
          </a:xfrm>
          <a:prstGeom prst="roundRect">
            <a:avLst>
              <a:gd name="adj" fmla="val 13889"/>
            </a:avLst>
          </a:prstGeom>
          <a:solidFill>
            <a:schemeClr val="accent1"/>
          </a:solidFill>
          <a:ln/>
        </p:spPr>
        <p:txBody>
          <a:bodyPr wrap="square" lIns="0" tIns="0" rIns="0" bIns="0" rtlCol="0" anchor="ctr"/>
          <a:lstStyle/>
          <a:p>
            <a:pPr algn="ctr" indent="0" marL="0">
              <a:buNone/>
            </a:pPr>
            <a:r>
              <a:rPr lang="en-US" sz="1300" b="1" spc="100" kern="0" dirty="0">
                <a:solidFill>
                  <a:srgbClr val="FFFFFF"/>
                </a:solidFill>
              </a:rPr>
              <a:t>7 erreurs cachées</a:t>
            </a:r>
            <a:endParaRPr lang="en-US" sz="1300" dirty="0"/>
          </a:p>
        </p:txBody>
      </p:sp>
      <p:sp>
        <p:nvSpPr>
          <p:cNvPr id="20" name="Text 12"/>
          <p:cNvSpPr txBox="1"/>
          <p:nvPr/>
        </p:nvSpPr>
        <p:spPr>
          <a:xfrm>
            <a:off x="3520440" y="2526792"/>
            <a:ext cx="7799832" cy="3599688"/>
          </a:xfrm>
          <a:prstGeom prst="rect">
            <a:avLst/>
          </a:prstGeom>
          <a:noFill/>
          <a:ln/>
        </p:spPr>
        <p:txBody>
          <a:bodyPr wrap="square" lIns="0" tIns="0" rIns="0" bIns="0" rtlCol="0" anchor="ctr"/>
          <a:lstStyle/>
          <a:p>
            <a:pPr algn="l" indent="0" marL="0">
              <a:lnSpc>
                <a:spcPct val="115000"/>
              </a:lnSpc>
              <a:buNone/>
            </a:pPr>
            <a:r>
              <a:rPr lang="en-US" sz="2600" dirty="0">
                <a:solidFill>
                  <a:schemeClr val="tx1"/>
                </a:solidFill>
              </a:rPr>
              <a:t>« Goeiedag! Ik ben Julie en ik </a:t>
            </a:r>
            <a:r>
              <a:rPr lang="en-US" sz="2600" dirty="0">
                <a:solidFill>
                  <a:schemeClr val="tx1"/>
                </a:solidFill>
              </a:rPr>
              <a:t>heb</a:t>
            </a:r>
            <a:r>
              <a:rPr lang="en-US" sz="2600" dirty="0">
                <a:solidFill>
                  <a:schemeClr val="tx1"/>
                </a:solidFill>
              </a:rPr>
              <a:t> 25 jaar. Ik </a:t>
            </a:r>
            <a:r>
              <a:rPr lang="en-US" sz="2600" dirty="0">
                <a:solidFill>
                  <a:schemeClr val="tx1"/>
                </a:solidFill>
              </a:rPr>
              <a:t>woone</a:t>
            </a:r>
            <a:r>
              <a:rPr lang="en-US" sz="2600" dirty="0">
                <a:solidFill>
                  <a:schemeClr val="tx1"/>
                </a:solidFill>
              </a:rPr>
              <a:t> </a:t>
            </a:r>
            <a:r>
              <a:rPr lang="en-US" sz="2600" dirty="0">
                <a:solidFill>
                  <a:schemeClr val="tx1"/>
                </a:solidFill>
              </a:rPr>
              <a:t>à</a:t>
            </a:r>
            <a:r>
              <a:rPr lang="en-US" sz="2600" dirty="0">
                <a:solidFill>
                  <a:schemeClr val="tx1"/>
                </a:solidFill>
              </a:rPr>
              <a:t> Namen, maar ik werk in Brussel </a:t>
            </a:r>
            <a:r>
              <a:rPr lang="en-US" sz="2600" dirty="0">
                <a:solidFill>
                  <a:schemeClr val="tx1"/>
                </a:solidFill>
              </a:rPr>
              <a:t>als een</a:t>
            </a:r>
            <a:r>
              <a:rPr lang="en-US" sz="2600" dirty="0">
                <a:solidFill>
                  <a:schemeClr val="tx1"/>
                </a:solidFill>
              </a:rPr>
              <a:t> verpleegkundige. Ik kom </a:t>
            </a:r>
            <a:r>
              <a:rPr lang="en-US" sz="2600" dirty="0">
                <a:solidFill>
                  <a:schemeClr val="tx1"/>
                </a:solidFill>
              </a:rPr>
              <a:t>van</a:t>
            </a:r>
            <a:r>
              <a:rPr lang="en-US" sz="2600" dirty="0">
                <a:solidFill>
                  <a:schemeClr val="tx1"/>
                </a:solidFill>
              </a:rPr>
              <a:t> België. Ik </a:t>
            </a:r>
            <a:r>
              <a:rPr lang="en-US" sz="2600" dirty="0">
                <a:solidFill>
                  <a:schemeClr val="tx1"/>
                </a:solidFill>
              </a:rPr>
              <a:t>sprek</a:t>
            </a:r>
            <a:r>
              <a:rPr lang="en-US" sz="2600" dirty="0">
                <a:solidFill>
                  <a:schemeClr val="tx1"/>
                </a:solidFill>
              </a:rPr>
              <a:t> Frans en een beetje </a:t>
            </a:r>
            <a:r>
              <a:rPr lang="en-US" sz="2600" dirty="0">
                <a:solidFill>
                  <a:schemeClr val="tx1"/>
                </a:solidFill>
              </a:rPr>
              <a:t>Neederlands</a:t>
            </a:r>
            <a:r>
              <a:rPr lang="en-US" sz="2600" dirty="0">
                <a:solidFill>
                  <a:schemeClr val="tx1"/>
                </a:solidFill>
              </a:rPr>
              <a:t>. Hoe heet u?</a:t>
            </a:r>
            <a:r>
              <a:rPr lang="en-US" sz="2600" dirty="0">
                <a:solidFill>
                  <a:schemeClr val="tx1"/>
                </a:solidFill>
              </a:rPr>
              <a:t>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Geslaagd of gezakt?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Julie se présente. Geslaagd of gezakt ? Votez, puis trouvez les 7 erreurs.</a:t>
            </a:r>
            <a:endParaRPr lang="en-US" sz="1700" dirty="0"/>
          </a:p>
        </p:txBody>
      </p:sp>
      <p:sp>
        <p:nvSpPr>
          <p:cNvPr id="9" name="Shape 5"/>
          <p:cNvSpPr/>
          <p:nvPr/>
        </p:nvSpPr>
        <p:spPr>
          <a:xfrm>
            <a:off x="777240" y="2023872"/>
            <a:ext cx="1920240" cy="1920240"/>
          </a:xfrm>
          <a:prstGeom prst="ellipse">
            <a:avLst/>
          </a:prstGeom>
          <a:solidFill>
            <a:schemeClr val="bg2"/>
          </a:solidFill>
          <a:ln w="31750">
            <a:solidFill>
              <a:srgbClr val="2E7D4F"/>
            </a:solidFill>
            <a:prstDash val="solid"/>
          </a:ln>
        </p:spPr>
      </p:sp>
      <p:pic>
        <p:nvPicPr>
          <p:cNvPr id="10" name="Image 1" descr="woman health worker">    </p:cNvPr>
          <p:cNvPicPr>
            <a:picLocks noChangeAspect="1"/>
          </p:cNvPicPr>
          <p:nvPr/>
        </p:nvPicPr>
        <p:blipFill>
          <a:blip r:embed="rId2"/>
          <a:stretch>
            <a:fillRect/>
          </a:stretch>
        </p:blipFill>
        <p:spPr>
          <a:xfrm>
            <a:off x="1051560" y="2252472"/>
            <a:ext cx="1371600" cy="1371600"/>
          </a:xfrm>
          <a:prstGeom prst="rect">
            <a:avLst/>
          </a:prstGeom>
        </p:spPr>
      </p:pic>
      <p:sp>
        <p:nvSpPr>
          <p:cNvPr id="11" name="Text 6"/>
          <p:cNvSpPr txBox="1"/>
          <p:nvPr/>
        </p:nvSpPr>
        <p:spPr>
          <a:xfrm>
            <a:off x="548640" y="4035552"/>
            <a:ext cx="23774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mj-lt" pitchFamily="34" charset="0"/>
                <a:ea typeface="+mj-lt" pitchFamily="34" charset="-122"/>
                <a:cs typeface="+mj-lt" pitchFamily="34" charset="-120"/>
              </a:rPr>
              <a:t>Julie uit Namen</a:t>
            </a:r>
            <a:endParaRPr lang="en-US" sz="1800" dirty="0"/>
          </a:p>
        </p:txBody>
      </p:sp>
      <p:sp>
        <p:nvSpPr>
          <p:cNvPr id="12" name="Shape 7"/>
          <p:cNvSpPr/>
          <p:nvPr/>
        </p:nvSpPr>
        <p:spPr>
          <a:xfrm>
            <a:off x="685800" y="4675632"/>
            <a:ext cx="2103120" cy="685800"/>
          </a:xfrm>
          <a:prstGeom prst="roundRect">
            <a:avLst>
              <a:gd name="adj" fmla="val 46667"/>
            </a:avLst>
          </a:prstGeom>
          <a:solidFill>
            <a:schemeClr val="accent3">
              <a:alpha val="25000"/>
            </a:schemeClr>
          </a:solidFill>
          <a:ln w="12700">
            <a:solidFill>
              <a:srgbClr val="FFFFFF">
                <a:alpha val="0"/>
              </a:srgbClr>
            </a:solidFill>
            <a:prstDash val="solid"/>
          </a:ln>
        </p:spPr>
      </p:sp>
      <p:pic>
        <p:nvPicPr>
          <p:cNvPr id="13" name="Image 2" descr="ThumbsUp">    </p:cNvPr>
          <p:cNvPicPr>
            <a:picLocks noChangeAspect="1"/>
          </p:cNvPicPr>
          <p:nvPr/>
        </p:nvPicPr>
        <p:blipFill>
          <a:blip r:embed="rId3"/>
          <a:stretch>
            <a:fillRect/>
          </a:stretch>
        </p:blipFill>
        <p:spPr>
          <a:xfrm>
            <a:off x="896112" y="4858512"/>
            <a:ext cx="329184" cy="329184"/>
          </a:xfrm>
          <a:prstGeom prst="rect">
            <a:avLst/>
          </a:prstGeom>
        </p:spPr>
      </p:pic>
      <p:sp>
        <p:nvSpPr>
          <p:cNvPr id="14" name="Text 8"/>
          <p:cNvSpPr txBox="1"/>
          <p:nvPr/>
        </p:nvSpPr>
        <p:spPr>
          <a:xfrm>
            <a:off x="1353312" y="4675632"/>
            <a:ext cx="1417320" cy="685800"/>
          </a:xfrm>
          <a:prstGeom prst="rect">
            <a:avLst/>
          </a:prstGeom>
          <a:noFill/>
          <a:ln/>
        </p:spPr>
        <p:txBody>
          <a:bodyPr wrap="square" lIns="0" tIns="0" rIns="0" bIns="0" rtlCol="0" anchor="ctr"/>
          <a:lstStyle/>
          <a:p>
            <a:pPr algn="l" indent="0" marL="0">
              <a:buNone/>
            </a:pPr>
            <a:r>
              <a:rPr lang="en-US" sz="2000" b="1" dirty="0">
                <a:solidFill>
                  <a:schemeClr val="bg1"/>
                </a:solidFill>
              </a:rPr>
              <a:t>Geslaagd</a:t>
            </a:r>
            <a:endParaRPr lang="en-US" sz="2000" dirty="0"/>
          </a:p>
        </p:txBody>
      </p:sp>
      <p:sp>
        <p:nvSpPr>
          <p:cNvPr id="15" name="Shape 9"/>
          <p:cNvSpPr/>
          <p:nvPr/>
        </p:nvSpPr>
        <p:spPr>
          <a:xfrm>
            <a:off x="685800" y="5544312"/>
            <a:ext cx="2103120" cy="685800"/>
          </a:xfrm>
          <a:prstGeom prst="roundRect">
            <a:avLst>
              <a:gd name="adj" fmla="val 46667"/>
            </a:avLst>
          </a:prstGeom>
          <a:solidFill>
            <a:schemeClr val="accent6"/>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16" name="Image 3" descr="ThumbsDown">    </p:cNvPr>
          <p:cNvPicPr>
            <a:picLocks noChangeAspect="1"/>
          </p:cNvPicPr>
          <p:nvPr/>
        </p:nvPicPr>
        <p:blipFill>
          <a:blip r:embed="rId4"/>
          <a:stretch>
            <a:fillRect/>
          </a:stretch>
        </p:blipFill>
        <p:spPr>
          <a:xfrm>
            <a:off x="896112" y="5727192"/>
            <a:ext cx="329184" cy="329184"/>
          </a:xfrm>
          <a:prstGeom prst="rect">
            <a:avLst/>
          </a:prstGeom>
        </p:spPr>
      </p:pic>
      <p:sp>
        <p:nvSpPr>
          <p:cNvPr id="17" name="Text 10"/>
          <p:cNvSpPr txBox="1"/>
          <p:nvPr/>
        </p:nvSpPr>
        <p:spPr>
          <a:xfrm>
            <a:off x="1353312" y="5544312"/>
            <a:ext cx="1417320" cy="685800"/>
          </a:xfrm>
          <a:prstGeom prst="rect">
            <a:avLst/>
          </a:prstGeom>
          <a:noFill/>
          <a:ln/>
        </p:spPr>
        <p:txBody>
          <a:bodyPr wrap="square" lIns="0" tIns="0" rIns="0" bIns="0" rtlCol="0" anchor="ctr"/>
          <a:lstStyle/>
          <a:p>
            <a:pPr algn="l" indent="0" marL="0">
              <a:buNone/>
            </a:pPr>
            <a:r>
              <a:rPr lang="en-US" sz="2000" b="1" dirty="0">
                <a:solidFill>
                  <a:schemeClr val="bg1"/>
                </a:solidFill>
              </a:rPr>
              <a:t>Gezakt</a:t>
            </a:r>
            <a:endParaRPr lang="en-US" sz="2000" dirty="0"/>
          </a:p>
        </p:txBody>
      </p:sp>
      <p:pic>
        <p:nvPicPr>
          <p:cNvPr id="18" name="Image 4" descr="CheckCircle">    </p:cNvPr>
          <p:cNvPicPr>
            <a:picLocks noChangeAspect="1"/>
          </p:cNvPicPr>
          <p:nvPr/>
        </p:nvPicPr>
        <p:blipFill>
          <a:blip r:embed="rId5"/>
          <a:stretch>
            <a:fillRect/>
          </a:stretch>
        </p:blipFill>
        <p:spPr>
          <a:xfrm>
            <a:off x="2651760" y="5434584"/>
            <a:ext cx="310896" cy="310896"/>
          </a:xfrm>
          <a:prstGeom prst="rect">
            <a:avLst/>
          </a:prstGeom>
        </p:spPr>
      </p:pic>
      <p:sp>
        <p:nvSpPr>
          <p:cNvPr id="19" name="Shape 11"/>
          <p:cNvSpPr/>
          <p:nvPr/>
        </p:nvSpPr>
        <p:spPr>
          <a:xfrm>
            <a:off x="3200400" y="1932432"/>
            <a:ext cx="8439912" cy="2697480"/>
          </a:xfrm>
          <a:prstGeom prst="roundRect">
            <a:avLst>
              <a:gd name="adj" fmla="val 2712"/>
            </a:avLst>
          </a:prstGeom>
          <a:solidFill>
            <a:srgbClr val="FFFFFF"/>
          </a:solidFill>
          <a:ln w="31750">
            <a:solidFill>
              <a:srgbClr val="2E7D4F"/>
            </a:solidFill>
            <a:prstDash val="solid"/>
          </a:ln>
          <a:effectLst>
            <a:outerShdw sx="100000" sy="100000" kx="0" ky="0" algn="bl" rotWithShape="0" blurRad="101600" dist="25400" dir="3600000">
              <a:srgbClr val="000000">
                <a:alpha val="16000"/>
              </a:srgbClr>
            </a:outerShdw>
          </a:effectLst>
        </p:spPr>
      </p:sp>
      <p:pic>
        <p:nvPicPr>
          <p:cNvPr id="20" name="Image 5" descr="Search">    </p:cNvPr>
          <p:cNvPicPr>
            <a:picLocks noChangeAspect="1"/>
          </p:cNvPicPr>
          <p:nvPr/>
        </p:nvPicPr>
        <p:blipFill>
          <a:blip r:embed="rId6"/>
          <a:stretch>
            <a:fillRect/>
          </a:stretch>
        </p:blipFill>
        <p:spPr>
          <a:xfrm>
            <a:off x="11000232" y="2097024"/>
            <a:ext cx="411480" cy="411480"/>
          </a:xfrm>
          <a:prstGeom prst="rect">
            <a:avLst/>
          </a:prstGeom>
        </p:spPr>
      </p:pic>
      <p:sp>
        <p:nvSpPr>
          <p:cNvPr id="21" name="tag"/>
          <p:cNvSpPr/>
          <p:nvPr/>
        </p:nvSpPr>
        <p:spPr>
          <a:xfrm>
            <a:off x="9912858" y="2133600"/>
            <a:ext cx="950214" cy="329184"/>
          </a:xfrm>
          <a:prstGeom prst="roundRect">
            <a:avLst>
              <a:gd name="adj" fmla="val 13889"/>
            </a:avLst>
          </a:prstGeom>
          <a:solidFill>
            <a:schemeClr val="accent1"/>
          </a:solidFill>
          <a:ln/>
        </p:spPr>
        <p:txBody>
          <a:bodyPr wrap="square" lIns="0" tIns="0" rIns="0" bIns="0" rtlCol="0" anchor="ctr"/>
          <a:lstStyle/>
          <a:p>
            <a:pPr algn="ctr" indent="0" marL="0">
              <a:buNone/>
            </a:pPr>
            <a:r>
              <a:rPr lang="en-US" sz="1300" b="1" spc="100" kern="0" dirty="0">
                <a:solidFill>
                  <a:srgbClr val="FFFFFF"/>
                </a:solidFill>
              </a:rPr>
              <a:t>7 / 7</a:t>
            </a:r>
            <a:endParaRPr lang="en-US" sz="1300" dirty="0"/>
          </a:p>
        </p:txBody>
      </p:sp>
      <p:sp>
        <p:nvSpPr>
          <p:cNvPr id="22" name="Text 13"/>
          <p:cNvSpPr txBox="1"/>
          <p:nvPr/>
        </p:nvSpPr>
        <p:spPr>
          <a:xfrm>
            <a:off x="3520440" y="2526792"/>
            <a:ext cx="7799832" cy="1965960"/>
          </a:xfrm>
          <a:prstGeom prst="rect">
            <a:avLst/>
          </a:prstGeom>
          <a:noFill/>
          <a:ln/>
        </p:spPr>
        <p:txBody>
          <a:bodyPr wrap="square" lIns="0" tIns="0" rIns="0" bIns="0" rtlCol="0" anchor="ctr"/>
          <a:lstStyle/>
          <a:p>
            <a:pPr algn="l" indent="0" marL="0">
              <a:lnSpc>
                <a:spcPct val="115000"/>
              </a:lnSpc>
              <a:buNone/>
            </a:pPr>
            <a:r>
              <a:rPr lang="en-US" sz="2100" dirty="0">
                <a:solidFill>
                  <a:schemeClr val="tx1"/>
                </a:solidFill>
              </a:rPr>
              <a:t>« Goeiedag! Ik ben Julie en ik </a:t>
            </a:r>
            <a:r>
              <a:rPr lang="en-US" sz="2100" strike="sngStrike" dirty="0">
                <a:solidFill>
                  <a:schemeClr val="accent6"/>
                </a:solidFill>
              </a:rPr>
              <a:t>heb</a:t>
            </a:r>
            <a:r>
              <a:rPr lang="en-US" sz="2100" b="1" dirty="0">
                <a:solidFill>
                  <a:schemeClr val="accent3"/>
                </a:solidFill>
              </a:rPr>
              <a:t> ben</a:t>
            </a:r>
            <a:r>
              <a:rPr lang="en-US" sz="2100" dirty="0">
                <a:solidFill>
                  <a:schemeClr val="tx1"/>
                </a:solidFill>
              </a:rPr>
              <a:t> 25 jaar. Ik </a:t>
            </a:r>
            <a:r>
              <a:rPr lang="en-US" sz="2100" strike="sngStrike" dirty="0">
                <a:solidFill>
                  <a:schemeClr val="accent6"/>
                </a:solidFill>
              </a:rPr>
              <a:t>woone</a:t>
            </a:r>
            <a:r>
              <a:rPr lang="en-US" sz="2100" b="1" dirty="0">
                <a:solidFill>
                  <a:schemeClr val="accent3"/>
                </a:solidFill>
              </a:rPr>
              <a:t> woon</a:t>
            </a:r>
            <a:r>
              <a:rPr lang="en-US" sz="2100" dirty="0">
                <a:solidFill>
                  <a:schemeClr val="tx1"/>
                </a:solidFill>
              </a:rPr>
              <a:t> </a:t>
            </a:r>
            <a:r>
              <a:rPr lang="en-US" sz="2100" strike="sngStrike" dirty="0">
                <a:solidFill>
                  <a:schemeClr val="accent6"/>
                </a:solidFill>
              </a:rPr>
              <a:t>à</a:t>
            </a:r>
            <a:r>
              <a:rPr lang="en-US" sz="2100" b="1" dirty="0">
                <a:solidFill>
                  <a:schemeClr val="accent3"/>
                </a:solidFill>
              </a:rPr>
              <a:t> in</a:t>
            </a:r>
            <a:r>
              <a:rPr lang="en-US" sz="2100" dirty="0">
                <a:solidFill>
                  <a:schemeClr val="tx1"/>
                </a:solidFill>
              </a:rPr>
              <a:t> Namen, maar ik werk in Brussel </a:t>
            </a:r>
            <a:r>
              <a:rPr lang="en-US" sz="2100" strike="sngStrike" dirty="0">
                <a:solidFill>
                  <a:schemeClr val="accent6"/>
                </a:solidFill>
              </a:rPr>
              <a:t>als een</a:t>
            </a:r>
            <a:r>
              <a:rPr lang="en-US" sz="2100" b="1" dirty="0">
                <a:solidFill>
                  <a:schemeClr val="accent3"/>
                </a:solidFill>
              </a:rPr>
              <a:t> als</a:t>
            </a:r>
            <a:r>
              <a:rPr lang="en-US" sz="2100" dirty="0">
                <a:solidFill>
                  <a:schemeClr val="tx1"/>
                </a:solidFill>
              </a:rPr>
              <a:t> verpleegkundige. Ik kom </a:t>
            </a:r>
            <a:r>
              <a:rPr lang="en-US" sz="2100" strike="sngStrike" dirty="0">
                <a:solidFill>
                  <a:schemeClr val="accent6"/>
                </a:solidFill>
              </a:rPr>
              <a:t>van</a:t>
            </a:r>
            <a:r>
              <a:rPr lang="en-US" sz="2100" b="1" dirty="0">
                <a:solidFill>
                  <a:schemeClr val="accent3"/>
                </a:solidFill>
              </a:rPr>
              <a:t> uit</a:t>
            </a:r>
            <a:r>
              <a:rPr lang="en-US" sz="2100" dirty="0">
                <a:solidFill>
                  <a:schemeClr val="tx1"/>
                </a:solidFill>
              </a:rPr>
              <a:t> België. Ik </a:t>
            </a:r>
            <a:r>
              <a:rPr lang="en-US" sz="2100" strike="sngStrike" dirty="0">
                <a:solidFill>
                  <a:schemeClr val="accent6"/>
                </a:solidFill>
              </a:rPr>
              <a:t>sprek</a:t>
            </a:r>
            <a:r>
              <a:rPr lang="en-US" sz="2100" b="1" dirty="0">
                <a:solidFill>
                  <a:schemeClr val="accent3"/>
                </a:solidFill>
              </a:rPr>
              <a:t> spreek</a:t>
            </a:r>
            <a:r>
              <a:rPr lang="en-US" sz="2100" dirty="0">
                <a:solidFill>
                  <a:schemeClr val="tx1"/>
                </a:solidFill>
              </a:rPr>
              <a:t> Frans en een beetje </a:t>
            </a:r>
            <a:r>
              <a:rPr lang="en-US" sz="2100" strike="sngStrike" dirty="0">
                <a:solidFill>
                  <a:schemeClr val="accent6"/>
                </a:solidFill>
              </a:rPr>
              <a:t>Neederlands</a:t>
            </a:r>
            <a:r>
              <a:rPr lang="en-US" sz="2100" b="1" dirty="0">
                <a:solidFill>
                  <a:schemeClr val="accent3"/>
                </a:solidFill>
              </a:rPr>
              <a:t> Nederlands</a:t>
            </a:r>
            <a:r>
              <a:rPr lang="en-US" sz="2100" dirty="0">
                <a:solidFill>
                  <a:schemeClr val="tx1"/>
                </a:solidFill>
              </a:rPr>
              <a:t>. Hoe heet u?</a:t>
            </a:r>
            <a:r>
              <a:rPr lang="en-US" sz="2100" b="1" dirty="0">
                <a:solidFill>
                  <a:schemeClr val="accent3"/>
                </a:solidFill>
              </a:rPr>
              <a:t> ✓</a:t>
            </a:r>
            <a:r>
              <a:rPr lang="en-US" sz="2100" dirty="0">
                <a:solidFill>
                  <a:schemeClr val="tx1"/>
                </a:solidFill>
              </a:rPr>
              <a:t> »</a:t>
            </a:r>
            <a:endParaRPr lang="en-US" sz="2100" dirty="0"/>
          </a:p>
        </p:txBody>
      </p:sp>
      <p:sp>
        <p:nvSpPr>
          <p:cNvPr id="23" name="Shape 14"/>
          <p:cNvSpPr/>
          <p:nvPr/>
        </p:nvSpPr>
        <p:spPr>
          <a:xfrm>
            <a:off x="3200400" y="4785360"/>
            <a:ext cx="2752344" cy="420624"/>
          </a:xfrm>
          <a:prstGeom prst="roundRect">
            <a:avLst>
              <a:gd name="adj" fmla="val 17391"/>
            </a:avLst>
          </a:prstGeom>
          <a:solidFill>
            <a:schemeClr val="bg2"/>
          </a:solidFill>
          <a:ln w="12700">
            <a:solidFill>
              <a:srgbClr val="D5DCE6"/>
            </a:solidFill>
            <a:prstDash val="solid"/>
          </a:ln>
        </p:spPr>
      </p:sp>
      <p:sp>
        <p:nvSpPr>
          <p:cNvPr id="24" name="Shape 15"/>
          <p:cNvSpPr/>
          <p:nvPr/>
        </p:nvSpPr>
        <p:spPr>
          <a:xfrm>
            <a:off x="3264408" y="4840224"/>
            <a:ext cx="310896" cy="310896"/>
          </a:xfrm>
          <a:prstGeom prst="ellipse">
            <a:avLst/>
          </a:prstGeom>
          <a:solidFill>
            <a:schemeClr val="accent6"/>
          </a:solidFill>
          <a:ln w="12700">
            <a:solidFill>
              <a:srgbClr val="FFFFFF">
                <a:alpha val="0"/>
              </a:srgbClr>
            </a:solidFill>
            <a:prstDash val="solid"/>
          </a:ln>
        </p:spPr>
      </p:sp>
      <p:sp>
        <p:nvSpPr>
          <p:cNvPr id="25" name="Text 16"/>
          <p:cNvSpPr txBox="1"/>
          <p:nvPr/>
        </p:nvSpPr>
        <p:spPr>
          <a:xfrm>
            <a:off x="3264408" y="484022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6" name="Text 17"/>
          <p:cNvSpPr txBox="1"/>
          <p:nvPr/>
        </p:nvSpPr>
        <p:spPr>
          <a:xfrm>
            <a:off x="3657600" y="4785360"/>
            <a:ext cx="1700784" cy="420624"/>
          </a:xfrm>
          <a:prstGeom prst="rect">
            <a:avLst/>
          </a:prstGeom>
          <a:noFill/>
          <a:ln/>
        </p:spPr>
        <p:txBody>
          <a:bodyPr wrap="square" lIns="0" tIns="0" rIns="0" bIns="0" rtlCol="0" anchor="ctr"/>
          <a:lstStyle/>
          <a:p>
            <a:pPr algn="l" indent="0" marL="0">
              <a:buNone/>
            </a:pPr>
            <a:r>
              <a:rPr lang="en-US" sz="1500" b="1" dirty="0">
                <a:solidFill>
                  <a:schemeClr val="tx1"/>
                </a:solidFill>
              </a:rPr>
              <a:t>heb → ben</a:t>
            </a:r>
            <a:endParaRPr lang="en-US" sz="1500" dirty="0"/>
          </a:p>
        </p:txBody>
      </p:sp>
      <p:sp>
        <p:nvSpPr>
          <p:cNvPr id="27" name="Text 18"/>
          <p:cNvSpPr txBox="1"/>
          <p:nvPr/>
        </p:nvSpPr>
        <p:spPr>
          <a:xfrm>
            <a:off x="5330952" y="4785360"/>
            <a:ext cx="548640" cy="420624"/>
          </a:xfrm>
          <a:prstGeom prst="rect">
            <a:avLst/>
          </a:prstGeom>
          <a:noFill/>
          <a:ln/>
        </p:spPr>
        <p:txBody>
          <a:bodyPr wrap="square" lIns="0" tIns="0" rIns="0" bIns="0" rtlCol="0" anchor="ctr"/>
          <a:lstStyle/>
          <a:p>
            <a:pPr algn="r" indent="0" marL="0">
              <a:buNone/>
            </a:pPr>
            <a:r>
              <a:rPr lang="en-US" sz="1300" i="1" dirty="0">
                <a:solidFill>
                  <a:schemeClr val="accent5"/>
                </a:solidFill>
              </a:rPr>
              <a:t>d. 8</a:t>
            </a:r>
            <a:endParaRPr lang="en-US" sz="1300" dirty="0"/>
          </a:p>
        </p:txBody>
      </p:sp>
      <p:sp>
        <p:nvSpPr>
          <p:cNvPr id="28" name="Shape 19"/>
          <p:cNvSpPr/>
          <p:nvPr/>
        </p:nvSpPr>
        <p:spPr>
          <a:xfrm>
            <a:off x="6044184" y="4785360"/>
            <a:ext cx="2752344" cy="420624"/>
          </a:xfrm>
          <a:prstGeom prst="roundRect">
            <a:avLst>
              <a:gd name="adj" fmla="val 17391"/>
            </a:avLst>
          </a:prstGeom>
          <a:solidFill>
            <a:schemeClr val="bg2"/>
          </a:solidFill>
          <a:ln w="12700">
            <a:solidFill>
              <a:srgbClr val="D5DCE6"/>
            </a:solidFill>
            <a:prstDash val="solid"/>
          </a:ln>
        </p:spPr>
      </p:sp>
      <p:sp>
        <p:nvSpPr>
          <p:cNvPr id="29" name="Shape 20"/>
          <p:cNvSpPr/>
          <p:nvPr/>
        </p:nvSpPr>
        <p:spPr>
          <a:xfrm>
            <a:off x="6108192" y="4840224"/>
            <a:ext cx="310896" cy="310896"/>
          </a:xfrm>
          <a:prstGeom prst="ellipse">
            <a:avLst/>
          </a:prstGeom>
          <a:solidFill>
            <a:schemeClr val="accent6"/>
          </a:solidFill>
          <a:ln w="12700">
            <a:solidFill>
              <a:srgbClr val="FFFFFF">
                <a:alpha val="0"/>
              </a:srgbClr>
            </a:solidFill>
            <a:prstDash val="solid"/>
          </a:ln>
        </p:spPr>
      </p:sp>
      <p:sp>
        <p:nvSpPr>
          <p:cNvPr id="30" name="Text 21"/>
          <p:cNvSpPr txBox="1"/>
          <p:nvPr/>
        </p:nvSpPr>
        <p:spPr>
          <a:xfrm>
            <a:off x="6108192" y="484022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1" name="Text 22"/>
          <p:cNvSpPr txBox="1"/>
          <p:nvPr/>
        </p:nvSpPr>
        <p:spPr>
          <a:xfrm>
            <a:off x="6501384" y="4785360"/>
            <a:ext cx="1700784" cy="420624"/>
          </a:xfrm>
          <a:prstGeom prst="rect">
            <a:avLst/>
          </a:prstGeom>
          <a:noFill/>
          <a:ln/>
        </p:spPr>
        <p:txBody>
          <a:bodyPr wrap="square" lIns="0" tIns="0" rIns="0" bIns="0" rtlCol="0" anchor="ctr"/>
          <a:lstStyle/>
          <a:p>
            <a:pPr algn="l" indent="0" marL="0">
              <a:buNone/>
            </a:pPr>
            <a:r>
              <a:rPr lang="en-US" sz="1500" b="1" dirty="0">
                <a:solidFill>
                  <a:schemeClr val="tx1"/>
                </a:solidFill>
              </a:rPr>
              <a:t>woone → woon</a:t>
            </a:r>
            <a:endParaRPr lang="en-US" sz="1500" dirty="0"/>
          </a:p>
        </p:txBody>
      </p:sp>
      <p:sp>
        <p:nvSpPr>
          <p:cNvPr id="32" name="Text 23"/>
          <p:cNvSpPr txBox="1"/>
          <p:nvPr/>
        </p:nvSpPr>
        <p:spPr>
          <a:xfrm>
            <a:off x="8174736" y="4785360"/>
            <a:ext cx="548640" cy="420624"/>
          </a:xfrm>
          <a:prstGeom prst="rect">
            <a:avLst/>
          </a:prstGeom>
          <a:noFill/>
          <a:ln/>
        </p:spPr>
        <p:txBody>
          <a:bodyPr wrap="square" lIns="0" tIns="0" rIns="0" bIns="0" rtlCol="0" anchor="ctr"/>
          <a:lstStyle/>
          <a:p>
            <a:pPr algn="r" indent="0" marL="0">
              <a:buNone/>
            </a:pPr>
            <a:r>
              <a:rPr lang="en-US" sz="1300" i="1" dirty="0">
                <a:solidFill>
                  <a:schemeClr val="accent5"/>
                </a:solidFill>
              </a:rPr>
              <a:t>d. 12</a:t>
            </a:r>
            <a:endParaRPr lang="en-US" sz="1300" dirty="0"/>
          </a:p>
        </p:txBody>
      </p:sp>
      <p:sp>
        <p:nvSpPr>
          <p:cNvPr id="33" name="Shape 24"/>
          <p:cNvSpPr/>
          <p:nvPr/>
        </p:nvSpPr>
        <p:spPr>
          <a:xfrm>
            <a:off x="8887968" y="4785360"/>
            <a:ext cx="2752344" cy="420624"/>
          </a:xfrm>
          <a:prstGeom prst="roundRect">
            <a:avLst>
              <a:gd name="adj" fmla="val 17391"/>
            </a:avLst>
          </a:prstGeom>
          <a:solidFill>
            <a:schemeClr val="bg2"/>
          </a:solidFill>
          <a:ln w="12700">
            <a:solidFill>
              <a:srgbClr val="D5DCE6"/>
            </a:solidFill>
            <a:prstDash val="solid"/>
          </a:ln>
        </p:spPr>
      </p:sp>
      <p:sp>
        <p:nvSpPr>
          <p:cNvPr id="34" name="Shape 25"/>
          <p:cNvSpPr/>
          <p:nvPr/>
        </p:nvSpPr>
        <p:spPr>
          <a:xfrm>
            <a:off x="8951976" y="4840224"/>
            <a:ext cx="310896" cy="310896"/>
          </a:xfrm>
          <a:prstGeom prst="ellipse">
            <a:avLst/>
          </a:prstGeom>
          <a:solidFill>
            <a:schemeClr val="accent6"/>
          </a:solidFill>
          <a:ln w="12700">
            <a:solidFill>
              <a:srgbClr val="FFFFFF">
                <a:alpha val="0"/>
              </a:srgbClr>
            </a:solidFill>
            <a:prstDash val="solid"/>
          </a:ln>
        </p:spPr>
      </p:sp>
      <p:sp>
        <p:nvSpPr>
          <p:cNvPr id="35" name="Text 26"/>
          <p:cNvSpPr txBox="1"/>
          <p:nvPr/>
        </p:nvSpPr>
        <p:spPr>
          <a:xfrm>
            <a:off x="8951976" y="484022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6" name="Text 27"/>
          <p:cNvSpPr txBox="1"/>
          <p:nvPr/>
        </p:nvSpPr>
        <p:spPr>
          <a:xfrm>
            <a:off x="9345168" y="4785360"/>
            <a:ext cx="1700784" cy="420624"/>
          </a:xfrm>
          <a:prstGeom prst="rect">
            <a:avLst/>
          </a:prstGeom>
          <a:noFill/>
          <a:ln/>
        </p:spPr>
        <p:txBody>
          <a:bodyPr wrap="square" lIns="0" tIns="0" rIns="0" bIns="0" rtlCol="0" anchor="ctr"/>
          <a:lstStyle/>
          <a:p>
            <a:pPr algn="l" indent="0" marL="0">
              <a:buNone/>
            </a:pPr>
            <a:r>
              <a:rPr lang="en-US" sz="1500" b="1" dirty="0">
                <a:solidFill>
                  <a:schemeClr val="tx1"/>
                </a:solidFill>
              </a:rPr>
              <a:t>à → in</a:t>
            </a:r>
            <a:endParaRPr lang="en-US" sz="1500" dirty="0"/>
          </a:p>
        </p:txBody>
      </p:sp>
      <p:sp>
        <p:nvSpPr>
          <p:cNvPr id="37" name="Text 28"/>
          <p:cNvSpPr txBox="1"/>
          <p:nvPr/>
        </p:nvSpPr>
        <p:spPr>
          <a:xfrm>
            <a:off x="11018520" y="4785360"/>
            <a:ext cx="548640" cy="420624"/>
          </a:xfrm>
          <a:prstGeom prst="rect">
            <a:avLst/>
          </a:prstGeom>
          <a:noFill/>
          <a:ln/>
        </p:spPr>
        <p:txBody>
          <a:bodyPr wrap="square" lIns="0" tIns="0" rIns="0" bIns="0" rtlCol="0" anchor="ctr"/>
          <a:lstStyle/>
          <a:p>
            <a:pPr algn="r" indent="0" marL="0">
              <a:buNone/>
            </a:pPr>
            <a:r>
              <a:rPr lang="en-US" sz="1300" i="1" dirty="0">
                <a:solidFill>
                  <a:schemeClr val="accent5"/>
                </a:solidFill>
              </a:rPr>
              <a:t>d. 14</a:t>
            </a:r>
            <a:endParaRPr lang="en-US" sz="1300" dirty="0"/>
          </a:p>
        </p:txBody>
      </p:sp>
      <p:sp>
        <p:nvSpPr>
          <p:cNvPr id="38" name="Shape 29"/>
          <p:cNvSpPr/>
          <p:nvPr/>
        </p:nvSpPr>
        <p:spPr>
          <a:xfrm>
            <a:off x="3200400" y="5279136"/>
            <a:ext cx="2752344" cy="420624"/>
          </a:xfrm>
          <a:prstGeom prst="roundRect">
            <a:avLst>
              <a:gd name="adj" fmla="val 17391"/>
            </a:avLst>
          </a:prstGeom>
          <a:solidFill>
            <a:schemeClr val="bg2"/>
          </a:solidFill>
          <a:ln w="12700">
            <a:solidFill>
              <a:srgbClr val="D5DCE6"/>
            </a:solidFill>
            <a:prstDash val="solid"/>
          </a:ln>
        </p:spPr>
      </p:sp>
      <p:sp>
        <p:nvSpPr>
          <p:cNvPr id="39" name="Shape 30"/>
          <p:cNvSpPr/>
          <p:nvPr/>
        </p:nvSpPr>
        <p:spPr>
          <a:xfrm>
            <a:off x="3264408" y="5334000"/>
            <a:ext cx="310896" cy="310896"/>
          </a:xfrm>
          <a:prstGeom prst="ellipse">
            <a:avLst/>
          </a:prstGeom>
          <a:solidFill>
            <a:schemeClr val="accent6"/>
          </a:solidFill>
          <a:ln w="12700">
            <a:solidFill>
              <a:srgbClr val="FFFFFF">
                <a:alpha val="0"/>
              </a:srgbClr>
            </a:solidFill>
            <a:prstDash val="solid"/>
          </a:ln>
        </p:spPr>
      </p:sp>
      <p:sp>
        <p:nvSpPr>
          <p:cNvPr id="40" name="Text 31"/>
          <p:cNvSpPr txBox="1"/>
          <p:nvPr/>
        </p:nvSpPr>
        <p:spPr>
          <a:xfrm>
            <a:off x="3264408" y="53340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1" name="Text 32"/>
          <p:cNvSpPr txBox="1"/>
          <p:nvPr/>
        </p:nvSpPr>
        <p:spPr>
          <a:xfrm>
            <a:off x="3657600" y="5279136"/>
            <a:ext cx="1700784" cy="420624"/>
          </a:xfrm>
          <a:prstGeom prst="rect">
            <a:avLst/>
          </a:prstGeom>
          <a:noFill/>
          <a:ln/>
        </p:spPr>
        <p:txBody>
          <a:bodyPr wrap="square" lIns="0" tIns="0" rIns="0" bIns="0" rtlCol="0" anchor="ctr"/>
          <a:lstStyle/>
          <a:p>
            <a:pPr algn="l" indent="0" marL="0">
              <a:buNone/>
            </a:pPr>
            <a:r>
              <a:rPr lang="en-US" sz="1500" b="1" dirty="0">
                <a:solidFill>
                  <a:schemeClr val="tx1"/>
                </a:solidFill>
              </a:rPr>
              <a:t>als een → als</a:t>
            </a:r>
            <a:endParaRPr lang="en-US" sz="1500" dirty="0"/>
          </a:p>
        </p:txBody>
      </p:sp>
      <p:sp>
        <p:nvSpPr>
          <p:cNvPr id="42" name="Text 33"/>
          <p:cNvSpPr txBox="1"/>
          <p:nvPr/>
        </p:nvSpPr>
        <p:spPr>
          <a:xfrm>
            <a:off x="5330952" y="5279136"/>
            <a:ext cx="548640" cy="420624"/>
          </a:xfrm>
          <a:prstGeom prst="rect">
            <a:avLst/>
          </a:prstGeom>
          <a:noFill/>
          <a:ln/>
        </p:spPr>
        <p:txBody>
          <a:bodyPr wrap="square" lIns="0" tIns="0" rIns="0" bIns="0" rtlCol="0" anchor="ctr"/>
          <a:lstStyle/>
          <a:p>
            <a:pPr algn="r" indent="0" marL="0">
              <a:buNone/>
            </a:pPr>
            <a:r>
              <a:rPr lang="en-US" sz="1300" i="1" dirty="0">
                <a:solidFill>
                  <a:schemeClr val="accent5"/>
                </a:solidFill>
              </a:rPr>
              <a:t>d. 8</a:t>
            </a:r>
            <a:endParaRPr lang="en-US" sz="1300" dirty="0"/>
          </a:p>
        </p:txBody>
      </p:sp>
      <p:sp>
        <p:nvSpPr>
          <p:cNvPr id="43" name="Shape 34"/>
          <p:cNvSpPr/>
          <p:nvPr/>
        </p:nvSpPr>
        <p:spPr>
          <a:xfrm>
            <a:off x="6044184" y="5279136"/>
            <a:ext cx="2752344" cy="420624"/>
          </a:xfrm>
          <a:prstGeom prst="roundRect">
            <a:avLst>
              <a:gd name="adj" fmla="val 17391"/>
            </a:avLst>
          </a:prstGeom>
          <a:solidFill>
            <a:schemeClr val="bg2"/>
          </a:solidFill>
          <a:ln w="12700">
            <a:solidFill>
              <a:srgbClr val="D5DCE6"/>
            </a:solidFill>
            <a:prstDash val="solid"/>
          </a:ln>
        </p:spPr>
      </p:sp>
      <p:sp>
        <p:nvSpPr>
          <p:cNvPr id="44" name="Shape 35"/>
          <p:cNvSpPr/>
          <p:nvPr/>
        </p:nvSpPr>
        <p:spPr>
          <a:xfrm>
            <a:off x="6108192" y="5334000"/>
            <a:ext cx="310896" cy="310896"/>
          </a:xfrm>
          <a:prstGeom prst="ellipse">
            <a:avLst/>
          </a:prstGeom>
          <a:solidFill>
            <a:schemeClr val="accent6"/>
          </a:solidFill>
          <a:ln w="12700">
            <a:solidFill>
              <a:srgbClr val="FFFFFF">
                <a:alpha val="0"/>
              </a:srgbClr>
            </a:solidFill>
            <a:prstDash val="solid"/>
          </a:ln>
        </p:spPr>
      </p:sp>
      <p:sp>
        <p:nvSpPr>
          <p:cNvPr id="45" name="Text 36"/>
          <p:cNvSpPr txBox="1"/>
          <p:nvPr/>
        </p:nvSpPr>
        <p:spPr>
          <a:xfrm>
            <a:off x="6108192" y="53340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6" name="Text 37"/>
          <p:cNvSpPr txBox="1"/>
          <p:nvPr/>
        </p:nvSpPr>
        <p:spPr>
          <a:xfrm>
            <a:off x="6501384" y="5279136"/>
            <a:ext cx="1700784" cy="420624"/>
          </a:xfrm>
          <a:prstGeom prst="rect">
            <a:avLst/>
          </a:prstGeom>
          <a:noFill/>
          <a:ln/>
        </p:spPr>
        <p:txBody>
          <a:bodyPr wrap="square" lIns="0" tIns="0" rIns="0" bIns="0" rtlCol="0" anchor="ctr"/>
          <a:lstStyle/>
          <a:p>
            <a:pPr algn="l" indent="0" marL="0">
              <a:buNone/>
            </a:pPr>
            <a:r>
              <a:rPr lang="en-US" sz="1500" b="1" dirty="0">
                <a:solidFill>
                  <a:schemeClr val="tx1"/>
                </a:solidFill>
              </a:rPr>
              <a:t>van → uit</a:t>
            </a:r>
            <a:endParaRPr lang="en-US" sz="1500" dirty="0"/>
          </a:p>
        </p:txBody>
      </p:sp>
      <p:sp>
        <p:nvSpPr>
          <p:cNvPr id="47" name="Text 38"/>
          <p:cNvSpPr txBox="1"/>
          <p:nvPr/>
        </p:nvSpPr>
        <p:spPr>
          <a:xfrm>
            <a:off x="8174736" y="5279136"/>
            <a:ext cx="548640" cy="420624"/>
          </a:xfrm>
          <a:prstGeom prst="rect">
            <a:avLst/>
          </a:prstGeom>
          <a:noFill/>
          <a:ln/>
        </p:spPr>
        <p:txBody>
          <a:bodyPr wrap="square" lIns="0" tIns="0" rIns="0" bIns="0" rtlCol="0" anchor="ctr"/>
          <a:lstStyle/>
          <a:p>
            <a:pPr algn="r" indent="0" marL="0">
              <a:buNone/>
            </a:pPr>
            <a:r>
              <a:rPr lang="en-US" sz="1300" i="1" dirty="0">
                <a:solidFill>
                  <a:schemeClr val="accent5"/>
                </a:solidFill>
              </a:rPr>
              <a:t>d. 14</a:t>
            </a:r>
            <a:endParaRPr lang="en-US" sz="1300" dirty="0"/>
          </a:p>
        </p:txBody>
      </p:sp>
      <p:sp>
        <p:nvSpPr>
          <p:cNvPr id="48" name="Shape 39"/>
          <p:cNvSpPr/>
          <p:nvPr/>
        </p:nvSpPr>
        <p:spPr>
          <a:xfrm>
            <a:off x="8887968" y="5279136"/>
            <a:ext cx="2752344" cy="420624"/>
          </a:xfrm>
          <a:prstGeom prst="roundRect">
            <a:avLst>
              <a:gd name="adj" fmla="val 17391"/>
            </a:avLst>
          </a:prstGeom>
          <a:solidFill>
            <a:schemeClr val="bg2"/>
          </a:solidFill>
          <a:ln w="12700">
            <a:solidFill>
              <a:srgbClr val="D5DCE6"/>
            </a:solidFill>
            <a:prstDash val="solid"/>
          </a:ln>
        </p:spPr>
      </p:sp>
      <p:sp>
        <p:nvSpPr>
          <p:cNvPr id="49" name="Shape 40"/>
          <p:cNvSpPr/>
          <p:nvPr/>
        </p:nvSpPr>
        <p:spPr>
          <a:xfrm>
            <a:off x="8951976" y="5334000"/>
            <a:ext cx="310896" cy="310896"/>
          </a:xfrm>
          <a:prstGeom prst="ellipse">
            <a:avLst/>
          </a:prstGeom>
          <a:solidFill>
            <a:schemeClr val="accent6"/>
          </a:solidFill>
          <a:ln w="12700">
            <a:solidFill>
              <a:srgbClr val="FFFFFF">
                <a:alpha val="0"/>
              </a:srgbClr>
            </a:solidFill>
            <a:prstDash val="solid"/>
          </a:ln>
        </p:spPr>
      </p:sp>
      <p:sp>
        <p:nvSpPr>
          <p:cNvPr id="50" name="Text 41"/>
          <p:cNvSpPr txBox="1"/>
          <p:nvPr/>
        </p:nvSpPr>
        <p:spPr>
          <a:xfrm>
            <a:off x="8951976" y="533400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51" name="Text 42"/>
          <p:cNvSpPr txBox="1"/>
          <p:nvPr/>
        </p:nvSpPr>
        <p:spPr>
          <a:xfrm>
            <a:off x="9345168" y="5279136"/>
            <a:ext cx="1700784" cy="420624"/>
          </a:xfrm>
          <a:prstGeom prst="rect">
            <a:avLst/>
          </a:prstGeom>
          <a:noFill/>
          <a:ln/>
        </p:spPr>
        <p:txBody>
          <a:bodyPr wrap="square" lIns="0" tIns="0" rIns="0" bIns="0" rtlCol="0" anchor="ctr"/>
          <a:lstStyle/>
          <a:p>
            <a:pPr algn="l" indent="0" marL="0">
              <a:buNone/>
            </a:pPr>
            <a:r>
              <a:rPr lang="en-US" sz="1500" b="1" dirty="0">
                <a:solidFill>
                  <a:schemeClr val="tx1"/>
                </a:solidFill>
              </a:rPr>
              <a:t>sprek → spreek</a:t>
            </a:r>
            <a:endParaRPr lang="en-US" sz="1500" dirty="0"/>
          </a:p>
        </p:txBody>
      </p:sp>
      <p:sp>
        <p:nvSpPr>
          <p:cNvPr id="52" name="Text 43"/>
          <p:cNvSpPr txBox="1"/>
          <p:nvPr/>
        </p:nvSpPr>
        <p:spPr>
          <a:xfrm>
            <a:off x="11018520" y="5279136"/>
            <a:ext cx="548640" cy="420624"/>
          </a:xfrm>
          <a:prstGeom prst="rect">
            <a:avLst/>
          </a:prstGeom>
          <a:noFill/>
          <a:ln/>
        </p:spPr>
        <p:txBody>
          <a:bodyPr wrap="square" lIns="0" tIns="0" rIns="0" bIns="0" rtlCol="0" anchor="ctr"/>
          <a:lstStyle/>
          <a:p>
            <a:pPr algn="r" indent="0" marL="0">
              <a:buNone/>
            </a:pPr>
            <a:r>
              <a:rPr lang="en-US" sz="1300" i="1" dirty="0">
                <a:solidFill>
                  <a:schemeClr val="accent5"/>
                </a:solidFill>
              </a:rPr>
              <a:t>M1</a:t>
            </a:r>
            <a:endParaRPr lang="en-US" sz="1300" dirty="0"/>
          </a:p>
        </p:txBody>
      </p:sp>
      <p:sp>
        <p:nvSpPr>
          <p:cNvPr id="53" name="Shape 44"/>
          <p:cNvSpPr/>
          <p:nvPr/>
        </p:nvSpPr>
        <p:spPr>
          <a:xfrm>
            <a:off x="3200400" y="5772912"/>
            <a:ext cx="2752344" cy="420624"/>
          </a:xfrm>
          <a:prstGeom prst="roundRect">
            <a:avLst>
              <a:gd name="adj" fmla="val 17391"/>
            </a:avLst>
          </a:prstGeom>
          <a:solidFill>
            <a:schemeClr val="bg2"/>
          </a:solidFill>
          <a:ln w="12700">
            <a:solidFill>
              <a:srgbClr val="D5DCE6"/>
            </a:solidFill>
            <a:prstDash val="solid"/>
          </a:ln>
        </p:spPr>
      </p:sp>
      <p:sp>
        <p:nvSpPr>
          <p:cNvPr id="54" name="Shape 45"/>
          <p:cNvSpPr/>
          <p:nvPr/>
        </p:nvSpPr>
        <p:spPr>
          <a:xfrm>
            <a:off x="3264408" y="5827776"/>
            <a:ext cx="310896" cy="310896"/>
          </a:xfrm>
          <a:prstGeom prst="ellipse">
            <a:avLst/>
          </a:prstGeom>
          <a:solidFill>
            <a:schemeClr val="accent6"/>
          </a:solidFill>
          <a:ln w="12700">
            <a:solidFill>
              <a:srgbClr val="FFFFFF">
                <a:alpha val="0"/>
              </a:srgbClr>
            </a:solidFill>
            <a:prstDash val="solid"/>
          </a:ln>
        </p:spPr>
      </p:sp>
      <p:sp>
        <p:nvSpPr>
          <p:cNvPr id="55" name="Text 46"/>
          <p:cNvSpPr txBox="1"/>
          <p:nvPr/>
        </p:nvSpPr>
        <p:spPr>
          <a:xfrm>
            <a:off x="3264408" y="582777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56" name="Text 47"/>
          <p:cNvSpPr txBox="1"/>
          <p:nvPr/>
        </p:nvSpPr>
        <p:spPr>
          <a:xfrm>
            <a:off x="3657600" y="5772912"/>
            <a:ext cx="1700784" cy="420624"/>
          </a:xfrm>
          <a:prstGeom prst="rect">
            <a:avLst/>
          </a:prstGeom>
          <a:noFill/>
          <a:ln/>
        </p:spPr>
        <p:txBody>
          <a:bodyPr wrap="square" lIns="0" tIns="0" rIns="0" bIns="0" rtlCol="0" anchor="ctr"/>
          <a:lstStyle/>
          <a:p>
            <a:pPr algn="l" indent="0" marL="0">
              <a:buNone/>
            </a:pPr>
            <a:r>
              <a:rPr lang="en-US" sz="1200" b="1" dirty="0">
                <a:solidFill>
                  <a:schemeClr val="tx1"/>
                </a:solidFill>
              </a:rPr>
              <a:t>Neederlands → Nederlands</a:t>
            </a:r>
            <a:endParaRPr lang="en-US" sz="1200" dirty="0"/>
          </a:p>
        </p:txBody>
      </p:sp>
      <p:sp>
        <p:nvSpPr>
          <p:cNvPr id="57" name="Text 48"/>
          <p:cNvSpPr txBox="1"/>
          <p:nvPr/>
        </p:nvSpPr>
        <p:spPr>
          <a:xfrm>
            <a:off x="5330952" y="5772912"/>
            <a:ext cx="548640" cy="420624"/>
          </a:xfrm>
          <a:prstGeom prst="rect">
            <a:avLst/>
          </a:prstGeom>
          <a:noFill/>
          <a:ln/>
        </p:spPr>
        <p:txBody>
          <a:bodyPr wrap="square" lIns="0" tIns="0" rIns="0" bIns="0" rtlCol="0" anchor="ctr"/>
          <a:lstStyle/>
          <a:p>
            <a:pPr algn="r" indent="0" marL="0">
              <a:buNone/>
            </a:pPr>
            <a:r>
              <a:rPr lang="en-US" sz="1300" i="1" dirty="0">
                <a:solidFill>
                  <a:schemeClr val="accent5"/>
                </a:solidFill>
              </a:rPr>
              <a:t>M1</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Familier → poli</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Posez la même question poliment : je → u.</a:t>
            </a:r>
            <a:endParaRPr lang="en-US" sz="1700" dirty="0"/>
          </a:p>
        </p:txBody>
      </p:sp>
      <p:pic>
        <p:nvPicPr>
          <p:cNvPr id="8" name="Image 1" descr="UserFriends">    </p:cNvPr>
          <p:cNvPicPr>
            <a:picLocks noChangeAspect="1"/>
          </p:cNvPicPr>
          <p:nvPr/>
        </p:nvPicPr>
        <p:blipFill>
          <a:blip r:embed="rId2"/>
          <a:stretch>
            <a:fillRect/>
          </a:stretch>
        </p:blipFill>
        <p:spPr>
          <a:xfrm>
            <a:off x="1051560" y="1950720"/>
            <a:ext cx="329184" cy="329184"/>
          </a:xfrm>
          <a:prstGeom prst="rect">
            <a:avLst/>
          </a:prstGeom>
        </p:spPr>
      </p:pic>
      <p:sp>
        <p:nvSpPr>
          <p:cNvPr id="9" name="Text 4"/>
          <p:cNvSpPr txBox="1"/>
          <p:nvPr/>
        </p:nvSpPr>
        <p:spPr>
          <a:xfrm>
            <a:off x="1463040" y="1932432"/>
            <a:ext cx="2743200" cy="365760"/>
          </a:xfrm>
          <a:prstGeom prst="rect">
            <a:avLst/>
          </a:prstGeom>
          <a:noFill/>
          <a:ln/>
        </p:spPr>
        <p:txBody>
          <a:bodyPr wrap="square" lIns="0" tIns="0" rIns="0" bIns="0" rtlCol="0" anchor="ctr"/>
          <a:lstStyle/>
          <a:p>
            <a:pPr algn="l" indent="0" marL="0">
              <a:buNone/>
            </a:pPr>
            <a:r>
              <a:rPr lang="en-US" sz="1500" b="1" dirty="0">
                <a:solidFill>
                  <a:schemeClr val="accent5"/>
                </a:solidFill>
              </a:rPr>
              <a:t>informeel · je</a:t>
            </a:r>
            <a:endParaRPr lang="en-US" sz="1500" dirty="0"/>
          </a:p>
        </p:txBody>
      </p:sp>
      <p:pic>
        <p:nvPicPr>
          <p:cNvPr id="10" name="Image 2" descr="ConciergeBell">    </p:cNvPr>
          <p:cNvPicPr>
            <a:picLocks noChangeAspect="1"/>
          </p:cNvPicPr>
          <p:nvPr/>
        </p:nvPicPr>
        <p:blipFill>
          <a:blip r:embed="rId3"/>
          <a:stretch>
            <a:fillRect/>
          </a:stretch>
        </p:blipFill>
        <p:spPr>
          <a:xfrm>
            <a:off x="6949440" y="1950720"/>
            <a:ext cx="329184" cy="329184"/>
          </a:xfrm>
          <a:prstGeom prst="rect">
            <a:avLst/>
          </a:prstGeom>
        </p:spPr>
      </p:pic>
      <p:sp>
        <p:nvSpPr>
          <p:cNvPr id="11" name="Text 5"/>
          <p:cNvSpPr txBox="1"/>
          <p:nvPr/>
        </p:nvSpPr>
        <p:spPr>
          <a:xfrm>
            <a:off x="7360920" y="1932432"/>
            <a:ext cx="2743200" cy="365760"/>
          </a:xfrm>
          <a:prstGeom prst="rect">
            <a:avLst/>
          </a:prstGeom>
          <a:noFill/>
          <a:ln/>
        </p:spPr>
        <p:txBody>
          <a:bodyPr wrap="square" lIns="0" tIns="0" rIns="0" bIns="0" rtlCol="0" anchor="ctr"/>
          <a:lstStyle/>
          <a:p>
            <a:pPr algn="l" indent="0" marL="0">
              <a:buNone/>
            </a:pPr>
            <a:r>
              <a:rPr lang="en-US" sz="1500" b="1" dirty="0">
                <a:solidFill>
                  <a:schemeClr val="tx2"/>
                </a:solidFill>
              </a:rPr>
              <a:t>formeel · u</a:t>
            </a:r>
            <a:endParaRPr lang="en-US" sz="1500" dirty="0"/>
          </a:p>
        </p:txBody>
      </p:sp>
      <p:sp>
        <p:nvSpPr>
          <p:cNvPr id="12" name="Shape 6"/>
          <p:cNvSpPr/>
          <p:nvPr/>
        </p:nvSpPr>
        <p:spPr>
          <a:xfrm>
            <a:off x="548640" y="2408873"/>
            <a:ext cx="347472" cy="347472"/>
          </a:xfrm>
          <a:prstGeom prst="ellipse">
            <a:avLst/>
          </a:prstGeom>
          <a:solidFill>
            <a:schemeClr val="accent5"/>
          </a:solidFill>
          <a:ln w="12700">
            <a:solidFill>
              <a:srgbClr val="FFFFFF">
                <a:alpha val="0"/>
              </a:srgbClr>
            </a:solidFill>
            <a:prstDash val="solid"/>
          </a:ln>
        </p:spPr>
      </p:sp>
      <p:sp>
        <p:nvSpPr>
          <p:cNvPr id="13" name="Text 7"/>
          <p:cNvSpPr txBox="1"/>
          <p:nvPr/>
        </p:nvSpPr>
        <p:spPr>
          <a:xfrm>
            <a:off x="548640" y="2408873"/>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Shape 8"/>
          <p:cNvSpPr/>
          <p:nvPr/>
        </p:nvSpPr>
        <p:spPr>
          <a:xfrm>
            <a:off x="1005840" y="2371344"/>
            <a:ext cx="4251960" cy="422529"/>
          </a:xfrm>
          <a:prstGeom prst="roundRect">
            <a:avLst>
              <a:gd name="adj" fmla="val 21641"/>
            </a:avLst>
          </a:prstGeom>
          <a:solidFill>
            <a:srgbClr val="E3E7ED"/>
          </a:solidFill>
          <a:ln w="12700">
            <a:solidFill>
              <a:srgbClr val="FFFFFF">
                <a:alpha val="0"/>
              </a:srgbClr>
            </a:solidFill>
            <a:prstDash val="solid"/>
          </a:ln>
        </p:spPr>
      </p:sp>
      <p:sp>
        <p:nvSpPr>
          <p:cNvPr id="15" name="Text 9"/>
          <p:cNvSpPr txBox="1"/>
          <p:nvPr/>
        </p:nvSpPr>
        <p:spPr>
          <a:xfrm>
            <a:off x="1188720" y="2371344"/>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Hoe heet je?</a:t>
            </a:r>
            <a:endParaRPr lang="en-US" sz="1900" dirty="0"/>
          </a:p>
        </p:txBody>
      </p:sp>
      <p:sp>
        <p:nvSpPr>
          <p:cNvPr id="16" name="Text 10"/>
          <p:cNvSpPr/>
          <p:nvPr/>
        </p:nvSpPr>
        <p:spPr>
          <a:xfrm>
            <a:off x="5394960" y="2399728"/>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17" name="Shape 11"/>
          <p:cNvSpPr/>
          <p:nvPr/>
        </p:nvSpPr>
        <p:spPr>
          <a:xfrm>
            <a:off x="6903720" y="2371344"/>
            <a:ext cx="4736592" cy="422529"/>
          </a:xfrm>
          <a:prstGeom prst="roundRect">
            <a:avLst>
              <a:gd name="adj" fmla="val 21641"/>
            </a:avLst>
          </a:prstGeom>
          <a:solidFill>
            <a:schemeClr val="tx2"/>
          </a:solidFill>
          <a:ln w="12700">
            <a:solidFill>
              <a:srgbClr val="FFFFFF">
                <a:alpha val="0"/>
              </a:srgbClr>
            </a:solidFill>
            <a:prstDash val="solid"/>
          </a:ln>
        </p:spPr>
      </p:sp>
      <p:sp>
        <p:nvSpPr>
          <p:cNvPr id="18" name="Shape 12"/>
          <p:cNvSpPr/>
          <p:nvPr/>
        </p:nvSpPr>
        <p:spPr>
          <a:xfrm>
            <a:off x="7132320" y="2684145"/>
            <a:ext cx="4251960" cy="914"/>
          </a:xfrm>
          <a:prstGeom prst="line">
            <a:avLst/>
          </a:prstGeom>
          <a:noFill/>
          <a:ln w="12700">
            <a:solidFill>
              <a:srgbClr val="8FA3BF"/>
            </a:solidFill>
            <a:prstDash val="sysDot"/>
          </a:ln>
        </p:spPr>
      </p:sp>
      <p:sp>
        <p:nvSpPr>
          <p:cNvPr id="19" name="Shape 13"/>
          <p:cNvSpPr/>
          <p:nvPr/>
        </p:nvSpPr>
        <p:spPr>
          <a:xfrm>
            <a:off x="548640" y="2895409"/>
            <a:ext cx="347472" cy="347472"/>
          </a:xfrm>
          <a:prstGeom prst="ellipse">
            <a:avLst/>
          </a:prstGeom>
          <a:solidFill>
            <a:schemeClr val="accent5"/>
          </a:solidFill>
          <a:ln w="12700">
            <a:solidFill>
              <a:srgbClr val="FFFFFF">
                <a:alpha val="0"/>
              </a:srgbClr>
            </a:solidFill>
            <a:prstDash val="solid"/>
          </a:ln>
        </p:spPr>
      </p:sp>
      <p:sp>
        <p:nvSpPr>
          <p:cNvPr id="20" name="Text 14"/>
          <p:cNvSpPr txBox="1"/>
          <p:nvPr/>
        </p:nvSpPr>
        <p:spPr>
          <a:xfrm>
            <a:off x="548640" y="2895409"/>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1" name="Shape 15"/>
          <p:cNvSpPr/>
          <p:nvPr/>
        </p:nvSpPr>
        <p:spPr>
          <a:xfrm>
            <a:off x="1005840" y="2857881"/>
            <a:ext cx="4251960" cy="422529"/>
          </a:xfrm>
          <a:prstGeom prst="roundRect">
            <a:avLst>
              <a:gd name="adj" fmla="val 21641"/>
            </a:avLst>
          </a:prstGeom>
          <a:solidFill>
            <a:srgbClr val="E3E7ED"/>
          </a:solidFill>
          <a:ln w="12700">
            <a:solidFill>
              <a:srgbClr val="FFFFFF">
                <a:alpha val="0"/>
              </a:srgbClr>
            </a:solidFill>
            <a:prstDash val="solid"/>
          </a:ln>
        </p:spPr>
      </p:sp>
      <p:sp>
        <p:nvSpPr>
          <p:cNvPr id="22" name="Text 16"/>
          <p:cNvSpPr txBox="1"/>
          <p:nvPr/>
        </p:nvSpPr>
        <p:spPr>
          <a:xfrm>
            <a:off x="1188720" y="2857881"/>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Waar woon je?</a:t>
            </a:r>
            <a:endParaRPr lang="en-US" sz="1900" dirty="0"/>
          </a:p>
        </p:txBody>
      </p:sp>
      <p:sp>
        <p:nvSpPr>
          <p:cNvPr id="23" name="Text 17"/>
          <p:cNvSpPr/>
          <p:nvPr/>
        </p:nvSpPr>
        <p:spPr>
          <a:xfrm>
            <a:off x="5394960" y="2886265"/>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24" name="Shape 18"/>
          <p:cNvSpPr/>
          <p:nvPr/>
        </p:nvSpPr>
        <p:spPr>
          <a:xfrm>
            <a:off x="6903720" y="2857881"/>
            <a:ext cx="4736592" cy="422529"/>
          </a:xfrm>
          <a:prstGeom prst="roundRect">
            <a:avLst>
              <a:gd name="adj" fmla="val 21641"/>
            </a:avLst>
          </a:prstGeom>
          <a:solidFill>
            <a:schemeClr val="tx2"/>
          </a:solidFill>
          <a:ln w="12700">
            <a:solidFill>
              <a:srgbClr val="FFFFFF">
                <a:alpha val="0"/>
              </a:srgbClr>
            </a:solidFill>
            <a:prstDash val="solid"/>
          </a:ln>
        </p:spPr>
      </p:sp>
      <p:sp>
        <p:nvSpPr>
          <p:cNvPr id="25" name="Shape 19"/>
          <p:cNvSpPr/>
          <p:nvPr/>
        </p:nvSpPr>
        <p:spPr>
          <a:xfrm>
            <a:off x="7132320" y="3170682"/>
            <a:ext cx="4251960" cy="914"/>
          </a:xfrm>
          <a:prstGeom prst="line">
            <a:avLst/>
          </a:prstGeom>
          <a:noFill/>
          <a:ln w="12700">
            <a:solidFill>
              <a:srgbClr val="8FA3BF"/>
            </a:solidFill>
            <a:prstDash val="sysDot"/>
          </a:ln>
        </p:spPr>
      </p:sp>
      <p:sp>
        <p:nvSpPr>
          <p:cNvPr id="26" name="Shape 20"/>
          <p:cNvSpPr/>
          <p:nvPr/>
        </p:nvSpPr>
        <p:spPr>
          <a:xfrm>
            <a:off x="548640" y="3381946"/>
            <a:ext cx="347472" cy="347472"/>
          </a:xfrm>
          <a:prstGeom prst="ellipse">
            <a:avLst/>
          </a:prstGeom>
          <a:solidFill>
            <a:schemeClr val="accent5"/>
          </a:solidFill>
          <a:ln w="12700">
            <a:solidFill>
              <a:srgbClr val="FFFFFF">
                <a:alpha val="0"/>
              </a:srgbClr>
            </a:solidFill>
            <a:prstDash val="solid"/>
          </a:ln>
        </p:spPr>
      </p:sp>
      <p:sp>
        <p:nvSpPr>
          <p:cNvPr id="27" name="Text 21"/>
          <p:cNvSpPr txBox="1"/>
          <p:nvPr/>
        </p:nvSpPr>
        <p:spPr>
          <a:xfrm>
            <a:off x="548640" y="338194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8" name="Shape 22"/>
          <p:cNvSpPr/>
          <p:nvPr/>
        </p:nvSpPr>
        <p:spPr>
          <a:xfrm>
            <a:off x="1005840" y="3344418"/>
            <a:ext cx="4251960" cy="422529"/>
          </a:xfrm>
          <a:prstGeom prst="roundRect">
            <a:avLst>
              <a:gd name="adj" fmla="val 21641"/>
            </a:avLst>
          </a:prstGeom>
          <a:solidFill>
            <a:srgbClr val="E3E7ED"/>
          </a:solidFill>
          <a:ln w="12700">
            <a:solidFill>
              <a:srgbClr val="FFFFFF">
                <a:alpha val="0"/>
              </a:srgbClr>
            </a:solidFill>
            <a:prstDash val="solid"/>
          </a:ln>
        </p:spPr>
      </p:sp>
      <p:sp>
        <p:nvSpPr>
          <p:cNvPr id="29" name="Text 23"/>
          <p:cNvSpPr txBox="1"/>
          <p:nvPr/>
        </p:nvSpPr>
        <p:spPr>
          <a:xfrm>
            <a:off x="1188720" y="3344418"/>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Spreek je Nederlands?</a:t>
            </a:r>
            <a:endParaRPr lang="en-US" sz="1900" dirty="0"/>
          </a:p>
        </p:txBody>
      </p:sp>
      <p:sp>
        <p:nvSpPr>
          <p:cNvPr id="30" name="Text 24"/>
          <p:cNvSpPr/>
          <p:nvPr/>
        </p:nvSpPr>
        <p:spPr>
          <a:xfrm>
            <a:off x="5394960" y="3372802"/>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31" name="Shape 25"/>
          <p:cNvSpPr/>
          <p:nvPr/>
        </p:nvSpPr>
        <p:spPr>
          <a:xfrm>
            <a:off x="6903720" y="3344418"/>
            <a:ext cx="4736592" cy="422529"/>
          </a:xfrm>
          <a:prstGeom prst="roundRect">
            <a:avLst>
              <a:gd name="adj" fmla="val 21641"/>
            </a:avLst>
          </a:prstGeom>
          <a:solidFill>
            <a:schemeClr val="tx2"/>
          </a:solidFill>
          <a:ln w="12700">
            <a:solidFill>
              <a:srgbClr val="FFFFFF">
                <a:alpha val="0"/>
              </a:srgbClr>
            </a:solidFill>
            <a:prstDash val="solid"/>
          </a:ln>
        </p:spPr>
      </p:sp>
      <p:sp>
        <p:nvSpPr>
          <p:cNvPr id="32" name="Shape 26"/>
          <p:cNvSpPr/>
          <p:nvPr/>
        </p:nvSpPr>
        <p:spPr>
          <a:xfrm>
            <a:off x="7132320" y="3657219"/>
            <a:ext cx="4251960" cy="914"/>
          </a:xfrm>
          <a:prstGeom prst="line">
            <a:avLst/>
          </a:prstGeom>
          <a:noFill/>
          <a:ln w="12700">
            <a:solidFill>
              <a:srgbClr val="8FA3BF"/>
            </a:solidFill>
            <a:prstDash val="sysDot"/>
          </a:ln>
        </p:spPr>
      </p:sp>
      <p:sp>
        <p:nvSpPr>
          <p:cNvPr id="33" name="Shape 27"/>
          <p:cNvSpPr/>
          <p:nvPr/>
        </p:nvSpPr>
        <p:spPr>
          <a:xfrm>
            <a:off x="548640" y="3868484"/>
            <a:ext cx="347472" cy="347472"/>
          </a:xfrm>
          <a:prstGeom prst="ellipse">
            <a:avLst/>
          </a:prstGeom>
          <a:solidFill>
            <a:schemeClr val="accent5"/>
          </a:solidFill>
          <a:ln w="12700">
            <a:solidFill>
              <a:srgbClr val="FFFFFF">
                <a:alpha val="0"/>
              </a:srgbClr>
            </a:solidFill>
            <a:prstDash val="solid"/>
          </a:ln>
        </p:spPr>
      </p:sp>
      <p:sp>
        <p:nvSpPr>
          <p:cNvPr id="34" name="Text 28"/>
          <p:cNvSpPr txBox="1"/>
          <p:nvPr/>
        </p:nvSpPr>
        <p:spPr>
          <a:xfrm>
            <a:off x="548640" y="386848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5" name="Shape 29"/>
          <p:cNvSpPr/>
          <p:nvPr/>
        </p:nvSpPr>
        <p:spPr>
          <a:xfrm>
            <a:off x="1005840" y="3830955"/>
            <a:ext cx="4251960" cy="422529"/>
          </a:xfrm>
          <a:prstGeom prst="roundRect">
            <a:avLst>
              <a:gd name="adj" fmla="val 21641"/>
            </a:avLst>
          </a:prstGeom>
          <a:solidFill>
            <a:srgbClr val="E3E7ED"/>
          </a:solidFill>
          <a:ln w="12700">
            <a:solidFill>
              <a:srgbClr val="FFFFFF">
                <a:alpha val="0"/>
              </a:srgbClr>
            </a:solidFill>
            <a:prstDash val="solid"/>
          </a:ln>
        </p:spPr>
      </p:sp>
      <p:sp>
        <p:nvSpPr>
          <p:cNvPr id="36" name="Text 30"/>
          <p:cNvSpPr txBox="1"/>
          <p:nvPr/>
        </p:nvSpPr>
        <p:spPr>
          <a:xfrm>
            <a:off x="1188720" y="3830955"/>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Ben je getrouwd?</a:t>
            </a:r>
            <a:endParaRPr lang="en-US" sz="1900" dirty="0"/>
          </a:p>
        </p:txBody>
      </p:sp>
      <p:sp>
        <p:nvSpPr>
          <p:cNvPr id="37" name="Text 31"/>
          <p:cNvSpPr/>
          <p:nvPr/>
        </p:nvSpPr>
        <p:spPr>
          <a:xfrm>
            <a:off x="5394960" y="3859340"/>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38" name="Shape 32"/>
          <p:cNvSpPr/>
          <p:nvPr/>
        </p:nvSpPr>
        <p:spPr>
          <a:xfrm>
            <a:off x="6903720" y="3830955"/>
            <a:ext cx="4736592" cy="422529"/>
          </a:xfrm>
          <a:prstGeom prst="roundRect">
            <a:avLst>
              <a:gd name="adj" fmla="val 21641"/>
            </a:avLst>
          </a:prstGeom>
          <a:solidFill>
            <a:schemeClr val="tx2"/>
          </a:solidFill>
          <a:ln w="12700">
            <a:solidFill>
              <a:srgbClr val="FFFFFF">
                <a:alpha val="0"/>
              </a:srgbClr>
            </a:solidFill>
            <a:prstDash val="solid"/>
          </a:ln>
        </p:spPr>
      </p:sp>
      <p:sp>
        <p:nvSpPr>
          <p:cNvPr id="39" name="Shape 33"/>
          <p:cNvSpPr/>
          <p:nvPr/>
        </p:nvSpPr>
        <p:spPr>
          <a:xfrm>
            <a:off x="7132320" y="4143756"/>
            <a:ext cx="4251960" cy="914"/>
          </a:xfrm>
          <a:prstGeom prst="line">
            <a:avLst/>
          </a:prstGeom>
          <a:noFill/>
          <a:ln w="12700">
            <a:solidFill>
              <a:srgbClr val="8FA3BF"/>
            </a:solidFill>
            <a:prstDash val="sysDot"/>
          </a:ln>
        </p:spPr>
      </p:sp>
      <p:sp>
        <p:nvSpPr>
          <p:cNvPr id="40" name="Shape 34"/>
          <p:cNvSpPr/>
          <p:nvPr/>
        </p:nvSpPr>
        <p:spPr>
          <a:xfrm>
            <a:off x="548640" y="4355020"/>
            <a:ext cx="347472" cy="347472"/>
          </a:xfrm>
          <a:prstGeom prst="ellipse">
            <a:avLst/>
          </a:prstGeom>
          <a:solidFill>
            <a:schemeClr val="accent5"/>
          </a:solidFill>
          <a:ln w="12700">
            <a:solidFill>
              <a:srgbClr val="FFFFFF">
                <a:alpha val="0"/>
              </a:srgbClr>
            </a:solidFill>
            <a:prstDash val="solid"/>
          </a:ln>
        </p:spPr>
      </p:sp>
      <p:sp>
        <p:nvSpPr>
          <p:cNvPr id="41" name="Text 35"/>
          <p:cNvSpPr txBox="1"/>
          <p:nvPr/>
        </p:nvSpPr>
        <p:spPr>
          <a:xfrm>
            <a:off x="548640" y="435502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2" name="Shape 36"/>
          <p:cNvSpPr/>
          <p:nvPr/>
        </p:nvSpPr>
        <p:spPr>
          <a:xfrm>
            <a:off x="1005840" y="4317492"/>
            <a:ext cx="4251960" cy="422529"/>
          </a:xfrm>
          <a:prstGeom prst="roundRect">
            <a:avLst>
              <a:gd name="adj" fmla="val 21641"/>
            </a:avLst>
          </a:prstGeom>
          <a:solidFill>
            <a:srgbClr val="E3E7ED"/>
          </a:solidFill>
          <a:ln w="12700">
            <a:solidFill>
              <a:srgbClr val="FFFFFF">
                <a:alpha val="0"/>
              </a:srgbClr>
            </a:solidFill>
            <a:prstDash val="solid"/>
          </a:ln>
        </p:spPr>
      </p:sp>
      <p:sp>
        <p:nvSpPr>
          <p:cNvPr id="43" name="Text 37"/>
          <p:cNvSpPr txBox="1"/>
          <p:nvPr/>
        </p:nvSpPr>
        <p:spPr>
          <a:xfrm>
            <a:off x="1188720" y="4317492"/>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Heb je kinderen?</a:t>
            </a:r>
            <a:endParaRPr lang="en-US" sz="1900" dirty="0"/>
          </a:p>
        </p:txBody>
      </p:sp>
      <p:sp>
        <p:nvSpPr>
          <p:cNvPr id="44" name="Text 38"/>
          <p:cNvSpPr/>
          <p:nvPr/>
        </p:nvSpPr>
        <p:spPr>
          <a:xfrm>
            <a:off x="5394960" y="4345876"/>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45" name="Shape 39"/>
          <p:cNvSpPr/>
          <p:nvPr/>
        </p:nvSpPr>
        <p:spPr>
          <a:xfrm>
            <a:off x="6903720" y="4317492"/>
            <a:ext cx="4736592" cy="422529"/>
          </a:xfrm>
          <a:prstGeom prst="roundRect">
            <a:avLst>
              <a:gd name="adj" fmla="val 21641"/>
            </a:avLst>
          </a:prstGeom>
          <a:solidFill>
            <a:schemeClr val="tx2"/>
          </a:solidFill>
          <a:ln w="12700">
            <a:solidFill>
              <a:srgbClr val="FFFFFF">
                <a:alpha val="0"/>
              </a:srgbClr>
            </a:solidFill>
            <a:prstDash val="solid"/>
          </a:ln>
        </p:spPr>
      </p:sp>
      <p:sp>
        <p:nvSpPr>
          <p:cNvPr id="46" name="Shape 40"/>
          <p:cNvSpPr/>
          <p:nvPr/>
        </p:nvSpPr>
        <p:spPr>
          <a:xfrm>
            <a:off x="7132320" y="4630293"/>
            <a:ext cx="4251960" cy="914"/>
          </a:xfrm>
          <a:prstGeom prst="line">
            <a:avLst/>
          </a:prstGeom>
          <a:noFill/>
          <a:ln w="12700">
            <a:solidFill>
              <a:srgbClr val="8FA3BF"/>
            </a:solidFill>
            <a:prstDash val="sysDot"/>
          </a:ln>
        </p:spPr>
      </p:sp>
      <p:sp>
        <p:nvSpPr>
          <p:cNvPr id="47" name="Shape 41"/>
          <p:cNvSpPr/>
          <p:nvPr/>
        </p:nvSpPr>
        <p:spPr>
          <a:xfrm>
            <a:off x="548640" y="4841558"/>
            <a:ext cx="347472" cy="347472"/>
          </a:xfrm>
          <a:prstGeom prst="ellipse">
            <a:avLst/>
          </a:prstGeom>
          <a:solidFill>
            <a:schemeClr val="accent5"/>
          </a:solidFill>
          <a:ln w="12700">
            <a:solidFill>
              <a:srgbClr val="FFFFFF">
                <a:alpha val="0"/>
              </a:srgbClr>
            </a:solidFill>
            <a:prstDash val="solid"/>
          </a:ln>
        </p:spPr>
      </p:sp>
      <p:sp>
        <p:nvSpPr>
          <p:cNvPr id="48" name="Text 42"/>
          <p:cNvSpPr txBox="1"/>
          <p:nvPr/>
        </p:nvSpPr>
        <p:spPr>
          <a:xfrm>
            <a:off x="548640" y="484155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9" name="Shape 43"/>
          <p:cNvSpPr/>
          <p:nvPr/>
        </p:nvSpPr>
        <p:spPr>
          <a:xfrm>
            <a:off x="1005840" y="4804029"/>
            <a:ext cx="4251960" cy="422529"/>
          </a:xfrm>
          <a:prstGeom prst="roundRect">
            <a:avLst>
              <a:gd name="adj" fmla="val 21641"/>
            </a:avLst>
          </a:prstGeom>
          <a:solidFill>
            <a:srgbClr val="E3E7ED"/>
          </a:solidFill>
          <a:ln w="12700">
            <a:solidFill>
              <a:srgbClr val="FFFFFF">
                <a:alpha val="0"/>
              </a:srgbClr>
            </a:solidFill>
            <a:prstDash val="solid"/>
          </a:ln>
        </p:spPr>
      </p:sp>
      <p:sp>
        <p:nvSpPr>
          <p:cNvPr id="50" name="Text 44"/>
          <p:cNvSpPr txBox="1"/>
          <p:nvPr/>
        </p:nvSpPr>
        <p:spPr>
          <a:xfrm>
            <a:off x="1188720" y="4804029"/>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Waar kom je vandaan?</a:t>
            </a:r>
            <a:endParaRPr lang="en-US" sz="1900" dirty="0"/>
          </a:p>
        </p:txBody>
      </p:sp>
      <p:sp>
        <p:nvSpPr>
          <p:cNvPr id="51" name="Text 45"/>
          <p:cNvSpPr/>
          <p:nvPr/>
        </p:nvSpPr>
        <p:spPr>
          <a:xfrm>
            <a:off x="5394960" y="4832414"/>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52" name="Shape 46"/>
          <p:cNvSpPr/>
          <p:nvPr/>
        </p:nvSpPr>
        <p:spPr>
          <a:xfrm>
            <a:off x="6903720" y="4804029"/>
            <a:ext cx="4736592" cy="422529"/>
          </a:xfrm>
          <a:prstGeom prst="roundRect">
            <a:avLst>
              <a:gd name="adj" fmla="val 21641"/>
            </a:avLst>
          </a:prstGeom>
          <a:solidFill>
            <a:schemeClr val="tx2"/>
          </a:solidFill>
          <a:ln w="12700">
            <a:solidFill>
              <a:srgbClr val="FFFFFF">
                <a:alpha val="0"/>
              </a:srgbClr>
            </a:solidFill>
            <a:prstDash val="solid"/>
          </a:ln>
        </p:spPr>
      </p:sp>
      <p:sp>
        <p:nvSpPr>
          <p:cNvPr id="53" name="Shape 47"/>
          <p:cNvSpPr/>
          <p:nvPr/>
        </p:nvSpPr>
        <p:spPr>
          <a:xfrm>
            <a:off x="7132320" y="5116830"/>
            <a:ext cx="4251960" cy="914"/>
          </a:xfrm>
          <a:prstGeom prst="line">
            <a:avLst/>
          </a:prstGeom>
          <a:noFill/>
          <a:ln w="12700">
            <a:solidFill>
              <a:srgbClr val="8FA3BF"/>
            </a:solidFill>
            <a:prstDash val="sysDot"/>
          </a:ln>
        </p:spPr>
      </p:sp>
      <p:sp>
        <p:nvSpPr>
          <p:cNvPr id="54" name="Shape 48"/>
          <p:cNvSpPr/>
          <p:nvPr/>
        </p:nvSpPr>
        <p:spPr>
          <a:xfrm>
            <a:off x="548640" y="5328094"/>
            <a:ext cx="347472" cy="347472"/>
          </a:xfrm>
          <a:prstGeom prst="ellipse">
            <a:avLst/>
          </a:prstGeom>
          <a:solidFill>
            <a:schemeClr val="accent5"/>
          </a:solidFill>
          <a:ln w="12700">
            <a:solidFill>
              <a:srgbClr val="FFFFFF">
                <a:alpha val="0"/>
              </a:srgbClr>
            </a:solidFill>
            <a:prstDash val="solid"/>
          </a:ln>
        </p:spPr>
      </p:sp>
      <p:sp>
        <p:nvSpPr>
          <p:cNvPr id="55" name="Text 49"/>
          <p:cNvSpPr txBox="1"/>
          <p:nvPr/>
        </p:nvSpPr>
        <p:spPr>
          <a:xfrm>
            <a:off x="548640" y="532809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56" name="Shape 50"/>
          <p:cNvSpPr/>
          <p:nvPr/>
        </p:nvSpPr>
        <p:spPr>
          <a:xfrm>
            <a:off x="1005840" y="5290566"/>
            <a:ext cx="4251960" cy="422529"/>
          </a:xfrm>
          <a:prstGeom prst="roundRect">
            <a:avLst>
              <a:gd name="adj" fmla="val 21641"/>
            </a:avLst>
          </a:prstGeom>
          <a:solidFill>
            <a:srgbClr val="E3E7ED"/>
          </a:solidFill>
          <a:ln w="12700">
            <a:solidFill>
              <a:srgbClr val="FFFFFF">
                <a:alpha val="0"/>
              </a:srgbClr>
            </a:solidFill>
            <a:prstDash val="solid"/>
          </a:ln>
        </p:spPr>
      </p:sp>
      <p:sp>
        <p:nvSpPr>
          <p:cNvPr id="57" name="Text 51"/>
          <p:cNvSpPr txBox="1"/>
          <p:nvPr/>
        </p:nvSpPr>
        <p:spPr>
          <a:xfrm>
            <a:off x="1188720" y="5290566"/>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Wat is je beroep?</a:t>
            </a:r>
            <a:endParaRPr lang="en-US" sz="1900" dirty="0"/>
          </a:p>
        </p:txBody>
      </p:sp>
      <p:sp>
        <p:nvSpPr>
          <p:cNvPr id="58" name="Text 52"/>
          <p:cNvSpPr/>
          <p:nvPr/>
        </p:nvSpPr>
        <p:spPr>
          <a:xfrm>
            <a:off x="5394960" y="5318951"/>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59" name="Shape 53"/>
          <p:cNvSpPr/>
          <p:nvPr/>
        </p:nvSpPr>
        <p:spPr>
          <a:xfrm>
            <a:off x="6903720" y="5290566"/>
            <a:ext cx="4736592" cy="422529"/>
          </a:xfrm>
          <a:prstGeom prst="roundRect">
            <a:avLst>
              <a:gd name="adj" fmla="val 21641"/>
            </a:avLst>
          </a:prstGeom>
          <a:solidFill>
            <a:schemeClr val="tx2"/>
          </a:solidFill>
          <a:ln w="12700">
            <a:solidFill>
              <a:srgbClr val="FFFFFF">
                <a:alpha val="0"/>
              </a:srgbClr>
            </a:solidFill>
            <a:prstDash val="solid"/>
          </a:ln>
        </p:spPr>
      </p:sp>
      <p:sp>
        <p:nvSpPr>
          <p:cNvPr id="60" name="Shape 54"/>
          <p:cNvSpPr/>
          <p:nvPr/>
        </p:nvSpPr>
        <p:spPr>
          <a:xfrm>
            <a:off x="7132320" y="5603367"/>
            <a:ext cx="4251960" cy="914"/>
          </a:xfrm>
          <a:prstGeom prst="line">
            <a:avLst/>
          </a:prstGeom>
          <a:noFill/>
          <a:ln w="12700">
            <a:solidFill>
              <a:srgbClr val="8FA3BF"/>
            </a:solidFill>
            <a:prstDash val="sysDot"/>
          </a:ln>
        </p:spPr>
      </p:sp>
      <p:sp>
        <p:nvSpPr>
          <p:cNvPr id="61" name="Shape 55"/>
          <p:cNvSpPr/>
          <p:nvPr/>
        </p:nvSpPr>
        <p:spPr>
          <a:xfrm>
            <a:off x="548640" y="5814631"/>
            <a:ext cx="347472" cy="347472"/>
          </a:xfrm>
          <a:prstGeom prst="ellipse">
            <a:avLst/>
          </a:prstGeom>
          <a:solidFill>
            <a:schemeClr val="accent5"/>
          </a:solidFill>
          <a:ln w="12700">
            <a:solidFill>
              <a:srgbClr val="FFFFFF">
                <a:alpha val="0"/>
              </a:srgbClr>
            </a:solidFill>
            <a:prstDash val="solid"/>
          </a:ln>
        </p:spPr>
      </p:sp>
      <p:sp>
        <p:nvSpPr>
          <p:cNvPr id="62" name="Text 56"/>
          <p:cNvSpPr txBox="1"/>
          <p:nvPr/>
        </p:nvSpPr>
        <p:spPr>
          <a:xfrm>
            <a:off x="548640" y="5814631"/>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63" name="Shape 57"/>
          <p:cNvSpPr/>
          <p:nvPr/>
        </p:nvSpPr>
        <p:spPr>
          <a:xfrm>
            <a:off x="1005840" y="5777103"/>
            <a:ext cx="4251960" cy="422529"/>
          </a:xfrm>
          <a:prstGeom prst="roundRect">
            <a:avLst>
              <a:gd name="adj" fmla="val 21641"/>
            </a:avLst>
          </a:prstGeom>
          <a:solidFill>
            <a:srgbClr val="E3E7ED"/>
          </a:solidFill>
          <a:ln w="12700">
            <a:solidFill>
              <a:srgbClr val="FFFFFF">
                <a:alpha val="0"/>
              </a:srgbClr>
            </a:solidFill>
            <a:prstDash val="solid"/>
          </a:ln>
        </p:spPr>
      </p:sp>
      <p:sp>
        <p:nvSpPr>
          <p:cNvPr id="64" name="Text 58"/>
          <p:cNvSpPr txBox="1"/>
          <p:nvPr/>
        </p:nvSpPr>
        <p:spPr>
          <a:xfrm>
            <a:off x="1188720" y="5777103"/>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Hoe gaat het met jou?</a:t>
            </a:r>
            <a:endParaRPr lang="en-US" sz="1900" dirty="0"/>
          </a:p>
        </p:txBody>
      </p:sp>
      <p:sp>
        <p:nvSpPr>
          <p:cNvPr id="65" name="Text 59"/>
          <p:cNvSpPr/>
          <p:nvPr/>
        </p:nvSpPr>
        <p:spPr>
          <a:xfrm>
            <a:off x="5394960" y="5805487"/>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66" name="Shape 60"/>
          <p:cNvSpPr/>
          <p:nvPr/>
        </p:nvSpPr>
        <p:spPr>
          <a:xfrm>
            <a:off x="6903720" y="5777103"/>
            <a:ext cx="4736592" cy="422529"/>
          </a:xfrm>
          <a:prstGeom prst="roundRect">
            <a:avLst>
              <a:gd name="adj" fmla="val 21641"/>
            </a:avLst>
          </a:prstGeom>
          <a:solidFill>
            <a:schemeClr val="tx2"/>
          </a:solidFill>
          <a:ln w="12700">
            <a:solidFill>
              <a:srgbClr val="FFFFFF">
                <a:alpha val="0"/>
              </a:srgbClr>
            </a:solidFill>
            <a:prstDash val="solid"/>
          </a:ln>
        </p:spPr>
      </p:sp>
      <p:sp>
        <p:nvSpPr>
          <p:cNvPr id="67" name="Shape 61"/>
          <p:cNvSpPr/>
          <p:nvPr/>
        </p:nvSpPr>
        <p:spPr>
          <a:xfrm>
            <a:off x="7132320" y="6089904"/>
            <a:ext cx="4251960" cy="914"/>
          </a:xfrm>
          <a:prstGeom prst="line">
            <a:avLst/>
          </a:prstGeom>
          <a:noFill/>
          <a:ln w="12700">
            <a:solidFill>
              <a:srgbClr val="8FA3BF"/>
            </a:solidFill>
            <a:prstDash val="sysDot"/>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Familier → poli</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Posez la même question poliment : je → u.</a:t>
            </a:r>
            <a:endParaRPr lang="en-US" sz="1700" dirty="0"/>
          </a:p>
        </p:txBody>
      </p:sp>
      <p:pic>
        <p:nvPicPr>
          <p:cNvPr id="9" name="Image 1" descr="UserFriends">    </p:cNvPr>
          <p:cNvPicPr>
            <a:picLocks noChangeAspect="1"/>
          </p:cNvPicPr>
          <p:nvPr/>
        </p:nvPicPr>
        <p:blipFill>
          <a:blip r:embed="rId2"/>
          <a:stretch>
            <a:fillRect/>
          </a:stretch>
        </p:blipFill>
        <p:spPr>
          <a:xfrm>
            <a:off x="1051560" y="1950720"/>
            <a:ext cx="329184" cy="329184"/>
          </a:xfrm>
          <a:prstGeom prst="rect">
            <a:avLst/>
          </a:prstGeom>
        </p:spPr>
      </p:pic>
      <p:sp>
        <p:nvSpPr>
          <p:cNvPr id="10" name="Text 5"/>
          <p:cNvSpPr txBox="1"/>
          <p:nvPr/>
        </p:nvSpPr>
        <p:spPr>
          <a:xfrm>
            <a:off x="1463040" y="1932432"/>
            <a:ext cx="2743200" cy="365760"/>
          </a:xfrm>
          <a:prstGeom prst="rect">
            <a:avLst/>
          </a:prstGeom>
          <a:noFill/>
          <a:ln/>
        </p:spPr>
        <p:txBody>
          <a:bodyPr wrap="square" lIns="0" tIns="0" rIns="0" bIns="0" rtlCol="0" anchor="ctr"/>
          <a:lstStyle/>
          <a:p>
            <a:pPr algn="l" indent="0" marL="0">
              <a:buNone/>
            </a:pPr>
            <a:r>
              <a:rPr lang="en-US" sz="1500" b="1" dirty="0">
                <a:solidFill>
                  <a:schemeClr val="accent5"/>
                </a:solidFill>
              </a:rPr>
              <a:t>informeel · je</a:t>
            </a:r>
            <a:endParaRPr lang="en-US" sz="1500" dirty="0"/>
          </a:p>
        </p:txBody>
      </p:sp>
      <p:pic>
        <p:nvPicPr>
          <p:cNvPr id="11" name="Image 2" descr="ConciergeBell">    </p:cNvPr>
          <p:cNvPicPr>
            <a:picLocks noChangeAspect="1"/>
          </p:cNvPicPr>
          <p:nvPr/>
        </p:nvPicPr>
        <p:blipFill>
          <a:blip r:embed="rId3"/>
          <a:stretch>
            <a:fillRect/>
          </a:stretch>
        </p:blipFill>
        <p:spPr>
          <a:xfrm>
            <a:off x="6949440" y="1950720"/>
            <a:ext cx="329184" cy="329184"/>
          </a:xfrm>
          <a:prstGeom prst="rect">
            <a:avLst/>
          </a:prstGeom>
        </p:spPr>
      </p:pic>
      <p:sp>
        <p:nvSpPr>
          <p:cNvPr id="12" name="Text 6"/>
          <p:cNvSpPr txBox="1"/>
          <p:nvPr/>
        </p:nvSpPr>
        <p:spPr>
          <a:xfrm>
            <a:off x="7360920" y="1932432"/>
            <a:ext cx="2743200" cy="365760"/>
          </a:xfrm>
          <a:prstGeom prst="rect">
            <a:avLst/>
          </a:prstGeom>
          <a:noFill/>
          <a:ln/>
        </p:spPr>
        <p:txBody>
          <a:bodyPr wrap="square" lIns="0" tIns="0" rIns="0" bIns="0" rtlCol="0" anchor="ctr"/>
          <a:lstStyle/>
          <a:p>
            <a:pPr algn="l" indent="0" marL="0">
              <a:buNone/>
            </a:pPr>
            <a:r>
              <a:rPr lang="en-US" sz="1500" b="1" dirty="0">
                <a:solidFill>
                  <a:schemeClr val="tx2"/>
                </a:solidFill>
              </a:rPr>
              <a:t>formeel · u</a:t>
            </a:r>
            <a:endParaRPr lang="en-US" sz="1500" dirty="0"/>
          </a:p>
        </p:txBody>
      </p:sp>
      <p:sp>
        <p:nvSpPr>
          <p:cNvPr id="13" name="Shape 7"/>
          <p:cNvSpPr/>
          <p:nvPr/>
        </p:nvSpPr>
        <p:spPr>
          <a:xfrm>
            <a:off x="548640" y="2408873"/>
            <a:ext cx="347472" cy="347472"/>
          </a:xfrm>
          <a:prstGeom prst="ellipse">
            <a:avLst/>
          </a:prstGeom>
          <a:solidFill>
            <a:schemeClr val="accent5"/>
          </a:solidFill>
          <a:ln w="12700">
            <a:solidFill>
              <a:srgbClr val="FFFFFF">
                <a:alpha val="0"/>
              </a:srgbClr>
            </a:solidFill>
            <a:prstDash val="solid"/>
          </a:ln>
        </p:spPr>
      </p:sp>
      <p:sp>
        <p:nvSpPr>
          <p:cNvPr id="14" name="Text 8"/>
          <p:cNvSpPr txBox="1"/>
          <p:nvPr/>
        </p:nvSpPr>
        <p:spPr>
          <a:xfrm>
            <a:off x="548640" y="2408873"/>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5" name="Shape 9"/>
          <p:cNvSpPr/>
          <p:nvPr/>
        </p:nvSpPr>
        <p:spPr>
          <a:xfrm>
            <a:off x="1005840" y="2371344"/>
            <a:ext cx="4251960" cy="422529"/>
          </a:xfrm>
          <a:prstGeom prst="roundRect">
            <a:avLst>
              <a:gd name="adj" fmla="val 21641"/>
            </a:avLst>
          </a:prstGeom>
          <a:solidFill>
            <a:srgbClr val="E3E7ED"/>
          </a:solidFill>
          <a:ln w="12700">
            <a:solidFill>
              <a:srgbClr val="FFFFFF">
                <a:alpha val="0"/>
              </a:srgbClr>
            </a:solidFill>
            <a:prstDash val="solid"/>
          </a:ln>
        </p:spPr>
      </p:sp>
      <p:sp>
        <p:nvSpPr>
          <p:cNvPr id="16" name="Text 10"/>
          <p:cNvSpPr txBox="1"/>
          <p:nvPr/>
        </p:nvSpPr>
        <p:spPr>
          <a:xfrm>
            <a:off x="1188720" y="2371344"/>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Hoe heet je?</a:t>
            </a:r>
            <a:endParaRPr lang="en-US" sz="1900" dirty="0"/>
          </a:p>
        </p:txBody>
      </p:sp>
      <p:sp>
        <p:nvSpPr>
          <p:cNvPr id="17" name="Text 11"/>
          <p:cNvSpPr/>
          <p:nvPr/>
        </p:nvSpPr>
        <p:spPr>
          <a:xfrm>
            <a:off x="5394960" y="2399728"/>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18" name="Shape 12"/>
          <p:cNvSpPr/>
          <p:nvPr/>
        </p:nvSpPr>
        <p:spPr>
          <a:xfrm>
            <a:off x="6903720" y="2371344"/>
            <a:ext cx="4736592" cy="422529"/>
          </a:xfrm>
          <a:prstGeom prst="roundRect">
            <a:avLst>
              <a:gd name="adj" fmla="val 21641"/>
            </a:avLst>
          </a:prstGeom>
          <a:solidFill>
            <a:schemeClr val="tx2"/>
          </a:solidFill>
          <a:ln w="12700">
            <a:solidFill>
              <a:srgbClr val="FFFFFF">
                <a:alpha val="0"/>
              </a:srgbClr>
            </a:solidFill>
            <a:prstDash val="solid"/>
          </a:ln>
        </p:spPr>
      </p:sp>
      <p:sp>
        <p:nvSpPr>
          <p:cNvPr id="19" name="Text 13"/>
          <p:cNvSpPr txBox="1"/>
          <p:nvPr/>
        </p:nvSpPr>
        <p:spPr>
          <a:xfrm>
            <a:off x="7086600" y="2371344"/>
            <a:ext cx="4434840" cy="422529"/>
          </a:xfrm>
          <a:prstGeom prst="rect">
            <a:avLst/>
          </a:prstGeom>
          <a:noFill/>
          <a:ln/>
        </p:spPr>
        <p:txBody>
          <a:bodyPr wrap="square" lIns="0" tIns="0" rIns="0" bIns="0" rtlCol="0" anchor="ctr"/>
          <a:lstStyle/>
          <a:p>
            <a:pPr algn="l" indent="0" marL="0">
              <a:buNone/>
            </a:pPr>
            <a:r>
              <a:rPr lang="en-US" sz="1900" dirty="0">
                <a:solidFill>
                  <a:schemeClr val="bg1"/>
                </a:solidFill>
              </a:rPr>
              <a:t>Hoe heet </a:t>
            </a:r>
            <a:r>
              <a:rPr lang="en-US" sz="1900" b="1" dirty="0">
                <a:solidFill>
                  <a:schemeClr val="bg1"/>
                </a:solidFill>
              </a:rPr>
              <a:t>u</a:t>
            </a:r>
            <a:r>
              <a:rPr lang="en-US" sz="1900" dirty="0">
                <a:solidFill>
                  <a:schemeClr val="bg1"/>
                </a:solidFill>
              </a:rPr>
              <a:t>?</a:t>
            </a:r>
            <a:endParaRPr lang="en-US" sz="1900" dirty="0"/>
          </a:p>
        </p:txBody>
      </p:sp>
      <p:sp>
        <p:nvSpPr>
          <p:cNvPr id="20" name="Shape 14"/>
          <p:cNvSpPr/>
          <p:nvPr/>
        </p:nvSpPr>
        <p:spPr>
          <a:xfrm>
            <a:off x="548640" y="2895409"/>
            <a:ext cx="347472" cy="347472"/>
          </a:xfrm>
          <a:prstGeom prst="ellipse">
            <a:avLst/>
          </a:prstGeom>
          <a:solidFill>
            <a:schemeClr val="accent5"/>
          </a:solidFill>
          <a:ln w="12700">
            <a:solidFill>
              <a:srgbClr val="FFFFFF">
                <a:alpha val="0"/>
              </a:srgbClr>
            </a:solidFill>
            <a:prstDash val="solid"/>
          </a:ln>
        </p:spPr>
      </p:sp>
      <p:sp>
        <p:nvSpPr>
          <p:cNvPr id="21" name="Text 15"/>
          <p:cNvSpPr txBox="1"/>
          <p:nvPr/>
        </p:nvSpPr>
        <p:spPr>
          <a:xfrm>
            <a:off x="548640" y="2895409"/>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Shape 16"/>
          <p:cNvSpPr/>
          <p:nvPr/>
        </p:nvSpPr>
        <p:spPr>
          <a:xfrm>
            <a:off x="1005840" y="2857881"/>
            <a:ext cx="4251960" cy="422529"/>
          </a:xfrm>
          <a:prstGeom prst="roundRect">
            <a:avLst>
              <a:gd name="adj" fmla="val 21641"/>
            </a:avLst>
          </a:prstGeom>
          <a:solidFill>
            <a:srgbClr val="E3E7ED"/>
          </a:solidFill>
          <a:ln w="12700">
            <a:solidFill>
              <a:srgbClr val="FFFFFF">
                <a:alpha val="0"/>
              </a:srgbClr>
            </a:solidFill>
            <a:prstDash val="solid"/>
          </a:ln>
        </p:spPr>
      </p:sp>
      <p:sp>
        <p:nvSpPr>
          <p:cNvPr id="23" name="Text 17"/>
          <p:cNvSpPr txBox="1"/>
          <p:nvPr/>
        </p:nvSpPr>
        <p:spPr>
          <a:xfrm>
            <a:off x="1188720" y="2857881"/>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Waar woon je?</a:t>
            </a:r>
            <a:endParaRPr lang="en-US" sz="1900" dirty="0"/>
          </a:p>
        </p:txBody>
      </p:sp>
      <p:sp>
        <p:nvSpPr>
          <p:cNvPr id="24" name="Text 18"/>
          <p:cNvSpPr/>
          <p:nvPr/>
        </p:nvSpPr>
        <p:spPr>
          <a:xfrm>
            <a:off x="5394960" y="2886265"/>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25" name="Shape 19"/>
          <p:cNvSpPr/>
          <p:nvPr/>
        </p:nvSpPr>
        <p:spPr>
          <a:xfrm>
            <a:off x="6903720" y="2857881"/>
            <a:ext cx="4736592" cy="422529"/>
          </a:xfrm>
          <a:prstGeom prst="roundRect">
            <a:avLst>
              <a:gd name="adj" fmla="val 21641"/>
            </a:avLst>
          </a:prstGeom>
          <a:solidFill>
            <a:schemeClr val="tx2"/>
          </a:solidFill>
          <a:ln w="12700">
            <a:solidFill>
              <a:srgbClr val="FFFFFF">
                <a:alpha val="0"/>
              </a:srgbClr>
            </a:solidFill>
            <a:prstDash val="solid"/>
          </a:ln>
        </p:spPr>
      </p:sp>
      <p:sp>
        <p:nvSpPr>
          <p:cNvPr id="26" name="Text 20"/>
          <p:cNvSpPr txBox="1"/>
          <p:nvPr/>
        </p:nvSpPr>
        <p:spPr>
          <a:xfrm>
            <a:off x="7086600" y="2857881"/>
            <a:ext cx="4434840" cy="422529"/>
          </a:xfrm>
          <a:prstGeom prst="rect">
            <a:avLst/>
          </a:prstGeom>
          <a:noFill/>
          <a:ln/>
        </p:spPr>
        <p:txBody>
          <a:bodyPr wrap="square" lIns="0" tIns="0" rIns="0" bIns="0" rtlCol="0" anchor="ctr"/>
          <a:lstStyle/>
          <a:p>
            <a:pPr algn="l" indent="0" marL="0">
              <a:buNone/>
            </a:pPr>
            <a:r>
              <a:rPr lang="en-US" sz="1900" dirty="0">
                <a:solidFill>
                  <a:schemeClr val="bg1"/>
                </a:solidFill>
              </a:rPr>
              <a:t>Waar woon</a:t>
            </a:r>
            <a:r>
              <a:rPr lang="en-US" sz="1900" b="1" dirty="0">
                <a:solidFill>
                  <a:schemeClr val="accent1"/>
                </a:solidFill>
              </a:rPr>
              <a:t>t</a:t>
            </a:r>
            <a:r>
              <a:rPr lang="en-US" sz="1900" dirty="0">
                <a:solidFill>
                  <a:schemeClr val="bg1"/>
                </a:solidFill>
              </a:rPr>
              <a:t> </a:t>
            </a:r>
            <a:r>
              <a:rPr lang="en-US" sz="1900" b="1" dirty="0">
                <a:solidFill>
                  <a:schemeClr val="bg1"/>
                </a:solidFill>
              </a:rPr>
              <a:t>u</a:t>
            </a:r>
            <a:r>
              <a:rPr lang="en-US" sz="1900" dirty="0">
                <a:solidFill>
                  <a:schemeClr val="bg1"/>
                </a:solidFill>
              </a:rPr>
              <a:t>?</a:t>
            </a:r>
            <a:endParaRPr lang="en-US" sz="1900" dirty="0"/>
          </a:p>
        </p:txBody>
      </p:sp>
      <p:sp>
        <p:nvSpPr>
          <p:cNvPr id="27" name="Shape 21"/>
          <p:cNvSpPr/>
          <p:nvPr/>
        </p:nvSpPr>
        <p:spPr>
          <a:xfrm>
            <a:off x="548640" y="3381946"/>
            <a:ext cx="347472" cy="347472"/>
          </a:xfrm>
          <a:prstGeom prst="ellipse">
            <a:avLst/>
          </a:prstGeom>
          <a:solidFill>
            <a:schemeClr val="accent5"/>
          </a:solidFill>
          <a:ln w="12700">
            <a:solidFill>
              <a:srgbClr val="FFFFFF">
                <a:alpha val="0"/>
              </a:srgbClr>
            </a:solidFill>
            <a:prstDash val="solid"/>
          </a:ln>
        </p:spPr>
      </p:sp>
      <p:sp>
        <p:nvSpPr>
          <p:cNvPr id="28" name="Text 22"/>
          <p:cNvSpPr txBox="1"/>
          <p:nvPr/>
        </p:nvSpPr>
        <p:spPr>
          <a:xfrm>
            <a:off x="548640" y="338194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9" name="Shape 23"/>
          <p:cNvSpPr/>
          <p:nvPr/>
        </p:nvSpPr>
        <p:spPr>
          <a:xfrm>
            <a:off x="1005840" y="3344418"/>
            <a:ext cx="4251960" cy="422529"/>
          </a:xfrm>
          <a:prstGeom prst="roundRect">
            <a:avLst>
              <a:gd name="adj" fmla="val 21641"/>
            </a:avLst>
          </a:prstGeom>
          <a:solidFill>
            <a:srgbClr val="E3E7ED"/>
          </a:solidFill>
          <a:ln w="12700">
            <a:solidFill>
              <a:srgbClr val="FFFFFF">
                <a:alpha val="0"/>
              </a:srgbClr>
            </a:solidFill>
            <a:prstDash val="solid"/>
          </a:ln>
        </p:spPr>
      </p:sp>
      <p:sp>
        <p:nvSpPr>
          <p:cNvPr id="30" name="Text 24"/>
          <p:cNvSpPr txBox="1"/>
          <p:nvPr/>
        </p:nvSpPr>
        <p:spPr>
          <a:xfrm>
            <a:off x="1188720" y="3344418"/>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Spreek je Nederlands?</a:t>
            </a:r>
            <a:endParaRPr lang="en-US" sz="1900" dirty="0"/>
          </a:p>
        </p:txBody>
      </p:sp>
      <p:sp>
        <p:nvSpPr>
          <p:cNvPr id="31" name="Text 25"/>
          <p:cNvSpPr/>
          <p:nvPr/>
        </p:nvSpPr>
        <p:spPr>
          <a:xfrm>
            <a:off x="5394960" y="3372802"/>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32" name="Shape 26"/>
          <p:cNvSpPr/>
          <p:nvPr/>
        </p:nvSpPr>
        <p:spPr>
          <a:xfrm>
            <a:off x="6903720" y="3344418"/>
            <a:ext cx="4736592" cy="422529"/>
          </a:xfrm>
          <a:prstGeom prst="roundRect">
            <a:avLst>
              <a:gd name="adj" fmla="val 21641"/>
            </a:avLst>
          </a:prstGeom>
          <a:solidFill>
            <a:schemeClr val="tx2"/>
          </a:solidFill>
          <a:ln w="12700">
            <a:solidFill>
              <a:srgbClr val="FFFFFF">
                <a:alpha val="0"/>
              </a:srgbClr>
            </a:solidFill>
            <a:prstDash val="solid"/>
          </a:ln>
        </p:spPr>
      </p:sp>
      <p:sp>
        <p:nvSpPr>
          <p:cNvPr id="33" name="Text 27"/>
          <p:cNvSpPr txBox="1"/>
          <p:nvPr/>
        </p:nvSpPr>
        <p:spPr>
          <a:xfrm>
            <a:off x="7086600" y="3344418"/>
            <a:ext cx="4434840" cy="422529"/>
          </a:xfrm>
          <a:prstGeom prst="rect">
            <a:avLst/>
          </a:prstGeom>
          <a:noFill/>
          <a:ln/>
        </p:spPr>
        <p:txBody>
          <a:bodyPr wrap="square" lIns="0" tIns="0" rIns="0" bIns="0" rtlCol="0" anchor="ctr"/>
          <a:lstStyle/>
          <a:p>
            <a:pPr algn="l" indent="0" marL="0">
              <a:buNone/>
            </a:pPr>
            <a:r>
              <a:rPr lang="en-US" sz="1900" dirty="0">
                <a:solidFill>
                  <a:schemeClr val="bg1"/>
                </a:solidFill>
              </a:rPr>
              <a:t>Spreek</a:t>
            </a:r>
            <a:r>
              <a:rPr lang="en-US" sz="1900" b="1" dirty="0">
                <a:solidFill>
                  <a:schemeClr val="accent1"/>
                </a:solidFill>
              </a:rPr>
              <a:t>t</a:t>
            </a:r>
            <a:r>
              <a:rPr lang="en-US" sz="1900" dirty="0">
                <a:solidFill>
                  <a:schemeClr val="bg1"/>
                </a:solidFill>
              </a:rPr>
              <a:t> </a:t>
            </a:r>
            <a:r>
              <a:rPr lang="en-US" sz="1900" b="1" dirty="0">
                <a:solidFill>
                  <a:schemeClr val="bg1"/>
                </a:solidFill>
              </a:rPr>
              <a:t>u</a:t>
            </a:r>
            <a:r>
              <a:rPr lang="en-US" sz="1900" dirty="0">
                <a:solidFill>
                  <a:schemeClr val="bg1"/>
                </a:solidFill>
              </a:rPr>
              <a:t> Nederlands?</a:t>
            </a:r>
            <a:endParaRPr lang="en-US" sz="1900" dirty="0"/>
          </a:p>
        </p:txBody>
      </p:sp>
      <p:sp>
        <p:nvSpPr>
          <p:cNvPr id="34" name="Shape 28"/>
          <p:cNvSpPr/>
          <p:nvPr/>
        </p:nvSpPr>
        <p:spPr>
          <a:xfrm>
            <a:off x="548640" y="3868484"/>
            <a:ext cx="347472" cy="347472"/>
          </a:xfrm>
          <a:prstGeom prst="ellipse">
            <a:avLst/>
          </a:prstGeom>
          <a:solidFill>
            <a:schemeClr val="accent5"/>
          </a:solidFill>
          <a:ln w="12700">
            <a:solidFill>
              <a:srgbClr val="FFFFFF">
                <a:alpha val="0"/>
              </a:srgbClr>
            </a:solidFill>
            <a:prstDash val="solid"/>
          </a:ln>
        </p:spPr>
      </p:sp>
      <p:sp>
        <p:nvSpPr>
          <p:cNvPr id="35" name="Text 29"/>
          <p:cNvSpPr txBox="1"/>
          <p:nvPr/>
        </p:nvSpPr>
        <p:spPr>
          <a:xfrm>
            <a:off x="548640" y="386848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6" name="Shape 30"/>
          <p:cNvSpPr/>
          <p:nvPr/>
        </p:nvSpPr>
        <p:spPr>
          <a:xfrm>
            <a:off x="1005840" y="3830955"/>
            <a:ext cx="4251960" cy="422529"/>
          </a:xfrm>
          <a:prstGeom prst="roundRect">
            <a:avLst>
              <a:gd name="adj" fmla="val 21641"/>
            </a:avLst>
          </a:prstGeom>
          <a:solidFill>
            <a:srgbClr val="E3E7ED"/>
          </a:solidFill>
          <a:ln w="12700">
            <a:solidFill>
              <a:srgbClr val="FFFFFF">
                <a:alpha val="0"/>
              </a:srgbClr>
            </a:solidFill>
            <a:prstDash val="solid"/>
          </a:ln>
        </p:spPr>
      </p:sp>
      <p:sp>
        <p:nvSpPr>
          <p:cNvPr id="37" name="Text 31"/>
          <p:cNvSpPr txBox="1"/>
          <p:nvPr/>
        </p:nvSpPr>
        <p:spPr>
          <a:xfrm>
            <a:off x="1188720" y="3830955"/>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Ben je getrouwd?</a:t>
            </a:r>
            <a:endParaRPr lang="en-US" sz="1900" dirty="0"/>
          </a:p>
        </p:txBody>
      </p:sp>
      <p:sp>
        <p:nvSpPr>
          <p:cNvPr id="38" name="Text 32"/>
          <p:cNvSpPr/>
          <p:nvPr/>
        </p:nvSpPr>
        <p:spPr>
          <a:xfrm>
            <a:off x="5394960" y="3859340"/>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39" name="Shape 33"/>
          <p:cNvSpPr/>
          <p:nvPr/>
        </p:nvSpPr>
        <p:spPr>
          <a:xfrm>
            <a:off x="6903720" y="3830955"/>
            <a:ext cx="4736592" cy="422529"/>
          </a:xfrm>
          <a:prstGeom prst="roundRect">
            <a:avLst>
              <a:gd name="adj" fmla="val 21641"/>
            </a:avLst>
          </a:prstGeom>
          <a:solidFill>
            <a:schemeClr val="tx2"/>
          </a:solidFill>
          <a:ln w="12700">
            <a:solidFill>
              <a:srgbClr val="FFFFFF">
                <a:alpha val="0"/>
              </a:srgbClr>
            </a:solidFill>
            <a:prstDash val="solid"/>
          </a:ln>
        </p:spPr>
      </p:sp>
      <p:sp>
        <p:nvSpPr>
          <p:cNvPr id="40" name="Text 34"/>
          <p:cNvSpPr txBox="1"/>
          <p:nvPr/>
        </p:nvSpPr>
        <p:spPr>
          <a:xfrm>
            <a:off x="7086600" y="3830955"/>
            <a:ext cx="4434840" cy="422529"/>
          </a:xfrm>
          <a:prstGeom prst="rect">
            <a:avLst/>
          </a:prstGeom>
          <a:noFill/>
          <a:ln/>
        </p:spPr>
        <p:txBody>
          <a:bodyPr wrap="square" lIns="0" tIns="0" rIns="0" bIns="0" rtlCol="0" anchor="ctr"/>
          <a:lstStyle/>
          <a:p>
            <a:pPr algn="l" indent="0" marL="0">
              <a:buNone/>
            </a:pPr>
            <a:r>
              <a:rPr lang="en-US" sz="1900" dirty="0">
                <a:solidFill>
                  <a:schemeClr val="bg1"/>
                </a:solidFill>
              </a:rPr>
              <a:t>Ben</a:t>
            </a:r>
            <a:r>
              <a:rPr lang="en-US" sz="1900" b="1" dirty="0">
                <a:solidFill>
                  <a:schemeClr val="accent1"/>
                </a:solidFill>
              </a:rPr>
              <a:t>t</a:t>
            </a:r>
            <a:r>
              <a:rPr lang="en-US" sz="1900" dirty="0">
                <a:solidFill>
                  <a:schemeClr val="bg1"/>
                </a:solidFill>
              </a:rPr>
              <a:t> </a:t>
            </a:r>
            <a:r>
              <a:rPr lang="en-US" sz="1900" b="1" dirty="0">
                <a:solidFill>
                  <a:schemeClr val="bg1"/>
                </a:solidFill>
              </a:rPr>
              <a:t>u</a:t>
            </a:r>
            <a:r>
              <a:rPr lang="en-US" sz="1900" dirty="0">
                <a:solidFill>
                  <a:schemeClr val="bg1"/>
                </a:solidFill>
              </a:rPr>
              <a:t> getrouwd?</a:t>
            </a:r>
            <a:endParaRPr lang="en-US" sz="1900" dirty="0"/>
          </a:p>
        </p:txBody>
      </p:sp>
      <p:sp>
        <p:nvSpPr>
          <p:cNvPr id="41" name="Shape 35"/>
          <p:cNvSpPr/>
          <p:nvPr/>
        </p:nvSpPr>
        <p:spPr>
          <a:xfrm>
            <a:off x="548640" y="4355020"/>
            <a:ext cx="347472" cy="347472"/>
          </a:xfrm>
          <a:prstGeom prst="ellipse">
            <a:avLst/>
          </a:prstGeom>
          <a:solidFill>
            <a:schemeClr val="accent5"/>
          </a:solidFill>
          <a:ln w="12700">
            <a:solidFill>
              <a:srgbClr val="FFFFFF">
                <a:alpha val="0"/>
              </a:srgbClr>
            </a:solidFill>
            <a:prstDash val="solid"/>
          </a:ln>
        </p:spPr>
      </p:sp>
      <p:sp>
        <p:nvSpPr>
          <p:cNvPr id="42" name="Text 36"/>
          <p:cNvSpPr txBox="1"/>
          <p:nvPr/>
        </p:nvSpPr>
        <p:spPr>
          <a:xfrm>
            <a:off x="548640" y="435502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3" name="Shape 37"/>
          <p:cNvSpPr/>
          <p:nvPr/>
        </p:nvSpPr>
        <p:spPr>
          <a:xfrm>
            <a:off x="1005840" y="4317492"/>
            <a:ext cx="4251960" cy="422529"/>
          </a:xfrm>
          <a:prstGeom prst="roundRect">
            <a:avLst>
              <a:gd name="adj" fmla="val 21641"/>
            </a:avLst>
          </a:prstGeom>
          <a:solidFill>
            <a:srgbClr val="E3E7ED"/>
          </a:solidFill>
          <a:ln w="12700">
            <a:solidFill>
              <a:srgbClr val="FFFFFF">
                <a:alpha val="0"/>
              </a:srgbClr>
            </a:solidFill>
            <a:prstDash val="solid"/>
          </a:ln>
        </p:spPr>
      </p:sp>
      <p:sp>
        <p:nvSpPr>
          <p:cNvPr id="44" name="Text 38"/>
          <p:cNvSpPr txBox="1"/>
          <p:nvPr/>
        </p:nvSpPr>
        <p:spPr>
          <a:xfrm>
            <a:off x="1188720" y="4317492"/>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Heb je kinderen?</a:t>
            </a:r>
            <a:endParaRPr lang="en-US" sz="1900" dirty="0"/>
          </a:p>
        </p:txBody>
      </p:sp>
      <p:sp>
        <p:nvSpPr>
          <p:cNvPr id="45" name="Text 39"/>
          <p:cNvSpPr/>
          <p:nvPr/>
        </p:nvSpPr>
        <p:spPr>
          <a:xfrm>
            <a:off x="5394960" y="4345876"/>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46" name="Shape 40"/>
          <p:cNvSpPr/>
          <p:nvPr/>
        </p:nvSpPr>
        <p:spPr>
          <a:xfrm>
            <a:off x="6903720" y="4317492"/>
            <a:ext cx="4736592" cy="422529"/>
          </a:xfrm>
          <a:prstGeom prst="roundRect">
            <a:avLst>
              <a:gd name="adj" fmla="val 21641"/>
            </a:avLst>
          </a:prstGeom>
          <a:solidFill>
            <a:schemeClr val="tx2"/>
          </a:solidFill>
          <a:ln w="12700">
            <a:solidFill>
              <a:srgbClr val="FFFFFF">
                <a:alpha val="0"/>
              </a:srgbClr>
            </a:solidFill>
            <a:prstDash val="solid"/>
          </a:ln>
        </p:spPr>
      </p:sp>
      <p:sp>
        <p:nvSpPr>
          <p:cNvPr id="47" name="Text 41"/>
          <p:cNvSpPr txBox="1"/>
          <p:nvPr/>
        </p:nvSpPr>
        <p:spPr>
          <a:xfrm>
            <a:off x="7086600" y="4317492"/>
            <a:ext cx="4434840" cy="422529"/>
          </a:xfrm>
          <a:prstGeom prst="rect">
            <a:avLst/>
          </a:prstGeom>
          <a:noFill/>
          <a:ln/>
        </p:spPr>
        <p:txBody>
          <a:bodyPr wrap="square" lIns="0" tIns="0" rIns="0" bIns="0" rtlCol="0" anchor="ctr"/>
          <a:lstStyle/>
          <a:p>
            <a:pPr algn="l" indent="0" marL="0">
              <a:buNone/>
            </a:pPr>
            <a:r>
              <a:rPr lang="en-US" sz="1900" dirty="0">
                <a:solidFill>
                  <a:schemeClr val="bg1"/>
                </a:solidFill>
              </a:rPr>
              <a:t>Heb</a:t>
            </a:r>
            <a:r>
              <a:rPr lang="en-US" sz="1900" b="1" dirty="0">
                <a:solidFill>
                  <a:schemeClr val="accent1"/>
                </a:solidFill>
              </a:rPr>
              <a:t>t</a:t>
            </a:r>
            <a:r>
              <a:rPr lang="en-US" sz="1900" dirty="0">
                <a:solidFill>
                  <a:schemeClr val="bg1"/>
                </a:solidFill>
              </a:rPr>
              <a:t> </a:t>
            </a:r>
            <a:r>
              <a:rPr lang="en-US" sz="1900" b="1" dirty="0">
                <a:solidFill>
                  <a:schemeClr val="bg1"/>
                </a:solidFill>
              </a:rPr>
              <a:t>u</a:t>
            </a:r>
            <a:r>
              <a:rPr lang="en-US" sz="1900" dirty="0">
                <a:solidFill>
                  <a:schemeClr val="bg1"/>
                </a:solidFill>
              </a:rPr>
              <a:t> / </a:t>
            </a:r>
            <a:r>
              <a:rPr lang="en-US" sz="1900" b="1" dirty="0">
                <a:solidFill>
                  <a:schemeClr val="accent1"/>
                </a:solidFill>
              </a:rPr>
              <a:t>Heeft</a:t>
            </a:r>
            <a:r>
              <a:rPr lang="en-US" sz="1900" dirty="0">
                <a:solidFill>
                  <a:schemeClr val="bg1"/>
                </a:solidFill>
              </a:rPr>
              <a:t> </a:t>
            </a:r>
            <a:r>
              <a:rPr lang="en-US" sz="1900" b="1" dirty="0">
                <a:solidFill>
                  <a:schemeClr val="bg1"/>
                </a:solidFill>
              </a:rPr>
              <a:t>u</a:t>
            </a:r>
            <a:r>
              <a:rPr lang="en-US" sz="1900" dirty="0">
                <a:solidFill>
                  <a:schemeClr val="bg1"/>
                </a:solidFill>
              </a:rPr>
              <a:t> kinderen?</a:t>
            </a:r>
            <a:endParaRPr lang="en-US" sz="1900" dirty="0"/>
          </a:p>
        </p:txBody>
      </p:sp>
      <p:sp>
        <p:nvSpPr>
          <p:cNvPr id="48" name="Shape 42"/>
          <p:cNvSpPr/>
          <p:nvPr/>
        </p:nvSpPr>
        <p:spPr>
          <a:xfrm>
            <a:off x="548640" y="4841558"/>
            <a:ext cx="347472" cy="347472"/>
          </a:xfrm>
          <a:prstGeom prst="ellipse">
            <a:avLst/>
          </a:prstGeom>
          <a:solidFill>
            <a:schemeClr val="accent5"/>
          </a:solidFill>
          <a:ln w="12700">
            <a:solidFill>
              <a:srgbClr val="FFFFFF">
                <a:alpha val="0"/>
              </a:srgbClr>
            </a:solidFill>
            <a:prstDash val="solid"/>
          </a:ln>
        </p:spPr>
      </p:sp>
      <p:sp>
        <p:nvSpPr>
          <p:cNvPr id="49" name="Text 43"/>
          <p:cNvSpPr txBox="1"/>
          <p:nvPr/>
        </p:nvSpPr>
        <p:spPr>
          <a:xfrm>
            <a:off x="548640" y="484155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0" name="Shape 44"/>
          <p:cNvSpPr/>
          <p:nvPr/>
        </p:nvSpPr>
        <p:spPr>
          <a:xfrm>
            <a:off x="1005840" y="4804029"/>
            <a:ext cx="4251960" cy="422529"/>
          </a:xfrm>
          <a:prstGeom prst="roundRect">
            <a:avLst>
              <a:gd name="adj" fmla="val 21641"/>
            </a:avLst>
          </a:prstGeom>
          <a:solidFill>
            <a:srgbClr val="E3E7ED"/>
          </a:solidFill>
          <a:ln w="12700">
            <a:solidFill>
              <a:srgbClr val="FFFFFF">
                <a:alpha val="0"/>
              </a:srgbClr>
            </a:solidFill>
            <a:prstDash val="solid"/>
          </a:ln>
        </p:spPr>
      </p:sp>
      <p:sp>
        <p:nvSpPr>
          <p:cNvPr id="51" name="Text 45"/>
          <p:cNvSpPr txBox="1"/>
          <p:nvPr/>
        </p:nvSpPr>
        <p:spPr>
          <a:xfrm>
            <a:off x="1188720" y="4804029"/>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Waar kom je vandaan?</a:t>
            </a:r>
            <a:endParaRPr lang="en-US" sz="1900" dirty="0"/>
          </a:p>
        </p:txBody>
      </p:sp>
      <p:sp>
        <p:nvSpPr>
          <p:cNvPr id="52" name="Text 46"/>
          <p:cNvSpPr/>
          <p:nvPr/>
        </p:nvSpPr>
        <p:spPr>
          <a:xfrm>
            <a:off x="5394960" y="4832414"/>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53" name="Shape 47"/>
          <p:cNvSpPr/>
          <p:nvPr/>
        </p:nvSpPr>
        <p:spPr>
          <a:xfrm>
            <a:off x="6903720" y="4804029"/>
            <a:ext cx="4736592" cy="422529"/>
          </a:xfrm>
          <a:prstGeom prst="roundRect">
            <a:avLst>
              <a:gd name="adj" fmla="val 21641"/>
            </a:avLst>
          </a:prstGeom>
          <a:solidFill>
            <a:schemeClr val="tx2"/>
          </a:solidFill>
          <a:ln w="12700">
            <a:solidFill>
              <a:srgbClr val="FFFFFF">
                <a:alpha val="0"/>
              </a:srgbClr>
            </a:solidFill>
            <a:prstDash val="solid"/>
          </a:ln>
        </p:spPr>
      </p:sp>
      <p:sp>
        <p:nvSpPr>
          <p:cNvPr id="54" name="Text 48"/>
          <p:cNvSpPr txBox="1"/>
          <p:nvPr/>
        </p:nvSpPr>
        <p:spPr>
          <a:xfrm>
            <a:off x="7086600" y="4804029"/>
            <a:ext cx="4434840" cy="422529"/>
          </a:xfrm>
          <a:prstGeom prst="rect">
            <a:avLst/>
          </a:prstGeom>
          <a:noFill/>
          <a:ln/>
        </p:spPr>
        <p:txBody>
          <a:bodyPr wrap="square" lIns="0" tIns="0" rIns="0" bIns="0" rtlCol="0" anchor="ctr"/>
          <a:lstStyle/>
          <a:p>
            <a:pPr algn="l" indent="0" marL="0">
              <a:buNone/>
            </a:pPr>
            <a:r>
              <a:rPr lang="en-US" sz="1900" dirty="0">
                <a:solidFill>
                  <a:schemeClr val="bg1"/>
                </a:solidFill>
              </a:rPr>
              <a:t>Waar kom</a:t>
            </a:r>
            <a:r>
              <a:rPr lang="en-US" sz="1900" b="1" dirty="0">
                <a:solidFill>
                  <a:schemeClr val="accent1"/>
                </a:solidFill>
              </a:rPr>
              <a:t>t</a:t>
            </a:r>
            <a:r>
              <a:rPr lang="en-US" sz="1900" dirty="0">
                <a:solidFill>
                  <a:schemeClr val="bg1"/>
                </a:solidFill>
              </a:rPr>
              <a:t> </a:t>
            </a:r>
            <a:r>
              <a:rPr lang="en-US" sz="1900" b="1" dirty="0">
                <a:solidFill>
                  <a:schemeClr val="bg1"/>
                </a:solidFill>
              </a:rPr>
              <a:t>u</a:t>
            </a:r>
            <a:r>
              <a:rPr lang="en-US" sz="1900" dirty="0">
                <a:solidFill>
                  <a:schemeClr val="bg1"/>
                </a:solidFill>
              </a:rPr>
              <a:t> vandaan?</a:t>
            </a:r>
            <a:endParaRPr lang="en-US" sz="1900" dirty="0"/>
          </a:p>
        </p:txBody>
      </p:sp>
      <p:sp>
        <p:nvSpPr>
          <p:cNvPr id="55" name="Shape 49"/>
          <p:cNvSpPr/>
          <p:nvPr/>
        </p:nvSpPr>
        <p:spPr>
          <a:xfrm>
            <a:off x="548640" y="5328094"/>
            <a:ext cx="347472" cy="347472"/>
          </a:xfrm>
          <a:prstGeom prst="ellipse">
            <a:avLst/>
          </a:prstGeom>
          <a:solidFill>
            <a:schemeClr val="accent5"/>
          </a:solidFill>
          <a:ln w="12700">
            <a:solidFill>
              <a:srgbClr val="FFFFFF">
                <a:alpha val="0"/>
              </a:srgbClr>
            </a:solidFill>
            <a:prstDash val="solid"/>
          </a:ln>
        </p:spPr>
      </p:sp>
      <p:sp>
        <p:nvSpPr>
          <p:cNvPr id="56" name="Text 50"/>
          <p:cNvSpPr txBox="1"/>
          <p:nvPr/>
        </p:nvSpPr>
        <p:spPr>
          <a:xfrm>
            <a:off x="548640" y="532809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57" name="Shape 51"/>
          <p:cNvSpPr/>
          <p:nvPr/>
        </p:nvSpPr>
        <p:spPr>
          <a:xfrm>
            <a:off x="1005840" y="5290566"/>
            <a:ext cx="4251960" cy="422529"/>
          </a:xfrm>
          <a:prstGeom prst="roundRect">
            <a:avLst>
              <a:gd name="adj" fmla="val 21641"/>
            </a:avLst>
          </a:prstGeom>
          <a:solidFill>
            <a:srgbClr val="E3E7ED"/>
          </a:solidFill>
          <a:ln w="12700">
            <a:solidFill>
              <a:srgbClr val="FFFFFF">
                <a:alpha val="0"/>
              </a:srgbClr>
            </a:solidFill>
            <a:prstDash val="solid"/>
          </a:ln>
        </p:spPr>
      </p:sp>
      <p:sp>
        <p:nvSpPr>
          <p:cNvPr id="58" name="Text 52"/>
          <p:cNvSpPr txBox="1"/>
          <p:nvPr/>
        </p:nvSpPr>
        <p:spPr>
          <a:xfrm>
            <a:off x="1188720" y="5290566"/>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Wat is je beroep?</a:t>
            </a:r>
            <a:endParaRPr lang="en-US" sz="1900" dirty="0"/>
          </a:p>
        </p:txBody>
      </p:sp>
      <p:sp>
        <p:nvSpPr>
          <p:cNvPr id="59" name="Text 53"/>
          <p:cNvSpPr/>
          <p:nvPr/>
        </p:nvSpPr>
        <p:spPr>
          <a:xfrm>
            <a:off x="5394960" y="5318951"/>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60" name="Shape 54"/>
          <p:cNvSpPr/>
          <p:nvPr/>
        </p:nvSpPr>
        <p:spPr>
          <a:xfrm>
            <a:off x="6903720" y="5290566"/>
            <a:ext cx="4736592" cy="422529"/>
          </a:xfrm>
          <a:prstGeom prst="roundRect">
            <a:avLst>
              <a:gd name="adj" fmla="val 21641"/>
            </a:avLst>
          </a:prstGeom>
          <a:solidFill>
            <a:schemeClr val="tx2"/>
          </a:solidFill>
          <a:ln w="12700">
            <a:solidFill>
              <a:srgbClr val="FFFFFF">
                <a:alpha val="0"/>
              </a:srgbClr>
            </a:solidFill>
            <a:prstDash val="solid"/>
          </a:ln>
        </p:spPr>
      </p:sp>
      <p:sp>
        <p:nvSpPr>
          <p:cNvPr id="61" name="Text 55"/>
          <p:cNvSpPr txBox="1"/>
          <p:nvPr/>
        </p:nvSpPr>
        <p:spPr>
          <a:xfrm>
            <a:off x="7086600" y="5290566"/>
            <a:ext cx="4434840" cy="422529"/>
          </a:xfrm>
          <a:prstGeom prst="rect">
            <a:avLst/>
          </a:prstGeom>
          <a:noFill/>
          <a:ln/>
        </p:spPr>
        <p:txBody>
          <a:bodyPr wrap="square" lIns="0" tIns="0" rIns="0" bIns="0" rtlCol="0" anchor="ctr"/>
          <a:lstStyle/>
          <a:p>
            <a:pPr algn="l" indent="0" marL="0">
              <a:buNone/>
            </a:pPr>
            <a:r>
              <a:rPr lang="en-US" sz="1900" dirty="0">
                <a:solidFill>
                  <a:schemeClr val="bg1"/>
                </a:solidFill>
              </a:rPr>
              <a:t>Wat is </a:t>
            </a:r>
            <a:r>
              <a:rPr lang="en-US" sz="1900" b="1" dirty="0">
                <a:solidFill>
                  <a:schemeClr val="accent1"/>
                </a:solidFill>
              </a:rPr>
              <a:t>uw</a:t>
            </a:r>
            <a:r>
              <a:rPr lang="en-US" sz="1900" dirty="0">
                <a:solidFill>
                  <a:schemeClr val="bg1"/>
                </a:solidFill>
              </a:rPr>
              <a:t> beroep?</a:t>
            </a:r>
            <a:endParaRPr lang="en-US" sz="1900" dirty="0"/>
          </a:p>
        </p:txBody>
      </p:sp>
      <p:sp>
        <p:nvSpPr>
          <p:cNvPr id="62" name="Shape 56"/>
          <p:cNvSpPr/>
          <p:nvPr/>
        </p:nvSpPr>
        <p:spPr>
          <a:xfrm>
            <a:off x="548640" y="5814631"/>
            <a:ext cx="347472" cy="347472"/>
          </a:xfrm>
          <a:prstGeom prst="ellipse">
            <a:avLst/>
          </a:prstGeom>
          <a:solidFill>
            <a:schemeClr val="accent5"/>
          </a:solidFill>
          <a:ln w="12700">
            <a:solidFill>
              <a:srgbClr val="FFFFFF">
                <a:alpha val="0"/>
              </a:srgbClr>
            </a:solidFill>
            <a:prstDash val="solid"/>
          </a:ln>
        </p:spPr>
      </p:sp>
      <p:sp>
        <p:nvSpPr>
          <p:cNvPr id="63" name="Text 57"/>
          <p:cNvSpPr txBox="1"/>
          <p:nvPr/>
        </p:nvSpPr>
        <p:spPr>
          <a:xfrm>
            <a:off x="548640" y="5814631"/>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64" name="Shape 58"/>
          <p:cNvSpPr/>
          <p:nvPr/>
        </p:nvSpPr>
        <p:spPr>
          <a:xfrm>
            <a:off x="1005840" y="5777103"/>
            <a:ext cx="4251960" cy="422529"/>
          </a:xfrm>
          <a:prstGeom prst="roundRect">
            <a:avLst>
              <a:gd name="adj" fmla="val 21641"/>
            </a:avLst>
          </a:prstGeom>
          <a:solidFill>
            <a:srgbClr val="E3E7ED"/>
          </a:solidFill>
          <a:ln w="12700">
            <a:solidFill>
              <a:srgbClr val="FFFFFF">
                <a:alpha val="0"/>
              </a:srgbClr>
            </a:solidFill>
            <a:prstDash val="solid"/>
          </a:ln>
        </p:spPr>
      </p:sp>
      <p:sp>
        <p:nvSpPr>
          <p:cNvPr id="65" name="Text 59"/>
          <p:cNvSpPr txBox="1"/>
          <p:nvPr/>
        </p:nvSpPr>
        <p:spPr>
          <a:xfrm>
            <a:off x="1188720" y="5777103"/>
            <a:ext cx="3931920" cy="422529"/>
          </a:xfrm>
          <a:prstGeom prst="rect">
            <a:avLst/>
          </a:prstGeom>
          <a:noFill/>
          <a:ln/>
        </p:spPr>
        <p:txBody>
          <a:bodyPr wrap="square" lIns="0" tIns="0" rIns="0" bIns="0" rtlCol="0" anchor="ctr"/>
          <a:lstStyle/>
          <a:p>
            <a:pPr algn="l" indent="0" marL="0">
              <a:buNone/>
            </a:pPr>
            <a:r>
              <a:rPr lang="en-US" sz="1900" dirty="0">
                <a:solidFill>
                  <a:schemeClr val="tx1"/>
                </a:solidFill>
              </a:rPr>
              <a:t>Hoe gaat het met jou?</a:t>
            </a:r>
            <a:endParaRPr lang="en-US" sz="1900" dirty="0"/>
          </a:p>
        </p:txBody>
      </p:sp>
      <p:sp>
        <p:nvSpPr>
          <p:cNvPr id="66" name="Text 60"/>
          <p:cNvSpPr/>
          <p:nvPr/>
        </p:nvSpPr>
        <p:spPr>
          <a:xfrm>
            <a:off x="5394960" y="5805487"/>
            <a:ext cx="1371600" cy="365760"/>
          </a:xfrm>
          <a:prstGeom prst="rightArrow">
            <a:avLst/>
          </a:prstGeom>
          <a:solidFill>
            <a:srgbClr val="D9700F"/>
          </a:solidFill>
          <a:ln>
            <a:solidFill>
              <a:srgbClr val="D9700F"/>
            </a:solidFill>
          </a:ln>
        </p:spPr>
        <p:txBody>
          <a:bodyPr wrap="square" lIns="0" tIns="0" rIns="0" bIns="0" rtlCol="0" anchor="ctr"/>
          <a:lstStyle/>
          <a:p>
            <a:pPr algn="ctr" indent="0" marL="0">
              <a:buNone/>
            </a:pPr>
            <a:r>
              <a:rPr lang="en-US" sz="1200" b="1" dirty="0">
                <a:solidFill>
                  <a:srgbClr val="FFFFFF"/>
                </a:solidFill>
              </a:rPr>
              <a:t>je → u</a:t>
            </a:r>
            <a:endParaRPr lang="en-US" sz="1200" dirty="0"/>
          </a:p>
        </p:txBody>
      </p:sp>
      <p:sp>
        <p:nvSpPr>
          <p:cNvPr id="67" name="Shape 61"/>
          <p:cNvSpPr/>
          <p:nvPr/>
        </p:nvSpPr>
        <p:spPr>
          <a:xfrm>
            <a:off x="6903720" y="5777103"/>
            <a:ext cx="4736592" cy="422529"/>
          </a:xfrm>
          <a:prstGeom prst="roundRect">
            <a:avLst>
              <a:gd name="adj" fmla="val 21641"/>
            </a:avLst>
          </a:prstGeom>
          <a:solidFill>
            <a:schemeClr val="tx2"/>
          </a:solidFill>
          <a:ln w="12700">
            <a:solidFill>
              <a:srgbClr val="FFFFFF">
                <a:alpha val="0"/>
              </a:srgbClr>
            </a:solidFill>
            <a:prstDash val="solid"/>
          </a:ln>
        </p:spPr>
      </p:sp>
      <p:sp>
        <p:nvSpPr>
          <p:cNvPr id="68" name="Text 62"/>
          <p:cNvSpPr txBox="1"/>
          <p:nvPr/>
        </p:nvSpPr>
        <p:spPr>
          <a:xfrm>
            <a:off x="7086600" y="5777103"/>
            <a:ext cx="4434840" cy="422529"/>
          </a:xfrm>
          <a:prstGeom prst="rect">
            <a:avLst/>
          </a:prstGeom>
          <a:noFill/>
          <a:ln/>
        </p:spPr>
        <p:txBody>
          <a:bodyPr wrap="square" lIns="0" tIns="0" rIns="0" bIns="0" rtlCol="0" anchor="ctr"/>
          <a:lstStyle/>
          <a:p>
            <a:pPr algn="l" indent="0" marL="0">
              <a:buNone/>
            </a:pPr>
            <a:r>
              <a:rPr lang="en-US" sz="1900" dirty="0">
                <a:solidFill>
                  <a:schemeClr val="bg1"/>
                </a:solidFill>
              </a:rPr>
              <a:t>Hoe gaat het met </a:t>
            </a:r>
            <a:r>
              <a:rPr lang="en-US" sz="1900" b="1" dirty="0">
                <a:solidFill>
                  <a:schemeClr val="bg1"/>
                </a:solidFill>
              </a:rPr>
              <a:t>u</a:t>
            </a:r>
            <a:r>
              <a:rPr lang="en-US" sz="1900" dirty="0">
                <a:solidFill>
                  <a:schemeClr val="bg1"/>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Interview croisée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1188720" y="1536192"/>
            <a:ext cx="3063240" cy="411480"/>
          </a:xfrm>
          <a:prstGeom prst="roundRect">
            <a:avLst>
              <a:gd name="adj" fmla="val 13333"/>
            </a:avLst>
          </a:prstGeom>
          <a:solidFill>
            <a:schemeClr val="tx2"/>
          </a:solidFill>
          <a:ln w="12700">
            <a:solidFill>
              <a:srgbClr val="FFFFFF">
                <a:alpha val="0"/>
              </a:srgbClr>
            </a:solidFill>
            <a:prstDash val="solid"/>
          </a:ln>
        </p:spPr>
      </p:sp>
      <p:sp>
        <p:nvSpPr>
          <p:cNvPr id="7" name="Text 4"/>
          <p:cNvSpPr txBox="1"/>
          <p:nvPr/>
        </p:nvSpPr>
        <p:spPr>
          <a:xfrm>
            <a:off x="1188720" y="1536192"/>
            <a:ext cx="3063240" cy="411480"/>
          </a:xfrm>
          <a:prstGeom prst="rect">
            <a:avLst/>
          </a:prstGeom>
          <a:noFill/>
          <a:ln/>
        </p:spPr>
        <p:txBody>
          <a:bodyPr wrap="square" lIns="0" tIns="0" rIns="0" bIns="0" rtlCol="0" anchor="ctr"/>
          <a:lstStyle/>
          <a:p>
            <a:pPr algn="ctr" indent="0" marL="0">
              <a:buNone/>
            </a:pPr>
            <a:r>
              <a:rPr lang="en-US" sz="1500" b="1" dirty="0">
                <a:solidFill>
                  <a:schemeClr val="bg1"/>
                </a:solidFill>
              </a:rPr>
              <a:t>Ma question</a:t>
            </a:r>
            <a:endParaRPr lang="en-US" sz="1500" dirty="0"/>
          </a:p>
        </p:txBody>
      </p:sp>
      <p:sp>
        <p:nvSpPr>
          <p:cNvPr id="8" name="Shape 5"/>
          <p:cNvSpPr/>
          <p:nvPr/>
        </p:nvSpPr>
        <p:spPr>
          <a:xfrm>
            <a:off x="4343400" y="1536192"/>
            <a:ext cx="2331720" cy="411480"/>
          </a:xfrm>
          <a:prstGeom prst="roundRect">
            <a:avLst>
              <a:gd name="adj" fmla="val 13333"/>
            </a:avLst>
          </a:prstGeom>
          <a:solidFill>
            <a:schemeClr val="accent3"/>
          </a:solidFill>
          <a:ln w="12700">
            <a:solidFill>
              <a:srgbClr val="FFFFFF">
                <a:alpha val="0"/>
              </a:srgbClr>
            </a:solidFill>
            <a:prstDash val="solid"/>
          </a:ln>
        </p:spPr>
      </p:sp>
      <p:sp>
        <p:nvSpPr>
          <p:cNvPr id="9" name="Text 6"/>
          <p:cNvSpPr txBox="1"/>
          <p:nvPr/>
        </p:nvSpPr>
        <p:spPr>
          <a:xfrm>
            <a:off x="4343400" y="1536192"/>
            <a:ext cx="2331720" cy="411480"/>
          </a:xfrm>
          <a:prstGeom prst="rect">
            <a:avLst/>
          </a:prstGeom>
          <a:noFill/>
          <a:ln/>
        </p:spPr>
        <p:txBody>
          <a:bodyPr wrap="square" lIns="0" tIns="0" rIns="0" bIns="0" rtlCol="0" anchor="ctr"/>
          <a:lstStyle/>
          <a:p>
            <a:pPr algn="ctr" indent="0" marL="0">
              <a:buNone/>
            </a:pPr>
            <a:r>
              <a:rPr lang="en-US" sz="1500" b="1" dirty="0">
                <a:solidFill>
                  <a:schemeClr val="bg1"/>
                </a:solidFill>
              </a:rPr>
              <a:t>Sa réponse</a:t>
            </a:r>
            <a:endParaRPr lang="en-US" sz="1500" dirty="0"/>
          </a:p>
        </p:txBody>
      </p:sp>
      <p:sp>
        <p:nvSpPr>
          <p:cNvPr id="10" name="Shape 7"/>
          <p:cNvSpPr/>
          <p:nvPr/>
        </p:nvSpPr>
        <p:spPr>
          <a:xfrm>
            <a:off x="594360" y="2112264"/>
            <a:ext cx="502920" cy="502920"/>
          </a:xfrm>
          <a:prstGeom prst="ellipse">
            <a:avLst/>
          </a:prstGeom>
          <a:solidFill>
            <a:schemeClr val="accent2"/>
          </a:solidFill>
          <a:ln w="12700">
            <a:solidFill>
              <a:srgbClr val="FFFFFF">
                <a:alpha val="0"/>
              </a:srgbClr>
            </a:solidFill>
            <a:prstDash val="solid"/>
          </a:ln>
        </p:spPr>
      </p:sp>
      <p:pic>
        <p:nvPicPr>
          <p:cNvPr id="11" name="Image 0" descr="IdCard">    </p:cNvPr>
          <p:cNvPicPr>
            <a:picLocks noChangeAspect="1"/>
          </p:cNvPicPr>
          <p:nvPr/>
        </p:nvPicPr>
        <p:blipFill>
          <a:blip r:embed="rId1"/>
          <a:stretch>
            <a:fillRect/>
          </a:stretch>
        </p:blipFill>
        <p:spPr>
          <a:xfrm>
            <a:off x="715061" y="2232965"/>
            <a:ext cx="261518" cy="261518"/>
          </a:xfrm>
          <a:prstGeom prst="rect">
            <a:avLst/>
          </a:prstGeom>
        </p:spPr>
      </p:pic>
      <p:sp>
        <p:nvSpPr>
          <p:cNvPr id="12" name="Shape 8"/>
          <p:cNvSpPr/>
          <p:nvPr/>
        </p:nvSpPr>
        <p:spPr>
          <a:xfrm>
            <a:off x="1188720" y="2057400"/>
            <a:ext cx="3063240" cy="612648"/>
          </a:xfrm>
          <a:prstGeom prst="roundRect">
            <a:avLst>
              <a:gd name="adj" fmla="val 11940"/>
            </a:avLst>
          </a:prstGeom>
          <a:solidFill>
            <a:schemeClr val="bg2"/>
          </a:solidFill>
          <a:ln w="12700">
            <a:solidFill>
              <a:srgbClr val="FFFFFF">
                <a:alpha val="0"/>
              </a:srgbClr>
            </a:solidFill>
            <a:prstDash val="solid"/>
          </a:ln>
        </p:spPr>
      </p:sp>
      <p:sp>
        <p:nvSpPr>
          <p:cNvPr id="13" name="Text 9"/>
          <p:cNvSpPr txBox="1"/>
          <p:nvPr/>
        </p:nvSpPr>
        <p:spPr>
          <a:xfrm>
            <a:off x="1325880" y="2057400"/>
            <a:ext cx="2834640" cy="612648"/>
          </a:xfrm>
          <a:prstGeom prst="rect">
            <a:avLst/>
          </a:prstGeom>
          <a:noFill/>
          <a:ln/>
        </p:spPr>
        <p:txBody>
          <a:bodyPr wrap="square" lIns="0" tIns="0" rIns="0" bIns="0" rtlCol="0" anchor="ctr"/>
          <a:lstStyle/>
          <a:p>
            <a:pPr algn="l" indent="0" marL="0">
              <a:buNone/>
            </a:pPr>
            <a:r>
              <a:rPr lang="en-US" sz="1800" dirty="0">
                <a:solidFill>
                  <a:schemeClr val="tx1"/>
                </a:solidFill>
              </a:rPr>
              <a:t>Hoe heet je?</a:t>
            </a:r>
            <a:endParaRPr lang="en-US" sz="1800" dirty="0"/>
          </a:p>
        </p:txBody>
      </p:sp>
      <p:sp>
        <p:nvSpPr>
          <p:cNvPr id="14" name="Shape 10"/>
          <p:cNvSpPr/>
          <p:nvPr/>
        </p:nvSpPr>
        <p:spPr>
          <a:xfrm>
            <a:off x="4343400" y="2057400"/>
            <a:ext cx="2331720" cy="612648"/>
          </a:xfrm>
          <a:prstGeom prst="roundRect">
            <a:avLst>
              <a:gd name="adj" fmla="val 11940"/>
            </a:avLst>
          </a:prstGeom>
          <a:solidFill>
            <a:srgbClr val="FFFFFF"/>
          </a:solidFill>
          <a:ln w="12700">
            <a:solidFill>
              <a:srgbClr val="D5DCE6"/>
            </a:solidFill>
            <a:prstDash val="solid"/>
          </a:ln>
        </p:spPr>
      </p:sp>
      <p:sp>
        <p:nvSpPr>
          <p:cNvPr id="15" name="Shape 11"/>
          <p:cNvSpPr/>
          <p:nvPr/>
        </p:nvSpPr>
        <p:spPr>
          <a:xfrm>
            <a:off x="4480560" y="2532888"/>
            <a:ext cx="2057400" cy="914"/>
          </a:xfrm>
          <a:prstGeom prst="line">
            <a:avLst/>
          </a:prstGeom>
          <a:noFill/>
          <a:ln w="12700">
            <a:solidFill>
              <a:srgbClr val="B8C2CF"/>
            </a:solidFill>
            <a:prstDash val="sysDot"/>
          </a:ln>
        </p:spPr>
      </p:sp>
      <p:sp>
        <p:nvSpPr>
          <p:cNvPr id="16" name="Shape 12"/>
          <p:cNvSpPr/>
          <p:nvPr/>
        </p:nvSpPr>
        <p:spPr>
          <a:xfrm>
            <a:off x="594360" y="2816352"/>
            <a:ext cx="502920" cy="502920"/>
          </a:xfrm>
          <a:prstGeom prst="ellipse">
            <a:avLst/>
          </a:prstGeom>
          <a:solidFill>
            <a:schemeClr val="accent1"/>
          </a:solidFill>
          <a:ln w="12700">
            <a:solidFill>
              <a:srgbClr val="FFFFFF">
                <a:alpha val="0"/>
              </a:srgbClr>
            </a:solidFill>
            <a:prstDash val="solid"/>
          </a:ln>
        </p:spPr>
      </p:sp>
      <p:pic>
        <p:nvPicPr>
          <p:cNvPr id="17" name="Image 1" descr="BirthdayCake">    </p:cNvPr>
          <p:cNvPicPr>
            <a:picLocks noChangeAspect="1"/>
          </p:cNvPicPr>
          <p:nvPr/>
        </p:nvPicPr>
        <p:blipFill>
          <a:blip r:embed="rId2"/>
          <a:stretch>
            <a:fillRect/>
          </a:stretch>
        </p:blipFill>
        <p:spPr>
          <a:xfrm>
            <a:off x="715061" y="2937053"/>
            <a:ext cx="261518" cy="261518"/>
          </a:xfrm>
          <a:prstGeom prst="rect">
            <a:avLst/>
          </a:prstGeom>
        </p:spPr>
      </p:pic>
      <p:sp>
        <p:nvSpPr>
          <p:cNvPr id="18" name="Shape 13"/>
          <p:cNvSpPr/>
          <p:nvPr/>
        </p:nvSpPr>
        <p:spPr>
          <a:xfrm>
            <a:off x="1188720" y="2761488"/>
            <a:ext cx="3063240" cy="612648"/>
          </a:xfrm>
          <a:prstGeom prst="roundRect">
            <a:avLst>
              <a:gd name="adj" fmla="val 11940"/>
            </a:avLst>
          </a:prstGeom>
          <a:solidFill>
            <a:schemeClr val="bg2"/>
          </a:solidFill>
          <a:ln w="12700">
            <a:solidFill>
              <a:srgbClr val="FFFFFF">
                <a:alpha val="0"/>
              </a:srgbClr>
            </a:solidFill>
            <a:prstDash val="solid"/>
          </a:ln>
        </p:spPr>
      </p:sp>
      <p:sp>
        <p:nvSpPr>
          <p:cNvPr id="19" name="Text 14"/>
          <p:cNvSpPr txBox="1"/>
          <p:nvPr/>
        </p:nvSpPr>
        <p:spPr>
          <a:xfrm>
            <a:off x="1325880" y="2761488"/>
            <a:ext cx="2834640" cy="612648"/>
          </a:xfrm>
          <a:prstGeom prst="rect">
            <a:avLst/>
          </a:prstGeom>
          <a:noFill/>
          <a:ln/>
        </p:spPr>
        <p:txBody>
          <a:bodyPr wrap="square" lIns="0" tIns="0" rIns="0" bIns="0" rtlCol="0" anchor="ctr"/>
          <a:lstStyle/>
          <a:p>
            <a:pPr algn="l" indent="0" marL="0">
              <a:buNone/>
            </a:pPr>
            <a:r>
              <a:rPr lang="en-US" sz="1800" dirty="0">
                <a:solidFill>
                  <a:schemeClr val="tx1"/>
                </a:solidFill>
              </a:rPr>
              <a:t>Hoe oud ben je?</a:t>
            </a:r>
            <a:endParaRPr lang="en-US" sz="1800" dirty="0"/>
          </a:p>
        </p:txBody>
      </p:sp>
      <p:sp>
        <p:nvSpPr>
          <p:cNvPr id="20" name="Shape 15"/>
          <p:cNvSpPr/>
          <p:nvPr/>
        </p:nvSpPr>
        <p:spPr>
          <a:xfrm>
            <a:off x="4343400" y="2761488"/>
            <a:ext cx="2331720" cy="612648"/>
          </a:xfrm>
          <a:prstGeom prst="roundRect">
            <a:avLst>
              <a:gd name="adj" fmla="val 11940"/>
            </a:avLst>
          </a:prstGeom>
          <a:solidFill>
            <a:srgbClr val="FFFFFF"/>
          </a:solidFill>
          <a:ln w="12700">
            <a:solidFill>
              <a:srgbClr val="D5DCE6"/>
            </a:solidFill>
            <a:prstDash val="solid"/>
          </a:ln>
        </p:spPr>
      </p:sp>
      <p:sp>
        <p:nvSpPr>
          <p:cNvPr id="21" name="Shape 16"/>
          <p:cNvSpPr/>
          <p:nvPr/>
        </p:nvSpPr>
        <p:spPr>
          <a:xfrm>
            <a:off x="4480560" y="3236976"/>
            <a:ext cx="2057400" cy="914"/>
          </a:xfrm>
          <a:prstGeom prst="line">
            <a:avLst/>
          </a:prstGeom>
          <a:noFill/>
          <a:ln w="12700">
            <a:solidFill>
              <a:srgbClr val="B8C2CF"/>
            </a:solidFill>
            <a:prstDash val="sysDot"/>
          </a:ln>
        </p:spPr>
      </p:sp>
      <p:sp>
        <p:nvSpPr>
          <p:cNvPr id="22" name="Shape 17"/>
          <p:cNvSpPr/>
          <p:nvPr/>
        </p:nvSpPr>
        <p:spPr>
          <a:xfrm>
            <a:off x="594360" y="3520440"/>
            <a:ext cx="502920" cy="502920"/>
          </a:xfrm>
          <a:prstGeom prst="ellipse">
            <a:avLst/>
          </a:prstGeom>
          <a:solidFill>
            <a:schemeClr val="accent3"/>
          </a:solidFill>
          <a:ln w="12700">
            <a:solidFill>
              <a:srgbClr val="FFFFFF">
                <a:alpha val="0"/>
              </a:srgbClr>
            </a:solidFill>
            <a:prstDash val="solid"/>
          </a:ln>
        </p:spPr>
      </p:sp>
      <p:pic>
        <p:nvPicPr>
          <p:cNvPr id="23" name="Image 2" descr="Home">    </p:cNvPr>
          <p:cNvPicPr>
            <a:picLocks noChangeAspect="1"/>
          </p:cNvPicPr>
          <p:nvPr/>
        </p:nvPicPr>
        <p:blipFill>
          <a:blip r:embed="rId3"/>
          <a:stretch>
            <a:fillRect/>
          </a:stretch>
        </p:blipFill>
        <p:spPr>
          <a:xfrm>
            <a:off x="715061" y="3641141"/>
            <a:ext cx="261518" cy="261518"/>
          </a:xfrm>
          <a:prstGeom prst="rect">
            <a:avLst/>
          </a:prstGeom>
        </p:spPr>
      </p:pic>
      <p:sp>
        <p:nvSpPr>
          <p:cNvPr id="24" name="Shape 18"/>
          <p:cNvSpPr/>
          <p:nvPr/>
        </p:nvSpPr>
        <p:spPr>
          <a:xfrm>
            <a:off x="1188720" y="3465576"/>
            <a:ext cx="3063240" cy="612648"/>
          </a:xfrm>
          <a:prstGeom prst="roundRect">
            <a:avLst>
              <a:gd name="adj" fmla="val 11940"/>
            </a:avLst>
          </a:prstGeom>
          <a:solidFill>
            <a:schemeClr val="bg2"/>
          </a:solidFill>
          <a:ln w="12700">
            <a:solidFill>
              <a:srgbClr val="FFFFFF">
                <a:alpha val="0"/>
              </a:srgbClr>
            </a:solidFill>
            <a:prstDash val="solid"/>
          </a:ln>
        </p:spPr>
      </p:sp>
      <p:sp>
        <p:nvSpPr>
          <p:cNvPr id="25" name="Text 19"/>
          <p:cNvSpPr txBox="1"/>
          <p:nvPr/>
        </p:nvSpPr>
        <p:spPr>
          <a:xfrm>
            <a:off x="1325880" y="3465576"/>
            <a:ext cx="2834640" cy="612648"/>
          </a:xfrm>
          <a:prstGeom prst="rect">
            <a:avLst/>
          </a:prstGeom>
          <a:noFill/>
          <a:ln/>
        </p:spPr>
        <p:txBody>
          <a:bodyPr wrap="square" lIns="0" tIns="0" rIns="0" bIns="0" rtlCol="0" anchor="ctr"/>
          <a:lstStyle/>
          <a:p>
            <a:pPr algn="l" indent="0" marL="0">
              <a:buNone/>
            </a:pPr>
            <a:r>
              <a:rPr lang="en-US" sz="1800" dirty="0">
                <a:solidFill>
                  <a:schemeClr val="tx1"/>
                </a:solidFill>
              </a:rPr>
              <a:t>Waar woon je?</a:t>
            </a:r>
            <a:endParaRPr lang="en-US" sz="1800" dirty="0"/>
          </a:p>
        </p:txBody>
      </p:sp>
      <p:sp>
        <p:nvSpPr>
          <p:cNvPr id="26" name="Shape 20"/>
          <p:cNvSpPr/>
          <p:nvPr/>
        </p:nvSpPr>
        <p:spPr>
          <a:xfrm>
            <a:off x="4343400" y="3465576"/>
            <a:ext cx="2331720" cy="612648"/>
          </a:xfrm>
          <a:prstGeom prst="roundRect">
            <a:avLst>
              <a:gd name="adj" fmla="val 11940"/>
            </a:avLst>
          </a:prstGeom>
          <a:solidFill>
            <a:srgbClr val="FFFFFF"/>
          </a:solidFill>
          <a:ln w="12700">
            <a:solidFill>
              <a:srgbClr val="D5DCE6"/>
            </a:solidFill>
            <a:prstDash val="solid"/>
          </a:ln>
        </p:spPr>
      </p:sp>
      <p:sp>
        <p:nvSpPr>
          <p:cNvPr id="27" name="Shape 21"/>
          <p:cNvSpPr/>
          <p:nvPr/>
        </p:nvSpPr>
        <p:spPr>
          <a:xfrm>
            <a:off x="4480560" y="3941064"/>
            <a:ext cx="2057400" cy="914"/>
          </a:xfrm>
          <a:prstGeom prst="line">
            <a:avLst/>
          </a:prstGeom>
          <a:noFill/>
          <a:ln w="12700">
            <a:solidFill>
              <a:srgbClr val="B8C2CF"/>
            </a:solidFill>
            <a:prstDash val="sysDot"/>
          </a:ln>
        </p:spPr>
      </p:sp>
      <p:sp>
        <p:nvSpPr>
          <p:cNvPr id="28" name="Shape 22"/>
          <p:cNvSpPr/>
          <p:nvPr/>
        </p:nvSpPr>
        <p:spPr>
          <a:xfrm>
            <a:off x="594360" y="4224528"/>
            <a:ext cx="502920" cy="502920"/>
          </a:xfrm>
          <a:prstGeom prst="ellipse">
            <a:avLst/>
          </a:prstGeom>
          <a:solidFill>
            <a:schemeClr val="tx2"/>
          </a:solidFill>
          <a:ln w="12700">
            <a:solidFill>
              <a:srgbClr val="FFFFFF">
                <a:alpha val="0"/>
              </a:srgbClr>
            </a:solidFill>
            <a:prstDash val="solid"/>
          </a:ln>
        </p:spPr>
      </p:sp>
      <p:pic>
        <p:nvPicPr>
          <p:cNvPr id="29" name="Image 3" descr="GlobeEurope">    </p:cNvPr>
          <p:cNvPicPr>
            <a:picLocks noChangeAspect="1"/>
          </p:cNvPicPr>
          <p:nvPr/>
        </p:nvPicPr>
        <p:blipFill>
          <a:blip r:embed="rId4"/>
          <a:stretch>
            <a:fillRect/>
          </a:stretch>
        </p:blipFill>
        <p:spPr>
          <a:xfrm>
            <a:off x="715061" y="4345229"/>
            <a:ext cx="261518" cy="261518"/>
          </a:xfrm>
          <a:prstGeom prst="rect">
            <a:avLst/>
          </a:prstGeom>
        </p:spPr>
      </p:pic>
      <p:sp>
        <p:nvSpPr>
          <p:cNvPr id="30" name="Shape 23"/>
          <p:cNvSpPr/>
          <p:nvPr/>
        </p:nvSpPr>
        <p:spPr>
          <a:xfrm>
            <a:off x="1188720" y="4169664"/>
            <a:ext cx="3063240" cy="612648"/>
          </a:xfrm>
          <a:prstGeom prst="roundRect">
            <a:avLst>
              <a:gd name="adj" fmla="val 11940"/>
            </a:avLst>
          </a:prstGeom>
          <a:solidFill>
            <a:schemeClr val="bg2"/>
          </a:solidFill>
          <a:ln w="12700">
            <a:solidFill>
              <a:srgbClr val="FFFFFF">
                <a:alpha val="0"/>
              </a:srgbClr>
            </a:solidFill>
            <a:prstDash val="solid"/>
          </a:ln>
        </p:spPr>
      </p:sp>
      <p:sp>
        <p:nvSpPr>
          <p:cNvPr id="31" name="Text 24"/>
          <p:cNvSpPr txBox="1"/>
          <p:nvPr/>
        </p:nvSpPr>
        <p:spPr>
          <a:xfrm>
            <a:off x="1325880" y="4169664"/>
            <a:ext cx="2834640" cy="612648"/>
          </a:xfrm>
          <a:prstGeom prst="rect">
            <a:avLst/>
          </a:prstGeom>
          <a:noFill/>
          <a:ln/>
        </p:spPr>
        <p:txBody>
          <a:bodyPr wrap="square" lIns="0" tIns="0" rIns="0" bIns="0" rtlCol="0" anchor="ctr"/>
          <a:lstStyle/>
          <a:p>
            <a:pPr algn="l" indent="0" marL="0">
              <a:buNone/>
            </a:pPr>
            <a:r>
              <a:rPr lang="en-US" sz="1800" dirty="0">
                <a:solidFill>
                  <a:schemeClr val="tx1"/>
                </a:solidFill>
              </a:rPr>
              <a:t>Waar kom je vandaan?</a:t>
            </a:r>
            <a:endParaRPr lang="en-US" sz="1800" dirty="0"/>
          </a:p>
        </p:txBody>
      </p:sp>
      <p:sp>
        <p:nvSpPr>
          <p:cNvPr id="32" name="Shape 25"/>
          <p:cNvSpPr/>
          <p:nvPr/>
        </p:nvSpPr>
        <p:spPr>
          <a:xfrm>
            <a:off x="4343400" y="4169664"/>
            <a:ext cx="2331720" cy="612648"/>
          </a:xfrm>
          <a:prstGeom prst="roundRect">
            <a:avLst>
              <a:gd name="adj" fmla="val 11940"/>
            </a:avLst>
          </a:prstGeom>
          <a:solidFill>
            <a:srgbClr val="FFFFFF"/>
          </a:solidFill>
          <a:ln w="12700">
            <a:solidFill>
              <a:srgbClr val="D5DCE6"/>
            </a:solidFill>
            <a:prstDash val="solid"/>
          </a:ln>
        </p:spPr>
      </p:sp>
      <p:sp>
        <p:nvSpPr>
          <p:cNvPr id="33" name="Shape 26"/>
          <p:cNvSpPr/>
          <p:nvPr/>
        </p:nvSpPr>
        <p:spPr>
          <a:xfrm>
            <a:off x="4480560" y="4645152"/>
            <a:ext cx="2057400" cy="914"/>
          </a:xfrm>
          <a:prstGeom prst="line">
            <a:avLst/>
          </a:prstGeom>
          <a:noFill/>
          <a:ln w="12700">
            <a:solidFill>
              <a:srgbClr val="B8C2CF"/>
            </a:solidFill>
            <a:prstDash val="sysDot"/>
          </a:ln>
        </p:spPr>
      </p:sp>
      <p:sp>
        <p:nvSpPr>
          <p:cNvPr id="34" name="Shape 27"/>
          <p:cNvSpPr/>
          <p:nvPr/>
        </p:nvSpPr>
        <p:spPr>
          <a:xfrm>
            <a:off x="594360" y="4928616"/>
            <a:ext cx="502920" cy="502920"/>
          </a:xfrm>
          <a:prstGeom prst="ellipse">
            <a:avLst/>
          </a:prstGeom>
          <a:solidFill>
            <a:schemeClr val="accent5"/>
          </a:solidFill>
          <a:ln w="12700">
            <a:solidFill>
              <a:srgbClr val="FFFFFF">
                <a:alpha val="0"/>
              </a:srgbClr>
            </a:solidFill>
            <a:prstDash val="solid"/>
          </a:ln>
        </p:spPr>
      </p:sp>
      <p:pic>
        <p:nvPicPr>
          <p:cNvPr id="35" name="Image 4" descr="Briefcase">    </p:cNvPr>
          <p:cNvPicPr>
            <a:picLocks noChangeAspect="1"/>
          </p:cNvPicPr>
          <p:nvPr/>
        </p:nvPicPr>
        <p:blipFill>
          <a:blip r:embed="rId5"/>
          <a:stretch>
            <a:fillRect/>
          </a:stretch>
        </p:blipFill>
        <p:spPr>
          <a:xfrm>
            <a:off x="715061" y="5049317"/>
            <a:ext cx="261518" cy="261518"/>
          </a:xfrm>
          <a:prstGeom prst="rect">
            <a:avLst/>
          </a:prstGeom>
        </p:spPr>
      </p:pic>
      <p:sp>
        <p:nvSpPr>
          <p:cNvPr id="36" name="Shape 28"/>
          <p:cNvSpPr/>
          <p:nvPr/>
        </p:nvSpPr>
        <p:spPr>
          <a:xfrm>
            <a:off x="1188720" y="4873752"/>
            <a:ext cx="3063240" cy="612648"/>
          </a:xfrm>
          <a:prstGeom prst="roundRect">
            <a:avLst>
              <a:gd name="adj" fmla="val 11940"/>
            </a:avLst>
          </a:prstGeom>
          <a:solidFill>
            <a:schemeClr val="bg2"/>
          </a:solidFill>
          <a:ln w="12700">
            <a:solidFill>
              <a:srgbClr val="FFFFFF">
                <a:alpha val="0"/>
              </a:srgbClr>
            </a:solidFill>
            <a:prstDash val="solid"/>
          </a:ln>
        </p:spPr>
      </p:sp>
      <p:sp>
        <p:nvSpPr>
          <p:cNvPr id="37" name="Text 29"/>
          <p:cNvSpPr txBox="1"/>
          <p:nvPr/>
        </p:nvSpPr>
        <p:spPr>
          <a:xfrm>
            <a:off x="1325880" y="4873752"/>
            <a:ext cx="2834640" cy="612648"/>
          </a:xfrm>
          <a:prstGeom prst="rect">
            <a:avLst/>
          </a:prstGeom>
          <a:noFill/>
          <a:ln/>
        </p:spPr>
        <p:txBody>
          <a:bodyPr wrap="square" lIns="0" tIns="0" rIns="0" bIns="0" rtlCol="0" anchor="ctr"/>
          <a:lstStyle/>
          <a:p>
            <a:pPr algn="l" indent="0" marL="0">
              <a:buNone/>
            </a:pPr>
            <a:r>
              <a:rPr lang="en-US" sz="1800" dirty="0">
                <a:solidFill>
                  <a:schemeClr val="tx1"/>
                </a:solidFill>
              </a:rPr>
              <a:t>Wat doe je van beroep?</a:t>
            </a:r>
            <a:endParaRPr lang="en-US" sz="1800" dirty="0"/>
          </a:p>
        </p:txBody>
      </p:sp>
      <p:sp>
        <p:nvSpPr>
          <p:cNvPr id="38" name="Shape 30"/>
          <p:cNvSpPr/>
          <p:nvPr/>
        </p:nvSpPr>
        <p:spPr>
          <a:xfrm>
            <a:off x="4343400" y="4873752"/>
            <a:ext cx="2331720" cy="612648"/>
          </a:xfrm>
          <a:prstGeom prst="roundRect">
            <a:avLst>
              <a:gd name="adj" fmla="val 11940"/>
            </a:avLst>
          </a:prstGeom>
          <a:solidFill>
            <a:srgbClr val="FFFFFF"/>
          </a:solidFill>
          <a:ln w="12700">
            <a:solidFill>
              <a:srgbClr val="D5DCE6"/>
            </a:solidFill>
            <a:prstDash val="solid"/>
          </a:ln>
        </p:spPr>
      </p:sp>
      <p:sp>
        <p:nvSpPr>
          <p:cNvPr id="39" name="Shape 31"/>
          <p:cNvSpPr/>
          <p:nvPr/>
        </p:nvSpPr>
        <p:spPr>
          <a:xfrm>
            <a:off x="4480560" y="5349240"/>
            <a:ext cx="2057400" cy="914"/>
          </a:xfrm>
          <a:prstGeom prst="line">
            <a:avLst/>
          </a:prstGeom>
          <a:noFill/>
          <a:ln w="12700">
            <a:solidFill>
              <a:srgbClr val="B8C2CF"/>
            </a:solidFill>
            <a:prstDash val="sysDot"/>
          </a:ln>
        </p:spPr>
      </p:sp>
      <p:sp>
        <p:nvSpPr>
          <p:cNvPr id="40" name="Shape 32"/>
          <p:cNvSpPr/>
          <p:nvPr/>
        </p:nvSpPr>
        <p:spPr>
          <a:xfrm>
            <a:off x="594360" y="5632704"/>
            <a:ext cx="502920" cy="502920"/>
          </a:xfrm>
          <a:prstGeom prst="ellipse">
            <a:avLst/>
          </a:prstGeom>
          <a:solidFill>
            <a:schemeClr val="accent4"/>
          </a:solidFill>
          <a:ln w="12700">
            <a:solidFill>
              <a:srgbClr val="FFFFFF">
                <a:alpha val="0"/>
              </a:srgbClr>
            </a:solidFill>
            <a:prstDash val="solid"/>
          </a:ln>
        </p:spPr>
      </p:sp>
      <p:pic>
        <p:nvPicPr>
          <p:cNvPr id="41" name="Image 5" descr="Comments">    </p:cNvPr>
          <p:cNvPicPr>
            <a:picLocks noChangeAspect="1"/>
          </p:cNvPicPr>
          <p:nvPr/>
        </p:nvPicPr>
        <p:blipFill>
          <a:blip r:embed="rId6"/>
          <a:stretch>
            <a:fillRect/>
          </a:stretch>
        </p:blipFill>
        <p:spPr>
          <a:xfrm>
            <a:off x="715061" y="5753405"/>
            <a:ext cx="261518" cy="261518"/>
          </a:xfrm>
          <a:prstGeom prst="rect">
            <a:avLst/>
          </a:prstGeom>
        </p:spPr>
      </p:pic>
      <p:sp>
        <p:nvSpPr>
          <p:cNvPr id="42" name="Shape 33"/>
          <p:cNvSpPr/>
          <p:nvPr/>
        </p:nvSpPr>
        <p:spPr>
          <a:xfrm>
            <a:off x="1188720" y="5577840"/>
            <a:ext cx="3063240" cy="612648"/>
          </a:xfrm>
          <a:prstGeom prst="roundRect">
            <a:avLst>
              <a:gd name="adj" fmla="val 11940"/>
            </a:avLst>
          </a:prstGeom>
          <a:solidFill>
            <a:schemeClr val="bg2"/>
          </a:solidFill>
          <a:ln w="12700">
            <a:solidFill>
              <a:srgbClr val="FFFFFF">
                <a:alpha val="0"/>
              </a:srgbClr>
            </a:solidFill>
            <a:prstDash val="solid"/>
          </a:ln>
        </p:spPr>
      </p:sp>
      <p:sp>
        <p:nvSpPr>
          <p:cNvPr id="43" name="Text 34"/>
          <p:cNvSpPr txBox="1"/>
          <p:nvPr/>
        </p:nvSpPr>
        <p:spPr>
          <a:xfrm>
            <a:off x="1325880" y="5577840"/>
            <a:ext cx="2834640" cy="612648"/>
          </a:xfrm>
          <a:prstGeom prst="rect">
            <a:avLst/>
          </a:prstGeom>
          <a:noFill/>
          <a:ln/>
        </p:spPr>
        <p:txBody>
          <a:bodyPr wrap="square" lIns="0" tIns="0" rIns="0" bIns="0" rtlCol="0" anchor="ctr"/>
          <a:lstStyle/>
          <a:p>
            <a:pPr algn="l" indent="0" marL="0">
              <a:buNone/>
            </a:pPr>
            <a:r>
              <a:rPr lang="en-US" sz="1800" dirty="0">
                <a:solidFill>
                  <a:schemeClr val="tx1"/>
                </a:solidFill>
              </a:rPr>
              <a:t>Welke talen spreek je?</a:t>
            </a:r>
            <a:endParaRPr lang="en-US" sz="1800" dirty="0"/>
          </a:p>
        </p:txBody>
      </p:sp>
      <p:sp>
        <p:nvSpPr>
          <p:cNvPr id="44" name="Shape 35"/>
          <p:cNvSpPr/>
          <p:nvPr/>
        </p:nvSpPr>
        <p:spPr>
          <a:xfrm>
            <a:off x="4343400" y="5577840"/>
            <a:ext cx="2331720" cy="612648"/>
          </a:xfrm>
          <a:prstGeom prst="roundRect">
            <a:avLst>
              <a:gd name="adj" fmla="val 11940"/>
            </a:avLst>
          </a:prstGeom>
          <a:solidFill>
            <a:srgbClr val="FFFFFF"/>
          </a:solidFill>
          <a:ln w="12700">
            <a:solidFill>
              <a:srgbClr val="D5DCE6"/>
            </a:solidFill>
            <a:prstDash val="solid"/>
          </a:ln>
        </p:spPr>
      </p:sp>
      <p:sp>
        <p:nvSpPr>
          <p:cNvPr id="45" name="Shape 36"/>
          <p:cNvSpPr/>
          <p:nvPr/>
        </p:nvSpPr>
        <p:spPr>
          <a:xfrm>
            <a:off x="4480560" y="6053328"/>
            <a:ext cx="2057400" cy="914"/>
          </a:xfrm>
          <a:prstGeom prst="line">
            <a:avLst/>
          </a:prstGeom>
          <a:noFill/>
          <a:ln w="12700">
            <a:solidFill>
              <a:srgbClr val="B8C2CF"/>
            </a:solidFill>
            <a:prstDash val="sysDot"/>
          </a:ln>
        </p:spPr>
      </p:sp>
      <p:sp>
        <p:nvSpPr>
          <p:cNvPr id="46" name="Shape 37"/>
          <p:cNvSpPr/>
          <p:nvPr/>
        </p:nvSpPr>
        <p:spPr>
          <a:xfrm>
            <a:off x="6995160" y="1536192"/>
            <a:ext cx="4645152" cy="4727448"/>
          </a:xfrm>
          <a:prstGeom prst="roundRect">
            <a:avLst>
              <a:gd name="adj" fmla="val 1969"/>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7" name="Shape 38"/>
          <p:cNvSpPr/>
          <p:nvPr/>
        </p:nvSpPr>
        <p:spPr>
          <a:xfrm>
            <a:off x="6995160" y="1536192"/>
            <a:ext cx="4645152" cy="502920"/>
          </a:xfrm>
          <a:prstGeom prst="roundRect">
            <a:avLst>
              <a:gd name="adj" fmla="val 18182"/>
            </a:avLst>
          </a:prstGeom>
          <a:solidFill>
            <a:srgbClr val="6E4A9E"/>
          </a:solidFill>
          <a:ln w="12700">
            <a:solidFill>
              <a:srgbClr val="FFFFFF">
                <a:alpha val="0"/>
              </a:srgbClr>
            </a:solidFill>
            <a:prstDash val="solid"/>
          </a:ln>
        </p:spPr>
      </p:sp>
      <p:sp>
        <p:nvSpPr>
          <p:cNvPr id="48" name="Shape 39"/>
          <p:cNvSpPr/>
          <p:nvPr/>
        </p:nvSpPr>
        <p:spPr>
          <a:xfrm>
            <a:off x="6995160" y="1856232"/>
            <a:ext cx="4645152" cy="182880"/>
          </a:xfrm>
          <a:prstGeom prst="rect">
            <a:avLst/>
          </a:prstGeom>
          <a:solidFill>
            <a:srgbClr val="6E4A9E"/>
          </a:solidFill>
          <a:ln w="12700">
            <a:solidFill>
              <a:srgbClr val="FFFFFF">
                <a:alpha val="0"/>
              </a:srgbClr>
            </a:solidFill>
            <a:prstDash val="solid"/>
          </a:ln>
        </p:spPr>
      </p:sp>
      <p:sp>
        <p:nvSpPr>
          <p:cNvPr id="49" name="Text 40"/>
          <p:cNvSpPr txBox="1"/>
          <p:nvPr/>
        </p:nvSpPr>
        <p:spPr>
          <a:xfrm>
            <a:off x="7178040" y="1536192"/>
            <a:ext cx="4279392" cy="502920"/>
          </a:xfrm>
          <a:prstGeom prst="rect">
            <a:avLst/>
          </a:prstGeom>
          <a:noFill/>
          <a:ln/>
        </p:spPr>
        <p:txBody>
          <a:bodyPr wrap="square" lIns="0" tIns="0" rIns="0" bIns="0" rtlCol="0" anchor="ctr"/>
          <a:lstStyle/>
          <a:p>
            <a:pPr algn="l" indent="0" marL="0">
              <a:buNone/>
            </a:pPr>
            <a:r>
              <a:rPr lang="en-US" sz="1500" b="1" spc="100" kern="0" dirty="0">
                <a:solidFill>
                  <a:schemeClr val="bg1"/>
                </a:solidFill>
              </a:rPr>
              <a:t>PRÉSENTEZ VOTRE VOISIN</a:t>
            </a:r>
            <a:endParaRPr lang="en-US" sz="1500" dirty="0"/>
          </a:p>
        </p:txBody>
      </p:sp>
      <p:sp>
        <p:nvSpPr>
          <p:cNvPr id="50" name="Shape 41"/>
          <p:cNvSpPr/>
          <p:nvPr/>
        </p:nvSpPr>
        <p:spPr>
          <a:xfrm>
            <a:off x="7452360" y="2286000"/>
            <a:ext cx="1097280" cy="640080"/>
          </a:xfrm>
          <a:prstGeom prst="roundRect">
            <a:avLst>
              <a:gd name="adj" fmla="val 14286"/>
            </a:avLst>
          </a:prstGeom>
          <a:solidFill>
            <a:schemeClr val="bg1"/>
          </a:solidFill>
          <a:ln w="31750">
            <a:solidFill>
              <a:srgbClr val="2A6FB0"/>
            </a:solidFill>
            <a:prstDash val="solid"/>
          </a:ln>
        </p:spPr>
      </p:sp>
      <p:sp>
        <p:nvSpPr>
          <p:cNvPr id="51" name="Text 42"/>
          <p:cNvSpPr txBox="1"/>
          <p:nvPr/>
        </p:nvSpPr>
        <p:spPr>
          <a:xfrm>
            <a:off x="7498080" y="2286000"/>
            <a:ext cx="1005840" cy="640080"/>
          </a:xfrm>
          <a:prstGeom prst="rect">
            <a:avLst/>
          </a:prstGeom>
          <a:noFill/>
          <a:ln/>
        </p:spPr>
        <p:txBody>
          <a:bodyPr wrap="square" lIns="0" tIns="0" rIns="0" bIns="0" rtlCol="0" anchor="ctr"/>
          <a:lstStyle/>
          <a:p>
            <a:pPr algn="ctr" indent="0" marL="0">
              <a:buNone/>
            </a:pPr>
            <a:r>
              <a:rPr lang="en-US" sz="2600" b="1" dirty="0">
                <a:solidFill>
                  <a:schemeClr val="accent2"/>
                </a:solidFill>
              </a:rPr>
              <a:t>ik</a:t>
            </a:r>
            <a:endParaRPr lang="en-US" sz="2600" dirty="0"/>
          </a:p>
        </p:txBody>
      </p:sp>
      <p:sp>
        <p:nvSpPr>
          <p:cNvPr id="52" name="Shape 43"/>
          <p:cNvSpPr/>
          <p:nvPr/>
        </p:nvSpPr>
        <p:spPr>
          <a:xfrm>
            <a:off x="8732520" y="2404872"/>
            <a:ext cx="1005840" cy="402336"/>
          </a:xfrm>
          <a:prstGeom prst="rightArrow">
            <a:avLst/>
          </a:prstGeom>
          <a:solidFill>
            <a:srgbClr val="D9700F"/>
          </a:solidFill>
          <a:ln w="12700">
            <a:solidFill>
              <a:srgbClr val="D9700F"/>
            </a:solidFill>
            <a:prstDash val="solid"/>
          </a:ln>
        </p:spPr>
      </p:sp>
      <p:sp>
        <p:nvSpPr>
          <p:cNvPr id="53" name="Shape 44"/>
          <p:cNvSpPr/>
          <p:nvPr/>
        </p:nvSpPr>
        <p:spPr>
          <a:xfrm>
            <a:off x="9921240" y="2286000"/>
            <a:ext cx="1554480" cy="640080"/>
          </a:xfrm>
          <a:prstGeom prst="roundRect">
            <a:avLst>
              <a:gd name="adj" fmla="val 14286"/>
            </a:avLst>
          </a:prstGeom>
          <a:solidFill>
            <a:schemeClr val="bg1"/>
          </a:solidFill>
          <a:ln w="31750">
            <a:solidFill>
              <a:srgbClr val="2A6FB0"/>
            </a:solidFill>
            <a:prstDash val="solid"/>
          </a:ln>
        </p:spPr>
      </p:sp>
      <p:sp>
        <p:nvSpPr>
          <p:cNvPr id="54" name="Text 45"/>
          <p:cNvSpPr txBox="1"/>
          <p:nvPr/>
        </p:nvSpPr>
        <p:spPr>
          <a:xfrm>
            <a:off x="9966960" y="2286000"/>
            <a:ext cx="1463040" cy="640080"/>
          </a:xfrm>
          <a:prstGeom prst="rect">
            <a:avLst/>
          </a:prstGeom>
          <a:noFill/>
          <a:ln/>
        </p:spPr>
        <p:txBody>
          <a:bodyPr wrap="square" lIns="0" tIns="0" rIns="0" bIns="0" rtlCol="0" anchor="ctr"/>
          <a:lstStyle/>
          <a:p>
            <a:pPr algn="ctr" indent="0" marL="0">
              <a:buNone/>
            </a:pPr>
            <a:r>
              <a:rPr lang="en-US" sz="2400" b="1" dirty="0">
                <a:solidFill>
                  <a:schemeClr val="accent2"/>
                </a:solidFill>
              </a:rPr>
              <a:t>hij / zij</a:t>
            </a:r>
            <a:endParaRPr lang="en-US" sz="2400" dirty="0"/>
          </a:p>
        </p:txBody>
      </p:sp>
      <p:sp>
        <p:nvSpPr>
          <p:cNvPr id="55" name="Text 46"/>
          <p:cNvSpPr txBox="1"/>
          <p:nvPr/>
        </p:nvSpPr>
        <p:spPr>
          <a:xfrm>
            <a:off x="7360920" y="3200400"/>
            <a:ext cx="4005072" cy="2971800"/>
          </a:xfrm>
          <a:prstGeom prst="rect">
            <a:avLst/>
          </a:prstGeom>
          <a:noFill/>
          <a:ln/>
        </p:spPr>
        <p:txBody>
          <a:bodyPr wrap="square" lIns="0" tIns="0" rIns="0" bIns="0" rtlCol="0" anchor="t"/>
          <a:lstStyle/>
          <a:p>
            <a:pPr algn="l" indent="0" marL="0">
              <a:spcAft>
                <a:spcPts val="800"/>
              </a:spcAft>
              <a:buNone/>
            </a:pPr>
            <a:r>
              <a:rPr lang="en-US" sz="2000" dirty="0">
                <a:solidFill>
                  <a:schemeClr val="tx1"/>
                </a:solidFill>
              </a:rPr>
              <a:t>« Dit is Karim.</a:t>
            </a:r>
            <a:endParaRPr lang="en-US" sz="2000" dirty="0"/>
          </a:p>
          <a:p>
            <a:pPr algn="l" indent="0" marL="0">
              <a:spcAft>
                <a:spcPts val="800"/>
              </a:spcAft>
              <a:buNone/>
            </a:pPr>
            <a:r>
              <a:rPr lang="en-US" sz="2000" b="1" dirty="0">
                <a:solidFill>
                  <a:schemeClr val="tx1"/>
                </a:solidFill>
              </a:rPr>
              <a:t>Hij</a:t>
            </a:r>
            <a:r>
              <a:rPr lang="en-US" sz="2000" dirty="0">
                <a:solidFill>
                  <a:schemeClr val="tx1"/>
                </a:solidFill>
              </a:rPr>
              <a:t> is 32 jaar.</a:t>
            </a:r>
            <a:endParaRPr lang="en-US" sz="2000" dirty="0"/>
          </a:p>
          <a:p>
            <a:pPr algn="l" indent="0" marL="0">
              <a:spcAft>
                <a:spcPts val="800"/>
              </a:spcAft>
              <a:buNone/>
            </a:pPr>
            <a:r>
              <a:rPr lang="en-US" sz="2000" b="1" dirty="0">
                <a:solidFill>
                  <a:schemeClr val="tx1"/>
                </a:solidFill>
              </a:rPr>
              <a:t>Hij</a:t>
            </a:r>
            <a:r>
              <a:rPr lang="en-US" sz="2000" dirty="0">
                <a:solidFill>
                  <a:schemeClr val="tx1"/>
                </a:solidFill>
              </a:rPr>
              <a:t> woon</a:t>
            </a:r>
            <a:r>
              <a:rPr lang="en-US" sz="2000" b="1" dirty="0">
                <a:solidFill>
                  <a:schemeClr val="accent1"/>
                </a:solidFill>
              </a:rPr>
              <a:t>t</a:t>
            </a:r>
            <a:r>
              <a:rPr lang="en-US" sz="2000" dirty="0">
                <a:solidFill>
                  <a:schemeClr val="tx1"/>
                </a:solidFill>
              </a:rPr>
              <a:t> in Namen.</a:t>
            </a:r>
            <a:endParaRPr lang="en-US" sz="2000" dirty="0"/>
          </a:p>
          <a:p>
            <a:pPr algn="l" indent="0" marL="0">
              <a:spcAft>
                <a:spcPts val="800"/>
              </a:spcAft>
              <a:buNone/>
            </a:pPr>
            <a:r>
              <a:rPr lang="en-US" sz="2000" b="1" dirty="0">
                <a:solidFill>
                  <a:schemeClr val="tx1"/>
                </a:solidFill>
              </a:rPr>
              <a:t>Hij</a:t>
            </a:r>
            <a:r>
              <a:rPr lang="en-US" sz="2000" dirty="0">
                <a:solidFill>
                  <a:schemeClr val="tx1"/>
                </a:solidFill>
              </a:rPr>
              <a:t> kom</a:t>
            </a:r>
            <a:r>
              <a:rPr lang="en-US" sz="2000" b="1" dirty="0">
                <a:solidFill>
                  <a:schemeClr val="accent1"/>
                </a:solidFill>
              </a:rPr>
              <a:t>t</a:t>
            </a:r>
            <a:r>
              <a:rPr lang="en-US" sz="2000" dirty="0">
                <a:solidFill>
                  <a:schemeClr val="tx1"/>
                </a:solidFill>
              </a:rPr>
              <a:t> uit België.</a:t>
            </a:r>
            <a:endParaRPr lang="en-US" sz="2000" dirty="0"/>
          </a:p>
          <a:p>
            <a:pPr algn="l" indent="0" marL="0">
              <a:spcAft>
                <a:spcPts val="800"/>
              </a:spcAft>
              <a:buNone/>
            </a:pPr>
            <a:r>
              <a:rPr lang="en-US" sz="2000" b="1" dirty="0">
                <a:solidFill>
                  <a:schemeClr val="tx1"/>
                </a:solidFill>
              </a:rPr>
              <a:t>Hij</a:t>
            </a:r>
            <a:r>
              <a:rPr lang="en-US" sz="2000" dirty="0">
                <a:solidFill>
                  <a:schemeClr val="tx1"/>
                </a:solidFill>
              </a:rPr>
              <a:t> werk</a:t>
            </a:r>
            <a:r>
              <a:rPr lang="en-US" sz="2000" b="1" dirty="0">
                <a:solidFill>
                  <a:schemeClr val="accent1"/>
                </a:solidFill>
              </a:rPr>
              <a:t>t</a:t>
            </a:r>
            <a:r>
              <a:rPr lang="en-US" sz="2000" dirty="0">
                <a:solidFill>
                  <a:schemeClr val="tx1"/>
                </a:solidFill>
              </a:rPr>
              <a:t> als boekhouder.</a:t>
            </a:r>
            <a:endParaRPr lang="en-US" sz="2000" dirty="0"/>
          </a:p>
          <a:p>
            <a:pPr algn="l" indent="0" marL="0">
              <a:spcAft>
                <a:spcPts val="800"/>
              </a:spcAft>
              <a:buNone/>
            </a:pPr>
            <a:r>
              <a:rPr lang="en-US" sz="2000" b="1" dirty="0">
                <a:solidFill>
                  <a:schemeClr val="tx1"/>
                </a:solidFill>
              </a:rPr>
              <a:t>Hij</a:t>
            </a:r>
            <a:r>
              <a:rPr lang="en-US" sz="2000" dirty="0">
                <a:solidFill>
                  <a:schemeClr val="tx1"/>
                </a:solidFill>
              </a:rPr>
              <a:t> spreek</a:t>
            </a:r>
            <a:r>
              <a:rPr lang="en-US" sz="2000" b="1" dirty="0">
                <a:solidFill>
                  <a:schemeClr val="accent1"/>
                </a:solidFill>
              </a:rPr>
              <a:t>t</a:t>
            </a:r>
            <a:r>
              <a:rPr lang="en-US" sz="2000" dirty="0">
                <a:solidFill>
                  <a:schemeClr val="tx1"/>
                </a:solidFill>
              </a:rPr>
              <a:t> Frans en Arabisch. »</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7a — Inscription au cours de néerlandais</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b="1" dirty="0">
                <a:solidFill>
                  <a:schemeClr val="tx1"/>
                </a:solidFill>
              </a:rPr>
              <a:t>Scénario</a:t>
            </a:r>
            <a:r>
              <a:rPr lang="en-US" sz="1700" dirty="0">
                <a:solidFill>
                  <a:schemeClr val="tx1"/>
                </a:solidFill>
              </a:rPr>
              <a:t> : vous voulez vous inscrire à un cours de néerlandais (CVO). Vous présentez votre carte d’identité.</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cursist</a:t>
            </a:r>
            <a:endParaRPr lang="en-US" sz="1700" dirty="0"/>
          </a:p>
          <a:p>
            <a:pPr algn="l" indent="0" marL="0">
              <a:spcAft>
                <a:spcPts val="600"/>
              </a:spcAft>
              <a:buNone/>
            </a:pPr>
            <a:r>
              <a:rPr lang="en-US" sz="1700" dirty="0">
                <a:solidFill>
                  <a:schemeClr val="tx1"/>
                </a:solidFill>
              </a:rPr>
              <a:t>Vous répondez aux questions et vous épelez votre nom.</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medewerker onthaal</a:t>
            </a:r>
            <a:endParaRPr lang="en-US" sz="1700" dirty="0"/>
          </a:p>
          <a:p>
            <a:pPr algn="l" indent="0" marL="0">
              <a:spcAft>
                <a:spcPts val="600"/>
              </a:spcAft>
              <a:buNone/>
            </a:pPr>
            <a:r>
              <a:rPr lang="en-US" sz="1700" dirty="0">
                <a:solidFill>
                  <a:schemeClr val="tx1"/>
                </a:solidFill>
              </a:rPr>
              <a:t>Vous posez les questions, vous vérifiez la carte d’identité et vous remplissez la fiche.</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dirty="0">
                <a:solidFill>
                  <a:schemeClr val="tx1"/>
                </a:solidFill>
              </a:rPr>
              <a:t>Mag ik uw identiteitskaart, alstublieft? · Wat is uw naam? · Kunt u dat spellen? · Waar woont u? · Wat is uw gsm-nummer? · Wat is uw moedertaal? · Welke andere talen spreekt u? · Dank u wel.</a:t>
            </a:r>
            <a:endParaRPr lang="en-US" sz="1600" dirty="0"/>
          </a:p>
        </p:txBody>
      </p:sp>
      <p:sp>
        <p:nvSpPr>
          <p:cNvPr id="19" name="Shape 16"/>
          <p:cNvSpPr/>
          <p:nvPr/>
        </p:nvSpPr>
        <p:spPr>
          <a:xfrm>
            <a:off x="8074152" y="1481328"/>
            <a:ext cx="3566160" cy="2926080"/>
          </a:xfrm>
          <a:prstGeom prst="roundRect">
            <a:avLst>
              <a:gd name="adj" fmla="val 1250"/>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502920"/>
          </a:xfrm>
          <a:prstGeom prst="roundRect">
            <a:avLst>
              <a:gd name="adj" fmla="val 7273"/>
            </a:avLst>
          </a:prstGeom>
          <a:solidFill>
            <a:schemeClr val="tx2"/>
          </a:solidFill>
          <a:ln w="12700">
            <a:solidFill>
              <a:srgbClr val="FFFFFF">
                <a:alpha val="0"/>
              </a:srgbClr>
            </a:solidFill>
            <a:prstDash val="solid"/>
          </a:ln>
        </p:spPr>
      </p:sp>
      <p:sp>
        <p:nvSpPr>
          <p:cNvPr id="21" name="Text 18"/>
          <p:cNvSpPr txBox="1"/>
          <p:nvPr/>
        </p:nvSpPr>
        <p:spPr>
          <a:xfrm>
            <a:off x="8211312" y="1481328"/>
            <a:ext cx="3291840" cy="502920"/>
          </a:xfrm>
          <a:prstGeom prst="rect">
            <a:avLst/>
          </a:prstGeom>
          <a:noFill/>
          <a:ln/>
        </p:spPr>
        <p:txBody>
          <a:bodyPr wrap="square" lIns="0" tIns="0" rIns="0" bIns="0" rtlCol="0" anchor="ctr"/>
          <a:lstStyle/>
          <a:p>
            <a:pPr algn="l" indent="0" marL="0">
              <a:buNone/>
            </a:pPr>
            <a:r>
              <a:rPr lang="en-US" sz="1300" b="1" dirty="0">
                <a:solidFill>
                  <a:schemeClr val="bg1"/>
                </a:solidFill>
              </a:rPr>
              <a:t>INSCHRIJVINGSFORMULIER</a:t>
            </a:r>
            <a:endParaRPr lang="en-US" sz="1300" dirty="0"/>
          </a:p>
        </p:txBody>
      </p:sp>
      <p:sp>
        <p:nvSpPr>
          <p:cNvPr id="22" name="Text 19"/>
          <p:cNvSpPr txBox="1"/>
          <p:nvPr/>
        </p:nvSpPr>
        <p:spPr>
          <a:xfrm>
            <a:off x="8211312" y="2121408"/>
            <a:ext cx="1711757" cy="373380"/>
          </a:xfrm>
          <a:prstGeom prst="rect">
            <a:avLst/>
          </a:prstGeom>
          <a:noFill/>
          <a:ln/>
        </p:spPr>
        <p:txBody>
          <a:bodyPr wrap="square" lIns="0" tIns="0" rIns="0" bIns="0" rtlCol="0" anchor="ctr"/>
          <a:lstStyle/>
          <a:p>
            <a:pPr algn="l" indent="0" marL="0">
              <a:buNone/>
            </a:pPr>
            <a:r>
              <a:rPr lang="en-US" sz="1200" dirty="0">
                <a:solidFill>
                  <a:schemeClr val="accent5"/>
                </a:solidFill>
              </a:rPr>
              <a:t>Voornaam</a:t>
            </a:r>
            <a:endParaRPr lang="en-US" sz="1200" dirty="0"/>
          </a:p>
        </p:txBody>
      </p:sp>
      <p:sp>
        <p:nvSpPr>
          <p:cNvPr id="23" name="Shape 20"/>
          <p:cNvSpPr/>
          <p:nvPr/>
        </p:nvSpPr>
        <p:spPr>
          <a:xfrm>
            <a:off x="9857232" y="2403348"/>
            <a:ext cx="1645920" cy="914"/>
          </a:xfrm>
          <a:prstGeom prst="line">
            <a:avLst/>
          </a:prstGeom>
          <a:noFill/>
          <a:ln w="12700">
            <a:solidFill>
              <a:srgbClr val="B8C2CF"/>
            </a:solidFill>
            <a:prstDash val="sysDot"/>
          </a:ln>
        </p:spPr>
      </p:sp>
      <p:sp>
        <p:nvSpPr>
          <p:cNvPr id="24" name="Text 21"/>
          <p:cNvSpPr txBox="1"/>
          <p:nvPr/>
        </p:nvSpPr>
        <p:spPr>
          <a:xfrm>
            <a:off x="8211312" y="2494788"/>
            <a:ext cx="1711757" cy="373380"/>
          </a:xfrm>
          <a:prstGeom prst="rect">
            <a:avLst/>
          </a:prstGeom>
          <a:noFill/>
          <a:ln/>
        </p:spPr>
        <p:txBody>
          <a:bodyPr wrap="square" lIns="0" tIns="0" rIns="0" bIns="0" rtlCol="0" anchor="ctr"/>
          <a:lstStyle/>
          <a:p>
            <a:pPr algn="l" indent="0" marL="0">
              <a:buNone/>
            </a:pPr>
            <a:r>
              <a:rPr lang="en-US" sz="1200" dirty="0">
                <a:solidFill>
                  <a:schemeClr val="accent5"/>
                </a:solidFill>
              </a:rPr>
              <a:t>Achternaam</a:t>
            </a:r>
            <a:endParaRPr lang="en-US" sz="1200" dirty="0"/>
          </a:p>
        </p:txBody>
      </p:sp>
      <p:sp>
        <p:nvSpPr>
          <p:cNvPr id="25" name="Shape 22"/>
          <p:cNvSpPr/>
          <p:nvPr/>
        </p:nvSpPr>
        <p:spPr>
          <a:xfrm>
            <a:off x="9857232" y="2776728"/>
            <a:ext cx="1645920" cy="914"/>
          </a:xfrm>
          <a:prstGeom prst="line">
            <a:avLst/>
          </a:prstGeom>
          <a:noFill/>
          <a:ln w="12700">
            <a:solidFill>
              <a:srgbClr val="B8C2CF"/>
            </a:solidFill>
            <a:prstDash val="sysDot"/>
          </a:ln>
        </p:spPr>
      </p:sp>
      <p:sp>
        <p:nvSpPr>
          <p:cNvPr id="26" name="Text 23"/>
          <p:cNvSpPr txBox="1"/>
          <p:nvPr/>
        </p:nvSpPr>
        <p:spPr>
          <a:xfrm>
            <a:off x="8211312" y="2868168"/>
            <a:ext cx="1711757" cy="373380"/>
          </a:xfrm>
          <a:prstGeom prst="rect">
            <a:avLst/>
          </a:prstGeom>
          <a:noFill/>
          <a:ln/>
        </p:spPr>
        <p:txBody>
          <a:bodyPr wrap="square" lIns="0" tIns="0" rIns="0" bIns="0" rtlCol="0" anchor="ctr"/>
          <a:lstStyle/>
          <a:p>
            <a:pPr algn="l" indent="0" marL="0">
              <a:buNone/>
            </a:pPr>
            <a:r>
              <a:rPr lang="en-US" sz="1200" dirty="0">
                <a:solidFill>
                  <a:schemeClr val="accent5"/>
                </a:solidFill>
              </a:rPr>
              <a:t>Adres</a:t>
            </a:r>
            <a:endParaRPr lang="en-US" sz="1200" dirty="0"/>
          </a:p>
        </p:txBody>
      </p:sp>
      <p:sp>
        <p:nvSpPr>
          <p:cNvPr id="27" name="Shape 24"/>
          <p:cNvSpPr/>
          <p:nvPr/>
        </p:nvSpPr>
        <p:spPr>
          <a:xfrm>
            <a:off x="9857232" y="3150108"/>
            <a:ext cx="1645920" cy="914"/>
          </a:xfrm>
          <a:prstGeom prst="line">
            <a:avLst/>
          </a:prstGeom>
          <a:noFill/>
          <a:ln w="12700">
            <a:solidFill>
              <a:srgbClr val="B8C2CF"/>
            </a:solidFill>
            <a:prstDash val="sysDot"/>
          </a:ln>
        </p:spPr>
      </p:sp>
      <p:sp>
        <p:nvSpPr>
          <p:cNvPr id="28" name="Text 25"/>
          <p:cNvSpPr txBox="1"/>
          <p:nvPr/>
        </p:nvSpPr>
        <p:spPr>
          <a:xfrm>
            <a:off x="8211312" y="3241548"/>
            <a:ext cx="1711757" cy="373380"/>
          </a:xfrm>
          <a:prstGeom prst="rect">
            <a:avLst/>
          </a:prstGeom>
          <a:noFill/>
          <a:ln/>
        </p:spPr>
        <p:txBody>
          <a:bodyPr wrap="square" lIns="0" tIns="0" rIns="0" bIns="0" rtlCol="0" anchor="ctr"/>
          <a:lstStyle/>
          <a:p>
            <a:pPr algn="l" indent="0" marL="0">
              <a:buNone/>
            </a:pPr>
            <a:r>
              <a:rPr lang="en-US" sz="1200" dirty="0">
                <a:solidFill>
                  <a:schemeClr val="accent5"/>
                </a:solidFill>
              </a:rPr>
              <a:t>Gsm-nummer</a:t>
            </a:r>
            <a:endParaRPr lang="en-US" sz="1200" dirty="0"/>
          </a:p>
        </p:txBody>
      </p:sp>
      <p:sp>
        <p:nvSpPr>
          <p:cNvPr id="29" name="Shape 26"/>
          <p:cNvSpPr/>
          <p:nvPr/>
        </p:nvSpPr>
        <p:spPr>
          <a:xfrm>
            <a:off x="9857232" y="3523488"/>
            <a:ext cx="1645920" cy="914"/>
          </a:xfrm>
          <a:prstGeom prst="line">
            <a:avLst/>
          </a:prstGeom>
          <a:noFill/>
          <a:ln w="12700">
            <a:solidFill>
              <a:srgbClr val="B8C2CF"/>
            </a:solidFill>
            <a:prstDash val="sysDot"/>
          </a:ln>
        </p:spPr>
      </p:sp>
      <p:sp>
        <p:nvSpPr>
          <p:cNvPr id="30" name="Text 27"/>
          <p:cNvSpPr txBox="1"/>
          <p:nvPr/>
        </p:nvSpPr>
        <p:spPr>
          <a:xfrm>
            <a:off x="8211312" y="3614928"/>
            <a:ext cx="1711757" cy="373380"/>
          </a:xfrm>
          <a:prstGeom prst="rect">
            <a:avLst/>
          </a:prstGeom>
          <a:noFill/>
          <a:ln/>
        </p:spPr>
        <p:txBody>
          <a:bodyPr wrap="square" lIns="0" tIns="0" rIns="0" bIns="0" rtlCol="0" anchor="ctr"/>
          <a:lstStyle/>
          <a:p>
            <a:pPr algn="l" indent="0" marL="0">
              <a:buNone/>
            </a:pPr>
            <a:r>
              <a:rPr lang="en-US" sz="1200" dirty="0">
                <a:solidFill>
                  <a:schemeClr val="accent5"/>
                </a:solidFill>
              </a:rPr>
              <a:t>Moedertaal</a:t>
            </a:r>
            <a:endParaRPr lang="en-US" sz="1200" dirty="0"/>
          </a:p>
        </p:txBody>
      </p:sp>
      <p:sp>
        <p:nvSpPr>
          <p:cNvPr id="31" name="Shape 28"/>
          <p:cNvSpPr/>
          <p:nvPr/>
        </p:nvSpPr>
        <p:spPr>
          <a:xfrm>
            <a:off x="9857232" y="3896868"/>
            <a:ext cx="1645920" cy="914"/>
          </a:xfrm>
          <a:prstGeom prst="line">
            <a:avLst/>
          </a:prstGeom>
          <a:noFill/>
          <a:ln w="12700">
            <a:solidFill>
              <a:srgbClr val="B8C2CF"/>
            </a:solidFill>
            <a:prstDash val="sysDot"/>
          </a:ln>
        </p:spPr>
      </p:sp>
      <p:sp>
        <p:nvSpPr>
          <p:cNvPr id="32" name="Text 29"/>
          <p:cNvSpPr txBox="1"/>
          <p:nvPr/>
        </p:nvSpPr>
        <p:spPr>
          <a:xfrm>
            <a:off x="8211312" y="3988308"/>
            <a:ext cx="1711757" cy="373380"/>
          </a:xfrm>
          <a:prstGeom prst="rect">
            <a:avLst/>
          </a:prstGeom>
          <a:noFill/>
          <a:ln/>
        </p:spPr>
        <p:txBody>
          <a:bodyPr wrap="square" lIns="0" tIns="0" rIns="0" bIns="0" rtlCol="0" anchor="ctr"/>
          <a:lstStyle/>
          <a:p>
            <a:pPr algn="l" indent="0" marL="0">
              <a:buNone/>
            </a:pPr>
            <a:r>
              <a:rPr lang="en-US" sz="1200" dirty="0">
                <a:solidFill>
                  <a:schemeClr val="accent5"/>
                </a:solidFill>
              </a:rPr>
              <a:t>Talenkennis</a:t>
            </a:r>
            <a:endParaRPr lang="en-US" sz="1200" dirty="0"/>
          </a:p>
        </p:txBody>
      </p:sp>
      <p:sp>
        <p:nvSpPr>
          <p:cNvPr id="33" name="Shape 30"/>
          <p:cNvSpPr/>
          <p:nvPr/>
        </p:nvSpPr>
        <p:spPr>
          <a:xfrm>
            <a:off x="9857232" y="4270248"/>
            <a:ext cx="1645920" cy="914"/>
          </a:xfrm>
          <a:prstGeom prst="line">
            <a:avLst/>
          </a:prstGeom>
          <a:noFill/>
          <a:ln w="12700">
            <a:solidFill>
              <a:srgbClr val="B8C2CF"/>
            </a:solidFill>
            <a:prstDash val="sysDot"/>
          </a:ln>
        </p:spPr>
      </p:sp>
      <p:sp>
        <p:nvSpPr>
          <p:cNvPr id="34" name="Shape 31"/>
          <p:cNvSpPr/>
          <p:nvPr/>
        </p:nvSpPr>
        <p:spPr>
          <a:xfrm>
            <a:off x="8074152" y="4590288"/>
            <a:ext cx="3566160" cy="1700784"/>
          </a:xfrm>
          <a:prstGeom prst="roundRect">
            <a:avLst>
              <a:gd name="adj" fmla="val 5376"/>
            </a:avLst>
          </a:prstGeom>
          <a:solidFill>
            <a:srgbClr val="F6EEF2"/>
          </a:solidFill>
          <a:ln w="15875">
            <a:solidFill>
              <a:srgbClr val="B4236A"/>
            </a:solidFill>
            <a:prstDash val="solid"/>
          </a:ln>
          <a:effectLst>
            <a:outerShdw sx="100000" sy="100000" kx="0" ky="0" algn="bl" rotWithShape="0" blurRad="101600" dist="25400" dir="3600000">
              <a:srgbClr val="000000">
                <a:alpha val="16000"/>
              </a:srgbClr>
            </a:outerShdw>
          </a:effectLst>
        </p:spPr>
      </p:sp>
      <p:sp>
        <p:nvSpPr>
          <p:cNvPr id="35" name="Shape 32"/>
          <p:cNvSpPr/>
          <p:nvPr/>
        </p:nvSpPr>
        <p:spPr>
          <a:xfrm>
            <a:off x="8074152" y="4590288"/>
            <a:ext cx="3566160" cy="365760"/>
          </a:xfrm>
          <a:prstGeom prst="roundRect">
            <a:avLst>
              <a:gd name="adj" fmla="val 25000"/>
            </a:avLst>
          </a:prstGeom>
          <a:solidFill>
            <a:schemeClr val="accent4"/>
          </a:solidFill>
          <a:ln w="12700">
            <a:solidFill>
              <a:srgbClr val="FFFFFF">
                <a:alpha val="0"/>
              </a:srgbClr>
            </a:solidFill>
            <a:prstDash val="solid"/>
          </a:ln>
        </p:spPr>
      </p:sp>
      <p:sp>
        <p:nvSpPr>
          <p:cNvPr id="36" name="Shape 33"/>
          <p:cNvSpPr/>
          <p:nvPr/>
        </p:nvSpPr>
        <p:spPr>
          <a:xfrm>
            <a:off x="8074152" y="4818888"/>
            <a:ext cx="3566160" cy="137160"/>
          </a:xfrm>
          <a:prstGeom prst="rect">
            <a:avLst/>
          </a:prstGeom>
          <a:solidFill>
            <a:schemeClr val="accent4"/>
          </a:solidFill>
          <a:ln w="12700">
            <a:solidFill>
              <a:srgbClr val="FFFFFF">
                <a:alpha val="0"/>
              </a:srgbClr>
            </a:solidFill>
            <a:prstDash val="solid"/>
          </a:ln>
        </p:spPr>
      </p:sp>
      <p:sp>
        <p:nvSpPr>
          <p:cNvPr id="37" name="Text 34"/>
          <p:cNvSpPr txBox="1"/>
          <p:nvPr/>
        </p:nvSpPr>
        <p:spPr>
          <a:xfrm>
            <a:off x="8211312" y="4590288"/>
            <a:ext cx="3291840" cy="365760"/>
          </a:xfrm>
          <a:prstGeom prst="rect">
            <a:avLst/>
          </a:prstGeom>
          <a:noFill/>
          <a:ln/>
        </p:spPr>
        <p:txBody>
          <a:bodyPr wrap="square" lIns="0" tIns="0" rIns="0" bIns="0" rtlCol="0" anchor="ctr"/>
          <a:lstStyle/>
          <a:p>
            <a:pPr algn="l" indent="0" marL="0">
              <a:buNone/>
            </a:pPr>
            <a:r>
              <a:rPr lang="en-US" sz="1300" b="1" spc="100" kern="0" dirty="0">
                <a:solidFill>
                  <a:schemeClr val="bg1"/>
                </a:solidFill>
              </a:rPr>
              <a:t>IDENTITEITSKAART</a:t>
            </a:r>
            <a:endParaRPr lang="en-US" sz="1300" dirty="0"/>
          </a:p>
        </p:txBody>
      </p:sp>
      <p:sp>
        <p:nvSpPr>
          <p:cNvPr id="38" name="Shape 35"/>
          <p:cNvSpPr/>
          <p:nvPr/>
        </p:nvSpPr>
        <p:spPr>
          <a:xfrm>
            <a:off x="8257032" y="5093208"/>
            <a:ext cx="868680" cy="1051560"/>
          </a:xfrm>
          <a:prstGeom prst="roundRect">
            <a:avLst>
              <a:gd name="adj" fmla="val 4211"/>
            </a:avLst>
          </a:prstGeom>
          <a:solidFill>
            <a:srgbClr val="FFFFFF"/>
          </a:solidFill>
          <a:ln w="12700">
            <a:solidFill>
              <a:srgbClr val="D5DCE6"/>
            </a:solidFill>
            <a:prstDash val="solid"/>
          </a:ln>
        </p:spPr>
      </p:sp>
      <p:pic>
        <p:nvPicPr>
          <p:cNvPr id="39" name="Image 0" descr="man office worker">    </p:cNvPr>
          <p:cNvPicPr>
            <a:picLocks noChangeAspect="1"/>
          </p:cNvPicPr>
          <p:nvPr/>
        </p:nvPicPr>
        <p:blipFill>
          <a:blip r:embed="rId1"/>
          <a:stretch>
            <a:fillRect/>
          </a:stretch>
        </p:blipFill>
        <p:spPr>
          <a:xfrm>
            <a:off x="8330184" y="5212080"/>
            <a:ext cx="731520" cy="731520"/>
          </a:xfrm>
          <a:prstGeom prst="rect">
            <a:avLst/>
          </a:prstGeom>
        </p:spPr>
      </p:pic>
      <p:sp>
        <p:nvSpPr>
          <p:cNvPr id="40" name="Text 36"/>
          <p:cNvSpPr txBox="1"/>
          <p:nvPr/>
        </p:nvSpPr>
        <p:spPr>
          <a:xfrm>
            <a:off x="9308592" y="5065776"/>
            <a:ext cx="1097280" cy="329184"/>
          </a:xfrm>
          <a:prstGeom prst="rect">
            <a:avLst/>
          </a:prstGeom>
          <a:noFill/>
          <a:ln/>
        </p:spPr>
        <p:txBody>
          <a:bodyPr wrap="square" lIns="0" tIns="0" rIns="0" bIns="0" rtlCol="0" anchor="ctr"/>
          <a:lstStyle/>
          <a:p>
            <a:pPr algn="l" indent="0" marL="0">
              <a:buNone/>
            </a:pPr>
            <a:r>
              <a:rPr lang="en-US" sz="1100" dirty="0">
                <a:solidFill>
                  <a:schemeClr val="accent5"/>
                </a:solidFill>
              </a:rPr>
              <a:t>Naam</a:t>
            </a:r>
            <a:endParaRPr lang="en-US" sz="1100" dirty="0"/>
          </a:p>
        </p:txBody>
      </p:sp>
      <p:sp>
        <p:nvSpPr>
          <p:cNvPr id="41" name="Text 37"/>
          <p:cNvSpPr txBox="1"/>
          <p:nvPr/>
        </p:nvSpPr>
        <p:spPr>
          <a:xfrm>
            <a:off x="10360152" y="5065776"/>
            <a:ext cx="1188720" cy="329184"/>
          </a:xfrm>
          <a:prstGeom prst="rect">
            <a:avLst/>
          </a:prstGeom>
          <a:noFill/>
          <a:ln/>
        </p:spPr>
        <p:txBody>
          <a:bodyPr wrap="square" lIns="0" tIns="0" rIns="0" bIns="0" rtlCol="0" anchor="ctr"/>
          <a:lstStyle/>
          <a:p>
            <a:pPr algn="l" indent="0" marL="0">
              <a:buNone/>
            </a:pPr>
            <a:r>
              <a:rPr lang="en-US" sz="1400" b="1" dirty="0">
                <a:solidFill>
                  <a:schemeClr val="tx1"/>
                </a:solidFill>
              </a:rPr>
              <a:t>Benali</a:t>
            </a:r>
            <a:endParaRPr lang="en-US" sz="1400" dirty="0"/>
          </a:p>
        </p:txBody>
      </p:sp>
      <p:sp>
        <p:nvSpPr>
          <p:cNvPr id="42" name="Text 38"/>
          <p:cNvSpPr txBox="1"/>
          <p:nvPr/>
        </p:nvSpPr>
        <p:spPr>
          <a:xfrm>
            <a:off x="9308592" y="5431536"/>
            <a:ext cx="1097280" cy="329184"/>
          </a:xfrm>
          <a:prstGeom prst="rect">
            <a:avLst/>
          </a:prstGeom>
          <a:noFill/>
          <a:ln/>
        </p:spPr>
        <p:txBody>
          <a:bodyPr wrap="square" lIns="0" tIns="0" rIns="0" bIns="0" rtlCol="0" anchor="ctr"/>
          <a:lstStyle/>
          <a:p>
            <a:pPr algn="l" indent="0" marL="0">
              <a:buNone/>
            </a:pPr>
            <a:r>
              <a:rPr lang="en-US" sz="1100" dirty="0">
                <a:solidFill>
                  <a:schemeClr val="accent5"/>
                </a:solidFill>
              </a:rPr>
              <a:t>Voornaam</a:t>
            </a:r>
            <a:endParaRPr lang="en-US" sz="1100" dirty="0"/>
          </a:p>
        </p:txBody>
      </p:sp>
      <p:sp>
        <p:nvSpPr>
          <p:cNvPr id="43" name="Text 39"/>
          <p:cNvSpPr txBox="1"/>
          <p:nvPr/>
        </p:nvSpPr>
        <p:spPr>
          <a:xfrm>
            <a:off x="10360152" y="5431536"/>
            <a:ext cx="1188720" cy="329184"/>
          </a:xfrm>
          <a:prstGeom prst="rect">
            <a:avLst/>
          </a:prstGeom>
          <a:noFill/>
          <a:ln/>
        </p:spPr>
        <p:txBody>
          <a:bodyPr wrap="square" lIns="0" tIns="0" rIns="0" bIns="0" rtlCol="0" anchor="ctr"/>
          <a:lstStyle/>
          <a:p>
            <a:pPr algn="l" indent="0" marL="0">
              <a:buNone/>
            </a:pPr>
            <a:r>
              <a:rPr lang="en-US" sz="1400" b="1" dirty="0">
                <a:solidFill>
                  <a:schemeClr val="tx1"/>
                </a:solidFill>
              </a:rPr>
              <a:t>Karim</a:t>
            </a:r>
            <a:endParaRPr lang="en-US" sz="1400" dirty="0"/>
          </a:p>
        </p:txBody>
      </p:sp>
      <p:sp>
        <p:nvSpPr>
          <p:cNvPr id="44" name="Text 40"/>
          <p:cNvSpPr txBox="1"/>
          <p:nvPr/>
        </p:nvSpPr>
        <p:spPr>
          <a:xfrm>
            <a:off x="9308592" y="5797296"/>
            <a:ext cx="1097280" cy="329184"/>
          </a:xfrm>
          <a:prstGeom prst="rect">
            <a:avLst/>
          </a:prstGeom>
          <a:noFill/>
          <a:ln/>
        </p:spPr>
        <p:txBody>
          <a:bodyPr wrap="square" lIns="0" tIns="0" rIns="0" bIns="0" rtlCol="0" anchor="ctr"/>
          <a:lstStyle/>
          <a:p>
            <a:pPr algn="l" indent="0" marL="0">
              <a:buNone/>
            </a:pPr>
            <a:r>
              <a:rPr lang="en-US" sz="1100" dirty="0">
                <a:solidFill>
                  <a:schemeClr val="accent5"/>
                </a:solidFill>
              </a:rPr>
              <a:t>Nationaliteit</a:t>
            </a:r>
            <a:endParaRPr lang="en-US" sz="1100" dirty="0"/>
          </a:p>
        </p:txBody>
      </p:sp>
      <p:sp>
        <p:nvSpPr>
          <p:cNvPr id="45" name="Text 41"/>
          <p:cNvSpPr txBox="1"/>
          <p:nvPr/>
        </p:nvSpPr>
        <p:spPr>
          <a:xfrm>
            <a:off x="10360152" y="5797296"/>
            <a:ext cx="1188720" cy="329184"/>
          </a:xfrm>
          <a:prstGeom prst="rect">
            <a:avLst/>
          </a:prstGeom>
          <a:noFill/>
          <a:ln/>
        </p:spPr>
        <p:txBody>
          <a:bodyPr wrap="square" lIns="0" tIns="0" rIns="0" bIns="0" rtlCol="0" anchor="ctr"/>
          <a:lstStyle/>
          <a:p>
            <a:pPr algn="l" indent="0" marL="0">
              <a:buNone/>
            </a:pPr>
            <a:r>
              <a:rPr lang="en-US" sz="1400" b="1" dirty="0">
                <a:solidFill>
                  <a:schemeClr val="tx1"/>
                </a:solidFill>
              </a:rPr>
              <a:t>Belgisch</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7b — La salle de sport à Kortrijk</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640080"/>
          </a:xfrm>
          <a:prstGeom prst="roundRect">
            <a:avLst>
              <a:gd name="adj" fmla="val 11429"/>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640080"/>
          </a:xfrm>
          <a:prstGeom prst="rect">
            <a:avLst/>
          </a:prstGeom>
          <a:noFill/>
          <a:ln/>
        </p:spPr>
        <p:txBody>
          <a:bodyPr wrap="square" lIns="0" tIns="0" rIns="0" bIns="0" rtlCol="0" anchor="ctr"/>
          <a:lstStyle/>
          <a:p>
            <a:pPr algn="l" indent="0" marL="0">
              <a:buNone/>
            </a:pPr>
            <a:r>
              <a:rPr lang="en-US" sz="1700" b="1" dirty="0">
                <a:solidFill>
                  <a:schemeClr val="tx1"/>
                </a:solidFill>
              </a:rPr>
              <a:t>Scénario</a:t>
            </a:r>
            <a:r>
              <a:rPr lang="en-US" sz="1700" dirty="0">
                <a:solidFill>
                  <a:schemeClr val="tx1"/>
                </a:solidFill>
              </a:rPr>
              <a:t> : vous voulez devenir membre d’une salle de sport à Kortrijk.</a:t>
            </a:r>
            <a:endParaRPr lang="en-US" sz="1700" dirty="0"/>
          </a:p>
        </p:txBody>
      </p:sp>
      <p:sp>
        <p:nvSpPr>
          <p:cNvPr id="8" name="Shape 5"/>
          <p:cNvSpPr/>
          <p:nvPr/>
        </p:nvSpPr>
        <p:spPr>
          <a:xfrm>
            <a:off x="548640" y="2304288"/>
            <a:ext cx="3488436" cy="2203704"/>
          </a:xfrm>
          <a:prstGeom prst="roundRect">
            <a:avLst>
              <a:gd name="adj" fmla="val 3320"/>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441448"/>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44144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395728"/>
            <a:ext cx="2574036" cy="2020824"/>
          </a:xfrm>
          <a:prstGeom prst="rect">
            <a:avLst/>
          </a:prstGeom>
          <a:noFill/>
          <a:ln/>
        </p:spPr>
        <p:txBody>
          <a:bodyPr wrap="square" lIns="0" tIns="0" rIns="0" bIns="0" rtlCol="0" anchor="ctr"/>
          <a:lstStyle/>
          <a:p>
            <a:pPr algn="l" indent="0" marL="0">
              <a:buNone/>
            </a:pPr>
            <a:r>
              <a:rPr lang="en-US" sz="1700" dirty="0">
                <a:solidFill>
                  <a:schemeClr val="tx1"/>
                </a:solidFill>
              </a:rPr>
              <a:t>Vous donnez toutes les informations nécessaires.</a:t>
            </a:r>
            <a:endParaRPr lang="en-US" sz="1700" dirty="0"/>
          </a:p>
        </p:txBody>
      </p:sp>
      <p:sp>
        <p:nvSpPr>
          <p:cNvPr id="12" name="Shape 9"/>
          <p:cNvSpPr/>
          <p:nvPr/>
        </p:nvSpPr>
        <p:spPr>
          <a:xfrm>
            <a:off x="4311396" y="2304288"/>
            <a:ext cx="3488436" cy="2203704"/>
          </a:xfrm>
          <a:prstGeom prst="roundRect">
            <a:avLst>
              <a:gd name="adj" fmla="val 3320"/>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441448"/>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44144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395728"/>
            <a:ext cx="2574036" cy="2020824"/>
          </a:xfrm>
          <a:prstGeom prst="rect">
            <a:avLst/>
          </a:prstGeom>
          <a:noFill/>
          <a:ln/>
        </p:spPr>
        <p:txBody>
          <a:bodyPr wrap="square" lIns="0" tIns="0" rIns="0" bIns="0" rtlCol="0" anchor="ctr"/>
          <a:lstStyle/>
          <a:p>
            <a:pPr algn="l" indent="0" marL="0">
              <a:buNone/>
            </a:pPr>
            <a:r>
              <a:rPr lang="en-US" sz="1700" dirty="0">
                <a:solidFill>
                  <a:schemeClr val="tx1"/>
                </a:solidFill>
              </a:rPr>
              <a:t>Vous êtes employé(e) de la salle : vous posez les questions et vous vérifiez que le formulaire est complet.</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(en plus de l’exercice 7a)</a:t>
            </a:r>
            <a:r>
              <a:rPr lang="en-US" sz="1600" dirty="0">
                <a:solidFill>
                  <a:schemeClr val="tx1"/>
                </a:solidFill>
              </a:rPr>
              <a:t> · Welke dagen wilt u sporten? · Op maandag en woensdag. · Hoe komt u naar de club? · Met de fiets.</a:t>
            </a:r>
            <a:endParaRPr lang="en-US" sz="1600" dirty="0"/>
          </a:p>
        </p:txBody>
      </p:sp>
      <p:sp>
        <p:nvSpPr>
          <p:cNvPr id="19" name="Shape 16"/>
          <p:cNvSpPr/>
          <p:nvPr/>
        </p:nvSpPr>
        <p:spPr>
          <a:xfrm>
            <a:off x="8074152" y="1481328"/>
            <a:ext cx="3566160" cy="480974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502920"/>
          </a:xfrm>
          <a:prstGeom prst="roundRect">
            <a:avLst>
              <a:gd name="adj" fmla="val 7273"/>
            </a:avLst>
          </a:prstGeom>
          <a:solidFill>
            <a:schemeClr val="accent3"/>
          </a:solidFill>
          <a:ln w="12700">
            <a:solidFill>
              <a:srgbClr val="FFFFFF">
                <a:alpha val="0"/>
              </a:srgbClr>
            </a:solidFill>
            <a:prstDash val="solid"/>
          </a:ln>
        </p:spPr>
      </p:sp>
      <p:sp>
        <p:nvSpPr>
          <p:cNvPr id="21" name="Text 18"/>
          <p:cNvSpPr txBox="1"/>
          <p:nvPr/>
        </p:nvSpPr>
        <p:spPr>
          <a:xfrm>
            <a:off x="8211312" y="1481328"/>
            <a:ext cx="3291840" cy="502920"/>
          </a:xfrm>
          <a:prstGeom prst="rect">
            <a:avLst/>
          </a:prstGeom>
          <a:noFill/>
          <a:ln/>
        </p:spPr>
        <p:txBody>
          <a:bodyPr wrap="square" lIns="0" tIns="0" rIns="0" bIns="0" rtlCol="0" anchor="ctr"/>
          <a:lstStyle/>
          <a:p>
            <a:pPr algn="l" indent="0" marL="0">
              <a:buNone/>
            </a:pPr>
            <a:r>
              <a:rPr lang="en-US" sz="1300" b="1" dirty="0">
                <a:solidFill>
                  <a:schemeClr val="bg1"/>
                </a:solidFill>
              </a:rPr>
              <a:t>Sportclub Vitaal Kortrijk</a:t>
            </a:r>
            <a:endParaRPr lang="en-US" sz="1300" dirty="0"/>
          </a:p>
        </p:txBody>
      </p:sp>
      <p:sp>
        <p:nvSpPr>
          <p:cNvPr id="22" name="Text 19"/>
          <p:cNvSpPr txBox="1"/>
          <p:nvPr/>
        </p:nvSpPr>
        <p:spPr>
          <a:xfrm>
            <a:off x="8211312" y="2121408"/>
            <a:ext cx="1711757" cy="457200"/>
          </a:xfrm>
          <a:prstGeom prst="rect">
            <a:avLst/>
          </a:prstGeom>
          <a:noFill/>
          <a:ln/>
        </p:spPr>
        <p:txBody>
          <a:bodyPr wrap="square" lIns="0" tIns="0" rIns="0" bIns="0" rtlCol="0" anchor="ctr"/>
          <a:lstStyle/>
          <a:p>
            <a:pPr algn="l" indent="0" marL="0">
              <a:buNone/>
            </a:pPr>
            <a:r>
              <a:rPr lang="en-US" sz="1200" dirty="0">
                <a:solidFill>
                  <a:schemeClr val="accent5"/>
                </a:solidFill>
              </a:rPr>
              <a:t>naam</a:t>
            </a:r>
            <a:endParaRPr lang="en-US" sz="1200" dirty="0"/>
          </a:p>
        </p:txBody>
      </p:sp>
      <p:sp>
        <p:nvSpPr>
          <p:cNvPr id="23" name="Shape 20"/>
          <p:cNvSpPr/>
          <p:nvPr/>
        </p:nvSpPr>
        <p:spPr>
          <a:xfrm>
            <a:off x="9857232" y="2487168"/>
            <a:ext cx="1645920" cy="914"/>
          </a:xfrm>
          <a:prstGeom prst="line">
            <a:avLst/>
          </a:prstGeom>
          <a:noFill/>
          <a:ln w="12700">
            <a:solidFill>
              <a:srgbClr val="B8C2CF"/>
            </a:solidFill>
            <a:prstDash val="sysDot"/>
          </a:ln>
        </p:spPr>
      </p:sp>
      <p:sp>
        <p:nvSpPr>
          <p:cNvPr id="24" name="Text 21"/>
          <p:cNvSpPr txBox="1"/>
          <p:nvPr/>
        </p:nvSpPr>
        <p:spPr>
          <a:xfrm>
            <a:off x="8211312" y="2578608"/>
            <a:ext cx="1711757" cy="457200"/>
          </a:xfrm>
          <a:prstGeom prst="rect">
            <a:avLst/>
          </a:prstGeom>
          <a:noFill/>
          <a:ln/>
        </p:spPr>
        <p:txBody>
          <a:bodyPr wrap="square" lIns="0" tIns="0" rIns="0" bIns="0" rtlCol="0" anchor="ctr"/>
          <a:lstStyle/>
          <a:p>
            <a:pPr algn="l" indent="0" marL="0">
              <a:buNone/>
            </a:pPr>
            <a:r>
              <a:rPr lang="en-US" sz="1200" dirty="0">
                <a:solidFill>
                  <a:schemeClr val="accent5"/>
                </a:solidFill>
              </a:rPr>
              <a:t>adres</a:t>
            </a:r>
            <a:endParaRPr lang="en-US" sz="1200" dirty="0"/>
          </a:p>
        </p:txBody>
      </p:sp>
      <p:sp>
        <p:nvSpPr>
          <p:cNvPr id="25" name="Shape 22"/>
          <p:cNvSpPr/>
          <p:nvPr/>
        </p:nvSpPr>
        <p:spPr>
          <a:xfrm>
            <a:off x="9857232" y="2944368"/>
            <a:ext cx="1645920" cy="914"/>
          </a:xfrm>
          <a:prstGeom prst="line">
            <a:avLst/>
          </a:prstGeom>
          <a:noFill/>
          <a:ln w="12700">
            <a:solidFill>
              <a:srgbClr val="B8C2CF"/>
            </a:solidFill>
            <a:prstDash val="sysDot"/>
          </a:ln>
        </p:spPr>
      </p:sp>
      <p:sp>
        <p:nvSpPr>
          <p:cNvPr id="26" name="Text 23"/>
          <p:cNvSpPr txBox="1"/>
          <p:nvPr/>
        </p:nvSpPr>
        <p:spPr>
          <a:xfrm>
            <a:off x="8211312" y="3035808"/>
            <a:ext cx="1711757" cy="457200"/>
          </a:xfrm>
          <a:prstGeom prst="rect">
            <a:avLst/>
          </a:prstGeom>
          <a:noFill/>
          <a:ln/>
        </p:spPr>
        <p:txBody>
          <a:bodyPr wrap="square" lIns="0" tIns="0" rIns="0" bIns="0" rtlCol="0" anchor="ctr"/>
          <a:lstStyle/>
          <a:p>
            <a:pPr algn="l" indent="0" marL="0">
              <a:buNone/>
            </a:pPr>
            <a:r>
              <a:rPr lang="en-US" sz="1200" dirty="0">
                <a:solidFill>
                  <a:schemeClr val="accent5"/>
                </a:solidFill>
              </a:rPr>
              <a:t>geboortedatum</a:t>
            </a:r>
            <a:endParaRPr lang="en-US" sz="1200" dirty="0"/>
          </a:p>
        </p:txBody>
      </p:sp>
      <p:sp>
        <p:nvSpPr>
          <p:cNvPr id="27" name="Shape 24"/>
          <p:cNvSpPr/>
          <p:nvPr/>
        </p:nvSpPr>
        <p:spPr>
          <a:xfrm>
            <a:off x="9857232" y="3401568"/>
            <a:ext cx="1645920" cy="914"/>
          </a:xfrm>
          <a:prstGeom prst="line">
            <a:avLst/>
          </a:prstGeom>
          <a:noFill/>
          <a:ln w="12700">
            <a:solidFill>
              <a:srgbClr val="B8C2CF"/>
            </a:solidFill>
            <a:prstDash val="sysDot"/>
          </a:ln>
        </p:spPr>
      </p:sp>
      <p:sp>
        <p:nvSpPr>
          <p:cNvPr id="28" name="Text 25"/>
          <p:cNvSpPr txBox="1"/>
          <p:nvPr/>
        </p:nvSpPr>
        <p:spPr>
          <a:xfrm>
            <a:off x="8211312" y="3493008"/>
            <a:ext cx="1711757" cy="457200"/>
          </a:xfrm>
          <a:prstGeom prst="rect">
            <a:avLst/>
          </a:prstGeom>
          <a:noFill/>
          <a:ln/>
        </p:spPr>
        <p:txBody>
          <a:bodyPr wrap="square" lIns="0" tIns="0" rIns="0" bIns="0" rtlCol="0" anchor="ctr"/>
          <a:lstStyle/>
          <a:p>
            <a:pPr algn="l" indent="0" marL="0">
              <a:buNone/>
            </a:pPr>
            <a:r>
              <a:rPr lang="en-US" sz="1200" dirty="0">
                <a:solidFill>
                  <a:schemeClr val="accent5"/>
                </a:solidFill>
              </a:rPr>
              <a:t>gsm</a:t>
            </a:r>
            <a:endParaRPr lang="en-US" sz="1200" dirty="0"/>
          </a:p>
        </p:txBody>
      </p:sp>
      <p:sp>
        <p:nvSpPr>
          <p:cNvPr id="29" name="Shape 26"/>
          <p:cNvSpPr/>
          <p:nvPr/>
        </p:nvSpPr>
        <p:spPr>
          <a:xfrm>
            <a:off x="9857232" y="3858768"/>
            <a:ext cx="1645920" cy="914"/>
          </a:xfrm>
          <a:prstGeom prst="line">
            <a:avLst/>
          </a:prstGeom>
          <a:noFill/>
          <a:ln w="12700">
            <a:solidFill>
              <a:srgbClr val="B8C2CF"/>
            </a:solidFill>
            <a:prstDash val="sysDot"/>
          </a:ln>
        </p:spPr>
      </p:sp>
      <p:sp>
        <p:nvSpPr>
          <p:cNvPr id="30" name="Text 27"/>
          <p:cNvSpPr txBox="1"/>
          <p:nvPr/>
        </p:nvSpPr>
        <p:spPr>
          <a:xfrm>
            <a:off x="8211312" y="3950208"/>
            <a:ext cx="1711757" cy="457200"/>
          </a:xfrm>
          <a:prstGeom prst="rect">
            <a:avLst/>
          </a:prstGeom>
          <a:noFill/>
          <a:ln/>
        </p:spPr>
        <p:txBody>
          <a:bodyPr wrap="square" lIns="0" tIns="0" rIns="0" bIns="0" rtlCol="0" anchor="ctr"/>
          <a:lstStyle/>
          <a:p>
            <a:pPr algn="l" indent="0" marL="0">
              <a:buNone/>
            </a:pPr>
            <a:r>
              <a:rPr lang="en-US" sz="1200" dirty="0">
                <a:solidFill>
                  <a:schemeClr val="accent5"/>
                </a:solidFill>
              </a:rPr>
              <a:t>e-mail</a:t>
            </a:r>
            <a:endParaRPr lang="en-US" sz="1200" dirty="0"/>
          </a:p>
        </p:txBody>
      </p:sp>
      <p:sp>
        <p:nvSpPr>
          <p:cNvPr id="31" name="Shape 28"/>
          <p:cNvSpPr/>
          <p:nvPr/>
        </p:nvSpPr>
        <p:spPr>
          <a:xfrm>
            <a:off x="9857232" y="4315968"/>
            <a:ext cx="1645920" cy="914"/>
          </a:xfrm>
          <a:prstGeom prst="line">
            <a:avLst/>
          </a:prstGeom>
          <a:noFill/>
          <a:ln w="12700">
            <a:solidFill>
              <a:srgbClr val="B8C2CF"/>
            </a:solidFill>
            <a:prstDash val="sysDot"/>
          </a:ln>
        </p:spPr>
      </p:sp>
      <p:sp>
        <p:nvSpPr>
          <p:cNvPr id="32" name="Text 29"/>
          <p:cNvSpPr txBox="1"/>
          <p:nvPr/>
        </p:nvSpPr>
        <p:spPr>
          <a:xfrm>
            <a:off x="8211312" y="4407408"/>
            <a:ext cx="1711757" cy="457200"/>
          </a:xfrm>
          <a:prstGeom prst="rect">
            <a:avLst/>
          </a:prstGeom>
          <a:noFill/>
          <a:ln/>
        </p:spPr>
        <p:txBody>
          <a:bodyPr wrap="square" lIns="0" tIns="0" rIns="0" bIns="0" rtlCol="0" anchor="ctr"/>
          <a:lstStyle/>
          <a:p>
            <a:pPr algn="l" indent="0" marL="0">
              <a:buNone/>
            </a:pPr>
            <a:r>
              <a:rPr lang="en-US" sz="1200" dirty="0">
                <a:solidFill>
                  <a:schemeClr val="accent5"/>
                </a:solidFill>
              </a:rPr>
              <a:t>beroep</a:t>
            </a:r>
            <a:endParaRPr lang="en-US" sz="1200" dirty="0"/>
          </a:p>
        </p:txBody>
      </p:sp>
      <p:sp>
        <p:nvSpPr>
          <p:cNvPr id="33" name="Shape 30"/>
          <p:cNvSpPr/>
          <p:nvPr/>
        </p:nvSpPr>
        <p:spPr>
          <a:xfrm>
            <a:off x="9857232" y="4773168"/>
            <a:ext cx="1645920" cy="914"/>
          </a:xfrm>
          <a:prstGeom prst="line">
            <a:avLst/>
          </a:prstGeom>
          <a:noFill/>
          <a:ln w="12700">
            <a:solidFill>
              <a:srgbClr val="B8C2CF"/>
            </a:solidFill>
            <a:prstDash val="sysDot"/>
          </a:ln>
        </p:spPr>
      </p:sp>
      <p:sp>
        <p:nvSpPr>
          <p:cNvPr id="34" name="Text 31"/>
          <p:cNvSpPr txBox="1"/>
          <p:nvPr/>
        </p:nvSpPr>
        <p:spPr>
          <a:xfrm>
            <a:off x="8211312" y="4864608"/>
            <a:ext cx="1711757" cy="457200"/>
          </a:xfrm>
          <a:prstGeom prst="rect">
            <a:avLst/>
          </a:prstGeom>
          <a:noFill/>
          <a:ln/>
        </p:spPr>
        <p:txBody>
          <a:bodyPr wrap="square" lIns="0" tIns="0" rIns="0" bIns="0" rtlCol="0" anchor="ctr"/>
          <a:lstStyle/>
          <a:p>
            <a:pPr algn="l" indent="0" marL="0">
              <a:buNone/>
            </a:pPr>
            <a:r>
              <a:rPr lang="en-US" sz="1200" dirty="0">
                <a:solidFill>
                  <a:schemeClr val="accent5"/>
                </a:solidFill>
              </a:rPr>
              <a:t>gewenste dagen</a:t>
            </a:r>
            <a:endParaRPr lang="en-US" sz="1200" dirty="0"/>
          </a:p>
        </p:txBody>
      </p:sp>
      <p:sp>
        <p:nvSpPr>
          <p:cNvPr id="35" name="Shape 32"/>
          <p:cNvSpPr/>
          <p:nvPr/>
        </p:nvSpPr>
        <p:spPr>
          <a:xfrm>
            <a:off x="9857232" y="5230368"/>
            <a:ext cx="1645920" cy="914"/>
          </a:xfrm>
          <a:prstGeom prst="line">
            <a:avLst/>
          </a:prstGeom>
          <a:noFill/>
          <a:ln w="12700">
            <a:solidFill>
              <a:srgbClr val="B8C2CF"/>
            </a:solidFill>
            <a:prstDash val="sysDot"/>
          </a:ln>
        </p:spPr>
      </p:sp>
      <p:pic>
        <p:nvPicPr>
          <p:cNvPr id="36" name="Image 0" descr="Dumbbell">    </p:cNvPr>
          <p:cNvPicPr>
            <a:picLocks noChangeAspect="1"/>
          </p:cNvPicPr>
          <p:nvPr/>
        </p:nvPicPr>
        <p:blipFill>
          <a:blip r:embed="rId1"/>
          <a:stretch>
            <a:fillRect/>
          </a:stretch>
        </p:blipFill>
        <p:spPr>
          <a:xfrm>
            <a:off x="11091672" y="1572768"/>
            <a:ext cx="329184" cy="329184"/>
          </a:xfrm>
          <a:prstGeom prst="rect">
            <a:avLst/>
          </a:prstGeom>
        </p:spPr>
      </p:pic>
      <p:pic>
        <p:nvPicPr>
          <p:cNvPr id="37" name="Image 1" descr="person lifting weights">    </p:cNvPr>
          <p:cNvPicPr>
            <a:picLocks noChangeAspect="1"/>
          </p:cNvPicPr>
          <p:nvPr/>
        </p:nvPicPr>
        <p:blipFill>
          <a:blip r:embed="rId2"/>
          <a:stretch>
            <a:fillRect/>
          </a:stretch>
        </p:blipFill>
        <p:spPr>
          <a:xfrm>
            <a:off x="9445752" y="5376672"/>
            <a:ext cx="822960" cy="82296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7c — Un job de week-end</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b="1" dirty="0">
                <a:solidFill>
                  <a:schemeClr val="tx1"/>
                </a:solidFill>
              </a:rPr>
              <a:t>Scénario</a:t>
            </a:r>
            <a:r>
              <a:rPr lang="en-US" sz="1700" dirty="0">
                <a:solidFill>
                  <a:schemeClr val="tx1"/>
                </a:solidFill>
              </a:rPr>
              <a:t> : un emploi à temps partiel dans une brasserie. Encore à l’école, vous ne pouvez travailler que le week-end.</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étudiant·e</a:t>
            </a:r>
            <a:endParaRPr lang="en-US" sz="1700" dirty="0"/>
          </a:p>
          <a:p>
            <a:pPr algn="l" indent="0" marL="0">
              <a:spcAft>
                <a:spcPts val="600"/>
              </a:spcAft>
              <a:buNone/>
            </a:pPr>
            <a:r>
              <a:rPr lang="en-US" sz="1700" dirty="0">
                <a:solidFill>
                  <a:schemeClr val="tx1"/>
                </a:solidFill>
              </a:rPr>
              <a:t>Vous vous présentez et vous dites quand vous êtes disponible.</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gérant·e</a:t>
            </a:r>
            <a:endParaRPr lang="en-US" sz="1700" dirty="0"/>
          </a:p>
          <a:p>
            <a:pPr algn="l" indent="0" marL="0">
              <a:spcAft>
                <a:spcPts val="600"/>
              </a:spcAft>
              <a:buNone/>
            </a:pPr>
            <a:r>
              <a:rPr lang="en-US" sz="1700" dirty="0">
                <a:solidFill>
                  <a:schemeClr val="tx1"/>
                </a:solidFill>
              </a:rPr>
              <a:t>Vous posez les questions de la fiche de candidature.</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dirty="0">
                <a:solidFill>
                  <a:schemeClr val="tx1"/>
                </a:solidFill>
              </a:rPr>
              <a:t>Hoe heet je? · Hoe oud ben je? · Welke talen spreek je? · Ik kan alleen in het weekend werken. · Heb je ervaring? </a:t>
            </a:r>
            <a:r>
              <a:rPr lang="en-US" sz="1600" i="1" dirty="0">
                <a:solidFill>
                  <a:schemeClr val="tx1"/>
                </a:solidFill>
              </a:rPr>
              <a:t>(de l’expérience ?)</a:t>
            </a:r>
            <a:r>
              <a:rPr lang="en-US" sz="1600" dirty="0">
                <a:solidFill>
                  <a:schemeClr val="tx1"/>
                </a:solidFill>
              </a:rPr>
              <a:t> — Nee, nog niet. / Ja, een beetje.</a:t>
            </a:r>
            <a:endParaRPr lang="en-US" sz="1600" dirty="0"/>
          </a:p>
        </p:txBody>
      </p:sp>
      <p:sp>
        <p:nvSpPr>
          <p:cNvPr id="19" name="Shape 16"/>
          <p:cNvSpPr/>
          <p:nvPr/>
        </p:nvSpPr>
        <p:spPr>
          <a:xfrm>
            <a:off x="8074152" y="1709928"/>
            <a:ext cx="3566160" cy="4581144"/>
          </a:xfrm>
          <a:prstGeom prst="roundRect">
            <a:avLst>
              <a:gd name="adj" fmla="val 2051"/>
            </a:avLst>
          </a:prstGeom>
          <a:solidFill>
            <a:srgbClr val="FFF6EC"/>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9354312" y="2075688"/>
            <a:ext cx="1005840" cy="1005840"/>
          </a:xfrm>
          <a:prstGeom prst="ellipse">
            <a:avLst/>
          </a:prstGeom>
          <a:solidFill>
            <a:schemeClr val="accent1"/>
          </a:solidFill>
          <a:ln w="12700">
            <a:solidFill>
              <a:srgbClr val="FFFFFF">
                <a:alpha val="0"/>
              </a:srgbClr>
            </a:solidFill>
            <a:prstDash val="solid"/>
          </a:ln>
        </p:spPr>
      </p:sp>
      <p:pic>
        <p:nvPicPr>
          <p:cNvPr id="21" name="Image 0" descr="KnifeFork">    </p:cNvPr>
          <p:cNvPicPr>
            <a:picLocks noChangeAspect="1"/>
          </p:cNvPicPr>
          <p:nvPr/>
        </p:nvPicPr>
        <p:blipFill>
          <a:blip r:embed="rId1"/>
          <a:stretch>
            <a:fillRect/>
          </a:stretch>
        </p:blipFill>
        <p:spPr>
          <a:xfrm>
            <a:off x="9595714" y="2317090"/>
            <a:ext cx="523037" cy="523037"/>
          </a:xfrm>
          <a:prstGeom prst="rect">
            <a:avLst/>
          </a:prstGeom>
        </p:spPr>
      </p:pic>
      <p:sp>
        <p:nvSpPr>
          <p:cNvPr id="22" name="Text 18"/>
          <p:cNvSpPr txBox="1"/>
          <p:nvPr/>
        </p:nvSpPr>
        <p:spPr>
          <a:xfrm>
            <a:off x="8257032" y="3264408"/>
            <a:ext cx="3200400" cy="548640"/>
          </a:xfrm>
          <a:prstGeom prst="rect">
            <a:avLst/>
          </a:prstGeom>
          <a:noFill/>
          <a:ln/>
        </p:spPr>
        <p:txBody>
          <a:bodyPr wrap="square" lIns="0" tIns="0" rIns="0" bIns="0" rtlCol="0" anchor="ctr"/>
          <a:lstStyle/>
          <a:p>
            <a:pPr algn="ctr" indent="0" marL="0">
              <a:buNone/>
            </a:pPr>
            <a:r>
              <a:rPr lang="en-US" sz="2400" b="1" dirty="0">
                <a:solidFill>
                  <a:schemeClr val="tx2"/>
                </a:solidFill>
                <a:latin typeface="+mj-lt" pitchFamily="34" charset="0"/>
                <a:ea typeface="+mj-lt" pitchFamily="34" charset="-122"/>
                <a:cs typeface="+mj-lt" pitchFamily="34" charset="-120"/>
              </a:rPr>
              <a:t>Brasserie De Lepel</a:t>
            </a:r>
            <a:endParaRPr lang="en-US" sz="2400" dirty="0"/>
          </a:p>
        </p:txBody>
      </p:sp>
      <p:sp>
        <p:nvSpPr>
          <p:cNvPr id="23" name="Text 19"/>
          <p:cNvSpPr txBox="1"/>
          <p:nvPr/>
        </p:nvSpPr>
        <p:spPr>
          <a:xfrm>
            <a:off x="8257032" y="3858768"/>
            <a:ext cx="3200400" cy="365760"/>
          </a:xfrm>
          <a:prstGeom prst="rect">
            <a:avLst/>
          </a:prstGeom>
          <a:noFill/>
          <a:ln/>
        </p:spPr>
        <p:txBody>
          <a:bodyPr wrap="square" lIns="0" tIns="0" rIns="0" bIns="0" rtlCol="0" anchor="ctr"/>
          <a:lstStyle/>
          <a:p>
            <a:pPr algn="ctr" indent="0" marL="0">
              <a:buNone/>
            </a:pPr>
            <a:r>
              <a:rPr lang="en-US" sz="1800" i="1" dirty="0">
                <a:solidFill>
                  <a:schemeClr val="tx1"/>
                </a:solidFill>
              </a:rPr>
              <a:t>zoekt</a:t>
            </a:r>
            <a:endParaRPr lang="en-US" sz="1800" dirty="0"/>
          </a:p>
        </p:txBody>
      </p:sp>
      <p:sp>
        <p:nvSpPr>
          <p:cNvPr id="24" name="Text 20"/>
          <p:cNvSpPr txBox="1"/>
          <p:nvPr/>
        </p:nvSpPr>
        <p:spPr>
          <a:xfrm>
            <a:off x="8257032" y="4224528"/>
            <a:ext cx="3200400" cy="59436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jobstudenten</a:t>
            </a:r>
            <a:endParaRPr lang="en-US" sz="3000" dirty="0"/>
          </a:p>
        </p:txBody>
      </p:sp>
      <p:sp>
        <p:nvSpPr>
          <p:cNvPr id="25" name="Shape 21"/>
          <p:cNvSpPr/>
          <p:nvPr/>
        </p:nvSpPr>
        <p:spPr>
          <a:xfrm>
            <a:off x="8531352" y="5093208"/>
            <a:ext cx="2651760" cy="914"/>
          </a:xfrm>
          <a:prstGeom prst="line">
            <a:avLst/>
          </a:prstGeom>
          <a:noFill/>
          <a:ln w="12700">
            <a:solidFill>
              <a:srgbClr val="D9700F"/>
            </a:solidFill>
            <a:prstDash val="dash"/>
          </a:ln>
        </p:spPr>
      </p:sp>
      <p:pic>
        <p:nvPicPr>
          <p:cNvPr id="26" name="Image 1" descr="CalendarAlt">    </p:cNvPr>
          <p:cNvPicPr>
            <a:picLocks noChangeAspect="1"/>
          </p:cNvPicPr>
          <p:nvPr/>
        </p:nvPicPr>
        <p:blipFill>
          <a:blip r:embed="rId2"/>
          <a:stretch>
            <a:fillRect/>
          </a:stretch>
        </p:blipFill>
        <p:spPr>
          <a:xfrm>
            <a:off x="8988552" y="5413248"/>
            <a:ext cx="384048" cy="384048"/>
          </a:xfrm>
          <a:prstGeom prst="rect">
            <a:avLst/>
          </a:prstGeom>
        </p:spPr>
      </p:pic>
      <p:sp>
        <p:nvSpPr>
          <p:cNvPr id="27" name="Text 22"/>
          <p:cNvSpPr txBox="1"/>
          <p:nvPr/>
        </p:nvSpPr>
        <p:spPr>
          <a:xfrm>
            <a:off x="9491472" y="5321808"/>
            <a:ext cx="1828800" cy="548640"/>
          </a:xfrm>
          <a:prstGeom prst="rect">
            <a:avLst/>
          </a:prstGeom>
          <a:noFill/>
          <a:ln/>
        </p:spPr>
        <p:txBody>
          <a:bodyPr wrap="square" lIns="0" tIns="0" rIns="0" bIns="0" rtlCol="0" anchor="ctr"/>
          <a:lstStyle/>
          <a:p>
            <a:pPr algn="l" indent="0" marL="0">
              <a:buNone/>
            </a:pPr>
            <a:r>
              <a:rPr lang="en-US" sz="2400" b="1" dirty="0">
                <a:solidFill>
                  <a:schemeClr val="tx2"/>
                </a:solidFill>
              </a:rPr>
              <a:t>weekend</a:t>
            </a:r>
            <a:endParaRPr lang="en-US" sz="2400" dirty="0"/>
          </a:p>
        </p:txBody>
      </p:sp>
      <p:sp>
        <p:nvSpPr>
          <p:cNvPr id="28" name="tag"/>
          <p:cNvSpPr/>
          <p:nvPr/>
        </p:nvSpPr>
        <p:spPr>
          <a:xfrm>
            <a:off x="9386316" y="1463040"/>
            <a:ext cx="2253996"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registre : je !</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8 — Woordwolk</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En 1 minute, rangez chaque mot dans le bon panier !</a:t>
            </a:r>
            <a:endParaRPr lang="en-US" sz="1700" dirty="0"/>
          </a:p>
        </p:txBody>
      </p:sp>
      <p:pic>
        <p:nvPicPr>
          <p:cNvPr id="8" name="Image 1" descr="stopwatch">    </p:cNvPr>
          <p:cNvPicPr>
            <a:picLocks noChangeAspect="1"/>
          </p:cNvPicPr>
          <p:nvPr/>
        </p:nvPicPr>
        <p:blipFill>
          <a:blip r:embed="rId2"/>
          <a:stretch>
            <a:fillRect/>
          </a:stretch>
        </p:blipFill>
        <p:spPr>
          <a:xfrm>
            <a:off x="548640" y="1978152"/>
            <a:ext cx="1737360" cy="1737360"/>
          </a:xfrm>
          <a:prstGeom prst="rect">
            <a:avLst/>
          </a:prstGeom>
        </p:spPr>
      </p:pic>
      <p:pic>
        <p:nvPicPr>
          <p:cNvPr id="9" name="Image 2" descr="man teacher">    </p:cNvPr>
          <p:cNvPicPr>
            <a:picLocks noChangeAspect="1"/>
          </p:cNvPicPr>
          <p:nvPr/>
        </p:nvPicPr>
        <p:blipFill>
          <a:blip r:embed="rId3"/>
          <a:stretch>
            <a:fillRect/>
          </a:stretch>
        </p:blipFill>
        <p:spPr>
          <a:xfrm>
            <a:off x="502920" y="4035552"/>
            <a:ext cx="1828800" cy="1828800"/>
          </a:xfrm>
          <a:prstGeom prst="rect">
            <a:avLst/>
          </a:prstGeom>
        </p:spPr>
      </p:pic>
      <p:sp>
        <p:nvSpPr>
          <p:cNvPr id="10" name="Shape 4"/>
          <p:cNvSpPr/>
          <p:nvPr/>
        </p:nvSpPr>
        <p:spPr>
          <a:xfrm>
            <a:off x="640080" y="5669280"/>
            <a:ext cx="1645920" cy="548640"/>
          </a:xfrm>
          <a:prstGeom prst="roundRect">
            <a:avLst>
              <a:gd name="adj" fmla="val 50000"/>
            </a:avLst>
          </a:prstGeom>
          <a:solidFill>
            <a:schemeClr val="accent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1" name="Text 5"/>
          <p:cNvSpPr txBox="1"/>
          <p:nvPr/>
        </p:nvSpPr>
        <p:spPr>
          <a:xfrm>
            <a:off x="640080" y="5669280"/>
            <a:ext cx="164592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Start!</a:t>
            </a:r>
            <a:endParaRPr lang="en-US" sz="2200" dirty="0"/>
          </a:p>
        </p:txBody>
      </p:sp>
      <p:sp>
        <p:nvSpPr>
          <p:cNvPr id="12" name="Shape 6"/>
          <p:cNvSpPr/>
          <p:nvPr/>
        </p:nvSpPr>
        <p:spPr>
          <a:xfrm>
            <a:off x="2606040" y="1978152"/>
            <a:ext cx="5257800" cy="4239768"/>
          </a:xfrm>
          <a:prstGeom prst="cloud">
            <a:avLst/>
          </a:prstGeom>
          <a:solidFill>
            <a:srgbClr val="EEF3F8"/>
          </a:solidFill>
          <a:ln w="12700">
            <a:solidFill>
              <a:srgbClr val="D5DCE6"/>
            </a:solidFill>
            <a:prstDash val="solid"/>
          </a:ln>
        </p:spPr>
      </p:sp>
      <p:sp>
        <p:nvSpPr>
          <p:cNvPr id="13" name="Text 7"/>
          <p:cNvSpPr txBox="1"/>
          <p:nvPr/>
        </p:nvSpPr>
        <p:spPr>
          <a:xfrm rot="-480000">
            <a:off x="3611880" y="2499360"/>
            <a:ext cx="1393546" cy="457200"/>
          </a:xfrm>
          <a:prstGeom prst="rect">
            <a:avLst/>
          </a:prstGeom>
          <a:noFill/>
          <a:ln/>
        </p:spPr>
        <p:txBody>
          <a:bodyPr wrap="square" lIns="0" tIns="0" rIns="0" bIns="0" rtlCol="0" anchor="ctr"/>
          <a:lstStyle/>
          <a:p>
            <a:pPr algn="ctr" indent="0" marL="0">
              <a:buNone/>
            </a:pPr>
            <a:r>
              <a:rPr lang="en-US" sz="2400" b="1" dirty="0">
                <a:solidFill>
                  <a:schemeClr val="tx2"/>
                </a:solidFill>
              </a:rPr>
              <a:t>praten</a:t>
            </a:r>
            <a:endParaRPr lang="en-US" sz="2400" dirty="0"/>
          </a:p>
        </p:txBody>
      </p:sp>
      <p:sp>
        <p:nvSpPr>
          <p:cNvPr id="14" name="Text 8"/>
          <p:cNvSpPr txBox="1"/>
          <p:nvPr/>
        </p:nvSpPr>
        <p:spPr>
          <a:xfrm>
            <a:off x="4937760" y="2435352"/>
            <a:ext cx="1207008" cy="381000"/>
          </a:xfrm>
          <a:prstGeom prst="rect">
            <a:avLst/>
          </a:prstGeom>
          <a:noFill/>
          <a:ln/>
        </p:spPr>
        <p:txBody>
          <a:bodyPr wrap="square" lIns="0" tIns="0" rIns="0" bIns="0" rtlCol="0" anchor="ctr"/>
          <a:lstStyle/>
          <a:p>
            <a:pPr algn="ctr" indent="0" marL="0">
              <a:buNone/>
            </a:pPr>
            <a:r>
              <a:rPr lang="en-US" sz="2000" b="1" dirty="0">
                <a:solidFill>
                  <a:schemeClr val="accent5"/>
                </a:solidFill>
              </a:rPr>
              <a:t>cursus</a:t>
            </a:r>
            <a:endParaRPr lang="en-US" sz="2000" dirty="0"/>
          </a:p>
        </p:txBody>
      </p:sp>
      <p:sp>
        <p:nvSpPr>
          <p:cNvPr id="15" name="Text 9"/>
          <p:cNvSpPr txBox="1"/>
          <p:nvPr/>
        </p:nvSpPr>
        <p:spPr>
          <a:xfrm rot="420000">
            <a:off x="6035040" y="2618232"/>
            <a:ext cx="1144829" cy="533400"/>
          </a:xfrm>
          <a:prstGeom prst="rect">
            <a:avLst/>
          </a:prstGeom>
          <a:noFill/>
          <a:ln/>
        </p:spPr>
        <p:txBody>
          <a:bodyPr wrap="square" lIns="0" tIns="0" rIns="0" bIns="0" rtlCol="0" anchor="ctr"/>
          <a:lstStyle/>
          <a:p>
            <a:pPr algn="ctr" indent="0" marL="0">
              <a:buNone/>
            </a:pPr>
            <a:r>
              <a:rPr lang="en-US" sz="2800" b="1" dirty="0">
                <a:solidFill>
                  <a:schemeClr val="tx1"/>
                </a:solidFill>
              </a:rPr>
              <a:t>baan</a:t>
            </a:r>
            <a:endParaRPr lang="en-US" sz="2800" dirty="0"/>
          </a:p>
        </p:txBody>
      </p:sp>
      <p:sp>
        <p:nvSpPr>
          <p:cNvPr id="16" name="Text 10"/>
          <p:cNvSpPr txBox="1"/>
          <p:nvPr/>
        </p:nvSpPr>
        <p:spPr>
          <a:xfrm>
            <a:off x="3063240" y="3139440"/>
            <a:ext cx="1517904" cy="381000"/>
          </a:xfrm>
          <a:prstGeom prst="rect">
            <a:avLst/>
          </a:prstGeom>
          <a:noFill/>
          <a:ln/>
        </p:spPr>
        <p:txBody>
          <a:bodyPr wrap="square" lIns="0" tIns="0" rIns="0" bIns="0" rtlCol="0" anchor="ctr"/>
          <a:lstStyle/>
          <a:p>
            <a:pPr algn="ctr" indent="0" marL="0">
              <a:buNone/>
            </a:pPr>
            <a:r>
              <a:rPr lang="en-US" sz="2000" b="1" dirty="0">
                <a:solidFill>
                  <a:schemeClr val="tx2"/>
                </a:solidFill>
              </a:rPr>
              <a:t>herhalen</a:t>
            </a:r>
            <a:endParaRPr lang="en-US" sz="2000" dirty="0"/>
          </a:p>
        </p:txBody>
      </p:sp>
      <p:sp>
        <p:nvSpPr>
          <p:cNvPr id="17" name="Text 11"/>
          <p:cNvSpPr txBox="1"/>
          <p:nvPr/>
        </p:nvSpPr>
        <p:spPr>
          <a:xfrm rot="-240000">
            <a:off x="4434840" y="3102864"/>
            <a:ext cx="1906524" cy="571500"/>
          </a:xfrm>
          <a:prstGeom prst="rect">
            <a:avLst/>
          </a:prstGeom>
          <a:noFill/>
          <a:ln/>
        </p:spPr>
        <p:txBody>
          <a:bodyPr wrap="square" lIns="0" tIns="0" rIns="0" bIns="0" rtlCol="0" anchor="ctr"/>
          <a:lstStyle/>
          <a:p>
            <a:pPr algn="ctr" indent="0" marL="0">
              <a:buNone/>
            </a:pPr>
            <a:r>
              <a:rPr lang="en-US" sz="3000" b="1" dirty="0">
                <a:solidFill>
                  <a:schemeClr val="accent5"/>
                </a:solidFill>
              </a:rPr>
              <a:t>collega</a:t>
            </a:r>
            <a:endParaRPr lang="en-US" sz="3000" dirty="0"/>
          </a:p>
        </p:txBody>
      </p:sp>
      <p:sp>
        <p:nvSpPr>
          <p:cNvPr id="18" name="Text 12"/>
          <p:cNvSpPr txBox="1"/>
          <p:nvPr/>
        </p:nvSpPr>
        <p:spPr>
          <a:xfrm rot="600000">
            <a:off x="6263640" y="3258312"/>
            <a:ext cx="1051560" cy="381000"/>
          </a:xfrm>
          <a:prstGeom prst="rect">
            <a:avLst/>
          </a:prstGeom>
          <a:noFill/>
          <a:ln/>
        </p:spPr>
        <p:txBody>
          <a:bodyPr wrap="square" lIns="0" tIns="0" rIns="0" bIns="0" rtlCol="0" anchor="ctr"/>
          <a:lstStyle/>
          <a:p>
            <a:pPr algn="ctr" indent="0" marL="0">
              <a:buNone/>
            </a:pPr>
            <a:r>
              <a:rPr lang="en-US" sz="2000" b="1" dirty="0">
                <a:solidFill>
                  <a:schemeClr val="tx1"/>
                </a:solidFill>
              </a:rPr>
              <a:t>heten</a:t>
            </a:r>
            <a:endParaRPr lang="en-US" sz="2000" dirty="0"/>
          </a:p>
        </p:txBody>
      </p:sp>
      <p:sp>
        <p:nvSpPr>
          <p:cNvPr id="19" name="Text 13"/>
          <p:cNvSpPr txBox="1"/>
          <p:nvPr/>
        </p:nvSpPr>
        <p:spPr>
          <a:xfrm rot="360000">
            <a:off x="3246120" y="3806952"/>
            <a:ext cx="927202" cy="533400"/>
          </a:xfrm>
          <a:prstGeom prst="rect">
            <a:avLst/>
          </a:prstGeom>
          <a:noFill/>
          <a:ln/>
        </p:spPr>
        <p:txBody>
          <a:bodyPr wrap="square" lIns="0" tIns="0" rIns="0" bIns="0" rtlCol="0" anchor="ctr"/>
          <a:lstStyle/>
          <a:p>
            <a:pPr algn="ctr" indent="0" marL="0">
              <a:buNone/>
            </a:pPr>
            <a:r>
              <a:rPr lang="en-US" sz="2800" b="1" dirty="0">
                <a:solidFill>
                  <a:schemeClr val="tx2"/>
                </a:solidFill>
              </a:rPr>
              <a:t>job</a:t>
            </a:r>
            <a:endParaRPr lang="en-US" sz="2800" dirty="0"/>
          </a:p>
        </p:txBody>
      </p:sp>
      <p:sp>
        <p:nvSpPr>
          <p:cNvPr id="20" name="Text 14"/>
          <p:cNvSpPr txBox="1"/>
          <p:nvPr/>
        </p:nvSpPr>
        <p:spPr>
          <a:xfrm>
            <a:off x="4160520" y="3806952"/>
            <a:ext cx="1953158" cy="457200"/>
          </a:xfrm>
          <a:prstGeom prst="rect">
            <a:avLst/>
          </a:prstGeom>
          <a:noFill/>
          <a:ln/>
        </p:spPr>
        <p:txBody>
          <a:bodyPr wrap="square" lIns="0" tIns="0" rIns="0" bIns="0" rtlCol="0" anchor="ctr"/>
          <a:lstStyle/>
          <a:p>
            <a:pPr algn="ctr" indent="0" marL="0">
              <a:buNone/>
            </a:pPr>
            <a:r>
              <a:rPr lang="en-US" sz="2400" b="1" dirty="0">
                <a:solidFill>
                  <a:schemeClr val="accent5"/>
                </a:solidFill>
              </a:rPr>
              <a:t>vertellen</a:t>
            </a:r>
            <a:endParaRPr lang="en-US" sz="2400" dirty="0"/>
          </a:p>
        </p:txBody>
      </p:sp>
      <p:sp>
        <p:nvSpPr>
          <p:cNvPr id="21" name="Text 15"/>
          <p:cNvSpPr txBox="1"/>
          <p:nvPr/>
        </p:nvSpPr>
        <p:spPr>
          <a:xfrm rot="-360000">
            <a:off x="5989320" y="3898392"/>
            <a:ext cx="1362456" cy="381000"/>
          </a:xfrm>
          <a:prstGeom prst="rect">
            <a:avLst/>
          </a:prstGeom>
          <a:noFill/>
          <a:ln/>
        </p:spPr>
        <p:txBody>
          <a:bodyPr wrap="square" lIns="0" tIns="0" rIns="0" bIns="0" rtlCol="0" anchor="ctr"/>
          <a:lstStyle/>
          <a:p>
            <a:pPr algn="ctr" indent="0" marL="0">
              <a:buNone/>
            </a:pPr>
            <a:r>
              <a:rPr lang="en-US" sz="2000" b="1" dirty="0">
                <a:solidFill>
                  <a:schemeClr val="tx1"/>
                </a:solidFill>
              </a:rPr>
              <a:t>oefenen</a:t>
            </a:r>
            <a:endParaRPr lang="en-US" sz="2000" dirty="0"/>
          </a:p>
        </p:txBody>
      </p:sp>
      <p:sp>
        <p:nvSpPr>
          <p:cNvPr id="22" name="Text 16"/>
          <p:cNvSpPr txBox="1"/>
          <p:nvPr/>
        </p:nvSpPr>
        <p:spPr>
          <a:xfrm rot="-360000">
            <a:off x="3154680" y="4492752"/>
            <a:ext cx="1051560" cy="381000"/>
          </a:xfrm>
          <a:prstGeom prst="rect">
            <a:avLst/>
          </a:prstGeom>
          <a:noFill/>
          <a:ln/>
        </p:spPr>
        <p:txBody>
          <a:bodyPr wrap="square" lIns="0" tIns="0" rIns="0" bIns="0" rtlCol="0" anchor="ctr"/>
          <a:lstStyle/>
          <a:p>
            <a:pPr algn="ctr" indent="0" marL="0">
              <a:buNone/>
            </a:pPr>
            <a:r>
              <a:rPr lang="en-US" sz="2000" b="1" dirty="0">
                <a:solidFill>
                  <a:schemeClr val="tx2"/>
                </a:solidFill>
              </a:rPr>
              <a:t>wonen</a:t>
            </a:r>
            <a:endParaRPr lang="en-US" sz="2000" dirty="0"/>
          </a:p>
        </p:txBody>
      </p:sp>
      <p:sp>
        <p:nvSpPr>
          <p:cNvPr id="23" name="Text 17"/>
          <p:cNvSpPr txBox="1"/>
          <p:nvPr/>
        </p:nvSpPr>
        <p:spPr>
          <a:xfrm>
            <a:off x="4434840" y="4447032"/>
            <a:ext cx="1688897" cy="495300"/>
          </a:xfrm>
          <a:prstGeom prst="rect">
            <a:avLst/>
          </a:prstGeom>
          <a:noFill/>
          <a:ln/>
        </p:spPr>
        <p:txBody>
          <a:bodyPr wrap="square" lIns="0" tIns="0" rIns="0" bIns="0" rtlCol="0" anchor="ctr"/>
          <a:lstStyle/>
          <a:p>
            <a:pPr algn="ctr" indent="0" marL="0">
              <a:buNone/>
            </a:pPr>
            <a:r>
              <a:rPr lang="en-US" sz="2600" b="1" dirty="0">
                <a:solidFill>
                  <a:schemeClr val="accent5"/>
                </a:solidFill>
              </a:rPr>
              <a:t>functie</a:t>
            </a:r>
            <a:endParaRPr lang="en-US" sz="2600" dirty="0"/>
          </a:p>
        </p:txBody>
      </p:sp>
      <p:sp>
        <p:nvSpPr>
          <p:cNvPr id="24" name="Text 18"/>
          <p:cNvSpPr txBox="1"/>
          <p:nvPr/>
        </p:nvSpPr>
        <p:spPr>
          <a:xfrm rot="480000">
            <a:off x="6035040" y="4584192"/>
            <a:ext cx="1300277" cy="419100"/>
          </a:xfrm>
          <a:prstGeom prst="rect">
            <a:avLst/>
          </a:prstGeom>
          <a:noFill/>
          <a:ln/>
        </p:spPr>
        <p:txBody>
          <a:bodyPr wrap="square" lIns="0" tIns="0" rIns="0" bIns="0" rtlCol="0" anchor="ctr"/>
          <a:lstStyle/>
          <a:p>
            <a:pPr algn="ctr" indent="0" marL="0">
              <a:buNone/>
            </a:pPr>
            <a:r>
              <a:rPr lang="en-US" sz="2200" b="1" dirty="0">
                <a:solidFill>
                  <a:schemeClr val="tx1"/>
                </a:solidFill>
              </a:rPr>
              <a:t>zeggen</a:t>
            </a:r>
            <a:endParaRPr lang="en-US" sz="2200" dirty="0"/>
          </a:p>
        </p:txBody>
      </p:sp>
      <p:sp>
        <p:nvSpPr>
          <p:cNvPr id="25" name="Text 19"/>
          <p:cNvSpPr txBox="1"/>
          <p:nvPr/>
        </p:nvSpPr>
        <p:spPr>
          <a:xfrm rot="240000">
            <a:off x="2971800" y="5315712"/>
            <a:ext cx="1766621" cy="457200"/>
          </a:xfrm>
          <a:prstGeom prst="rect">
            <a:avLst/>
          </a:prstGeom>
          <a:noFill/>
          <a:ln/>
        </p:spPr>
        <p:txBody>
          <a:bodyPr wrap="square" lIns="0" tIns="0" rIns="0" bIns="0" rtlCol="0" anchor="ctr"/>
          <a:lstStyle/>
          <a:p>
            <a:pPr algn="ctr" indent="0" marL="0">
              <a:buNone/>
            </a:pPr>
            <a:r>
              <a:rPr lang="en-US" sz="2400" b="1" dirty="0">
                <a:solidFill>
                  <a:schemeClr val="tx2"/>
                </a:solidFill>
              </a:rPr>
              <a:t>studeren</a:t>
            </a:r>
            <a:endParaRPr lang="en-US" sz="2400" dirty="0"/>
          </a:p>
        </p:txBody>
      </p:sp>
      <p:sp>
        <p:nvSpPr>
          <p:cNvPr id="26" name="Text 20"/>
          <p:cNvSpPr txBox="1"/>
          <p:nvPr/>
        </p:nvSpPr>
        <p:spPr>
          <a:xfrm rot="-300000">
            <a:off x="4892040" y="5407152"/>
            <a:ext cx="1517904" cy="381000"/>
          </a:xfrm>
          <a:prstGeom prst="rect">
            <a:avLst/>
          </a:prstGeom>
          <a:noFill/>
          <a:ln/>
        </p:spPr>
        <p:txBody>
          <a:bodyPr wrap="square" lIns="0" tIns="0" rIns="0" bIns="0" rtlCol="0" anchor="ctr"/>
          <a:lstStyle/>
          <a:p>
            <a:pPr algn="ctr" indent="0" marL="0">
              <a:buNone/>
            </a:pPr>
            <a:r>
              <a:rPr lang="en-US" sz="2000" b="1" dirty="0">
                <a:solidFill>
                  <a:schemeClr val="accent5"/>
                </a:solidFill>
              </a:rPr>
              <a:t>babbelen</a:t>
            </a:r>
            <a:endParaRPr lang="en-US" sz="2000" dirty="0"/>
          </a:p>
        </p:txBody>
      </p:sp>
      <p:sp>
        <p:nvSpPr>
          <p:cNvPr id="27" name="Text 21"/>
          <p:cNvSpPr txBox="1"/>
          <p:nvPr/>
        </p:nvSpPr>
        <p:spPr>
          <a:xfrm>
            <a:off x="6446520" y="5224272"/>
            <a:ext cx="1300277" cy="419100"/>
          </a:xfrm>
          <a:prstGeom prst="rect">
            <a:avLst/>
          </a:prstGeom>
          <a:noFill/>
          <a:ln/>
        </p:spPr>
        <p:txBody>
          <a:bodyPr wrap="square" lIns="0" tIns="0" rIns="0" bIns="0" rtlCol="0" anchor="ctr"/>
          <a:lstStyle/>
          <a:p>
            <a:pPr algn="ctr" indent="0" marL="0">
              <a:buNone/>
            </a:pPr>
            <a:r>
              <a:rPr lang="en-US" sz="2200" b="1" dirty="0">
                <a:solidFill>
                  <a:schemeClr val="tx1"/>
                </a:solidFill>
              </a:rPr>
              <a:t>beroep</a:t>
            </a:r>
            <a:endParaRPr lang="en-US" sz="2200" dirty="0"/>
          </a:p>
        </p:txBody>
      </p:sp>
      <p:sp>
        <p:nvSpPr>
          <p:cNvPr id="28" name="Shape 22"/>
          <p:cNvSpPr/>
          <p:nvPr/>
        </p:nvSpPr>
        <p:spPr>
          <a:xfrm>
            <a:off x="8092440" y="1932432"/>
            <a:ext cx="3547872" cy="979932"/>
          </a:xfrm>
          <a:prstGeom prst="roundRect">
            <a:avLst>
              <a:gd name="adj" fmla="val 7465"/>
            </a:avLst>
          </a:prstGeom>
          <a:solidFill>
            <a:schemeClr val="accent1">
              <a:alpha val="12000"/>
            </a:schemeClr>
          </a:solidFill>
          <a:ln w="25400">
            <a:solidFill>
              <a:srgbClr val="D9700F"/>
            </a:solidFill>
            <a:prstDash val="solid"/>
          </a:ln>
        </p:spPr>
      </p:sp>
      <p:pic>
        <p:nvPicPr>
          <p:cNvPr id="29" name="Image 3" descr="basket">    </p:cNvPr>
          <p:cNvPicPr>
            <a:picLocks noChangeAspect="1"/>
          </p:cNvPicPr>
          <p:nvPr/>
        </p:nvPicPr>
        <p:blipFill>
          <a:blip r:embed="rId4"/>
          <a:stretch>
            <a:fillRect/>
          </a:stretch>
        </p:blipFill>
        <p:spPr>
          <a:xfrm>
            <a:off x="8321040" y="2148078"/>
            <a:ext cx="548640" cy="548640"/>
          </a:xfrm>
          <a:prstGeom prst="rect">
            <a:avLst/>
          </a:prstGeom>
        </p:spPr>
      </p:pic>
      <p:sp>
        <p:nvSpPr>
          <p:cNvPr id="30" name="Text 23"/>
          <p:cNvSpPr txBox="1"/>
          <p:nvPr/>
        </p:nvSpPr>
        <p:spPr>
          <a:xfrm>
            <a:off x="9052560" y="1932432"/>
            <a:ext cx="2450592" cy="979932"/>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WERK</a:t>
            </a:r>
            <a:endParaRPr lang="en-US" sz="2400" dirty="0"/>
          </a:p>
        </p:txBody>
      </p:sp>
      <p:sp>
        <p:nvSpPr>
          <p:cNvPr id="31" name="Shape 24"/>
          <p:cNvSpPr/>
          <p:nvPr/>
        </p:nvSpPr>
        <p:spPr>
          <a:xfrm>
            <a:off x="8092440" y="3049524"/>
            <a:ext cx="3547872" cy="979932"/>
          </a:xfrm>
          <a:prstGeom prst="roundRect">
            <a:avLst>
              <a:gd name="adj" fmla="val 7465"/>
            </a:avLst>
          </a:prstGeom>
          <a:solidFill>
            <a:schemeClr val="accent2">
              <a:alpha val="12000"/>
            </a:schemeClr>
          </a:solidFill>
          <a:ln w="25400">
            <a:solidFill>
              <a:srgbClr val="2A6FB0"/>
            </a:solidFill>
            <a:prstDash val="solid"/>
          </a:ln>
        </p:spPr>
      </p:sp>
      <p:pic>
        <p:nvPicPr>
          <p:cNvPr id="32" name="Image 4" descr="basket">    </p:cNvPr>
          <p:cNvPicPr>
            <a:picLocks noChangeAspect="1"/>
          </p:cNvPicPr>
          <p:nvPr/>
        </p:nvPicPr>
        <p:blipFill>
          <a:blip r:embed="rId5"/>
          <a:stretch>
            <a:fillRect/>
          </a:stretch>
        </p:blipFill>
        <p:spPr>
          <a:xfrm>
            <a:off x="8321040" y="3265170"/>
            <a:ext cx="548640" cy="548640"/>
          </a:xfrm>
          <a:prstGeom prst="rect">
            <a:avLst/>
          </a:prstGeom>
        </p:spPr>
      </p:pic>
      <p:sp>
        <p:nvSpPr>
          <p:cNvPr id="33" name="Text 25"/>
          <p:cNvSpPr txBox="1"/>
          <p:nvPr/>
        </p:nvSpPr>
        <p:spPr>
          <a:xfrm>
            <a:off x="9052560" y="3049524"/>
            <a:ext cx="2450592" cy="979932"/>
          </a:xfrm>
          <a:prstGeom prst="rect">
            <a:avLst/>
          </a:prstGeom>
          <a:noFill/>
          <a:ln/>
        </p:spPr>
        <p:txBody>
          <a:bodyPr wrap="square" lIns="0" tIns="0" rIns="0" bIns="0" rtlCol="0" anchor="ctr"/>
          <a:lstStyle/>
          <a:p>
            <a:pPr algn="l" indent="0" marL="0">
              <a:buNone/>
            </a:pPr>
            <a:r>
              <a:rPr lang="en-US" sz="2400" b="1" dirty="0">
                <a:solidFill>
                  <a:schemeClr val="accent2"/>
                </a:solidFill>
                <a:latin typeface="+mj-lt" pitchFamily="34" charset="0"/>
                <a:ea typeface="+mj-lt" pitchFamily="34" charset="-122"/>
                <a:cs typeface="+mj-lt" pitchFamily="34" charset="-120"/>
              </a:rPr>
              <a:t>SPREKEN</a:t>
            </a:r>
            <a:endParaRPr lang="en-US" sz="2400" dirty="0"/>
          </a:p>
        </p:txBody>
      </p:sp>
      <p:sp>
        <p:nvSpPr>
          <p:cNvPr id="34" name="Shape 26"/>
          <p:cNvSpPr/>
          <p:nvPr/>
        </p:nvSpPr>
        <p:spPr>
          <a:xfrm>
            <a:off x="8092440" y="4166616"/>
            <a:ext cx="3547872" cy="979932"/>
          </a:xfrm>
          <a:prstGeom prst="roundRect">
            <a:avLst>
              <a:gd name="adj" fmla="val 7465"/>
            </a:avLst>
          </a:prstGeom>
          <a:solidFill>
            <a:schemeClr val="accent3">
              <a:alpha val="12000"/>
            </a:schemeClr>
          </a:solidFill>
          <a:ln w="25400">
            <a:solidFill>
              <a:srgbClr val="2E7D4F"/>
            </a:solidFill>
            <a:prstDash val="solid"/>
          </a:ln>
        </p:spPr>
      </p:sp>
      <p:pic>
        <p:nvPicPr>
          <p:cNvPr id="35" name="Image 5" descr="basket">    </p:cNvPr>
          <p:cNvPicPr>
            <a:picLocks noChangeAspect="1"/>
          </p:cNvPicPr>
          <p:nvPr/>
        </p:nvPicPr>
        <p:blipFill>
          <a:blip r:embed="rId6"/>
          <a:stretch>
            <a:fillRect/>
          </a:stretch>
        </p:blipFill>
        <p:spPr>
          <a:xfrm>
            <a:off x="8321040" y="4382262"/>
            <a:ext cx="548640" cy="548640"/>
          </a:xfrm>
          <a:prstGeom prst="rect">
            <a:avLst/>
          </a:prstGeom>
        </p:spPr>
      </p:pic>
      <p:sp>
        <p:nvSpPr>
          <p:cNvPr id="36" name="Text 27"/>
          <p:cNvSpPr txBox="1"/>
          <p:nvPr/>
        </p:nvSpPr>
        <p:spPr>
          <a:xfrm>
            <a:off x="9052560" y="4166616"/>
            <a:ext cx="2450592" cy="979932"/>
          </a:xfrm>
          <a:prstGeom prst="rect">
            <a:avLst/>
          </a:prstGeom>
          <a:noFill/>
          <a:ln/>
        </p:spPr>
        <p:txBody>
          <a:bodyPr wrap="square" lIns="0" tIns="0" rIns="0" bIns="0" rtlCol="0" anchor="ctr"/>
          <a:lstStyle/>
          <a:p>
            <a:pPr algn="l" indent="0" marL="0">
              <a:buNone/>
            </a:pPr>
            <a:r>
              <a:rPr lang="en-US" sz="2400" b="1" dirty="0">
                <a:solidFill>
                  <a:schemeClr val="accent3"/>
                </a:solidFill>
                <a:latin typeface="+mj-lt" pitchFamily="34" charset="0"/>
                <a:ea typeface="+mj-lt" pitchFamily="34" charset="-122"/>
                <a:cs typeface="+mj-lt" pitchFamily="34" charset="-120"/>
              </a:rPr>
              <a:t>LEREN</a:t>
            </a:r>
            <a:endParaRPr lang="en-US" sz="2400" dirty="0"/>
          </a:p>
        </p:txBody>
      </p:sp>
      <p:sp>
        <p:nvSpPr>
          <p:cNvPr id="37" name="Shape 28"/>
          <p:cNvSpPr/>
          <p:nvPr/>
        </p:nvSpPr>
        <p:spPr>
          <a:xfrm>
            <a:off x="8092440" y="5283708"/>
            <a:ext cx="3547872" cy="979932"/>
          </a:xfrm>
          <a:prstGeom prst="roundRect">
            <a:avLst>
              <a:gd name="adj" fmla="val 7465"/>
            </a:avLst>
          </a:prstGeom>
          <a:solidFill>
            <a:schemeClr val="accent5">
              <a:alpha val="12000"/>
            </a:schemeClr>
          </a:solidFill>
          <a:ln w="25400">
            <a:solidFill>
              <a:srgbClr val="4A5A70"/>
            </a:solidFill>
            <a:prstDash val="dash"/>
          </a:ln>
        </p:spPr>
      </p:sp>
      <p:pic>
        <p:nvPicPr>
          <p:cNvPr id="38" name="Image 6" descr="TrashAlt">    </p:cNvPr>
          <p:cNvPicPr>
            <a:picLocks noChangeAspect="1"/>
          </p:cNvPicPr>
          <p:nvPr/>
        </p:nvPicPr>
        <p:blipFill>
          <a:blip r:embed="rId7"/>
          <a:stretch>
            <a:fillRect/>
          </a:stretch>
        </p:blipFill>
        <p:spPr>
          <a:xfrm>
            <a:off x="8321040" y="5499354"/>
            <a:ext cx="548640" cy="548640"/>
          </a:xfrm>
          <a:prstGeom prst="rect">
            <a:avLst/>
          </a:prstGeom>
        </p:spPr>
      </p:pic>
      <p:sp>
        <p:nvSpPr>
          <p:cNvPr id="39" name="Text 29"/>
          <p:cNvSpPr txBox="1"/>
          <p:nvPr/>
        </p:nvSpPr>
        <p:spPr>
          <a:xfrm>
            <a:off x="9052560" y="5283708"/>
            <a:ext cx="2450592" cy="979932"/>
          </a:xfrm>
          <a:prstGeom prst="rect">
            <a:avLst/>
          </a:prstGeom>
          <a:noFill/>
          <a:ln/>
        </p:spPr>
        <p:txBody>
          <a:bodyPr wrap="square" lIns="0" tIns="0" rIns="0" bIns="0" rtlCol="0" anchor="ctr"/>
          <a:lstStyle/>
          <a:p>
            <a:pPr algn="l" indent="0" marL="0">
              <a:buNone/>
            </a:pPr>
            <a:r>
              <a:rPr lang="en-US" sz="2400" b="1" dirty="0">
                <a:solidFill>
                  <a:schemeClr val="accent5"/>
                </a:solidFill>
                <a:latin typeface="+mj-lt" pitchFamily="34" charset="0"/>
                <a:ea typeface="+mj-lt" pitchFamily="34" charset="-122"/>
                <a:cs typeface="+mj-lt" pitchFamily="34" charset="-120"/>
              </a:rPr>
              <a:t>intrus</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8 — Woordwolk</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En 1 minute, rangez chaque mot dans le bon panier !</a:t>
            </a:r>
            <a:endParaRPr lang="en-US" sz="1700" dirty="0"/>
          </a:p>
        </p:txBody>
      </p:sp>
      <p:sp>
        <p:nvSpPr>
          <p:cNvPr id="9" name="Shape 5"/>
          <p:cNvSpPr/>
          <p:nvPr/>
        </p:nvSpPr>
        <p:spPr>
          <a:xfrm>
            <a:off x="548640" y="1932432"/>
            <a:ext cx="2601468" cy="4331208"/>
          </a:xfrm>
          <a:prstGeom prst="roundRect">
            <a:avLst>
              <a:gd name="adj" fmla="val 2812"/>
            </a:avLst>
          </a:prstGeom>
          <a:solidFill>
            <a:schemeClr val="accent1">
              <a:alpha val="10000"/>
            </a:schemeClr>
          </a:solidFill>
          <a:ln w="25400">
            <a:solidFill>
              <a:srgbClr val="D9700F"/>
            </a:solidFill>
            <a:prstDash val="solid"/>
          </a:ln>
        </p:spPr>
      </p:sp>
      <p:pic>
        <p:nvPicPr>
          <p:cNvPr id="10" name="Image 1" descr="basket">    </p:cNvPr>
          <p:cNvPicPr>
            <a:picLocks noChangeAspect="1"/>
          </p:cNvPicPr>
          <p:nvPr/>
        </p:nvPicPr>
        <p:blipFill>
          <a:blip r:embed="rId2"/>
          <a:stretch>
            <a:fillRect/>
          </a:stretch>
        </p:blipFill>
        <p:spPr>
          <a:xfrm>
            <a:off x="1529334" y="2115312"/>
            <a:ext cx="640080" cy="640080"/>
          </a:xfrm>
          <a:prstGeom prst="rect">
            <a:avLst/>
          </a:prstGeom>
        </p:spPr>
      </p:pic>
      <p:sp>
        <p:nvSpPr>
          <p:cNvPr id="11" name="Text 6"/>
          <p:cNvSpPr txBox="1"/>
          <p:nvPr/>
        </p:nvSpPr>
        <p:spPr>
          <a:xfrm>
            <a:off x="548640" y="2801112"/>
            <a:ext cx="2601468"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WERK</a:t>
            </a:r>
            <a:endParaRPr lang="en-US" sz="2400" dirty="0"/>
          </a:p>
        </p:txBody>
      </p:sp>
      <p:sp>
        <p:nvSpPr>
          <p:cNvPr id="12" name="Text 7"/>
          <p:cNvSpPr txBox="1"/>
          <p:nvPr/>
        </p:nvSpPr>
        <p:spPr>
          <a:xfrm>
            <a:off x="548640" y="339547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baan</a:t>
            </a:r>
            <a:endParaRPr lang="en-US" sz="2400" dirty="0"/>
          </a:p>
        </p:txBody>
      </p:sp>
      <p:sp>
        <p:nvSpPr>
          <p:cNvPr id="13" name="Text 8"/>
          <p:cNvSpPr txBox="1"/>
          <p:nvPr/>
        </p:nvSpPr>
        <p:spPr>
          <a:xfrm>
            <a:off x="548640" y="394411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job</a:t>
            </a:r>
            <a:endParaRPr lang="en-US" sz="2400" dirty="0"/>
          </a:p>
        </p:txBody>
      </p:sp>
      <p:sp>
        <p:nvSpPr>
          <p:cNvPr id="14" name="Text 9"/>
          <p:cNvSpPr txBox="1"/>
          <p:nvPr/>
        </p:nvSpPr>
        <p:spPr>
          <a:xfrm>
            <a:off x="548640" y="449275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beroep</a:t>
            </a:r>
            <a:endParaRPr lang="en-US" sz="2400" dirty="0"/>
          </a:p>
        </p:txBody>
      </p:sp>
      <p:sp>
        <p:nvSpPr>
          <p:cNvPr id="15" name="Text 10"/>
          <p:cNvSpPr txBox="1"/>
          <p:nvPr/>
        </p:nvSpPr>
        <p:spPr>
          <a:xfrm>
            <a:off x="548640" y="504139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functie</a:t>
            </a:r>
            <a:endParaRPr lang="en-US" sz="2400" dirty="0"/>
          </a:p>
        </p:txBody>
      </p:sp>
      <p:sp>
        <p:nvSpPr>
          <p:cNvPr id="16" name="Text 11"/>
          <p:cNvSpPr txBox="1"/>
          <p:nvPr/>
        </p:nvSpPr>
        <p:spPr>
          <a:xfrm>
            <a:off x="548640" y="559003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collega</a:t>
            </a:r>
            <a:endParaRPr lang="en-US" sz="2400" dirty="0"/>
          </a:p>
        </p:txBody>
      </p:sp>
      <p:sp>
        <p:nvSpPr>
          <p:cNvPr id="17" name="Shape 12"/>
          <p:cNvSpPr/>
          <p:nvPr/>
        </p:nvSpPr>
        <p:spPr>
          <a:xfrm>
            <a:off x="3378708" y="1932432"/>
            <a:ext cx="2601468" cy="4331208"/>
          </a:xfrm>
          <a:prstGeom prst="roundRect">
            <a:avLst>
              <a:gd name="adj" fmla="val 2812"/>
            </a:avLst>
          </a:prstGeom>
          <a:solidFill>
            <a:schemeClr val="accent2">
              <a:alpha val="10000"/>
            </a:schemeClr>
          </a:solidFill>
          <a:ln w="25400">
            <a:solidFill>
              <a:srgbClr val="2A6FB0"/>
            </a:solidFill>
            <a:prstDash val="solid"/>
          </a:ln>
        </p:spPr>
      </p:sp>
      <p:pic>
        <p:nvPicPr>
          <p:cNvPr id="18" name="Image 2" descr="basket">    </p:cNvPr>
          <p:cNvPicPr>
            <a:picLocks noChangeAspect="1"/>
          </p:cNvPicPr>
          <p:nvPr/>
        </p:nvPicPr>
        <p:blipFill>
          <a:blip r:embed="rId3"/>
          <a:stretch>
            <a:fillRect/>
          </a:stretch>
        </p:blipFill>
        <p:spPr>
          <a:xfrm>
            <a:off x="4359402" y="2115312"/>
            <a:ext cx="640080" cy="640080"/>
          </a:xfrm>
          <a:prstGeom prst="rect">
            <a:avLst/>
          </a:prstGeom>
        </p:spPr>
      </p:pic>
      <p:sp>
        <p:nvSpPr>
          <p:cNvPr id="19" name="Text 13"/>
          <p:cNvSpPr txBox="1"/>
          <p:nvPr/>
        </p:nvSpPr>
        <p:spPr>
          <a:xfrm>
            <a:off x="3378708" y="2801112"/>
            <a:ext cx="2601468" cy="50292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SPREKEN</a:t>
            </a:r>
            <a:endParaRPr lang="en-US" sz="2400" dirty="0"/>
          </a:p>
        </p:txBody>
      </p:sp>
      <p:sp>
        <p:nvSpPr>
          <p:cNvPr id="20" name="Text 14"/>
          <p:cNvSpPr txBox="1"/>
          <p:nvPr/>
        </p:nvSpPr>
        <p:spPr>
          <a:xfrm>
            <a:off x="3378708" y="339547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praten</a:t>
            </a:r>
            <a:endParaRPr lang="en-US" sz="2400" dirty="0"/>
          </a:p>
        </p:txBody>
      </p:sp>
      <p:sp>
        <p:nvSpPr>
          <p:cNvPr id="21" name="Text 15"/>
          <p:cNvSpPr txBox="1"/>
          <p:nvPr/>
        </p:nvSpPr>
        <p:spPr>
          <a:xfrm>
            <a:off x="3378708" y="394411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zeggen</a:t>
            </a:r>
            <a:endParaRPr lang="en-US" sz="2400" dirty="0"/>
          </a:p>
        </p:txBody>
      </p:sp>
      <p:sp>
        <p:nvSpPr>
          <p:cNvPr id="22" name="Text 16"/>
          <p:cNvSpPr txBox="1"/>
          <p:nvPr/>
        </p:nvSpPr>
        <p:spPr>
          <a:xfrm>
            <a:off x="3378708" y="449275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vertellen</a:t>
            </a:r>
            <a:endParaRPr lang="en-US" sz="2400" dirty="0"/>
          </a:p>
        </p:txBody>
      </p:sp>
      <p:sp>
        <p:nvSpPr>
          <p:cNvPr id="23" name="Text 17"/>
          <p:cNvSpPr txBox="1"/>
          <p:nvPr/>
        </p:nvSpPr>
        <p:spPr>
          <a:xfrm>
            <a:off x="3378708" y="504139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babbelen</a:t>
            </a:r>
            <a:endParaRPr lang="en-US" sz="2400" dirty="0"/>
          </a:p>
        </p:txBody>
      </p:sp>
      <p:sp>
        <p:nvSpPr>
          <p:cNvPr id="24" name="Shape 18"/>
          <p:cNvSpPr/>
          <p:nvPr/>
        </p:nvSpPr>
        <p:spPr>
          <a:xfrm>
            <a:off x="6208776" y="1932432"/>
            <a:ext cx="2601468" cy="4331208"/>
          </a:xfrm>
          <a:prstGeom prst="roundRect">
            <a:avLst>
              <a:gd name="adj" fmla="val 2812"/>
            </a:avLst>
          </a:prstGeom>
          <a:solidFill>
            <a:schemeClr val="accent3">
              <a:alpha val="10000"/>
            </a:schemeClr>
          </a:solidFill>
          <a:ln w="25400">
            <a:solidFill>
              <a:srgbClr val="2E7D4F"/>
            </a:solidFill>
            <a:prstDash val="solid"/>
          </a:ln>
        </p:spPr>
      </p:sp>
      <p:pic>
        <p:nvPicPr>
          <p:cNvPr id="25" name="Image 3" descr="basket">    </p:cNvPr>
          <p:cNvPicPr>
            <a:picLocks noChangeAspect="1"/>
          </p:cNvPicPr>
          <p:nvPr/>
        </p:nvPicPr>
        <p:blipFill>
          <a:blip r:embed="rId4"/>
          <a:stretch>
            <a:fillRect/>
          </a:stretch>
        </p:blipFill>
        <p:spPr>
          <a:xfrm>
            <a:off x="7189470" y="2115312"/>
            <a:ext cx="640080" cy="640080"/>
          </a:xfrm>
          <a:prstGeom prst="rect">
            <a:avLst/>
          </a:prstGeom>
        </p:spPr>
      </p:pic>
      <p:sp>
        <p:nvSpPr>
          <p:cNvPr id="26" name="Text 19"/>
          <p:cNvSpPr txBox="1"/>
          <p:nvPr/>
        </p:nvSpPr>
        <p:spPr>
          <a:xfrm>
            <a:off x="6208776" y="280111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LEREN</a:t>
            </a:r>
            <a:endParaRPr lang="en-US" sz="2400" dirty="0"/>
          </a:p>
        </p:txBody>
      </p:sp>
      <p:sp>
        <p:nvSpPr>
          <p:cNvPr id="27" name="Text 20"/>
          <p:cNvSpPr txBox="1"/>
          <p:nvPr/>
        </p:nvSpPr>
        <p:spPr>
          <a:xfrm>
            <a:off x="6208776" y="339547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studeren</a:t>
            </a:r>
            <a:endParaRPr lang="en-US" sz="2400" dirty="0"/>
          </a:p>
        </p:txBody>
      </p:sp>
      <p:sp>
        <p:nvSpPr>
          <p:cNvPr id="28" name="Text 21"/>
          <p:cNvSpPr txBox="1"/>
          <p:nvPr/>
        </p:nvSpPr>
        <p:spPr>
          <a:xfrm>
            <a:off x="6208776" y="394411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oefenen</a:t>
            </a:r>
            <a:endParaRPr lang="en-US" sz="2400" dirty="0"/>
          </a:p>
        </p:txBody>
      </p:sp>
      <p:sp>
        <p:nvSpPr>
          <p:cNvPr id="29" name="Text 22"/>
          <p:cNvSpPr txBox="1"/>
          <p:nvPr/>
        </p:nvSpPr>
        <p:spPr>
          <a:xfrm>
            <a:off x="6208776" y="449275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herhalen</a:t>
            </a:r>
            <a:endParaRPr lang="en-US" sz="2400" dirty="0"/>
          </a:p>
        </p:txBody>
      </p:sp>
      <p:sp>
        <p:nvSpPr>
          <p:cNvPr id="30" name="Text 23"/>
          <p:cNvSpPr txBox="1"/>
          <p:nvPr/>
        </p:nvSpPr>
        <p:spPr>
          <a:xfrm>
            <a:off x="6208776" y="504139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cursus</a:t>
            </a:r>
            <a:endParaRPr lang="en-US" sz="2400" dirty="0"/>
          </a:p>
        </p:txBody>
      </p:sp>
      <p:sp>
        <p:nvSpPr>
          <p:cNvPr id="31" name="Shape 24"/>
          <p:cNvSpPr/>
          <p:nvPr/>
        </p:nvSpPr>
        <p:spPr>
          <a:xfrm>
            <a:off x="9038844" y="1932432"/>
            <a:ext cx="2601468" cy="4331208"/>
          </a:xfrm>
          <a:prstGeom prst="roundRect">
            <a:avLst>
              <a:gd name="adj" fmla="val 2812"/>
            </a:avLst>
          </a:prstGeom>
          <a:solidFill>
            <a:schemeClr val="accent5">
              <a:alpha val="10000"/>
            </a:schemeClr>
          </a:solidFill>
          <a:ln w="25400">
            <a:solidFill>
              <a:srgbClr val="4A5A70"/>
            </a:solidFill>
            <a:prstDash val="dash"/>
          </a:ln>
        </p:spPr>
      </p:sp>
      <p:pic>
        <p:nvPicPr>
          <p:cNvPr id="32" name="Image 4" descr="TrashAlt">    </p:cNvPr>
          <p:cNvPicPr>
            <a:picLocks noChangeAspect="1"/>
          </p:cNvPicPr>
          <p:nvPr/>
        </p:nvPicPr>
        <p:blipFill>
          <a:blip r:embed="rId5"/>
          <a:stretch>
            <a:fillRect/>
          </a:stretch>
        </p:blipFill>
        <p:spPr>
          <a:xfrm>
            <a:off x="10019538" y="2115312"/>
            <a:ext cx="640080" cy="640080"/>
          </a:xfrm>
          <a:prstGeom prst="rect">
            <a:avLst/>
          </a:prstGeom>
        </p:spPr>
      </p:pic>
      <p:sp>
        <p:nvSpPr>
          <p:cNvPr id="33" name="Text 25"/>
          <p:cNvSpPr txBox="1"/>
          <p:nvPr/>
        </p:nvSpPr>
        <p:spPr>
          <a:xfrm>
            <a:off x="9038844" y="2801112"/>
            <a:ext cx="2601468" cy="502920"/>
          </a:xfrm>
          <a:prstGeom prst="rect">
            <a:avLst/>
          </a:prstGeom>
          <a:noFill/>
          <a:ln/>
        </p:spPr>
        <p:txBody>
          <a:bodyPr wrap="square" lIns="0" tIns="0" rIns="0" bIns="0" rtlCol="0" anchor="ctr"/>
          <a:lstStyle/>
          <a:p>
            <a:pPr algn="ctr" indent="0" marL="0">
              <a:buNone/>
            </a:pPr>
            <a:r>
              <a:rPr lang="en-US" sz="2400" b="1" dirty="0">
                <a:solidFill>
                  <a:schemeClr val="accent5"/>
                </a:solidFill>
                <a:latin typeface="+mj-lt" pitchFamily="34" charset="0"/>
                <a:ea typeface="+mj-lt" pitchFamily="34" charset="-122"/>
                <a:cs typeface="+mj-lt" pitchFamily="34" charset="-120"/>
              </a:rPr>
              <a:t>intrus</a:t>
            </a:r>
            <a:endParaRPr lang="en-US" sz="2400" dirty="0"/>
          </a:p>
        </p:txBody>
      </p:sp>
      <p:sp>
        <p:nvSpPr>
          <p:cNvPr id="34" name="Text 26"/>
          <p:cNvSpPr txBox="1"/>
          <p:nvPr/>
        </p:nvSpPr>
        <p:spPr>
          <a:xfrm>
            <a:off x="9038844" y="339547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wonen</a:t>
            </a:r>
            <a:endParaRPr lang="en-US" sz="2400" dirty="0"/>
          </a:p>
        </p:txBody>
      </p:sp>
      <p:sp>
        <p:nvSpPr>
          <p:cNvPr id="35" name="Text 27"/>
          <p:cNvSpPr txBox="1"/>
          <p:nvPr/>
        </p:nvSpPr>
        <p:spPr>
          <a:xfrm>
            <a:off x="9038844" y="3944112"/>
            <a:ext cx="2601468" cy="502920"/>
          </a:xfrm>
          <a:prstGeom prst="rect">
            <a:avLst/>
          </a:prstGeom>
          <a:noFill/>
          <a:ln/>
        </p:spPr>
        <p:txBody>
          <a:bodyPr wrap="square" lIns="0" tIns="0" rIns="0" bIns="0" rtlCol="0" anchor="ctr"/>
          <a:lstStyle/>
          <a:p>
            <a:pPr algn="ctr" indent="0" marL="0">
              <a:buNone/>
            </a:pPr>
            <a:r>
              <a:rPr lang="en-US" sz="2400" b="1" dirty="0">
                <a:solidFill>
                  <a:schemeClr val="accent3"/>
                </a:solidFill>
              </a:rPr>
              <a:t>heten</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 J’ai 40 ans et j’habite à Liège. »</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Posez la question poliment : </a:t>
            </a:r>
            <a:r>
              <a:rPr lang="en-US" sz="2000" i="1" dirty="0">
                <a:solidFill>
                  <a:schemeClr val="tx1"/>
                </a:solidFill>
              </a:rPr>
              <a:t>Waar woon je?</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Complétez : </a:t>
            </a:r>
            <a:r>
              <a:rPr lang="en-US" sz="2000" i="1" dirty="0">
                <a:solidFill>
                  <a:schemeClr val="tx1"/>
                </a:solidFill>
              </a:rPr>
              <a:t>Ik kom …… Frankrijk.</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Je me présente</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Je pose les questions</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Je remplis un formulaire</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ArrowRight">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Het presens</a:t>
            </a:r>
            <a:r>
              <a:rPr lang="en-US" sz="1800" dirty="0">
                <a:solidFill>
                  <a:schemeClr val="bg1"/>
                </a:solidFill>
              </a:rPr>
              <a:t> — Où va le verbe ?</a:t>
            </a:r>
            <a:endParaRPr lang="en-US" sz="1800" dirty="0"/>
          </a:p>
        </p:txBody>
      </p:sp>
      <p:sp>
        <p:nvSpPr>
          <p:cNvPr id="36" name="Shape 23"/>
          <p:cNvSpPr/>
          <p:nvPr/>
        </p:nvSpPr>
        <p:spPr>
          <a:xfrm>
            <a:off x="7543800" y="5641848"/>
            <a:ext cx="566928" cy="512064"/>
          </a:xfrm>
          <a:prstGeom prst="roundRect">
            <a:avLst>
              <a:gd name="adj" fmla="val 14286"/>
            </a:avLst>
          </a:prstGeom>
          <a:solidFill>
            <a:srgbClr val="FFFFFF">
              <a:alpha val="15000"/>
            </a:srgbClr>
          </a:solidFill>
          <a:ln w="12700">
            <a:solidFill>
              <a:srgbClr val="FFFFFF"/>
            </a:solidFill>
            <a:prstDash val="solid"/>
          </a:ln>
        </p:spPr>
      </p:sp>
      <p:sp>
        <p:nvSpPr>
          <p:cNvPr id="37" name="Text 24"/>
          <p:cNvSpPr txBox="1"/>
          <p:nvPr/>
        </p:nvSpPr>
        <p:spPr>
          <a:xfrm>
            <a:off x="7543800" y="5641848"/>
            <a:ext cx="566928" cy="51206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8" name="Shape 25"/>
          <p:cNvSpPr/>
          <p:nvPr/>
        </p:nvSpPr>
        <p:spPr>
          <a:xfrm>
            <a:off x="8211312" y="5641848"/>
            <a:ext cx="566928" cy="512064"/>
          </a:xfrm>
          <a:prstGeom prst="roundRect">
            <a:avLst>
              <a:gd name="adj" fmla="val 14286"/>
            </a:avLst>
          </a:prstGeom>
          <a:solidFill>
            <a:srgbClr val="FFFFFF">
              <a:alpha val="15000"/>
            </a:srgbClr>
          </a:solidFill>
          <a:ln w="28575">
            <a:solidFill>
              <a:srgbClr val="E8796F"/>
            </a:solidFill>
            <a:prstDash val="solid"/>
          </a:ln>
        </p:spPr>
      </p:sp>
      <p:sp>
        <p:nvSpPr>
          <p:cNvPr id="39" name="Text 26"/>
          <p:cNvSpPr txBox="1"/>
          <p:nvPr/>
        </p:nvSpPr>
        <p:spPr>
          <a:xfrm>
            <a:off x="8211312" y="5641848"/>
            <a:ext cx="566928" cy="51206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0" name="Shape 27"/>
          <p:cNvSpPr/>
          <p:nvPr/>
        </p:nvSpPr>
        <p:spPr>
          <a:xfrm>
            <a:off x="8878824" y="5641848"/>
            <a:ext cx="566928" cy="512064"/>
          </a:xfrm>
          <a:prstGeom prst="roundRect">
            <a:avLst>
              <a:gd name="adj" fmla="val 14286"/>
            </a:avLst>
          </a:prstGeom>
          <a:solidFill>
            <a:srgbClr val="FFFFFF">
              <a:alpha val="15000"/>
            </a:srgbClr>
          </a:solidFill>
          <a:ln w="12700">
            <a:solidFill>
              <a:srgbClr val="FFFFFF"/>
            </a:solidFill>
            <a:prstDash val="solid"/>
          </a:ln>
        </p:spPr>
      </p:sp>
      <p:sp>
        <p:nvSpPr>
          <p:cNvPr id="41" name="Text 28"/>
          <p:cNvSpPr txBox="1"/>
          <p:nvPr/>
        </p:nvSpPr>
        <p:spPr>
          <a:xfrm>
            <a:off x="8878824" y="5641848"/>
            <a:ext cx="566928" cy="51206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2" name="Shape 29"/>
          <p:cNvSpPr/>
          <p:nvPr/>
        </p:nvSpPr>
        <p:spPr>
          <a:xfrm>
            <a:off x="9546336" y="5641848"/>
            <a:ext cx="566928" cy="512064"/>
          </a:xfrm>
          <a:prstGeom prst="roundRect">
            <a:avLst>
              <a:gd name="adj" fmla="val 14286"/>
            </a:avLst>
          </a:prstGeom>
          <a:solidFill>
            <a:srgbClr val="FFFFFF">
              <a:alpha val="15000"/>
            </a:srgbClr>
          </a:solidFill>
          <a:ln w="12700">
            <a:solidFill>
              <a:srgbClr val="FFFFFF"/>
            </a:solidFill>
            <a:prstDash val="solid"/>
          </a:ln>
        </p:spPr>
      </p:sp>
      <p:sp>
        <p:nvSpPr>
          <p:cNvPr id="43" name="Text 30"/>
          <p:cNvSpPr txBox="1"/>
          <p:nvPr/>
        </p:nvSpPr>
        <p:spPr>
          <a:xfrm>
            <a:off x="9546336" y="5641848"/>
            <a:ext cx="566928" cy="51206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4" name="Shape 31"/>
          <p:cNvSpPr/>
          <p:nvPr/>
        </p:nvSpPr>
        <p:spPr>
          <a:xfrm>
            <a:off x="10213848" y="5641848"/>
            <a:ext cx="566928" cy="512064"/>
          </a:xfrm>
          <a:prstGeom prst="roundRect">
            <a:avLst>
              <a:gd name="adj" fmla="val 14286"/>
            </a:avLst>
          </a:prstGeom>
          <a:solidFill>
            <a:srgbClr val="FFFFFF">
              <a:alpha val="15000"/>
            </a:srgbClr>
          </a:solidFill>
          <a:ln w="12700">
            <a:solidFill>
              <a:srgbClr val="FFFFFF"/>
            </a:solidFill>
            <a:prstDash val="solid"/>
          </a:ln>
        </p:spPr>
      </p:sp>
      <p:sp>
        <p:nvSpPr>
          <p:cNvPr id="45" name="Text 32"/>
          <p:cNvSpPr txBox="1"/>
          <p:nvPr/>
        </p:nvSpPr>
        <p:spPr>
          <a:xfrm>
            <a:off x="10213848" y="5641848"/>
            <a:ext cx="566928" cy="51206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6" name="Shape 33"/>
          <p:cNvSpPr/>
          <p:nvPr/>
        </p:nvSpPr>
        <p:spPr>
          <a:xfrm>
            <a:off x="10881360" y="5641848"/>
            <a:ext cx="566928" cy="512064"/>
          </a:xfrm>
          <a:prstGeom prst="roundRect">
            <a:avLst>
              <a:gd name="adj" fmla="val 14286"/>
            </a:avLst>
          </a:prstGeom>
          <a:solidFill>
            <a:srgbClr val="FFFFFF">
              <a:alpha val="15000"/>
            </a:srgbClr>
          </a:solidFill>
          <a:ln w="28575">
            <a:solidFill>
              <a:srgbClr val="E8796F"/>
            </a:solidFill>
            <a:prstDash val="solid"/>
          </a:ln>
        </p:spPr>
      </p:sp>
      <p:sp>
        <p:nvSpPr>
          <p:cNvPr id="47" name="Text 34"/>
          <p:cNvSpPr txBox="1"/>
          <p:nvPr/>
        </p:nvSpPr>
        <p:spPr>
          <a:xfrm>
            <a:off x="10881360" y="5641848"/>
            <a:ext cx="566928" cy="51206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 Ik stel me voor — Se présenter</dc:title>
  <dc:subject>Néerlandais 1 — Langue en situation, en milieu professionnel</dc:subject>
  <dc:creator>A. Jouniaux</dc:creator>
  <cp:lastModifiedBy>A. Jouniaux</cp:lastModifiedBy>
  <cp:revision>1</cp:revision>
  <dcterms:created xsi:type="dcterms:W3CDTF">2026-10-05T06:01:36Z</dcterms:created>
  <dcterms:modified xsi:type="dcterms:W3CDTF">2026-10-05T06:01:36Z</dcterms:modified>
</cp:coreProperties>
</file>
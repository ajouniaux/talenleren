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8b36c38-1eb3-3b05-2c58-9bc13ff34131}">
          <p14:sldIdLst>
            <p14:sldId id="256"/>
          </p14:sldIdLst>
        </p14:section>
        <p14:section name="Découvrir" id="{582a4ba9-4dd4-6aa5-0eea-3c6226ce1603}">
          <p14:sldIdLst>
            <p14:sldId id="257"/>
            <p14:sldId id="258"/>
            <p14:sldId id="259"/>
          </p14:sldIdLst>
        </p14:section>
        <p14:section name="Les outils : pronoms, zijn, hebben, nombres" id="{c35df55f-4dd6-26cf-58db-5d605525f701}">
          <p14:sldIdLst>
            <p14:sldId id="260"/>
            <p14:sldId id="261"/>
            <p14:sldId id="262"/>
            <p14:sldId id="263"/>
            <p14:sldId id="264"/>
            <p14:sldId id="265"/>
            <p14:sldId id="266"/>
          </p14:sldIdLst>
        </p14:section>
        <p14:section name="Les 5 verbes, questions, prépositions" id="{75c643a0-687d-f27c-15a8-264efd7d8bc1}">
          <p14:sldIdLst>
            <p14:sldId id="267"/>
            <p14:sldId id="268"/>
            <p14:sldId id="269"/>
            <p14:sldId id="270"/>
            <p14:sldId id="271"/>
          </p14:sldIdLst>
        </p14:section>
        <p14:section name="Le formulaire et l’accueil" id="{6716503e-5e62-78e8-10eb-d915b1c2e5f1}">
          <p14:sldIdLst>
            <p14:sldId id="272"/>
            <p14:sldId id="273"/>
            <p14:sldId id="274"/>
          </p14:sldIdLst>
        </p14:section>
        <p14:section name="JIJ NU ! — Oefeningen" id="{608dd3fd-7974-d412-bc69-0bc90fd1844f}">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b7bea6e6-823b-9b2c-b416-39480b80ad03}">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2026-10-05T10:24:10Z</dcterms:created>
  <dcterms:modified xsi:type="dcterms:W3CDTF">2026-10-05T10:24:10Z</dcterms:modified>
</cp:coreProperties>
</file>
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c52fa16-392f-f872-04b9-979f22b6fef8}">
          <p14:sldIdLst>
            <p14:sldId id="256"/>
          </p14:sldIdLst>
        </p14:section>
        <p14:section name="Découvrir" id="{bee57130-aa8c-af37-2573-9f1c737015b8}">
          <p14:sldIdLst>
            <p14:sldId id="257"/>
            <p14:sldId id="258"/>
            <p14:sldId id="259"/>
          </p14:sldIdLst>
        </p14:section>
        <p14:section name="Les outils : pronoms, zijn, hebben, nombres" id="{d9faf474-f1ec-6f2d-d94c-24197471ec87}">
          <p14:sldIdLst>
            <p14:sldId id="260"/>
            <p14:sldId id="261"/>
            <p14:sldId id="262"/>
            <p14:sldId id="263"/>
            <p14:sldId id="264"/>
            <p14:sldId id="265"/>
            <p14:sldId id="266"/>
          </p14:sldIdLst>
        </p14:section>
        <p14:section name="Les 5 verbes, questions, prépositions" id="{5d8e9dc0-9e6c-80d5-e60f-b480c44bb3ee}">
          <p14:sldIdLst>
            <p14:sldId id="267"/>
            <p14:sldId id="268"/>
            <p14:sldId id="269"/>
            <p14:sldId id="270"/>
            <p14:sldId id="271"/>
          </p14:sldIdLst>
        </p14:section>
        <p14:section name="Le formulaire et l’accueil" id="{3cc93fe1-e541-4f4a-a830-9ebbf7dc64c1}">
          <p14:sldIdLst>
            <p14:sldId id="272"/>
            <p14:sldId id="273"/>
            <p14:sldId id="274"/>
          </p14:sldIdLst>
        </p14:section>
        <p14:section name="JIJ NU ! — Oefeningen" id="{8914ece2-7b78-253c-12d3-1a9ff1979011}">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8cdda1bd-9bbd-6980-6dc4-27a4987bf905}">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1876349"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2026-10-04T06:42:50Z</dcterms:created>
  <dcterms:modified xsi:type="dcterms:W3CDTF">2026-10-04T06:42:50Z</dcterms:modified>
</cp:coreProperties>
</file>
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aaad071-b437-2be7-04f0-e9bf21dca373}">
          <p14:sldIdLst>
            <p14:sldId id="256"/>
          </p14:sldIdLst>
        </p14:section>
        <p14:section name="Découvrir" id="{7d0cabcb-2094-a164-6bf8-d7f7c7897d3c}">
          <p14:sldIdLst>
            <p14:sldId id="257"/>
            <p14:sldId id="258"/>
            <p14:sldId id="259"/>
          </p14:sldIdLst>
        </p14:section>
        <p14:section name="Les outils : pronoms, zijn, hebben, nombres" id="{ef1db7da-274d-aeee-6d4e-c359da7af6e3}">
          <p14:sldIdLst>
            <p14:sldId id="260"/>
            <p14:sldId id="261"/>
            <p14:sldId id="262"/>
            <p14:sldId id="263"/>
            <p14:sldId id="264"/>
            <p14:sldId id="265"/>
            <p14:sldId id="266"/>
          </p14:sldIdLst>
        </p14:section>
        <p14:section name="Les 5 verbes, questions, prépositions" id="{38a28518-ff71-256f-9ad2-eb2b756c641e}">
          <p14:sldIdLst>
            <p14:sldId id="267"/>
            <p14:sldId id="268"/>
            <p14:sldId id="269"/>
            <p14:sldId id="270"/>
            <p14:sldId id="271"/>
          </p14:sldIdLst>
        </p14:section>
        <p14:section name="Le formulaire et l’accueil" id="{482bc485-5539-f719-91f3-cf8137938ee3}">
          <p14:sldIdLst>
            <p14:sldId id="272"/>
            <p14:sldId id="273"/>
            <p14:sldId id="274"/>
          </p14:sldIdLst>
        </p14:section>
        <p14:section name="JIJ NU ! — Oefeningen" id="{68a00bc6-1bae-bbd7-551d-d8e0d297d90e}">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d2607ded-29e7-68b9-1e55-40ff6844ac0f}">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2026-10-04T11:19:37Z</dcterms:created>
  <dcterms:modified xsi:type="dcterms:W3CDTF">2026-10-04T11:19:37Z</dcterms:modified>
</cp:coreProperties>
</file>
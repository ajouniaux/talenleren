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88b00bd-75ba-0e21-d401-e61f923bbae1}">
          <p14:sldIdLst>
            <p14:sldId id="256"/>
          </p14:sldIdLst>
        </p14:section>
        <p14:section name="Découvrir" id="{0e197588-4456-8f01-ae1f-72686b13247d}">
          <p14:sldIdLst>
            <p14:sldId id="257"/>
            <p14:sldId id="258"/>
            <p14:sldId id="259"/>
          </p14:sldIdLst>
        </p14:section>
        <p14:section name="Les outils : pronoms, zijn, hebben, nombres" id="{a5055257-f289-264b-ef55-36c792632566}">
          <p14:sldIdLst>
            <p14:sldId id="260"/>
            <p14:sldId id="261"/>
            <p14:sldId id="262"/>
            <p14:sldId id="263"/>
            <p14:sldId id="264"/>
            <p14:sldId id="265"/>
            <p14:sldId id="266"/>
          </p14:sldIdLst>
        </p14:section>
        <p14:section name="Les 5 verbes, questions, prépositions" id="{75cbf28f-c9b5-451b-2751-04e3fad86829}">
          <p14:sldIdLst>
            <p14:sldId id="267"/>
            <p14:sldId id="268"/>
            <p14:sldId id="269"/>
            <p14:sldId id="270"/>
            <p14:sldId id="271"/>
          </p14:sldIdLst>
        </p14:section>
        <p14:section name="Le formulaire et l’accueil" id="{212c0d21-a6c7-872a-ab11-1eb3f40e4504}">
          <p14:sldIdLst>
            <p14:sldId id="272"/>
            <p14:sldId id="273"/>
            <p14:sldId id="274"/>
          </p14:sldIdLst>
        </p14:section>
        <p14:section name="JIJ NU ! — Oefeningen" id="{16f2b900-c5ea-3cfe-2ea0-3dc3afad8fd8}">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6d69a366-a50b-cf49-af78-b01be5a38b89}">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2026-10-05T15:46:38Z</dcterms:created>
  <dcterms:modified xsi:type="dcterms:W3CDTF">2026-10-05T15:46:38Z</dcterms:modified>
</cp:coreProperties>
</file>
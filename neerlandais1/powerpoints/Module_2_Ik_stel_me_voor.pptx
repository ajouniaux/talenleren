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89a9178-3440-75c7-dfed-80dad6bef78e}">
          <p14:sldIdLst>
            <p14:sldId id="256"/>
          </p14:sldIdLst>
        </p14:section>
        <p14:section name="Découvrir" id="{397cb202-26be-c17a-c762-15687da4fa7e}">
          <p14:sldIdLst>
            <p14:sldId id="257"/>
            <p14:sldId id="258"/>
            <p14:sldId id="259"/>
          </p14:sldIdLst>
        </p14:section>
        <p14:section name="Les outils : pronoms, zijn, hebben, nombres" id="{fd20df8c-67bc-052f-b6ec-a69aee65de30}">
          <p14:sldIdLst>
            <p14:sldId id="260"/>
            <p14:sldId id="261"/>
            <p14:sldId id="262"/>
            <p14:sldId id="263"/>
            <p14:sldId id="264"/>
            <p14:sldId id="265"/>
            <p14:sldId id="266"/>
          </p14:sldIdLst>
        </p14:section>
        <p14:section name="Les 5 verbes, questions, prépositions" id="{783068f2-a7ff-c955-1430-c0f6d6de951b}">
          <p14:sldIdLst>
            <p14:sldId id="267"/>
            <p14:sldId id="268"/>
            <p14:sldId id="269"/>
            <p14:sldId id="270"/>
            <p14:sldId id="271"/>
          </p14:sldIdLst>
        </p14:section>
        <p14:section name="Le formulaire et l’accueil" id="{20d718fd-fdfb-76d0-6eb4-70101cdd784d}">
          <p14:sldIdLst>
            <p14:sldId id="272"/>
            <p14:sldId id="273"/>
            <p14:sldId id="274"/>
          </p14:sldIdLst>
        </p14:section>
        <p14:section name="JIJ NU ! — Oefeningen" id="{246eb81e-2d9f-754a-e75d-852c05338e55}">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1824751c-ab90-f9e7-8412-249cc360abb4}">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2026-10-06T11:49:55Z</dcterms:created>
  <dcterms:modified xsi:type="dcterms:W3CDTF">2026-10-06T11:49:55Z</dcterms:modified>
</cp:coreProperties>
</file>
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bd0604d-96d4-7755-3986-a049717c022c}">
          <p14:sldIdLst>
            <p14:sldId id="256"/>
          </p14:sldIdLst>
        </p14:section>
        <p14:section name="Découvrir" id="{9c9b14f8-ac0a-bb59-ded7-d92f9f7cef2b}">
          <p14:sldIdLst>
            <p14:sldId id="257"/>
            <p14:sldId id="258"/>
            <p14:sldId id="259"/>
          </p14:sldIdLst>
        </p14:section>
        <p14:section name="Les outils : pronoms, zijn, hebben, nombres" id="{c7b6cf26-ecbe-b7dd-7ebf-091fae0310d9}">
          <p14:sldIdLst>
            <p14:sldId id="260"/>
            <p14:sldId id="261"/>
            <p14:sldId id="262"/>
            <p14:sldId id="263"/>
            <p14:sldId id="264"/>
            <p14:sldId id="265"/>
            <p14:sldId id="266"/>
          </p14:sldIdLst>
        </p14:section>
        <p14:section name="Les 5 verbes, questions, prépositions" id="{9ee472f6-7cf1-4b6c-015b-b05b49c70f6f}">
          <p14:sldIdLst>
            <p14:sldId id="267"/>
            <p14:sldId id="268"/>
            <p14:sldId id="269"/>
            <p14:sldId id="270"/>
            <p14:sldId id="271"/>
          </p14:sldIdLst>
        </p14:section>
        <p14:section name="Le formulaire et l’accueil" id="{b9b6f469-2efd-72a0-03a5-fdd11b46f037}">
          <p14:sldIdLst>
            <p14:sldId id="272"/>
            <p14:sldId id="273"/>
            <p14:sldId id="274"/>
          </p14:sldIdLst>
        </p14:section>
        <p14:section name="JIJ NU ! — Oefeningen" id="{e696747e-8696-c322-d9aa-facda89071b3}">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280a8d18-83c8-f48a-64a3-c09b6e157938}">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2026-10-05T10:51:13Z</dcterms:created>
  <dcterms:modified xsi:type="dcterms:W3CDTF">2026-10-05T10:51:13Z</dcterms:modified>
</cp:coreProperties>
</file>
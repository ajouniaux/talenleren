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88ab482-57b9-0bfe-3ed9-03100005fd1d}">
          <p14:sldIdLst>
            <p14:sldId id="256"/>
          </p14:sldIdLst>
        </p14:section>
        <p14:section name="Découvrir" id="{4cfedfe0-a24a-61aa-cf9c-0efb3c07c8e6}">
          <p14:sldIdLst>
            <p14:sldId id="257"/>
            <p14:sldId id="258"/>
            <p14:sldId id="259"/>
          </p14:sldIdLst>
        </p14:section>
        <p14:section name="Les outils : pronoms, zijn, hebben, nombres" id="{063137a4-c0ab-d38a-fd40-5d77a5ccf4ef}">
          <p14:sldIdLst>
            <p14:sldId id="260"/>
            <p14:sldId id="261"/>
            <p14:sldId id="262"/>
            <p14:sldId id="263"/>
            <p14:sldId id="264"/>
            <p14:sldId id="265"/>
            <p14:sldId id="266"/>
          </p14:sldIdLst>
        </p14:section>
        <p14:section name="Les 5 verbes, questions, prépositions" id="{0b42ddc5-6d95-4b5e-e62a-ba8ecc6ef6e2}">
          <p14:sldIdLst>
            <p14:sldId id="267"/>
            <p14:sldId id="268"/>
            <p14:sldId id="269"/>
            <p14:sldId id="270"/>
            <p14:sldId id="271"/>
          </p14:sldIdLst>
        </p14:section>
        <p14:section name="Le formulaire et l’accueil" id="{a116dbf7-f82b-3e84-cd39-5628a0f5ad7a}">
          <p14:sldIdLst>
            <p14:sldId id="272"/>
            <p14:sldId id="273"/>
            <p14:sldId id="274"/>
          </p14:sldIdLst>
        </p14:section>
        <p14:section name="JIJ NU ! — Oefeningen" id="{9deac0ec-323a-cc8f-5e60-a20f2a904a6e}">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e5b44114-784c-6cc0-bfd2-0b83ebf1b137}">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2026-10-05T07:24:39Z</dcterms:created>
  <dcterms:modified xsi:type="dcterms:W3CDTF">2026-10-05T07:24:39Z</dcterms:modified>
</cp:coreProperties>
</file>
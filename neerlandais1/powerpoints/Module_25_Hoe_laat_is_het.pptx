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e0bea3d-e75b-d88c-08c2-10efd02fdd63}">
          <p14:sldIdLst>
            <p14:sldId id="256"/>
          </p14:sldIdLst>
        </p14:section>
        <p14:section name="Découvrir" id="{ae26846e-6278-8fc6-6272-a5f7256416a9}">
          <p14:sldIdLst>
            <p14:sldId id="257"/>
            <p14:sldId id="258"/>
          </p14:sldIdLst>
        </p14:section>
        <p14:section name="Comprendre" id="{b5fc2b51-fd4c-8720-60a6-ef2471907c5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76d2c6e-86da-0b20-87c7-3f22fe0559e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7b6d5c80-f433-6f2c-f86b-7792f6b126b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2026-10-06T11:50:08Z</dcterms:created>
  <dcterms:modified xsi:type="dcterms:W3CDTF">2026-10-06T11:50:08Z</dcterms:modified>
</cp:coreProperties>
</file>
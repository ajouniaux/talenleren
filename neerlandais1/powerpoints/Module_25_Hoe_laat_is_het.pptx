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c68d713-5ee8-36e8-5fd6-36f3d5299a0b}">
          <p14:sldIdLst>
            <p14:sldId id="256"/>
          </p14:sldIdLst>
        </p14:section>
        <p14:section name="Découvrir" id="{5529080a-fd93-3087-5e0f-474629021ce6}">
          <p14:sldIdLst>
            <p14:sldId id="257"/>
            <p14:sldId id="258"/>
          </p14:sldIdLst>
        </p14:section>
        <p14:section name="Comprendre" id="{5bbf2c40-45d2-d6ab-2240-d57cdb50af4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b0ae8e5-bc8d-78c4-a880-a167f7a9806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01e75ee-df53-f85a-69ec-5b67b77e6a6a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2026-10-05T11:25:59Z</dcterms:created>
  <dcterms:modified xsi:type="dcterms:W3CDTF">2026-10-05T11:25:59Z</dcterms:modified>
</cp:coreProperties>
</file>
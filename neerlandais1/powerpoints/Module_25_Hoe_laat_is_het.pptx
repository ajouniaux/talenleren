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09f2428-889a-ae6f-df28-93159efa0627}">
          <p14:sldIdLst>
            <p14:sldId id="256"/>
          </p14:sldIdLst>
        </p14:section>
        <p14:section name="Découvrir" id="{b0b5f620-58c9-b218-0030-9f44ab5c7c63}">
          <p14:sldIdLst>
            <p14:sldId id="257"/>
            <p14:sldId id="258"/>
          </p14:sldIdLst>
        </p14:section>
        <p14:section name="Comprendre" id="{9e7149fb-e5bf-f4da-29bf-b22dfb73f56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cb24e13-089a-ccb9-f5f1-f1d09731594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43cba23-7f45-fe35-ec85-41c4d2fd6e5d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2026-10-05T10:24:06Z</dcterms:created>
  <dcterms:modified xsi:type="dcterms:W3CDTF">2026-10-05T10:24:06Z</dcterms:modified>
</cp:coreProperties>
</file>
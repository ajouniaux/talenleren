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89fa658-472c-4451-3d04-d3f594f40081}">
          <p14:sldIdLst>
            <p14:sldId id="256"/>
          </p14:sldIdLst>
        </p14:section>
        <p14:section name="Découvrir" id="{a42bd903-388c-2e5b-9bb9-cb1c721c187c}">
          <p14:sldIdLst>
            <p14:sldId id="257"/>
            <p14:sldId id="258"/>
          </p14:sldIdLst>
        </p14:section>
        <p14:section name="Comprendre" id="{dd59d1ca-0484-d499-df64-c6381d7c88f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b9439f4-89a4-ecc3-acd8-753ec0ab919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5abc438-a9d6-eb02-704a-0d01b09b8498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2026-10-05T15:46:48Z</dcterms:created>
  <dcterms:modified xsi:type="dcterms:W3CDTF">2026-10-05T15:46:48Z</dcterms:modified>
</cp:coreProperties>
</file>
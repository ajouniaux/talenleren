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8874b9b-f467-bc62-dd8f-7c0807d75ddc}">
          <p14:sldIdLst>
            <p14:sldId id="256"/>
          </p14:sldIdLst>
        </p14:section>
        <p14:section name="Découvrir" id="{412e6c45-2bd4-6746-acff-6cb576411117}">
          <p14:sldIdLst>
            <p14:sldId id="257"/>
            <p14:sldId id="258"/>
          </p14:sldIdLst>
        </p14:section>
        <p14:section name="Comprendre" id="{f2b2914b-8266-6618-7a88-a155918d6b3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0f5c4f5-d2ec-86e3-cab6-74f79c4d882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978b85d0-9993-b3f7-e207-17fbe63630a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2026-10-05T06:01:43Z</dcterms:created>
  <dcterms:modified xsi:type="dcterms:W3CDTF">2026-10-05T06:01:43Z</dcterms:modified>
</cp:coreProperties>
</file>
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dccedac-cf7b-7d65-a117-0d7ed92fd439}">
          <p14:sldIdLst>
            <p14:sldId id="256"/>
          </p14:sldIdLst>
        </p14:section>
        <p14:section name="Découvrir" id="{d1985194-ab2e-890b-4a7e-6679db91851b}">
          <p14:sldIdLst>
            <p14:sldId id="257"/>
            <p14:sldId id="258"/>
          </p14:sldIdLst>
        </p14:section>
        <p14:section name="Comprendre" id="{83024a17-30bd-66b7-9e2b-683b1a7adaa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39e2a1fb-14eb-8944-be66-8dd2525ccbf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e6fcd83-f293-6623-e9dc-35c2fcaed98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2026-10-05T07:24:46Z</dcterms:created>
  <dcterms:modified xsi:type="dcterms:W3CDTF">2026-10-05T07:24:46Z</dcterms:modified>
</cp:coreProperties>
</file>
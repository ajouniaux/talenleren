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0885351-c2cd-ecc4-61fc-96bc0bab382e}">
          <p14:sldIdLst>
            <p14:sldId id="256"/>
          </p14:sldIdLst>
        </p14:section>
        <p14:section name="Découvrir" id="{8bf3f8af-815c-8f30-aa71-445206e78c8e}">
          <p14:sldIdLst>
            <p14:sldId id="257"/>
            <p14:sldId id="258"/>
          </p14:sldIdLst>
        </p14:section>
        <p14:section name="Comprendre" id="{b0e4c0dc-f869-aa7f-e161-b8586f87414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b7332b34-0840-caf9-daa0-ff2c290ce8d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127355e-6d6b-78f1-305d-9e9d92b162d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2026-10-05T15:46:47Z</dcterms:created>
  <dcterms:modified xsi:type="dcterms:W3CDTF">2026-10-05T15:46:47Z</dcterms:modified>
</cp:coreProperties>
</file>
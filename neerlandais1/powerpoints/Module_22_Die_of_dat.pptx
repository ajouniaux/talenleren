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80d85e9-d0a8-3597-3485-9fce02a4311a}">
          <p14:sldIdLst>
            <p14:sldId id="256"/>
          </p14:sldIdLst>
        </p14:section>
        <p14:section name="Découvrir" id="{6f11cad8-f6af-d091-7e31-f0d2eb10f65f}">
          <p14:sldIdLst>
            <p14:sldId id="257"/>
            <p14:sldId id="258"/>
          </p14:sldIdLst>
        </p14:section>
        <p14:section name="Comprendre" id="{2cc857b0-9a1e-bfb2-2258-924fa0b8e28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4260bfc-3bf1-7ea8-e324-77054c439c4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d331213-1fd5-68aa-d65e-318dd7049d3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2026-10-06T17:53:45Z</dcterms:created>
  <dcterms:modified xsi:type="dcterms:W3CDTF">2026-10-06T17:53:45Z</dcterms:modified>
</cp:coreProperties>
</file>
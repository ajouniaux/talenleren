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70303a8-6476-2a50-3a2b-e833572fef7e}">
          <p14:sldIdLst>
            <p14:sldId id="256"/>
          </p14:sldIdLst>
        </p14:section>
        <p14:section name="Découvrir" id="{f5781ff6-2b3b-a6d4-b29a-8a6f50620ab6}">
          <p14:sldIdLst>
            <p14:sldId id="257"/>
            <p14:sldId id="258"/>
          </p14:sldIdLst>
        </p14:section>
        <p14:section name="Comprendre" id="{467d9b48-e08a-88b8-de83-047f18c1de5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55b4bc88-cec3-416f-dd85-f3568712908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d7f4177-22f9-0cc5-9a67-f813a272c42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2026-10-06T08:28:18Z</dcterms:created>
  <dcterms:modified xsi:type="dcterms:W3CDTF">2026-10-06T08:28:18Z</dcterms:modified>
</cp:coreProperties>
</file>
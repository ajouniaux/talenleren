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62cd7e1-3bf5-e8e4-af1a-e11c6d3260d9}">
          <p14:sldIdLst>
            <p14:sldId id="256"/>
          </p14:sldIdLst>
        </p14:section>
        <p14:section name="Découvrir" id="{7a1596b4-526d-0c52-c51b-819c7cdfd681}">
          <p14:sldIdLst>
            <p14:sldId id="257"/>
            <p14:sldId id="258"/>
          </p14:sldIdLst>
        </p14:section>
        <p14:section name="Comprendre" id="{a551735d-7bb9-1f2f-fb09-080cf009680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41cfdfb-1e99-b89b-d26f-e6fff2e1b93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4100364-3e3b-f1bf-2bb7-f0ef7cf9653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2026-10-04T18:33:17Z</dcterms:created>
  <dcterms:modified xsi:type="dcterms:W3CDTF">2026-10-04T18:33:17Z</dcterms:modified>
</cp:coreProperties>
</file>
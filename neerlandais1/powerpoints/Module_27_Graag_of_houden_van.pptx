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680c78f-c7e5-3802-6200-a3f9642255a3}">
          <p14:sldIdLst>
            <p14:sldId id="256"/>
          </p14:sldIdLst>
        </p14:section>
        <p14:section name="Découvrir" id="{0c0600fe-2615-c553-09f4-e752ceb1b343}">
          <p14:sldIdLst>
            <p14:sldId id="257"/>
            <p14:sldId id="258"/>
          </p14:sldIdLst>
        </p14:section>
        <p14:section name="Comprendre" id="{28b8f402-4338-e2ec-d9b9-f72bc31b8bf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af7903f-f4a3-4bbd-a658-787ac41e7e1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ff8c8b6e-29a3-cd22-ecf1-afa4db5942a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2026-10-06T17:53:46Z</dcterms:created>
  <dcterms:modified xsi:type="dcterms:W3CDTF">2026-10-06T17:53:46Z</dcterms:modified>
</cp:coreProperties>
</file>
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36fcb82-0365-cf2c-c00f-a3f0250ae866}">
          <p14:sldIdLst>
            <p14:sldId id="256"/>
          </p14:sldIdLst>
        </p14:section>
        <p14:section name="Découvrir" id="{7f22d19d-7487-5873-5c32-23b58a8a21bb}">
          <p14:sldIdLst>
            <p14:sldId id="257"/>
            <p14:sldId id="258"/>
          </p14:sldIdLst>
        </p14:section>
        <p14:section name="Comprendre" id="{e685d405-38b4-3826-4050-9e1f60d7137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a3f4527-b377-8f9a-6f93-9afb507cb67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1dd2582-25d9-b054-bc54-d0adbb411ad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2026-10-05T10:51:22Z</dcterms:created>
  <dcterms:modified xsi:type="dcterms:W3CDTF">2026-10-05T10:51:22Z</dcterms:modified>
</cp:coreProperties>
</file>
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207f76b-dc34-c8a9-cb48-2bae73192eac}">
          <p14:sldIdLst>
            <p14:sldId id="256"/>
          </p14:sldIdLst>
        </p14:section>
        <p14:section name="Découvrir" id="{a1a47c80-edc4-d606-604a-43cb9fc53e5c}">
          <p14:sldIdLst>
            <p14:sldId id="257"/>
            <p14:sldId id="258"/>
          </p14:sldIdLst>
        </p14:section>
        <p14:section name="Comprendre" id="{c3714c2f-d854-aa69-124b-1a88b14e4bd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171cb90-591e-ebae-cbd8-98bb87cb5c8d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f37e74ae-8ef0-f471-423b-04c6f1a8372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2026-10-05T19:06:55Z</dcterms:created>
  <dcterms:modified xsi:type="dcterms:W3CDTF">2026-10-05T19:06:55Z</dcterms:modified>
</cp:coreProperties>
</file>
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uverture" id="{1daa88eb-dd20-7ef2-7c35-84a6268bba8a}">
          <p14:sldIdLst>
            <p14:sldId id="256"/>
          </p14:sldIdLst>
        </p14:section>
        <p14:section name="Découvrir" id="{32b01e38-7aca-1422-f0e8-5a4ee71d3f9d}">
          <p14:sldIdLst>
            <p14:sldId id="257"/>
            <p14:sldId id="258"/>
            <p14:sldId id="259"/>
          </p14:sldIdLst>
        </p14:section>
        <p14:section name="Die ou dat" id="{1ac6f911-a6cf-463e-2747-09bf2e0eb6db}">
          <p14:sldIdLst>
            <p14:sldId id="260"/>
            <p14:sldId id="261"/>
          </p14:sldIdLst>
        </p14:section>
        <p14:section name="La place" id="{45cb53a9-4e95-09ad-f007-a7d714f99ab1}">
          <p14:sldIdLst>
            <p14:sldId id="262"/>
            <p14:sldId id="263"/>
            <p14:sldId id="264"/>
            <p14:sldId id="265"/>
          </p14:sldIdLst>
        </p14:section>
        <p14:section name="Wat et wie" id="{bac15b33-0079-44e3-f899-f758fca22a0c}">
          <p14:sldIdLst>
            <p14:sldId id="266"/>
            <p14:sldId id="267"/>
            <p14:sldId id="268"/>
          </p14:sldIdLst>
        </p14:section>
        <p14:section name="Avec une préposition" id="{090f4c41-0394-c625-f0ae-8a3e98e82415}">
          <p14:sldIdLst>
            <p14:sldId id="269"/>
            <p14:sldId id="270"/>
            <p14:sldId id="271"/>
            <p14:sldId id="272"/>
          </p14:sldIdLst>
        </p14:section>
        <p14:section name="Traduire" id="{86c6d255-11a9-fffe-b6d3-e1a88d414d15}">
          <p14:sldIdLst>
            <p14:sldId id="273"/>
            <p14:sldId id="274"/>
            <p14:sldId id="275"/>
            <p14:sldId id="276"/>
          </p14:sldIdLst>
        </p14:section>
        <p14:section name="Synthèse" id="{d41b09e9-c755-fd6f-e538-b6ca2b41e323}">
          <p14:sldIdLst>
            <p14:sldId id="277"/>
            <p14:sldId id="278"/>
          </p14:sldIdLst>
        </p14:section>
        <p14:section name="JIJ NU ! — Oefeningen" id="{d093a2ce-b290-d038-4339-5ccccb9cc115}">
          <p14:sldIdLst>
            <p14:sldId id="279"/>
            <p14:sldId id="280"/>
            <p14:sldId id="281"/>
            <p14:sldId id="282"/>
            <p14:sldId id="283"/>
            <p14:sldId id="284"/>
            <p14:sldId id="285"/>
            <p14:sldId id="286"/>
            <p14:sldId id="287"/>
            <p14:sldId id="288"/>
            <p14:sldId id="289"/>
            <p14:sldId id="290"/>
            <p14:sldId id="291"/>
            <p14:sldId id="292"/>
            <p14:sldId id="293"/>
            <p14:sldId id="294"/>
            <p14:sldId id="295"/>
            <p14:sldId id="296"/>
            <p14:sldId id="297"/>
            <p14:sldId id="298"/>
            <p14:sldId id="299"/>
            <p14:sldId id="300"/>
            <p14:sldId id="301"/>
          </p14:sldIdLst>
        </p14:section>
        <p14:section name="Clôture" id="{af7f82b0-4a4c-ec53-7ae9-89d767667026}">
          <p14:sldIdLst>
            <p14:sldId id="30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 thème : un petit mot relie une information à un nom.
Demandez : « Comment dit-on la collègue qui est assise à côté de moi ? » Rappel du M22 : die pour un mot de, dat pour un mot het. Aujourd'hui, on va plus loin : wat, wie, waarmee, la place de la relative, dont et où.</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Présenter les 3 objectifs.
Les relatives servent à préciser (« le client qui a appelé »), à relier deux idées sans répéter le nom et à définir un mot qu'on ne connaît pas (Het is iemand die…, exercice 11).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Découvrir les trois gestes de la relative : remplacer le nom, placer le relatif en tête, envoyer le verbe à la fin.
Faites d'abord fusionner les phrases à l'oral, sans règle. Dans le 2e exemple, le nom répété est complément (het rapport = ce que Sofie a écrit) : dat remonte quand même en tête de la relative. heeft geschreven ou geschreven heeft : les deux ordres sont corrects.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Nommer les trois pièces : l'antécédent, le relatif, le verbe à la fin.
Le relatif suit directement son nom (sauf avec une préposition : de collega met wie…). Les apprenant·es qui parlent anglais suppriment parfois le relatif : en néerlandais, comme en français, il est obligatoire.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die ou dat selon l'article du nom (rappel du M22).
Les mêmes mots que les démonstratifs (M20) : die / dat suivent de / het. En cas de doute sur l'article, le dictionnaire tranche ; les diminutifs (-je, -tje, -pje) sont toujours het. het meisje dat… : c'est le mot qui décide, pas la personne.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que le néerlandais ne distingue pas qui (sujet) et que (complément).
Avec un pronom, l'ordre lève le doute : die me helpt (il m'aide, me est complément) · die ik help (je l'aide, ik est sujet). Avec deux noms, seul le contexte (ou l'accord du verbe : de collega die de klanten helpen = que les clients aident) permet de trancher.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tous les verbes de la relative à la fin, y compris le verbe séparable recollé.
C'est la règle de omdat, dat, als (M9). Le verbe séparable se recolle comme après omdat : Hij staat vroeg op → de collega die vroeg opstaat. Avec un modal et un infinitif, le modal précède : die ik moet bellen.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Insérer une relative après le sujet ; gérer la rencontre des deux verbes.
La virgule entre les deux verbes n'est pas obligatoire mais elle aide à lire (Taaladvies la conseille). Faites lire à voix haute : une petite pause après la relative.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Placer une relative après le participe ou l'infinitif final (extraposition), comme le font les locuteurs natifs.
Les deux versions sont correctes ; la version « sautée » est la plus naturelle dès que la relative est longue. Elle est très fréquente à l'oral comme à l'écrit. Le relatif reste lié à son nom : de collega …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Distinguer la relative qui choisit (sans virgules) de la relative qui ajoute une information (entre virgules).
Comme en français (« Les collègues qui habitent Gand… » / « Les collègues, qui habitent Gand, … »). À l'oral, la parenthèse se reconnaît aux pauses. C'est la virgule avant die qui fait la différence. La virgule après la relative (… wonen, komen) est la virgule « verbe, verbe » de la diapo 8 : on la met dans les deux cas, elle ne change pas le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Employer wat après alles, iets, niets, veel, weinig, het enige, het eerste et un superlatif.
Taaladvies : après alles, iets, niets, veel, weinig et après un adjectif employé seul (het enige, het mooiste), wat est le plus courant ; dat se rencontre aussi après iets, niets et un superlatif. Pour l'examen : wat. Avec un vrai nom, retour à die / dat : het enige boek dat ik heb.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Employer wat pour reprendre une idée entière (« ce qui », « ce que »).
Comparez : De lift, die niet werkt, … (die = l'ascenseur) et De lift werkt niet, wat lastig is (wat = le fait que l'ascenseur ne marche pas). Le français dit « ce qui / ce que » : le néerlandais dit toujours 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Employer wie et wat sans antécédent (« celui qui », « ce que »).
Wie … , betaalt : la relative occupe la 1re place, donc la principale commence par son verbe (« verbe, verbe », comme à la diapo 8). Dans les règlements : Wie rookt, betaalt een boete. Wie singulier : le verbe reste au singulier (Wie wil…). Le 4e exemple est, pour les grammairien·nes, une question indirecte : il se construit de la même façon.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préposition + wie (personne) ou waar + préposition (chose).
À l'oral, on entend aussi waar- pour une personne (de collega waarmee ik werk) : c'est accepté dans la langue familière, mais à l'écrit, met wie est la règle sûre. Le relatif reste après le nom, la préposition passe devant : de collega met wie… (le français fait pareil : « avec qui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Former waar + préposition et connaître les deux changements (met → mee, tot → toe).
C'est le tableau de conversion du M23 (er, daar, waar + préposition) : on ne met jamais une préposition devant het, dat, wat pour une chose. waarom est relatif après de reden ; ailleurs, c'est l'adverbe interrogatif.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Séparer waar et la préposition, comme à l'oral.
Même mécanisme qu'avec er (M23) : Ik wacht er al een uur op. Avec deux verbes : het project waar ik niet aan heb gedacht (ou gedacht heb). On ne sépare pas wie : de collega met wie ik werk reste en un bloc.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Construire la relative à partir d'un verbe à préposition fixe (M23).
Le français « attendre » et « chercher » n'ont pas de préposition : c'est la principale source d'erreur (~~de bus die ik wacht~~). Avec zoeken, sans préposition, on peut aussi dire het dossier dat ik zoek (chercher un objet précis).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Traduire « où » : waar pour un lieu, dat ou waarop / waarin pour un moment.
de dag dat ik begon : ici, dat ne s'accorde pas avec de dag ; il veut dire « où, quand ». de dag die… existe, mais au sens de « le jour qui… » (de dag die alles veranderde). waarop (jour, moment) et waarin (année, période) sont un peu plus soutenus. Dans le récit, on entend aussi toen : in de tijd toen ik in Gent woonde.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Traduire « dont » en passant par le verbe néerlandais et sa préposition.
« Dont » = « de qui / duquel » en français ; en néerlandais, la préposition dépend du verbe : avoir besoin de → nodig hebben (aucune préposition !), parler de → praten over, être fier de → trots zijn op. wiens (homme, mot het) et wier (femme, pluriel) sont rares et réservés à l'écrit soutenu ; à l'oral : van wie.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Rassembler toutes les traductions dans un seul tableau.
Faites photographier ce tableau : il sert pour les exercices 9 et 10. Cachez la colonne « néerlandais » et faites-la retrouver à partir des exemples.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les erreurs fréquentes des francophones.
Faites justifier chaque correction avec l'arbre de la diapo 22. Erreur fréquente aussi : ~~de bus die ik wacht~~ → de bus waarop ik wacht (diapo 17).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le relatif en trois questions.
Faites parcourir l'arbre à voix haute pour trois phrases du tableau des pièges. L'arbre est aussi l'outil de correction des exercices 6, 7 et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Synthétiser : quand, exemple, traduction.
Faites photographier la diapo. Les couleurs sont celles de toutes les diapos et de tous les corrigés.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Annoncer les exercices (du plus simple au plus difficile).
Séance 1 : exercices 1 à 5 · séance 2 : 6 à 8 · séance 3 : 9 à 12.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die ou dat selon le nom.
Faites dire l'article à voix haute avant de choisir : « het rapport → dat ». N° 3 et 7 : pluriel, donc die, même si le singulier est het (het rapport → de rapporten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die ou dat selon le nom.
Faites dire l'article à voix haute avant de choisir : « het rapport → dat ». N° 3 et 7 : pluriel, donc die, même si le singulier est het (het rapport → de rapporten die).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Relier deux phrases avec die / dat et envoyer le verbe à la fin.
N° 2 et 6 : gevraagd hebt / hebt gevraagd, hebben gestuurd / gestuurd hebben : les deux ordres sont corrects. N° 2 : le nom répété est complément, dat remonte en tête de la relative. N° 5 : le point d'interrogation reste à la fin de la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Relier deux phrases avec die / dat et envoyer le verbe à la fin.
N° 2 et 6 : gevraagd hebt / hebt gevraagd, hebben gestuurd / gestuurd hebben : les deux ordres sont corrects. N° 2 : le nom répété est complément, dat remonte en tête de la relative. N° 5 : le point d'interrogation reste à la fin de la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Traduire qui et que : seul le nom décide.
het bureau = le bureau (le meuble) ; het kantoor = le bureau (la pièce, l'entreprise). N° 5 : me (complément) montre que die est le sujet ; n° 6 : ik est le sujet, die est le complément.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Traduire qui et que : seul le nom décide.
het bureau = le bureau (le meuble) ; het kantoor = le bureau (la pièce, l'entreprise). N° 5 : me (complément) montre que die est le sujet ; n° 6 : ik est le sujet, die est le complément.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Insérer une relative après le sujet ; « verbe, verbe ».
Faites entourer les deux verbes qui se touchent. N° 4 : sans virgules autour de la relative, seuls les clients qui paient en ligne ont la réduction (diapo 10). N° 5 : besproken hebben est aussi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Insérer une relative après le sujet ; « verbe, verbe ».
Faites entourer les deux verbes qui se touchent. N° 4 : sans virgules autour de la relative, seuls les clients qui paient en ligne ont la réduction (diapo 10). N° 5 : besproken hebben est aussi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Comprendre le sens d'une relative avec ou sans virgules.
Lisez les phrases à voix haute avec les pauses : la parenthèse s'entend. Les virgules après thuiswerken, woont, hebben (n° 1, 3, 5) sont les virgules « verbe, verbe » : elles ne changent pas le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Comprendre le sens d'une relative avec ou sans virgules.
Lisez les phrases à voix haute avec les pauses : la parenthèse s'entend. Les virgules après thuiswerken, woont, hebben (n° 1, 3, 5) sont les virgules « verbe, verbe » : elles ne changent pas le sens.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entre die, dat et wat.
N° 5 : wat reprend toute la phrase (diapo 12). N° 9 : le proverbe, sans antécédent (« ce que », diapo 13). N° 4 et 8 : il y a un nom het → dat. Faites utiliser l'arbre de la diapo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entre die, dat et wat.
N° 5 : wat reprend toute la phrase (diapo 12). N° 9 : le proverbe, sans antécédent (« ce que », diapo 13). N° 4 et 8 : il y a un nom het → dat. Faites utiliser l'arbre de la diapo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Choisir préposition + wie ou waar + préposition.
N° 4 : het hebben over = parler de. N° 3, 5, 8 : la pince est aussi correcte (waar ik elke dag op wacht, waar ze aan denkt, waar ik voor werk). N° 1 : samenwerken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Choisir préposition + wie ou waar + préposition.
N° 4 : het hebben over = parler de. N° 3, 5, 8 : la pince est aussi correcte (waar ik elke dag op wacht, waar ze aan denkt, waar ik voor werk). N° 1 : samenwerken met.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Passer d'une forme à l'autre : waarmee ⇄ waar … mee.
N° 4 : la préposition se place juste avant le verbe, après al een uur. Faites lire les deux versions à voix haute : la pince sonne plus « parlée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Passer d'une forme à l'autre : waarmee ⇄ waar … mee.
N° 4 : la préposition se place juste avant le verbe, après al een uur. Faites lire les deux versions à voix haute : la pince sonne plus « parlée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Traduire dont et où en partant du verbe néerlandais.
N° 2 et 6 : begonnen ben, verhuisd zijn (auxiliaire zijn, M15) ; aussi ik begon, we verhuisden (imperfectum). N° 3 : nodig hebben n'a pas de préposition. N° 4 : aussi waarover pour une chose (het project waarover ik praat). N° 7 : très écrit : wier auto.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Traduire dont et où en partant du verbe néerlandais.
N° 2 et 6 : begonnen ben, verhuisd zijn (auxiliaire zijn, M15) ; aussi ik begon, we verhuisden (imperfectum). N° 3 : nodig hebben n'a pas de préposition. N° 4 : aussi waarover pour une chose (het project waarover ik praat). N° 7 : très écrit : wier auto.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Repérer et corriger cinq erreurs de relatifs dans un e-mail.
Faites nommer la règle de chaque erreur (diapos 5, 7, 14, 18, 12). Correct dans le texte : De printer die …, is (verbe, verbe) et De klant met wie …, wil.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CORRIGÉ — révélez les réponses une à une, en faisant justifier chaque choix.
Objectif : Repérer et corriger cinq erreurs de relatifs dans un e-mail.
Faites nommer la règle de chaque erreur (diapos 5, 7, 14, 18, 12). Correct dans le texte : De printer die …, is (verbe, verbe) et De klant met wie …, wil.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Définir un mot avec une relative, sans le nommer.
Exemples : de receptionist : Het is iemand die de bezoekers ontvangt. · de printer : Het is een machine die documenten afdrukt. · de refter : Het is een plek waar we samen eten. · de badge : Het is iets waarmee je de deur opent. · de stagiair : Het is een student die een paar maanden bij ons werkt. · de deadline : Het is de dag waarop je iets moet indienen. · het wachtwoord : Het is iets wat je niet mag vergeten. · de vergaderzaal : Het is een zaal waar we vergaderen. 1 point par mot deviné ; −1 si le mot est prononcé.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Mise en situation : décrire et identifier des personnes avec des relatives variées.
Exigez trois relatifs différents par description (die / dat, préposition + wie, waar-). Variante écrite : chaque binôme écrit la légende de la photo (Nummer 1 is Sofie, die…), avec des virgules (des noms propres).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Objectif : Vérifier les 3 objectifs.
Réponses :
1. het meisje dat aan de balie werkt (mot het)
2. de collega met wie ik werk (préposition + personne)
3. alles wat je zegt (alles → wat)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N1_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accent5"/>
                </a:solidFill>
              </a:rPr>
              <a:t>Néerlandais · A2–B1 · Les pronoms relatifs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N1_DARK">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1000" dirty="0">
                <a:solidFill>
                  <a:schemeClr val="bg2"/>
                </a:solidFill>
              </a:rPr>
              <a:t>Néerlandais · A2–B1 · Les pronoms relatifs</a:t>
            </a:r>
            <a:endParaRPr lang="en-US" sz="1000" dirty="0"/>
          </a:p>
        </p:txBody>
      </p:sp>
      <p:sp>
        <p:nvSpPr>
          <p:cNvPr id="3" name="Text 1"/>
          <p:cNvSpPr/>
          <p:nvPr>
            <p:ph idx="101" type="title" hasCustomPrompt="1"/>
          </p:nvPr>
        </p:nvSpPr>
        <p:spPr>
          <a:xfrm>
            <a:off x="548640" y="621792"/>
            <a:ext cx="11091672" cy="713232"/>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N1_COVER">
    <p:bg>
      <p:bgPr>
        <a:solidFill>
          <a:srgbClr val="17375E"/>
        </a:solidFill>
      </p:bgPr>
    </p:bg>
    <p:spTree>
      <p:nvGrpSpPr>
        <p:cNvPr id="1" name=""/>
        <p:cNvGrpSpPr/>
        <p:nvPr/>
      </p:nvGrpSpPr>
      <p:grpSpPr>
        <a:xfrm>
          <a:off x="0" y="0"/>
          <a:ext cx="0" cy="0"/>
          <a:chOff x="0" y="0"/>
          <a:chExt cx="0" cy="0"/>
        </a:xfrm>
      </p:grpSpPr>
      <p:sp>
        <p:nvSpPr>
          <p:cNvPr id="2" name="Text 0"/>
          <p:cNvSpPr/>
          <p:nvPr/>
        </p:nvSpPr>
        <p:spPr>
          <a:xfrm>
            <a:off x="548640" y="6263640"/>
            <a:ext cx="8229600" cy="320040"/>
          </a:xfrm>
          <a:prstGeom prst="rect">
            <a:avLst/>
          </a:prstGeom>
          <a:noFill/>
          <a:ln/>
        </p:spPr>
        <p:txBody>
          <a:bodyPr wrap="square" lIns="0" tIns="0" rIns="0" bIns="0" rtlCol="0" anchor="ctr"/>
          <a:lstStyle/>
          <a:p>
            <a:pPr indent="0" marL="0">
              <a:buNone/>
            </a:pPr>
            <a:r>
              <a:rPr lang="en-US" sz="1200" dirty="0">
                <a:solidFill>
                  <a:schemeClr val="bg2"/>
                </a:solidFill>
              </a:rPr>
              <a:t>Néerlandais 1 · UE1 · Langue en situation, en milieu professionnel · A. Jouniaux · IRAM</a:t>
            </a:r>
            <a:endParaRPr lang="en-US" sz="1200" dirty="0"/>
          </a:p>
        </p:txBody>
      </p:sp>
      <p:sp>
        <p:nvSpPr>
          <p:cNvPr id="3" name="Text 1"/>
          <p:cNvSpPr/>
          <p:nvPr>
            <p:ph idx="101" type="title" hasCustomPrompt="1"/>
          </p:nvPr>
        </p:nvSpPr>
        <p:spPr>
          <a:xfrm>
            <a:off x="548640" y="1737360"/>
            <a:ext cx="5669280" cy="182880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rtlCol="0"/>
          <a:lstStyle>
            <a:lvl1pPr algn="l" indent="0" marL="0">
              <a:buNone/>
              <a:defRPr lang="en-US" sz="2000" dirty="0">
                <a:solidFill>
                  <a:schemeClr val="bg2"/>
                </a:solidFill>
              </a:defRPr>
            </a:lvl1pPr>
          </a:lstStyle>
          <a:p>
            <a:pPr algn="l" indent="0" marL="0">
              <a:buNone/>
            </a:pPr>
            <a:endParaRPr lang="en-US" sz="20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4.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2.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slideLayout" Target="../slideLayouts/slideLayout2.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png"/><Relationship Id="rId16" Type="http://schemas.openxmlformats.org/officeDocument/2006/relationships/image" Target="../media/image-10-16.png"/><Relationship Id="rId17" Type="http://schemas.openxmlformats.org/officeDocument/2006/relationships/slideLayout" Target="../slideLayouts/slideLayout2.xml"/><Relationship Id="rId18"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2.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2.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slideLayout" Target="../slideLayouts/slideLayout2.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image" Target="../media/image-24-6.png"/><Relationship Id="rId7" Type="http://schemas.openxmlformats.org/officeDocument/2006/relationships/image" Target="../media/image-24-7.png"/><Relationship Id="rId8" Type="http://schemas.openxmlformats.org/officeDocument/2006/relationships/image" Target="../media/image-24-8.png"/><Relationship Id="rId9" Type="http://schemas.openxmlformats.org/officeDocument/2006/relationships/image" Target="../media/image-24-9.png"/><Relationship Id="rId10" Type="http://schemas.openxmlformats.org/officeDocument/2006/relationships/image" Target="../media/image-24-10.png"/><Relationship Id="rId11" Type="http://schemas.openxmlformats.org/officeDocument/2006/relationships/image" Target="../media/image-24-11.png"/><Relationship Id="rId12" Type="http://schemas.openxmlformats.org/officeDocument/2006/relationships/image" Target="../media/image-24-12.png"/><Relationship Id="rId13" Type="http://schemas.openxmlformats.org/officeDocument/2006/relationships/image" Target="../media/image-24-13.png"/><Relationship Id="rId14" Type="http://schemas.openxmlformats.org/officeDocument/2006/relationships/slideLayout" Target="../slideLayouts/slideLayout3.xml"/><Relationship Id="rId1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image" Target="../media/image-43-2.png"/><Relationship Id="rId3" Type="http://schemas.openxmlformats.org/officeDocument/2006/relationships/slideLayout" Target="../slideLayouts/slideLayout2.xml"/><Relationship Id="rId4"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image" Target="../media/image-44-2.png"/><Relationship Id="rId3" Type="http://schemas.openxmlformats.org/officeDocument/2006/relationships/slideLayout" Target="../slideLayouts/slideLayout2.xml"/><Relationship Id="rId4"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image" Target="../media/image-45-2.png"/><Relationship Id="rId3" Type="http://schemas.openxmlformats.org/officeDocument/2006/relationships/image" Target="../media/image-45-3.png"/><Relationship Id="rId4" Type="http://schemas.openxmlformats.org/officeDocument/2006/relationships/image" Target="../media/image-45-4.png"/><Relationship Id="rId5" Type="http://schemas.openxmlformats.org/officeDocument/2006/relationships/image" Target="../media/image-45-5.png"/><Relationship Id="rId6" Type="http://schemas.openxmlformats.org/officeDocument/2006/relationships/image" Target="../media/image-45-6.png"/><Relationship Id="rId7" Type="http://schemas.openxmlformats.org/officeDocument/2006/relationships/image" Target="../media/image-45-7.png"/><Relationship Id="rId8" Type="http://schemas.openxmlformats.org/officeDocument/2006/relationships/image" Target="../media/image-45-8.png"/><Relationship Id="rId9" Type="http://schemas.openxmlformats.org/officeDocument/2006/relationships/image" Target="../media/image-45-9.png"/><Relationship Id="rId10" Type="http://schemas.openxmlformats.org/officeDocument/2006/relationships/slideLayout" Target="../slideLayouts/slideLayout2.xml"/><Relationship Id="rId11"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image" Target="../media/image-46-2.png"/><Relationship Id="rId3" Type="http://schemas.openxmlformats.org/officeDocument/2006/relationships/image" Target="../media/image-46-3.png"/><Relationship Id="rId4" Type="http://schemas.openxmlformats.org/officeDocument/2006/relationships/image" Target="../media/image-46-4.png"/><Relationship Id="rId5" Type="http://schemas.openxmlformats.org/officeDocument/2006/relationships/image" Target="../media/image-46-5.png"/><Relationship Id="rId6" Type="http://schemas.openxmlformats.org/officeDocument/2006/relationships/image" Target="../media/image-46-6.png"/><Relationship Id="rId7" Type="http://schemas.openxmlformats.org/officeDocument/2006/relationships/image" Target="../media/image-46-7.png"/><Relationship Id="rId8" Type="http://schemas.openxmlformats.org/officeDocument/2006/relationships/image" Target="../media/image-46-8.png"/><Relationship Id="rId9" Type="http://schemas.openxmlformats.org/officeDocument/2006/relationships/image" Target="../media/image-46-9.png"/><Relationship Id="rId10" Type="http://schemas.openxmlformats.org/officeDocument/2006/relationships/image" Target="../media/image-46-10.png"/><Relationship Id="rId11" Type="http://schemas.openxmlformats.org/officeDocument/2006/relationships/image" Target="../media/image-46-11.png"/><Relationship Id="rId12" Type="http://schemas.openxmlformats.org/officeDocument/2006/relationships/image" Target="../media/image-46-12.png"/><Relationship Id="rId13" Type="http://schemas.openxmlformats.org/officeDocument/2006/relationships/slideLayout" Target="../slideLayouts/slideLayout2.xml"/><Relationship Id="rId14"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image" Target="../media/image-47-2.png"/><Relationship Id="rId3" Type="http://schemas.openxmlformats.org/officeDocument/2006/relationships/image" Target="../media/image-47-3.png"/><Relationship Id="rId4" Type="http://schemas.openxmlformats.org/officeDocument/2006/relationships/image" Target="../media/image-47-4.png"/><Relationship Id="rId5" Type="http://schemas.openxmlformats.org/officeDocument/2006/relationships/image" Target="../media/image-47-5.png"/><Relationship Id="rId6" Type="http://schemas.openxmlformats.org/officeDocument/2006/relationships/image" Target="../media/image-47-6.png"/><Relationship Id="rId7" Type="http://schemas.openxmlformats.org/officeDocument/2006/relationships/image" Target="../media/image-47-7.png"/><Relationship Id="rId8" Type="http://schemas.openxmlformats.org/officeDocument/2006/relationships/image" Target="../media/image-47-8.png"/><Relationship Id="rId9" Type="http://schemas.openxmlformats.org/officeDocument/2006/relationships/image" Target="../media/image-47-9.png"/><Relationship Id="rId10" Type="http://schemas.openxmlformats.org/officeDocument/2006/relationships/image" Target="../media/image-47-10.png"/><Relationship Id="rId11" Type="http://schemas.openxmlformats.org/officeDocument/2006/relationships/slideLayout" Target="../slideLayouts/slideLayout2.xml"/><Relationship Id="rId1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ag"/>
          <p:cNvSpPr/>
          <p:nvPr/>
        </p:nvSpPr>
        <p:spPr>
          <a:xfrm>
            <a:off x="548640" y="640080"/>
            <a:ext cx="2741371" cy="384048"/>
          </a:xfrm>
          <a:prstGeom prst="roundRect">
            <a:avLst>
              <a:gd name="adj" fmla="val 11905"/>
            </a:avLst>
          </a:prstGeom>
          <a:solidFill>
            <a:schemeClr val="accent1"/>
          </a:solidFill>
          <a:ln/>
        </p:spPr>
        <p:txBody>
          <a:bodyPr wrap="square" lIns="0" tIns="0" rIns="0" bIns="0" rtlCol="0" anchor="ctr"/>
          <a:lstStyle/>
          <a:p>
            <a:pPr algn="ctr" indent="0" marL="0">
              <a:buNone/>
            </a:pPr>
            <a:r>
              <a:rPr lang="en-US" sz="1400" b="1" spc="100" kern="0" dirty="0">
                <a:solidFill>
                  <a:srgbClr val="FFFFFF"/>
                </a:solidFill>
              </a:rPr>
              <a:t>COMPLÉMENT · A2–B1</a:t>
            </a:r>
            <a:endParaRPr lang="en-US" sz="1400" dirty="0"/>
          </a:p>
        </p:txBody>
      </p:sp>
      <p:sp>
        <p:nvSpPr>
          <p:cNvPr id="3" name="Text 1"/>
          <p:cNvSpPr/>
          <p:nvPr>
            <p:ph idx="101" type="title" hasCustomPrompt="1"/>
          </p:nvPr>
        </p:nvSpPr>
        <p:spPr>
          <a:xfrm>
            <a:off x="548640" y="1737360"/>
            <a:ext cx="5669280" cy="1828800"/>
          </a:xfrm>
          <a:prstGeom prst="rect">
            <a:avLst/>
          </a:prstGeom>
          <a:noFill/>
          <a:ln/>
        </p:spPr>
        <p:txBody>
          <a:bodyPr wrap="square" lIns="0" tIns="0" rIns="0" bIns="0" rtlCol="0" anchor="b"/>
          <a:lstStyle/>
          <a:p>
            <a:pPr algn="l" indent="0" marL="0">
              <a:buNone/>
            </a:pPr>
            <a:r>
              <a:rPr lang="en-US" sz="4200" b="1" dirty="0">
                <a:solidFill>
                  <a:schemeClr val="bg1"/>
                </a:solidFill>
              </a:rPr>
              <a:t>Die, dat,</a:t>
            </a:r>
            <a:endParaRPr lang="en-US" sz="4200" dirty="0"/>
          </a:p>
          <a:p>
            <a:pPr algn="l" indent="0" marL="0">
              <a:buNone/>
            </a:pPr>
            <a:r>
              <a:rPr lang="en-US" sz="4200" b="1" dirty="0">
                <a:solidFill>
                  <a:schemeClr val="bg1"/>
                </a:solidFill>
              </a:rPr>
              <a:t>wat, waar…</a:t>
            </a:r>
            <a:endParaRPr lang="en-US" sz="4200" dirty="0"/>
          </a:p>
        </p:txBody>
      </p:sp>
      <p:sp>
        <p:nvSpPr>
          <p:cNvPr id="4" name="Text 1"/>
          <p:cNvSpPr/>
          <p:nvPr>
            <p:ph idx="102" type="body" hasCustomPrompt="1"/>
          </p:nvPr>
        </p:nvSpPr>
        <p:spPr>
          <a:xfrm>
            <a:off x="548640" y="3749040"/>
            <a:ext cx="5669280" cy="1463040"/>
          </a:xfrm>
          <a:prstGeom prst="rect">
            <a:avLst/>
          </a:prstGeom>
          <a:noFill/>
          <a:ln/>
        </p:spPr>
        <p:txBody>
          <a:bodyPr wrap="square" lIns="0" tIns="0" rIns="0" bIns="0" rtlCol="0" anchor="t"/>
          <a:lstStyle/>
          <a:p>
            <a:pPr algn="l" indent="0" marL="0">
              <a:spcAft>
                <a:spcPts val="1200"/>
              </a:spcAft>
              <a:buNone/>
            </a:pPr>
            <a:r>
              <a:rPr lang="en-US" sz="2000" i="1" dirty="0">
                <a:solidFill>
                  <a:schemeClr val="bg2"/>
                </a:solidFill>
              </a:rPr>
              <a:t>Les pronoms relatifs : relier une information à un nom</a:t>
            </a:r>
            <a:endParaRPr lang="en-US" sz="2000" dirty="0"/>
          </a:p>
          <a:p>
            <a:pPr algn="l" indent="0" marL="0">
              <a:buNone/>
            </a:pPr>
            <a:r>
              <a:rPr lang="en-US" sz="2000" b="1" dirty="0">
                <a:solidFill>
                  <a:srgbClr val="FFFFFF"/>
                </a:solidFill>
              </a:rPr>
              <a:t>die · dat · wat · wie · waar + préposition</a:t>
            </a:r>
            <a:endParaRPr lang="en-US" sz="2000" dirty="0"/>
          </a:p>
        </p:txBody>
      </p:sp>
      <p:sp>
        <p:nvSpPr>
          <p:cNvPr id="5" name="Shape 3"/>
          <p:cNvSpPr/>
          <p:nvPr/>
        </p:nvSpPr>
        <p:spPr>
          <a:xfrm>
            <a:off x="6309360" y="1097280"/>
            <a:ext cx="5623560" cy="4023360"/>
          </a:xfrm>
          <a:prstGeom prst="roundRect">
            <a:avLst>
              <a:gd name="adj" fmla="val 3636"/>
            </a:avLst>
          </a:prstGeom>
          <a:solidFill>
            <a:srgbClr val="FFFFFF"/>
          </a:solidFill>
          <a:ln w="12700">
            <a:solidFill>
              <a:srgbClr val="FFFFFF">
                <a:alpha val="0"/>
              </a:srgbClr>
            </a:solidFill>
            <a:prstDash val="solid"/>
          </a:ln>
        </p:spPr>
      </p:sp>
      <p:pic>
        <p:nvPicPr>
          <p:cNvPr id="6" name="Image 0" descr="woman office worker">    </p:cNvPr>
          <p:cNvPicPr>
            <a:picLocks noChangeAspect="1"/>
          </p:cNvPicPr>
          <p:nvPr/>
        </p:nvPicPr>
        <p:blipFill>
          <a:blip r:embed="rId1"/>
          <a:stretch>
            <a:fillRect/>
          </a:stretch>
        </p:blipFill>
        <p:spPr>
          <a:xfrm>
            <a:off x="6510528" y="1655064"/>
            <a:ext cx="585216" cy="585216"/>
          </a:xfrm>
          <a:prstGeom prst="rect">
            <a:avLst/>
          </a:prstGeom>
        </p:spPr>
      </p:pic>
      <p:sp>
        <p:nvSpPr>
          <p:cNvPr id="7" name="Shape 4"/>
          <p:cNvSpPr/>
          <p:nvPr/>
        </p:nvSpPr>
        <p:spPr>
          <a:xfrm>
            <a:off x="7269480" y="1691640"/>
            <a:ext cx="1340739" cy="512064"/>
          </a:xfrm>
          <a:prstGeom prst="roundRect">
            <a:avLst>
              <a:gd name="adj" fmla="val 21429"/>
            </a:avLst>
          </a:prstGeom>
          <a:solidFill>
            <a:srgbClr val="E6EBF2"/>
          </a:solidFill>
          <a:ln w="22225">
            <a:solidFill>
              <a:srgbClr val="17375E"/>
            </a:solidFill>
            <a:prstDash val="solid"/>
          </a:ln>
        </p:spPr>
      </p:sp>
      <p:sp>
        <p:nvSpPr>
          <p:cNvPr id="8" name="Text 5"/>
          <p:cNvSpPr txBox="1"/>
          <p:nvPr/>
        </p:nvSpPr>
        <p:spPr>
          <a:xfrm>
            <a:off x="7269480" y="1691640"/>
            <a:ext cx="1340739" cy="512064"/>
          </a:xfrm>
          <a:prstGeom prst="rect">
            <a:avLst/>
          </a:prstGeom>
          <a:noFill/>
          <a:ln/>
        </p:spPr>
        <p:txBody>
          <a:bodyPr wrap="square" lIns="0" tIns="0" rIns="0" bIns="0" rtlCol="0" anchor="ctr"/>
          <a:lstStyle/>
          <a:p>
            <a:pPr algn="ctr" indent="0" marL="0">
              <a:buNone/>
            </a:pPr>
            <a:r>
              <a:rPr lang="en-US" sz="1800" b="1" i="1" dirty="0">
                <a:solidFill>
                  <a:srgbClr val="17375E"/>
                </a:solidFill>
              </a:rPr>
              <a:t>de collega</a:t>
            </a:r>
            <a:endParaRPr lang="en-US" sz="1800" dirty="0"/>
          </a:p>
        </p:txBody>
      </p:sp>
      <p:sp>
        <p:nvSpPr>
          <p:cNvPr id="9" name="Shape 6"/>
          <p:cNvSpPr/>
          <p:nvPr/>
        </p:nvSpPr>
        <p:spPr>
          <a:xfrm>
            <a:off x="8701659" y="1691640"/>
            <a:ext cx="678028" cy="512064"/>
          </a:xfrm>
          <a:prstGeom prst="roundRect">
            <a:avLst>
              <a:gd name="adj" fmla="val 21429"/>
            </a:avLst>
          </a:prstGeom>
          <a:solidFill>
            <a:srgbClr val="17375E"/>
          </a:solidFill>
          <a:ln w="12700">
            <a:solidFill>
              <a:srgbClr val="FFFFFF">
                <a:alpha val="0"/>
              </a:srgbClr>
            </a:solidFill>
            <a:prstDash val="solid"/>
          </a:ln>
        </p:spPr>
      </p:sp>
      <p:sp>
        <p:nvSpPr>
          <p:cNvPr id="10" name="Text 7"/>
          <p:cNvSpPr txBox="1"/>
          <p:nvPr/>
        </p:nvSpPr>
        <p:spPr>
          <a:xfrm>
            <a:off x="8701659" y="1691640"/>
            <a:ext cx="678028" cy="512064"/>
          </a:xfrm>
          <a:prstGeom prst="rect">
            <a:avLst/>
          </a:prstGeom>
          <a:noFill/>
          <a:ln/>
        </p:spPr>
        <p:txBody>
          <a:bodyPr wrap="square" lIns="0" tIns="0" rIns="0" bIns="0" rtlCol="0" anchor="ctr"/>
          <a:lstStyle/>
          <a:p>
            <a:pPr algn="ctr" indent="0" marL="0">
              <a:buNone/>
            </a:pPr>
            <a:r>
              <a:rPr lang="en-US" sz="1800" b="1" i="1" dirty="0">
                <a:solidFill>
                  <a:srgbClr val="FFFFFF"/>
                </a:solidFill>
              </a:rPr>
              <a:t>die</a:t>
            </a:r>
            <a:endParaRPr lang="en-US" sz="1800" dirty="0"/>
          </a:p>
        </p:txBody>
      </p:sp>
      <p:sp>
        <p:nvSpPr>
          <p:cNvPr id="11" name="Text 8"/>
          <p:cNvSpPr txBox="1"/>
          <p:nvPr/>
        </p:nvSpPr>
        <p:spPr>
          <a:xfrm>
            <a:off x="9425407" y="1691640"/>
            <a:ext cx="1270559" cy="512064"/>
          </a:xfrm>
          <a:prstGeom prst="rect">
            <a:avLst/>
          </a:prstGeom>
          <a:noFill/>
          <a:ln/>
        </p:spPr>
        <p:txBody>
          <a:bodyPr wrap="square" lIns="0" tIns="0" rIns="0" bIns="0" rtlCol="0" anchor="ctr"/>
          <a:lstStyle/>
          <a:p>
            <a:pPr algn="ctr" indent="0" marL="0">
              <a:buNone/>
            </a:pPr>
            <a:r>
              <a:rPr lang="en-US" sz="1800" i="1" dirty="0">
                <a:solidFill>
                  <a:srgbClr val="1B2333"/>
                </a:solidFill>
              </a:rPr>
              <a:t>naast me zit</a:t>
            </a:r>
            <a:endParaRPr lang="en-US" sz="1800" dirty="0"/>
          </a:p>
        </p:txBody>
      </p:sp>
      <p:sp>
        <p:nvSpPr>
          <p:cNvPr id="12" name="Shape 9"/>
          <p:cNvSpPr/>
          <p:nvPr/>
        </p:nvSpPr>
        <p:spPr>
          <a:xfrm>
            <a:off x="7939850" y="1389888"/>
            <a:ext cx="1100823" cy="640080"/>
          </a:xfrm>
          <a:prstGeom prst="arc">
            <a:avLst>
              <a:gd name="adj1" fmla="val 10800000"/>
              <a:gd name="adj2" fmla="val 21600000"/>
            </a:avLst>
          </a:prstGeom>
          <a:solidFill>
            <a:srgbClr val="FFFFFF">
              <a:alpha val="0"/>
            </a:srgbClr>
          </a:solidFill>
          <a:ln w="28575">
            <a:solidFill>
              <a:srgbClr val="17375E"/>
            </a:solidFill>
            <a:prstDash val="solid"/>
            <a:headEnd type="triangle"/>
          </a:ln>
        </p:spPr>
      </p:sp>
      <p:pic>
        <p:nvPicPr>
          <p:cNvPr id="13" name="Image 1" descr="page facing up">    </p:cNvPr>
          <p:cNvPicPr>
            <a:picLocks noChangeAspect="1"/>
          </p:cNvPicPr>
          <p:nvPr/>
        </p:nvPicPr>
        <p:blipFill>
          <a:blip r:embed="rId2"/>
          <a:stretch>
            <a:fillRect/>
          </a:stretch>
        </p:blipFill>
        <p:spPr>
          <a:xfrm>
            <a:off x="6510528" y="2843784"/>
            <a:ext cx="585216" cy="585216"/>
          </a:xfrm>
          <a:prstGeom prst="rect">
            <a:avLst/>
          </a:prstGeom>
        </p:spPr>
      </p:pic>
      <p:sp>
        <p:nvSpPr>
          <p:cNvPr id="14" name="Shape 10"/>
          <p:cNvSpPr/>
          <p:nvPr/>
        </p:nvSpPr>
        <p:spPr>
          <a:xfrm>
            <a:off x="7269480" y="2880360"/>
            <a:ext cx="1475842" cy="512064"/>
          </a:xfrm>
          <a:prstGeom prst="roundRect">
            <a:avLst>
              <a:gd name="adj" fmla="val 21429"/>
            </a:avLst>
          </a:prstGeom>
          <a:solidFill>
            <a:srgbClr val="FDF1E6"/>
          </a:solidFill>
          <a:ln w="22225">
            <a:solidFill>
              <a:srgbClr val="D9700F"/>
            </a:solidFill>
            <a:prstDash val="solid"/>
          </a:ln>
        </p:spPr>
      </p:sp>
      <p:sp>
        <p:nvSpPr>
          <p:cNvPr id="15" name="Text 11"/>
          <p:cNvSpPr txBox="1"/>
          <p:nvPr/>
        </p:nvSpPr>
        <p:spPr>
          <a:xfrm>
            <a:off x="7269480" y="2880360"/>
            <a:ext cx="1475842" cy="512064"/>
          </a:xfrm>
          <a:prstGeom prst="rect">
            <a:avLst/>
          </a:prstGeom>
          <a:noFill/>
          <a:ln/>
        </p:spPr>
        <p:txBody>
          <a:bodyPr wrap="square" lIns="0" tIns="0" rIns="0" bIns="0" rtlCol="0" anchor="ctr"/>
          <a:lstStyle/>
          <a:p>
            <a:pPr algn="ctr" indent="0" marL="0">
              <a:buNone/>
            </a:pPr>
            <a:r>
              <a:rPr lang="en-US" sz="1800" b="1" i="1" dirty="0">
                <a:solidFill>
                  <a:srgbClr val="D9700F"/>
                </a:solidFill>
              </a:rPr>
              <a:t>het rapport</a:t>
            </a:r>
            <a:endParaRPr lang="en-US" sz="1800" dirty="0"/>
          </a:p>
        </p:txBody>
      </p:sp>
      <p:sp>
        <p:nvSpPr>
          <p:cNvPr id="16" name="Shape 12"/>
          <p:cNvSpPr/>
          <p:nvPr/>
        </p:nvSpPr>
        <p:spPr>
          <a:xfrm>
            <a:off x="8836762" y="2880360"/>
            <a:ext cx="699059" cy="512064"/>
          </a:xfrm>
          <a:prstGeom prst="roundRect">
            <a:avLst>
              <a:gd name="adj" fmla="val 21429"/>
            </a:avLst>
          </a:prstGeom>
          <a:solidFill>
            <a:srgbClr val="D9700F"/>
          </a:solidFill>
          <a:ln w="12700">
            <a:solidFill>
              <a:srgbClr val="FFFFFF">
                <a:alpha val="0"/>
              </a:srgbClr>
            </a:solidFill>
            <a:prstDash val="solid"/>
          </a:ln>
        </p:spPr>
      </p:sp>
      <p:sp>
        <p:nvSpPr>
          <p:cNvPr id="17" name="Text 13"/>
          <p:cNvSpPr txBox="1"/>
          <p:nvPr/>
        </p:nvSpPr>
        <p:spPr>
          <a:xfrm>
            <a:off x="8836762" y="2880360"/>
            <a:ext cx="699059" cy="512064"/>
          </a:xfrm>
          <a:prstGeom prst="rect">
            <a:avLst/>
          </a:prstGeom>
          <a:noFill/>
          <a:ln/>
        </p:spPr>
        <p:txBody>
          <a:bodyPr wrap="square" lIns="0" tIns="0" rIns="0" bIns="0" rtlCol="0" anchor="ctr"/>
          <a:lstStyle/>
          <a:p>
            <a:pPr algn="ctr" indent="0" marL="0">
              <a:buNone/>
            </a:pPr>
            <a:r>
              <a:rPr lang="en-US" sz="1800" b="1" i="1" dirty="0">
                <a:solidFill>
                  <a:srgbClr val="FFFFFF"/>
                </a:solidFill>
              </a:rPr>
              <a:t>dat</a:t>
            </a:r>
            <a:endParaRPr lang="en-US" sz="1800" dirty="0"/>
          </a:p>
        </p:txBody>
      </p:sp>
      <p:sp>
        <p:nvSpPr>
          <p:cNvPr id="18" name="Text 14"/>
          <p:cNvSpPr txBox="1"/>
          <p:nvPr/>
        </p:nvSpPr>
        <p:spPr>
          <a:xfrm>
            <a:off x="9581540" y="2880360"/>
            <a:ext cx="917372" cy="512064"/>
          </a:xfrm>
          <a:prstGeom prst="rect">
            <a:avLst/>
          </a:prstGeom>
          <a:noFill/>
          <a:ln/>
        </p:spPr>
        <p:txBody>
          <a:bodyPr wrap="square" lIns="0" tIns="0" rIns="0" bIns="0" rtlCol="0" anchor="ctr"/>
          <a:lstStyle/>
          <a:p>
            <a:pPr algn="ctr" indent="0" marL="0">
              <a:buNone/>
            </a:pPr>
            <a:r>
              <a:rPr lang="en-US" sz="1800" i="1" dirty="0">
                <a:solidFill>
                  <a:srgbClr val="1B2333"/>
                </a:solidFill>
              </a:rPr>
              <a:t>ik schrijf</a:t>
            </a:r>
            <a:endParaRPr lang="en-US" sz="1800" dirty="0"/>
          </a:p>
        </p:txBody>
      </p:sp>
      <p:sp>
        <p:nvSpPr>
          <p:cNvPr id="19" name="Shape 15"/>
          <p:cNvSpPr/>
          <p:nvPr/>
        </p:nvSpPr>
        <p:spPr>
          <a:xfrm>
            <a:off x="8007401" y="2578608"/>
            <a:ext cx="1178890" cy="640080"/>
          </a:xfrm>
          <a:prstGeom prst="arc">
            <a:avLst>
              <a:gd name="adj1" fmla="val 10800000"/>
              <a:gd name="adj2" fmla="val 21600000"/>
            </a:avLst>
          </a:prstGeom>
          <a:solidFill>
            <a:srgbClr val="FFFFFF">
              <a:alpha val="0"/>
            </a:srgbClr>
          </a:solidFill>
          <a:ln w="28575">
            <a:solidFill>
              <a:srgbClr val="D9700F"/>
            </a:solidFill>
            <a:prstDash val="solid"/>
            <a:headEnd type="triangle"/>
          </a:ln>
        </p:spPr>
      </p:sp>
      <p:pic>
        <p:nvPicPr>
          <p:cNvPr id="20" name="Image 2" descr="pen">    </p:cNvPr>
          <p:cNvPicPr>
            <a:picLocks noChangeAspect="1"/>
          </p:cNvPicPr>
          <p:nvPr/>
        </p:nvPicPr>
        <p:blipFill>
          <a:blip r:embed="rId3"/>
          <a:stretch>
            <a:fillRect/>
          </a:stretch>
        </p:blipFill>
        <p:spPr>
          <a:xfrm>
            <a:off x="6510528" y="4032504"/>
            <a:ext cx="585216" cy="585216"/>
          </a:xfrm>
          <a:prstGeom prst="rect">
            <a:avLst/>
          </a:prstGeom>
        </p:spPr>
      </p:pic>
      <p:sp>
        <p:nvSpPr>
          <p:cNvPr id="21" name="Shape 16"/>
          <p:cNvSpPr/>
          <p:nvPr/>
        </p:nvSpPr>
        <p:spPr>
          <a:xfrm>
            <a:off x="7269480" y="4069080"/>
            <a:ext cx="1033958" cy="512064"/>
          </a:xfrm>
          <a:prstGeom prst="roundRect">
            <a:avLst>
              <a:gd name="adj" fmla="val 21429"/>
            </a:avLst>
          </a:prstGeom>
          <a:solidFill>
            <a:srgbClr val="F1ECF7"/>
          </a:solidFill>
          <a:ln w="22225">
            <a:solidFill>
              <a:srgbClr val="6E4A9E"/>
            </a:solidFill>
            <a:prstDash val="solid"/>
          </a:ln>
        </p:spPr>
      </p:sp>
      <p:sp>
        <p:nvSpPr>
          <p:cNvPr id="22" name="Text 17"/>
          <p:cNvSpPr txBox="1"/>
          <p:nvPr/>
        </p:nvSpPr>
        <p:spPr>
          <a:xfrm>
            <a:off x="7269480" y="4069080"/>
            <a:ext cx="1033958" cy="512064"/>
          </a:xfrm>
          <a:prstGeom prst="rect">
            <a:avLst/>
          </a:prstGeom>
          <a:noFill/>
          <a:ln/>
        </p:spPr>
        <p:txBody>
          <a:bodyPr wrap="square" lIns="0" tIns="0" rIns="0" bIns="0" rtlCol="0" anchor="ctr"/>
          <a:lstStyle/>
          <a:p>
            <a:pPr algn="ctr" indent="0" marL="0">
              <a:buNone/>
            </a:pPr>
            <a:r>
              <a:rPr lang="en-US" sz="1800" b="1" i="1" dirty="0">
                <a:solidFill>
                  <a:srgbClr val="6E4A9E"/>
                </a:solidFill>
              </a:rPr>
              <a:t>de pen</a:t>
            </a:r>
            <a:endParaRPr lang="en-US" sz="1800" dirty="0"/>
          </a:p>
        </p:txBody>
      </p:sp>
      <p:sp>
        <p:nvSpPr>
          <p:cNvPr id="23" name="Shape 18"/>
          <p:cNvSpPr/>
          <p:nvPr/>
        </p:nvSpPr>
        <p:spPr>
          <a:xfrm>
            <a:off x="8394878" y="4069080"/>
            <a:ext cx="1277188" cy="512064"/>
          </a:xfrm>
          <a:prstGeom prst="roundRect">
            <a:avLst>
              <a:gd name="adj" fmla="val 21429"/>
            </a:avLst>
          </a:prstGeom>
          <a:solidFill>
            <a:srgbClr val="6E4A9E"/>
          </a:solidFill>
          <a:ln w="12700">
            <a:solidFill>
              <a:srgbClr val="FFFFFF">
                <a:alpha val="0"/>
              </a:srgbClr>
            </a:solidFill>
            <a:prstDash val="solid"/>
          </a:ln>
        </p:spPr>
      </p:sp>
      <p:sp>
        <p:nvSpPr>
          <p:cNvPr id="24" name="Text 19"/>
          <p:cNvSpPr txBox="1"/>
          <p:nvPr/>
        </p:nvSpPr>
        <p:spPr>
          <a:xfrm>
            <a:off x="8394878" y="4069080"/>
            <a:ext cx="1277188" cy="512064"/>
          </a:xfrm>
          <a:prstGeom prst="rect">
            <a:avLst/>
          </a:prstGeom>
          <a:noFill/>
          <a:ln/>
        </p:spPr>
        <p:txBody>
          <a:bodyPr wrap="square" lIns="0" tIns="0" rIns="0" bIns="0" rtlCol="0" anchor="ctr"/>
          <a:lstStyle/>
          <a:p>
            <a:pPr algn="ctr" indent="0" marL="0">
              <a:buNone/>
            </a:pPr>
            <a:r>
              <a:rPr lang="en-US" sz="1800" b="1" i="1" dirty="0">
                <a:solidFill>
                  <a:srgbClr val="FFFFFF"/>
                </a:solidFill>
              </a:rPr>
              <a:t>waarmee</a:t>
            </a:r>
            <a:endParaRPr lang="en-US" sz="1800" dirty="0"/>
          </a:p>
        </p:txBody>
      </p:sp>
      <p:sp>
        <p:nvSpPr>
          <p:cNvPr id="25" name="Text 20"/>
          <p:cNvSpPr txBox="1"/>
          <p:nvPr/>
        </p:nvSpPr>
        <p:spPr>
          <a:xfrm>
            <a:off x="9717786" y="4069080"/>
            <a:ext cx="882853" cy="512064"/>
          </a:xfrm>
          <a:prstGeom prst="rect">
            <a:avLst/>
          </a:prstGeom>
          <a:noFill/>
          <a:ln/>
        </p:spPr>
        <p:txBody>
          <a:bodyPr wrap="square" lIns="0" tIns="0" rIns="0" bIns="0" rtlCol="0" anchor="ctr"/>
          <a:lstStyle/>
          <a:p>
            <a:pPr algn="ctr" indent="0" marL="0">
              <a:buNone/>
            </a:pPr>
            <a:r>
              <a:rPr lang="en-US" sz="1800" i="1" dirty="0">
                <a:solidFill>
                  <a:srgbClr val="1B2333"/>
                </a:solidFill>
              </a:rPr>
              <a:t>ik teken</a:t>
            </a:r>
            <a:endParaRPr lang="en-US" sz="1800" dirty="0"/>
          </a:p>
        </p:txBody>
      </p:sp>
      <p:sp>
        <p:nvSpPr>
          <p:cNvPr id="26" name="Shape 21"/>
          <p:cNvSpPr/>
          <p:nvPr/>
        </p:nvSpPr>
        <p:spPr>
          <a:xfrm>
            <a:off x="7786459" y="3767328"/>
            <a:ext cx="1247013" cy="640080"/>
          </a:xfrm>
          <a:prstGeom prst="arc">
            <a:avLst>
              <a:gd name="adj1" fmla="val 10800000"/>
              <a:gd name="adj2" fmla="val 21600000"/>
            </a:avLst>
          </a:prstGeom>
          <a:solidFill>
            <a:srgbClr val="FFFFFF">
              <a:alpha val="0"/>
            </a:srgbClr>
          </a:solidFill>
          <a:ln w="28575">
            <a:solidFill>
              <a:srgbClr val="6E4A9E"/>
            </a:solidFill>
            <a:prstDash val="solid"/>
            <a:headEnd type="triangle"/>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Missie van vandaag</a:t>
            </a:r>
            <a:endParaRPr lang="en-US" sz="3000" dirty="0"/>
          </a:p>
        </p:txBody>
      </p:sp>
      <p:sp>
        <p:nvSpPr>
          <p:cNvPr id="3" name="tag"/>
          <p:cNvSpPr/>
          <p:nvPr/>
        </p:nvSpPr>
        <p:spPr>
          <a:xfrm>
            <a:off x="548640" y="237744"/>
            <a:ext cx="1013155"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MISSIE</a:t>
            </a:r>
            <a:endParaRPr lang="en-US" sz="1200" dirty="0"/>
          </a:p>
        </p:txBody>
      </p:sp>
      <p:sp>
        <p:nvSpPr>
          <p:cNvPr id="5" name="Shape 2"/>
          <p:cNvSpPr/>
          <p:nvPr/>
        </p:nvSpPr>
        <p:spPr>
          <a:xfrm>
            <a:off x="548640" y="1554480"/>
            <a:ext cx="2865120" cy="3931920"/>
          </a:xfrm>
          <a:prstGeom prst="roundRect">
            <a:avLst>
              <a:gd name="adj" fmla="val 2553"/>
            </a:avLst>
          </a:prstGeom>
          <a:solidFill>
            <a:schemeClr val="bg2"/>
          </a:solidFill>
          <a:ln w="12700">
            <a:solidFill>
              <a:srgbClr val="D5DCE6"/>
            </a:solidFill>
            <a:prstDash val="solid"/>
          </a:ln>
        </p:spPr>
      </p:sp>
      <p:sp>
        <p:nvSpPr>
          <p:cNvPr id="6" name="Shape 3"/>
          <p:cNvSpPr/>
          <p:nvPr/>
        </p:nvSpPr>
        <p:spPr>
          <a:xfrm>
            <a:off x="1524000" y="1874520"/>
            <a:ext cx="914400" cy="914400"/>
          </a:xfrm>
          <a:prstGeom prst="ellipse">
            <a:avLst/>
          </a:prstGeom>
          <a:solidFill>
            <a:srgbClr val="17375E"/>
          </a:solidFill>
          <a:ln w="12700">
            <a:solidFill>
              <a:srgbClr val="FFFFFF">
                <a:alpha val="0"/>
              </a:srgbClr>
            </a:solidFill>
            <a:prstDash val="solid"/>
          </a:ln>
        </p:spPr>
      </p:sp>
      <p:pic>
        <p:nvPicPr>
          <p:cNvPr id="7" name="Image 0" descr="CodeBranch">    </p:cNvPr>
          <p:cNvPicPr>
            <a:picLocks noChangeAspect="1"/>
          </p:cNvPicPr>
          <p:nvPr/>
        </p:nvPicPr>
        <p:blipFill>
          <a:blip r:embed="rId1"/>
          <a:stretch>
            <a:fillRect/>
          </a:stretch>
        </p:blipFill>
        <p:spPr>
          <a:xfrm>
            <a:off x="1743456" y="2093976"/>
            <a:ext cx="475488" cy="475488"/>
          </a:xfrm>
          <a:prstGeom prst="rect">
            <a:avLst/>
          </a:prstGeom>
        </p:spPr>
      </p:pic>
      <p:sp>
        <p:nvSpPr>
          <p:cNvPr id="8" name="Text 4"/>
          <p:cNvSpPr txBox="1"/>
          <p:nvPr/>
        </p:nvSpPr>
        <p:spPr>
          <a:xfrm>
            <a:off x="731520" y="2926080"/>
            <a:ext cx="2499360" cy="548640"/>
          </a:xfrm>
          <a:prstGeom prst="rect">
            <a:avLst/>
          </a:prstGeom>
          <a:noFill/>
          <a:ln/>
        </p:spPr>
        <p:txBody>
          <a:bodyPr wrap="square" lIns="0" tIns="0" rIns="0" bIns="0" rtlCol="0" anchor="ctr"/>
          <a:lstStyle/>
          <a:p>
            <a:pPr algn="ctr" indent="0" marL="0">
              <a:buNone/>
            </a:pPr>
            <a:r>
              <a:rPr lang="en-US" sz="2400" b="1" dirty="0">
                <a:solidFill>
                  <a:srgbClr val="17375E"/>
                </a:solidFill>
                <a:latin typeface="+mj-lt" pitchFamily="34" charset="0"/>
                <a:ea typeface="+mj-lt" pitchFamily="34" charset="-122"/>
                <a:cs typeface="+mj-lt" pitchFamily="34" charset="-120"/>
              </a:rPr>
              <a:t>Choisir</a:t>
            </a:r>
            <a:endParaRPr lang="en-US" sz="2400" dirty="0"/>
          </a:p>
        </p:txBody>
      </p:sp>
      <p:sp>
        <p:nvSpPr>
          <p:cNvPr id="9" name="Text 5"/>
          <p:cNvSpPr txBox="1"/>
          <p:nvPr/>
        </p:nvSpPr>
        <p:spPr>
          <a:xfrm>
            <a:off x="77724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choisis le bon relatif : </a:t>
            </a:r>
            <a:r>
              <a:rPr lang="en-US" sz="2000" i="1" dirty="0">
                <a:solidFill>
                  <a:schemeClr val="tx1"/>
                </a:solidFill>
              </a:rPr>
              <a:t>die, dat, wat, wie, waar-</a:t>
            </a:r>
            <a:r>
              <a:rPr lang="en-US" sz="2000" dirty="0">
                <a:solidFill>
                  <a:schemeClr val="tx1"/>
                </a:solidFill>
              </a:rPr>
              <a:t>.</a:t>
            </a:r>
            <a:endParaRPr lang="en-US" sz="2000" dirty="0"/>
          </a:p>
        </p:txBody>
      </p:sp>
      <p:sp>
        <p:nvSpPr>
          <p:cNvPr id="10" name="Shape 6"/>
          <p:cNvSpPr/>
          <p:nvPr/>
        </p:nvSpPr>
        <p:spPr>
          <a:xfrm>
            <a:off x="3688080" y="1554480"/>
            <a:ext cx="2865120" cy="3931920"/>
          </a:xfrm>
          <a:prstGeom prst="roundRect">
            <a:avLst>
              <a:gd name="adj" fmla="val 2553"/>
            </a:avLst>
          </a:prstGeom>
          <a:solidFill>
            <a:schemeClr val="bg2"/>
          </a:solidFill>
          <a:ln w="12700">
            <a:solidFill>
              <a:srgbClr val="D5DCE6"/>
            </a:solidFill>
            <a:prstDash val="solid"/>
          </a:ln>
        </p:spPr>
      </p:sp>
      <p:sp>
        <p:nvSpPr>
          <p:cNvPr id="11" name="Shape 7"/>
          <p:cNvSpPr/>
          <p:nvPr/>
        </p:nvSpPr>
        <p:spPr>
          <a:xfrm>
            <a:off x="4663440" y="1874520"/>
            <a:ext cx="914400" cy="914400"/>
          </a:xfrm>
          <a:prstGeom prst="ellipse">
            <a:avLst/>
          </a:prstGeom>
          <a:solidFill>
            <a:srgbClr val="B83227"/>
          </a:solidFill>
          <a:ln w="12700">
            <a:solidFill>
              <a:srgbClr val="FFFFFF">
                <a:alpha val="0"/>
              </a:srgbClr>
            </a:solidFill>
            <a:prstDash val="solid"/>
          </a:ln>
        </p:spPr>
      </p:sp>
      <p:pic>
        <p:nvPicPr>
          <p:cNvPr id="12" name="Image 1" descr="Link">    </p:cNvPr>
          <p:cNvPicPr>
            <a:picLocks noChangeAspect="1"/>
          </p:cNvPicPr>
          <p:nvPr/>
        </p:nvPicPr>
        <p:blipFill>
          <a:blip r:embed="rId2"/>
          <a:stretch>
            <a:fillRect/>
          </a:stretch>
        </p:blipFill>
        <p:spPr>
          <a:xfrm>
            <a:off x="4882896" y="2093976"/>
            <a:ext cx="475488" cy="475488"/>
          </a:xfrm>
          <a:prstGeom prst="rect">
            <a:avLst/>
          </a:prstGeom>
        </p:spPr>
      </p:pic>
      <p:sp>
        <p:nvSpPr>
          <p:cNvPr id="13" name="Text 8"/>
          <p:cNvSpPr txBox="1"/>
          <p:nvPr/>
        </p:nvSpPr>
        <p:spPr>
          <a:xfrm>
            <a:off x="3870960" y="2926080"/>
            <a:ext cx="2499360" cy="548640"/>
          </a:xfrm>
          <a:prstGeom prst="rect">
            <a:avLst/>
          </a:prstGeom>
          <a:noFill/>
          <a:ln/>
        </p:spPr>
        <p:txBody>
          <a:bodyPr wrap="square" lIns="0" tIns="0" rIns="0" bIns="0" rtlCol="0" anchor="ctr"/>
          <a:lstStyle/>
          <a:p>
            <a:pPr algn="ctr" indent="0" marL="0">
              <a:buNone/>
            </a:pPr>
            <a:r>
              <a:rPr lang="en-US" sz="2400" b="1" dirty="0">
                <a:solidFill>
                  <a:srgbClr val="B83227"/>
                </a:solidFill>
                <a:latin typeface="+mj-lt" pitchFamily="34" charset="0"/>
                <a:ea typeface="+mj-lt" pitchFamily="34" charset="-122"/>
                <a:cs typeface="+mj-lt" pitchFamily="34" charset="-120"/>
              </a:rPr>
              <a:t>Construire</a:t>
            </a:r>
            <a:endParaRPr lang="en-US" sz="2400" dirty="0"/>
          </a:p>
        </p:txBody>
      </p:sp>
      <p:sp>
        <p:nvSpPr>
          <p:cNvPr id="14" name="Text 9"/>
          <p:cNvSpPr txBox="1"/>
          <p:nvPr/>
        </p:nvSpPr>
        <p:spPr>
          <a:xfrm>
            <a:off x="391668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construis la relative : le verbe à la fin, la bonne place, les virgules.</a:t>
            </a:r>
            <a:endParaRPr lang="en-US" sz="2000" dirty="0"/>
          </a:p>
        </p:txBody>
      </p:sp>
      <p:sp>
        <p:nvSpPr>
          <p:cNvPr id="15" name="Shape 10"/>
          <p:cNvSpPr/>
          <p:nvPr/>
        </p:nvSpPr>
        <p:spPr>
          <a:xfrm>
            <a:off x="6827520" y="1554480"/>
            <a:ext cx="2865120" cy="3931920"/>
          </a:xfrm>
          <a:prstGeom prst="roundRect">
            <a:avLst>
              <a:gd name="adj" fmla="val 2553"/>
            </a:avLst>
          </a:prstGeom>
          <a:solidFill>
            <a:schemeClr val="bg2"/>
          </a:solidFill>
          <a:ln w="12700">
            <a:solidFill>
              <a:srgbClr val="D5DCE6"/>
            </a:solidFill>
            <a:prstDash val="solid"/>
          </a:ln>
        </p:spPr>
      </p:sp>
      <p:sp>
        <p:nvSpPr>
          <p:cNvPr id="16" name="Shape 11"/>
          <p:cNvSpPr/>
          <p:nvPr/>
        </p:nvSpPr>
        <p:spPr>
          <a:xfrm>
            <a:off x="7802880" y="1874520"/>
            <a:ext cx="914400" cy="914400"/>
          </a:xfrm>
          <a:prstGeom prst="ellipse">
            <a:avLst/>
          </a:prstGeom>
          <a:solidFill>
            <a:srgbClr val="6E4A9E"/>
          </a:solidFill>
          <a:ln w="12700">
            <a:solidFill>
              <a:srgbClr val="FFFFFF">
                <a:alpha val="0"/>
              </a:srgbClr>
            </a:solidFill>
            <a:prstDash val="solid"/>
          </a:ln>
        </p:spPr>
      </p:sp>
      <p:pic>
        <p:nvPicPr>
          <p:cNvPr id="17" name="Image 2" descr="Language">    </p:cNvPr>
          <p:cNvPicPr>
            <a:picLocks noChangeAspect="1"/>
          </p:cNvPicPr>
          <p:nvPr/>
        </p:nvPicPr>
        <p:blipFill>
          <a:blip r:embed="rId3"/>
          <a:stretch>
            <a:fillRect/>
          </a:stretch>
        </p:blipFill>
        <p:spPr>
          <a:xfrm>
            <a:off x="8022336" y="2093976"/>
            <a:ext cx="475488" cy="475488"/>
          </a:xfrm>
          <a:prstGeom prst="rect">
            <a:avLst/>
          </a:prstGeom>
        </p:spPr>
      </p:pic>
      <p:sp>
        <p:nvSpPr>
          <p:cNvPr id="18" name="Text 12"/>
          <p:cNvSpPr txBox="1"/>
          <p:nvPr/>
        </p:nvSpPr>
        <p:spPr>
          <a:xfrm>
            <a:off x="7010400" y="2926080"/>
            <a:ext cx="2499360" cy="548640"/>
          </a:xfrm>
          <a:prstGeom prst="rect">
            <a:avLst/>
          </a:prstGeom>
          <a:noFill/>
          <a:ln/>
        </p:spPr>
        <p:txBody>
          <a:bodyPr wrap="square" lIns="0" tIns="0" rIns="0" bIns="0" rtlCol="0" anchor="ctr"/>
          <a:lstStyle/>
          <a:p>
            <a:pPr algn="ctr" indent="0" marL="0">
              <a:buNone/>
            </a:pPr>
            <a:r>
              <a:rPr lang="en-US" sz="2400" b="1" dirty="0">
                <a:solidFill>
                  <a:srgbClr val="6E4A9E"/>
                </a:solidFill>
                <a:latin typeface="+mj-lt" pitchFamily="34" charset="0"/>
                <a:ea typeface="+mj-lt" pitchFamily="34" charset="-122"/>
                <a:cs typeface="+mj-lt" pitchFamily="34" charset="-120"/>
              </a:rPr>
              <a:t>Traduire</a:t>
            </a:r>
            <a:endParaRPr lang="en-US" sz="2400" dirty="0"/>
          </a:p>
        </p:txBody>
      </p:sp>
      <p:sp>
        <p:nvSpPr>
          <p:cNvPr id="19" name="Text 13"/>
          <p:cNvSpPr txBox="1"/>
          <p:nvPr/>
        </p:nvSpPr>
        <p:spPr>
          <a:xfrm>
            <a:off x="7056120" y="3566160"/>
            <a:ext cx="2407920" cy="1737360"/>
          </a:xfrm>
          <a:prstGeom prst="rect">
            <a:avLst/>
          </a:prstGeom>
          <a:noFill/>
          <a:ln/>
        </p:spPr>
        <p:txBody>
          <a:bodyPr wrap="square" lIns="0" tIns="0" rIns="0" bIns="0" rtlCol="0" anchor="t"/>
          <a:lstStyle/>
          <a:p>
            <a:pPr algn="ctr" indent="0" marL="0">
              <a:buNone/>
            </a:pPr>
            <a:r>
              <a:rPr lang="en-US" sz="2000" dirty="0">
                <a:solidFill>
                  <a:schemeClr val="tx1"/>
                </a:solidFill>
              </a:rPr>
              <a:t>Je traduis </a:t>
            </a:r>
            <a:r>
              <a:rPr lang="en-US" sz="2000" i="1" dirty="0">
                <a:solidFill>
                  <a:schemeClr val="tx1"/>
                </a:solidFill>
              </a:rPr>
              <a:t>qui, que, dont, où, ce qui, ce que</a:t>
            </a:r>
            <a:r>
              <a:rPr lang="en-US" sz="2000" dirty="0">
                <a:solidFill>
                  <a:schemeClr val="tx1"/>
                </a:solidFill>
              </a:rPr>
              <a:t> sans calquer le français.</a:t>
            </a:r>
            <a:endParaRPr lang="en-US" sz="2000" dirty="0"/>
          </a:p>
        </p:txBody>
      </p:sp>
      <p:pic>
        <p:nvPicPr>
          <p:cNvPr id="20" name="Image 3" descr="man teacher">    </p:cNvPr>
          <p:cNvPicPr>
            <a:picLocks noChangeAspect="1"/>
          </p:cNvPicPr>
          <p:nvPr/>
        </p:nvPicPr>
        <p:blipFill>
          <a:blip r:embed="rId4"/>
          <a:stretch>
            <a:fillRect/>
          </a:stretch>
        </p:blipFill>
        <p:spPr>
          <a:xfrm>
            <a:off x="9921240" y="1737360"/>
            <a:ext cx="1737360" cy="1737360"/>
          </a:xfrm>
          <a:prstGeom prst="rect">
            <a:avLst/>
          </a:prstGeom>
        </p:spPr>
      </p:pic>
      <p:pic>
        <p:nvPicPr>
          <p:cNvPr id="21" name="Image 4" descr="speech balloon">    </p:cNvPr>
          <p:cNvPicPr>
            <a:picLocks noChangeAspect="1"/>
          </p:cNvPicPr>
          <p:nvPr/>
        </p:nvPicPr>
        <p:blipFill>
          <a:blip r:embed="rId5"/>
          <a:stretch>
            <a:fillRect/>
          </a:stretch>
        </p:blipFill>
        <p:spPr>
          <a:xfrm>
            <a:off x="10881360" y="1463040"/>
            <a:ext cx="731520" cy="731520"/>
          </a:xfrm>
          <a:prstGeom prst="rect">
            <a:avLst/>
          </a:prstGeom>
        </p:spPr>
      </p:pic>
      <p:sp>
        <p:nvSpPr>
          <p:cNvPr id="22" name="Shape 14"/>
          <p:cNvSpPr/>
          <p:nvPr/>
        </p:nvSpPr>
        <p:spPr>
          <a:xfrm>
            <a:off x="548640" y="5669280"/>
            <a:ext cx="11091672" cy="566928"/>
          </a:xfrm>
          <a:prstGeom prst="roundRect">
            <a:avLst>
              <a:gd name="adj" fmla="val 12903"/>
            </a:avLst>
          </a:prstGeom>
          <a:solidFill>
            <a:schemeClr val="bg2"/>
          </a:solidFill>
          <a:ln w="9525">
            <a:solidFill>
              <a:srgbClr val="17375E"/>
            </a:solidFill>
            <a:prstDash val="solid"/>
          </a:ln>
        </p:spPr>
      </p:sp>
      <p:pic>
        <p:nvPicPr>
          <p:cNvPr id="23" name="Image 5" descr="Lightbulb">    </p:cNvPr>
          <p:cNvPicPr>
            <a:picLocks noChangeAspect="1"/>
          </p:cNvPicPr>
          <p:nvPr/>
        </p:nvPicPr>
        <p:blipFill>
          <a:blip r:embed="rId6"/>
          <a:stretch>
            <a:fillRect/>
          </a:stretch>
        </p:blipFill>
        <p:spPr>
          <a:xfrm>
            <a:off x="731520" y="5788152"/>
            <a:ext cx="329184" cy="329184"/>
          </a:xfrm>
          <a:prstGeom prst="rect">
            <a:avLst/>
          </a:prstGeom>
        </p:spPr>
      </p:pic>
      <p:sp>
        <p:nvSpPr>
          <p:cNvPr id="24" name="Text 15"/>
          <p:cNvSpPr txBox="1"/>
          <p:nvPr/>
        </p:nvSpPr>
        <p:spPr>
          <a:xfrm>
            <a:off x="1188720" y="5669280"/>
            <a:ext cx="10241280" cy="566928"/>
          </a:xfrm>
          <a:prstGeom prst="rect">
            <a:avLst/>
          </a:prstGeom>
          <a:noFill/>
          <a:ln/>
        </p:spPr>
        <p:txBody>
          <a:bodyPr wrap="square" lIns="0" tIns="0" rIns="0" bIns="0" rtlCol="0" anchor="ctr"/>
          <a:lstStyle/>
          <a:p>
            <a:pPr algn="l" indent="0" marL="0">
              <a:buNone/>
            </a:pPr>
            <a:r>
              <a:rPr lang="en-US" sz="1700" dirty="0">
                <a:solidFill>
                  <a:schemeClr val="tx1"/>
                </a:solidFill>
              </a:rPr>
              <a:t>Une relative = une information en plus sur un nom, dans la même phrase.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Deux phrases, une phrase</a:t>
            </a:r>
            <a:endParaRPr lang="en-US" sz="3000" dirty="0"/>
          </a:p>
        </p:txBody>
      </p:sp>
      <p:sp>
        <p:nvSpPr>
          <p:cNvPr id="3" name="tag"/>
          <p:cNvSpPr/>
          <p:nvPr/>
        </p:nvSpPr>
        <p:spPr>
          <a:xfrm>
            <a:off x="548640" y="237744"/>
            <a:ext cx="1770278" cy="310896"/>
          </a:xfrm>
          <a:prstGeom prst="roundRect">
            <a:avLst>
              <a:gd name="adj" fmla="val 14706"/>
            </a:avLst>
          </a:prstGeom>
          <a:solidFill>
            <a:schemeClr val="accent2"/>
          </a:solidFill>
          <a:ln/>
        </p:spPr>
        <p:txBody>
          <a:bodyPr wrap="square" lIns="0" tIns="0" rIns="0" bIns="0" rtlCol="0" anchor="ctr"/>
          <a:lstStyle/>
          <a:p>
            <a:pPr algn="ctr" indent="0" marL="0">
              <a:buNone/>
            </a:pPr>
            <a:r>
              <a:rPr lang="en-US" sz="1200" b="1" spc="100" kern="0" dirty="0">
                <a:solidFill>
                  <a:srgbClr val="FFFFFF"/>
                </a:solidFill>
              </a:rPr>
              <a:t>ÉCHAUFFEMENT</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pic>
        <p:nvPicPr>
          <p:cNvPr id="15" name="Image 0" descr="woman office worker">    </p:cNvPr>
          <p:cNvPicPr>
            <a:picLocks noChangeAspect="1"/>
          </p:cNvPicPr>
          <p:nvPr/>
        </p:nvPicPr>
        <p:blipFill>
          <a:blip r:embed="rId1"/>
          <a:stretch>
            <a:fillRect/>
          </a:stretch>
        </p:blipFill>
        <p:spPr>
          <a:xfrm>
            <a:off x="594360" y="1892808"/>
            <a:ext cx="914400" cy="914400"/>
          </a:xfrm>
          <a:prstGeom prst="rect">
            <a:avLst/>
          </a:prstGeom>
        </p:spPr>
      </p:pic>
      <p:sp>
        <p:nvSpPr>
          <p:cNvPr id="16" name="Shape 12"/>
          <p:cNvSpPr/>
          <p:nvPr/>
        </p:nvSpPr>
        <p:spPr>
          <a:xfrm>
            <a:off x="3485236" y="1481328"/>
            <a:ext cx="2186330" cy="475488"/>
          </a:xfrm>
          <a:prstGeom prst="roundRect">
            <a:avLst>
              <a:gd name="adj" fmla="val 2307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7" name="Text 13"/>
          <p:cNvSpPr txBox="1"/>
          <p:nvPr/>
        </p:nvSpPr>
        <p:spPr>
          <a:xfrm>
            <a:off x="3485236" y="1481328"/>
            <a:ext cx="2186330" cy="475488"/>
          </a:xfrm>
          <a:prstGeom prst="rect">
            <a:avLst/>
          </a:prstGeom>
          <a:noFill/>
          <a:ln/>
        </p:spPr>
        <p:txBody>
          <a:bodyPr wrap="square" lIns="0" tIns="0" rIns="0" bIns="0" rtlCol="0" anchor="ctr"/>
          <a:lstStyle/>
          <a:p>
            <a:pPr algn="ctr" indent="0" marL="0">
              <a:buNone/>
            </a:pPr>
            <a:r>
              <a:rPr lang="en-US" sz="1800" i="1" dirty="0">
                <a:solidFill>
                  <a:srgbClr val="4A5A70"/>
                </a:solidFill>
              </a:rPr>
              <a:t>Ik heb een collega.</a:t>
            </a:r>
            <a:endParaRPr lang="en-US" sz="1800" dirty="0"/>
          </a:p>
        </p:txBody>
      </p:sp>
      <p:sp>
        <p:nvSpPr>
          <p:cNvPr id="18" name="Text 14"/>
          <p:cNvSpPr txBox="1"/>
          <p:nvPr/>
        </p:nvSpPr>
        <p:spPr>
          <a:xfrm>
            <a:off x="5671566" y="1481328"/>
            <a:ext cx="548640" cy="475488"/>
          </a:xfrm>
          <a:prstGeom prst="rect">
            <a:avLst/>
          </a:prstGeom>
          <a:noFill/>
          <a:ln/>
        </p:spPr>
        <p:txBody>
          <a:bodyPr wrap="square" lIns="0" tIns="0" rIns="0" bIns="0" rtlCol="0" anchor="ctr"/>
          <a:lstStyle/>
          <a:p>
            <a:pPr algn="ctr" indent="0" marL="0">
              <a:buNone/>
            </a:pPr>
            <a:r>
              <a:rPr lang="en-US" sz="2200" b="1" dirty="0">
                <a:solidFill>
                  <a:srgbClr val="4A5A70"/>
                </a:solidFill>
              </a:rPr>
              <a:t>+</a:t>
            </a:r>
            <a:endParaRPr lang="en-US" sz="2200" dirty="0"/>
          </a:p>
        </p:txBody>
      </p:sp>
      <p:sp>
        <p:nvSpPr>
          <p:cNvPr id="19" name="Shape 15"/>
          <p:cNvSpPr/>
          <p:nvPr/>
        </p:nvSpPr>
        <p:spPr>
          <a:xfrm>
            <a:off x="6220206" y="1481328"/>
            <a:ext cx="3096158" cy="475488"/>
          </a:xfrm>
          <a:prstGeom prst="roundRect">
            <a:avLst>
              <a:gd name="adj" fmla="val 2307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0" name="Text 16"/>
          <p:cNvSpPr txBox="1"/>
          <p:nvPr/>
        </p:nvSpPr>
        <p:spPr>
          <a:xfrm>
            <a:off x="6220206" y="1481328"/>
            <a:ext cx="3096158" cy="475488"/>
          </a:xfrm>
          <a:prstGeom prst="rect">
            <a:avLst/>
          </a:prstGeom>
          <a:noFill/>
          <a:ln/>
        </p:spPr>
        <p:txBody>
          <a:bodyPr wrap="square" lIns="0" tIns="0" rIns="0" bIns="0" rtlCol="0" anchor="ctr"/>
          <a:lstStyle/>
          <a:p>
            <a:pPr algn="ctr" indent="0" marL="0">
              <a:buNone/>
            </a:pPr>
            <a:r>
              <a:rPr lang="en-US" sz="1800" i="1" strike="sngStrike" dirty="0">
                <a:solidFill>
                  <a:srgbClr val="B83227"/>
                </a:solidFill>
              </a:rPr>
              <a:t>De collega</a:t>
            </a:r>
            <a:r>
              <a:rPr lang="en-US" sz="1800" i="1" dirty="0">
                <a:solidFill>
                  <a:srgbClr val="4A5A70"/>
                </a:solidFill>
              </a:rPr>
              <a:t> </a:t>
            </a:r>
            <a:r>
              <a:rPr lang="en-US" sz="1800" b="1" i="1" dirty="0">
                <a:solidFill>
                  <a:srgbClr val="B83227"/>
                </a:solidFill>
              </a:rPr>
              <a:t>spreekt</a:t>
            </a:r>
            <a:r>
              <a:rPr lang="en-US" sz="1800" i="1" dirty="0">
                <a:solidFill>
                  <a:srgbClr val="4A5A70"/>
                </a:solidFill>
              </a:rPr>
              <a:t> vijf talen.</a:t>
            </a:r>
            <a:endParaRPr lang="en-US" sz="1800" dirty="0"/>
          </a:p>
        </p:txBody>
      </p:sp>
      <p:sp>
        <p:nvSpPr>
          <p:cNvPr id="21" name="Shape 17"/>
          <p:cNvSpPr/>
          <p:nvPr/>
        </p:nvSpPr>
        <p:spPr>
          <a:xfrm>
            <a:off x="6400800" y="2029968"/>
            <a:ext cx="914" cy="274320"/>
          </a:xfrm>
          <a:prstGeom prst="line">
            <a:avLst/>
          </a:prstGeom>
          <a:noFill/>
          <a:ln w="25400">
            <a:solidFill>
              <a:srgbClr val="4A5A70"/>
            </a:solidFill>
            <a:prstDash val="solid"/>
            <a:tailEnd type="triangle"/>
          </a:ln>
        </p:spPr>
      </p:sp>
      <p:sp>
        <p:nvSpPr>
          <p:cNvPr id="22" name="Text 18"/>
          <p:cNvSpPr txBox="1"/>
          <p:nvPr/>
        </p:nvSpPr>
        <p:spPr>
          <a:xfrm>
            <a:off x="3321622" y="2395728"/>
            <a:ext cx="839495" cy="566928"/>
          </a:xfrm>
          <a:prstGeom prst="rect">
            <a:avLst/>
          </a:prstGeom>
          <a:noFill/>
          <a:ln/>
        </p:spPr>
        <p:txBody>
          <a:bodyPr wrap="square" lIns="0" tIns="0" rIns="0" bIns="0" rtlCol="0" anchor="ctr"/>
          <a:lstStyle/>
          <a:p>
            <a:pPr algn="ctr" indent="0" marL="0">
              <a:buNone/>
            </a:pPr>
            <a:r>
              <a:rPr lang="en-US" sz="2200" i="1" dirty="0">
                <a:solidFill>
                  <a:srgbClr val="1B2333"/>
                </a:solidFill>
              </a:rPr>
              <a:t>Ik heb</a:t>
            </a:r>
            <a:endParaRPr lang="en-US" sz="2200" dirty="0"/>
          </a:p>
        </p:txBody>
      </p:sp>
      <p:sp>
        <p:nvSpPr>
          <p:cNvPr id="23" name="Shape 19"/>
          <p:cNvSpPr/>
          <p:nvPr/>
        </p:nvSpPr>
        <p:spPr>
          <a:xfrm>
            <a:off x="4243413" y="2395728"/>
            <a:ext cx="1693875" cy="566928"/>
          </a:xfrm>
          <a:prstGeom prst="roundRect">
            <a:avLst>
              <a:gd name="adj" fmla="val 19355"/>
            </a:avLst>
          </a:prstGeom>
          <a:solidFill>
            <a:srgbClr val="E6EBF2"/>
          </a:solidFill>
          <a:ln w="22225">
            <a:solidFill>
              <a:srgbClr val="17375E"/>
            </a:solidFill>
            <a:prstDash val="solid"/>
          </a:ln>
        </p:spPr>
      </p:sp>
      <p:sp>
        <p:nvSpPr>
          <p:cNvPr id="24" name="Text 20"/>
          <p:cNvSpPr txBox="1"/>
          <p:nvPr/>
        </p:nvSpPr>
        <p:spPr>
          <a:xfrm>
            <a:off x="4243413" y="2395728"/>
            <a:ext cx="1693875" cy="566928"/>
          </a:xfrm>
          <a:prstGeom prst="rect">
            <a:avLst/>
          </a:prstGeom>
          <a:noFill/>
          <a:ln/>
        </p:spPr>
        <p:txBody>
          <a:bodyPr wrap="square" lIns="0" tIns="0" rIns="0" bIns="0" rtlCol="0" anchor="ctr"/>
          <a:lstStyle/>
          <a:p>
            <a:pPr algn="ctr" indent="0" marL="0">
              <a:buNone/>
            </a:pPr>
            <a:r>
              <a:rPr lang="en-US" sz="2200" b="1" i="1" dirty="0">
                <a:solidFill>
                  <a:srgbClr val="17375E"/>
                </a:solidFill>
              </a:rPr>
              <a:t>een collega</a:t>
            </a:r>
            <a:endParaRPr lang="en-US" sz="2200" dirty="0"/>
          </a:p>
        </p:txBody>
      </p:sp>
      <p:sp>
        <p:nvSpPr>
          <p:cNvPr id="25" name="Shape 21"/>
          <p:cNvSpPr/>
          <p:nvPr/>
        </p:nvSpPr>
        <p:spPr>
          <a:xfrm>
            <a:off x="6065304" y="2395728"/>
            <a:ext cx="743356" cy="566928"/>
          </a:xfrm>
          <a:prstGeom prst="roundRect">
            <a:avLst>
              <a:gd name="adj" fmla="val 19355"/>
            </a:avLst>
          </a:prstGeom>
          <a:solidFill>
            <a:srgbClr val="17375E"/>
          </a:solidFill>
          <a:ln w="12700">
            <a:solidFill>
              <a:srgbClr val="FFFFFF">
                <a:alpha val="0"/>
              </a:srgbClr>
            </a:solidFill>
            <a:prstDash val="solid"/>
          </a:ln>
        </p:spPr>
      </p:sp>
      <p:sp>
        <p:nvSpPr>
          <p:cNvPr id="26" name="Text 22"/>
          <p:cNvSpPr txBox="1"/>
          <p:nvPr/>
        </p:nvSpPr>
        <p:spPr>
          <a:xfrm>
            <a:off x="6065304" y="2395728"/>
            <a:ext cx="743356" cy="566928"/>
          </a:xfrm>
          <a:prstGeom prst="rect">
            <a:avLst/>
          </a:prstGeom>
          <a:noFill/>
          <a:ln/>
        </p:spPr>
        <p:txBody>
          <a:bodyPr wrap="square" lIns="0" tIns="0" rIns="0" bIns="0" rtlCol="0" anchor="ctr"/>
          <a:lstStyle/>
          <a:p>
            <a:pPr algn="ctr" indent="0" marL="0">
              <a:buNone/>
            </a:pPr>
            <a:r>
              <a:rPr lang="en-US" sz="2200" b="1" i="1" dirty="0">
                <a:solidFill>
                  <a:srgbClr val="FFFFFF"/>
                </a:solidFill>
              </a:rPr>
              <a:t>die</a:t>
            </a:r>
            <a:endParaRPr lang="en-US" sz="2200" dirty="0"/>
          </a:p>
        </p:txBody>
      </p:sp>
      <p:sp>
        <p:nvSpPr>
          <p:cNvPr id="27" name="Text 23"/>
          <p:cNvSpPr txBox="1"/>
          <p:nvPr/>
        </p:nvSpPr>
        <p:spPr>
          <a:xfrm>
            <a:off x="6890957" y="2395728"/>
            <a:ext cx="1129513" cy="566928"/>
          </a:xfrm>
          <a:prstGeom prst="rect">
            <a:avLst/>
          </a:prstGeom>
          <a:noFill/>
          <a:ln/>
        </p:spPr>
        <p:txBody>
          <a:bodyPr wrap="square" lIns="0" tIns="0" rIns="0" bIns="0" rtlCol="0" anchor="ctr"/>
          <a:lstStyle/>
          <a:p>
            <a:pPr algn="ctr" indent="0" marL="0">
              <a:buNone/>
            </a:pPr>
            <a:r>
              <a:rPr lang="en-US" sz="2200" i="1" dirty="0">
                <a:solidFill>
                  <a:srgbClr val="1B2333"/>
                </a:solidFill>
              </a:rPr>
              <a:t>vijf talen</a:t>
            </a:r>
            <a:endParaRPr lang="en-US" sz="2200" dirty="0"/>
          </a:p>
        </p:txBody>
      </p:sp>
      <p:sp>
        <p:nvSpPr>
          <p:cNvPr id="28" name="Shape 24"/>
          <p:cNvSpPr/>
          <p:nvPr/>
        </p:nvSpPr>
        <p:spPr>
          <a:xfrm>
            <a:off x="8102765" y="2395728"/>
            <a:ext cx="1331493" cy="566928"/>
          </a:xfrm>
          <a:prstGeom prst="roundRect">
            <a:avLst>
              <a:gd name="adj" fmla="val 19355"/>
            </a:avLst>
          </a:prstGeom>
          <a:solidFill>
            <a:srgbClr val="B83227"/>
          </a:solidFill>
          <a:ln w="12700">
            <a:solidFill>
              <a:srgbClr val="FFFFFF">
                <a:alpha val="0"/>
              </a:srgbClr>
            </a:solidFill>
            <a:prstDash val="solid"/>
          </a:ln>
        </p:spPr>
      </p:sp>
      <p:sp>
        <p:nvSpPr>
          <p:cNvPr id="29" name="Text 25"/>
          <p:cNvSpPr txBox="1"/>
          <p:nvPr/>
        </p:nvSpPr>
        <p:spPr>
          <a:xfrm>
            <a:off x="8102765" y="2395728"/>
            <a:ext cx="1331493" cy="566928"/>
          </a:xfrm>
          <a:prstGeom prst="rect">
            <a:avLst/>
          </a:prstGeom>
          <a:noFill/>
          <a:ln/>
        </p:spPr>
        <p:txBody>
          <a:bodyPr wrap="square" lIns="0" tIns="0" rIns="0" bIns="0" rtlCol="0" anchor="ctr"/>
          <a:lstStyle/>
          <a:p>
            <a:pPr algn="ctr" indent="0" marL="0">
              <a:buNone/>
            </a:pPr>
            <a:r>
              <a:rPr lang="en-US" sz="2200" b="1" i="1" dirty="0">
                <a:solidFill>
                  <a:srgbClr val="FFFFFF"/>
                </a:solidFill>
              </a:rPr>
              <a:t>spreekt.</a:t>
            </a:r>
            <a:endParaRPr lang="en-US" sz="2200" dirty="0"/>
          </a:p>
        </p:txBody>
      </p:sp>
      <p:sp>
        <p:nvSpPr>
          <p:cNvPr id="30" name="Shape 26"/>
          <p:cNvSpPr/>
          <p:nvPr/>
        </p:nvSpPr>
        <p:spPr>
          <a:xfrm>
            <a:off x="5090351" y="2093976"/>
            <a:ext cx="1346632" cy="640080"/>
          </a:xfrm>
          <a:prstGeom prst="arc">
            <a:avLst>
              <a:gd name="adj1" fmla="val 10800000"/>
              <a:gd name="adj2" fmla="val 21600000"/>
            </a:avLst>
          </a:prstGeom>
          <a:solidFill>
            <a:srgbClr val="FFFFFF">
              <a:alpha val="0"/>
            </a:srgbClr>
          </a:solidFill>
          <a:ln w="28575">
            <a:solidFill>
              <a:srgbClr val="17375E"/>
            </a:solidFill>
            <a:prstDash val="solid"/>
            <a:headEnd type="triangle"/>
          </a:ln>
        </p:spPr>
      </p:sp>
      <p:sp>
        <p:nvSpPr>
          <p:cNvPr id="31" name="Shape 27"/>
          <p:cNvSpPr/>
          <p:nvPr/>
        </p:nvSpPr>
        <p:spPr>
          <a:xfrm>
            <a:off x="6281534" y="3054096"/>
            <a:ext cx="310896" cy="310896"/>
          </a:xfrm>
          <a:prstGeom prst="ellipse">
            <a:avLst/>
          </a:prstGeom>
          <a:solidFill>
            <a:srgbClr val="17375E"/>
          </a:solidFill>
          <a:ln w="12700">
            <a:solidFill>
              <a:srgbClr val="FFFFFF">
                <a:alpha val="0"/>
              </a:srgbClr>
            </a:solidFill>
            <a:prstDash val="solid"/>
          </a:ln>
        </p:spPr>
      </p:sp>
      <p:sp>
        <p:nvSpPr>
          <p:cNvPr id="32" name="Text 28"/>
          <p:cNvSpPr txBox="1"/>
          <p:nvPr/>
        </p:nvSpPr>
        <p:spPr>
          <a:xfrm>
            <a:off x="6281534" y="3054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33" name="Shape 29"/>
          <p:cNvSpPr/>
          <p:nvPr/>
        </p:nvSpPr>
        <p:spPr>
          <a:xfrm>
            <a:off x="8613064" y="3054096"/>
            <a:ext cx="310896" cy="310896"/>
          </a:xfrm>
          <a:prstGeom prst="ellipse">
            <a:avLst/>
          </a:prstGeom>
          <a:solidFill>
            <a:srgbClr val="B83227"/>
          </a:solidFill>
          <a:ln w="12700">
            <a:solidFill>
              <a:srgbClr val="FFFFFF">
                <a:alpha val="0"/>
              </a:srgbClr>
            </a:solidFill>
            <a:prstDash val="solid"/>
          </a:ln>
        </p:spPr>
      </p:sp>
      <p:sp>
        <p:nvSpPr>
          <p:cNvPr id="34" name="Text 30"/>
          <p:cNvSpPr txBox="1"/>
          <p:nvPr/>
        </p:nvSpPr>
        <p:spPr>
          <a:xfrm>
            <a:off x="8613064" y="30540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pic>
        <p:nvPicPr>
          <p:cNvPr id="35" name="Image 1" descr="page facing up">    </p:cNvPr>
          <p:cNvPicPr>
            <a:picLocks noChangeAspect="1"/>
          </p:cNvPicPr>
          <p:nvPr/>
        </p:nvPicPr>
        <p:blipFill>
          <a:blip r:embed="rId2"/>
          <a:stretch>
            <a:fillRect/>
          </a:stretch>
        </p:blipFill>
        <p:spPr>
          <a:xfrm>
            <a:off x="594360" y="3950208"/>
            <a:ext cx="914400" cy="914400"/>
          </a:xfrm>
          <a:prstGeom prst="rect">
            <a:avLst/>
          </a:prstGeom>
        </p:spPr>
      </p:pic>
      <p:sp>
        <p:nvSpPr>
          <p:cNvPr id="36" name="Shape 31"/>
          <p:cNvSpPr/>
          <p:nvPr/>
        </p:nvSpPr>
        <p:spPr>
          <a:xfrm>
            <a:off x="3128277" y="3538728"/>
            <a:ext cx="2217649" cy="475488"/>
          </a:xfrm>
          <a:prstGeom prst="roundRect">
            <a:avLst>
              <a:gd name="adj" fmla="val 2307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7" name="Text 32"/>
          <p:cNvSpPr txBox="1"/>
          <p:nvPr/>
        </p:nvSpPr>
        <p:spPr>
          <a:xfrm>
            <a:off x="3128277" y="3538728"/>
            <a:ext cx="2217649" cy="475488"/>
          </a:xfrm>
          <a:prstGeom prst="rect">
            <a:avLst/>
          </a:prstGeom>
          <a:noFill/>
          <a:ln/>
        </p:spPr>
        <p:txBody>
          <a:bodyPr wrap="square" lIns="0" tIns="0" rIns="0" bIns="0" rtlCol="0" anchor="ctr"/>
          <a:lstStyle/>
          <a:p>
            <a:pPr algn="ctr" indent="0" marL="0">
              <a:buNone/>
            </a:pPr>
            <a:r>
              <a:rPr lang="en-US" sz="1800" i="1" dirty="0">
                <a:solidFill>
                  <a:srgbClr val="4A5A70"/>
                </a:solidFill>
              </a:rPr>
              <a:t>Ik lees het rapport.</a:t>
            </a:r>
            <a:endParaRPr lang="en-US" sz="1800" dirty="0"/>
          </a:p>
        </p:txBody>
      </p:sp>
      <p:sp>
        <p:nvSpPr>
          <p:cNvPr id="38" name="Text 33"/>
          <p:cNvSpPr txBox="1"/>
          <p:nvPr/>
        </p:nvSpPr>
        <p:spPr>
          <a:xfrm>
            <a:off x="5345925" y="3538728"/>
            <a:ext cx="548640" cy="475488"/>
          </a:xfrm>
          <a:prstGeom prst="rect">
            <a:avLst/>
          </a:prstGeom>
          <a:noFill/>
          <a:ln/>
        </p:spPr>
        <p:txBody>
          <a:bodyPr wrap="square" lIns="0" tIns="0" rIns="0" bIns="0" rtlCol="0" anchor="ctr"/>
          <a:lstStyle/>
          <a:p>
            <a:pPr algn="ctr" indent="0" marL="0">
              <a:buNone/>
            </a:pPr>
            <a:r>
              <a:rPr lang="en-US" sz="2200" b="1" dirty="0">
                <a:solidFill>
                  <a:srgbClr val="4A5A70"/>
                </a:solidFill>
              </a:rPr>
              <a:t>+</a:t>
            </a:r>
            <a:endParaRPr lang="en-US" sz="2200" dirty="0"/>
          </a:p>
        </p:txBody>
      </p:sp>
      <p:sp>
        <p:nvSpPr>
          <p:cNvPr id="39" name="Shape 34"/>
          <p:cNvSpPr/>
          <p:nvPr/>
        </p:nvSpPr>
        <p:spPr>
          <a:xfrm>
            <a:off x="5894565" y="3538728"/>
            <a:ext cx="3778758" cy="475488"/>
          </a:xfrm>
          <a:prstGeom prst="roundRect">
            <a:avLst>
              <a:gd name="adj" fmla="val 2307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0" name="Text 35"/>
          <p:cNvSpPr txBox="1"/>
          <p:nvPr/>
        </p:nvSpPr>
        <p:spPr>
          <a:xfrm>
            <a:off x="5894565" y="3538728"/>
            <a:ext cx="3778758" cy="475488"/>
          </a:xfrm>
          <a:prstGeom prst="rect">
            <a:avLst/>
          </a:prstGeom>
          <a:noFill/>
          <a:ln/>
        </p:spPr>
        <p:txBody>
          <a:bodyPr wrap="square" lIns="0" tIns="0" rIns="0" bIns="0" rtlCol="0" anchor="ctr"/>
          <a:lstStyle/>
          <a:p>
            <a:pPr algn="ctr" indent="0" marL="0">
              <a:buNone/>
            </a:pPr>
            <a:r>
              <a:rPr lang="en-US" sz="1800" i="1" dirty="0">
                <a:solidFill>
                  <a:srgbClr val="4A5A70"/>
                </a:solidFill>
              </a:rPr>
              <a:t>Sofie </a:t>
            </a:r>
            <a:r>
              <a:rPr lang="en-US" sz="1800" b="1" i="1" dirty="0">
                <a:solidFill>
                  <a:srgbClr val="B83227"/>
                </a:solidFill>
              </a:rPr>
              <a:t>heeft</a:t>
            </a:r>
            <a:r>
              <a:rPr lang="en-US" sz="1800" i="1" dirty="0">
                <a:solidFill>
                  <a:srgbClr val="4A5A70"/>
                </a:solidFill>
              </a:rPr>
              <a:t> </a:t>
            </a:r>
            <a:r>
              <a:rPr lang="en-US" sz="1800" i="1" strike="sngStrike" dirty="0">
                <a:solidFill>
                  <a:srgbClr val="B83227"/>
                </a:solidFill>
              </a:rPr>
              <a:t>het rapport</a:t>
            </a:r>
            <a:r>
              <a:rPr lang="en-US" sz="1800" i="1" dirty="0">
                <a:solidFill>
                  <a:srgbClr val="4A5A70"/>
                </a:solidFill>
              </a:rPr>
              <a:t> </a:t>
            </a:r>
            <a:r>
              <a:rPr lang="en-US" sz="1800" b="1" i="1" dirty="0">
                <a:solidFill>
                  <a:srgbClr val="B83227"/>
                </a:solidFill>
              </a:rPr>
              <a:t>geschreven</a:t>
            </a:r>
            <a:r>
              <a:rPr lang="en-US" sz="1800" i="1" dirty="0">
                <a:solidFill>
                  <a:srgbClr val="4A5A70"/>
                </a:solidFill>
              </a:rPr>
              <a:t>.</a:t>
            </a:r>
            <a:endParaRPr lang="en-US" sz="1800" dirty="0"/>
          </a:p>
        </p:txBody>
      </p:sp>
      <p:sp>
        <p:nvSpPr>
          <p:cNvPr id="41" name="Shape 36"/>
          <p:cNvSpPr/>
          <p:nvPr/>
        </p:nvSpPr>
        <p:spPr>
          <a:xfrm>
            <a:off x="6400800" y="4087368"/>
            <a:ext cx="914" cy="274320"/>
          </a:xfrm>
          <a:prstGeom prst="line">
            <a:avLst/>
          </a:prstGeom>
          <a:noFill/>
          <a:ln w="25400">
            <a:solidFill>
              <a:srgbClr val="4A5A70"/>
            </a:solidFill>
            <a:prstDash val="solid"/>
            <a:tailEnd type="triangle"/>
          </a:ln>
        </p:spPr>
      </p:sp>
      <p:sp>
        <p:nvSpPr>
          <p:cNvPr id="42" name="Text 37"/>
          <p:cNvSpPr txBox="1"/>
          <p:nvPr/>
        </p:nvSpPr>
        <p:spPr>
          <a:xfrm>
            <a:off x="2936189" y="4453128"/>
            <a:ext cx="858774" cy="566928"/>
          </a:xfrm>
          <a:prstGeom prst="rect">
            <a:avLst/>
          </a:prstGeom>
          <a:noFill/>
          <a:ln/>
        </p:spPr>
        <p:txBody>
          <a:bodyPr wrap="square" lIns="0" tIns="0" rIns="0" bIns="0" rtlCol="0" anchor="ctr"/>
          <a:lstStyle/>
          <a:p>
            <a:pPr algn="ctr" indent="0" marL="0">
              <a:buNone/>
            </a:pPr>
            <a:r>
              <a:rPr lang="en-US" sz="2200" i="1" dirty="0">
                <a:solidFill>
                  <a:srgbClr val="1B2333"/>
                </a:solidFill>
              </a:rPr>
              <a:t>Ik lees</a:t>
            </a:r>
            <a:endParaRPr lang="en-US" sz="2200" dirty="0"/>
          </a:p>
        </p:txBody>
      </p:sp>
      <p:sp>
        <p:nvSpPr>
          <p:cNvPr id="43" name="Shape 38"/>
          <p:cNvSpPr/>
          <p:nvPr/>
        </p:nvSpPr>
        <p:spPr>
          <a:xfrm>
            <a:off x="3877259" y="4453128"/>
            <a:ext cx="1718462" cy="566928"/>
          </a:xfrm>
          <a:prstGeom prst="roundRect">
            <a:avLst>
              <a:gd name="adj" fmla="val 19355"/>
            </a:avLst>
          </a:prstGeom>
          <a:solidFill>
            <a:srgbClr val="FDF1E6"/>
          </a:solidFill>
          <a:ln w="22225">
            <a:solidFill>
              <a:srgbClr val="D9700F"/>
            </a:solidFill>
            <a:prstDash val="solid"/>
          </a:ln>
        </p:spPr>
      </p:sp>
      <p:sp>
        <p:nvSpPr>
          <p:cNvPr id="44" name="Text 39"/>
          <p:cNvSpPr txBox="1"/>
          <p:nvPr/>
        </p:nvSpPr>
        <p:spPr>
          <a:xfrm>
            <a:off x="3877259" y="4453128"/>
            <a:ext cx="1718462" cy="566928"/>
          </a:xfrm>
          <a:prstGeom prst="rect">
            <a:avLst/>
          </a:prstGeom>
          <a:noFill/>
          <a:ln/>
        </p:spPr>
        <p:txBody>
          <a:bodyPr wrap="square" lIns="0" tIns="0" rIns="0" bIns="0" rtlCol="0" anchor="ctr"/>
          <a:lstStyle/>
          <a:p>
            <a:pPr algn="ctr" indent="0" marL="0">
              <a:buNone/>
            </a:pPr>
            <a:r>
              <a:rPr lang="en-US" sz="2200" b="1" i="1" dirty="0">
                <a:solidFill>
                  <a:srgbClr val="D9700F"/>
                </a:solidFill>
              </a:rPr>
              <a:t>het rapport</a:t>
            </a:r>
            <a:endParaRPr lang="en-US" sz="2200" dirty="0"/>
          </a:p>
        </p:txBody>
      </p:sp>
      <p:sp>
        <p:nvSpPr>
          <p:cNvPr id="45" name="Shape 40"/>
          <p:cNvSpPr/>
          <p:nvPr/>
        </p:nvSpPr>
        <p:spPr>
          <a:xfrm>
            <a:off x="5723738" y="4453128"/>
            <a:ext cx="769061" cy="566928"/>
          </a:xfrm>
          <a:prstGeom prst="roundRect">
            <a:avLst>
              <a:gd name="adj" fmla="val 19355"/>
            </a:avLst>
          </a:prstGeom>
          <a:solidFill>
            <a:srgbClr val="D9700F"/>
          </a:solidFill>
          <a:ln w="12700">
            <a:solidFill>
              <a:srgbClr val="FFFFFF">
                <a:alpha val="0"/>
              </a:srgbClr>
            </a:solidFill>
            <a:prstDash val="solid"/>
          </a:ln>
        </p:spPr>
      </p:sp>
      <p:sp>
        <p:nvSpPr>
          <p:cNvPr id="46" name="Text 41"/>
          <p:cNvSpPr txBox="1"/>
          <p:nvPr/>
        </p:nvSpPr>
        <p:spPr>
          <a:xfrm>
            <a:off x="5723738" y="4453128"/>
            <a:ext cx="769061" cy="566928"/>
          </a:xfrm>
          <a:prstGeom prst="rect">
            <a:avLst/>
          </a:prstGeom>
          <a:noFill/>
          <a:ln/>
        </p:spPr>
        <p:txBody>
          <a:bodyPr wrap="square" lIns="0" tIns="0" rIns="0" bIns="0" rtlCol="0" anchor="ctr"/>
          <a:lstStyle/>
          <a:p>
            <a:pPr algn="ctr" indent="0" marL="0">
              <a:buNone/>
            </a:pPr>
            <a:r>
              <a:rPr lang="en-US" sz="2200" b="1" i="1" dirty="0">
                <a:solidFill>
                  <a:srgbClr val="FFFFFF"/>
                </a:solidFill>
              </a:rPr>
              <a:t>dat</a:t>
            </a:r>
            <a:endParaRPr lang="en-US" sz="2200" dirty="0"/>
          </a:p>
        </p:txBody>
      </p:sp>
      <p:sp>
        <p:nvSpPr>
          <p:cNvPr id="47" name="Text 42"/>
          <p:cNvSpPr txBox="1"/>
          <p:nvPr/>
        </p:nvSpPr>
        <p:spPr>
          <a:xfrm>
            <a:off x="6575095" y="4453128"/>
            <a:ext cx="710413" cy="566928"/>
          </a:xfrm>
          <a:prstGeom prst="rect">
            <a:avLst/>
          </a:prstGeom>
          <a:noFill/>
          <a:ln/>
        </p:spPr>
        <p:txBody>
          <a:bodyPr wrap="square" lIns="0" tIns="0" rIns="0" bIns="0" rtlCol="0" anchor="ctr"/>
          <a:lstStyle/>
          <a:p>
            <a:pPr algn="ctr" indent="0" marL="0">
              <a:buNone/>
            </a:pPr>
            <a:r>
              <a:rPr lang="en-US" sz="2200" i="1" dirty="0">
                <a:solidFill>
                  <a:srgbClr val="1B2333"/>
                </a:solidFill>
              </a:rPr>
              <a:t>Sofie</a:t>
            </a:r>
            <a:endParaRPr lang="en-US" sz="2200" dirty="0"/>
          </a:p>
        </p:txBody>
      </p:sp>
      <p:sp>
        <p:nvSpPr>
          <p:cNvPr id="48" name="Shape 43"/>
          <p:cNvSpPr/>
          <p:nvPr/>
        </p:nvSpPr>
        <p:spPr>
          <a:xfrm>
            <a:off x="7367803" y="4453128"/>
            <a:ext cx="2451887" cy="566928"/>
          </a:xfrm>
          <a:prstGeom prst="roundRect">
            <a:avLst>
              <a:gd name="adj" fmla="val 19355"/>
            </a:avLst>
          </a:prstGeom>
          <a:solidFill>
            <a:srgbClr val="B83227"/>
          </a:solidFill>
          <a:ln w="12700">
            <a:solidFill>
              <a:srgbClr val="FFFFFF">
                <a:alpha val="0"/>
              </a:srgbClr>
            </a:solidFill>
            <a:prstDash val="solid"/>
          </a:ln>
        </p:spPr>
      </p:sp>
      <p:sp>
        <p:nvSpPr>
          <p:cNvPr id="49" name="Text 44"/>
          <p:cNvSpPr txBox="1"/>
          <p:nvPr/>
        </p:nvSpPr>
        <p:spPr>
          <a:xfrm>
            <a:off x="7367803" y="4453128"/>
            <a:ext cx="2451887" cy="566928"/>
          </a:xfrm>
          <a:prstGeom prst="rect">
            <a:avLst/>
          </a:prstGeom>
          <a:noFill/>
          <a:ln/>
        </p:spPr>
        <p:txBody>
          <a:bodyPr wrap="square" lIns="0" tIns="0" rIns="0" bIns="0" rtlCol="0" anchor="ctr"/>
          <a:lstStyle/>
          <a:p>
            <a:pPr algn="ctr" indent="0" marL="0">
              <a:buNone/>
            </a:pPr>
            <a:r>
              <a:rPr lang="en-US" sz="2200" b="1" i="1" dirty="0">
                <a:solidFill>
                  <a:srgbClr val="FFFFFF"/>
                </a:solidFill>
              </a:rPr>
              <a:t>heeft geschreven.</a:t>
            </a:r>
            <a:endParaRPr lang="en-US" sz="2200" dirty="0"/>
          </a:p>
        </p:txBody>
      </p:sp>
      <p:sp>
        <p:nvSpPr>
          <p:cNvPr id="50" name="Shape 45"/>
          <p:cNvSpPr/>
          <p:nvPr/>
        </p:nvSpPr>
        <p:spPr>
          <a:xfrm>
            <a:off x="4736490" y="4151376"/>
            <a:ext cx="1371778" cy="640080"/>
          </a:xfrm>
          <a:prstGeom prst="arc">
            <a:avLst>
              <a:gd name="adj1" fmla="val 10800000"/>
              <a:gd name="adj2" fmla="val 21600000"/>
            </a:avLst>
          </a:prstGeom>
          <a:solidFill>
            <a:srgbClr val="FFFFFF">
              <a:alpha val="0"/>
            </a:srgbClr>
          </a:solidFill>
          <a:ln w="28575">
            <a:solidFill>
              <a:srgbClr val="D9700F"/>
            </a:solidFill>
            <a:prstDash val="solid"/>
            <a:headEnd type="triangle"/>
          </a:ln>
        </p:spPr>
      </p:sp>
      <p:sp>
        <p:nvSpPr>
          <p:cNvPr id="51" name="Shape 46"/>
          <p:cNvSpPr/>
          <p:nvPr/>
        </p:nvSpPr>
        <p:spPr>
          <a:xfrm>
            <a:off x="5769940" y="5111496"/>
            <a:ext cx="310896" cy="310896"/>
          </a:xfrm>
          <a:prstGeom prst="ellipse">
            <a:avLst/>
          </a:prstGeom>
          <a:solidFill>
            <a:srgbClr val="D9700F"/>
          </a:solidFill>
          <a:ln w="12700">
            <a:solidFill>
              <a:srgbClr val="FFFFFF">
                <a:alpha val="0"/>
              </a:srgbClr>
            </a:solidFill>
            <a:prstDash val="solid"/>
          </a:ln>
        </p:spPr>
      </p:sp>
      <p:sp>
        <p:nvSpPr>
          <p:cNvPr id="52" name="Text 47"/>
          <p:cNvSpPr txBox="1"/>
          <p:nvPr/>
        </p:nvSpPr>
        <p:spPr>
          <a:xfrm>
            <a:off x="5769940" y="51114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53" name="Shape 48"/>
          <p:cNvSpPr/>
          <p:nvPr/>
        </p:nvSpPr>
        <p:spPr>
          <a:xfrm>
            <a:off x="6135700" y="5111496"/>
            <a:ext cx="310896" cy="310896"/>
          </a:xfrm>
          <a:prstGeom prst="ellipse">
            <a:avLst/>
          </a:prstGeom>
          <a:solidFill>
            <a:srgbClr val="D9700F"/>
          </a:solidFill>
          <a:ln w="12700">
            <a:solidFill>
              <a:srgbClr val="FFFFFF">
                <a:alpha val="0"/>
              </a:srgbClr>
            </a:solidFill>
            <a:prstDash val="solid"/>
          </a:ln>
        </p:spPr>
      </p:sp>
      <p:sp>
        <p:nvSpPr>
          <p:cNvPr id="54" name="Text 49"/>
          <p:cNvSpPr txBox="1"/>
          <p:nvPr/>
        </p:nvSpPr>
        <p:spPr>
          <a:xfrm>
            <a:off x="6135700" y="51114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55" name="Shape 50"/>
          <p:cNvSpPr/>
          <p:nvPr/>
        </p:nvSpPr>
        <p:spPr>
          <a:xfrm>
            <a:off x="8438299" y="5111496"/>
            <a:ext cx="310896" cy="310896"/>
          </a:xfrm>
          <a:prstGeom prst="ellipse">
            <a:avLst/>
          </a:prstGeom>
          <a:solidFill>
            <a:srgbClr val="B83227"/>
          </a:solidFill>
          <a:ln w="12700">
            <a:solidFill>
              <a:srgbClr val="FFFFFF">
                <a:alpha val="0"/>
              </a:srgbClr>
            </a:solidFill>
            <a:prstDash val="solid"/>
          </a:ln>
        </p:spPr>
      </p:sp>
      <p:sp>
        <p:nvSpPr>
          <p:cNvPr id="56" name="Text 51"/>
          <p:cNvSpPr txBox="1"/>
          <p:nvPr/>
        </p:nvSpPr>
        <p:spPr>
          <a:xfrm>
            <a:off x="8438299" y="5111496"/>
            <a:ext cx="310896" cy="310896"/>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57" name="Shape 52"/>
          <p:cNvSpPr/>
          <p:nvPr/>
        </p:nvSpPr>
        <p:spPr>
          <a:xfrm>
            <a:off x="548640" y="5715000"/>
            <a:ext cx="11091672" cy="548640"/>
          </a:xfrm>
          <a:prstGeom prst="roundRect">
            <a:avLst>
              <a:gd name="adj" fmla="val 13333"/>
            </a:avLst>
          </a:prstGeom>
          <a:solidFill>
            <a:srgbClr val="17375E"/>
          </a:solidFill>
          <a:ln w="12700">
            <a:solidFill>
              <a:srgbClr val="FFFFFF">
                <a:alpha val="0"/>
              </a:srgbClr>
            </a:solidFill>
            <a:prstDash val="solid"/>
          </a:ln>
        </p:spPr>
      </p:sp>
      <p:sp>
        <p:nvSpPr>
          <p:cNvPr id="58" name="Text 53"/>
          <p:cNvSpPr txBox="1"/>
          <p:nvPr/>
        </p:nvSpPr>
        <p:spPr>
          <a:xfrm>
            <a:off x="822960" y="5715000"/>
            <a:ext cx="10607040" cy="548640"/>
          </a:xfrm>
          <a:prstGeom prst="rect">
            <a:avLst/>
          </a:prstGeom>
          <a:noFill/>
          <a:ln/>
        </p:spPr>
        <p:txBody>
          <a:bodyPr wrap="square" lIns="0" tIns="0" rIns="0" bIns="0" rtlCol="0" anchor="ctr"/>
          <a:lstStyle/>
          <a:p>
            <a:pPr algn="l" indent="0" marL="0">
              <a:buNone/>
            </a:pPr>
            <a:r>
              <a:rPr lang="en-US" sz="1700" b="1" dirty="0">
                <a:solidFill>
                  <a:srgbClr val="FFFFFF"/>
                </a:solidFill>
              </a:rPr>
              <a:t>①</a:t>
            </a:r>
            <a:r>
              <a:rPr lang="en-US" sz="1700" dirty="0">
                <a:solidFill>
                  <a:srgbClr val="FFFFFF"/>
                </a:solidFill>
              </a:rPr>
              <a:t> le nom répété → </a:t>
            </a:r>
            <a:r>
              <a:rPr lang="en-US" sz="1700" b="1" i="1" dirty="0">
                <a:solidFill>
                  <a:srgbClr val="BFD3EA"/>
                </a:solidFill>
              </a:rPr>
              <a:t>die</a:t>
            </a:r>
            <a:r>
              <a:rPr lang="en-US" sz="1700" i="1" dirty="0">
                <a:solidFill>
                  <a:srgbClr val="FFFFFF"/>
                </a:solidFill>
              </a:rPr>
              <a:t> / </a:t>
            </a:r>
            <a:r>
              <a:rPr lang="en-US" sz="1700" b="1" i="1" dirty="0">
                <a:solidFill>
                  <a:srgbClr val="F6B26B"/>
                </a:solidFill>
              </a:rPr>
              <a:t>dat</a:t>
            </a:r>
            <a:r>
              <a:rPr lang="en-US" sz="1700" dirty="0">
                <a:solidFill>
                  <a:srgbClr val="FFFFFF"/>
                </a:solidFill>
              </a:rPr>
              <a:t>      </a:t>
            </a:r>
            <a:r>
              <a:rPr lang="en-US" sz="1700" b="1" dirty="0">
                <a:solidFill>
                  <a:srgbClr val="FFFFFF"/>
                </a:solidFill>
              </a:rPr>
              <a:t>②</a:t>
            </a:r>
            <a:r>
              <a:rPr lang="en-US" sz="1700" dirty="0">
                <a:solidFill>
                  <a:srgbClr val="FFFFFF"/>
                </a:solidFill>
              </a:rPr>
              <a:t> le relatif en tête de la relative      </a:t>
            </a:r>
            <a:r>
              <a:rPr lang="en-US" sz="1700" b="1" dirty="0">
                <a:solidFill>
                  <a:srgbClr val="FFFFFF"/>
                </a:solidFill>
              </a:rPr>
              <a:t>③</a:t>
            </a:r>
            <a:r>
              <a:rPr lang="en-US" sz="1700" dirty="0">
                <a:solidFill>
                  <a:srgbClr val="FFFFFF"/>
                </a:solidFill>
              </a:rPr>
              <a:t> le verbe à la fin</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L’anatomie d’une relative</a:t>
            </a:r>
            <a:endParaRPr lang="en-US" sz="3000" dirty="0"/>
          </a:p>
        </p:txBody>
      </p:sp>
      <p:sp>
        <p:nvSpPr>
          <p:cNvPr id="3" name="tag"/>
          <p:cNvSpPr/>
          <p:nvPr/>
        </p:nvSpPr>
        <p:spPr>
          <a:xfrm>
            <a:off x="548640" y="237744"/>
            <a:ext cx="155265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LE PRINCIPE</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Text 12"/>
          <p:cNvSpPr txBox="1"/>
          <p:nvPr/>
        </p:nvSpPr>
        <p:spPr>
          <a:xfrm>
            <a:off x="2286762" y="1828800"/>
            <a:ext cx="1216152" cy="749808"/>
          </a:xfrm>
          <a:prstGeom prst="rect">
            <a:avLst/>
          </a:prstGeom>
          <a:noFill/>
          <a:ln/>
        </p:spPr>
        <p:txBody>
          <a:bodyPr wrap="square" lIns="0" tIns="0" rIns="0" bIns="0" rtlCol="0" anchor="ctr"/>
          <a:lstStyle/>
          <a:p>
            <a:pPr algn="ctr" indent="0" marL="0">
              <a:buNone/>
            </a:pPr>
            <a:r>
              <a:rPr lang="en-US" sz="3000" i="1" dirty="0">
                <a:solidFill>
                  <a:srgbClr val="1B2333"/>
                </a:solidFill>
              </a:rPr>
              <a:t>Ik zoek</a:t>
            </a:r>
            <a:endParaRPr lang="en-US" sz="3000" dirty="0"/>
          </a:p>
        </p:txBody>
      </p:sp>
      <p:sp>
        <p:nvSpPr>
          <p:cNvPr id="16" name="Shape 13"/>
          <p:cNvSpPr/>
          <p:nvPr/>
        </p:nvSpPr>
        <p:spPr>
          <a:xfrm>
            <a:off x="3621786" y="1828800"/>
            <a:ext cx="1978533" cy="749808"/>
          </a:xfrm>
          <a:prstGeom prst="roundRect">
            <a:avLst>
              <a:gd name="adj" fmla="val 14634"/>
            </a:avLst>
          </a:prstGeom>
          <a:solidFill>
            <a:srgbClr val="E6EBF2"/>
          </a:solidFill>
          <a:ln w="22225">
            <a:solidFill>
              <a:srgbClr val="17375E"/>
            </a:solidFill>
            <a:prstDash val="solid"/>
          </a:ln>
        </p:spPr>
      </p:sp>
      <p:sp>
        <p:nvSpPr>
          <p:cNvPr id="17" name="Text 14"/>
          <p:cNvSpPr txBox="1"/>
          <p:nvPr/>
        </p:nvSpPr>
        <p:spPr>
          <a:xfrm>
            <a:off x="3621786" y="1828800"/>
            <a:ext cx="1978533" cy="749808"/>
          </a:xfrm>
          <a:prstGeom prst="rect">
            <a:avLst/>
          </a:prstGeom>
          <a:noFill/>
          <a:ln/>
        </p:spPr>
        <p:txBody>
          <a:bodyPr wrap="square" lIns="0" tIns="0" rIns="0" bIns="0" rtlCol="0" anchor="ctr"/>
          <a:lstStyle/>
          <a:p>
            <a:pPr algn="ctr" indent="0" marL="0">
              <a:buNone/>
            </a:pPr>
            <a:r>
              <a:rPr lang="en-US" sz="3000" b="1" i="1" dirty="0">
                <a:solidFill>
                  <a:srgbClr val="17375E"/>
                </a:solidFill>
              </a:rPr>
              <a:t>de collega</a:t>
            </a:r>
            <a:endParaRPr lang="en-US" sz="3000" dirty="0"/>
          </a:p>
        </p:txBody>
      </p:sp>
      <p:sp>
        <p:nvSpPr>
          <p:cNvPr id="18" name="Shape 15"/>
          <p:cNvSpPr/>
          <p:nvPr/>
        </p:nvSpPr>
        <p:spPr>
          <a:xfrm>
            <a:off x="5764911" y="1828800"/>
            <a:ext cx="874014" cy="749808"/>
          </a:xfrm>
          <a:prstGeom prst="roundRect">
            <a:avLst>
              <a:gd name="adj" fmla="val 14634"/>
            </a:avLst>
          </a:prstGeom>
          <a:solidFill>
            <a:srgbClr val="17375E"/>
          </a:solidFill>
          <a:ln w="12700">
            <a:solidFill>
              <a:srgbClr val="FFFFFF">
                <a:alpha val="0"/>
              </a:srgbClr>
            </a:solidFill>
            <a:prstDash val="solid"/>
          </a:ln>
        </p:spPr>
      </p:sp>
      <p:sp>
        <p:nvSpPr>
          <p:cNvPr id="19" name="Text 16"/>
          <p:cNvSpPr txBox="1"/>
          <p:nvPr/>
        </p:nvSpPr>
        <p:spPr>
          <a:xfrm>
            <a:off x="5764911" y="1828800"/>
            <a:ext cx="874014" cy="749808"/>
          </a:xfrm>
          <a:prstGeom prst="rect">
            <a:avLst/>
          </a:prstGeom>
          <a:noFill/>
          <a:ln/>
        </p:spPr>
        <p:txBody>
          <a:bodyPr wrap="square" lIns="0" tIns="0" rIns="0" bIns="0" rtlCol="0" anchor="ctr"/>
          <a:lstStyle/>
          <a:p>
            <a:pPr algn="ctr" indent="0" marL="0">
              <a:buNone/>
            </a:pPr>
            <a:r>
              <a:rPr lang="en-US" sz="3000" b="1" i="1" dirty="0">
                <a:solidFill>
                  <a:srgbClr val="FFFFFF"/>
                </a:solidFill>
              </a:rPr>
              <a:t>die</a:t>
            </a:r>
            <a:endParaRPr lang="en-US" sz="3000" dirty="0"/>
          </a:p>
        </p:txBody>
      </p:sp>
      <p:sp>
        <p:nvSpPr>
          <p:cNvPr id="20" name="Text 17"/>
          <p:cNvSpPr txBox="1"/>
          <p:nvPr/>
        </p:nvSpPr>
        <p:spPr>
          <a:xfrm>
            <a:off x="6757797" y="1828800"/>
            <a:ext cx="1653540" cy="749808"/>
          </a:xfrm>
          <a:prstGeom prst="rect">
            <a:avLst/>
          </a:prstGeom>
          <a:noFill/>
          <a:ln/>
        </p:spPr>
        <p:txBody>
          <a:bodyPr wrap="square" lIns="0" tIns="0" rIns="0" bIns="0" rtlCol="0" anchor="ctr"/>
          <a:lstStyle/>
          <a:p>
            <a:pPr algn="ctr" indent="0" marL="0">
              <a:buNone/>
            </a:pPr>
            <a:r>
              <a:rPr lang="en-US" sz="3000" i="1" dirty="0">
                <a:solidFill>
                  <a:srgbClr val="1B2333"/>
                </a:solidFill>
              </a:rPr>
              <a:t>de sleutel</a:t>
            </a:r>
            <a:endParaRPr lang="en-US" sz="3000" dirty="0"/>
          </a:p>
        </p:txBody>
      </p:sp>
      <p:sp>
        <p:nvSpPr>
          <p:cNvPr id="21" name="Shape 18"/>
          <p:cNvSpPr/>
          <p:nvPr/>
        </p:nvSpPr>
        <p:spPr>
          <a:xfrm>
            <a:off x="8530209" y="1828800"/>
            <a:ext cx="1326261" cy="749808"/>
          </a:xfrm>
          <a:prstGeom prst="roundRect">
            <a:avLst>
              <a:gd name="adj" fmla="val 14634"/>
            </a:avLst>
          </a:prstGeom>
          <a:solidFill>
            <a:srgbClr val="B83227"/>
          </a:solidFill>
          <a:ln w="12700">
            <a:solidFill>
              <a:srgbClr val="FFFFFF">
                <a:alpha val="0"/>
              </a:srgbClr>
            </a:solidFill>
            <a:prstDash val="solid"/>
          </a:ln>
        </p:spPr>
      </p:sp>
      <p:sp>
        <p:nvSpPr>
          <p:cNvPr id="22" name="Text 19"/>
          <p:cNvSpPr txBox="1"/>
          <p:nvPr/>
        </p:nvSpPr>
        <p:spPr>
          <a:xfrm>
            <a:off x="8530209" y="1828800"/>
            <a:ext cx="1326261" cy="749808"/>
          </a:xfrm>
          <a:prstGeom prst="rect">
            <a:avLst/>
          </a:prstGeom>
          <a:noFill/>
          <a:ln/>
        </p:spPr>
        <p:txBody>
          <a:bodyPr wrap="square" lIns="0" tIns="0" rIns="0" bIns="0" rtlCol="0" anchor="ctr"/>
          <a:lstStyle/>
          <a:p>
            <a:pPr algn="ctr" indent="0" marL="0">
              <a:buNone/>
            </a:pPr>
            <a:r>
              <a:rPr lang="en-US" sz="3000" b="1" i="1" dirty="0">
                <a:solidFill>
                  <a:srgbClr val="FFFFFF"/>
                </a:solidFill>
              </a:rPr>
              <a:t>heeft.</a:t>
            </a:r>
            <a:endParaRPr lang="en-US" sz="3000" dirty="0"/>
          </a:p>
        </p:txBody>
      </p:sp>
      <p:sp>
        <p:nvSpPr>
          <p:cNvPr id="23" name="Shape 20"/>
          <p:cNvSpPr/>
          <p:nvPr/>
        </p:nvSpPr>
        <p:spPr>
          <a:xfrm>
            <a:off x="4611053" y="1517904"/>
            <a:ext cx="1590865" cy="658368"/>
          </a:xfrm>
          <a:prstGeom prst="arc">
            <a:avLst>
              <a:gd name="adj1" fmla="val 10800000"/>
              <a:gd name="adj2" fmla="val 21600000"/>
            </a:avLst>
          </a:prstGeom>
          <a:solidFill>
            <a:srgbClr val="FFFFFF">
              <a:alpha val="0"/>
            </a:srgbClr>
          </a:solidFill>
          <a:ln w="31750">
            <a:solidFill>
              <a:srgbClr val="17375E"/>
            </a:solidFill>
            <a:prstDash val="solid"/>
            <a:headEnd type="triangle"/>
          </a:ln>
        </p:spPr>
      </p:sp>
      <p:sp>
        <p:nvSpPr>
          <p:cNvPr id="24" name="Text 21"/>
          <p:cNvSpPr txBox="1"/>
          <p:nvPr/>
        </p:nvSpPr>
        <p:spPr>
          <a:xfrm>
            <a:off x="3330893" y="2651760"/>
            <a:ext cx="2560320" cy="310896"/>
          </a:xfrm>
          <a:prstGeom prst="rect">
            <a:avLst/>
          </a:prstGeom>
          <a:noFill/>
          <a:ln/>
        </p:spPr>
        <p:txBody>
          <a:bodyPr wrap="square" lIns="0" tIns="0" rIns="0" bIns="0" rtlCol="0" anchor="ctr"/>
          <a:lstStyle/>
          <a:p>
            <a:pPr algn="ctr" indent="0" marL="0">
              <a:buNone/>
            </a:pPr>
            <a:r>
              <a:rPr lang="en-US" sz="1400" b="1" i="1" dirty="0">
                <a:solidFill>
                  <a:srgbClr val="17375E"/>
                </a:solidFill>
              </a:rPr>
              <a:t>l’antécédent (le nom)</a:t>
            </a:r>
            <a:endParaRPr lang="en-US" sz="1400" dirty="0"/>
          </a:p>
        </p:txBody>
      </p:sp>
      <p:sp>
        <p:nvSpPr>
          <p:cNvPr id="25" name="Text 22"/>
          <p:cNvSpPr txBox="1"/>
          <p:nvPr/>
        </p:nvSpPr>
        <p:spPr>
          <a:xfrm>
            <a:off x="4921758" y="2651760"/>
            <a:ext cx="2560320" cy="310896"/>
          </a:xfrm>
          <a:prstGeom prst="rect">
            <a:avLst/>
          </a:prstGeom>
          <a:noFill/>
          <a:ln/>
        </p:spPr>
        <p:txBody>
          <a:bodyPr wrap="square" lIns="0" tIns="0" rIns="0" bIns="0" rtlCol="0" anchor="ctr"/>
          <a:lstStyle/>
          <a:p>
            <a:pPr algn="ctr" indent="0" marL="0">
              <a:buNone/>
            </a:pPr>
            <a:r>
              <a:rPr lang="en-US" sz="1400" b="1" i="1" dirty="0">
                <a:solidFill>
                  <a:srgbClr val="17375E"/>
                </a:solidFill>
              </a:rPr>
              <a:t>le relatif</a:t>
            </a:r>
            <a:endParaRPr lang="en-US" sz="1400" dirty="0"/>
          </a:p>
        </p:txBody>
      </p:sp>
      <p:sp>
        <p:nvSpPr>
          <p:cNvPr id="26" name="Text 23"/>
          <p:cNvSpPr txBox="1"/>
          <p:nvPr/>
        </p:nvSpPr>
        <p:spPr>
          <a:xfrm>
            <a:off x="7913179" y="2651760"/>
            <a:ext cx="2560320" cy="310896"/>
          </a:xfrm>
          <a:prstGeom prst="rect">
            <a:avLst/>
          </a:prstGeom>
          <a:noFill/>
          <a:ln/>
        </p:spPr>
        <p:txBody>
          <a:bodyPr wrap="square" lIns="0" tIns="0" rIns="0" bIns="0" rtlCol="0" anchor="ctr"/>
          <a:lstStyle/>
          <a:p>
            <a:pPr algn="ctr" indent="0" marL="0">
              <a:buNone/>
            </a:pPr>
            <a:r>
              <a:rPr lang="en-US" sz="1400" b="1" i="1" dirty="0">
                <a:solidFill>
                  <a:srgbClr val="B83227"/>
                </a:solidFill>
              </a:rPr>
              <a:t>le verbe à la fin</a:t>
            </a:r>
            <a:endParaRPr lang="en-US" sz="1400" dirty="0"/>
          </a:p>
        </p:txBody>
      </p:sp>
      <p:sp>
        <p:nvSpPr>
          <p:cNvPr id="27" name="Shape 24"/>
          <p:cNvSpPr/>
          <p:nvPr/>
        </p:nvSpPr>
        <p:spPr>
          <a:xfrm>
            <a:off x="5764911" y="3246120"/>
            <a:ext cx="4091559" cy="914"/>
          </a:xfrm>
          <a:prstGeom prst="line">
            <a:avLst/>
          </a:prstGeom>
          <a:noFill/>
          <a:ln w="22225">
            <a:solidFill>
              <a:srgbClr val="4A5A70"/>
            </a:solidFill>
            <a:prstDash val="solid"/>
          </a:ln>
        </p:spPr>
      </p:sp>
      <p:sp>
        <p:nvSpPr>
          <p:cNvPr id="28" name="Shape 25"/>
          <p:cNvSpPr/>
          <p:nvPr/>
        </p:nvSpPr>
        <p:spPr>
          <a:xfrm flipV="1">
            <a:off x="5764911" y="3136392"/>
            <a:ext cx="914" cy="109728"/>
          </a:xfrm>
          <a:prstGeom prst="line">
            <a:avLst/>
          </a:prstGeom>
          <a:noFill/>
          <a:ln w="22225">
            <a:solidFill>
              <a:srgbClr val="4A5A70"/>
            </a:solidFill>
            <a:prstDash val="solid"/>
          </a:ln>
        </p:spPr>
      </p:sp>
      <p:sp>
        <p:nvSpPr>
          <p:cNvPr id="29" name="Shape 26"/>
          <p:cNvSpPr/>
          <p:nvPr/>
        </p:nvSpPr>
        <p:spPr>
          <a:xfrm flipV="1">
            <a:off x="9856470" y="3136392"/>
            <a:ext cx="914" cy="109728"/>
          </a:xfrm>
          <a:prstGeom prst="line">
            <a:avLst/>
          </a:prstGeom>
          <a:noFill/>
          <a:ln w="22225">
            <a:solidFill>
              <a:srgbClr val="4A5A70"/>
            </a:solidFill>
            <a:prstDash val="solid"/>
          </a:ln>
        </p:spPr>
      </p:sp>
      <p:sp>
        <p:nvSpPr>
          <p:cNvPr id="30" name="Text 27"/>
          <p:cNvSpPr txBox="1"/>
          <p:nvPr/>
        </p:nvSpPr>
        <p:spPr>
          <a:xfrm>
            <a:off x="5216271" y="3291840"/>
            <a:ext cx="5188839" cy="310896"/>
          </a:xfrm>
          <a:prstGeom prst="rect">
            <a:avLst/>
          </a:prstGeom>
          <a:noFill/>
          <a:ln/>
        </p:spPr>
        <p:txBody>
          <a:bodyPr wrap="square" lIns="0" tIns="0" rIns="0" bIns="0" rtlCol="0" anchor="ctr"/>
          <a:lstStyle/>
          <a:p>
            <a:pPr algn="ctr" indent="0" marL="0">
              <a:buNone/>
            </a:pPr>
            <a:r>
              <a:rPr lang="en-US" sz="1400" i="1" dirty="0">
                <a:solidFill>
                  <a:srgbClr val="4A5A70"/>
                </a:solidFill>
              </a:rPr>
              <a:t>la relative : une subordonnée, le « wagon » du M9</a:t>
            </a:r>
            <a:endParaRPr lang="en-US" sz="1400" dirty="0"/>
          </a:p>
        </p:txBody>
      </p:sp>
      <p:sp>
        <p:nvSpPr>
          <p:cNvPr id="31" name="Shape 28"/>
          <p:cNvSpPr/>
          <p:nvPr/>
        </p:nvSpPr>
        <p:spPr>
          <a:xfrm>
            <a:off x="548640" y="3886200"/>
            <a:ext cx="5458968" cy="1280160"/>
          </a:xfrm>
          <a:prstGeom prst="roundRect">
            <a:avLst>
              <a:gd name="adj" fmla="val 8571"/>
            </a:avLst>
          </a:prstGeom>
          <a:solidFill>
            <a:srgbClr val="E8F4EC"/>
          </a:solidFill>
          <a:ln w="19050">
            <a:solidFill>
              <a:srgbClr val="2E7D4F"/>
            </a:solidFill>
            <a:prstDash val="solid"/>
          </a:ln>
        </p:spPr>
      </p:sp>
      <p:sp>
        <p:nvSpPr>
          <p:cNvPr id="32" name="Text 29"/>
          <p:cNvSpPr txBox="1"/>
          <p:nvPr/>
        </p:nvSpPr>
        <p:spPr>
          <a:xfrm>
            <a:off x="731520" y="394106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33" name="Text 30"/>
          <p:cNvSpPr txBox="1"/>
          <p:nvPr/>
        </p:nvSpPr>
        <p:spPr>
          <a:xfrm>
            <a:off x="731520" y="4325112"/>
            <a:ext cx="5093208" cy="78638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La relative est une subordonnée : le verbe conjugué va </a:t>
            </a:r>
            <a:r>
              <a:rPr lang="en-US" sz="1450" b="1" dirty="0">
                <a:solidFill>
                  <a:srgbClr val="1B2333"/>
                </a:solidFill>
              </a:rPr>
              <a:t>à la fin</a:t>
            </a:r>
            <a:r>
              <a:rPr lang="en-US" sz="1450" dirty="0">
                <a:solidFill>
                  <a:srgbClr val="1B2333"/>
                </a:solidFill>
              </a:rPr>
              <a:t>.</a:t>
            </a:r>
            <a:endParaRPr lang="en-US" sz="1450" dirty="0"/>
          </a:p>
        </p:txBody>
      </p:sp>
      <p:sp>
        <p:nvSpPr>
          <p:cNvPr id="34" name="Shape 31"/>
          <p:cNvSpPr/>
          <p:nvPr/>
        </p:nvSpPr>
        <p:spPr>
          <a:xfrm>
            <a:off x="6181344" y="3886200"/>
            <a:ext cx="5458968" cy="1280160"/>
          </a:xfrm>
          <a:prstGeom prst="roundRect">
            <a:avLst>
              <a:gd name="adj" fmla="val 8571"/>
            </a:avLst>
          </a:prstGeom>
          <a:solidFill>
            <a:srgbClr val="FBEDEB"/>
          </a:solidFill>
          <a:ln w="19050">
            <a:solidFill>
              <a:srgbClr val="B83227"/>
            </a:solidFill>
            <a:prstDash val="solid"/>
          </a:ln>
        </p:spPr>
      </p:sp>
      <p:sp>
        <p:nvSpPr>
          <p:cNvPr id="35" name="Text 32"/>
          <p:cNvSpPr txBox="1"/>
          <p:nvPr/>
        </p:nvSpPr>
        <p:spPr>
          <a:xfrm>
            <a:off x="6364224" y="394106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Jamais sans relatif</a:t>
            </a:r>
            <a:endParaRPr lang="en-US" sz="1500" dirty="0"/>
          </a:p>
        </p:txBody>
      </p:sp>
      <p:sp>
        <p:nvSpPr>
          <p:cNvPr id="36" name="Text 33"/>
          <p:cNvSpPr txBox="1"/>
          <p:nvPr/>
        </p:nvSpPr>
        <p:spPr>
          <a:xfrm>
            <a:off x="6364224" y="4325112"/>
            <a:ext cx="5093208" cy="786384"/>
          </a:xfrm>
          <a:prstGeom prst="rect">
            <a:avLst/>
          </a:prstGeom>
          <a:noFill/>
          <a:ln/>
        </p:spPr>
        <p:txBody>
          <a:bodyPr wrap="square" lIns="0" tIns="0" rIns="0" bIns="0" rtlCol="0" anchor="t"/>
          <a:lstStyle/>
          <a:p>
            <a:pPr algn="l" indent="0" marL="0">
              <a:spcAft>
                <a:spcPts val="300"/>
              </a:spcAft>
              <a:buNone/>
            </a:pPr>
            <a:r>
              <a:rPr lang="en-US" sz="1450" i="1" strike="sngStrike" dirty="0">
                <a:solidFill>
                  <a:srgbClr val="B83227"/>
                </a:solidFill>
              </a:rPr>
              <a:t>de collega ik zoek</a:t>
            </a:r>
            <a:r>
              <a:rPr lang="en-US" sz="1450" dirty="0">
                <a:solidFill>
                  <a:srgbClr val="1B2333"/>
                </a:solidFill>
              </a:rPr>
              <a:t> (anglais : </a:t>
            </a:r>
            <a:r>
              <a:rPr lang="en-US" sz="1450" i="1" dirty="0">
                <a:solidFill>
                  <a:srgbClr val="1B2333"/>
                </a:solidFill>
              </a:rPr>
              <a:t>the colleague I’m looking for</a:t>
            </a:r>
            <a:r>
              <a:rPr lang="en-US" sz="1450" dirty="0">
                <a:solidFill>
                  <a:srgbClr val="1B2333"/>
                </a:solidFill>
              </a:rPr>
              <a:t>) → </a:t>
            </a:r>
            <a:r>
              <a:rPr lang="en-US" sz="1450" i="1" dirty="0">
                <a:solidFill>
                  <a:srgbClr val="1B2333"/>
                </a:solidFill>
              </a:rPr>
              <a:t>de collega </a:t>
            </a:r>
            <a:r>
              <a:rPr lang="en-US" sz="1450" b="1" i="1" dirty="0">
                <a:solidFill>
                  <a:srgbClr val="17375E"/>
                </a:solidFill>
              </a:rPr>
              <a:t>die</a:t>
            </a:r>
            <a:r>
              <a:rPr lang="en-US" sz="1450" i="1" dirty="0">
                <a:solidFill>
                  <a:srgbClr val="1B2333"/>
                </a:solidFill>
              </a:rPr>
              <a:t> ik zoek</a:t>
            </a:r>
            <a:endParaRPr lang="en-US" sz="1450" dirty="0"/>
          </a:p>
        </p:txBody>
      </p:sp>
      <p:sp>
        <p:nvSpPr>
          <p:cNvPr id="37" name="Shape 34"/>
          <p:cNvSpPr/>
          <p:nvPr/>
        </p:nvSpPr>
        <p:spPr>
          <a:xfrm>
            <a:off x="548640" y="5669280"/>
            <a:ext cx="11091672" cy="548640"/>
          </a:xfrm>
          <a:prstGeom prst="roundRect">
            <a:avLst>
              <a:gd name="adj" fmla="val 13333"/>
            </a:avLst>
          </a:prstGeom>
          <a:solidFill>
            <a:srgbClr val="17375E"/>
          </a:solidFill>
          <a:ln w="12700">
            <a:solidFill>
              <a:srgbClr val="FFFFFF">
                <a:alpha val="0"/>
              </a:srgbClr>
            </a:solidFill>
            <a:prstDash val="solid"/>
          </a:ln>
        </p:spPr>
      </p:sp>
      <p:sp>
        <p:nvSpPr>
          <p:cNvPr id="38" name="Text 35"/>
          <p:cNvSpPr txBox="1"/>
          <p:nvPr/>
        </p:nvSpPr>
        <p:spPr>
          <a:xfrm>
            <a:off x="822960" y="5669280"/>
            <a:ext cx="10607040" cy="548640"/>
          </a:xfrm>
          <a:prstGeom prst="rect">
            <a:avLst/>
          </a:prstGeom>
          <a:noFill/>
          <a:ln/>
        </p:spPr>
        <p:txBody>
          <a:bodyPr wrap="square" lIns="0" tIns="0" rIns="0" bIns="0" rtlCol="0" anchor="ctr"/>
          <a:lstStyle/>
          <a:p>
            <a:pPr algn="l" indent="0" marL="0">
              <a:buNone/>
            </a:pPr>
            <a:r>
              <a:rPr lang="en-US" sz="1700" dirty="0">
                <a:solidFill>
                  <a:srgbClr val="FFFFFF"/>
                </a:solidFill>
              </a:rPr>
              <a:t>nom ← relatif + … + verbe : le relatif suit son nom et ouvre la relative.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L’aiguillage : die ou dat ?</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DIE · DAT</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Shape 12"/>
          <p:cNvSpPr/>
          <p:nvPr/>
        </p:nvSpPr>
        <p:spPr>
          <a:xfrm>
            <a:off x="548640" y="1554480"/>
            <a:ext cx="2286000" cy="640080"/>
          </a:xfrm>
          <a:prstGeom prst="roundRect">
            <a:avLst>
              <a:gd name="adj" fmla="val 17143"/>
            </a:avLst>
          </a:prstGeom>
          <a:solidFill>
            <a:srgbClr val="E6EBF2"/>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548640" y="1554480"/>
            <a:ext cx="2286000" cy="640080"/>
          </a:xfrm>
          <a:prstGeom prst="rect">
            <a:avLst/>
          </a:prstGeom>
          <a:noFill/>
          <a:ln/>
        </p:spPr>
        <p:txBody>
          <a:bodyPr wrap="square" lIns="0" tIns="0" rIns="0" bIns="0" rtlCol="0" anchor="ctr"/>
          <a:lstStyle/>
          <a:p>
            <a:pPr algn="ctr" indent="0" marL="0">
              <a:buNone/>
            </a:pPr>
            <a:r>
              <a:rPr lang="en-US" sz="1900" b="1" dirty="0">
                <a:solidFill>
                  <a:srgbClr val="17375E"/>
                </a:solidFill>
              </a:rPr>
              <a:t>mot </a:t>
            </a:r>
            <a:r>
              <a:rPr lang="en-US" sz="1900" b="1" i="1" dirty="0">
                <a:solidFill>
                  <a:srgbClr val="17375E"/>
                </a:solidFill>
              </a:rPr>
              <a:t>de</a:t>
            </a:r>
            <a:endParaRPr lang="en-US" sz="1900" dirty="0"/>
          </a:p>
        </p:txBody>
      </p:sp>
      <p:sp>
        <p:nvSpPr>
          <p:cNvPr id="17" name="Shape 14"/>
          <p:cNvSpPr/>
          <p:nvPr/>
        </p:nvSpPr>
        <p:spPr>
          <a:xfrm>
            <a:off x="2880360" y="1874520"/>
            <a:ext cx="1173645" cy="247083"/>
          </a:xfrm>
          <a:prstGeom prst="line">
            <a:avLst/>
          </a:prstGeom>
          <a:noFill/>
          <a:ln w="50800">
            <a:solidFill>
              <a:srgbClr val="17375E"/>
            </a:solidFill>
            <a:prstDash val="solid"/>
            <a:tailEnd type="triangle"/>
          </a:ln>
        </p:spPr>
      </p:sp>
      <p:sp>
        <p:nvSpPr>
          <p:cNvPr id="18" name="Shape 15"/>
          <p:cNvSpPr/>
          <p:nvPr/>
        </p:nvSpPr>
        <p:spPr>
          <a:xfrm>
            <a:off x="548640" y="2606040"/>
            <a:ext cx="2286000" cy="640080"/>
          </a:xfrm>
          <a:prstGeom prst="roundRect">
            <a:avLst>
              <a:gd name="adj" fmla="val 17143"/>
            </a:avLst>
          </a:prstGeom>
          <a:solidFill>
            <a:srgbClr val="E6EBF2"/>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19" name="Text 16"/>
          <p:cNvSpPr txBox="1"/>
          <p:nvPr/>
        </p:nvSpPr>
        <p:spPr>
          <a:xfrm>
            <a:off x="548640" y="2606040"/>
            <a:ext cx="2286000" cy="640080"/>
          </a:xfrm>
          <a:prstGeom prst="rect">
            <a:avLst/>
          </a:prstGeom>
          <a:noFill/>
          <a:ln/>
        </p:spPr>
        <p:txBody>
          <a:bodyPr wrap="square" lIns="0" tIns="0" rIns="0" bIns="0" rtlCol="0" anchor="ctr"/>
          <a:lstStyle/>
          <a:p>
            <a:pPr algn="ctr" indent="0" marL="0">
              <a:buNone/>
            </a:pPr>
            <a:r>
              <a:rPr lang="en-US" sz="1900" b="1" dirty="0">
                <a:solidFill>
                  <a:srgbClr val="17375E"/>
                </a:solidFill>
              </a:rPr>
              <a:t>pluriel</a:t>
            </a:r>
            <a:endParaRPr lang="en-US" sz="1900" dirty="0"/>
          </a:p>
        </p:txBody>
      </p:sp>
      <p:sp>
        <p:nvSpPr>
          <p:cNvPr id="20" name="Shape 17"/>
          <p:cNvSpPr/>
          <p:nvPr/>
        </p:nvSpPr>
        <p:spPr>
          <a:xfrm flipV="1">
            <a:off x="2880360" y="2451794"/>
            <a:ext cx="1201524" cy="474286"/>
          </a:xfrm>
          <a:prstGeom prst="line">
            <a:avLst/>
          </a:prstGeom>
          <a:noFill/>
          <a:ln w="50800">
            <a:solidFill>
              <a:srgbClr val="17375E"/>
            </a:solidFill>
            <a:prstDash val="solid"/>
            <a:tailEnd type="triangle"/>
          </a:ln>
        </p:spPr>
      </p:sp>
      <p:sp>
        <p:nvSpPr>
          <p:cNvPr id="21" name="Shape 18"/>
          <p:cNvSpPr/>
          <p:nvPr/>
        </p:nvSpPr>
        <p:spPr>
          <a:xfrm>
            <a:off x="548640" y="3886200"/>
            <a:ext cx="2286000" cy="640080"/>
          </a:xfrm>
          <a:prstGeom prst="roundRect">
            <a:avLst>
              <a:gd name="adj" fmla="val 17143"/>
            </a:avLst>
          </a:prstGeom>
          <a:solidFill>
            <a:srgbClr val="FDF1E6"/>
          </a:solidFill>
          <a:ln w="22225">
            <a:solidFill>
              <a:srgbClr val="D9700F"/>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548640" y="3886200"/>
            <a:ext cx="2286000" cy="640080"/>
          </a:xfrm>
          <a:prstGeom prst="rect">
            <a:avLst/>
          </a:prstGeom>
          <a:noFill/>
          <a:ln/>
        </p:spPr>
        <p:txBody>
          <a:bodyPr wrap="square" lIns="0" tIns="0" rIns="0" bIns="0" rtlCol="0" anchor="ctr"/>
          <a:lstStyle/>
          <a:p>
            <a:pPr algn="ctr" indent="0" marL="0">
              <a:buNone/>
            </a:pPr>
            <a:r>
              <a:rPr lang="en-US" sz="1900" b="1" dirty="0">
                <a:solidFill>
                  <a:srgbClr val="D9700F"/>
                </a:solidFill>
              </a:rPr>
              <a:t>mot </a:t>
            </a:r>
            <a:r>
              <a:rPr lang="en-US" sz="1900" b="1" i="1" dirty="0">
                <a:solidFill>
                  <a:srgbClr val="D9700F"/>
                </a:solidFill>
              </a:rPr>
              <a:t>het</a:t>
            </a:r>
            <a:endParaRPr lang="en-US" sz="1900" dirty="0"/>
          </a:p>
        </p:txBody>
      </p:sp>
      <p:sp>
        <p:nvSpPr>
          <p:cNvPr id="23" name="Shape 20"/>
          <p:cNvSpPr/>
          <p:nvPr/>
        </p:nvSpPr>
        <p:spPr>
          <a:xfrm>
            <a:off x="2880360" y="4206240"/>
            <a:ext cx="1161288" cy="914"/>
          </a:xfrm>
          <a:prstGeom prst="line">
            <a:avLst/>
          </a:prstGeom>
          <a:noFill/>
          <a:ln w="50800">
            <a:solidFill>
              <a:srgbClr val="D9700F"/>
            </a:solidFill>
            <a:prstDash val="solid"/>
            <a:tailEnd type="triangle"/>
          </a:ln>
        </p:spPr>
      </p:sp>
      <p:sp>
        <p:nvSpPr>
          <p:cNvPr id="24" name="Shape 21"/>
          <p:cNvSpPr/>
          <p:nvPr/>
        </p:nvSpPr>
        <p:spPr>
          <a:xfrm>
            <a:off x="4114800" y="1737360"/>
            <a:ext cx="1005840" cy="1005840"/>
          </a:xfrm>
          <a:prstGeom prst="ellipse">
            <a:avLst/>
          </a:prstGeom>
          <a:solidFill>
            <a:srgbClr val="17375E"/>
          </a:solidFill>
          <a:ln w="25400">
            <a:solidFill>
              <a:srgbClr val="FFFFFF"/>
            </a:solidFill>
            <a:prstDash val="solid"/>
          </a:ln>
        </p:spPr>
      </p:sp>
      <p:sp>
        <p:nvSpPr>
          <p:cNvPr id="25" name="Text 22"/>
          <p:cNvSpPr txBox="1"/>
          <p:nvPr/>
        </p:nvSpPr>
        <p:spPr>
          <a:xfrm>
            <a:off x="4114800" y="1984248"/>
            <a:ext cx="1005840" cy="512064"/>
          </a:xfrm>
          <a:prstGeom prst="rect">
            <a:avLst/>
          </a:prstGeom>
          <a:noFill/>
          <a:ln/>
        </p:spPr>
        <p:txBody>
          <a:bodyPr wrap="square" lIns="0" tIns="0" rIns="0" bIns="0" rtlCol="0" anchor="ctr"/>
          <a:lstStyle/>
          <a:p>
            <a:pPr algn="ctr" indent="0" marL="0">
              <a:buNone/>
            </a:pPr>
            <a:r>
              <a:rPr lang="en-US" sz="2300" b="1" dirty="0">
                <a:solidFill>
                  <a:srgbClr val="FFFFFF"/>
                </a:solidFill>
              </a:rPr>
              <a:t>die</a:t>
            </a:r>
            <a:endParaRPr lang="en-US" sz="2300" dirty="0"/>
          </a:p>
        </p:txBody>
      </p:sp>
      <p:sp>
        <p:nvSpPr>
          <p:cNvPr id="26" name="Shape 23"/>
          <p:cNvSpPr/>
          <p:nvPr/>
        </p:nvSpPr>
        <p:spPr>
          <a:xfrm>
            <a:off x="4114800" y="3703320"/>
            <a:ext cx="1005840" cy="1005840"/>
          </a:xfrm>
          <a:prstGeom prst="ellipse">
            <a:avLst/>
          </a:prstGeom>
          <a:solidFill>
            <a:srgbClr val="D9700F"/>
          </a:solidFill>
          <a:ln w="25400">
            <a:solidFill>
              <a:srgbClr val="FFFFFF"/>
            </a:solidFill>
            <a:prstDash val="solid"/>
          </a:ln>
        </p:spPr>
      </p:sp>
      <p:sp>
        <p:nvSpPr>
          <p:cNvPr id="27" name="Text 24"/>
          <p:cNvSpPr txBox="1"/>
          <p:nvPr/>
        </p:nvSpPr>
        <p:spPr>
          <a:xfrm>
            <a:off x="4114800" y="3950208"/>
            <a:ext cx="1005840" cy="512064"/>
          </a:xfrm>
          <a:prstGeom prst="rect">
            <a:avLst/>
          </a:prstGeom>
          <a:noFill/>
          <a:ln/>
        </p:spPr>
        <p:txBody>
          <a:bodyPr wrap="square" lIns="0" tIns="0" rIns="0" bIns="0" rtlCol="0" anchor="ctr"/>
          <a:lstStyle/>
          <a:p>
            <a:pPr algn="ctr" indent="0" marL="0">
              <a:buNone/>
            </a:pPr>
            <a:r>
              <a:rPr lang="en-US" sz="2300" b="1" dirty="0">
                <a:solidFill>
                  <a:srgbClr val="FFFFFF"/>
                </a:solidFill>
              </a:rPr>
              <a:t>dat</a:t>
            </a:r>
            <a:endParaRPr lang="en-US" sz="2300" dirty="0"/>
          </a:p>
        </p:txBody>
      </p:sp>
      <p:sp>
        <p:nvSpPr>
          <p:cNvPr id="28" name="Shape 25"/>
          <p:cNvSpPr/>
          <p:nvPr/>
        </p:nvSpPr>
        <p:spPr>
          <a:xfrm flipV="1">
            <a:off x="5166360" y="1874520"/>
            <a:ext cx="594360" cy="365760"/>
          </a:xfrm>
          <a:prstGeom prst="line">
            <a:avLst/>
          </a:prstGeom>
          <a:noFill/>
          <a:ln w="15875">
            <a:solidFill>
              <a:srgbClr val="C9D1DC"/>
            </a:solidFill>
            <a:prstDash val="solid"/>
          </a:ln>
        </p:spPr>
      </p:sp>
      <p:sp>
        <p:nvSpPr>
          <p:cNvPr id="29" name="Shape 26"/>
          <p:cNvSpPr/>
          <p:nvPr/>
        </p:nvSpPr>
        <p:spPr>
          <a:xfrm>
            <a:off x="5897880" y="1600200"/>
            <a:ext cx="1240028" cy="548640"/>
          </a:xfrm>
          <a:prstGeom prst="roundRect">
            <a:avLst>
              <a:gd name="adj" fmla="val 20000"/>
            </a:avLst>
          </a:prstGeom>
          <a:solidFill>
            <a:srgbClr val="E6EBF2"/>
          </a:solidFill>
          <a:ln w="22225">
            <a:solidFill>
              <a:srgbClr val="17375E"/>
            </a:solidFill>
            <a:prstDash val="solid"/>
          </a:ln>
        </p:spPr>
      </p:sp>
      <p:sp>
        <p:nvSpPr>
          <p:cNvPr id="30" name="Text 27"/>
          <p:cNvSpPr txBox="1"/>
          <p:nvPr/>
        </p:nvSpPr>
        <p:spPr>
          <a:xfrm>
            <a:off x="5897880" y="1600200"/>
            <a:ext cx="1240028" cy="548640"/>
          </a:xfrm>
          <a:prstGeom prst="rect">
            <a:avLst/>
          </a:prstGeom>
          <a:noFill/>
          <a:ln/>
        </p:spPr>
        <p:txBody>
          <a:bodyPr wrap="square" lIns="0" tIns="0" rIns="0" bIns="0" rtlCol="0" anchor="ctr"/>
          <a:lstStyle/>
          <a:p>
            <a:pPr algn="ctr" indent="0" marL="0">
              <a:buNone/>
            </a:pPr>
            <a:r>
              <a:rPr lang="en-US" sz="2000" b="1" i="1" dirty="0">
                <a:solidFill>
                  <a:srgbClr val="17375E"/>
                </a:solidFill>
              </a:rPr>
              <a:t>de klant</a:t>
            </a:r>
            <a:endParaRPr lang="en-US" sz="2000" dirty="0"/>
          </a:p>
        </p:txBody>
      </p:sp>
      <p:sp>
        <p:nvSpPr>
          <p:cNvPr id="31" name="Shape 28"/>
          <p:cNvSpPr/>
          <p:nvPr/>
        </p:nvSpPr>
        <p:spPr>
          <a:xfrm>
            <a:off x="7265924" y="1600200"/>
            <a:ext cx="710692" cy="548640"/>
          </a:xfrm>
          <a:prstGeom prst="roundRect">
            <a:avLst>
              <a:gd name="adj" fmla="val 20000"/>
            </a:avLst>
          </a:prstGeom>
          <a:solidFill>
            <a:srgbClr val="17375E"/>
          </a:solidFill>
          <a:ln w="12700">
            <a:solidFill>
              <a:srgbClr val="FFFFFF">
                <a:alpha val="0"/>
              </a:srgbClr>
            </a:solidFill>
            <a:prstDash val="solid"/>
          </a:ln>
        </p:spPr>
      </p:sp>
      <p:sp>
        <p:nvSpPr>
          <p:cNvPr id="32" name="Text 29"/>
          <p:cNvSpPr txBox="1"/>
          <p:nvPr/>
        </p:nvSpPr>
        <p:spPr>
          <a:xfrm>
            <a:off x="7265924" y="1600200"/>
            <a:ext cx="710692" cy="548640"/>
          </a:xfrm>
          <a:prstGeom prst="rect">
            <a:avLst/>
          </a:prstGeom>
          <a:noFill/>
          <a:ln/>
        </p:spPr>
        <p:txBody>
          <a:bodyPr wrap="square" lIns="0" tIns="0" rIns="0" bIns="0" rtlCol="0" anchor="ctr"/>
          <a:lstStyle/>
          <a:p>
            <a:pPr algn="ctr" indent="0" marL="0">
              <a:buNone/>
            </a:pPr>
            <a:r>
              <a:rPr lang="en-US" sz="2000" b="1" i="1" dirty="0">
                <a:solidFill>
                  <a:srgbClr val="FFFFFF"/>
                </a:solidFill>
              </a:rPr>
              <a:t>die</a:t>
            </a:r>
            <a:endParaRPr lang="en-US" sz="2000" dirty="0"/>
          </a:p>
        </p:txBody>
      </p:sp>
      <p:sp>
        <p:nvSpPr>
          <p:cNvPr id="33" name="Text 30"/>
          <p:cNvSpPr txBox="1"/>
          <p:nvPr/>
        </p:nvSpPr>
        <p:spPr>
          <a:xfrm>
            <a:off x="8058912" y="1600200"/>
            <a:ext cx="549656" cy="548640"/>
          </a:xfrm>
          <a:prstGeom prst="rect">
            <a:avLst/>
          </a:prstGeom>
          <a:noFill/>
          <a:ln/>
        </p:spPr>
        <p:txBody>
          <a:bodyPr wrap="square" lIns="0" tIns="0" rIns="0" bIns="0" rtlCol="0" anchor="ctr"/>
          <a:lstStyle/>
          <a:p>
            <a:pPr algn="ctr" indent="0" marL="0">
              <a:buNone/>
            </a:pPr>
            <a:r>
              <a:rPr lang="en-US" sz="2000" i="1" dirty="0">
                <a:solidFill>
                  <a:srgbClr val="1B2333"/>
                </a:solidFill>
              </a:rPr>
              <a:t>belt</a:t>
            </a:r>
            <a:endParaRPr lang="en-US" sz="2000" dirty="0"/>
          </a:p>
        </p:txBody>
      </p:sp>
      <p:sp>
        <p:nvSpPr>
          <p:cNvPr id="34" name="Shape 31"/>
          <p:cNvSpPr/>
          <p:nvPr/>
        </p:nvSpPr>
        <p:spPr>
          <a:xfrm>
            <a:off x="6517894" y="1298448"/>
            <a:ext cx="1103376" cy="640080"/>
          </a:xfrm>
          <a:prstGeom prst="arc">
            <a:avLst>
              <a:gd name="adj1" fmla="val 10800000"/>
              <a:gd name="adj2" fmla="val 21600000"/>
            </a:avLst>
          </a:prstGeom>
          <a:solidFill>
            <a:srgbClr val="FFFFFF">
              <a:alpha val="0"/>
            </a:srgbClr>
          </a:solidFill>
          <a:ln w="28575">
            <a:solidFill>
              <a:srgbClr val="17375E"/>
            </a:solidFill>
            <a:prstDash val="solid"/>
            <a:headEnd type="triangle"/>
          </a:ln>
        </p:spPr>
      </p:sp>
      <p:sp>
        <p:nvSpPr>
          <p:cNvPr id="35" name="Shape 32"/>
          <p:cNvSpPr/>
          <p:nvPr/>
        </p:nvSpPr>
        <p:spPr>
          <a:xfrm>
            <a:off x="5166360" y="2240280"/>
            <a:ext cx="594360" cy="640080"/>
          </a:xfrm>
          <a:prstGeom prst="line">
            <a:avLst/>
          </a:prstGeom>
          <a:noFill/>
          <a:ln w="15875">
            <a:solidFill>
              <a:srgbClr val="C9D1DC"/>
            </a:solidFill>
            <a:prstDash val="solid"/>
          </a:ln>
        </p:spPr>
      </p:sp>
      <p:sp>
        <p:nvSpPr>
          <p:cNvPr id="36" name="Shape 33"/>
          <p:cNvSpPr/>
          <p:nvPr/>
        </p:nvSpPr>
        <p:spPr>
          <a:xfrm>
            <a:off x="5897880" y="2606040"/>
            <a:ext cx="1773174" cy="548640"/>
          </a:xfrm>
          <a:prstGeom prst="roundRect">
            <a:avLst>
              <a:gd name="adj" fmla="val 20000"/>
            </a:avLst>
          </a:prstGeom>
          <a:solidFill>
            <a:srgbClr val="E6EBF2"/>
          </a:solidFill>
          <a:ln w="22225">
            <a:solidFill>
              <a:srgbClr val="17375E"/>
            </a:solidFill>
            <a:prstDash val="solid"/>
          </a:ln>
        </p:spPr>
      </p:sp>
      <p:sp>
        <p:nvSpPr>
          <p:cNvPr id="37" name="Text 34"/>
          <p:cNvSpPr txBox="1"/>
          <p:nvPr/>
        </p:nvSpPr>
        <p:spPr>
          <a:xfrm>
            <a:off x="5897880" y="2606040"/>
            <a:ext cx="1773174" cy="548640"/>
          </a:xfrm>
          <a:prstGeom prst="rect">
            <a:avLst/>
          </a:prstGeom>
          <a:noFill/>
          <a:ln/>
        </p:spPr>
        <p:txBody>
          <a:bodyPr wrap="square" lIns="0" tIns="0" rIns="0" bIns="0" rtlCol="0" anchor="ctr"/>
          <a:lstStyle/>
          <a:p>
            <a:pPr algn="ctr" indent="0" marL="0">
              <a:buNone/>
            </a:pPr>
            <a:r>
              <a:rPr lang="en-US" sz="2000" b="1" i="1" dirty="0">
                <a:solidFill>
                  <a:srgbClr val="17375E"/>
                </a:solidFill>
              </a:rPr>
              <a:t>de rapporten</a:t>
            </a:r>
            <a:endParaRPr lang="en-US" sz="2000" dirty="0"/>
          </a:p>
        </p:txBody>
      </p:sp>
      <p:sp>
        <p:nvSpPr>
          <p:cNvPr id="38" name="Shape 35"/>
          <p:cNvSpPr/>
          <p:nvPr/>
        </p:nvSpPr>
        <p:spPr>
          <a:xfrm>
            <a:off x="7799070" y="2606040"/>
            <a:ext cx="710692" cy="548640"/>
          </a:xfrm>
          <a:prstGeom prst="roundRect">
            <a:avLst>
              <a:gd name="adj" fmla="val 20000"/>
            </a:avLst>
          </a:prstGeom>
          <a:solidFill>
            <a:srgbClr val="17375E"/>
          </a:solidFill>
          <a:ln w="12700">
            <a:solidFill>
              <a:srgbClr val="FFFFFF">
                <a:alpha val="0"/>
              </a:srgbClr>
            </a:solidFill>
            <a:prstDash val="solid"/>
          </a:ln>
        </p:spPr>
      </p:sp>
      <p:sp>
        <p:nvSpPr>
          <p:cNvPr id="39" name="Text 36"/>
          <p:cNvSpPr txBox="1"/>
          <p:nvPr/>
        </p:nvSpPr>
        <p:spPr>
          <a:xfrm>
            <a:off x="7799070" y="2606040"/>
            <a:ext cx="710692" cy="548640"/>
          </a:xfrm>
          <a:prstGeom prst="rect">
            <a:avLst/>
          </a:prstGeom>
          <a:noFill/>
          <a:ln/>
        </p:spPr>
        <p:txBody>
          <a:bodyPr wrap="square" lIns="0" tIns="0" rIns="0" bIns="0" rtlCol="0" anchor="ctr"/>
          <a:lstStyle/>
          <a:p>
            <a:pPr algn="ctr" indent="0" marL="0">
              <a:buNone/>
            </a:pPr>
            <a:r>
              <a:rPr lang="en-US" sz="2000" b="1" i="1" dirty="0">
                <a:solidFill>
                  <a:srgbClr val="FFFFFF"/>
                </a:solidFill>
              </a:rPr>
              <a:t>die</a:t>
            </a:r>
            <a:endParaRPr lang="en-US" sz="2000" dirty="0"/>
          </a:p>
        </p:txBody>
      </p:sp>
      <p:sp>
        <p:nvSpPr>
          <p:cNvPr id="40" name="Text 37"/>
          <p:cNvSpPr txBox="1"/>
          <p:nvPr/>
        </p:nvSpPr>
        <p:spPr>
          <a:xfrm>
            <a:off x="8592058" y="2606040"/>
            <a:ext cx="1062482" cy="548640"/>
          </a:xfrm>
          <a:prstGeom prst="rect">
            <a:avLst/>
          </a:prstGeom>
          <a:noFill/>
          <a:ln/>
        </p:spPr>
        <p:txBody>
          <a:bodyPr wrap="square" lIns="0" tIns="0" rIns="0" bIns="0" rtlCol="0" anchor="ctr"/>
          <a:lstStyle/>
          <a:p>
            <a:pPr algn="ctr" indent="0" marL="0">
              <a:buNone/>
            </a:pPr>
            <a:r>
              <a:rPr lang="en-US" sz="2000" i="1" dirty="0">
                <a:solidFill>
                  <a:srgbClr val="1B2333"/>
                </a:solidFill>
              </a:rPr>
              <a:t>klaar zijn</a:t>
            </a:r>
            <a:endParaRPr lang="en-US" sz="2000" dirty="0"/>
          </a:p>
        </p:txBody>
      </p:sp>
      <p:sp>
        <p:nvSpPr>
          <p:cNvPr id="41" name="Shape 38"/>
          <p:cNvSpPr/>
          <p:nvPr/>
        </p:nvSpPr>
        <p:spPr>
          <a:xfrm>
            <a:off x="6784467" y="2304288"/>
            <a:ext cx="1369949" cy="640080"/>
          </a:xfrm>
          <a:prstGeom prst="arc">
            <a:avLst>
              <a:gd name="adj1" fmla="val 10800000"/>
              <a:gd name="adj2" fmla="val 21600000"/>
            </a:avLst>
          </a:prstGeom>
          <a:solidFill>
            <a:srgbClr val="FFFFFF">
              <a:alpha val="0"/>
            </a:srgbClr>
          </a:solidFill>
          <a:ln w="28575">
            <a:solidFill>
              <a:srgbClr val="17375E"/>
            </a:solidFill>
            <a:prstDash val="solid"/>
            <a:headEnd type="triangle"/>
          </a:ln>
        </p:spPr>
      </p:sp>
      <p:sp>
        <p:nvSpPr>
          <p:cNvPr id="42" name="Shape 39"/>
          <p:cNvSpPr/>
          <p:nvPr/>
        </p:nvSpPr>
        <p:spPr>
          <a:xfrm>
            <a:off x="5166360" y="4206240"/>
            <a:ext cx="594360" cy="914"/>
          </a:xfrm>
          <a:prstGeom prst="line">
            <a:avLst/>
          </a:prstGeom>
          <a:noFill/>
          <a:ln w="15875">
            <a:solidFill>
              <a:srgbClr val="C9D1DC"/>
            </a:solidFill>
            <a:prstDash val="solid"/>
          </a:ln>
        </p:spPr>
      </p:sp>
      <p:sp>
        <p:nvSpPr>
          <p:cNvPr id="43" name="Shape 40"/>
          <p:cNvSpPr/>
          <p:nvPr/>
        </p:nvSpPr>
        <p:spPr>
          <a:xfrm>
            <a:off x="5897880" y="3931920"/>
            <a:ext cx="1597152" cy="548640"/>
          </a:xfrm>
          <a:prstGeom prst="roundRect">
            <a:avLst>
              <a:gd name="adj" fmla="val 20000"/>
            </a:avLst>
          </a:prstGeom>
          <a:solidFill>
            <a:srgbClr val="FDF1E6"/>
          </a:solidFill>
          <a:ln w="22225">
            <a:solidFill>
              <a:srgbClr val="D9700F"/>
            </a:solidFill>
            <a:prstDash val="solid"/>
          </a:ln>
        </p:spPr>
      </p:sp>
      <p:sp>
        <p:nvSpPr>
          <p:cNvPr id="44" name="Text 41"/>
          <p:cNvSpPr txBox="1"/>
          <p:nvPr/>
        </p:nvSpPr>
        <p:spPr>
          <a:xfrm>
            <a:off x="5897880" y="3931920"/>
            <a:ext cx="1597152" cy="548640"/>
          </a:xfrm>
          <a:prstGeom prst="rect">
            <a:avLst/>
          </a:prstGeom>
          <a:noFill/>
          <a:ln/>
        </p:spPr>
        <p:txBody>
          <a:bodyPr wrap="square" lIns="0" tIns="0" rIns="0" bIns="0" rtlCol="0" anchor="ctr"/>
          <a:lstStyle/>
          <a:p>
            <a:pPr algn="ctr" indent="0" marL="0">
              <a:buNone/>
            </a:pPr>
            <a:r>
              <a:rPr lang="en-US" sz="2000" b="1" i="1" dirty="0">
                <a:solidFill>
                  <a:srgbClr val="D9700F"/>
                </a:solidFill>
              </a:rPr>
              <a:t>het rapport</a:t>
            </a:r>
            <a:endParaRPr lang="en-US" sz="2000" dirty="0"/>
          </a:p>
        </p:txBody>
      </p:sp>
      <p:sp>
        <p:nvSpPr>
          <p:cNvPr id="45" name="Shape 42"/>
          <p:cNvSpPr/>
          <p:nvPr/>
        </p:nvSpPr>
        <p:spPr>
          <a:xfrm>
            <a:off x="7623048" y="3931920"/>
            <a:ext cx="734060" cy="548640"/>
          </a:xfrm>
          <a:prstGeom prst="roundRect">
            <a:avLst>
              <a:gd name="adj" fmla="val 20000"/>
            </a:avLst>
          </a:prstGeom>
          <a:solidFill>
            <a:srgbClr val="D9700F"/>
          </a:solidFill>
          <a:ln w="12700">
            <a:solidFill>
              <a:srgbClr val="FFFFFF">
                <a:alpha val="0"/>
              </a:srgbClr>
            </a:solidFill>
            <a:prstDash val="solid"/>
          </a:ln>
        </p:spPr>
      </p:sp>
      <p:sp>
        <p:nvSpPr>
          <p:cNvPr id="46" name="Text 43"/>
          <p:cNvSpPr txBox="1"/>
          <p:nvPr/>
        </p:nvSpPr>
        <p:spPr>
          <a:xfrm>
            <a:off x="7623048" y="3931920"/>
            <a:ext cx="734060" cy="548640"/>
          </a:xfrm>
          <a:prstGeom prst="rect">
            <a:avLst/>
          </a:prstGeom>
          <a:noFill/>
          <a:ln/>
        </p:spPr>
        <p:txBody>
          <a:bodyPr wrap="square" lIns="0" tIns="0" rIns="0" bIns="0" rtlCol="0" anchor="ctr"/>
          <a:lstStyle/>
          <a:p>
            <a:pPr algn="ctr" indent="0" marL="0">
              <a:buNone/>
            </a:pPr>
            <a:r>
              <a:rPr lang="en-US" sz="2000" b="1" i="1" dirty="0">
                <a:solidFill>
                  <a:srgbClr val="FFFFFF"/>
                </a:solidFill>
              </a:rPr>
              <a:t>dat</a:t>
            </a:r>
            <a:endParaRPr lang="en-US" sz="2000" dirty="0"/>
          </a:p>
        </p:txBody>
      </p:sp>
      <p:sp>
        <p:nvSpPr>
          <p:cNvPr id="47" name="Text 44"/>
          <p:cNvSpPr txBox="1"/>
          <p:nvPr/>
        </p:nvSpPr>
        <p:spPr>
          <a:xfrm>
            <a:off x="8439404" y="3931920"/>
            <a:ext cx="867410" cy="548640"/>
          </a:xfrm>
          <a:prstGeom prst="rect">
            <a:avLst/>
          </a:prstGeom>
          <a:noFill/>
          <a:ln/>
        </p:spPr>
        <p:txBody>
          <a:bodyPr wrap="square" lIns="0" tIns="0" rIns="0" bIns="0" rtlCol="0" anchor="ctr"/>
          <a:lstStyle/>
          <a:p>
            <a:pPr algn="ctr" indent="0" marL="0">
              <a:buNone/>
            </a:pPr>
            <a:r>
              <a:rPr lang="en-US" sz="2000" i="1" dirty="0">
                <a:solidFill>
                  <a:srgbClr val="1B2333"/>
                </a:solidFill>
              </a:rPr>
              <a:t>klaar is</a:t>
            </a:r>
            <a:endParaRPr lang="en-US" sz="2000" dirty="0"/>
          </a:p>
        </p:txBody>
      </p:sp>
      <p:sp>
        <p:nvSpPr>
          <p:cNvPr id="48" name="Shape 45"/>
          <p:cNvSpPr/>
          <p:nvPr/>
        </p:nvSpPr>
        <p:spPr>
          <a:xfrm>
            <a:off x="6696456" y="3630168"/>
            <a:ext cx="1293622" cy="640080"/>
          </a:xfrm>
          <a:prstGeom prst="arc">
            <a:avLst>
              <a:gd name="adj1" fmla="val 10800000"/>
              <a:gd name="adj2" fmla="val 21600000"/>
            </a:avLst>
          </a:prstGeom>
          <a:solidFill>
            <a:srgbClr val="FFFFFF">
              <a:alpha val="0"/>
            </a:srgbClr>
          </a:solidFill>
          <a:ln w="28575">
            <a:solidFill>
              <a:srgbClr val="D9700F"/>
            </a:solidFill>
            <a:prstDash val="solid"/>
            <a:headEnd type="triangle"/>
          </a:ln>
        </p:spPr>
      </p:sp>
      <p:sp>
        <p:nvSpPr>
          <p:cNvPr id="49" name="Shape 46"/>
          <p:cNvSpPr/>
          <p:nvPr/>
        </p:nvSpPr>
        <p:spPr>
          <a:xfrm>
            <a:off x="548640" y="4983480"/>
            <a:ext cx="5458968" cy="1188720"/>
          </a:xfrm>
          <a:prstGeom prst="roundRect">
            <a:avLst>
              <a:gd name="adj" fmla="val 9231"/>
            </a:avLst>
          </a:prstGeom>
          <a:solidFill>
            <a:srgbClr val="E8F4EC"/>
          </a:solidFill>
          <a:ln w="19050">
            <a:solidFill>
              <a:srgbClr val="2E7D4F"/>
            </a:solidFill>
            <a:prstDash val="solid"/>
          </a:ln>
        </p:spPr>
      </p:sp>
      <p:sp>
        <p:nvSpPr>
          <p:cNvPr id="50" name="Text 47"/>
          <p:cNvSpPr txBox="1"/>
          <p:nvPr/>
        </p:nvSpPr>
        <p:spPr>
          <a:xfrm>
            <a:off x="731520" y="503834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51" name="Text 48"/>
          <p:cNvSpPr txBox="1"/>
          <p:nvPr/>
        </p:nvSpPr>
        <p:spPr>
          <a:xfrm>
            <a:off x="731520" y="5422392"/>
            <a:ext cx="5093208" cy="69494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l’article du nom décide : </a:t>
            </a:r>
            <a:r>
              <a:rPr lang="en-US" sz="1450" i="1" dirty="0">
                <a:solidFill>
                  <a:srgbClr val="1B2333"/>
                </a:solidFill>
              </a:rPr>
              <a:t>de</a:t>
            </a:r>
            <a:r>
              <a:rPr lang="en-US" sz="1450" dirty="0">
                <a:solidFill>
                  <a:srgbClr val="1B2333"/>
                </a:solidFill>
              </a:rPr>
              <a:t> → </a:t>
            </a:r>
            <a:r>
              <a:rPr lang="en-US" sz="1450" b="1" i="1" dirty="0">
                <a:solidFill>
                  <a:srgbClr val="17375E"/>
                </a:solidFill>
              </a:rPr>
              <a:t>die</a:t>
            </a:r>
            <a:r>
              <a:rPr lang="en-US" sz="1450" dirty="0">
                <a:solidFill>
                  <a:srgbClr val="1B2333"/>
                </a:solidFill>
              </a:rPr>
              <a:t> · </a:t>
            </a:r>
            <a:r>
              <a:rPr lang="en-US" sz="1450" i="1" dirty="0">
                <a:solidFill>
                  <a:srgbClr val="1B2333"/>
                </a:solidFill>
              </a:rPr>
              <a:t>het</a:t>
            </a:r>
            <a:r>
              <a:rPr lang="en-US" sz="1450" dirty="0">
                <a:solidFill>
                  <a:srgbClr val="1B2333"/>
                </a:solidFill>
              </a:rPr>
              <a:t> → </a:t>
            </a:r>
            <a:r>
              <a:rPr lang="en-US" sz="1450" b="1" i="1" dirty="0">
                <a:solidFill>
                  <a:srgbClr val="D9700F"/>
                </a:solidFill>
              </a:rPr>
              <a:t>dat</a:t>
            </a:r>
            <a:r>
              <a:rPr lang="en-US" sz="1450" dirty="0">
                <a:solidFill>
                  <a:srgbClr val="1B2333"/>
                </a:solidFill>
              </a:rPr>
              <a:t> · pluriel → toujours </a:t>
            </a:r>
            <a:r>
              <a:rPr lang="en-US" sz="1450" b="1" i="1" dirty="0">
                <a:solidFill>
                  <a:srgbClr val="17375E"/>
                </a:solidFill>
              </a:rPr>
              <a:t>die</a:t>
            </a:r>
            <a:endParaRPr lang="en-US" sz="1450" dirty="0"/>
          </a:p>
        </p:txBody>
      </p:sp>
      <p:sp>
        <p:nvSpPr>
          <p:cNvPr id="52" name="Shape 49"/>
          <p:cNvSpPr/>
          <p:nvPr/>
        </p:nvSpPr>
        <p:spPr>
          <a:xfrm>
            <a:off x="6181344" y="4983480"/>
            <a:ext cx="5458968" cy="1188720"/>
          </a:xfrm>
          <a:prstGeom prst="roundRect">
            <a:avLst>
              <a:gd name="adj" fmla="val 9231"/>
            </a:avLst>
          </a:prstGeom>
          <a:solidFill>
            <a:srgbClr val="FBEDEB"/>
          </a:solidFill>
          <a:ln w="19050">
            <a:solidFill>
              <a:srgbClr val="B83227"/>
            </a:solidFill>
            <a:prstDash val="solid"/>
          </a:ln>
        </p:spPr>
      </p:sp>
      <p:sp>
        <p:nvSpPr>
          <p:cNvPr id="53" name="Text 50"/>
          <p:cNvSpPr txBox="1"/>
          <p:nvPr/>
        </p:nvSpPr>
        <p:spPr>
          <a:xfrm>
            <a:off x="6364224" y="503834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Attention</a:t>
            </a:r>
            <a:endParaRPr lang="en-US" sz="1500" dirty="0"/>
          </a:p>
        </p:txBody>
      </p:sp>
      <p:sp>
        <p:nvSpPr>
          <p:cNvPr id="54" name="Text 51"/>
          <p:cNvSpPr txBox="1"/>
          <p:nvPr/>
        </p:nvSpPr>
        <p:spPr>
          <a:xfrm>
            <a:off x="6364224" y="5422392"/>
            <a:ext cx="5093208" cy="694944"/>
          </a:xfrm>
          <a:prstGeom prst="rect">
            <a:avLst/>
          </a:prstGeom>
          <a:noFill/>
          <a:ln/>
        </p:spPr>
        <p:txBody>
          <a:bodyPr wrap="square" lIns="0" tIns="0" rIns="0" bIns="0" rtlCol="0" anchor="t"/>
          <a:lstStyle/>
          <a:p>
            <a:pPr algn="l" indent="0" marL="0">
              <a:spcAft>
                <a:spcPts val="300"/>
              </a:spcAft>
              <a:buNone/>
            </a:pPr>
            <a:r>
              <a:rPr lang="en-US" sz="1450" i="1" dirty="0">
                <a:solidFill>
                  <a:srgbClr val="1B2333"/>
                </a:solidFill>
              </a:rPr>
              <a:t>het meisje </a:t>
            </a:r>
            <a:r>
              <a:rPr lang="en-US" sz="1450" b="1" i="1" dirty="0">
                <a:solidFill>
                  <a:srgbClr val="D9700F"/>
                </a:solidFill>
              </a:rPr>
              <a:t>dat</a:t>
            </a:r>
            <a:r>
              <a:rPr lang="en-US" sz="1450" i="1" dirty="0">
                <a:solidFill>
                  <a:srgbClr val="1B2333"/>
                </a:solidFill>
              </a:rPr>
              <a:t>… · het kind </a:t>
            </a:r>
            <a:r>
              <a:rPr lang="en-US" sz="1450" b="1" i="1" dirty="0">
                <a:solidFill>
                  <a:srgbClr val="D9700F"/>
                </a:solidFill>
              </a:rPr>
              <a:t>dat</a:t>
            </a:r>
            <a:r>
              <a:rPr lang="en-US" sz="1450" i="1" dirty="0">
                <a:solidFill>
                  <a:srgbClr val="1B2333"/>
                </a:solidFill>
              </a:rPr>
              <a:t>… · het kopje </a:t>
            </a:r>
            <a:r>
              <a:rPr lang="en-US" sz="1450" b="1" i="1" dirty="0">
                <a:solidFill>
                  <a:srgbClr val="D9700F"/>
                </a:solidFill>
              </a:rPr>
              <a:t>dat</a:t>
            </a:r>
            <a:r>
              <a:rPr lang="en-US" sz="1450" i="1" dirty="0">
                <a:solidFill>
                  <a:srgbClr val="1B2333"/>
                </a:solidFill>
              </a:rPr>
              <a:t>…</a:t>
            </a:r>
            <a:r>
              <a:rPr lang="en-US" sz="1450" dirty="0">
                <a:solidFill>
                  <a:srgbClr val="1B2333"/>
                </a:solidFill>
              </a:rPr>
              <a:t> (diminutif </a:t>
            </a:r>
            <a:r>
              <a:rPr lang="en-US" sz="1450" i="1" dirty="0">
                <a:solidFill>
                  <a:srgbClr val="1B2333"/>
                </a:solidFill>
              </a:rPr>
              <a:t>-je</a:t>
            </a:r>
            <a:r>
              <a:rPr lang="en-US" sz="1450" dirty="0">
                <a:solidFill>
                  <a:srgbClr val="1B2333"/>
                </a:solidFill>
              </a:rPr>
              <a:t> = </a:t>
            </a:r>
            <a:r>
              <a:rPr lang="en-US" sz="1450" i="1" dirty="0">
                <a:solidFill>
                  <a:srgbClr val="1B2333"/>
                </a:solidFill>
              </a:rPr>
              <a:t>het</a:t>
            </a:r>
            <a:r>
              <a:rPr lang="en-US" sz="1450" dirty="0">
                <a:solidFill>
                  <a:srgbClr val="1B2333"/>
                </a:solidFill>
              </a:rPr>
              <a:t>)</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Qui ou que ? Peu importe !</a:t>
            </a:r>
            <a:endParaRPr lang="en-US" sz="3000" dirty="0"/>
          </a:p>
        </p:txBody>
      </p:sp>
      <p:sp>
        <p:nvSpPr>
          <p:cNvPr id="3" name="tag"/>
          <p:cNvSpPr/>
          <p:nvPr/>
        </p:nvSpPr>
        <p:spPr>
          <a:xfrm>
            <a:off x="548640" y="237744"/>
            <a:ext cx="1878178"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 FR ≠ NL</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Shape 12"/>
          <p:cNvSpPr/>
          <p:nvPr/>
        </p:nvSpPr>
        <p:spPr>
          <a:xfrm>
            <a:off x="1051560" y="1481328"/>
            <a:ext cx="152400" cy="301752"/>
          </a:xfrm>
          <a:prstGeom prst="rect">
            <a:avLst/>
          </a:prstGeom>
          <a:solidFill>
            <a:srgbClr val="1F4FA3"/>
          </a:solidFill>
          <a:ln w="12700">
            <a:solidFill>
              <a:srgbClr val="FFFFFF">
                <a:alpha val="0"/>
              </a:srgbClr>
            </a:solidFill>
            <a:prstDash val="solid"/>
          </a:ln>
        </p:spPr>
      </p:sp>
      <p:sp>
        <p:nvSpPr>
          <p:cNvPr id="16" name="Shape 13"/>
          <p:cNvSpPr/>
          <p:nvPr/>
        </p:nvSpPr>
        <p:spPr>
          <a:xfrm>
            <a:off x="1203960" y="1481328"/>
            <a:ext cx="152400" cy="301752"/>
          </a:xfrm>
          <a:prstGeom prst="rect">
            <a:avLst/>
          </a:prstGeom>
          <a:solidFill>
            <a:srgbClr val="FFFFFF"/>
          </a:solidFill>
          <a:ln w="12700">
            <a:solidFill>
              <a:srgbClr val="FFFFFF">
                <a:alpha val="0"/>
              </a:srgbClr>
            </a:solidFill>
            <a:prstDash val="solid"/>
          </a:ln>
        </p:spPr>
      </p:sp>
      <p:sp>
        <p:nvSpPr>
          <p:cNvPr id="17" name="Shape 14"/>
          <p:cNvSpPr/>
          <p:nvPr/>
        </p:nvSpPr>
        <p:spPr>
          <a:xfrm>
            <a:off x="1356360" y="1481328"/>
            <a:ext cx="152400" cy="301752"/>
          </a:xfrm>
          <a:prstGeom prst="rect">
            <a:avLst/>
          </a:prstGeom>
          <a:solidFill>
            <a:srgbClr val="E2232A"/>
          </a:solidFill>
          <a:ln w="12700">
            <a:solidFill>
              <a:srgbClr val="FFFFFF">
                <a:alpha val="0"/>
              </a:srgbClr>
            </a:solidFill>
            <a:prstDash val="solid"/>
          </a:ln>
        </p:spPr>
      </p:sp>
      <p:sp>
        <p:nvSpPr>
          <p:cNvPr id="18" name="Shape 15"/>
          <p:cNvSpPr/>
          <p:nvPr/>
        </p:nvSpPr>
        <p:spPr>
          <a:xfrm>
            <a:off x="1051560" y="1481328"/>
            <a:ext cx="457200" cy="301752"/>
          </a:xfrm>
          <a:prstGeom prst="rect">
            <a:avLst/>
          </a:prstGeom>
          <a:noFill/>
          <a:ln w="9525">
            <a:solidFill>
              <a:srgbClr val="B8C2CF"/>
            </a:solidFill>
            <a:prstDash val="solid"/>
          </a:ln>
        </p:spPr>
      </p:sp>
      <p:sp>
        <p:nvSpPr>
          <p:cNvPr id="19" name="Shape 16"/>
          <p:cNvSpPr/>
          <p:nvPr/>
        </p:nvSpPr>
        <p:spPr>
          <a:xfrm>
            <a:off x="548640" y="2011680"/>
            <a:ext cx="1508760" cy="658368"/>
          </a:xfrm>
          <a:prstGeom prst="roundRect">
            <a:avLst>
              <a:gd name="adj" fmla="val 16667"/>
            </a:avLst>
          </a:prstGeom>
          <a:solidFill>
            <a:srgbClr val="FFFFFF"/>
          </a:solidFill>
          <a:ln w="15875">
            <a:solidFill>
              <a:srgbClr val="C9D1DC"/>
            </a:solidFill>
            <a:prstDash val="solid"/>
          </a:ln>
          <a:effectLst>
            <a:outerShdw sx="100000" sy="100000" kx="0" ky="0" algn="bl" rotWithShape="0" blurRad="101600" dist="25400" dir="3600000">
              <a:srgbClr val="000000">
                <a:alpha val="16000"/>
              </a:srgbClr>
            </a:outerShdw>
          </a:effectLst>
        </p:spPr>
      </p:sp>
      <p:sp>
        <p:nvSpPr>
          <p:cNvPr id="20" name="Text 17"/>
          <p:cNvSpPr txBox="1"/>
          <p:nvPr/>
        </p:nvSpPr>
        <p:spPr>
          <a:xfrm>
            <a:off x="548640" y="2011680"/>
            <a:ext cx="1508760" cy="658368"/>
          </a:xfrm>
          <a:prstGeom prst="rect">
            <a:avLst/>
          </a:prstGeom>
          <a:noFill/>
          <a:ln/>
        </p:spPr>
        <p:txBody>
          <a:bodyPr wrap="square" lIns="0" tIns="0" rIns="0" bIns="0" rtlCol="0" anchor="ctr"/>
          <a:lstStyle/>
          <a:p>
            <a:pPr algn="ctr" indent="0" marL="0">
              <a:buNone/>
            </a:pPr>
            <a:r>
              <a:rPr lang="en-US" sz="2200" b="1" i="1" dirty="0">
                <a:solidFill>
                  <a:srgbClr val="4A5A70"/>
                </a:solidFill>
              </a:rPr>
              <a:t>qui</a:t>
            </a:r>
            <a:endParaRPr lang="en-US" sz="2200" dirty="0"/>
          </a:p>
        </p:txBody>
      </p:sp>
      <p:sp>
        <p:nvSpPr>
          <p:cNvPr id="21" name="Text 18"/>
          <p:cNvSpPr txBox="1"/>
          <p:nvPr/>
        </p:nvSpPr>
        <p:spPr>
          <a:xfrm>
            <a:off x="548640" y="2688336"/>
            <a:ext cx="1508760" cy="274320"/>
          </a:xfrm>
          <a:prstGeom prst="rect">
            <a:avLst/>
          </a:prstGeom>
          <a:noFill/>
          <a:ln/>
        </p:spPr>
        <p:txBody>
          <a:bodyPr wrap="square" lIns="0" tIns="0" rIns="0" bIns="0" rtlCol="0" anchor="ctr"/>
          <a:lstStyle/>
          <a:p>
            <a:pPr algn="ctr" indent="0" marL="0">
              <a:buNone/>
            </a:pPr>
            <a:r>
              <a:rPr lang="en-US" sz="1200" i="1" dirty="0">
                <a:solidFill>
                  <a:srgbClr val="6B7686"/>
                </a:solidFill>
              </a:rPr>
              <a:t>sujet</a:t>
            </a:r>
            <a:endParaRPr lang="en-US" sz="1200" dirty="0"/>
          </a:p>
        </p:txBody>
      </p:sp>
      <p:sp>
        <p:nvSpPr>
          <p:cNvPr id="22" name="Shape 19"/>
          <p:cNvSpPr/>
          <p:nvPr/>
        </p:nvSpPr>
        <p:spPr>
          <a:xfrm>
            <a:off x="2103120" y="2340864"/>
            <a:ext cx="640080" cy="566928"/>
          </a:xfrm>
          <a:prstGeom prst="line">
            <a:avLst/>
          </a:prstGeom>
          <a:noFill/>
          <a:ln w="22225">
            <a:solidFill>
              <a:srgbClr val="4A5A70"/>
            </a:solidFill>
            <a:prstDash val="solid"/>
            <a:tailEnd type="triangle"/>
          </a:ln>
        </p:spPr>
      </p:sp>
      <p:sp>
        <p:nvSpPr>
          <p:cNvPr id="23" name="Shape 20"/>
          <p:cNvSpPr/>
          <p:nvPr/>
        </p:nvSpPr>
        <p:spPr>
          <a:xfrm>
            <a:off x="548640" y="3154680"/>
            <a:ext cx="1508760" cy="658368"/>
          </a:xfrm>
          <a:prstGeom prst="roundRect">
            <a:avLst>
              <a:gd name="adj" fmla="val 16667"/>
            </a:avLst>
          </a:prstGeom>
          <a:solidFill>
            <a:srgbClr val="FFFFFF"/>
          </a:solidFill>
          <a:ln w="15875">
            <a:solidFill>
              <a:srgbClr val="C9D1DC"/>
            </a:solidFill>
            <a:prstDash val="solid"/>
          </a:ln>
          <a:effectLst>
            <a:outerShdw sx="100000" sy="100000" kx="0" ky="0" algn="bl" rotWithShape="0" blurRad="101600" dist="25400" dir="3600000">
              <a:srgbClr val="000000">
                <a:alpha val="16000"/>
              </a:srgbClr>
            </a:outerShdw>
          </a:effectLst>
        </p:spPr>
      </p:sp>
      <p:sp>
        <p:nvSpPr>
          <p:cNvPr id="24" name="Text 21"/>
          <p:cNvSpPr txBox="1"/>
          <p:nvPr/>
        </p:nvSpPr>
        <p:spPr>
          <a:xfrm>
            <a:off x="548640" y="3154680"/>
            <a:ext cx="1508760" cy="658368"/>
          </a:xfrm>
          <a:prstGeom prst="rect">
            <a:avLst/>
          </a:prstGeom>
          <a:noFill/>
          <a:ln/>
        </p:spPr>
        <p:txBody>
          <a:bodyPr wrap="square" lIns="0" tIns="0" rIns="0" bIns="0" rtlCol="0" anchor="ctr"/>
          <a:lstStyle/>
          <a:p>
            <a:pPr algn="ctr" indent="0" marL="0">
              <a:buNone/>
            </a:pPr>
            <a:r>
              <a:rPr lang="en-US" sz="2200" b="1" i="1" dirty="0">
                <a:solidFill>
                  <a:srgbClr val="4A5A70"/>
                </a:solidFill>
              </a:rPr>
              <a:t>que</a:t>
            </a:r>
            <a:endParaRPr lang="en-US" sz="2200" dirty="0"/>
          </a:p>
        </p:txBody>
      </p:sp>
      <p:sp>
        <p:nvSpPr>
          <p:cNvPr id="25" name="Text 22"/>
          <p:cNvSpPr txBox="1"/>
          <p:nvPr/>
        </p:nvSpPr>
        <p:spPr>
          <a:xfrm>
            <a:off x="548640" y="3831336"/>
            <a:ext cx="1508760" cy="274320"/>
          </a:xfrm>
          <a:prstGeom prst="rect">
            <a:avLst/>
          </a:prstGeom>
          <a:noFill/>
          <a:ln/>
        </p:spPr>
        <p:txBody>
          <a:bodyPr wrap="square" lIns="0" tIns="0" rIns="0" bIns="0" rtlCol="0" anchor="ctr"/>
          <a:lstStyle/>
          <a:p>
            <a:pPr algn="ctr" indent="0" marL="0">
              <a:buNone/>
            </a:pPr>
            <a:r>
              <a:rPr lang="en-US" sz="1200" i="1" dirty="0">
                <a:solidFill>
                  <a:srgbClr val="6B7686"/>
                </a:solidFill>
              </a:rPr>
              <a:t>complément</a:t>
            </a:r>
            <a:endParaRPr lang="en-US" sz="1200" dirty="0"/>
          </a:p>
        </p:txBody>
      </p:sp>
      <p:sp>
        <p:nvSpPr>
          <p:cNvPr id="26" name="Shape 23"/>
          <p:cNvSpPr/>
          <p:nvPr/>
        </p:nvSpPr>
        <p:spPr>
          <a:xfrm flipV="1">
            <a:off x="2103120" y="2907792"/>
            <a:ext cx="640080" cy="576072"/>
          </a:xfrm>
          <a:prstGeom prst="line">
            <a:avLst/>
          </a:prstGeom>
          <a:noFill/>
          <a:ln w="22225">
            <a:solidFill>
              <a:srgbClr val="4A5A70"/>
            </a:solidFill>
            <a:prstDash val="solid"/>
            <a:tailEnd type="triangle"/>
          </a:ln>
        </p:spPr>
      </p:sp>
      <p:sp>
        <p:nvSpPr>
          <p:cNvPr id="27" name="Shape 24"/>
          <p:cNvSpPr/>
          <p:nvPr/>
        </p:nvSpPr>
        <p:spPr>
          <a:xfrm>
            <a:off x="3246120" y="2103120"/>
            <a:ext cx="457200" cy="100584"/>
          </a:xfrm>
          <a:prstGeom prst="rect">
            <a:avLst/>
          </a:prstGeom>
          <a:solidFill>
            <a:srgbClr val="B32033"/>
          </a:solidFill>
          <a:ln w="12700">
            <a:solidFill>
              <a:srgbClr val="FFFFFF">
                <a:alpha val="0"/>
              </a:srgbClr>
            </a:solidFill>
            <a:prstDash val="solid"/>
          </a:ln>
        </p:spPr>
      </p:sp>
      <p:sp>
        <p:nvSpPr>
          <p:cNvPr id="28" name="Shape 25"/>
          <p:cNvSpPr/>
          <p:nvPr/>
        </p:nvSpPr>
        <p:spPr>
          <a:xfrm>
            <a:off x="3246120" y="2203704"/>
            <a:ext cx="457200" cy="100584"/>
          </a:xfrm>
          <a:prstGeom prst="rect">
            <a:avLst/>
          </a:prstGeom>
          <a:solidFill>
            <a:srgbClr val="FFFFFF"/>
          </a:solidFill>
          <a:ln w="12700">
            <a:solidFill>
              <a:srgbClr val="FFFFFF">
                <a:alpha val="0"/>
              </a:srgbClr>
            </a:solidFill>
            <a:prstDash val="solid"/>
          </a:ln>
        </p:spPr>
      </p:sp>
      <p:sp>
        <p:nvSpPr>
          <p:cNvPr id="29" name="Shape 26"/>
          <p:cNvSpPr/>
          <p:nvPr/>
        </p:nvSpPr>
        <p:spPr>
          <a:xfrm>
            <a:off x="3246120" y="2304288"/>
            <a:ext cx="457200" cy="100584"/>
          </a:xfrm>
          <a:prstGeom prst="rect">
            <a:avLst/>
          </a:prstGeom>
          <a:solidFill>
            <a:srgbClr val="22408C"/>
          </a:solidFill>
          <a:ln w="12700">
            <a:solidFill>
              <a:srgbClr val="FFFFFF">
                <a:alpha val="0"/>
              </a:srgbClr>
            </a:solidFill>
            <a:prstDash val="solid"/>
          </a:ln>
        </p:spPr>
      </p:sp>
      <p:sp>
        <p:nvSpPr>
          <p:cNvPr id="30" name="Shape 27"/>
          <p:cNvSpPr/>
          <p:nvPr/>
        </p:nvSpPr>
        <p:spPr>
          <a:xfrm>
            <a:off x="3246120" y="2103120"/>
            <a:ext cx="457200" cy="301752"/>
          </a:xfrm>
          <a:prstGeom prst="rect">
            <a:avLst/>
          </a:prstGeom>
          <a:noFill/>
          <a:ln w="9525">
            <a:solidFill>
              <a:srgbClr val="B8C2CF"/>
            </a:solidFill>
            <a:prstDash val="solid"/>
          </a:ln>
        </p:spPr>
      </p:sp>
      <p:sp>
        <p:nvSpPr>
          <p:cNvPr id="31" name="Shape 28"/>
          <p:cNvSpPr/>
          <p:nvPr/>
        </p:nvSpPr>
        <p:spPr>
          <a:xfrm>
            <a:off x="2788920" y="2560320"/>
            <a:ext cx="1463040" cy="731520"/>
          </a:xfrm>
          <a:prstGeom prst="roundRect">
            <a:avLst>
              <a:gd name="adj" fmla="val 15000"/>
            </a:avLst>
          </a:prstGeom>
          <a:solidFill>
            <a:srgbClr val="E6EBF2"/>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32" name="Text 29"/>
          <p:cNvSpPr txBox="1"/>
          <p:nvPr/>
        </p:nvSpPr>
        <p:spPr>
          <a:xfrm>
            <a:off x="2788920" y="2560320"/>
            <a:ext cx="1463040" cy="731520"/>
          </a:xfrm>
          <a:prstGeom prst="rect">
            <a:avLst/>
          </a:prstGeom>
          <a:noFill/>
          <a:ln/>
        </p:spPr>
        <p:txBody>
          <a:bodyPr wrap="square" lIns="0" tIns="0" rIns="0" bIns="0" rtlCol="0" anchor="ctr"/>
          <a:lstStyle/>
          <a:p>
            <a:pPr algn="ctr" indent="0" marL="0">
              <a:buNone/>
            </a:pPr>
            <a:r>
              <a:rPr lang="en-US" sz="2000" b="1" i="1" dirty="0">
                <a:solidFill>
                  <a:srgbClr val="17375E"/>
                </a:solidFill>
              </a:rPr>
              <a:t>die</a:t>
            </a:r>
            <a:r>
              <a:rPr lang="en-US" sz="2000" b="1" i="1" dirty="0">
                <a:solidFill>
                  <a:srgbClr val="1B2333"/>
                </a:solidFill>
              </a:rPr>
              <a:t> / </a:t>
            </a:r>
            <a:r>
              <a:rPr lang="en-US" sz="2000" b="1" i="1" dirty="0">
                <a:solidFill>
                  <a:srgbClr val="D9700F"/>
                </a:solidFill>
              </a:rPr>
              <a:t>dat</a:t>
            </a:r>
            <a:endParaRPr lang="en-US" sz="2000" dirty="0"/>
          </a:p>
        </p:txBody>
      </p:sp>
      <p:sp>
        <p:nvSpPr>
          <p:cNvPr id="33" name="Text 30"/>
          <p:cNvSpPr txBox="1"/>
          <p:nvPr/>
        </p:nvSpPr>
        <p:spPr>
          <a:xfrm>
            <a:off x="2788920" y="3310128"/>
            <a:ext cx="1463040" cy="274320"/>
          </a:xfrm>
          <a:prstGeom prst="rect">
            <a:avLst/>
          </a:prstGeom>
          <a:noFill/>
          <a:ln/>
        </p:spPr>
        <p:txBody>
          <a:bodyPr wrap="square" lIns="0" tIns="0" rIns="0" bIns="0" rtlCol="0" anchor="ctr"/>
          <a:lstStyle/>
          <a:p>
            <a:pPr algn="ctr" indent="0" marL="0">
              <a:buNone/>
            </a:pPr>
            <a:r>
              <a:rPr lang="en-US" sz="1200" b="1" i="1" dirty="0">
                <a:solidFill>
                  <a:srgbClr val="17375E"/>
                </a:solidFill>
              </a:rPr>
              <a:t>selon le nom</a:t>
            </a:r>
            <a:endParaRPr lang="en-US" sz="1200" dirty="0"/>
          </a:p>
        </p:txBody>
      </p:sp>
      <p:sp>
        <p:nvSpPr>
          <p:cNvPr id="34" name="Shape 31"/>
          <p:cNvSpPr/>
          <p:nvPr/>
        </p:nvSpPr>
        <p:spPr>
          <a:xfrm>
            <a:off x="4663440" y="1554480"/>
            <a:ext cx="6976872" cy="512064"/>
          </a:xfrm>
          <a:prstGeom prst="roundRect">
            <a:avLst>
              <a:gd name="adj" fmla="val 14286"/>
            </a:avLst>
          </a:prstGeom>
          <a:solidFill>
            <a:srgbClr val="EEF3F8"/>
          </a:solidFill>
          <a:ln w="12700">
            <a:solidFill>
              <a:srgbClr val="FFFFFF">
                <a:alpha val="0"/>
              </a:srgbClr>
            </a:solidFill>
            <a:prstDash val="solid"/>
          </a:ln>
        </p:spPr>
      </p:sp>
      <p:sp>
        <p:nvSpPr>
          <p:cNvPr id="35" name="Text 32"/>
          <p:cNvSpPr txBox="1"/>
          <p:nvPr/>
        </p:nvSpPr>
        <p:spPr>
          <a:xfrm>
            <a:off x="4846320" y="1554480"/>
            <a:ext cx="3017520" cy="512064"/>
          </a:xfrm>
          <a:prstGeom prst="rect">
            <a:avLst/>
          </a:prstGeom>
          <a:noFill/>
          <a:ln/>
        </p:spPr>
        <p:txBody>
          <a:bodyPr wrap="square" lIns="0" tIns="0" rIns="0" bIns="0" rtlCol="0" anchor="ctr"/>
          <a:lstStyle/>
          <a:p>
            <a:pPr algn="l" indent="0" marL="0">
              <a:buNone/>
            </a:pPr>
            <a:r>
              <a:rPr lang="en-US" sz="1600" i="1" dirty="0">
                <a:solidFill>
                  <a:srgbClr val="17375E"/>
                </a:solidFill>
              </a:rPr>
              <a:t>« le collègue </a:t>
            </a:r>
            <a:r>
              <a:rPr lang="en-US" sz="1600" b="1" i="1" dirty="0">
                <a:solidFill>
                  <a:srgbClr val="4A5A70"/>
                </a:solidFill>
              </a:rPr>
              <a:t>qui</a:t>
            </a:r>
            <a:r>
              <a:rPr lang="en-US" sz="1600" i="1" dirty="0">
                <a:solidFill>
                  <a:srgbClr val="17375E"/>
                </a:solidFill>
              </a:rPr>
              <a:t> m’aide »</a:t>
            </a:r>
            <a:endParaRPr lang="en-US" sz="1600" dirty="0"/>
          </a:p>
        </p:txBody>
      </p:sp>
      <p:sp>
        <p:nvSpPr>
          <p:cNvPr id="36" name="Text 33"/>
          <p:cNvSpPr txBox="1"/>
          <p:nvPr/>
        </p:nvSpPr>
        <p:spPr>
          <a:xfrm>
            <a:off x="7863840" y="1554480"/>
            <a:ext cx="411480" cy="512064"/>
          </a:xfrm>
          <a:prstGeom prst="rect">
            <a:avLst/>
          </a:prstGeom>
          <a:noFill/>
          <a:ln/>
        </p:spPr>
        <p:txBody>
          <a:bodyPr wrap="square" lIns="0" tIns="0" rIns="0" bIns="0" rtlCol="0" anchor="ctr"/>
          <a:lstStyle/>
          <a:p>
            <a:pPr algn="ctr" indent="0" marL="0">
              <a:buNone/>
            </a:pPr>
            <a:r>
              <a:rPr lang="en-US" sz="1700" b="1" dirty="0">
                <a:solidFill>
                  <a:srgbClr val="4A5A70"/>
                </a:solidFill>
              </a:rPr>
              <a:t>➜</a:t>
            </a:r>
            <a:endParaRPr lang="en-US" sz="1700" dirty="0"/>
          </a:p>
        </p:txBody>
      </p:sp>
      <p:sp>
        <p:nvSpPr>
          <p:cNvPr id="37" name="Text 34"/>
          <p:cNvSpPr txBox="1"/>
          <p:nvPr/>
        </p:nvSpPr>
        <p:spPr>
          <a:xfrm>
            <a:off x="8321040" y="1554480"/>
            <a:ext cx="3246120" cy="512064"/>
          </a:xfrm>
          <a:prstGeom prst="rect">
            <a:avLst/>
          </a:prstGeom>
          <a:noFill/>
          <a:ln/>
        </p:spPr>
        <p:txBody>
          <a:bodyPr wrap="square" lIns="0" tIns="0" rIns="0" bIns="0" rtlCol="0" anchor="ctr"/>
          <a:lstStyle/>
          <a:p>
            <a:pPr algn="l" indent="0" marL="0">
              <a:buNone/>
            </a:pPr>
            <a:r>
              <a:rPr lang="en-US" sz="1700" i="1" dirty="0">
                <a:solidFill>
                  <a:srgbClr val="1B2333"/>
                </a:solidFill>
              </a:rPr>
              <a:t>de collega </a:t>
            </a:r>
            <a:r>
              <a:rPr lang="en-US" sz="1700" b="1" i="1" dirty="0">
                <a:solidFill>
                  <a:srgbClr val="17375E"/>
                </a:solidFill>
              </a:rPr>
              <a:t>die</a:t>
            </a:r>
            <a:r>
              <a:rPr lang="en-US" sz="1700" i="1" dirty="0">
                <a:solidFill>
                  <a:srgbClr val="1B2333"/>
                </a:solidFill>
              </a:rPr>
              <a:t> me helpt</a:t>
            </a:r>
            <a:endParaRPr lang="en-US" sz="1700" dirty="0"/>
          </a:p>
        </p:txBody>
      </p:sp>
      <p:sp>
        <p:nvSpPr>
          <p:cNvPr id="38" name="Shape 35"/>
          <p:cNvSpPr/>
          <p:nvPr/>
        </p:nvSpPr>
        <p:spPr>
          <a:xfrm>
            <a:off x="4663440" y="2139696"/>
            <a:ext cx="6976872" cy="512064"/>
          </a:xfrm>
          <a:prstGeom prst="roundRect">
            <a:avLst>
              <a:gd name="adj" fmla="val 14286"/>
            </a:avLst>
          </a:prstGeom>
          <a:solidFill>
            <a:srgbClr val="FFFFFF"/>
          </a:solidFill>
          <a:ln w="12700">
            <a:solidFill>
              <a:srgbClr val="FFFFFF">
                <a:alpha val="0"/>
              </a:srgbClr>
            </a:solidFill>
            <a:prstDash val="solid"/>
          </a:ln>
        </p:spPr>
      </p:sp>
      <p:sp>
        <p:nvSpPr>
          <p:cNvPr id="39" name="Text 36"/>
          <p:cNvSpPr txBox="1"/>
          <p:nvPr/>
        </p:nvSpPr>
        <p:spPr>
          <a:xfrm>
            <a:off x="4846320" y="2139696"/>
            <a:ext cx="3017520" cy="512064"/>
          </a:xfrm>
          <a:prstGeom prst="rect">
            <a:avLst/>
          </a:prstGeom>
          <a:noFill/>
          <a:ln/>
        </p:spPr>
        <p:txBody>
          <a:bodyPr wrap="square" lIns="0" tIns="0" rIns="0" bIns="0" rtlCol="0" anchor="ctr"/>
          <a:lstStyle/>
          <a:p>
            <a:pPr algn="l" indent="0" marL="0">
              <a:buNone/>
            </a:pPr>
            <a:r>
              <a:rPr lang="en-US" sz="1600" i="1" dirty="0">
                <a:solidFill>
                  <a:srgbClr val="17375E"/>
                </a:solidFill>
              </a:rPr>
              <a:t>« le collègue </a:t>
            </a:r>
            <a:r>
              <a:rPr lang="en-US" sz="1600" b="1" i="1" dirty="0">
                <a:solidFill>
                  <a:srgbClr val="4A5A70"/>
                </a:solidFill>
              </a:rPr>
              <a:t>que</a:t>
            </a:r>
            <a:r>
              <a:rPr lang="en-US" sz="1600" i="1" dirty="0">
                <a:solidFill>
                  <a:srgbClr val="17375E"/>
                </a:solidFill>
              </a:rPr>
              <a:t> j’aide »</a:t>
            </a:r>
            <a:endParaRPr lang="en-US" sz="1600" dirty="0"/>
          </a:p>
        </p:txBody>
      </p:sp>
      <p:sp>
        <p:nvSpPr>
          <p:cNvPr id="40" name="Text 37"/>
          <p:cNvSpPr txBox="1"/>
          <p:nvPr/>
        </p:nvSpPr>
        <p:spPr>
          <a:xfrm>
            <a:off x="7863840" y="2139696"/>
            <a:ext cx="411480" cy="512064"/>
          </a:xfrm>
          <a:prstGeom prst="rect">
            <a:avLst/>
          </a:prstGeom>
          <a:noFill/>
          <a:ln/>
        </p:spPr>
        <p:txBody>
          <a:bodyPr wrap="square" lIns="0" tIns="0" rIns="0" bIns="0" rtlCol="0" anchor="ctr"/>
          <a:lstStyle/>
          <a:p>
            <a:pPr algn="ctr" indent="0" marL="0">
              <a:buNone/>
            </a:pPr>
            <a:r>
              <a:rPr lang="en-US" sz="1700" b="1" dirty="0">
                <a:solidFill>
                  <a:srgbClr val="4A5A70"/>
                </a:solidFill>
              </a:rPr>
              <a:t>➜</a:t>
            </a:r>
            <a:endParaRPr lang="en-US" sz="1700" dirty="0"/>
          </a:p>
        </p:txBody>
      </p:sp>
      <p:sp>
        <p:nvSpPr>
          <p:cNvPr id="41" name="Text 38"/>
          <p:cNvSpPr txBox="1"/>
          <p:nvPr/>
        </p:nvSpPr>
        <p:spPr>
          <a:xfrm>
            <a:off x="8321040" y="2139696"/>
            <a:ext cx="3246120" cy="512064"/>
          </a:xfrm>
          <a:prstGeom prst="rect">
            <a:avLst/>
          </a:prstGeom>
          <a:noFill/>
          <a:ln/>
        </p:spPr>
        <p:txBody>
          <a:bodyPr wrap="square" lIns="0" tIns="0" rIns="0" bIns="0" rtlCol="0" anchor="ctr"/>
          <a:lstStyle/>
          <a:p>
            <a:pPr algn="l" indent="0" marL="0">
              <a:buNone/>
            </a:pPr>
            <a:r>
              <a:rPr lang="en-US" sz="1700" i="1" dirty="0">
                <a:solidFill>
                  <a:srgbClr val="1B2333"/>
                </a:solidFill>
              </a:rPr>
              <a:t>de collega </a:t>
            </a:r>
            <a:r>
              <a:rPr lang="en-US" sz="1700" b="1" i="1" dirty="0">
                <a:solidFill>
                  <a:srgbClr val="17375E"/>
                </a:solidFill>
              </a:rPr>
              <a:t>die</a:t>
            </a:r>
            <a:r>
              <a:rPr lang="en-US" sz="1700" i="1" dirty="0">
                <a:solidFill>
                  <a:srgbClr val="1B2333"/>
                </a:solidFill>
              </a:rPr>
              <a:t> ik help</a:t>
            </a:r>
            <a:endParaRPr lang="en-US" sz="1700" dirty="0"/>
          </a:p>
        </p:txBody>
      </p:sp>
      <p:sp>
        <p:nvSpPr>
          <p:cNvPr id="42" name="Shape 39"/>
          <p:cNvSpPr/>
          <p:nvPr/>
        </p:nvSpPr>
        <p:spPr>
          <a:xfrm>
            <a:off x="4663440" y="2724912"/>
            <a:ext cx="6976872" cy="512064"/>
          </a:xfrm>
          <a:prstGeom prst="roundRect">
            <a:avLst>
              <a:gd name="adj" fmla="val 14286"/>
            </a:avLst>
          </a:prstGeom>
          <a:solidFill>
            <a:srgbClr val="EEF3F8"/>
          </a:solidFill>
          <a:ln w="12700">
            <a:solidFill>
              <a:srgbClr val="FFFFFF">
                <a:alpha val="0"/>
              </a:srgbClr>
            </a:solidFill>
            <a:prstDash val="solid"/>
          </a:ln>
        </p:spPr>
      </p:sp>
      <p:sp>
        <p:nvSpPr>
          <p:cNvPr id="43" name="Text 40"/>
          <p:cNvSpPr txBox="1"/>
          <p:nvPr/>
        </p:nvSpPr>
        <p:spPr>
          <a:xfrm>
            <a:off x="4846320" y="2724912"/>
            <a:ext cx="3017520" cy="512064"/>
          </a:xfrm>
          <a:prstGeom prst="rect">
            <a:avLst/>
          </a:prstGeom>
          <a:noFill/>
          <a:ln/>
        </p:spPr>
        <p:txBody>
          <a:bodyPr wrap="square" lIns="0" tIns="0" rIns="0" bIns="0" rtlCol="0" anchor="ctr"/>
          <a:lstStyle/>
          <a:p>
            <a:pPr algn="l" indent="0" marL="0">
              <a:buNone/>
            </a:pPr>
            <a:r>
              <a:rPr lang="en-US" sz="1600" i="1" dirty="0">
                <a:solidFill>
                  <a:srgbClr val="17375E"/>
                </a:solidFill>
              </a:rPr>
              <a:t>« le rapport </a:t>
            </a:r>
            <a:r>
              <a:rPr lang="en-US" sz="1600" b="1" i="1" dirty="0">
                <a:solidFill>
                  <a:srgbClr val="4A5A70"/>
                </a:solidFill>
              </a:rPr>
              <a:t>qui</a:t>
            </a:r>
            <a:r>
              <a:rPr lang="en-US" sz="1600" i="1" dirty="0">
                <a:solidFill>
                  <a:srgbClr val="17375E"/>
                </a:solidFill>
              </a:rPr>
              <a:t> est prêt »</a:t>
            </a:r>
            <a:endParaRPr lang="en-US" sz="1600" dirty="0"/>
          </a:p>
        </p:txBody>
      </p:sp>
      <p:sp>
        <p:nvSpPr>
          <p:cNvPr id="44" name="Text 41"/>
          <p:cNvSpPr txBox="1"/>
          <p:nvPr/>
        </p:nvSpPr>
        <p:spPr>
          <a:xfrm>
            <a:off x="7863840" y="2724912"/>
            <a:ext cx="411480" cy="512064"/>
          </a:xfrm>
          <a:prstGeom prst="rect">
            <a:avLst/>
          </a:prstGeom>
          <a:noFill/>
          <a:ln/>
        </p:spPr>
        <p:txBody>
          <a:bodyPr wrap="square" lIns="0" tIns="0" rIns="0" bIns="0" rtlCol="0" anchor="ctr"/>
          <a:lstStyle/>
          <a:p>
            <a:pPr algn="ctr" indent="0" marL="0">
              <a:buNone/>
            </a:pPr>
            <a:r>
              <a:rPr lang="en-US" sz="1700" b="1" dirty="0">
                <a:solidFill>
                  <a:srgbClr val="4A5A70"/>
                </a:solidFill>
              </a:rPr>
              <a:t>➜</a:t>
            </a:r>
            <a:endParaRPr lang="en-US" sz="1700" dirty="0"/>
          </a:p>
        </p:txBody>
      </p:sp>
      <p:sp>
        <p:nvSpPr>
          <p:cNvPr id="45" name="Text 42"/>
          <p:cNvSpPr txBox="1"/>
          <p:nvPr/>
        </p:nvSpPr>
        <p:spPr>
          <a:xfrm>
            <a:off x="8321040" y="2724912"/>
            <a:ext cx="3246120" cy="512064"/>
          </a:xfrm>
          <a:prstGeom prst="rect">
            <a:avLst/>
          </a:prstGeom>
          <a:noFill/>
          <a:ln/>
        </p:spPr>
        <p:txBody>
          <a:bodyPr wrap="square" lIns="0" tIns="0" rIns="0" bIns="0" rtlCol="0" anchor="ctr"/>
          <a:lstStyle/>
          <a:p>
            <a:pPr algn="l" indent="0" marL="0">
              <a:buNone/>
            </a:pPr>
            <a:r>
              <a:rPr lang="en-US" sz="1700" i="1" dirty="0">
                <a:solidFill>
                  <a:srgbClr val="1B2333"/>
                </a:solidFill>
              </a:rPr>
              <a:t>het rapport </a:t>
            </a:r>
            <a:r>
              <a:rPr lang="en-US" sz="1700" b="1" i="1" dirty="0">
                <a:solidFill>
                  <a:srgbClr val="D9700F"/>
                </a:solidFill>
              </a:rPr>
              <a:t>dat</a:t>
            </a:r>
            <a:r>
              <a:rPr lang="en-US" sz="1700" i="1" dirty="0">
                <a:solidFill>
                  <a:srgbClr val="1B2333"/>
                </a:solidFill>
              </a:rPr>
              <a:t> klaar is</a:t>
            </a:r>
            <a:endParaRPr lang="en-US" sz="1700" dirty="0"/>
          </a:p>
        </p:txBody>
      </p:sp>
      <p:sp>
        <p:nvSpPr>
          <p:cNvPr id="46" name="Shape 43"/>
          <p:cNvSpPr/>
          <p:nvPr/>
        </p:nvSpPr>
        <p:spPr>
          <a:xfrm>
            <a:off x="4663440" y="3310128"/>
            <a:ext cx="6976872" cy="512064"/>
          </a:xfrm>
          <a:prstGeom prst="roundRect">
            <a:avLst>
              <a:gd name="adj" fmla="val 14286"/>
            </a:avLst>
          </a:prstGeom>
          <a:solidFill>
            <a:srgbClr val="FFFFFF"/>
          </a:solidFill>
          <a:ln w="12700">
            <a:solidFill>
              <a:srgbClr val="FFFFFF">
                <a:alpha val="0"/>
              </a:srgbClr>
            </a:solidFill>
            <a:prstDash val="solid"/>
          </a:ln>
        </p:spPr>
      </p:sp>
      <p:sp>
        <p:nvSpPr>
          <p:cNvPr id="47" name="Text 44"/>
          <p:cNvSpPr txBox="1"/>
          <p:nvPr/>
        </p:nvSpPr>
        <p:spPr>
          <a:xfrm>
            <a:off x="4846320" y="3310128"/>
            <a:ext cx="3017520" cy="512064"/>
          </a:xfrm>
          <a:prstGeom prst="rect">
            <a:avLst/>
          </a:prstGeom>
          <a:noFill/>
          <a:ln/>
        </p:spPr>
        <p:txBody>
          <a:bodyPr wrap="square" lIns="0" tIns="0" rIns="0" bIns="0" rtlCol="0" anchor="ctr"/>
          <a:lstStyle/>
          <a:p>
            <a:pPr algn="l" indent="0" marL="0">
              <a:buNone/>
            </a:pPr>
            <a:r>
              <a:rPr lang="en-US" sz="1600" i="1" dirty="0">
                <a:solidFill>
                  <a:srgbClr val="17375E"/>
                </a:solidFill>
              </a:rPr>
              <a:t>« le rapport </a:t>
            </a:r>
            <a:r>
              <a:rPr lang="en-US" sz="1600" b="1" i="1" dirty="0">
                <a:solidFill>
                  <a:srgbClr val="4A5A70"/>
                </a:solidFill>
              </a:rPr>
              <a:t>que</a:t>
            </a:r>
            <a:r>
              <a:rPr lang="en-US" sz="1600" i="1" dirty="0">
                <a:solidFill>
                  <a:srgbClr val="17375E"/>
                </a:solidFill>
              </a:rPr>
              <a:t> je lis »</a:t>
            </a:r>
            <a:endParaRPr lang="en-US" sz="1600" dirty="0"/>
          </a:p>
        </p:txBody>
      </p:sp>
      <p:sp>
        <p:nvSpPr>
          <p:cNvPr id="48" name="Text 45"/>
          <p:cNvSpPr txBox="1"/>
          <p:nvPr/>
        </p:nvSpPr>
        <p:spPr>
          <a:xfrm>
            <a:off x="7863840" y="3310128"/>
            <a:ext cx="411480" cy="512064"/>
          </a:xfrm>
          <a:prstGeom prst="rect">
            <a:avLst/>
          </a:prstGeom>
          <a:noFill/>
          <a:ln/>
        </p:spPr>
        <p:txBody>
          <a:bodyPr wrap="square" lIns="0" tIns="0" rIns="0" bIns="0" rtlCol="0" anchor="ctr"/>
          <a:lstStyle/>
          <a:p>
            <a:pPr algn="ctr" indent="0" marL="0">
              <a:buNone/>
            </a:pPr>
            <a:r>
              <a:rPr lang="en-US" sz="1700" b="1" dirty="0">
                <a:solidFill>
                  <a:srgbClr val="4A5A70"/>
                </a:solidFill>
              </a:rPr>
              <a:t>➜</a:t>
            </a:r>
            <a:endParaRPr lang="en-US" sz="1700" dirty="0"/>
          </a:p>
        </p:txBody>
      </p:sp>
      <p:sp>
        <p:nvSpPr>
          <p:cNvPr id="49" name="Text 46"/>
          <p:cNvSpPr txBox="1"/>
          <p:nvPr/>
        </p:nvSpPr>
        <p:spPr>
          <a:xfrm>
            <a:off x="8321040" y="3310128"/>
            <a:ext cx="3246120" cy="512064"/>
          </a:xfrm>
          <a:prstGeom prst="rect">
            <a:avLst/>
          </a:prstGeom>
          <a:noFill/>
          <a:ln/>
        </p:spPr>
        <p:txBody>
          <a:bodyPr wrap="square" lIns="0" tIns="0" rIns="0" bIns="0" rtlCol="0" anchor="ctr"/>
          <a:lstStyle/>
          <a:p>
            <a:pPr algn="l" indent="0" marL="0">
              <a:buNone/>
            </a:pPr>
            <a:r>
              <a:rPr lang="en-US" sz="1700" i="1" dirty="0">
                <a:solidFill>
                  <a:srgbClr val="1B2333"/>
                </a:solidFill>
              </a:rPr>
              <a:t>het rapport </a:t>
            </a:r>
            <a:r>
              <a:rPr lang="en-US" sz="1700" b="1" i="1" dirty="0">
                <a:solidFill>
                  <a:srgbClr val="D9700F"/>
                </a:solidFill>
              </a:rPr>
              <a:t>dat</a:t>
            </a:r>
            <a:r>
              <a:rPr lang="en-US" sz="1700" i="1" dirty="0">
                <a:solidFill>
                  <a:srgbClr val="1B2333"/>
                </a:solidFill>
              </a:rPr>
              <a:t> ik lees</a:t>
            </a:r>
            <a:endParaRPr lang="en-US" sz="1700" dirty="0"/>
          </a:p>
        </p:txBody>
      </p:sp>
      <p:sp>
        <p:nvSpPr>
          <p:cNvPr id="50" name="Shape 47"/>
          <p:cNvSpPr/>
          <p:nvPr/>
        </p:nvSpPr>
        <p:spPr>
          <a:xfrm>
            <a:off x="548640" y="4224528"/>
            <a:ext cx="5458968" cy="1188720"/>
          </a:xfrm>
          <a:prstGeom prst="roundRect">
            <a:avLst>
              <a:gd name="adj" fmla="val 9231"/>
            </a:avLst>
          </a:prstGeom>
          <a:solidFill>
            <a:srgbClr val="E8F4EC"/>
          </a:solidFill>
          <a:ln w="19050">
            <a:solidFill>
              <a:srgbClr val="2E7D4F"/>
            </a:solidFill>
            <a:prstDash val="solid"/>
          </a:ln>
        </p:spPr>
      </p:sp>
      <p:sp>
        <p:nvSpPr>
          <p:cNvPr id="51" name="Text 48"/>
          <p:cNvSpPr txBox="1"/>
          <p:nvPr/>
        </p:nvSpPr>
        <p:spPr>
          <a:xfrm>
            <a:off x="731520" y="4279392"/>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52" name="Text 49"/>
          <p:cNvSpPr txBox="1"/>
          <p:nvPr/>
        </p:nvSpPr>
        <p:spPr>
          <a:xfrm>
            <a:off x="731520" y="4663440"/>
            <a:ext cx="5093208" cy="69494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le français regarde la </a:t>
            </a:r>
            <a:r>
              <a:rPr lang="en-US" sz="1450" b="1" dirty="0">
                <a:solidFill>
                  <a:srgbClr val="1B2333"/>
                </a:solidFill>
              </a:rPr>
              <a:t>fonction</a:t>
            </a:r>
            <a:r>
              <a:rPr lang="en-US" sz="1450" dirty="0">
                <a:solidFill>
                  <a:srgbClr val="1B2333"/>
                </a:solidFill>
              </a:rPr>
              <a:t> (</a:t>
            </a:r>
            <a:r>
              <a:rPr lang="en-US" sz="1450" i="1" dirty="0">
                <a:solidFill>
                  <a:srgbClr val="1B2333"/>
                </a:solidFill>
              </a:rPr>
              <a:t>qui / que</a:t>
            </a:r>
            <a:r>
              <a:rPr lang="en-US" sz="1450" dirty="0">
                <a:solidFill>
                  <a:srgbClr val="1B2333"/>
                </a:solidFill>
              </a:rPr>
              <a:t>) ; le néerlandais regarde le </a:t>
            </a:r>
            <a:r>
              <a:rPr lang="en-US" sz="1450" b="1" dirty="0">
                <a:solidFill>
                  <a:srgbClr val="1B2333"/>
                </a:solidFill>
              </a:rPr>
              <a:t>nom</a:t>
            </a:r>
            <a:r>
              <a:rPr lang="en-US" sz="1450" dirty="0">
                <a:solidFill>
                  <a:srgbClr val="1B2333"/>
                </a:solidFill>
              </a:rPr>
              <a:t> (</a:t>
            </a:r>
            <a:r>
              <a:rPr lang="en-US" sz="1450" b="1" i="1" dirty="0">
                <a:solidFill>
                  <a:srgbClr val="17375E"/>
                </a:solidFill>
              </a:rPr>
              <a:t>die</a:t>
            </a:r>
            <a:r>
              <a:rPr lang="en-US" sz="1450" i="1" dirty="0">
                <a:solidFill>
                  <a:srgbClr val="1B2333"/>
                </a:solidFill>
              </a:rPr>
              <a:t> / </a:t>
            </a:r>
            <a:r>
              <a:rPr lang="en-US" sz="1450" b="1" i="1" dirty="0">
                <a:solidFill>
                  <a:srgbClr val="D9700F"/>
                </a:solidFill>
              </a:rPr>
              <a:t>dat</a:t>
            </a:r>
            <a:r>
              <a:rPr lang="en-US" sz="1450" dirty="0">
                <a:solidFill>
                  <a:srgbClr val="1B2333"/>
                </a:solidFill>
              </a:rPr>
              <a:t>)</a:t>
            </a:r>
            <a:endParaRPr lang="en-US" sz="1450" dirty="0"/>
          </a:p>
        </p:txBody>
      </p:sp>
      <p:sp>
        <p:nvSpPr>
          <p:cNvPr id="53" name="Shape 50"/>
          <p:cNvSpPr/>
          <p:nvPr/>
        </p:nvSpPr>
        <p:spPr>
          <a:xfrm>
            <a:off x="6181344" y="4224528"/>
            <a:ext cx="5458968" cy="1188720"/>
          </a:xfrm>
          <a:prstGeom prst="roundRect">
            <a:avLst>
              <a:gd name="adj" fmla="val 9231"/>
            </a:avLst>
          </a:prstGeom>
          <a:solidFill>
            <a:srgbClr val="FBEDEB"/>
          </a:solidFill>
          <a:ln w="19050">
            <a:solidFill>
              <a:srgbClr val="B83227"/>
            </a:solidFill>
            <a:prstDash val="solid"/>
          </a:ln>
        </p:spPr>
      </p:sp>
      <p:sp>
        <p:nvSpPr>
          <p:cNvPr id="54" name="Text 51"/>
          <p:cNvSpPr txBox="1"/>
          <p:nvPr/>
        </p:nvSpPr>
        <p:spPr>
          <a:xfrm>
            <a:off x="6364224" y="4279392"/>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Qui fait quoi ?</a:t>
            </a:r>
            <a:endParaRPr lang="en-US" sz="1500" dirty="0"/>
          </a:p>
        </p:txBody>
      </p:sp>
      <p:sp>
        <p:nvSpPr>
          <p:cNvPr id="55" name="Text 52"/>
          <p:cNvSpPr txBox="1"/>
          <p:nvPr/>
        </p:nvSpPr>
        <p:spPr>
          <a:xfrm>
            <a:off x="6364224" y="4663440"/>
            <a:ext cx="5093208" cy="694944"/>
          </a:xfrm>
          <a:prstGeom prst="rect">
            <a:avLst/>
          </a:prstGeom>
          <a:noFill/>
          <a:ln/>
        </p:spPr>
        <p:txBody>
          <a:bodyPr wrap="square" lIns="0" tIns="0" rIns="0" bIns="0" rtlCol="0" anchor="t"/>
          <a:lstStyle/>
          <a:p>
            <a:pPr algn="l" indent="0" marL="0">
              <a:spcAft>
                <a:spcPts val="300"/>
              </a:spcAft>
              <a:buNone/>
            </a:pPr>
            <a:r>
              <a:rPr lang="en-US" sz="1450" i="1" dirty="0">
                <a:solidFill>
                  <a:srgbClr val="1B2333"/>
                </a:solidFill>
              </a:rPr>
              <a:t>de collega </a:t>
            </a:r>
            <a:r>
              <a:rPr lang="en-US" sz="1450" b="1" i="1" dirty="0">
                <a:solidFill>
                  <a:srgbClr val="17375E"/>
                </a:solidFill>
              </a:rPr>
              <a:t>die</a:t>
            </a:r>
            <a:r>
              <a:rPr lang="en-US" sz="1450" i="1" dirty="0">
                <a:solidFill>
                  <a:srgbClr val="1B2333"/>
                </a:solidFill>
              </a:rPr>
              <a:t> Sofie helpt</a:t>
            </a:r>
            <a:r>
              <a:rPr lang="en-US" sz="1450" dirty="0">
                <a:solidFill>
                  <a:srgbClr val="1B2333"/>
                </a:solidFill>
              </a:rPr>
              <a:t> = qui aide Sofie… ou que Sofie aide : le contexte décide</a:t>
            </a:r>
            <a:endParaRPr lang="en-US" sz="1450" dirty="0"/>
          </a:p>
        </p:txBody>
      </p:sp>
      <p:sp>
        <p:nvSpPr>
          <p:cNvPr id="56" name="Shape 53"/>
          <p:cNvSpPr/>
          <p:nvPr/>
        </p:nvSpPr>
        <p:spPr>
          <a:xfrm>
            <a:off x="548640" y="5669280"/>
            <a:ext cx="11091672" cy="548640"/>
          </a:xfrm>
          <a:prstGeom prst="roundRect">
            <a:avLst>
              <a:gd name="adj" fmla="val 13333"/>
            </a:avLst>
          </a:prstGeom>
          <a:solidFill>
            <a:srgbClr val="17375E"/>
          </a:solidFill>
          <a:ln w="12700">
            <a:solidFill>
              <a:srgbClr val="FFFFFF">
                <a:alpha val="0"/>
              </a:srgbClr>
            </a:solidFill>
            <a:prstDash val="solid"/>
          </a:ln>
        </p:spPr>
      </p:sp>
      <p:sp>
        <p:nvSpPr>
          <p:cNvPr id="57" name="Text 54"/>
          <p:cNvSpPr txBox="1"/>
          <p:nvPr/>
        </p:nvSpPr>
        <p:spPr>
          <a:xfrm>
            <a:off x="822960" y="5669280"/>
            <a:ext cx="10607040" cy="548640"/>
          </a:xfrm>
          <a:prstGeom prst="rect">
            <a:avLst/>
          </a:prstGeom>
          <a:noFill/>
          <a:ln/>
        </p:spPr>
        <p:txBody>
          <a:bodyPr wrap="square" lIns="0" tIns="0" rIns="0" bIns="0" rtlCol="0" anchor="ctr"/>
          <a:lstStyle/>
          <a:p>
            <a:pPr algn="l" indent="0" marL="0">
              <a:buNone/>
            </a:pPr>
            <a:r>
              <a:rPr lang="en-US" sz="1700" dirty="0">
                <a:solidFill>
                  <a:srgbClr val="FFFFFF"/>
                </a:solidFill>
              </a:rPr>
              <a:t>Avec un pronom, l’ordre lève le doute : </a:t>
            </a:r>
            <a:r>
              <a:rPr lang="en-US" sz="1700" b="1" i="1" dirty="0">
                <a:solidFill>
                  <a:srgbClr val="BFD3EA"/>
                </a:solidFill>
              </a:rPr>
              <a:t>die</a:t>
            </a:r>
            <a:r>
              <a:rPr lang="en-US" sz="1700" i="1" dirty="0">
                <a:solidFill>
                  <a:srgbClr val="FFFFFF"/>
                </a:solidFill>
              </a:rPr>
              <a:t> </a:t>
            </a:r>
            <a:r>
              <a:rPr lang="en-US" sz="1700" b="1" i="1" dirty="0">
                <a:solidFill>
                  <a:srgbClr val="FFFFFF"/>
                </a:solidFill>
              </a:rPr>
              <a:t>me</a:t>
            </a:r>
            <a:r>
              <a:rPr lang="en-US" sz="1700" i="1" dirty="0">
                <a:solidFill>
                  <a:srgbClr val="FFFFFF"/>
                </a:solidFill>
              </a:rPr>
              <a:t> helpt</a:t>
            </a:r>
            <a:r>
              <a:rPr lang="en-US" sz="1700" dirty="0">
                <a:solidFill>
                  <a:srgbClr val="FFFFFF"/>
                </a:solidFill>
              </a:rPr>
              <a:t> (il m’aide) · </a:t>
            </a:r>
            <a:r>
              <a:rPr lang="en-US" sz="1700" b="1" i="1" dirty="0">
                <a:solidFill>
                  <a:srgbClr val="BFD3EA"/>
                </a:solidFill>
              </a:rPr>
              <a:t>die</a:t>
            </a:r>
            <a:r>
              <a:rPr lang="en-US" sz="1700" i="1" dirty="0">
                <a:solidFill>
                  <a:srgbClr val="FFFFFF"/>
                </a:solidFill>
              </a:rPr>
              <a:t> </a:t>
            </a:r>
            <a:r>
              <a:rPr lang="en-US" sz="1700" b="1" i="1" dirty="0">
                <a:solidFill>
                  <a:srgbClr val="FFFFFF"/>
                </a:solidFill>
              </a:rPr>
              <a:t>ik</a:t>
            </a:r>
            <a:r>
              <a:rPr lang="en-US" sz="1700" i="1" dirty="0">
                <a:solidFill>
                  <a:srgbClr val="FFFFFF"/>
                </a:solidFill>
              </a:rPr>
              <a:t> help</a:t>
            </a:r>
            <a:r>
              <a:rPr lang="en-US" sz="1700" dirty="0">
                <a:solidFill>
                  <a:srgbClr val="FFFFFF"/>
                </a:solidFill>
              </a:rPr>
              <a:t> (je l’aide).</a:t>
            </a:r>
            <a:endParaRPr lang="en-US" sz="17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verbe va à la fin</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LA PLACE</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Shape 12"/>
          <p:cNvSpPr/>
          <p:nvPr/>
        </p:nvSpPr>
        <p:spPr>
          <a:xfrm>
            <a:off x="914400" y="1508760"/>
            <a:ext cx="4023360" cy="777240"/>
          </a:xfrm>
          <a:prstGeom prst="roundRect">
            <a:avLst>
              <a:gd name="adj" fmla="val 14118"/>
            </a:avLst>
          </a:prstGeom>
          <a:solidFill>
            <a:srgbClr val="17375E"/>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594360" y="1755648"/>
            <a:ext cx="347472" cy="384048"/>
          </a:xfrm>
          <a:prstGeom prst="roundRect">
            <a:avLst>
              <a:gd name="adj" fmla="val 13158"/>
            </a:avLst>
          </a:prstGeom>
          <a:solidFill>
            <a:srgbClr val="17375E"/>
          </a:solidFill>
          <a:ln w="12700">
            <a:solidFill>
              <a:srgbClr val="FFFFFF">
                <a:alpha val="0"/>
              </a:srgbClr>
            </a:solidFill>
            <a:prstDash val="solid"/>
          </a:ln>
        </p:spPr>
      </p:sp>
      <p:sp>
        <p:nvSpPr>
          <p:cNvPr id="17" name="Text 14"/>
          <p:cNvSpPr txBox="1"/>
          <p:nvPr/>
        </p:nvSpPr>
        <p:spPr>
          <a:xfrm>
            <a:off x="914400" y="1508760"/>
            <a:ext cx="4023360" cy="777240"/>
          </a:xfrm>
          <a:prstGeom prst="rect">
            <a:avLst/>
          </a:prstGeom>
          <a:noFill/>
          <a:ln/>
        </p:spPr>
        <p:txBody>
          <a:bodyPr wrap="square" lIns="0" tIns="0" rIns="0" bIns="0" rtlCol="0" anchor="ctr"/>
          <a:lstStyle/>
          <a:p>
            <a:pPr algn="ctr" indent="0" marL="0">
              <a:buNone/>
            </a:pPr>
            <a:r>
              <a:rPr lang="en-US" sz="2200" i="1" dirty="0">
                <a:solidFill>
                  <a:srgbClr val="FFFFFF"/>
                </a:solidFill>
              </a:rPr>
              <a:t>Ik zoek </a:t>
            </a:r>
            <a:r>
              <a:rPr lang="en-US" sz="2200" b="1" i="1" dirty="0">
                <a:solidFill>
                  <a:srgbClr val="FFFFFF"/>
                </a:solidFill>
              </a:rPr>
              <a:t>de collega</a:t>
            </a:r>
            <a:endParaRPr lang="en-US" sz="2200" dirty="0"/>
          </a:p>
        </p:txBody>
      </p:sp>
      <p:sp>
        <p:nvSpPr>
          <p:cNvPr id="18" name="Shape 15"/>
          <p:cNvSpPr/>
          <p:nvPr/>
        </p:nvSpPr>
        <p:spPr>
          <a:xfrm>
            <a:off x="1152144" y="2304288"/>
            <a:ext cx="256032" cy="256032"/>
          </a:xfrm>
          <a:prstGeom prst="ellipse">
            <a:avLst/>
          </a:prstGeom>
          <a:solidFill>
            <a:srgbClr val="9AA6B5"/>
          </a:solidFill>
          <a:ln w="12700">
            <a:solidFill>
              <a:srgbClr val="FFFFFF">
                <a:alpha val="0"/>
              </a:srgbClr>
            </a:solidFill>
            <a:prstDash val="solid"/>
          </a:ln>
        </p:spPr>
      </p:sp>
      <p:sp>
        <p:nvSpPr>
          <p:cNvPr id="19" name="Shape 16"/>
          <p:cNvSpPr/>
          <p:nvPr/>
        </p:nvSpPr>
        <p:spPr>
          <a:xfrm>
            <a:off x="4443984" y="2304288"/>
            <a:ext cx="256032" cy="256032"/>
          </a:xfrm>
          <a:prstGeom prst="ellipse">
            <a:avLst/>
          </a:prstGeom>
          <a:solidFill>
            <a:srgbClr val="9AA6B5"/>
          </a:solidFill>
          <a:ln w="12700">
            <a:solidFill>
              <a:srgbClr val="FFFFFF">
                <a:alpha val="0"/>
              </a:srgbClr>
            </a:solidFill>
            <a:prstDash val="solid"/>
          </a:ln>
        </p:spPr>
      </p:sp>
      <p:sp>
        <p:nvSpPr>
          <p:cNvPr id="20" name="Shape 17"/>
          <p:cNvSpPr/>
          <p:nvPr/>
        </p:nvSpPr>
        <p:spPr>
          <a:xfrm>
            <a:off x="4937760" y="1901952"/>
            <a:ext cx="411480" cy="914"/>
          </a:xfrm>
          <a:prstGeom prst="line">
            <a:avLst/>
          </a:prstGeom>
          <a:noFill/>
          <a:ln w="38100">
            <a:solidFill>
              <a:srgbClr val="9AA6B5"/>
            </a:solidFill>
            <a:prstDash val="solid"/>
          </a:ln>
        </p:spPr>
      </p:sp>
      <p:sp>
        <p:nvSpPr>
          <p:cNvPr id="21" name="Shape 18"/>
          <p:cNvSpPr/>
          <p:nvPr/>
        </p:nvSpPr>
        <p:spPr>
          <a:xfrm>
            <a:off x="5349240" y="1508760"/>
            <a:ext cx="5669280" cy="777240"/>
          </a:xfrm>
          <a:prstGeom prst="roundRect">
            <a:avLst>
              <a:gd name="adj" fmla="val 14118"/>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5349240" y="1508760"/>
            <a:ext cx="5669280" cy="777240"/>
          </a:xfrm>
          <a:prstGeom prst="rect">
            <a:avLst/>
          </a:prstGeom>
          <a:noFill/>
          <a:ln/>
        </p:spPr>
        <p:txBody>
          <a:bodyPr wrap="square" lIns="0" tIns="0" rIns="0" bIns="0" rtlCol="0" anchor="ctr"/>
          <a:lstStyle/>
          <a:p>
            <a:pPr algn="ctr" indent="0" marL="0">
              <a:buNone/>
            </a:pPr>
            <a:r>
              <a:rPr lang="en-US" sz="2200" b="1" i="1" dirty="0">
                <a:solidFill>
                  <a:srgbClr val="17375E"/>
                </a:solidFill>
              </a:rPr>
              <a:t>die</a:t>
            </a:r>
            <a:r>
              <a:rPr lang="en-US" sz="2200" i="1" dirty="0">
                <a:solidFill>
                  <a:srgbClr val="1B2333"/>
                </a:solidFill>
              </a:rPr>
              <a:t> de sleutel </a:t>
            </a:r>
            <a:r>
              <a:rPr lang="en-US" sz="2200" b="1" i="1" dirty="0">
                <a:solidFill>
                  <a:srgbClr val="B83227"/>
                </a:solidFill>
              </a:rPr>
              <a:t>heeft</a:t>
            </a:r>
            <a:endParaRPr lang="en-US" sz="2200" dirty="0"/>
          </a:p>
        </p:txBody>
      </p:sp>
      <p:sp>
        <p:nvSpPr>
          <p:cNvPr id="23" name="Shape 20"/>
          <p:cNvSpPr/>
          <p:nvPr/>
        </p:nvSpPr>
        <p:spPr>
          <a:xfrm>
            <a:off x="5586984" y="2304288"/>
            <a:ext cx="256032" cy="256032"/>
          </a:xfrm>
          <a:prstGeom prst="ellipse">
            <a:avLst/>
          </a:prstGeom>
          <a:solidFill>
            <a:srgbClr val="9AA6B5"/>
          </a:solidFill>
          <a:ln w="12700">
            <a:solidFill>
              <a:srgbClr val="FFFFFF">
                <a:alpha val="0"/>
              </a:srgbClr>
            </a:solidFill>
            <a:prstDash val="solid"/>
          </a:ln>
        </p:spPr>
      </p:sp>
      <p:sp>
        <p:nvSpPr>
          <p:cNvPr id="24" name="Shape 21"/>
          <p:cNvSpPr/>
          <p:nvPr/>
        </p:nvSpPr>
        <p:spPr>
          <a:xfrm>
            <a:off x="10524744" y="2304288"/>
            <a:ext cx="256032" cy="256032"/>
          </a:xfrm>
          <a:prstGeom prst="ellipse">
            <a:avLst/>
          </a:prstGeom>
          <a:solidFill>
            <a:srgbClr val="9AA6B5"/>
          </a:solidFill>
          <a:ln w="12700">
            <a:solidFill>
              <a:srgbClr val="FFFFFF">
                <a:alpha val="0"/>
              </a:srgbClr>
            </a:solidFill>
            <a:prstDash val="solid"/>
          </a:ln>
        </p:spPr>
      </p:sp>
      <p:sp>
        <p:nvSpPr>
          <p:cNvPr id="25" name="Text 22"/>
          <p:cNvSpPr txBox="1"/>
          <p:nvPr/>
        </p:nvSpPr>
        <p:spPr>
          <a:xfrm>
            <a:off x="914400" y="2578608"/>
            <a:ext cx="4023360" cy="274320"/>
          </a:xfrm>
          <a:prstGeom prst="rect">
            <a:avLst/>
          </a:prstGeom>
          <a:noFill/>
          <a:ln/>
        </p:spPr>
        <p:txBody>
          <a:bodyPr wrap="square" lIns="0" tIns="0" rIns="0" bIns="0" rtlCol="0" anchor="ctr"/>
          <a:lstStyle/>
          <a:p>
            <a:pPr algn="ctr" indent="0" marL="0">
              <a:buNone/>
            </a:pPr>
            <a:r>
              <a:rPr lang="en-US" sz="1200" i="1" dirty="0">
                <a:solidFill>
                  <a:srgbClr val="6B7686"/>
                </a:solidFill>
              </a:rPr>
              <a:t>la principale</a:t>
            </a:r>
            <a:endParaRPr lang="en-US" sz="1200" dirty="0"/>
          </a:p>
        </p:txBody>
      </p:sp>
      <p:sp>
        <p:nvSpPr>
          <p:cNvPr id="26" name="Text 23"/>
          <p:cNvSpPr txBox="1"/>
          <p:nvPr/>
        </p:nvSpPr>
        <p:spPr>
          <a:xfrm>
            <a:off x="5349240" y="2578608"/>
            <a:ext cx="5669280" cy="274320"/>
          </a:xfrm>
          <a:prstGeom prst="rect">
            <a:avLst/>
          </a:prstGeom>
          <a:noFill/>
          <a:ln/>
        </p:spPr>
        <p:txBody>
          <a:bodyPr wrap="square" lIns="0" tIns="0" rIns="0" bIns="0" rtlCol="0" anchor="ctr"/>
          <a:lstStyle/>
          <a:p>
            <a:pPr algn="ctr" indent="0" marL="0">
              <a:buNone/>
            </a:pPr>
            <a:r>
              <a:rPr lang="en-US" sz="1200" i="1" dirty="0">
                <a:solidFill>
                  <a:srgbClr val="6B7686"/>
                </a:solidFill>
              </a:rPr>
              <a:t>le wagon : la relative, le verbe au bout</a:t>
            </a:r>
            <a:endParaRPr lang="en-US" sz="1200" dirty="0"/>
          </a:p>
        </p:txBody>
      </p:sp>
      <p:sp>
        <p:nvSpPr>
          <p:cNvPr id="27" name="Shape 24"/>
          <p:cNvSpPr/>
          <p:nvPr/>
        </p:nvSpPr>
        <p:spPr>
          <a:xfrm>
            <a:off x="548640" y="2971800"/>
            <a:ext cx="11091672" cy="457200"/>
          </a:xfrm>
          <a:prstGeom prst="roundRect">
            <a:avLst>
              <a:gd name="adj" fmla="val 16000"/>
            </a:avLst>
          </a:prstGeom>
          <a:solidFill>
            <a:srgbClr val="EEF3F8"/>
          </a:solidFill>
          <a:ln w="12700">
            <a:solidFill>
              <a:srgbClr val="FFFFFF">
                <a:alpha val="0"/>
              </a:srgbClr>
            </a:solidFill>
            <a:prstDash val="solid"/>
          </a:ln>
        </p:spPr>
      </p:sp>
      <p:sp>
        <p:nvSpPr>
          <p:cNvPr id="28" name="Text 25"/>
          <p:cNvSpPr txBox="1"/>
          <p:nvPr/>
        </p:nvSpPr>
        <p:spPr>
          <a:xfrm>
            <a:off x="731520" y="2971800"/>
            <a:ext cx="6400800" cy="457200"/>
          </a:xfrm>
          <a:prstGeom prst="rect">
            <a:avLst/>
          </a:prstGeom>
          <a:noFill/>
          <a:ln/>
        </p:spPr>
        <p:txBody>
          <a:bodyPr wrap="square" lIns="0" tIns="0" rIns="0" bIns="0" rtlCol="0" anchor="ctr"/>
          <a:lstStyle/>
          <a:p>
            <a:pPr algn="l" indent="0" marL="0">
              <a:buNone/>
            </a:pPr>
            <a:r>
              <a:rPr lang="en-US" sz="1700" i="1" dirty="0">
                <a:solidFill>
                  <a:srgbClr val="1B2333"/>
                </a:solidFill>
              </a:rPr>
              <a:t>de collega </a:t>
            </a:r>
            <a:r>
              <a:rPr lang="en-US" sz="1700" b="1" i="1" dirty="0">
                <a:solidFill>
                  <a:srgbClr val="17375E"/>
                </a:solidFill>
              </a:rPr>
              <a:t>die</a:t>
            </a:r>
            <a:r>
              <a:rPr lang="en-US" sz="1700" i="1" dirty="0">
                <a:solidFill>
                  <a:srgbClr val="1B2333"/>
                </a:solidFill>
              </a:rPr>
              <a:t> de sleutel </a:t>
            </a:r>
            <a:r>
              <a:rPr lang="en-US" sz="1700" b="1" i="1" dirty="0">
                <a:solidFill>
                  <a:srgbClr val="B83227"/>
                </a:solidFill>
              </a:rPr>
              <a:t>heeft</a:t>
            </a:r>
            <a:endParaRPr lang="en-US" sz="1700" dirty="0"/>
          </a:p>
        </p:txBody>
      </p:sp>
      <p:sp>
        <p:nvSpPr>
          <p:cNvPr id="29" name="Text 26"/>
          <p:cNvSpPr txBox="1"/>
          <p:nvPr/>
        </p:nvSpPr>
        <p:spPr>
          <a:xfrm>
            <a:off x="7315200" y="2971800"/>
            <a:ext cx="4206240" cy="457200"/>
          </a:xfrm>
          <a:prstGeom prst="rect">
            <a:avLst/>
          </a:prstGeom>
          <a:noFill/>
          <a:ln/>
        </p:spPr>
        <p:txBody>
          <a:bodyPr wrap="square" lIns="0" tIns="0" rIns="0" bIns="0" rtlCol="0" anchor="ctr"/>
          <a:lstStyle/>
          <a:p>
            <a:pPr algn="l" indent="0" marL="0">
              <a:buNone/>
            </a:pPr>
            <a:r>
              <a:rPr lang="en-US" sz="1450" i="1" dirty="0">
                <a:solidFill>
                  <a:srgbClr val="4A5A70"/>
                </a:solidFill>
              </a:rPr>
              <a:t>un verbe</a:t>
            </a:r>
            <a:endParaRPr lang="en-US" sz="1450" dirty="0"/>
          </a:p>
        </p:txBody>
      </p:sp>
      <p:sp>
        <p:nvSpPr>
          <p:cNvPr id="30" name="Shape 27"/>
          <p:cNvSpPr/>
          <p:nvPr/>
        </p:nvSpPr>
        <p:spPr>
          <a:xfrm>
            <a:off x="548640" y="3483864"/>
            <a:ext cx="11091672" cy="457200"/>
          </a:xfrm>
          <a:prstGeom prst="roundRect">
            <a:avLst>
              <a:gd name="adj" fmla="val 16000"/>
            </a:avLst>
          </a:prstGeom>
          <a:solidFill>
            <a:srgbClr val="FFFFFF"/>
          </a:solidFill>
          <a:ln w="12700">
            <a:solidFill>
              <a:srgbClr val="FFFFFF">
                <a:alpha val="0"/>
              </a:srgbClr>
            </a:solidFill>
            <a:prstDash val="solid"/>
          </a:ln>
        </p:spPr>
      </p:sp>
      <p:sp>
        <p:nvSpPr>
          <p:cNvPr id="31" name="Text 28"/>
          <p:cNvSpPr txBox="1"/>
          <p:nvPr/>
        </p:nvSpPr>
        <p:spPr>
          <a:xfrm>
            <a:off x="731520" y="3483864"/>
            <a:ext cx="6400800" cy="457200"/>
          </a:xfrm>
          <a:prstGeom prst="rect">
            <a:avLst/>
          </a:prstGeom>
          <a:noFill/>
          <a:ln/>
        </p:spPr>
        <p:txBody>
          <a:bodyPr wrap="square" lIns="0" tIns="0" rIns="0" bIns="0" rtlCol="0" anchor="ctr"/>
          <a:lstStyle/>
          <a:p>
            <a:pPr algn="l" indent="0" marL="0">
              <a:buNone/>
            </a:pPr>
            <a:r>
              <a:rPr lang="en-US" sz="1700" i="1" dirty="0">
                <a:solidFill>
                  <a:srgbClr val="1B2333"/>
                </a:solidFill>
              </a:rPr>
              <a:t>de klant </a:t>
            </a:r>
            <a:r>
              <a:rPr lang="en-US" sz="1700" b="1" i="1" dirty="0">
                <a:solidFill>
                  <a:srgbClr val="17375E"/>
                </a:solidFill>
              </a:rPr>
              <a:t>die</a:t>
            </a:r>
            <a:r>
              <a:rPr lang="en-US" sz="1700" i="1" dirty="0">
                <a:solidFill>
                  <a:srgbClr val="1B2333"/>
                </a:solidFill>
              </a:rPr>
              <a:t> ik morgen </a:t>
            </a:r>
            <a:r>
              <a:rPr lang="en-US" sz="1700" b="1" i="1" dirty="0">
                <a:solidFill>
                  <a:srgbClr val="B83227"/>
                </a:solidFill>
              </a:rPr>
              <a:t>moet bellen</a:t>
            </a:r>
            <a:endParaRPr lang="en-US" sz="1700" dirty="0"/>
          </a:p>
        </p:txBody>
      </p:sp>
      <p:sp>
        <p:nvSpPr>
          <p:cNvPr id="32" name="Text 29"/>
          <p:cNvSpPr txBox="1"/>
          <p:nvPr/>
        </p:nvSpPr>
        <p:spPr>
          <a:xfrm>
            <a:off x="7315200" y="3483864"/>
            <a:ext cx="4206240" cy="457200"/>
          </a:xfrm>
          <a:prstGeom prst="rect">
            <a:avLst/>
          </a:prstGeom>
          <a:noFill/>
          <a:ln/>
        </p:spPr>
        <p:txBody>
          <a:bodyPr wrap="square" lIns="0" tIns="0" rIns="0" bIns="0" rtlCol="0" anchor="ctr"/>
          <a:lstStyle/>
          <a:p>
            <a:pPr algn="l" indent="0" marL="0">
              <a:buNone/>
            </a:pPr>
            <a:r>
              <a:rPr lang="en-US" sz="1450" i="1" dirty="0">
                <a:solidFill>
                  <a:srgbClr val="4A5A70"/>
                </a:solidFill>
              </a:rPr>
              <a:t>verbe + infinitif</a:t>
            </a:r>
            <a:endParaRPr lang="en-US" sz="1450" dirty="0"/>
          </a:p>
        </p:txBody>
      </p:sp>
      <p:sp>
        <p:nvSpPr>
          <p:cNvPr id="33" name="Shape 30"/>
          <p:cNvSpPr/>
          <p:nvPr/>
        </p:nvSpPr>
        <p:spPr>
          <a:xfrm>
            <a:off x="548640" y="3995928"/>
            <a:ext cx="11091672" cy="457200"/>
          </a:xfrm>
          <a:prstGeom prst="roundRect">
            <a:avLst>
              <a:gd name="adj" fmla="val 16000"/>
            </a:avLst>
          </a:prstGeom>
          <a:solidFill>
            <a:srgbClr val="EEF3F8"/>
          </a:solidFill>
          <a:ln w="12700">
            <a:solidFill>
              <a:srgbClr val="FFFFFF">
                <a:alpha val="0"/>
              </a:srgbClr>
            </a:solidFill>
            <a:prstDash val="solid"/>
          </a:ln>
        </p:spPr>
      </p:sp>
      <p:sp>
        <p:nvSpPr>
          <p:cNvPr id="34" name="Text 31"/>
          <p:cNvSpPr txBox="1"/>
          <p:nvPr/>
        </p:nvSpPr>
        <p:spPr>
          <a:xfrm>
            <a:off x="731520" y="3995928"/>
            <a:ext cx="6400800" cy="457200"/>
          </a:xfrm>
          <a:prstGeom prst="rect">
            <a:avLst/>
          </a:prstGeom>
          <a:noFill/>
          <a:ln/>
        </p:spPr>
        <p:txBody>
          <a:bodyPr wrap="square" lIns="0" tIns="0" rIns="0" bIns="0" rtlCol="0" anchor="ctr"/>
          <a:lstStyle/>
          <a:p>
            <a:pPr algn="l" indent="0" marL="0">
              <a:buNone/>
            </a:pPr>
            <a:r>
              <a:rPr lang="en-US" sz="1700" i="1" dirty="0">
                <a:solidFill>
                  <a:srgbClr val="1B2333"/>
                </a:solidFill>
              </a:rPr>
              <a:t>het dossier </a:t>
            </a:r>
            <a:r>
              <a:rPr lang="en-US" sz="1700" b="1" i="1" dirty="0">
                <a:solidFill>
                  <a:srgbClr val="D9700F"/>
                </a:solidFill>
              </a:rPr>
              <a:t>dat</a:t>
            </a:r>
            <a:r>
              <a:rPr lang="en-US" sz="1700" i="1" dirty="0">
                <a:solidFill>
                  <a:srgbClr val="1B2333"/>
                </a:solidFill>
              </a:rPr>
              <a:t> ik gisteren </a:t>
            </a:r>
            <a:r>
              <a:rPr lang="en-US" sz="1700" b="1" i="1" dirty="0">
                <a:solidFill>
                  <a:srgbClr val="B83227"/>
                </a:solidFill>
              </a:rPr>
              <a:t>heb gelezen</a:t>
            </a:r>
            <a:endParaRPr lang="en-US" sz="1700" dirty="0"/>
          </a:p>
        </p:txBody>
      </p:sp>
      <p:sp>
        <p:nvSpPr>
          <p:cNvPr id="35" name="Text 32"/>
          <p:cNvSpPr txBox="1"/>
          <p:nvPr/>
        </p:nvSpPr>
        <p:spPr>
          <a:xfrm>
            <a:off x="7315200" y="3995928"/>
            <a:ext cx="4206240" cy="457200"/>
          </a:xfrm>
          <a:prstGeom prst="rect">
            <a:avLst/>
          </a:prstGeom>
          <a:noFill/>
          <a:ln/>
        </p:spPr>
        <p:txBody>
          <a:bodyPr wrap="square" lIns="0" tIns="0" rIns="0" bIns="0" rtlCol="0" anchor="ctr"/>
          <a:lstStyle/>
          <a:p>
            <a:pPr algn="l" indent="0" marL="0">
              <a:buNone/>
            </a:pPr>
            <a:r>
              <a:rPr lang="en-US" sz="1450" i="1" dirty="0">
                <a:solidFill>
                  <a:srgbClr val="4A5A70"/>
                </a:solidFill>
              </a:rPr>
              <a:t>auxiliaire + participe</a:t>
            </a:r>
            <a:endParaRPr lang="en-US" sz="1450" dirty="0"/>
          </a:p>
        </p:txBody>
      </p:sp>
      <p:sp>
        <p:nvSpPr>
          <p:cNvPr id="36" name="Shape 33"/>
          <p:cNvSpPr/>
          <p:nvPr/>
        </p:nvSpPr>
        <p:spPr>
          <a:xfrm>
            <a:off x="548640" y="4507992"/>
            <a:ext cx="11091672" cy="457200"/>
          </a:xfrm>
          <a:prstGeom prst="roundRect">
            <a:avLst>
              <a:gd name="adj" fmla="val 16000"/>
            </a:avLst>
          </a:prstGeom>
          <a:solidFill>
            <a:srgbClr val="FFFFFF"/>
          </a:solidFill>
          <a:ln w="12700">
            <a:solidFill>
              <a:srgbClr val="FFFFFF">
                <a:alpha val="0"/>
              </a:srgbClr>
            </a:solidFill>
            <a:prstDash val="solid"/>
          </a:ln>
        </p:spPr>
      </p:sp>
      <p:sp>
        <p:nvSpPr>
          <p:cNvPr id="37" name="Text 34"/>
          <p:cNvSpPr txBox="1"/>
          <p:nvPr/>
        </p:nvSpPr>
        <p:spPr>
          <a:xfrm>
            <a:off x="731520" y="4507992"/>
            <a:ext cx="6400800" cy="457200"/>
          </a:xfrm>
          <a:prstGeom prst="rect">
            <a:avLst/>
          </a:prstGeom>
          <a:noFill/>
          <a:ln/>
        </p:spPr>
        <p:txBody>
          <a:bodyPr wrap="square" lIns="0" tIns="0" rIns="0" bIns="0" rtlCol="0" anchor="ctr"/>
          <a:lstStyle/>
          <a:p>
            <a:pPr algn="l" indent="0" marL="0">
              <a:buNone/>
            </a:pPr>
            <a:r>
              <a:rPr lang="en-US" sz="1700" i="1" dirty="0">
                <a:solidFill>
                  <a:srgbClr val="1B2333"/>
                </a:solidFill>
              </a:rPr>
              <a:t>de collega </a:t>
            </a:r>
            <a:r>
              <a:rPr lang="en-US" sz="1700" b="1" i="1" dirty="0">
                <a:solidFill>
                  <a:srgbClr val="17375E"/>
                </a:solidFill>
              </a:rPr>
              <a:t>die</a:t>
            </a:r>
            <a:r>
              <a:rPr lang="en-US" sz="1700" i="1" dirty="0">
                <a:solidFill>
                  <a:srgbClr val="1B2333"/>
                </a:solidFill>
              </a:rPr>
              <a:t> altijd vroeg </a:t>
            </a:r>
            <a:r>
              <a:rPr lang="en-US" sz="1700" b="1" i="1" dirty="0">
                <a:solidFill>
                  <a:srgbClr val="B83227"/>
                </a:solidFill>
              </a:rPr>
              <a:t>opstaat</a:t>
            </a:r>
            <a:endParaRPr lang="en-US" sz="1700" dirty="0"/>
          </a:p>
        </p:txBody>
      </p:sp>
      <p:sp>
        <p:nvSpPr>
          <p:cNvPr id="38" name="Text 35"/>
          <p:cNvSpPr txBox="1"/>
          <p:nvPr/>
        </p:nvSpPr>
        <p:spPr>
          <a:xfrm>
            <a:off x="7315200" y="4507992"/>
            <a:ext cx="4206240" cy="457200"/>
          </a:xfrm>
          <a:prstGeom prst="rect">
            <a:avLst/>
          </a:prstGeom>
          <a:noFill/>
          <a:ln/>
        </p:spPr>
        <p:txBody>
          <a:bodyPr wrap="square" lIns="0" tIns="0" rIns="0" bIns="0" rtlCol="0" anchor="ctr"/>
          <a:lstStyle/>
          <a:p>
            <a:pPr algn="l" indent="0" marL="0">
              <a:buNone/>
            </a:pPr>
            <a:r>
              <a:rPr lang="en-US" sz="1450" i="1" dirty="0">
                <a:solidFill>
                  <a:srgbClr val="4A5A70"/>
                </a:solidFill>
              </a:rPr>
              <a:t>le verbe séparable se recolle (M11)</a:t>
            </a:r>
            <a:endParaRPr lang="en-US" sz="1450" dirty="0"/>
          </a:p>
        </p:txBody>
      </p:sp>
      <p:sp>
        <p:nvSpPr>
          <p:cNvPr id="39" name="Shape 36"/>
          <p:cNvSpPr/>
          <p:nvPr/>
        </p:nvSpPr>
        <p:spPr>
          <a:xfrm>
            <a:off x="548640" y="5074920"/>
            <a:ext cx="5458968" cy="1097280"/>
          </a:xfrm>
          <a:prstGeom prst="roundRect">
            <a:avLst>
              <a:gd name="adj" fmla="val 10000"/>
            </a:avLst>
          </a:prstGeom>
          <a:solidFill>
            <a:srgbClr val="E8F4EC"/>
          </a:solidFill>
          <a:ln w="19050">
            <a:solidFill>
              <a:srgbClr val="2E7D4F"/>
            </a:solidFill>
            <a:prstDash val="solid"/>
          </a:ln>
        </p:spPr>
      </p:sp>
      <p:sp>
        <p:nvSpPr>
          <p:cNvPr id="40" name="Text 37"/>
          <p:cNvSpPr txBox="1"/>
          <p:nvPr/>
        </p:nvSpPr>
        <p:spPr>
          <a:xfrm>
            <a:off x="731520" y="512978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41" name="Text 38"/>
          <p:cNvSpPr txBox="1"/>
          <p:nvPr/>
        </p:nvSpPr>
        <p:spPr>
          <a:xfrm>
            <a:off x="731520" y="5513832"/>
            <a:ext cx="5093208" cy="603504"/>
          </a:xfrm>
          <a:prstGeom prst="rect">
            <a:avLst/>
          </a:prstGeom>
          <a:noFill/>
          <a:ln/>
        </p:spPr>
        <p:txBody>
          <a:bodyPr wrap="square" lIns="0" tIns="0" rIns="0" bIns="0" rtlCol="0" anchor="t"/>
          <a:lstStyle/>
          <a:p>
            <a:pPr algn="l" indent="0" marL="0">
              <a:spcAft>
                <a:spcPts val="300"/>
              </a:spcAft>
              <a:buNone/>
            </a:pPr>
            <a:r>
              <a:rPr lang="en-US" sz="1450" b="1" dirty="0">
                <a:solidFill>
                  <a:srgbClr val="1B2333"/>
                </a:solidFill>
              </a:rPr>
              <a:t>tous</a:t>
            </a:r>
            <a:r>
              <a:rPr lang="en-US" sz="1450" dirty="0">
                <a:solidFill>
                  <a:srgbClr val="1B2333"/>
                </a:solidFill>
              </a:rPr>
              <a:t> les verbes au bout de la relative : </a:t>
            </a:r>
            <a:r>
              <a:rPr lang="en-US" sz="1450" b="1" i="1" dirty="0">
                <a:solidFill>
                  <a:srgbClr val="B83227"/>
                </a:solidFill>
              </a:rPr>
              <a:t>moet bellen</a:t>
            </a:r>
            <a:r>
              <a:rPr lang="en-US" sz="1450" i="1" dirty="0">
                <a:solidFill>
                  <a:srgbClr val="1B2333"/>
                </a:solidFill>
              </a:rPr>
              <a:t>, </a:t>
            </a:r>
            <a:r>
              <a:rPr lang="en-US" sz="1450" b="1" i="1" dirty="0">
                <a:solidFill>
                  <a:srgbClr val="B83227"/>
                </a:solidFill>
              </a:rPr>
              <a:t>heb gelezen</a:t>
            </a:r>
            <a:endParaRPr lang="en-US" sz="1450" dirty="0"/>
          </a:p>
        </p:txBody>
      </p:sp>
      <p:sp>
        <p:nvSpPr>
          <p:cNvPr id="42" name="Shape 39"/>
          <p:cNvSpPr/>
          <p:nvPr/>
        </p:nvSpPr>
        <p:spPr>
          <a:xfrm>
            <a:off x="6181344" y="5074920"/>
            <a:ext cx="5458968" cy="1097280"/>
          </a:xfrm>
          <a:prstGeom prst="roundRect">
            <a:avLst>
              <a:gd name="adj" fmla="val 10000"/>
            </a:avLst>
          </a:prstGeom>
          <a:solidFill>
            <a:srgbClr val="EAF2FB"/>
          </a:solidFill>
          <a:ln w="19050">
            <a:solidFill>
              <a:srgbClr val="2A6FB0"/>
            </a:solidFill>
            <a:prstDash val="solid"/>
          </a:ln>
        </p:spPr>
      </p:sp>
      <p:sp>
        <p:nvSpPr>
          <p:cNvPr id="43" name="Text 40"/>
          <p:cNvSpPr txBox="1"/>
          <p:nvPr/>
        </p:nvSpPr>
        <p:spPr>
          <a:xfrm>
            <a:off x="6364224" y="5129784"/>
            <a:ext cx="5093208" cy="384048"/>
          </a:xfrm>
          <a:prstGeom prst="rect">
            <a:avLst/>
          </a:prstGeom>
          <a:noFill/>
          <a:ln/>
        </p:spPr>
        <p:txBody>
          <a:bodyPr wrap="square" lIns="0" tIns="0" rIns="0" bIns="0" rtlCol="0" anchor="ctr"/>
          <a:lstStyle/>
          <a:p>
            <a:pPr algn="l" indent="0" marL="0">
              <a:buNone/>
            </a:pPr>
            <a:r>
              <a:rPr lang="en-US" sz="1500" b="1" dirty="0">
                <a:solidFill>
                  <a:srgbClr val="2A6FB0"/>
                </a:solidFill>
              </a:rPr>
              <a:t>+ Deux ordres</a:t>
            </a:r>
            <a:endParaRPr lang="en-US" sz="1500" dirty="0"/>
          </a:p>
        </p:txBody>
      </p:sp>
      <p:sp>
        <p:nvSpPr>
          <p:cNvPr id="44" name="Text 41"/>
          <p:cNvSpPr txBox="1"/>
          <p:nvPr/>
        </p:nvSpPr>
        <p:spPr>
          <a:xfrm>
            <a:off x="6364224" y="5513832"/>
            <a:ext cx="5093208" cy="603504"/>
          </a:xfrm>
          <a:prstGeom prst="rect">
            <a:avLst/>
          </a:prstGeom>
          <a:noFill/>
          <a:ln/>
        </p:spPr>
        <p:txBody>
          <a:bodyPr wrap="square" lIns="0" tIns="0" rIns="0" bIns="0" rtlCol="0" anchor="t"/>
          <a:lstStyle/>
          <a:p>
            <a:pPr algn="l" indent="0" marL="0">
              <a:spcAft>
                <a:spcPts val="300"/>
              </a:spcAft>
              <a:buNone/>
            </a:pPr>
            <a:r>
              <a:rPr lang="en-US" sz="1450" b="1" i="1" dirty="0">
                <a:solidFill>
                  <a:srgbClr val="B83227"/>
                </a:solidFill>
              </a:rPr>
              <a:t>heb gelezen</a:t>
            </a:r>
            <a:r>
              <a:rPr lang="en-US" sz="1450" dirty="0">
                <a:solidFill>
                  <a:srgbClr val="1B2333"/>
                </a:solidFill>
              </a:rPr>
              <a:t> = </a:t>
            </a:r>
            <a:r>
              <a:rPr lang="en-US" sz="1450" b="1" i="1" dirty="0">
                <a:solidFill>
                  <a:srgbClr val="B83227"/>
                </a:solidFill>
              </a:rPr>
              <a:t>gelezen heb</a:t>
            </a:r>
            <a:r>
              <a:rPr lang="en-US" sz="1450" dirty="0">
                <a:solidFill>
                  <a:srgbClr val="1B2333"/>
                </a:solidFill>
              </a:rPr>
              <a:t> : les deux sont corrects</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relative au milieu : verbe, verbe</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LA PLACE</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Shape 12"/>
          <p:cNvSpPr/>
          <p:nvPr/>
        </p:nvSpPr>
        <p:spPr>
          <a:xfrm>
            <a:off x="2505761" y="1965960"/>
            <a:ext cx="1736446" cy="658368"/>
          </a:xfrm>
          <a:prstGeom prst="roundRect">
            <a:avLst>
              <a:gd name="adj" fmla="val 16667"/>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2505761" y="1965960"/>
            <a:ext cx="1736446" cy="658368"/>
          </a:xfrm>
          <a:prstGeom prst="rect">
            <a:avLst/>
          </a:prstGeom>
          <a:noFill/>
          <a:ln/>
        </p:spPr>
        <p:txBody>
          <a:bodyPr wrap="square" lIns="0" tIns="0" rIns="0" bIns="0" rtlCol="0" anchor="ctr"/>
          <a:lstStyle/>
          <a:p>
            <a:pPr algn="ctr" indent="0" marL="0">
              <a:buNone/>
            </a:pPr>
            <a:r>
              <a:rPr lang="en-US" sz="2400" i="1" dirty="0">
                <a:solidFill>
                  <a:srgbClr val="1B2333"/>
                </a:solidFill>
              </a:rPr>
              <a:t>De collega</a:t>
            </a:r>
            <a:endParaRPr lang="en-US" sz="2400" dirty="0"/>
          </a:p>
        </p:txBody>
      </p:sp>
      <p:sp>
        <p:nvSpPr>
          <p:cNvPr id="17" name="Shape 14"/>
          <p:cNvSpPr/>
          <p:nvPr/>
        </p:nvSpPr>
        <p:spPr>
          <a:xfrm>
            <a:off x="4351934" y="1783080"/>
            <a:ext cx="2593848" cy="658368"/>
          </a:xfrm>
          <a:prstGeom prst="roundRect">
            <a:avLst>
              <a:gd name="adj" fmla="val 16667"/>
            </a:avLst>
          </a:prstGeom>
          <a:solidFill>
            <a:srgbClr val="E6EBF2"/>
          </a:solidFill>
          <a:ln w="15875">
            <a:solidFill>
              <a:srgbClr val="17375E"/>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4351934" y="1783080"/>
            <a:ext cx="2593848" cy="658368"/>
          </a:xfrm>
          <a:prstGeom prst="rect">
            <a:avLst/>
          </a:prstGeom>
          <a:noFill/>
          <a:ln/>
        </p:spPr>
        <p:txBody>
          <a:bodyPr wrap="square" lIns="0" tIns="0" rIns="0" bIns="0" rtlCol="0" anchor="ctr"/>
          <a:lstStyle/>
          <a:p>
            <a:pPr algn="ctr" indent="0" marL="0">
              <a:buNone/>
            </a:pPr>
            <a:r>
              <a:rPr lang="en-US" sz="2400" b="1" i="1" dirty="0">
                <a:solidFill>
                  <a:srgbClr val="17375E"/>
                </a:solidFill>
              </a:rPr>
              <a:t>die</a:t>
            </a:r>
            <a:r>
              <a:rPr lang="en-US" sz="2400" i="1" dirty="0">
                <a:solidFill>
                  <a:srgbClr val="1B2333"/>
                </a:solidFill>
              </a:rPr>
              <a:t> naast me </a:t>
            </a:r>
            <a:r>
              <a:rPr lang="en-US" sz="2400" b="1" i="1" dirty="0">
                <a:solidFill>
                  <a:srgbClr val="B83227"/>
                </a:solidFill>
              </a:rPr>
              <a:t>zit</a:t>
            </a:r>
            <a:r>
              <a:rPr lang="en-US" sz="2400" i="1" dirty="0">
                <a:solidFill>
                  <a:srgbClr val="1B2333"/>
                </a:solidFill>
              </a:rPr>
              <a:t>,</a:t>
            </a:r>
            <a:endParaRPr lang="en-US" sz="2400" dirty="0"/>
          </a:p>
        </p:txBody>
      </p:sp>
      <p:sp>
        <p:nvSpPr>
          <p:cNvPr id="19" name="Shape 16"/>
          <p:cNvSpPr/>
          <p:nvPr/>
        </p:nvSpPr>
        <p:spPr>
          <a:xfrm>
            <a:off x="7055510" y="1965960"/>
            <a:ext cx="2627681" cy="658368"/>
          </a:xfrm>
          <a:prstGeom prst="roundRect">
            <a:avLst>
              <a:gd name="adj" fmla="val 16667"/>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20" name="Text 17"/>
          <p:cNvSpPr txBox="1"/>
          <p:nvPr/>
        </p:nvSpPr>
        <p:spPr>
          <a:xfrm>
            <a:off x="7055510" y="1965960"/>
            <a:ext cx="2627681" cy="658368"/>
          </a:xfrm>
          <a:prstGeom prst="rect">
            <a:avLst/>
          </a:prstGeom>
          <a:noFill/>
          <a:ln/>
        </p:spPr>
        <p:txBody>
          <a:bodyPr wrap="square" lIns="0" tIns="0" rIns="0" bIns="0" rtlCol="0" anchor="ctr"/>
          <a:lstStyle/>
          <a:p>
            <a:pPr algn="ctr" indent="0" marL="0">
              <a:buNone/>
            </a:pPr>
            <a:r>
              <a:rPr lang="en-US" sz="2400" b="1" i="1" dirty="0">
                <a:solidFill>
                  <a:srgbClr val="B83227"/>
                </a:solidFill>
              </a:rPr>
              <a:t>spreekt</a:t>
            </a:r>
            <a:r>
              <a:rPr lang="en-US" sz="2400" i="1" dirty="0">
                <a:solidFill>
                  <a:srgbClr val="1B2333"/>
                </a:solidFill>
              </a:rPr>
              <a:t> vijf talen.</a:t>
            </a:r>
            <a:endParaRPr lang="en-US" sz="2400" dirty="0"/>
          </a:p>
        </p:txBody>
      </p:sp>
      <p:sp>
        <p:nvSpPr>
          <p:cNvPr id="21" name="Shape 18"/>
          <p:cNvSpPr/>
          <p:nvPr/>
        </p:nvSpPr>
        <p:spPr>
          <a:xfrm>
            <a:off x="3373984" y="1490472"/>
            <a:ext cx="4995367" cy="731520"/>
          </a:xfrm>
          <a:prstGeom prst="arc">
            <a:avLst>
              <a:gd name="adj1" fmla="val 10800000"/>
              <a:gd name="adj2" fmla="val 21600000"/>
            </a:avLst>
          </a:prstGeom>
          <a:solidFill>
            <a:srgbClr val="FFFFFF">
              <a:alpha val="0"/>
            </a:srgbClr>
          </a:solidFill>
          <a:ln w="22225">
            <a:solidFill>
              <a:srgbClr val="9AA6B5"/>
            </a:solidFill>
            <a:prstDash val="solid"/>
          </a:ln>
        </p:spPr>
      </p:sp>
      <p:sp>
        <p:nvSpPr>
          <p:cNvPr id="22" name="Shape 19"/>
          <p:cNvSpPr/>
          <p:nvPr/>
        </p:nvSpPr>
        <p:spPr>
          <a:xfrm>
            <a:off x="6168542" y="2743200"/>
            <a:ext cx="1554480" cy="329184"/>
          </a:xfrm>
          <a:prstGeom prst="roundRect">
            <a:avLst>
              <a:gd name="adj" fmla="val 33333"/>
            </a:avLst>
          </a:prstGeom>
          <a:solidFill>
            <a:srgbClr val="B83227"/>
          </a:solidFill>
          <a:ln w="12700">
            <a:solidFill>
              <a:srgbClr val="FFFFFF">
                <a:alpha val="0"/>
              </a:srgbClr>
            </a:solidFill>
            <a:prstDash val="solid"/>
          </a:ln>
        </p:spPr>
      </p:sp>
      <p:sp>
        <p:nvSpPr>
          <p:cNvPr id="23" name="Text 20"/>
          <p:cNvSpPr txBox="1"/>
          <p:nvPr/>
        </p:nvSpPr>
        <p:spPr>
          <a:xfrm>
            <a:off x="6168542" y="2743200"/>
            <a:ext cx="1554480" cy="329184"/>
          </a:xfrm>
          <a:prstGeom prst="rect">
            <a:avLst/>
          </a:prstGeom>
          <a:noFill/>
          <a:ln/>
        </p:spPr>
        <p:txBody>
          <a:bodyPr wrap="square" lIns="0" tIns="0" rIns="0" bIns="0" rtlCol="0" anchor="ctr"/>
          <a:lstStyle/>
          <a:p>
            <a:pPr algn="ctr" indent="0" marL="0">
              <a:buNone/>
            </a:pPr>
            <a:r>
              <a:rPr lang="en-US" sz="1300" b="1" dirty="0">
                <a:solidFill>
                  <a:srgbClr val="FFFFFF"/>
                </a:solidFill>
              </a:rPr>
              <a:t>verbe, verbe</a:t>
            </a:r>
            <a:endParaRPr lang="en-US" sz="1300" dirty="0"/>
          </a:p>
        </p:txBody>
      </p:sp>
      <p:sp>
        <p:nvSpPr>
          <p:cNvPr id="24" name="Shape 21"/>
          <p:cNvSpPr/>
          <p:nvPr/>
        </p:nvSpPr>
        <p:spPr>
          <a:xfrm>
            <a:off x="1463040" y="3246120"/>
            <a:ext cx="9262872" cy="457200"/>
          </a:xfrm>
          <a:prstGeom prst="roundRect">
            <a:avLst>
              <a:gd name="adj" fmla="val 16000"/>
            </a:avLst>
          </a:prstGeom>
          <a:solidFill>
            <a:srgbClr val="EEF3F8"/>
          </a:solidFill>
          <a:ln w="12700">
            <a:solidFill>
              <a:srgbClr val="FFFFFF">
                <a:alpha val="0"/>
              </a:srgbClr>
            </a:solidFill>
            <a:prstDash val="solid"/>
          </a:ln>
        </p:spPr>
      </p:sp>
      <p:sp>
        <p:nvSpPr>
          <p:cNvPr id="25" name="Text 22"/>
          <p:cNvSpPr txBox="1"/>
          <p:nvPr/>
        </p:nvSpPr>
        <p:spPr>
          <a:xfrm>
            <a:off x="1463040" y="3246120"/>
            <a:ext cx="9262872" cy="457200"/>
          </a:xfrm>
          <a:prstGeom prst="rect">
            <a:avLst/>
          </a:prstGeom>
          <a:noFill/>
          <a:ln/>
        </p:spPr>
        <p:txBody>
          <a:bodyPr wrap="square" lIns="0" tIns="0" rIns="0" bIns="0" rtlCol="0" anchor="ctr"/>
          <a:lstStyle/>
          <a:p>
            <a:pPr algn="ctr" indent="0" marL="0">
              <a:buNone/>
            </a:pPr>
            <a:r>
              <a:rPr lang="en-US" sz="1700" i="1" dirty="0">
                <a:solidFill>
                  <a:srgbClr val="1B2333"/>
                </a:solidFill>
              </a:rPr>
              <a:t>Het rapport </a:t>
            </a:r>
            <a:r>
              <a:rPr lang="en-US" sz="1700" b="1" i="1" dirty="0">
                <a:solidFill>
                  <a:srgbClr val="D9700F"/>
                </a:solidFill>
              </a:rPr>
              <a:t>dat</a:t>
            </a:r>
            <a:r>
              <a:rPr lang="en-US" sz="1700" i="1" dirty="0">
                <a:solidFill>
                  <a:srgbClr val="1B2333"/>
                </a:solidFill>
              </a:rPr>
              <a:t> Sofie </a:t>
            </a:r>
            <a:r>
              <a:rPr lang="en-US" sz="1700" b="1" i="1" dirty="0">
                <a:solidFill>
                  <a:srgbClr val="B83227"/>
                </a:solidFill>
              </a:rPr>
              <a:t>schrijft</a:t>
            </a:r>
            <a:r>
              <a:rPr lang="en-US" sz="1700" i="1" dirty="0">
                <a:solidFill>
                  <a:srgbClr val="1B2333"/>
                </a:solidFill>
              </a:rPr>
              <a:t>, </a:t>
            </a:r>
            <a:r>
              <a:rPr lang="en-US" sz="1700" b="1" i="1" dirty="0">
                <a:solidFill>
                  <a:srgbClr val="B83227"/>
                </a:solidFill>
              </a:rPr>
              <a:t>is</a:t>
            </a:r>
            <a:r>
              <a:rPr lang="en-US" sz="1700" i="1" dirty="0">
                <a:solidFill>
                  <a:srgbClr val="1B2333"/>
                </a:solidFill>
              </a:rPr>
              <a:t> bijna klaar.</a:t>
            </a:r>
            <a:endParaRPr lang="en-US" sz="1700" dirty="0"/>
          </a:p>
        </p:txBody>
      </p:sp>
      <p:sp>
        <p:nvSpPr>
          <p:cNvPr id="26" name="Shape 23"/>
          <p:cNvSpPr/>
          <p:nvPr/>
        </p:nvSpPr>
        <p:spPr>
          <a:xfrm>
            <a:off x="1463040" y="3758184"/>
            <a:ext cx="9262872" cy="457200"/>
          </a:xfrm>
          <a:prstGeom prst="roundRect">
            <a:avLst>
              <a:gd name="adj" fmla="val 16000"/>
            </a:avLst>
          </a:prstGeom>
          <a:solidFill>
            <a:srgbClr val="FFFFFF"/>
          </a:solidFill>
          <a:ln w="12700">
            <a:solidFill>
              <a:srgbClr val="FFFFFF">
                <a:alpha val="0"/>
              </a:srgbClr>
            </a:solidFill>
            <a:prstDash val="solid"/>
          </a:ln>
        </p:spPr>
      </p:sp>
      <p:sp>
        <p:nvSpPr>
          <p:cNvPr id="27" name="Text 24"/>
          <p:cNvSpPr txBox="1"/>
          <p:nvPr/>
        </p:nvSpPr>
        <p:spPr>
          <a:xfrm>
            <a:off x="1463040" y="3758184"/>
            <a:ext cx="9262872" cy="457200"/>
          </a:xfrm>
          <a:prstGeom prst="rect">
            <a:avLst/>
          </a:prstGeom>
          <a:noFill/>
          <a:ln/>
        </p:spPr>
        <p:txBody>
          <a:bodyPr wrap="square" lIns="0" tIns="0" rIns="0" bIns="0" rtlCol="0" anchor="ctr"/>
          <a:lstStyle/>
          <a:p>
            <a:pPr algn="ctr" indent="0" marL="0">
              <a:buNone/>
            </a:pPr>
            <a:r>
              <a:rPr lang="en-US" sz="1700" i="1" dirty="0">
                <a:solidFill>
                  <a:srgbClr val="1B2333"/>
                </a:solidFill>
              </a:rPr>
              <a:t>De klanten </a:t>
            </a:r>
            <a:r>
              <a:rPr lang="en-US" sz="1700" b="1" i="1" dirty="0">
                <a:solidFill>
                  <a:srgbClr val="17375E"/>
                </a:solidFill>
              </a:rPr>
              <a:t>die</a:t>
            </a:r>
            <a:r>
              <a:rPr lang="en-US" sz="1700" i="1" dirty="0">
                <a:solidFill>
                  <a:srgbClr val="1B2333"/>
                </a:solidFill>
              </a:rPr>
              <a:t> gebeld </a:t>
            </a:r>
            <a:r>
              <a:rPr lang="en-US" sz="1700" b="1" i="1" dirty="0">
                <a:solidFill>
                  <a:srgbClr val="B83227"/>
                </a:solidFill>
              </a:rPr>
              <a:t>hebben</a:t>
            </a:r>
            <a:r>
              <a:rPr lang="en-US" sz="1700" i="1" dirty="0">
                <a:solidFill>
                  <a:srgbClr val="1B2333"/>
                </a:solidFill>
              </a:rPr>
              <a:t>, </a:t>
            </a:r>
            <a:r>
              <a:rPr lang="en-US" sz="1700" b="1" i="1" dirty="0">
                <a:solidFill>
                  <a:srgbClr val="B83227"/>
                </a:solidFill>
              </a:rPr>
              <a:t>krijgen</a:t>
            </a:r>
            <a:r>
              <a:rPr lang="en-US" sz="1700" i="1" dirty="0">
                <a:solidFill>
                  <a:srgbClr val="1B2333"/>
                </a:solidFill>
              </a:rPr>
              <a:t> een antwoord.</a:t>
            </a:r>
            <a:endParaRPr lang="en-US" sz="1700" dirty="0"/>
          </a:p>
        </p:txBody>
      </p:sp>
      <p:sp>
        <p:nvSpPr>
          <p:cNvPr id="28" name="Shape 25"/>
          <p:cNvSpPr/>
          <p:nvPr/>
        </p:nvSpPr>
        <p:spPr>
          <a:xfrm>
            <a:off x="1463040" y="4270248"/>
            <a:ext cx="9262872" cy="457200"/>
          </a:xfrm>
          <a:prstGeom prst="roundRect">
            <a:avLst>
              <a:gd name="adj" fmla="val 16000"/>
            </a:avLst>
          </a:prstGeom>
          <a:solidFill>
            <a:srgbClr val="EEF3F8"/>
          </a:solidFill>
          <a:ln w="12700">
            <a:solidFill>
              <a:srgbClr val="FFFFFF">
                <a:alpha val="0"/>
              </a:srgbClr>
            </a:solidFill>
            <a:prstDash val="solid"/>
          </a:ln>
        </p:spPr>
      </p:sp>
      <p:sp>
        <p:nvSpPr>
          <p:cNvPr id="29" name="Text 26"/>
          <p:cNvSpPr txBox="1"/>
          <p:nvPr/>
        </p:nvSpPr>
        <p:spPr>
          <a:xfrm>
            <a:off x="1463040" y="4270248"/>
            <a:ext cx="9262872" cy="457200"/>
          </a:xfrm>
          <a:prstGeom prst="rect">
            <a:avLst/>
          </a:prstGeom>
          <a:noFill/>
          <a:ln/>
        </p:spPr>
        <p:txBody>
          <a:bodyPr wrap="square" lIns="0" tIns="0" rIns="0" bIns="0" rtlCol="0" anchor="ctr"/>
          <a:lstStyle/>
          <a:p>
            <a:pPr algn="ctr" indent="0" marL="0">
              <a:buNone/>
            </a:pPr>
            <a:r>
              <a:rPr lang="en-US" sz="1700" i="1" dirty="0">
                <a:solidFill>
                  <a:srgbClr val="1B2333"/>
                </a:solidFill>
              </a:rPr>
              <a:t>De printer </a:t>
            </a:r>
            <a:r>
              <a:rPr lang="en-US" sz="1700" b="1" i="1" dirty="0">
                <a:solidFill>
                  <a:srgbClr val="17375E"/>
                </a:solidFill>
              </a:rPr>
              <a:t>die</a:t>
            </a:r>
            <a:r>
              <a:rPr lang="en-US" sz="1700" i="1" dirty="0">
                <a:solidFill>
                  <a:srgbClr val="1B2333"/>
                </a:solidFill>
              </a:rPr>
              <a:t> op de eerste verdieping </a:t>
            </a:r>
            <a:r>
              <a:rPr lang="en-US" sz="1700" b="1" i="1" dirty="0">
                <a:solidFill>
                  <a:srgbClr val="B83227"/>
                </a:solidFill>
              </a:rPr>
              <a:t>staat</a:t>
            </a:r>
            <a:r>
              <a:rPr lang="en-US" sz="1700" i="1" dirty="0">
                <a:solidFill>
                  <a:srgbClr val="1B2333"/>
                </a:solidFill>
              </a:rPr>
              <a:t>, </a:t>
            </a:r>
            <a:r>
              <a:rPr lang="en-US" sz="1700" b="1" i="1" dirty="0">
                <a:solidFill>
                  <a:srgbClr val="B83227"/>
                </a:solidFill>
              </a:rPr>
              <a:t>werkt</a:t>
            </a:r>
            <a:r>
              <a:rPr lang="en-US" sz="1700" i="1" dirty="0">
                <a:solidFill>
                  <a:srgbClr val="1B2333"/>
                </a:solidFill>
              </a:rPr>
              <a:t> niet.</a:t>
            </a:r>
            <a:endParaRPr lang="en-US" sz="1700" dirty="0"/>
          </a:p>
        </p:txBody>
      </p:sp>
      <p:sp>
        <p:nvSpPr>
          <p:cNvPr id="30" name="Shape 27"/>
          <p:cNvSpPr/>
          <p:nvPr/>
        </p:nvSpPr>
        <p:spPr>
          <a:xfrm>
            <a:off x="548640" y="4937760"/>
            <a:ext cx="5458968" cy="1143000"/>
          </a:xfrm>
          <a:prstGeom prst="roundRect">
            <a:avLst>
              <a:gd name="adj" fmla="val 9600"/>
            </a:avLst>
          </a:prstGeom>
          <a:solidFill>
            <a:srgbClr val="E8F4EC"/>
          </a:solidFill>
          <a:ln w="19050">
            <a:solidFill>
              <a:srgbClr val="2E7D4F"/>
            </a:solidFill>
            <a:prstDash val="solid"/>
          </a:ln>
        </p:spPr>
      </p:sp>
      <p:sp>
        <p:nvSpPr>
          <p:cNvPr id="31" name="Text 28"/>
          <p:cNvSpPr txBox="1"/>
          <p:nvPr/>
        </p:nvSpPr>
        <p:spPr>
          <a:xfrm>
            <a:off x="731520" y="499262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Verbe, verbe</a:t>
            </a:r>
            <a:endParaRPr lang="en-US" sz="1500" dirty="0"/>
          </a:p>
        </p:txBody>
      </p:sp>
      <p:sp>
        <p:nvSpPr>
          <p:cNvPr id="32" name="Text 29"/>
          <p:cNvSpPr txBox="1"/>
          <p:nvPr/>
        </p:nvSpPr>
        <p:spPr>
          <a:xfrm>
            <a:off x="731520" y="5376672"/>
            <a:ext cx="5093208" cy="64922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le verbe de la relative, puis celui de la principale ; une virgule entre les deux</a:t>
            </a:r>
            <a:endParaRPr lang="en-US" sz="1450" dirty="0"/>
          </a:p>
        </p:txBody>
      </p:sp>
      <p:sp>
        <p:nvSpPr>
          <p:cNvPr id="33" name="Shape 30"/>
          <p:cNvSpPr/>
          <p:nvPr/>
        </p:nvSpPr>
        <p:spPr>
          <a:xfrm>
            <a:off x="6181344" y="4937760"/>
            <a:ext cx="5458968" cy="1143000"/>
          </a:xfrm>
          <a:prstGeom prst="roundRect">
            <a:avLst>
              <a:gd name="adj" fmla="val 9600"/>
            </a:avLst>
          </a:prstGeom>
          <a:solidFill>
            <a:srgbClr val="FBEDEB"/>
          </a:solidFill>
          <a:ln w="19050">
            <a:solidFill>
              <a:srgbClr val="B83227"/>
            </a:solidFill>
            <a:prstDash val="solid"/>
          </a:ln>
        </p:spPr>
      </p:sp>
      <p:sp>
        <p:nvSpPr>
          <p:cNvPr id="34" name="Text 31"/>
          <p:cNvSpPr txBox="1"/>
          <p:nvPr/>
        </p:nvSpPr>
        <p:spPr>
          <a:xfrm>
            <a:off x="6364224" y="499262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Pas trop long</a:t>
            </a:r>
            <a:endParaRPr lang="en-US" sz="1500" dirty="0"/>
          </a:p>
        </p:txBody>
      </p:sp>
      <p:sp>
        <p:nvSpPr>
          <p:cNvPr id="35" name="Text 32"/>
          <p:cNvSpPr txBox="1"/>
          <p:nvPr/>
        </p:nvSpPr>
        <p:spPr>
          <a:xfrm>
            <a:off x="6364224" y="5376672"/>
            <a:ext cx="5093208" cy="64922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une relative courte au milieu ; une relative longue, plutôt </a:t>
            </a:r>
            <a:r>
              <a:rPr lang="en-US" sz="1450" b="1" dirty="0">
                <a:solidFill>
                  <a:srgbClr val="1B2333"/>
                </a:solidFill>
              </a:rPr>
              <a:t>à la fin</a:t>
            </a:r>
            <a:r>
              <a:rPr lang="en-US" sz="1450" dirty="0">
                <a:solidFill>
                  <a:srgbClr val="1B2333"/>
                </a:solidFill>
              </a:rPr>
              <a:t> (diapo suivante)</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 saut : la relative après le verbe</a:t>
            </a:r>
            <a:endParaRPr lang="en-US" sz="3000" dirty="0"/>
          </a:p>
        </p:txBody>
      </p:sp>
      <p:sp>
        <p:nvSpPr>
          <p:cNvPr id="3" name="tag"/>
          <p:cNvSpPr/>
          <p:nvPr/>
        </p:nvSpPr>
        <p:spPr>
          <a:xfrm>
            <a:off x="548640" y="237744"/>
            <a:ext cx="1878178"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LA PLACE · B1</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Text 12"/>
          <p:cNvSpPr txBox="1"/>
          <p:nvPr/>
        </p:nvSpPr>
        <p:spPr>
          <a:xfrm>
            <a:off x="1143000" y="1600200"/>
            <a:ext cx="839495" cy="566928"/>
          </a:xfrm>
          <a:prstGeom prst="rect">
            <a:avLst/>
          </a:prstGeom>
          <a:noFill/>
          <a:ln/>
        </p:spPr>
        <p:txBody>
          <a:bodyPr wrap="square" lIns="0" tIns="0" rIns="0" bIns="0" rtlCol="0" anchor="ctr"/>
          <a:lstStyle/>
          <a:p>
            <a:pPr algn="ctr" indent="0" marL="0">
              <a:buNone/>
            </a:pPr>
            <a:r>
              <a:rPr lang="en-US" sz="2200" i="1" dirty="0">
                <a:solidFill>
                  <a:srgbClr val="1B2333"/>
                </a:solidFill>
              </a:rPr>
              <a:t>Ik heb</a:t>
            </a:r>
            <a:endParaRPr lang="en-US" sz="2200" dirty="0"/>
          </a:p>
        </p:txBody>
      </p:sp>
      <p:sp>
        <p:nvSpPr>
          <p:cNvPr id="16" name="Shape 13"/>
          <p:cNvSpPr/>
          <p:nvPr/>
        </p:nvSpPr>
        <p:spPr>
          <a:xfrm>
            <a:off x="2064791" y="1600200"/>
            <a:ext cx="1553337" cy="566928"/>
          </a:xfrm>
          <a:prstGeom prst="roundRect">
            <a:avLst>
              <a:gd name="adj" fmla="val 19355"/>
            </a:avLst>
          </a:prstGeom>
          <a:solidFill>
            <a:srgbClr val="E6EBF2"/>
          </a:solidFill>
          <a:ln w="22225">
            <a:solidFill>
              <a:srgbClr val="17375E"/>
            </a:solidFill>
            <a:prstDash val="solid"/>
          </a:ln>
        </p:spPr>
      </p:sp>
      <p:sp>
        <p:nvSpPr>
          <p:cNvPr id="17" name="Text 14"/>
          <p:cNvSpPr txBox="1"/>
          <p:nvPr/>
        </p:nvSpPr>
        <p:spPr>
          <a:xfrm>
            <a:off x="2064791" y="1600200"/>
            <a:ext cx="1553337" cy="566928"/>
          </a:xfrm>
          <a:prstGeom prst="rect">
            <a:avLst/>
          </a:prstGeom>
          <a:noFill/>
          <a:ln/>
        </p:spPr>
        <p:txBody>
          <a:bodyPr wrap="square" lIns="0" tIns="0" rIns="0" bIns="0" rtlCol="0" anchor="ctr"/>
          <a:lstStyle/>
          <a:p>
            <a:pPr algn="ctr" indent="0" marL="0">
              <a:buNone/>
            </a:pPr>
            <a:r>
              <a:rPr lang="en-US" sz="2200" b="1" i="1" dirty="0">
                <a:solidFill>
                  <a:srgbClr val="17375E"/>
                </a:solidFill>
              </a:rPr>
              <a:t>de collega</a:t>
            </a:r>
            <a:endParaRPr lang="en-US" sz="2200" dirty="0"/>
          </a:p>
        </p:txBody>
      </p:sp>
      <p:sp>
        <p:nvSpPr>
          <p:cNvPr id="18" name="Shape 15"/>
          <p:cNvSpPr/>
          <p:nvPr/>
        </p:nvSpPr>
        <p:spPr>
          <a:xfrm>
            <a:off x="3746144" y="1600200"/>
            <a:ext cx="2616733" cy="566928"/>
          </a:xfrm>
          <a:prstGeom prst="roundRect">
            <a:avLst>
              <a:gd name="adj" fmla="val 19355"/>
            </a:avLst>
          </a:prstGeom>
          <a:solidFill>
            <a:srgbClr val="EEF3F8"/>
          </a:solidFill>
          <a:ln w="15875">
            <a:solidFill>
              <a:srgbClr val="C9D1DC"/>
            </a:solidFill>
            <a:prstDash val="dash"/>
          </a:ln>
        </p:spPr>
      </p:sp>
      <p:sp>
        <p:nvSpPr>
          <p:cNvPr id="19" name="Text 16"/>
          <p:cNvSpPr txBox="1"/>
          <p:nvPr/>
        </p:nvSpPr>
        <p:spPr>
          <a:xfrm>
            <a:off x="3746144" y="1600200"/>
            <a:ext cx="2616733" cy="566928"/>
          </a:xfrm>
          <a:prstGeom prst="rect">
            <a:avLst/>
          </a:prstGeom>
          <a:noFill/>
          <a:ln/>
        </p:spPr>
        <p:txBody>
          <a:bodyPr wrap="square" lIns="0" tIns="0" rIns="0" bIns="0" rtlCol="0" anchor="ctr"/>
          <a:lstStyle/>
          <a:p>
            <a:pPr algn="ctr" indent="0" marL="0">
              <a:buNone/>
            </a:pPr>
            <a:r>
              <a:rPr lang="en-US" sz="2200" i="1" dirty="0">
                <a:solidFill>
                  <a:srgbClr val="4A5A70"/>
                </a:solidFill>
              </a:rPr>
              <a:t>die de sleutel heeft</a:t>
            </a:r>
            <a:endParaRPr lang="en-US" sz="2200" dirty="0"/>
          </a:p>
        </p:txBody>
      </p:sp>
      <p:sp>
        <p:nvSpPr>
          <p:cNvPr id="20" name="Shape 17"/>
          <p:cNvSpPr/>
          <p:nvPr/>
        </p:nvSpPr>
        <p:spPr>
          <a:xfrm>
            <a:off x="6490894" y="1600200"/>
            <a:ext cx="1268400" cy="566928"/>
          </a:xfrm>
          <a:prstGeom prst="roundRect">
            <a:avLst>
              <a:gd name="adj" fmla="val 19355"/>
            </a:avLst>
          </a:prstGeom>
          <a:solidFill>
            <a:srgbClr val="B83227"/>
          </a:solidFill>
          <a:ln w="12700">
            <a:solidFill>
              <a:srgbClr val="FFFFFF">
                <a:alpha val="0"/>
              </a:srgbClr>
            </a:solidFill>
            <a:prstDash val="solid"/>
          </a:ln>
        </p:spPr>
      </p:sp>
      <p:sp>
        <p:nvSpPr>
          <p:cNvPr id="21" name="Text 18"/>
          <p:cNvSpPr txBox="1"/>
          <p:nvPr/>
        </p:nvSpPr>
        <p:spPr>
          <a:xfrm>
            <a:off x="6490894" y="1600200"/>
            <a:ext cx="1268400" cy="566928"/>
          </a:xfrm>
          <a:prstGeom prst="rect">
            <a:avLst/>
          </a:prstGeom>
          <a:noFill/>
          <a:ln/>
        </p:spPr>
        <p:txBody>
          <a:bodyPr wrap="square" lIns="0" tIns="0" rIns="0" bIns="0" rtlCol="0" anchor="ctr"/>
          <a:lstStyle/>
          <a:p>
            <a:pPr algn="ctr" indent="0" marL="0">
              <a:buNone/>
            </a:pPr>
            <a:r>
              <a:rPr lang="en-US" sz="2200" b="1" i="1" dirty="0">
                <a:solidFill>
                  <a:srgbClr val="FFFFFF"/>
                </a:solidFill>
              </a:rPr>
              <a:t>gebeld.</a:t>
            </a:r>
            <a:endParaRPr lang="en-US" sz="2200" dirty="0"/>
          </a:p>
        </p:txBody>
      </p:sp>
      <p:sp>
        <p:nvSpPr>
          <p:cNvPr id="22" name="Text 19"/>
          <p:cNvSpPr txBox="1"/>
          <p:nvPr/>
        </p:nvSpPr>
        <p:spPr>
          <a:xfrm>
            <a:off x="7987894" y="1618488"/>
            <a:ext cx="2377440" cy="548640"/>
          </a:xfrm>
          <a:prstGeom prst="rect">
            <a:avLst/>
          </a:prstGeom>
          <a:noFill/>
          <a:ln/>
        </p:spPr>
        <p:txBody>
          <a:bodyPr wrap="square" lIns="0" tIns="0" rIns="0" bIns="0" rtlCol="0" anchor="ctr"/>
          <a:lstStyle/>
          <a:p>
            <a:pPr algn="l" indent="0" marL="0">
              <a:buNone/>
            </a:pPr>
            <a:r>
              <a:rPr lang="en-US" sz="1200" b="1" i="1" dirty="0">
                <a:solidFill>
                  <a:srgbClr val="6B7686"/>
                </a:solidFill>
              </a:rPr>
              <a:t>lourd :</a:t>
            </a:r>
            <a:endParaRPr lang="en-US" sz="1200" dirty="0"/>
          </a:p>
          <a:p>
            <a:pPr algn="l" indent="0" marL="0">
              <a:buNone/>
            </a:pPr>
            <a:r>
              <a:rPr lang="en-US" sz="1200" i="1" dirty="0">
                <a:solidFill>
                  <a:srgbClr val="6B7686"/>
                </a:solidFill>
              </a:rPr>
              <a:t>le participe arrive trop tard</a:t>
            </a:r>
            <a:endParaRPr lang="en-US" sz="1200" dirty="0"/>
          </a:p>
        </p:txBody>
      </p:sp>
      <p:sp>
        <p:nvSpPr>
          <p:cNvPr id="23" name="Text 20"/>
          <p:cNvSpPr txBox="1"/>
          <p:nvPr/>
        </p:nvSpPr>
        <p:spPr>
          <a:xfrm>
            <a:off x="1143000" y="2834640"/>
            <a:ext cx="839495" cy="566928"/>
          </a:xfrm>
          <a:prstGeom prst="rect">
            <a:avLst/>
          </a:prstGeom>
          <a:noFill/>
          <a:ln/>
        </p:spPr>
        <p:txBody>
          <a:bodyPr wrap="square" lIns="0" tIns="0" rIns="0" bIns="0" rtlCol="0" anchor="ctr"/>
          <a:lstStyle/>
          <a:p>
            <a:pPr algn="ctr" indent="0" marL="0">
              <a:buNone/>
            </a:pPr>
            <a:r>
              <a:rPr lang="en-US" sz="2200" i="1" dirty="0">
                <a:solidFill>
                  <a:srgbClr val="1B2333"/>
                </a:solidFill>
              </a:rPr>
              <a:t>Ik heb</a:t>
            </a:r>
            <a:endParaRPr lang="en-US" sz="2200" dirty="0"/>
          </a:p>
        </p:txBody>
      </p:sp>
      <p:sp>
        <p:nvSpPr>
          <p:cNvPr id="24" name="Shape 21"/>
          <p:cNvSpPr/>
          <p:nvPr/>
        </p:nvSpPr>
        <p:spPr>
          <a:xfrm>
            <a:off x="2064791" y="2834640"/>
            <a:ext cx="1553337" cy="566928"/>
          </a:xfrm>
          <a:prstGeom prst="roundRect">
            <a:avLst>
              <a:gd name="adj" fmla="val 19355"/>
            </a:avLst>
          </a:prstGeom>
          <a:solidFill>
            <a:srgbClr val="E6EBF2"/>
          </a:solidFill>
          <a:ln w="22225">
            <a:solidFill>
              <a:srgbClr val="17375E"/>
            </a:solidFill>
            <a:prstDash val="solid"/>
          </a:ln>
        </p:spPr>
      </p:sp>
      <p:sp>
        <p:nvSpPr>
          <p:cNvPr id="25" name="Text 22"/>
          <p:cNvSpPr txBox="1"/>
          <p:nvPr/>
        </p:nvSpPr>
        <p:spPr>
          <a:xfrm>
            <a:off x="2064791" y="2834640"/>
            <a:ext cx="1553337" cy="566928"/>
          </a:xfrm>
          <a:prstGeom prst="rect">
            <a:avLst/>
          </a:prstGeom>
          <a:noFill/>
          <a:ln/>
        </p:spPr>
        <p:txBody>
          <a:bodyPr wrap="square" lIns="0" tIns="0" rIns="0" bIns="0" rtlCol="0" anchor="ctr"/>
          <a:lstStyle/>
          <a:p>
            <a:pPr algn="ctr" indent="0" marL="0">
              <a:buNone/>
            </a:pPr>
            <a:r>
              <a:rPr lang="en-US" sz="2200" b="1" i="1" dirty="0">
                <a:solidFill>
                  <a:srgbClr val="17375E"/>
                </a:solidFill>
              </a:rPr>
              <a:t>de collega</a:t>
            </a:r>
            <a:endParaRPr lang="en-US" sz="2200" dirty="0"/>
          </a:p>
        </p:txBody>
      </p:sp>
      <p:sp>
        <p:nvSpPr>
          <p:cNvPr id="26" name="Shape 23"/>
          <p:cNvSpPr/>
          <p:nvPr/>
        </p:nvSpPr>
        <p:spPr>
          <a:xfrm>
            <a:off x="3746144" y="2834640"/>
            <a:ext cx="1166368" cy="566928"/>
          </a:xfrm>
          <a:prstGeom prst="roundRect">
            <a:avLst>
              <a:gd name="adj" fmla="val 19355"/>
            </a:avLst>
          </a:prstGeom>
          <a:solidFill>
            <a:srgbClr val="B83227"/>
          </a:solidFill>
          <a:ln w="12700">
            <a:solidFill>
              <a:srgbClr val="FFFFFF">
                <a:alpha val="0"/>
              </a:srgbClr>
            </a:solidFill>
            <a:prstDash val="solid"/>
          </a:ln>
        </p:spPr>
      </p:sp>
      <p:sp>
        <p:nvSpPr>
          <p:cNvPr id="27" name="Text 24"/>
          <p:cNvSpPr txBox="1"/>
          <p:nvPr/>
        </p:nvSpPr>
        <p:spPr>
          <a:xfrm>
            <a:off x="3746144" y="2834640"/>
            <a:ext cx="1166368" cy="566928"/>
          </a:xfrm>
          <a:prstGeom prst="rect">
            <a:avLst/>
          </a:prstGeom>
          <a:noFill/>
          <a:ln/>
        </p:spPr>
        <p:txBody>
          <a:bodyPr wrap="square" lIns="0" tIns="0" rIns="0" bIns="0" rtlCol="0" anchor="ctr"/>
          <a:lstStyle/>
          <a:p>
            <a:pPr algn="ctr" indent="0" marL="0">
              <a:buNone/>
            </a:pPr>
            <a:r>
              <a:rPr lang="en-US" sz="2200" b="1" i="1" dirty="0">
                <a:solidFill>
                  <a:srgbClr val="FFFFFF"/>
                </a:solidFill>
              </a:rPr>
              <a:t>gebeld</a:t>
            </a:r>
            <a:endParaRPr lang="en-US" sz="2200" dirty="0"/>
          </a:p>
        </p:txBody>
      </p:sp>
      <p:sp>
        <p:nvSpPr>
          <p:cNvPr id="28" name="Shape 25"/>
          <p:cNvSpPr/>
          <p:nvPr/>
        </p:nvSpPr>
        <p:spPr>
          <a:xfrm>
            <a:off x="5040528" y="2834640"/>
            <a:ext cx="2616733" cy="566928"/>
          </a:xfrm>
          <a:prstGeom prst="roundRect">
            <a:avLst>
              <a:gd name="adj" fmla="val 19355"/>
            </a:avLst>
          </a:prstGeom>
          <a:solidFill>
            <a:srgbClr val="E6EBF2"/>
          </a:solidFill>
          <a:ln w="22225">
            <a:solidFill>
              <a:srgbClr val="17375E"/>
            </a:solidFill>
            <a:prstDash val="solid"/>
          </a:ln>
        </p:spPr>
      </p:sp>
      <p:sp>
        <p:nvSpPr>
          <p:cNvPr id="29" name="Text 26"/>
          <p:cNvSpPr txBox="1"/>
          <p:nvPr/>
        </p:nvSpPr>
        <p:spPr>
          <a:xfrm>
            <a:off x="5040528" y="2834640"/>
            <a:ext cx="2616733" cy="566928"/>
          </a:xfrm>
          <a:prstGeom prst="rect">
            <a:avLst/>
          </a:prstGeom>
          <a:noFill/>
          <a:ln/>
        </p:spPr>
        <p:txBody>
          <a:bodyPr wrap="square" lIns="0" tIns="0" rIns="0" bIns="0" rtlCol="0" anchor="ctr"/>
          <a:lstStyle/>
          <a:p>
            <a:pPr algn="ctr" indent="0" marL="0">
              <a:buNone/>
            </a:pPr>
            <a:r>
              <a:rPr lang="en-US" sz="2200" b="1" i="1" dirty="0">
                <a:solidFill>
                  <a:srgbClr val="17375E"/>
                </a:solidFill>
              </a:rPr>
              <a:t>die de sleutel heeft</a:t>
            </a:r>
            <a:endParaRPr lang="en-US" sz="2200" dirty="0"/>
          </a:p>
        </p:txBody>
      </p:sp>
      <p:sp>
        <p:nvSpPr>
          <p:cNvPr id="30" name="Shape 27"/>
          <p:cNvSpPr/>
          <p:nvPr/>
        </p:nvSpPr>
        <p:spPr>
          <a:xfrm>
            <a:off x="2841460" y="2532888"/>
            <a:ext cx="2519108" cy="640080"/>
          </a:xfrm>
          <a:prstGeom prst="arc">
            <a:avLst>
              <a:gd name="adj1" fmla="val 10800000"/>
              <a:gd name="adj2" fmla="val 21600000"/>
            </a:avLst>
          </a:prstGeom>
          <a:solidFill>
            <a:srgbClr val="FFFFFF">
              <a:alpha val="0"/>
            </a:srgbClr>
          </a:solidFill>
          <a:ln w="28575">
            <a:solidFill>
              <a:srgbClr val="17375E"/>
            </a:solidFill>
            <a:prstDash val="solid"/>
            <a:headEnd type="triangle"/>
          </a:ln>
        </p:spPr>
      </p:sp>
      <p:sp>
        <p:nvSpPr>
          <p:cNvPr id="31" name="Shape 28"/>
          <p:cNvSpPr/>
          <p:nvPr/>
        </p:nvSpPr>
        <p:spPr>
          <a:xfrm>
            <a:off x="5054511" y="2203704"/>
            <a:ext cx="1294384" cy="594360"/>
          </a:xfrm>
          <a:prstGeom prst="line">
            <a:avLst/>
          </a:prstGeom>
          <a:noFill/>
          <a:ln w="25400">
            <a:solidFill>
              <a:srgbClr val="17375E"/>
            </a:solidFill>
            <a:prstDash val="dash"/>
            <a:tailEnd type="triangle"/>
          </a:ln>
        </p:spPr>
      </p:sp>
      <p:sp>
        <p:nvSpPr>
          <p:cNvPr id="32" name="Text 29"/>
          <p:cNvSpPr txBox="1"/>
          <p:nvPr/>
        </p:nvSpPr>
        <p:spPr>
          <a:xfrm>
            <a:off x="7885862" y="2852928"/>
            <a:ext cx="2743200" cy="548640"/>
          </a:xfrm>
          <a:prstGeom prst="rect">
            <a:avLst/>
          </a:prstGeom>
          <a:noFill/>
          <a:ln/>
        </p:spPr>
        <p:txBody>
          <a:bodyPr wrap="square" lIns="0" tIns="0" rIns="0" bIns="0" rtlCol="0" anchor="ctr"/>
          <a:lstStyle/>
          <a:p>
            <a:pPr algn="l" indent="0" marL="0">
              <a:buNone/>
            </a:pPr>
            <a:r>
              <a:rPr lang="en-US" sz="1200" b="1" i="1" dirty="0">
                <a:solidFill>
                  <a:srgbClr val="2E7D4F"/>
                </a:solidFill>
              </a:rPr>
              <a:t>léger :</a:t>
            </a:r>
            <a:endParaRPr lang="en-US" sz="1200" dirty="0"/>
          </a:p>
          <a:p>
            <a:pPr algn="l" indent="0" marL="0">
              <a:buNone/>
            </a:pPr>
            <a:r>
              <a:rPr lang="en-US" sz="1200" i="1" dirty="0">
                <a:solidFill>
                  <a:srgbClr val="2E7D4F"/>
                </a:solidFill>
              </a:rPr>
              <a:t>la relative a sauté par-dessus </a:t>
            </a:r>
            <a:r>
              <a:rPr lang="en-US" sz="1200" i="1" dirty="0">
                <a:solidFill>
                  <a:srgbClr val="2E7D4F"/>
                </a:solidFill>
              </a:rPr>
              <a:t>gebeld</a:t>
            </a:r>
            <a:endParaRPr lang="en-US" sz="1200" dirty="0"/>
          </a:p>
        </p:txBody>
      </p:sp>
      <p:sp>
        <p:nvSpPr>
          <p:cNvPr id="33" name="Shape 30"/>
          <p:cNvSpPr/>
          <p:nvPr/>
        </p:nvSpPr>
        <p:spPr>
          <a:xfrm>
            <a:off x="1463040" y="3657600"/>
            <a:ext cx="9262872" cy="420624"/>
          </a:xfrm>
          <a:prstGeom prst="roundRect">
            <a:avLst>
              <a:gd name="adj" fmla="val 17391"/>
            </a:avLst>
          </a:prstGeom>
          <a:solidFill>
            <a:srgbClr val="EEF3F8"/>
          </a:solidFill>
          <a:ln w="12700">
            <a:solidFill>
              <a:srgbClr val="FFFFFF">
                <a:alpha val="0"/>
              </a:srgbClr>
            </a:solidFill>
            <a:prstDash val="solid"/>
          </a:ln>
        </p:spPr>
      </p:sp>
      <p:sp>
        <p:nvSpPr>
          <p:cNvPr id="34" name="Text 31"/>
          <p:cNvSpPr txBox="1"/>
          <p:nvPr/>
        </p:nvSpPr>
        <p:spPr>
          <a:xfrm>
            <a:off x="1463040" y="3657600"/>
            <a:ext cx="9262872" cy="420624"/>
          </a:xfrm>
          <a:prstGeom prst="rect">
            <a:avLst/>
          </a:prstGeom>
          <a:noFill/>
          <a:ln/>
        </p:spPr>
        <p:txBody>
          <a:bodyPr wrap="square" lIns="0" tIns="0" rIns="0" bIns="0" rtlCol="0" anchor="ctr"/>
          <a:lstStyle/>
          <a:p>
            <a:pPr algn="ctr" indent="0" marL="0">
              <a:buNone/>
            </a:pPr>
            <a:r>
              <a:rPr lang="en-US" sz="1650" i="1" dirty="0">
                <a:solidFill>
                  <a:srgbClr val="1B2333"/>
                </a:solidFill>
              </a:rPr>
              <a:t>We hebben een klant </a:t>
            </a:r>
            <a:r>
              <a:rPr lang="en-US" sz="1650" b="1" i="1" dirty="0">
                <a:solidFill>
                  <a:srgbClr val="B83227"/>
                </a:solidFill>
              </a:rPr>
              <a:t>gevonden</a:t>
            </a:r>
            <a:r>
              <a:rPr lang="en-US" sz="1650" i="1" dirty="0">
                <a:solidFill>
                  <a:srgbClr val="1B2333"/>
                </a:solidFill>
              </a:rPr>
              <a:t> </a:t>
            </a:r>
            <a:r>
              <a:rPr lang="en-US" sz="1650" b="1" i="1" dirty="0">
                <a:solidFill>
                  <a:srgbClr val="17375E"/>
                </a:solidFill>
              </a:rPr>
              <a:t>die</a:t>
            </a:r>
            <a:r>
              <a:rPr lang="en-US" sz="1650" i="1" dirty="0">
                <a:solidFill>
                  <a:srgbClr val="1B2333"/>
                </a:solidFill>
              </a:rPr>
              <a:t> het project wil betalen.</a:t>
            </a:r>
            <a:endParaRPr lang="en-US" sz="1650" dirty="0"/>
          </a:p>
        </p:txBody>
      </p:sp>
      <p:sp>
        <p:nvSpPr>
          <p:cNvPr id="35" name="Shape 32"/>
          <p:cNvSpPr/>
          <p:nvPr/>
        </p:nvSpPr>
        <p:spPr>
          <a:xfrm>
            <a:off x="1463040" y="4133088"/>
            <a:ext cx="9262872" cy="420624"/>
          </a:xfrm>
          <a:prstGeom prst="roundRect">
            <a:avLst>
              <a:gd name="adj" fmla="val 17391"/>
            </a:avLst>
          </a:prstGeom>
          <a:solidFill>
            <a:srgbClr val="FFFFFF"/>
          </a:solidFill>
          <a:ln w="12700">
            <a:solidFill>
              <a:srgbClr val="FFFFFF">
                <a:alpha val="0"/>
              </a:srgbClr>
            </a:solidFill>
            <a:prstDash val="solid"/>
          </a:ln>
        </p:spPr>
      </p:sp>
      <p:sp>
        <p:nvSpPr>
          <p:cNvPr id="36" name="Text 33"/>
          <p:cNvSpPr txBox="1"/>
          <p:nvPr/>
        </p:nvSpPr>
        <p:spPr>
          <a:xfrm>
            <a:off x="1463040" y="4133088"/>
            <a:ext cx="9262872" cy="420624"/>
          </a:xfrm>
          <a:prstGeom prst="rect">
            <a:avLst/>
          </a:prstGeom>
          <a:noFill/>
          <a:ln/>
        </p:spPr>
        <p:txBody>
          <a:bodyPr wrap="square" lIns="0" tIns="0" rIns="0" bIns="0" rtlCol="0" anchor="ctr"/>
          <a:lstStyle/>
          <a:p>
            <a:pPr algn="ctr" indent="0" marL="0">
              <a:buNone/>
            </a:pPr>
            <a:r>
              <a:rPr lang="en-US" sz="1650" i="1" dirty="0">
                <a:solidFill>
                  <a:srgbClr val="1B2333"/>
                </a:solidFill>
              </a:rPr>
              <a:t>Wil je het rapport </a:t>
            </a:r>
            <a:r>
              <a:rPr lang="en-US" sz="1650" b="1" i="1" dirty="0">
                <a:solidFill>
                  <a:srgbClr val="B83227"/>
                </a:solidFill>
              </a:rPr>
              <a:t>lezen</a:t>
            </a:r>
            <a:r>
              <a:rPr lang="en-US" sz="1650" i="1" dirty="0">
                <a:solidFill>
                  <a:srgbClr val="1B2333"/>
                </a:solidFill>
              </a:rPr>
              <a:t> </a:t>
            </a:r>
            <a:r>
              <a:rPr lang="en-US" sz="1650" b="1" i="1" dirty="0">
                <a:solidFill>
                  <a:srgbClr val="D9700F"/>
                </a:solidFill>
              </a:rPr>
              <a:t>dat</a:t>
            </a:r>
            <a:r>
              <a:rPr lang="en-US" sz="1650" i="1" dirty="0">
                <a:solidFill>
                  <a:srgbClr val="1B2333"/>
                </a:solidFill>
              </a:rPr>
              <a:t> ik geschreven heb?</a:t>
            </a:r>
            <a:endParaRPr lang="en-US" sz="1650" dirty="0"/>
          </a:p>
        </p:txBody>
      </p:sp>
      <p:sp>
        <p:nvSpPr>
          <p:cNvPr id="37" name="Shape 34"/>
          <p:cNvSpPr/>
          <p:nvPr/>
        </p:nvSpPr>
        <p:spPr>
          <a:xfrm>
            <a:off x="1463040" y="4608576"/>
            <a:ext cx="9262872" cy="420624"/>
          </a:xfrm>
          <a:prstGeom prst="roundRect">
            <a:avLst>
              <a:gd name="adj" fmla="val 17391"/>
            </a:avLst>
          </a:prstGeom>
          <a:solidFill>
            <a:srgbClr val="EEF3F8"/>
          </a:solidFill>
          <a:ln w="12700">
            <a:solidFill>
              <a:srgbClr val="FFFFFF">
                <a:alpha val="0"/>
              </a:srgbClr>
            </a:solidFill>
            <a:prstDash val="solid"/>
          </a:ln>
        </p:spPr>
      </p:sp>
      <p:sp>
        <p:nvSpPr>
          <p:cNvPr id="38" name="Text 35"/>
          <p:cNvSpPr txBox="1"/>
          <p:nvPr/>
        </p:nvSpPr>
        <p:spPr>
          <a:xfrm>
            <a:off x="1463040" y="4608576"/>
            <a:ext cx="9262872" cy="420624"/>
          </a:xfrm>
          <a:prstGeom prst="rect">
            <a:avLst/>
          </a:prstGeom>
          <a:noFill/>
          <a:ln/>
        </p:spPr>
        <p:txBody>
          <a:bodyPr wrap="square" lIns="0" tIns="0" rIns="0" bIns="0" rtlCol="0" anchor="ctr"/>
          <a:lstStyle/>
          <a:p>
            <a:pPr algn="ctr" indent="0" marL="0">
              <a:buNone/>
            </a:pPr>
            <a:r>
              <a:rPr lang="en-US" sz="1650" i="1" dirty="0">
                <a:solidFill>
                  <a:srgbClr val="1B2333"/>
                </a:solidFill>
              </a:rPr>
              <a:t>Ze heeft een collega </a:t>
            </a:r>
            <a:r>
              <a:rPr lang="en-US" sz="1650" b="1" i="1" dirty="0">
                <a:solidFill>
                  <a:srgbClr val="B83227"/>
                </a:solidFill>
              </a:rPr>
              <a:t>gebeld</a:t>
            </a:r>
            <a:r>
              <a:rPr lang="en-US" sz="1650" i="1" dirty="0">
                <a:solidFill>
                  <a:srgbClr val="1B2333"/>
                </a:solidFill>
              </a:rPr>
              <a:t> </a:t>
            </a:r>
            <a:r>
              <a:rPr lang="en-US" sz="1650" b="1" i="1" dirty="0">
                <a:solidFill>
                  <a:srgbClr val="17375E"/>
                </a:solidFill>
              </a:rPr>
              <a:t>die</a:t>
            </a:r>
            <a:r>
              <a:rPr lang="en-US" sz="1650" i="1" dirty="0">
                <a:solidFill>
                  <a:srgbClr val="1B2333"/>
                </a:solidFill>
              </a:rPr>
              <a:t> Frans spreekt.</a:t>
            </a:r>
            <a:endParaRPr lang="en-US" sz="1650" dirty="0"/>
          </a:p>
        </p:txBody>
      </p:sp>
      <p:sp>
        <p:nvSpPr>
          <p:cNvPr id="39" name="Shape 36"/>
          <p:cNvSpPr/>
          <p:nvPr/>
        </p:nvSpPr>
        <p:spPr>
          <a:xfrm>
            <a:off x="548640" y="5212080"/>
            <a:ext cx="5458968" cy="1005840"/>
          </a:xfrm>
          <a:prstGeom prst="roundRect">
            <a:avLst>
              <a:gd name="adj" fmla="val 10909"/>
            </a:avLst>
          </a:prstGeom>
          <a:solidFill>
            <a:srgbClr val="E8F4EC"/>
          </a:solidFill>
          <a:ln w="19050">
            <a:solidFill>
              <a:srgbClr val="2E7D4F"/>
            </a:solidFill>
            <a:prstDash val="solid"/>
          </a:ln>
        </p:spPr>
      </p:sp>
      <p:sp>
        <p:nvSpPr>
          <p:cNvPr id="40" name="Text 37"/>
          <p:cNvSpPr txBox="1"/>
          <p:nvPr/>
        </p:nvSpPr>
        <p:spPr>
          <a:xfrm>
            <a:off x="731520" y="526694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41" name="Text 38"/>
          <p:cNvSpPr txBox="1"/>
          <p:nvPr/>
        </p:nvSpPr>
        <p:spPr>
          <a:xfrm>
            <a:off x="731520" y="5650992"/>
            <a:ext cx="5093208" cy="51206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la relative peut suivre le participe ou l’infinitif de la fin : la phrase reste légère</a:t>
            </a:r>
            <a:endParaRPr lang="en-US" sz="1450" dirty="0"/>
          </a:p>
        </p:txBody>
      </p:sp>
      <p:sp>
        <p:nvSpPr>
          <p:cNvPr id="42" name="Shape 39"/>
          <p:cNvSpPr/>
          <p:nvPr/>
        </p:nvSpPr>
        <p:spPr>
          <a:xfrm>
            <a:off x="6181344" y="5212080"/>
            <a:ext cx="5458968" cy="1005840"/>
          </a:xfrm>
          <a:prstGeom prst="roundRect">
            <a:avLst>
              <a:gd name="adj" fmla="val 10909"/>
            </a:avLst>
          </a:prstGeom>
          <a:solidFill>
            <a:srgbClr val="FBEDEB"/>
          </a:solidFill>
          <a:ln w="19050">
            <a:solidFill>
              <a:srgbClr val="B83227"/>
            </a:solidFill>
            <a:prstDash val="solid"/>
          </a:ln>
        </p:spPr>
      </p:sp>
      <p:sp>
        <p:nvSpPr>
          <p:cNvPr id="43" name="Text 40"/>
          <p:cNvSpPr txBox="1"/>
          <p:nvPr/>
        </p:nvSpPr>
        <p:spPr>
          <a:xfrm>
            <a:off x="6364224" y="526694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Attention</a:t>
            </a:r>
            <a:endParaRPr lang="en-US" sz="1500" dirty="0"/>
          </a:p>
        </p:txBody>
      </p:sp>
      <p:sp>
        <p:nvSpPr>
          <p:cNvPr id="44" name="Text 41"/>
          <p:cNvSpPr txBox="1"/>
          <p:nvPr/>
        </p:nvSpPr>
        <p:spPr>
          <a:xfrm>
            <a:off x="6364224" y="5650992"/>
            <a:ext cx="5093208" cy="51206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pas d’autre nom entre les deux qui crée une confusion</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Avec ou sans virgules ?</a:t>
            </a:r>
            <a:endParaRPr lang="en-US" sz="3000" dirty="0"/>
          </a:p>
        </p:txBody>
      </p:sp>
      <p:sp>
        <p:nvSpPr>
          <p:cNvPr id="3" name="tag"/>
          <p:cNvSpPr/>
          <p:nvPr/>
        </p:nvSpPr>
        <p:spPr>
          <a:xfrm>
            <a:off x="548640" y="237744"/>
            <a:ext cx="1876349"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LA PONCTUATION</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Shape 12"/>
          <p:cNvSpPr/>
          <p:nvPr/>
        </p:nvSpPr>
        <p:spPr>
          <a:xfrm>
            <a:off x="548640" y="1481328"/>
            <a:ext cx="11091672" cy="1828800"/>
          </a:xfrm>
          <a:prstGeom prst="roundRect">
            <a:avLst>
              <a:gd name="adj" fmla="val 6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731520" y="1664208"/>
            <a:ext cx="2163775" cy="347472"/>
          </a:xfrm>
          <a:prstGeom prst="roundRect">
            <a:avLst>
              <a:gd name="adj" fmla="val 31579"/>
            </a:avLst>
          </a:prstGeom>
          <a:solidFill>
            <a:srgbClr val="17375E"/>
          </a:solidFill>
          <a:ln w="12700">
            <a:solidFill>
              <a:srgbClr val="FFFFFF">
                <a:alpha val="0"/>
              </a:srgbClr>
            </a:solidFill>
            <a:prstDash val="solid"/>
          </a:ln>
        </p:spPr>
      </p:sp>
      <p:sp>
        <p:nvSpPr>
          <p:cNvPr id="17" name="Text 14"/>
          <p:cNvSpPr txBox="1"/>
          <p:nvPr/>
        </p:nvSpPr>
        <p:spPr>
          <a:xfrm>
            <a:off x="731520" y="1664208"/>
            <a:ext cx="2163775" cy="347472"/>
          </a:xfrm>
          <a:prstGeom prst="rect">
            <a:avLst/>
          </a:prstGeom>
          <a:noFill/>
          <a:ln/>
        </p:spPr>
        <p:txBody>
          <a:bodyPr wrap="square" lIns="0" tIns="0" rIns="0" bIns="0" rtlCol="0" anchor="ctr"/>
          <a:lstStyle/>
          <a:p>
            <a:pPr algn="ctr" indent="0" marL="0">
              <a:buNone/>
            </a:pPr>
            <a:r>
              <a:rPr lang="en-US" sz="1200" b="1" dirty="0">
                <a:solidFill>
                  <a:srgbClr val="FFFFFF"/>
                </a:solidFill>
              </a:rPr>
              <a:t>PAS DE VIRGULE AVANT die</a:t>
            </a:r>
            <a:endParaRPr lang="en-US" sz="1200" dirty="0"/>
          </a:p>
        </p:txBody>
      </p:sp>
      <p:sp>
        <p:nvSpPr>
          <p:cNvPr id="18" name="Text 15"/>
          <p:cNvSpPr txBox="1"/>
          <p:nvPr/>
        </p:nvSpPr>
        <p:spPr>
          <a:xfrm>
            <a:off x="731520" y="2139696"/>
            <a:ext cx="3200400" cy="457200"/>
          </a:xfrm>
          <a:prstGeom prst="rect">
            <a:avLst/>
          </a:prstGeom>
          <a:noFill/>
          <a:ln/>
        </p:spPr>
        <p:txBody>
          <a:bodyPr wrap="square" lIns="0" tIns="0" rIns="0" bIns="0" rtlCol="0" anchor="t"/>
          <a:lstStyle/>
          <a:p>
            <a:pPr algn="l" indent="0" marL="0">
              <a:buNone/>
            </a:pPr>
            <a:r>
              <a:rPr lang="en-US" sz="1600" dirty="0">
                <a:solidFill>
                  <a:srgbClr val="1B2333"/>
                </a:solidFill>
              </a:rPr>
              <a:t>le </a:t>
            </a:r>
            <a:r>
              <a:rPr lang="en-US" sz="1600" b="1" dirty="0">
                <a:solidFill>
                  <a:srgbClr val="1B2333"/>
                </a:solidFill>
              </a:rPr>
              <a:t>filtre</a:t>
            </a:r>
            <a:r>
              <a:rPr lang="en-US" sz="1600" dirty="0">
                <a:solidFill>
                  <a:srgbClr val="1B2333"/>
                </a:solidFill>
              </a:rPr>
              <a:t> : la relative </a:t>
            </a:r>
            <a:r>
              <a:rPr lang="en-US" sz="1600" b="1" dirty="0">
                <a:solidFill>
                  <a:srgbClr val="1B2333"/>
                </a:solidFill>
              </a:rPr>
              <a:t>choisit</a:t>
            </a:r>
            <a:endParaRPr lang="en-US" sz="1600" dirty="0"/>
          </a:p>
        </p:txBody>
      </p:sp>
      <p:sp>
        <p:nvSpPr>
          <p:cNvPr id="19" name="Text 16"/>
          <p:cNvSpPr txBox="1"/>
          <p:nvPr/>
        </p:nvSpPr>
        <p:spPr>
          <a:xfrm>
            <a:off x="731520" y="2670048"/>
            <a:ext cx="3200400" cy="457200"/>
          </a:xfrm>
          <a:prstGeom prst="rect">
            <a:avLst/>
          </a:prstGeom>
          <a:noFill/>
          <a:ln/>
        </p:spPr>
        <p:txBody>
          <a:bodyPr wrap="square" lIns="0" tIns="0" rIns="0" bIns="0" rtlCol="0" anchor="ctr"/>
          <a:lstStyle/>
          <a:p>
            <a:pPr algn="l" indent="0" marL="0">
              <a:buNone/>
            </a:pPr>
            <a:r>
              <a:rPr lang="en-US" sz="1500" b="1" dirty="0">
                <a:solidFill>
                  <a:srgbClr val="17375E"/>
                </a:solidFill>
              </a:rPr>
              <a:t>→ </a:t>
            </a:r>
            <a:r>
              <a:rPr lang="en-US" sz="1500" b="1" i="1" dirty="0">
                <a:solidFill>
                  <a:srgbClr val="17375E"/>
                </a:solidFill>
              </a:rPr>
              <a:t>seulement ceux de Gand</a:t>
            </a:r>
            <a:endParaRPr lang="en-US" sz="1500" dirty="0"/>
          </a:p>
        </p:txBody>
      </p:sp>
      <p:sp>
        <p:nvSpPr>
          <p:cNvPr id="20" name="Text 17"/>
          <p:cNvSpPr txBox="1"/>
          <p:nvPr/>
        </p:nvSpPr>
        <p:spPr>
          <a:xfrm>
            <a:off x="4023360" y="1591056"/>
            <a:ext cx="7498080" cy="457200"/>
          </a:xfrm>
          <a:prstGeom prst="rect">
            <a:avLst/>
          </a:prstGeom>
          <a:noFill/>
          <a:ln/>
        </p:spPr>
        <p:txBody>
          <a:bodyPr wrap="square" lIns="0" tIns="0" rIns="0" bIns="0" rtlCol="0" anchor="ctr"/>
          <a:lstStyle/>
          <a:p>
            <a:pPr algn="ctr" indent="0" marL="0">
              <a:buNone/>
            </a:pPr>
            <a:r>
              <a:rPr lang="en-US" sz="1900" i="1" dirty="0">
                <a:solidFill>
                  <a:srgbClr val="1B2333"/>
                </a:solidFill>
              </a:rPr>
              <a:t>Mijn collega’s </a:t>
            </a:r>
            <a:r>
              <a:rPr lang="en-US" sz="1900" b="1" i="1" dirty="0">
                <a:solidFill>
                  <a:srgbClr val="17375E"/>
                </a:solidFill>
              </a:rPr>
              <a:t>die</a:t>
            </a:r>
            <a:r>
              <a:rPr lang="en-US" sz="1900" i="1" dirty="0">
                <a:solidFill>
                  <a:srgbClr val="1B2333"/>
                </a:solidFill>
              </a:rPr>
              <a:t> in Gent wonen, komen met de trein.</a:t>
            </a:r>
            <a:endParaRPr lang="en-US" sz="1900" dirty="0"/>
          </a:p>
        </p:txBody>
      </p:sp>
      <p:sp>
        <p:nvSpPr>
          <p:cNvPr id="21" name="Shape 18"/>
          <p:cNvSpPr/>
          <p:nvPr/>
        </p:nvSpPr>
        <p:spPr>
          <a:xfrm>
            <a:off x="4462272" y="2157984"/>
            <a:ext cx="768096" cy="768096"/>
          </a:xfrm>
          <a:prstGeom prst="ellipse">
            <a:avLst/>
          </a:prstGeom>
          <a:solidFill>
            <a:srgbClr val="E6EBF2"/>
          </a:solidFill>
          <a:ln w="12700">
            <a:solidFill>
              <a:srgbClr val="FFFFFF">
                <a:alpha val="0"/>
              </a:srgbClr>
            </a:solidFill>
            <a:prstDash val="solid"/>
          </a:ln>
        </p:spPr>
      </p:sp>
      <p:pic>
        <p:nvPicPr>
          <p:cNvPr id="22" name="Image 0" descr="woman office worker">    </p:cNvPr>
          <p:cNvPicPr>
            <a:picLocks noChangeAspect="1"/>
          </p:cNvPicPr>
          <p:nvPr/>
        </p:nvPicPr>
        <p:blipFill>
          <a:blip r:embed="rId1"/>
          <a:stretch>
            <a:fillRect/>
          </a:stretch>
        </p:blipFill>
        <p:spPr>
          <a:xfrm>
            <a:off x="4544568" y="2240280"/>
            <a:ext cx="603504" cy="603504"/>
          </a:xfrm>
          <a:prstGeom prst="rect">
            <a:avLst/>
          </a:prstGeom>
        </p:spPr>
      </p:pic>
      <p:pic>
        <p:nvPicPr>
          <p:cNvPr id="23" name="Image 1" descr="round pushpin">    </p:cNvPr>
          <p:cNvPicPr>
            <a:picLocks noChangeAspect="1"/>
          </p:cNvPicPr>
          <p:nvPr/>
        </p:nvPicPr>
        <p:blipFill>
          <a:blip r:embed="rId2"/>
          <a:stretch>
            <a:fillRect/>
          </a:stretch>
        </p:blipFill>
        <p:spPr>
          <a:xfrm>
            <a:off x="4992624" y="2103120"/>
            <a:ext cx="274320" cy="274320"/>
          </a:xfrm>
          <a:prstGeom prst="rect">
            <a:avLst/>
          </a:prstGeom>
        </p:spPr>
      </p:pic>
      <p:pic>
        <p:nvPicPr>
          <p:cNvPr id="24" name="Image 2" descr="man office worker">    </p:cNvPr>
          <p:cNvPicPr>
            <a:picLocks noChangeAspect="1"/>
          </p:cNvPicPr>
          <p:nvPr/>
        </p:nvPicPr>
        <p:blipFill>
          <a:blip r:embed="rId3">
            <a:alphaModFix amt="28000"/>
          </a:blip>
          <a:stretch>
            <a:fillRect/>
          </a:stretch>
        </p:blipFill>
        <p:spPr>
          <a:xfrm>
            <a:off x="5687568" y="2240280"/>
            <a:ext cx="603504" cy="603504"/>
          </a:xfrm>
          <a:prstGeom prst="rect">
            <a:avLst/>
          </a:prstGeom>
        </p:spPr>
      </p:pic>
      <p:sp>
        <p:nvSpPr>
          <p:cNvPr id="25" name="Shape 19"/>
          <p:cNvSpPr/>
          <p:nvPr/>
        </p:nvSpPr>
        <p:spPr>
          <a:xfrm>
            <a:off x="6748272" y="2157984"/>
            <a:ext cx="768096" cy="768096"/>
          </a:xfrm>
          <a:prstGeom prst="ellipse">
            <a:avLst/>
          </a:prstGeom>
          <a:solidFill>
            <a:srgbClr val="E6EBF2"/>
          </a:solidFill>
          <a:ln w="12700">
            <a:solidFill>
              <a:srgbClr val="FFFFFF">
                <a:alpha val="0"/>
              </a:srgbClr>
            </a:solidFill>
            <a:prstDash val="solid"/>
          </a:ln>
        </p:spPr>
      </p:sp>
      <p:pic>
        <p:nvPicPr>
          <p:cNvPr id="26" name="Image 3" descr="woman technologist">    </p:cNvPr>
          <p:cNvPicPr>
            <a:picLocks noChangeAspect="1"/>
          </p:cNvPicPr>
          <p:nvPr/>
        </p:nvPicPr>
        <p:blipFill>
          <a:blip r:embed="rId4"/>
          <a:stretch>
            <a:fillRect/>
          </a:stretch>
        </p:blipFill>
        <p:spPr>
          <a:xfrm>
            <a:off x="6830568" y="2240280"/>
            <a:ext cx="603504" cy="603504"/>
          </a:xfrm>
          <a:prstGeom prst="rect">
            <a:avLst/>
          </a:prstGeom>
        </p:spPr>
      </p:pic>
      <p:pic>
        <p:nvPicPr>
          <p:cNvPr id="27" name="Image 4" descr="round pushpin">    </p:cNvPr>
          <p:cNvPicPr>
            <a:picLocks noChangeAspect="1"/>
          </p:cNvPicPr>
          <p:nvPr/>
        </p:nvPicPr>
        <p:blipFill>
          <a:blip r:embed="rId5"/>
          <a:stretch>
            <a:fillRect/>
          </a:stretch>
        </p:blipFill>
        <p:spPr>
          <a:xfrm>
            <a:off x="7278624" y="2103120"/>
            <a:ext cx="274320" cy="274320"/>
          </a:xfrm>
          <a:prstGeom prst="rect">
            <a:avLst/>
          </a:prstGeom>
        </p:spPr>
      </p:pic>
      <p:sp>
        <p:nvSpPr>
          <p:cNvPr id="28" name="Shape 20"/>
          <p:cNvSpPr/>
          <p:nvPr/>
        </p:nvSpPr>
        <p:spPr>
          <a:xfrm>
            <a:off x="7891272" y="2157984"/>
            <a:ext cx="768096" cy="768096"/>
          </a:xfrm>
          <a:prstGeom prst="ellipse">
            <a:avLst/>
          </a:prstGeom>
          <a:solidFill>
            <a:srgbClr val="E6EBF2"/>
          </a:solidFill>
          <a:ln w="12700">
            <a:solidFill>
              <a:srgbClr val="FFFFFF">
                <a:alpha val="0"/>
              </a:srgbClr>
            </a:solidFill>
            <a:prstDash val="solid"/>
          </a:ln>
        </p:spPr>
      </p:sp>
      <p:pic>
        <p:nvPicPr>
          <p:cNvPr id="29" name="Image 5" descr="man technologist">    </p:cNvPr>
          <p:cNvPicPr>
            <a:picLocks noChangeAspect="1"/>
          </p:cNvPicPr>
          <p:nvPr/>
        </p:nvPicPr>
        <p:blipFill>
          <a:blip r:embed="rId6"/>
          <a:stretch>
            <a:fillRect/>
          </a:stretch>
        </p:blipFill>
        <p:spPr>
          <a:xfrm>
            <a:off x="7973568" y="2240280"/>
            <a:ext cx="603504" cy="603504"/>
          </a:xfrm>
          <a:prstGeom prst="rect">
            <a:avLst/>
          </a:prstGeom>
        </p:spPr>
      </p:pic>
      <p:pic>
        <p:nvPicPr>
          <p:cNvPr id="30" name="Image 6" descr="round pushpin">    </p:cNvPr>
          <p:cNvPicPr>
            <a:picLocks noChangeAspect="1"/>
          </p:cNvPicPr>
          <p:nvPr/>
        </p:nvPicPr>
        <p:blipFill>
          <a:blip r:embed="rId7"/>
          <a:stretch>
            <a:fillRect/>
          </a:stretch>
        </p:blipFill>
        <p:spPr>
          <a:xfrm>
            <a:off x="8421624" y="2103120"/>
            <a:ext cx="274320" cy="274320"/>
          </a:xfrm>
          <a:prstGeom prst="rect">
            <a:avLst/>
          </a:prstGeom>
        </p:spPr>
      </p:pic>
      <p:pic>
        <p:nvPicPr>
          <p:cNvPr id="31" name="Image 7" descr="woman office worker">    </p:cNvPr>
          <p:cNvPicPr>
            <a:picLocks noChangeAspect="1"/>
          </p:cNvPicPr>
          <p:nvPr/>
        </p:nvPicPr>
        <p:blipFill>
          <a:blip r:embed="rId8">
            <a:alphaModFix amt="28000"/>
          </a:blip>
          <a:stretch>
            <a:fillRect/>
          </a:stretch>
        </p:blipFill>
        <p:spPr>
          <a:xfrm>
            <a:off x="9116568" y="2240280"/>
            <a:ext cx="603504" cy="603504"/>
          </a:xfrm>
          <a:prstGeom prst="rect">
            <a:avLst/>
          </a:prstGeom>
        </p:spPr>
      </p:pic>
      <p:pic>
        <p:nvPicPr>
          <p:cNvPr id="32" name="Image 8" descr="man office worker">    </p:cNvPr>
          <p:cNvPicPr>
            <a:picLocks noChangeAspect="1"/>
          </p:cNvPicPr>
          <p:nvPr/>
        </p:nvPicPr>
        <p:blipFill>
          <a:blip r:embed="rId9">
            <a:alphaModFix amt="28000"/>
          </a:blip>
          <a:stretch>
            <a:fillRect/>
          </a:stretch>
        </p:blipFill>
        <p:spPr>
          <a:xfrm>
            <a:off x="10259568" y="2240280"/>
            <a:ext cx="603504" cy="603504"/>
          </a:xfrm>
          <a:prstGeom prst="rect">
            <a:avLst/>
          </a:prstGeom>
        </p:spPr>
      </p:pic>
      <p:sp>
        <p:nvSpPr>
          <p:cNvPr id="33" name="Shape 21"/>
          <p:cNvSpPr/>
          <p:nvPr/>
        </p:nvSpPr>
        <p:spPr>
          <a:xfrm>
            <a:off x="548640" y="3474720"/>
            <a:ext cx="11091672" cy="1828800"/>
          </a:xfrm>
          <a:prstGeom prst="roundRect">
            <a:avLst>
              <a:gd name="adj" fmla="val 6000"/>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4" name="Shape 22"/>
          <p:cNvSpPr/>
          <p:nvPr/>
        </p:nvSpPr>
        <p:spPr>
          <a:xfrm>
            <a:off x="731520" y="3657600"/>
            <a:ext cx="1480414" cy="347472"/>
          </a:xfrm>
          <a:prstGeom prst="roundRect">
            <a:avLst>
              <a:gd name="adj" fmla="val 31579"/>
            </a:avLst>
          </a:prstGeom>
          <a:solidFill>
            <a:srgbClr val="17375E"/>
          </a:solidFill>
          <a:ln w="12700">
            <a:solidFill>
              <a:srgbClr val="FFFFFF">
                <a:alpha val="0"/>
              </a:srgbClr>
            </a:solidFill>
            <a:prstDash val="solid"/>
          </a:ln>
        </p:spPr>
      </p:sp>
      <p:sp>
        <p:nvSpPr>
          <p:cNvPr id="35" name="Text 23"/>
          <p:cNvSpPr txBox="1"/>
          <p:nvPr/>
        </p:nvSpPr>
        <p:spPr>
          <a:xfrm>
            <a:off x="731520" y="3657600"/>
            <a:ext cx="1480414" cy="347472"/>
          </a:xfrm>
          <a:prstGeom prst="rect">
            <a:avLst/>
          </a:prstGeom>
          <a:noFill/>
          <a:ln/>
        </p:spPr>
        <p:txBody>
          <a:bodyPr wrap="square" lIns="0" tIns="0" rIns="0" bIns="0" rtlCol="0" anchor="ctr"/>
          <a:lstStyle/>
          <a:p>
            <a:pPr algn="ctr" indent="0" marL="0">
              <a:buNone/>
            </a:pPr>
            <a:r>
              <a:rPr lang="en-US" sz="1200" b="1" dirty="0">
                <a:solidFill>
                  <a:srgbClr val="FFFFFF"/>
                </a:solidFill>
              </a:rPr>
              <a:t>ENTRE VIRGULES</a:t>
            </a:r>
            <a:endParaRPr lang="en-US" sz="1200" dirty="0"/>
          </a:p>
        </p:txBody>
      </p:sp>
      <p:sp>
        <p:nvSpPr>
          <p:cNvPr id="36" name="Text 24"/>
          <p:cNvSpPr txBox="1"/>
          <p:nvPr/>
        </p:nvSpPr>
        <p:spPr>
          <a:xfrm>
            <a:off x="731520" y="4133088"/>
            <a:ext cx="3200400" cy="457200"/>
          </a:xfrm>
          <a:prstGeom prst="rect">
            <a:avLst/>
          </a:prstGeom>
          <a:noFill/>
          <a:ln/>
        </p:spPr>
        <p:txBody>
          <a:bodyPr wrap="square" lIns="0" tIns="0" rIns="0" bIns="0" rtlCol="0" anchor="t"/>
          <a:lstStyle/>
          <a:p>
            <a:pPr algn="l" indent="0" marL="0">
              <a:buNone/>
            </a:pPr>
            <a:r>
              <a:rPr lang="en-US" sz="1600" dirty="0">
                <a:solidFill>
                  <a:srgbClr val="1B2333"/>
                </a:solidFill>
              </a:rPr>
              <a:t>la </a:t>
            </a:r>
            <a:r>
              <a:rPr lang="en-US" sz="1600" b="1" dirty="0">
                <a:solidFill>
                  <a:srgbClr val="1B2333"/>
                </a:solidFill>
              </a:rPr>
              <a:t>parenthèse</a:t>
            </a:r>
            <a:r>
              <a:rPr lang="en-US" sz="1600" dirty="0">
                <a:solidFill>
                  <a:srgbClr val="1B2333"/>
                </a:solidFill>
              </a:rPr>
              <a:t> : une information </a:t>
            </a:r>
            <a:r>
              <a:rPr lang="en-US" sz="1600" b="1" dirty="0">
                <a:solidFill>
                  <a:srgbClr val="1B2333"/>
                </a:solidFill>
              </a:rPr>
              <a:t>en plus</a:t>
            </a:r>
            <a:endParaRPr lang="en-US" sz="1600" dirty="0"/>
          </a:p>
        </p:txBody>
      </p:sp>
      <p:sp>
        <p:nvSpPr>
          <p:cNvPr id="37" name="Text 25"/>
          <p:cNvSpPr txBox="1"/>
          <p:nvPr/>
        </p:nvSpPr>
        <p:spPr>
          <a:xfrm>
            <a:off x="731520" y="4663440"/>
            <a:ext cx="3200400" cy="457200"/>
          </a:xfrm>
          <a:prstGeom prst="rect">
            <a:avLst/>
          </a:prstGeom>
          <a:noFill/>
          <a:ln/>
        </p:spPr>
        <p:txBody>
          <a:bodyPr wrap="square" lIns="0" tIns="0" rIns="0" bIns="0" rtlCol="0" anchor="ctr"/>
          <a:lstStyle/>
          <a:p>
            <a:pPr algn="l" indent="0" marL="0">
              <a:buNone/>
            </a:pPr>
            <a:r>
              <a:rPr lang="en-US" sz="1500" b="1" dirty="0">
                <a:solidFill>
                  <a:srgbClr val="17375E"/>
                </a:solidFill>
              </a:rPr>
              <a:t>→ </a:t>
            </a:r>
            <a:r>
              <a:rPr lang="en-US" sz="1500" b="1" i="1" dirty="0">
                <a:solidFill>
                  <a:srgbClr val="17375E"/>
                </a:solidFill>
              </a:rPr>
              <a:t>tous (et tous habitent Gand)</a:t>
            </a:r>
            <a:endParaRPr lang="en-US" sz="1500" dirty="0"/>
          </a:p>
        </p:txBody>
      </p:sp>
      <p:sp>
        <p:nvSpPr>
          <p:cNvPr id="38" name="Text 26"/>
          <p:cNvSpPr txBox="1"/>
          <p:nvPr/>
        </p:nvSpPr>
        <p:spPr>
          <a:xfrm>
            <a:off x="4023360" y="3584448"/>
            <a:ext cx="7498080" cy="457200"/>
          </a:xfrm>
          <a:prstGeom prst="rect">
            <a:avLst/>
          </a:prstGeom>
          <a:noFill/>
          <a:ln/>
        </p:spPr>
        <p:txBody>
          <a:bodyPr wrap="square" lIns="0" tIns="0" rIns="0" bIns="0" rtlCol="0" anchor="ctr"/>
          <a:lstStyle/>
          <a:p>
            <a:pPr algn="ctr" indent="0" marL="0">
              <a:buNone/>
            </a:pPr>
            <a:r>
              <a:rPr lang="en-US" sz="1900" i="1" dirty="0">
                <a:solidFill>
                  <a:srgbClr val="1B2333"/>
                </a:solidFill>
              </a:rPr>
              <a:t>Mijn collega’s</a:t>
            </a:r>
            <a:r>
              <a:rPr lang="en-US" sz="1900" b="1" i="1" dirty="0">
                <a:solidFill>
                  <a:srgbClr val="17375E"/>
                </a:solidFill>
              </a:rPr>
              <a:t>,</a:t>
            </a:r>
            <a:r>
              <a:rPr lang="en-US" sz="1900" i="1" dirty="0">
                <a:solidFill>
                  <a:srgbClr val="1B2333"/>
                </a:solidFill>
              </a:rPr>
              <a:t> </a:t>
            </a:r>
            <a:r>
              <a:rPr lang="en-US" sz="1900" b="1" i="1" dirty="0">
                <a:solidFill>
                  <a:srgbClr val="17375E"/>
                </a:solidFill>
              </a:rPr>
              <a:t>die</a:t>
            </a:r>
            <a:r>
              <a:rPr lang="en-US" sz="1900" i="1" dirty="0">
                <a:solidFill>
                  <a:srgbClr val="1B2333"/>
                </a:solidFill>
              </a:rPr>
              <a:t> in Gent wonen</a:t>
            </a:r>
            <a:r>
              <a:rPr lang="en-US" sz="1900" b="1" i="1" dirty="0">
                <a:solidFill>
                  <a:srgbClr val="17375E"/>
                </a:solidFill>
              </a:rPr>
              <a:t>,</a:t>
            </a:r>
            <a:r>
              <a:rPr lang="en-US" sz="1900" i="1" dirty="0">
                <a:solidFill>
                  <a:srgbClr val="1B2333"/>
                </a:solidFill>
              </a:rPr>
              <a:t> komen met de trein.</a:t>
            </a:r>
            <a:endParaRPr lang="en-US" sz="1900" dirty="0"/>
          </a:p>
        </p:txBody>
      </p:sp>
      <p:sp>
        <p:nvSpPr>
          <p:cNvPr id="39" name="Shape 27"/>
          <p:cNvSpPr/>
          <p:nvPr/>
        </p:nvSpPr>
        <p:spPr>
          <a:xfrm>
            <a:off x="4462272" y="4151376"/>
            <a:ext cx="768096" cy="768096"/>
          </a:xfrm>
          <a:prstGeom prst="ellipse">
            <a:avLst/>
          </a:prstGeom>
          <a:solidFill>
            <a:srgbClr val="E6EBF2"/>
          </a:solidFill>
          <a:ln w="12700">
            <a:solidFill>
              <a:srgbClr val="FFFFFF">
                <a:alpha val="0"/>
              </a:srgbClr>
            </a:solidFill>
            <a:prstDash val="solid"/>
          </a:ln>
        </p:spPr>
      </p:sp>
      <p:pic>
        <p:nvPicPr>
          <p:cNvPr id="40" name="Image 9" descr="woman office worker">    </p:cNvPr>
          <p:cNvPicPr>
            <a:picLocks noChangeAspect="1"/>
          </p:cNvPicPr>
          <p:nvPr/>
        </p:nvPicPr>
        <p:blipFill>
          <a:blip r:embed="rId10"/>
          <a:stretch>
            <a:fillRect/>
          </a:stretch>
        </p:blipFill>
        <p:spPr>
          <a:xfrm>
            <a:off x="4544568" y="4233672"/>
            <a:ext cx="603504" cy="603504"/>
          </a:xfrm>
          <a:prstGeom prst="rect">
            <a:avLst/>
          </a:prstGeom>
        </p:spPr>
      </p:pic>
      <p:sp>
        <p:nvSpPr>
          <p:cNvPr id="41" name="Shape 28"/>
          <p:cNvSpPr/>
          <p:nvPr/>
        </p:nvSpPr>
        <p:spPr>
          <a:xfrm>
            <a:off x="5605272" y="4151376"/>
            <a:ext cx="768096" cy="768096"/>
          </a:xfrm>
          <a:prstGeom prst="ellipse">
            <a:avLst/>
          </a:prstGeom>
          <a:solidFill>
            <a:srgbClr val="E6EBF2"/>
          </a:solidFill>
          <a:ln w="12700">
            <a:solidFill>
              <a:srgbClr val="FFFFFF">
                <a:alpha val="0"/>
              </a:srgbClr>
            </a:solidFill>
            <a:prstDash val="solid"/>
          </a:ln>
        </p:spPr>
      </p:sp>
      <p:pic>
        <p:nvPicPr>
          <p:cNvPr id="42" name="Image 10" descr="man office worker">    </p:cNvPr>
          <p:cNvPicPr>
            <a:picLocks noChangeAspect="1"/>
          </p:cNvPicPr>
          <p:nvPr/>
        </p:nvPicPr>
        <p:blipFill>
          <a:blip r:embed="rId11"/>
          <a:stretch>
            <a:fillRect/>
          </a:stretch>
        </p:blipFill>
        <p:spPr>
          <a:xfrm>
            <a:off x="5687568" y="4233672"/>
            <a:ext cx="603504" cy="603504"/>
          </a:xfrm>
          <a:prstGeom prst="rect">
            <a:avLst/>
          </a:prstGeom>
        </p:spPr>
      </p:pic>
      <p:sp>
        <p:nvSpPr>
          <p:cNvPr id="43" name="Shape 29"/>
          <p:cNvSpPr/>
          <p:nvPr/>
        </p:nvSpPr>
        <p:spPr>
          <a:xfrm>
            <a:off x="6748272" y="4151376"/>
            <a:ext cx="768096" cy="768096"/>
          </a:xfrm>
          <a:prstGeom prst="ellipse">
            <a:avLst/>
          </a:prstGeom>
          <a:solidFill>
            <a:srgbClr val="E6EBF2"/>
          </a:solidFill>
          <a:ln w="12700">
            <a:solidFill>
              <a:srgbClr val="FFFFFF">
                <a:alpha val="0"/>
              </a:srgbClr>
            </a:solidFill>
            <a:prstDash val="solid"/>
          </a:ln>
        </p:spPr>
      </p:sp>
      <p:pic>
        <p:nvPicPr>
          <p:cNvPr id="44" name="Image 11" descr="woman technologist">    </p:cNvPr>
          <p:cNvPicPr>
            <a:picLocks noChangeAspect="1"/>
          </p:cNvPicPr>
          <p:nvPr/>
        </p:nvPicPr>
        <p:blipFill>
          <a:blip r:embed="rId12"/>
          <a:stretch>
            <a:fillRect/>
          </a:stretch>
        </p:blipFill>
        <p:spPr>
          <a:xfrm>
            <a:off x="6830568" y="4233672"/>
            <a:ext cx="603504" cy="603504"/>
          </a:xfrm>
          <a:prstGeom prst="rect">
            <a:avLst/>
          </a:prstGeom>
        </p:spPr>
      </p:pic>
      <p:sp>
        <p:nvSpPr>
          <p:cNvPr id="45" name="Shape 30"/>
          <p:cNvSpPr/>
          <p:nvPr/>
        </p:nvSpPr>
        <p:spPr>
          <a:xfrm>
            <a:off x="7891272" y="4151376"/>
            <a:ext cx="768096" cy="768096"/>
          </a:xfrm>
          <a:prstGeom prst="ellipse">
            <a:avLst/>
          </a:prstGeom>
          <a:solidFill>
            <a:srgbClr val="E6EBF2"/>
          </a:solidFill>
          <a:ln w="12700">
            <a:solidFill>
              <a:srgbClr val="FFFFFF">
                <a:alpha val="0"/>
              </a:srgbClr>
            </a:solidFill>
            <a:prstDash val="solid"/>
          </a:ln>
        </p:spPr>
      </p:sp>
      <p:pic>
        <p:nvPicPr>
          <p:cNvPr id="46" name="Image 12" descr="man technologist">    </p:cNvPr>
          <p:cNvPicPr>
            <a:picLocks noChangeAspect="1"/>
          </p:cNvPicPr>
          <p:nvPr/>
        </p:nvPicPr>
        <p:blipFill>
          <a:blip r:embed="rId13"/>
          <a:stretch>
            <a:fillRect/>
          </a:stretch>
        </p:blipFill>
        <p:spPr>
          <a:xfrm>
            <a:off x="7973568" y="4233672"/>
            <a:ext cx="603504" cy="603504"/>
          </a:xfrm>
          <a:prstGeom prst="rect">
            <a:avLst/>
          </a:prstGeom>
        </p:spPr>
      </p:pic>
      <p:sp>
        <p:nvSpPr>
          <p:cNvPr id="47" name="Shape 31"/>
          <p:cNvSpPr/>
          <p:nvPr/>
        </p:nvSpPr>
        <p:spPr>
          <a:xfrm>
            <a:off x="9034272" y="4151376"/>
            <a:ext cx="768096" cy="768096"/>
          </a:xfrm>
          <a:prstGeom prst="ellipse">
            <a:avLst/>
          </a:prstGeom>
          <a:solidFill>
            <a:srgbClr val="E6EBF2"/>
          </a:solidFill>
          <a:ln w="12700">
            <a:solidFill>
              <a:srgbClr val="FFFFFF">
                <a:alpha val="0"/>
              </a:srgbClr>
            </a:solidFill>
            <a:prstDash val="solid"/>
          </a:ln>
        </p:spPr>
      </p:sp>
      <p:pic>
        <p:nvPicPr>
          <p:cNvPr id="48" name="Image 13" descr="woman office worker">    </p:cNvPr>
          <p:cNvPicPr>
            <a:picLocks noChangeAspect="1"/>
          </p:cNvPicPr>
          <p:nvPr/>
        </p:nvPicPr>
        <p:blipFill>
          <a:blip r:embed="rId14"/>
          <a:stretch>
            <a:fillRect/>
          </a:stretch>
        </p:blipFill>
        <p:spPr>
          <a:xfrm>
            <a:off x="9116568" y="4233672"/>
            <a:ext cx="603504" cy="603504"/>
          </a:xfrm>
          <a:prstGeom prst="rect">
            <a:avLst/>
          </a:prstGeom>
        </p:spPr>
      </p:pic>
      <p:sp>
        <p:nvSpPr>
          <p:cNvPr id="49" name="Shape 32"/>
          <p:cNvSpPr/>
          <p:nvPr/>
        </p:nvSpPr>
        <p:spPr>
          <a:xfrm>
            <a:off x="10177272" y="4151376"/>
            <a:ext cx="768096" cy="768096"/>
          </a:xfrm>
          <a:prstGeom prst="ellipse">
            <a:avLst/>
          </a:prstGeom>
          <a:solidFill>
            <a:srgbClr val="E6EBF2"/>
          </a:solidFill>
          <a:ln w="12700">
            <a:solidFill>
              <a:srgbClr val="FFFFFF">
                <a:alpha val="0"/>
              </a:srgbClr>
            </a:solidFill>
            <a:prstDash val="solid"/>
          </a:ln>
        </p:spPr>
      </p:sp>
      <p:pic>
        <p:nvPicPr>
          <p:cNvPr id="50" name="Image 14" descr="man office worker">    </p:cNvPr>
          <p:cNvPicPr>
            <a:picLocks noChangeAspect="1"/>
          </p:cNvPicPr>
          <p:nvPr/>
        </p:nvPicPr>
        <p:blipFill>
          <a:blip r:embed="rId15"/>
          <a:stretch>
            <a:fillRect/>
          </a:stretch>
        </p:blipFill>
        <p:spPr>
          <a:xfrm>
            <a:off x="10259568" y="4233672"/>
            <a:ext cx="603504" cy="603504"/>
          </a:xfrm>
          <a:prstGeom prst="rect">
            <a:avLst/>
          </a:prstGeom>
        </p:spPr>
      </p:pic>
      <p:pic>
        <p:nvPicPr>
          <p:cNvPr id="51" name="Image 15" descr="round pushpin">    </p:cNvPr>
          <p:cNvPicPr>
            <a:picLocks noChangeAspect="1"/>
          </p:cNvPicPr>
          <p:nvPr/>
        </p:nvPicPr>
        <p:blipFill>
          <a:blip r:embed="rId16"/>
          <a:stretch>
            <a:fillRect/>
          </a:stretch>
        </p:blipFill>
        <p:spPr>
          <a:xfrm>
            <a:off x="9692640" y="2907792"/>
            <a:ext cx="219456" cy="219456"/>
          </a:xfrm>
          <a:prstGeom prst="rect">
            <a:avLst/>
          </a:prstGeom>
        </p:spPr>
      </p:pic>
      <p:sp>
        <p:nvSpPr>
          <p:cNvPr id="52" name="Text 33"/>
          <p:cNvSpPr txBox="1"/>
          <p:nvPr/>
        </p:nvSpPr>
        <p:spPr>
          <a:xfrm>
            <a:off x="9948672" y="2880360"/>
            <a:ext cx="1554480" cy="274320"/>
          </a:xfrm>
          <a:prstGeom prst="rect">
            <a:avLst/>
          </a:prstGeom>
          <a:noFill/>
          <a:ln/>
        </p:spPr>
        <p:txBody>
          <a:bodyPr wrap="square" lIns="0" tIns="0" rIns="0" bIns="0" rtlCol="0" anchor="ctr"/>
          <a:lstStyle/>
          <a:p>
            <a:pPr algn="l" indent="0" marL="0">
              <a:buNone/>
            </a:pPr>
            <a:r>
              <a:rPr lang="en-US" sz="1100" i="1" dirty="0">
                <a:solidFill>
                  <a:srgbClr val="6B7686"/>
                </a:solidFill>
              </a:rPr>
              <a:t>= habite Gand</a:t>
            </a:r>
            <a:endParaRPr lang="en-US" sz="1100" dirty="0"/>
          </a:p>
        </p:txBody>
      </p:sp>
      <p:sp>
        <p:nvSpPr>
          <p:cNvPr id="53" name="Shape 34"/>
          <p:cNvSpPr/>
          <p:nvPr/>
        </p:nvSpPr>
        <p:spPr>
          <a:xfrm>
            <a:off x="548640" y="5669280"/>
            <a:ext cx="11091672" cy="566928"/>
          </a:xfrm>
          <a:prstGeom prst="roundRect">
            <a:avLst>
              <a:gd name="adj" fmla="val 12903"/>
            </a:avLst>
          </a:prstGeom>
          <a:solidFill>
            <a:srgbClr val="17375E"/>
          </a:solidFill>
          <a:ln w="12700">
            <a:solidFill>
              <a:srgbClr val="FFFFFF">
                <a:alpha val="0"/>
              </a:srgbClr>
            </a:solidFill>
            <a:prstDash val="solid"/>
          </a:ln>
        </p:spPr>
      </p:sp>
      <p:sp>
        <p:nvSpPr>
          <p:cNvPr id="54" name="Text 35"/>
          <p:cNvSpPr txBox="1"/>
          <p:nvPr/>
        </p:nvSpPr>
        <p:spPr>
          <a:xfrm>
            <a:off x="822960" y="5669280"/>
            <a:ext cx="10607040" cy="566928"/>
          </a:xfrm>
          <a:prstGeom prst="rect">
            <a:avLst/>
          </a:prstGeom>
          <a:noFill/>
          <a:ln/>
        </p:spPr>
        <p:txBody>
          <a:bodyPr wrap="square" lIns="0" tIns="0" rIns="0" bIns="0" rtlCol="0" anchor="ctr"/>
          <a:lstStyle/>
          <a:p>
            <a:pPr algn="l" indent="0" marL="0">
              <a:buNone/>
            </a:pPr>
            <a:r>
              <a:rPr lang="en-US" sz="1600" dirty="0">
                <a:solidFill>
                  <a:srgbClr val="FFFFFF"/>
                </a:solidFill>
              </a:rPr>
              <a:t>✓ pas de virgule avant le relatif = on </a:t>
            </a:r>
            <a:r>
              <a:rPr lang="en-US" sz="1600" b="1" dirty="0">
                <a:solidFill>
                  <a:srgbClr val="FFFFFF"/>
                </a:solidFill>
              </a:rPr>
              <a:t>choisit</a:t>
            </a:r>
            <a:r>
              <a:rPr lang="en-US" sz="1600" dirty="0">
                <a:solidFill>
                  <a:srgbClr val="FFFFFF"/>
                </a:solidFill>
              </a:rPr>
              <a:t> · entre virgules = une information </a:t>
            </a:r>
            <a:r>
              <a:rPr lang="en-US" sz="1600" b="1" dirty="0">
                <a:solidFill>
                  <a:srgbClr val="FFFFFF"/>
                </a:solidFill>
              </a:rPr>
              <a:t>en plus</a:t>
            </a:r>
            <a:r>
              <a:rPr lang="en-US" sz="1600" dirty="0">
                <a:solidFill>
                  <a:srgbClr val="FFFFFF"/>
                </a:solidFill>
              </a:rPr>
              <a:t> · un nom propre : toujours entre virgules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wat : quand il n’y a pas de nom</a:t>
            </a:r>
            <a:endParaRPr lang="en-US" sz="3000" dirty="0"/>
          </a:p>
        </p:txBody>
      </p:sp>
      <p:sp>
        <p:nvSpPr>
          <p:cNvPr id="3" name="tag"/>
          <p:cNvSpPr/>
          <p:nvPr/>
        </p:nvSpPr>
        <p:spPr>
          <a:xfrm>
            <a:off x="548640" y="237744"/>
            <a:ext cx="689458"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WAT</a:t>
            </a:r>
            <a:endParaRPr lang="en-US" sz="1200" dirty="0"/>
          </a:p>
        </p:txBody>
      </p:sp>
      <p:sp>
        <p:nvSpPr>
          <p:cNvPr id="5" name="Shape 2"/>
          <p:cNvSpPr/>
          <p:nvPr/>
        </p:nvSpPr>
        <p:spPr>
          <a:xfrm>
            <a:off x="9043416"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2E7D4F"/>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Shape 12"/>
          <p:cNvSpPr/>
          <p:nvPr/>
        </p:nvSpPr>
        <p:spPr>
          <a:xfrm>
            <a:off x="1660785" y="1481328"/>
            <a:ext cx="791667" cy="438912"/>
          </a:xfrm>
          <a:prstGeom prst="roundRect">
            <a:avLst>
              <a:gd name="adj" fmla="val 2500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1660785" y="1481328"/>
            <a:ext cx="791667" cy="438912"/>
          </a:xfrm>
          <a:prstGeom prst="rect">
            <a:avLst/>
          </a:prstGeom>
          <a:noFill/>
          <a:ln/>
        </p:spPr>
        <p:txBody>
          <a:bodyPr wrap="square" lIns="0" tIns="0" rIns="0" bIns="0" rtlCol="0" anchor="ctr"/>
          <a:lstStyle/>
          <a:p>
            <a:pPr algn="ctr" indent="0" marL="0">
              <a:buNone/>
            </a:pPr>
            <a:r>
              <a:rPr lang="en-US" sz="1700" b="1" i="1" dirty="0">
                <a:solidFill>
                  <a:srgbClr val="1B2333"/>
                </a:solidFill>
              </a:rPr>
              <a:t>alles</a:t>
            </a:r>
            <a:endParaRPr lang="en-US" sz="1700" dirty="0"/>
          </a:p>
        </p:txBody>
      </p:sp>
      <p:sp>
        <p:nvSpPr>
          <p:cNvPr id="17" name="Shape 14"/>
          <p:cNvSpPr/>
          <p:nvPr/>
        </p:nvSpPr>
        <p:spPr>
          <a:xfrm>
            <a:off x="2056619" y="1956816"/>
            <a:ext cx="3606148" cy="661476"/>
          </a:xfrm>
          <a:prstGeom prst="line">
            <a:avLst/>
          </a:prstGeom>
          <a:noFill/>
          <a:ln w="22225">
            <a:solidFill>
              <a:srgbClr val="2E7D4F"/>
            </a:solidFill>
            <a:prstDash val="solid"/>
            <a:tailEnd type="triangle"/>
          </a:ln>
        </p:spPr>
      </p:sp>
      <p:sp>
        <p:nvSpPr>
          <p:cNvPr id="18" name="Shape 15"/>
          <p:cNvSpPr/>
          <p:nvPr/>
        </p:nvSpPr>
        <p:spPr>
          <a:xfrm>
            <a:off x="2571325" y="1481328"/>
            <a:ext cx="706819" cy="438912"/>
          </a:xfrm>
          <a:prstGeom prst="roundRect">
            <a:avLst>
              <a:gd name="adj" fmla="val 2500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9" name="Text 16"/>
          <p:cNvSpPr txBox="1"/>
          <p:nvPr/>
        </p:nvSpPr>
        <p:spPr>
          <a:xfrm>
            <a:off x="2571325" y="1481328"/>
            <a:ext cx="706819" cy="438912"/>
          </a:xfrm>
          <a:prstGeom prst="rect">
            <a:avLst/>
          </a:prstGeom>
          <a:noFill/>
          <a:ln/>
        </p:spPr>
        <p:txBody>
          <a:bodyPr wrap="square" lIns="0" tIns="0" rIns="0" bIns="0" rtlCol="0" anchor="ctr"/>
          <a:lstStyle/>
          <a:p>
            <a:pPr algn="ctr" indent="0" marL="0">
              <a:buNone/>
            </a:pPr>
            <a:r>
              <a:rPr lang="en-US" sz="1700" b="1" i="1" dirty="0">
                <a:solidFill>
                  <a:srgbClr val="1B2333"/>
                </a:solidFill>
              </a:rPr>
              <a:t>iets</a:t>
            </a:r>
            <a:endParaRPr lang="en-US" sz="1700" dirty="0"/>
          </a:p>
        </p:txBody>
      </p:sp>
      <p:sp>
        <p:nvSpPr>
          <p:cNvPr id="20" name="Shape 17"/>
          <p:cNvSpPr/>
          <p:nvPr/>
        </p:nvSpPr>
        <p:spPr>
          <a:xfrm>
            <a:off x="2924734" y="1956816"/>
            <a:ext cx="2742343" cy="640795"/>
          </a:xfrm>
          <a:prstGeom prst="line">
            <a:avLst/>
          </a:prstGeom>
          <a:noFill/>
          <a:ln w="22225">
            <a:solidFill>
              <a:srgbClr val="2E7D4F"/>
            </a:solidFill>
            <a:prstDash val="solid"/>
            <a:tailEnd type="triangle"/>
          </a:ln>
        </p:spPr>
      </p:sp>
      <p:sp>
        <p:nvSpPr>
          <p:cNvPr id="21" name="Shape 18"/>
          <p:cNvSpPr/>
          <p:nvPr/>
        </p:nvSpPr>
        <p:spPr>
          <a:xfrm>
            <a:off x="3397015" y="1481328"/>
            <a:ext cx="822757" cy="438912"/>
          </a:xfrm>
          <a:prstGeom prst="roundRect">
            <a:avLst>
              <a:gd name="adj" fmla="val 2500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3397015" y="1481328"/>
            <a:ext cx="822757" cy="438912"/>
          </a:xfrm>
          <a:prstGeom prst="rect">
            <a:avLst/>
          </a:prstGeom>
          <a:noFill/>
          <a:ln/>
        </p:spPr>
        <p:txBody>
          <a:bodyPr wrap="square" lIns="0" tIns="0" rIns="0" bIns="0" rtlCol="0" anchor="ctr"/>
          <a:lstStyle/>
          <a:p>
            <a:pPr algn="ctr" indent="0" marL="0">
              <a:buNone/>
            </a:pPr>
            <a:r>
              <a:rPr lang="en-US" sz="1700" b="1" i="1" dirty="0">
                <a:solidFill>
                  <a:srgbClr val="1B2333"/>
                </a:solidFill>
              </a:rPr>
              <a:t>niets</a:t>
            </a:r>
            <a:endParaRPr lang="en-US" sz="1700" dirty="0"/>
          </a:p>
        </p:txBody>
      </p:sp>
      <p:sp>
        <p:nvSpPr>
          <p:cNvPr id="23" name="Shape 20"/>
          <p:cNvSpPr/>
          <p:nvPr/>
        </p:nvSpPr>
        <p:spPr>
          <a:xfrm>
            <a:off x="3808393" y="1956816"/>
            <a:ext cx="1868538" cy="605385"/>
          </a:xfrm>
          <a:prstGeom prst="line">
            <a:avLst/>
          </a:prstGeom>
          <a:noFill/>
          <a:ln w="22225">
            <a:solidFill>
              <a:srgbClr val="2E7D4F"/>
            </a:solidFill>
            <a:prstDash val="solid"/>
            <a:tailEnd type="triangle"/>
          </a:ln>
        </p:spPr>
      </p:sp>
      <p:sp>
        <p:nvSpPr>
          <p:cNvPr id="24" name="Shape 21"/>
          <p:cNvSpPr/>
          <p:nvPr/>
        </p:nvSpPr>
        <p:spPr>
          <a:xfrm>
            <a:off x="4338644" y="1481328"/>
            <a:ext cx="756476" cy="438912"/>
          </a:xfrm>
          <a:prstGeom prst="roundRect">
            <a:avLst>
              <a:gd name="adj" fmla="val 2500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5" name="Text 22"/>
          <p:cNvSpPr txBox="1"/>
          <p:nvPr/>
        </p:nvSpPr>
        <p:spPr>
          <a:xfrm>
            <a:off x="4338644" y="1481328"/>
            <a:ext cx="756476" cy="438912"/>
          </a:xfrm>
          <a:prstGeom prst="rect">
            <a:avLst/>
          </a:prstGeom>
          <a:noFill/>
          <a:ln/>
        </p:spPr>
        <p:txBody>
          <a:bodyPr wrap="square" lIns="0" tIns="0" rIns="0" bIns="0" rtlCol="0" anchor="ctr"/>
          <a:lstStyle/>
          <a:p>
            <a:pPr algn="ctr" indent="0" marL="0">
              <a:buNone/>
            </a:pPr>
            <a:r>
              <a:rPr lang="en-US" sz="1700" b="1" i="1" dirty="0">
                <a:solidFill>
                  <a:srgbClr val="1B2333"/>
                </a:solidFill>
              </a:rPr>
              <a:t>veel</a:t>
            </a:r>
            <a:endParaRPr lang="en-US" sz="1700" dirty="0"/>
          </a:p>
        </p:txBody>
      </p:sp>
      <p:sp>
        <p:nvSpPr>
          <p:cNvPr id="26" name="Shape 23"/>
          <p:cNvSpPr/>
          <p:nvPr/>
        </p:nvSpPr>
        <p:spPr>
          <a:xfrm>
            <a:off x="4716882" y="1956816"/>
            <a:ext cx="991014" cy="532819"/>
          </a:xfrm>
          <a:prstGeom prst="line">
            <a:avLst/>
          </a:prstGeom>
          <a:noFill/>
          <a:ln w="22225">
            <a:solidFill>
              <a:srgbClr val="2E7D4F"/>
            </a:solidFill>
            <a:prstDash val="solid"/>
            <a:tailEnd type="triangle"/>
          </a:ln>
        </p:spPr>
      </p:sp>
      <p:sp>
        <p:nvSpPr>
          <p:cNvPr id="27" name="Shape 24"/>
          <p:cNvSpPr/>
          <p:nvPr/>
        </p:nvSpPr>
        <p:spPr>
          <a:xfrm>
            <a:off x="5213991" y="1481328"/>
            <a:ext cx="977989" cy="438912"/>
          </a:xfrm>
          <a:prstGeom prst="roundRect">
            <a:avLst>
              <a:gd name="adj" fmla="val 2500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28" name="Text 25"/>
          <p:cNvSpPr txBox="1"/>
          <p:nvPr/>
        </p:nvSpPr>
        <p:spPr>
          <a:xfrm>
            <a:off x="5213991" y="1481328"/>
            <a:ext cx="977989" cy="438912"/>
          </a:xfrm>
          <a:prstGeom prst="rect">
            <a:avLst/>
          </a:prstGeom>
          <a:noFill/>
          <a:ln/>
        </p:spPr>
        <p:txBody>
          <a:bodyPr wrap="square" lIns="0" tIns="0" rIns="0" bIns="0" rtlCol="0" anchor="ctr"/>
          <a:lstStyle/>
          <a:p>
            <a:pPr algn="ctr" indent="0" marL="0">
              <a:buNone/>
            </a:pPr>
            <a:r>
              <a:rPr lang="en-US" sz="1700" b="1" i="1" dirty="0">
                <a:solidFill>
                  <a:srgbClr val="1B2333"/>
                </a:solidFill>
              </a:rPr>
              <a:t>weinig</a:t>
            </a:r>
            <a:endParaRPr lang="en-US" sz="1700" dirty="0"/>
          </a:p>
        </p:txBody>
      </p:sp>
      <p:sp>
        <p:nvSpPr>
          <p:cNvPr id="29" name="Shape 26"/>
          <p:cNvSpPr/>
          <p:nvPr/>
        </p:nvSpPr>
        <p:spPr>
          <a:xfrm>
            <a:off x="5702986" y="1956816"/>
            <a:ext cx="186385" cy="352623"/>
          </a:xfrm>
          <a:prstGeom prst="line">
            <a:avLst/>
          </a:prstGeom>
          <a:noFill/>
          <a:ln w="22225">
            <a:solidFill>
              <a:srgbClr val="2E7D4F"/>
            </a:solidFill>
            <a:prstDash val="solid"/>
            <a:tailEnd type="triangle"/>
          </a:ln>
        </p:spPr>
      </p:sp>
      <p:sp>
        <p:nvSpPr>
          <p:cNvPr id="30" name="Shape 27"/>
          <p:cNvSpPr/>
          <p:nvPr/>
        </p:nvSpPr>
        <p:spPr>
          <a:xfrm>
            <a:off x="6310852" y="1481328"/>
            <a:ext cx="1220876" cy="438912"/>
          </a:xfrm>
          <a:prstGeom prst="roundRect">
            <a:avLst>
              <a:gd name="adj" fmla="val 2500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31" name="Text 28"/>
          <p:cNvSpPr txBox="1"/>
          <p:nvPr/>
        </p:nvSpPr>
        <p:spPr>
          <a:xfrm>
            <a:off x="6310852" y="1481328"/>
            <a:ext cx="1220876" cy="438912"/>
          </a:xfrm>
          <a:prstGeom prst="rect">
            <a:avLst/>
          </a:prstGeom>
          <a:noFill/>
          <a:ln/>
        </p:spPr>
        <p:txBody>
          <a:bodyPr wrap="square" lIns="0" tIns="0" rIns="0" bIns="0" rtlCol="0" anchor="ctr"/>
          <a:lstStyle/>
          <a:p>
            <a:pPr algn="ctr" indent="0" marL="0">
              <a:buNone/>
            </a:pPr>
            <a:r>
              <a:rPr lang="en-US" sz="1700" b="1" i="1" dirty="0">
                <a:solidFill>
                  <a:srgbClr val="1B2333"/>
                </a:solidFill>
              </a:rPr>
              <a:t>het enige</a:t>
            </a:r>
            <a:endParaRPr lang="en-US" sz="1700" dirty="0"/>
          </a:p>
        </p:txBody>
      </p:sp>
      <p:sp>
        <p:nvSpPr>
          <p:cNvPr id="32" name="Shape 29"/>
          <p:cNvSpPr/>
          <p:nvPr/>
        </p:nvSpPr>
        <p:spPr>
          <a:xfrm flipH="1">
            <a:off x="6421398" y="1956816"/>
            <a:ext cx="499893" cy="447806"/>
          </a:xfrm>
          <a:prstGeom prst="line">
            <a:avLst/>
          </a:prstGeom>
          <a:noFill/>
          <a:ln w="22225">
            <a:solidFill>
              <a:srgbClr val="2E7D4F"/>
            </a:solidFill>
            <a:prstDash val="solid"/>
            <a:tailEnd type="triangle"/>
          </a:ln>
        </p:spPr>
      </p:sp>
      <p:sp>
        <p:nvSpPr>
          <p:cNvPr id="33" name="Shape 30"/>
          <p:cNvSpPr/>
          <p:nvPr/>
        </p:nvSpPr>
        <p:spPr>
          <a:xfrm>
            <a:off x="7650601" y="1481328"/>
            <a:ext cx="1295794" cy="438912"/>
          </a:xfrm>
          <a:prstGeom prst="roundRect">
            <a:avLst>
              <a:gd name="adj" fmla="val 2500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34" name="Text 31"/>
          <p:cNvSpPr txBox="1"/>
          <p:nvPr/>
        </p:nvSpPr>
        <p:spPr>
          <a:xfrm>
            <a:off x="7650601" y="1481328"/>
            <a:ext cx="1295794" cy="438912"/>
          </a:xfrm>
          <a:prstGeom prst="rect">
            <a:avLst/>
          </a:prstGeom>
          <a:noFill/>
          <a:ln/>
        </p:spPr>
        <p:txBody>
          <a:bodyPr wrap="square" lIns="0" tIns="0" rIns="0" bIns="0" rtlCol="0" anchor="ctr"/>
          <a:lstStyle/>
          <a:p>
            <a:pPr algn="ctr" indent="0" marL="0">
              <a:buNone/>
            </a:pPr>
            <a:r>
              <a:rPr lang="en-US" sz="1700" b="1" i="1" dirty="0">
                <a:solidFill>
                  <a:srgbClr val="1B2333"/>
                </a:solidFill>
              </a:rPr>
              <a:t>het eerste</a:t>
            </a:r>
            <a:endParaRPr lang="en-US" sz="1700" dirty="0"/>
          </a:p>
        </p:txBody>
      </p:sp>
      <p:sp>
        <p:nvSpPr>
          <p:cNvPr id="35" name="Shape 32"/>
          <p:cNvSpPr/>
          <p:nvPr/>
        </p:nvSpPr>
        <p:spPr>
          <a:xfrm flipH="1">
            <a:off x="6510524" y="1956816"/>
            <a:ext cx="1787973" cy="600851"/>
          </a:xfrm>
          <a:prstGeom prst="line">
            <a:avLst/>
          </a:prstGeom>
          <a:noFill/>
          <a:ln w="22225">
            <a:solidFill>
              <a:srgbClr val="2E7D4F"/>
            </a:solidFill>
            <a:prstDash val="solid"/>
            <a:tailEnd type="triangle"/>
          </a:ln>
        </p:spPr>
      </p:sp>
      <p:sp>
        <p:nvSpPr>
          <p:cNvPr id="36" name="Shape 33"/>
          <p:cNvSpPr/>
          <p:nvPr/>
        </p:nvSpPr>
        <p:spPr>
          <a:xfrm>
            <a:off x="9065266" y="1481328"/>
            <a:ext cx="1462900" cy="438912"/>
          </a:xfrm>
          <a:prstGeom prst="roundRect">
            <a:avLst>
              <a:gd name="adj" fmla="val 25000"/>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37" name="Text 34"/>
          <p:cNvSpPr txBox="1"/>
          <p:nvPr/>
        </p:nvSpPr>
        <p:spPr>
          <a:xfrm>
            <a:off x="9065266" y="1481328"/>
            <a:ext cx="1462900" cy="438912"/>
          </a:xfrm>
          <a:prstGeom prst="rect">
            <a:avLst/>
          </a:prstGeom>
          <a:noFill/>
          <a:ln/>
        </p:spPr>
        <p:txBody>
          <a:bodyPr wrap="square" lIns="0" tIns="0" rIns="0" bIns="0" rtlCol="0" anchor="ctr"/>
          <a:lstStyle/>
          <a:p>
            <a:pPr algn="ctr" indent="0" marL="0">
              <a:buNone/>
            </a:pPr>
            <a:r>
              <a:rPr lang="en-US" sz="1700" b="1" i="1" dirty="0">
                <a:solidFill>
                  <a:srgbClr val="1B2333"/>
                </a:solidFill>
              </a:rPr>
              <a:t>het mooiste</a:t>
            </a:r>
            <a:endParaRPr lang="en-US" sz="1700" dirty="0"/>
          </a:p>
        </p:txBody>
      </p:sp>
      <p:sp>
        <p:nvSpPr>
          <p:cNvPr id="38" name="Shape 35"/>
          <p:cNvSpPr/>
          <p:nvPr/>
        </p:nvSpPr>
        <p:spPr>
          <a:xfrm flipH="1">
            <a:off x="6524860" y="1956816"/>
            <a:ext cx="3271857" cy="654562"/>
          </a:xfrm>
          <a:prstGeom prst="line">
            <a:avLst/>
          </a:prstGeom>
          <a:noFill/>
          <a:ln w="22225">
            <a:solidFill>
              <a:srgbClr val="2E7D4F"/>
            </a:solidFill>
            <a:prstDash val="solid"/>
            <a:tailEnd type="triangle"/>
          </a:ln>
        </p:spPr>
      </p:sp>
      <p:sp>
        <p:nvSpPr>
          <p:cNvPr id="39" name="Shape 36"/>
          <p:cNvSpPr/>
          <p:nvPr/>
        </p:nvSpPr>
        <p:spPr>
          <a:xfrm>
            <a:off x="5692140" y="2295144"/>
            <a:ext cx="804672" cy="804672"/>
          </a:xfrm>
          <a:prstGeom prst="ellipse">
            <a:avLst/>
          </a:prstGeom>
          <a:solidFill>
            <a:srgbClr val="2E7D4F"/>
          </a:solidFill>
          <a:ln w="25400">
            <a:solidFill>
              <a:srgbClr val="FFFFFF"/>
            </a:solidFill>
            <a:prstDash val="solid"/>
          </a:ln>
        </p:spPr>
      </p:sp>
      <p:sp>
        <p:nvSpPr>
          <p:cNvPr id="40" name="Text 37"/>
          <p:cNvSpPr txBox="1"/>
          <p:nvPr/>
        </p:nvSpPr>
        <p:spPr>
          <a:xfrm>
            <a:off x="5692140" y="2468880"/>
            <a:ext cx="804672" cy="457200"/>
          </a:xfrm>
          <a:prstGeom prst="rect">
            <a:avLst/>
          </a:prstGeom>
          <a:noFill/>
          <a:ln/>
        </p:spPr>
        <p:txBody>
          <a:bodyPr wrap="square" lIns="0" tIns="0" rIns="0" bIns="0" rtlCol="0" anchor="ctr"/>
          <a:lstStyle/>
          <a:p>
            <a:pPr algn="ctr" indent="0" marL="0">
              <a:buNone/>
            </a:pPr>
            <a:r>
              <a:rPr lang="en-US" sz="2000" b="1" dirty="0">
                <a:solidFill>
                  <a:srgbClr val="FFFFFF"/>
                </a:solidFill>
              </a:rPr>
              <a:t>wat</a:t>
            </a:r>
            <a:endParaRPr lang="en-US" sz="2000" dirty="0"/>
          </a:p>
        </p:txBody>
      </p:sp>
      <p:sp>
        <p:nvSpPr>
          <p:cNvPr id="41" name="Shape 38"/>
          <p:cNvSpPr/>
          <p:nvPr/>
        </p:nvSpPr>
        <p:spPr>
          <a:xfrm>
            <a:off x="548640" y="3291840"/>
            <a:ext cx="11091672" cy="420624"/>
          </a:xfrm>
          <a:prstGeom prst="roundRect">
            <a:avLst>
              <a:gd name="adj" fmla="val 17391"/>
            </a:avLst>
          </a:prstGeom>
          <a:solidFill>
            <a:srgbClr val="EEF3F8"/>
          </a:solidFill>
          <a:ln w="12700">
            <a:solidFill>
              <a:srgbClr val="FFFFFF">
                <a:alpha val="0"/>
              </a:srgbClr>
            </a:solidFill>
            <a:prstDash val="solid"/>
          </a:ln>
        </p:spPr>
      </p:sp>
      <p:sp>
        <p:nvSpPr>
          <p:cNvPr id="42" name="Text 39"/>
          <p:cNvSpPr txBox="1"/>
          <p:nvPr/>
        </p:nvSpPr>
        <p:spPr>
          <a:xfrm>
            <a:off x="731520" y="3291840"/>
            <a:ext cx="5212080" cy="420624"/>
          </a:xfrm>
          <a:prstGeom prst="rect">
            <a:avLst/>
          </a:prstGeom>
          <a:noFill/>
          <a:ln/>
        </p:spPr>
        <p:txBody>
          <a:bodyPr wrap="square" lIns="0" tIns="0" rIns="0" bIns="0" rtlCol="0" anchor="ctr"/>
          <a:lstStyle/>
          <a:p>
            <a:pPr algn="l" indent="0" marL="0">
              <a:buNone/>
            </a:pPr>
            <a:r>
              <a:rPr lang="en-US" sz="1700" i="1" dirty="0">
                <a:solidFill>
                  <a:srgbClr val="1B2333"/>
                </a:solidFill>
              </a:rPr>
              <a:t>Alles </a:t>
            </a:r>
            <a:r>
              <a:rPr lang="en-US" sz="1700" b="1" i="1" dirty="0">
                <a:solidFill>
                  <a:srgbClr val="2E7D4F"/>
                </a:solidFill>
              </a:rPr>
              <a:t>wat</a:t>
            </a:r>
            <a:r>
              <a:rPr lang="en-US" sz="1700" i="1" dirty="0">
                <a:solidFill>
                  <a:srgbClr val="1B2333"/>
                </a:solidFill>
              </a:rPr>
              <a:t> je zegt, klopt.</a:t>
            </a:r>
            <a:endParaRPr lang="en-US" sz="1700" dirty="0"/>
          </a:p>
        </p:txBody>
      </p:sp>
      <p:sp>
        <p:nvSpPr>
          <p:cNvPr id="43" name="Text 40"/>
          <p:cNvSpPr txBox="1"/>
          <p:nvPr/>
        </p:nvSpPr>
        <p:spPr>
          <a:xfrm>
            <a:off x="6126480" y="3291840"/>
            <a:ext cx="5394960" cy="420624"/>
          </a:xfrm>
          <a:prstGeom prst="rect">
            <a:avLst/>
          </a:prstGeom>
          <a:noFill/>
          <a:ln/>
        </p:spPr>
        <p:txBody>
          <a:bodyPr wrap="square" lIns="0" tIns="0" rIns="0" bIns="0" rtlCol="0" anchor="ctr"/>
          <a:lstStyle/>
          <a:p>
            <a:pPr algn="l" indent="0" marL="0">
              <a:buNone/>
            </a:pPr>
            <a:r>
              <a:rPr lang="en-US" sz="1500" i="1" dirty="0">
                <a:solidFill>
                  <a:srgbClr val="4A5A70"/>
                </a:solidFill>
              </a:rPr>
              <a:t>« Tout ce que tu dis est juste. »</a:t>
            </a:r>
            <a:endParaRPr lang="en-US" sz="1500" dirty="0"/>
          </a:p>
        </p:txBody>
      </p:sp>
      <p:sp>
        <p:nvSpPr>
          <p:cNvPr id="44" name="Shape 41"/>
          <p:cNvSpPr/>
          <p:nvPr/>
        </p:nvSpPr>
        <p:spPr>
          <a:xfrm>
            <a:off x="548640" y="3767328"/>
            <a:ext cx="11091672" cy="420624"/>
          </a:xfrm>
          <a:prstGeom prst="roundRect">
            <a:avLst>
              <a:gd name="adj" fmla="val 17391"/>
            </a:avLst>
          </a:prstGeom>
          <a:solidFill>
            <a:srgbClr val="FFFFFF"/>
          </a:solidFill>
          <a:ln w="12700">
            <a:solidFill>
              <a:srgbClr val="FFFFFF">
                <a:alpha val="0"/>
              </a:srgbClr>
            </a:solidFill>
            <a:prstDash val="solid"/>
          </a:ln>
        </p:spPr>
      </p:sp>
      <p:sp>
        <p:nvSpPr>
          <p:cNvPr id="45" name="Text 42"/>
          <p:cNvSpPr txBox="1"/>
          <p:nvPr/>
        </p:nvSpPr>
        <p:spPr>
          <a:xfrm>
            <a:off x="731520" y="3767328"/>
            <a:ext cx="5212080" cy="420624"/>
          </a:xfrm>
          <a:prstGeom prst="rect">
            <a:avLst/>
          </a:prstGeom>
          <a:noFill/>
          <a:ln/>
        </p:spPr>
        <p:txBody>
          <a:bodyPr wrap="square" lIns="0" tIns="0" rIns="0" bIns="0" rtlCol="0" anchor="ctr"/>
          <a:lstStyle/>
          <a:p>
            <a:pPr algn="l" indent="0" marL="0">
              <a:buNone/>
            </a:pPr>
            <a:r>
              <a:rPr lang="en-US" sz="1700" i="1" dirty="0">
                <a:solidFill>
                  <a:srgbClr val="1B2333"/>
                </a:solidFill>
              </a:rPr>
              <a:t>Is er iets </a:t>
            </a:r>
            <a:r>
              <a:rPr lang="en-US" sz="1700" b="1" i="1" dirty="0">
                <a:solidFill>
                  <a:srgbClr val="2E7D4F"/>
                </a:solidFill>
              </a:rPr>
              <a:t>wat</a:t>
            </a:r>
            <a:r>
              <a:rPr lang="en-US" sz="1700" i="1" dirty="0">
                <a:solidFill>
                  <a:srgbClr val="1B2333"/>
                </a:solidFill>
              </a:rPr>
              <a:t> ik kan doen?</a:t>
            </a:r>
            <a:endParaRPr lang="en-US" sz="1700" dirty="0"/>
          </a:p>
        </p:txBody>
      </p:sp>
      <p:sp>
        <p:nvSpPr>
          <p:cNvPr id="46" name="Text 43"/>
          <p:cNvSpPr txBox="1"/>
          <p:nvPr/>
        </p:nvSpPr>
        <p:spPr>
          <a:xfrm>
            <a:off x="6126480" y="3767328"/>
            <a:ext cx="5394960" cy="420624"/>
          </a:xfrm>
          <a:prstGeom prst="rect">
            <a:avLst/>
          </a:prstGeom>
          <a:noFill/>
          <a:ln/>
        </p:spPr>
        <p:txBody>
          <a:bodyPr wrap="square" lIns="0" tIns="0" rIns="0" bIns="0" rtlCol="0" anchor="ctr"/>
          <a:lstStyle/>
          <a:p>
            <a:pPr algn="l" indent="0" marL="0">
              <a:buNone/>
            </a:pPr>
            <a:r>
              <a:rPr lang="en-US" sz="1500" i="1" dirty="0">
                <a:solidFill>
                  <a:srgbClr val="4A5A70"/>
                </a:solidFill>
              </a:rPr>
              <a:t>« Y a-t-il quelque chose que je puisse faire ? »</a:t>
            </a:r>
            <a:endParaRPr lang="en-US" sz="1500" dirty="0"/>
          </a:p>
        </p:txBody>
      </p:sp>
      <p:sp>
        <p:nvSpPr>
          <p:cNvPr id="47" name="Shape 44"/>
          <p:cNvSpPr/>
          <p:nvPr/>
        </p:nvSpPr>
        <p:spPr>
          <a:xfrm>
            <a:off x="548640" y="4242816"/>
            <a:ext cx="11091672" cy="420624"/>
          </a:xfrm>
          <a:prstGeom prst="roundRect">
            <a:avLst>
              <a:gd name="adj" fmla="val 17391"/>
            </a:avLst>
          </a:prstGeom>
          <a:solidFill>
            <a:srgbClr val="EEF3F8"/>
          </a:solidFill>
          <a:ln w="12700">
            <a:solidFill>
              <a:srgbClr val="FFFFFF">
                <a:alpha val="0"/>
              </a:srgbClr>
            </a:solidFill>
            <a:prstDash val="solid"/>
          </a:ln>
        </p:spPr>
      </p:sp>
      <p:sp>
        <p:nvSpPr>
          <p:cNvPr id="48" name="Text 45"/>
          <p:cNvSpPr txBox="1"/>
          <p:nvPr/>
        </p:nvSpPr>
        <p:spPr>
          <a:xfrm>
            <a:off x="731520" y="4242816"/>
            <a:ext cx="5212080" cy="420624"/>
          </a:xfrm>
          <a:prstGeom prst="rect">
            <a:avLst/>
          </a:prstGeom>
          <a:noFill/>
          <a:ln/>
        </p:spPr>
        <p:txBody>
          <a:bodyPr wrap="square" lIns="0" tIns="0" rIns="0" bIns="0" rtlCol="0" anchor="ctr"/>
          <a:lstStyle/>
          <a:p>
            <a:pPr algn="l" indent="0" marL="0">
              <a:buNone/>
            </a:pPr>
            <a:r>
              <a:rPr lang="en-US" sz="1700" i="1" dirty="0">
                <a:solidFill>
                  <a:srgbClr val="1B2333"/>
                </a:solidFill>
              </a:rPr>
              <a:t>Dat is het enige </a:t>
            </a:r>
            <a:r>
              <a:rPr lang="en-US" sz="1700" b="1" i="1" dirty="0">
                <a:solidFill>
                  <a:srgbClr val="2E7D4F"/>
                </a:solidFill>
              </a:rPr>
              <a:t>wat</a:t>
            </a:r>
            <a:r>
              <a:rPr lang="en-US" sz="1700" i="1" dirty="0">
                <a:solidFill>
                  <a:srgbClr val="1B2333"/>
                </a:solidFill>
              </a:rPr>
              <a:t> ik weet.</a:t>
            </a:r>
            <a:endParaRPr lang="en-US" sz="1700" dirty="0"/>
          </a:p>
        </p:txBody>
      </p:sp>
      <p:sp>
        <p:nvSpPr>
          <p:cNvPr id="49" name="Text 46"/>
          <p:cNvSpPr txBox="1"/>
          <p:nvPr/>
        </p:nvSpPr>
        <p:spPr>
          <a:xfrm>
            <a:off x="6126480" y="4242816"/>
            <a:ext cx="5394960" cy="420624"/>
          </a:xfrm>
          <a:prstGeom prst="rect">
            <a:avLst/>
          </a:prstGeom>
          <a:noFill/>
          <a:ln/>
        </p:spPr>
        <p:txBody>
          <a:bodyPr wrap="square" lIns="0" tIns="0" rIns="0" bIns="0" rtlCol="0" anchor="ctr"/>
          <a:lstStyle/>
          <a:p>
            <a:pPr algn="l" indent="0" marL="0">
              <a:buNone/>
            </a:pPr>
            <a:r>
              <a:rPr lang="en-US" sz="1500" i="1" dirty="0">
                <a:solidFill>
                  <a:srgbClr val="4A5A70"/>
                </a:solidFill>
              </a:rPr>
              <a:t>« C’est la seule chose que je sache. »</a:t>
            </a:r>
            <a:endParaRPr lang="en-US" sz="1500" dirty="0"/>
          </a:p>
        </p:txBody>
      </p:sp>
      <p:sp>
        <p:nvSpPr>
          <p:cNvPr id="50" name="Shape 47"/>
          <p:cNvSpPr/>
          <p:nvPr/>
        </p:nvSpPr>
        <p:spPr>
          <a:xfrm>
            <a:off x="548640" y="4718304"/>
            <a:ext cx="11091672" cy="420624"/>
          </a:xfrm>
          <a:prstGeom prst="roundRect">
            <a:avLst>
              <a:gd name="adj" fmla="val 17391"/>
            </a:avLst>
          </a:prstGeom>
          <a:solidFill>
            <a:srgbClr val="FFFFFF"/>
          </a:solidFill>
          <a:ln w="12700">
            <a:solidFill>
              <a:srgbClr val="FFFFFF">
                <a:alpha val="0"/>
              </a:srgbClr>
            </a:solidFill>
            <a:prstDash val="solid"/>
          </a:ln>
        </p:spPr>
      </p:sp>
      <p:sp>
        <p:nvSpPr>
          <p:cNvPr id="51" name="Text 48"/>
          <p:cNvSpPr txBox="1"/>
          <p:nvPr/>
        </p:nvSpPr>
        <p:spPr>
          <a:xfrm>
            <a:off x="731520" y="4718304"/>
            <a:ext cx="5212080" cy="420624"/>
          </a:xfrm>
          <a:prstGeom prst="rect">
            <a:avLst/>
          </a:prstGeom>
          <a:noFill/>
          <a:ln/>
        </p:spPr>
        <p:txBody>
          <a:bodyPr wrap="square" lIns="0" tIns="0" rIns="0" bIns="0" rtlCol="0" anchor="ctr"/>
          <a:lstStyle/>
          <a:p>
            <a:pPr algn="l" indent="0" marL="0">
              <a:buNone/>
            </a:pPr>
            <a:r>
              <a:rPr lang="en-US" sz="1700" i="1" dirty="0">
                <a:solidFill>
                  <a:srgbClr val="1B2333"/>
                </a:solidFill>
              </a:rPr>
              <a:t>Het mooiste </a:t>
            </a:r>
            <a:r>
              <a:rPr lang="en-US" sz="1700" b="1" i="1" dirty="0">
                <a:solidFill>
                  <a:srgbClr val="2E7D4F"/>
                </a:solidFill>
              </a:rPr>
              <a:t>wat</a:t>
            </a:r>
            <a:r>
              <a:rPr lang="en-US" sz="1700" i="1" dirty="0">
                <a:solidFill>
                  <a:srgbClr val="1B2333"/>
                </a:solidFill>
              </a:rPr>
              <a:t> ik ooit gezien heb.</a:t>
            </a:r>
            <a:endParaRPr lang="en-US" sz="1700" dirty="0"/>
          </a:p>
        </p:txBody>
      </p:sp>
      <p:sp>
        <p:nvSpPr>
          <p:cNvPr id="52" name="Text 49"/>
          <p:cNvSpPr txBox="1"/>
          <p:nvPr/>
        </p:nvSpPr>
        <p:spPr>
          <a:xfrm>
            <a:off x="6126480" y="4718304"/>
            <a:ext cx="5394960" cy="420624"/>
          </a:xfrm>
          <a:prstGeom prst="rect">
            <a:avLst/>
          </a:prstGeom>
          <a:noFill/>
          <a:ln/>
        </p:spPr>
        <p:txBody>
          <a:bodyPr wrap="square" lIns="0" tIns="0" rIns="0" bIns="0" rtlCol="0" anchor="ctr"/>
          <a:lstStyle/>
          <a:p>
            <a:pPr algn="l" indent="0" marL="0">
              <a:buNone/>
            </a:pPr>
            <a:r>
              <a:rPr lang="en-US" sz="1500" i="1" dirty="0">
                <a:solidFill>
                  <a:srgbClr val="4A5A70"/>
                </a:solidFill>
              </a:rPr>
              <a:t>« La plus belle chose que j’aie jamais vue. »</a:t>
            </a:r>
            <a:endParaRPr lang="en-US" sz="1500" dirty="0"/>
          </a:p>
        </p:txBody>
      </p:sp>
      <p:sp>
        <p:nvSpPr>
          <p:cNvPr id="53" name="Shape 50"/>
          <p:cNvSpPr/>
          <p:nvPr/>
        </p:nvSpPr>
        <p:spPr>
          <a:xfrm>
            <a:off x="548640" y="5303520"/>
            <a:ext cx="5458968" cy="960120"/>
          </a:xfrm>
          <a:prstGeom prst="roundRect">
            <a:avLst>
              <a:gd name="adj" fmla="val 11429"/>
            </a:avLst>
          </a:prstGeom>
          <a:solidFill>
            <a:srgbClr val="E8F4EC"/>
          </a:solidFill>
          <a:ln w="19050">
            <a:solidFill>
              <a:srgbClr val="2E7D4F"/>
            </a:solidFill>
            <a:prstDash val="solid"/>
          </a:ln>
        </p:spPr>
      </p:sp>
      <p:sp>
        <p:nvSpPr>
          <p:cNvPr id="54" name="Text 51"/>
          <p:cNvSpPr txBox="1"/>
          <p:nvPr/>
        </p:nvSpPr>
        <p:spPr>
          <a:xfrm>
            <a:off x="731520" y="535838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55" name="Text 52"/>
          <p:cNvSpPr txBox="1"/>
          <p:nvPr/>
        </p:nvSpPr>
        <p:spPr>
          <a:xfrm>
            <a:off x="731520" y="5742432"/>
            <a:ext cx="5093208" cy="46634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pas de nom, mais un mot « chose » → </a:t>
            </a:r>
            <a:r>
              <a:rPr lang="en-US" sz="1450" b="1" i="1" dirty="0">
                <a:solidFill>
                  <a:srgbClr val="2E7D4F"/>
                </a:solidFill>
              </a:rPr>
              <a:t>wat</a:t>
            </a:r>
            <a:endParaRPr lang="en-US" sz="1450" dirty="0"/>
          </a:p>
        </p:txBody>
      </p:sp>
      <p:sp>
        <p:nvSpPr>
          <p:cNvPr id="56" name="Shape 53"/>
          <p:cNvSpPr/>
          <p:nvPr/>
        </p:nvSpPr>
        <p:spPr>
          <a:xfrm>
            <a:off x="6181344" y="5303520"/>
            <a:ext cx="5458968" cy="960120"/>
          </a:xfrm>
          <a:prstGeom prst="roundRect">
            <a:avLst>
              <a:gd name="adj" fmla="val 11429"/>
            </a:avLst>
          </a:prstGeom>
          <a:solidFill>
            <a:srgbClr val="FBEDEB"/>
          </a:solidFill>
          <a:ln w="19050">
            <a:solidFill>
              <a:srgbClr val="B83227"/>
            </a:solidFill>
            <a:prstDash val="solid"/>
          </a:ln>
        </p:spPr>
      </p:sp>
      <p:sp>
        <p:nvSpPr>
          <p:cNvPr id="57" name="Text 54"/>
          <p:cNvSpPr txBox="1"/>
          <p:nvPr/>
        </p:nvSpPr>
        <p:spPr>
          <a:xfrm>
            <a:off x="6364224" y="535838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À l’oral</a:t>
            </a:r>
            <a:endParaRPr lang="en-US" sz="1500" dirty="0"/>
          </a:p>
        </p:txBody>
      </p:sp>
      <p:sp>
        <p:nvSpPr>
          <p:cNvPr id="58" name="Text 55"/>
          <p:cNvSpPr txBox="1"/>
          <p:nvPr/>
        </p:nvSpPr>
        <p:spPr>
          <a:xfrm>
            <a:off x="6364224" y="5742432"/>
            <a:ext cx="5093208" cy="46634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on entend aussi </a:t>
            </a:r>
            <a:r>
              <a:rPr lang="en-US" sz="1450" i="1" dirty="0">
                <a:solidFill>
                  <a:srgbClr val="1B2333"/>
                </a:solidFill>
              </a:rPr>
              <a:t>iets dat, niets dat</a:t>
            </a:r>
            <a:r>
              <a:rPr lang="en-US" sz="1450" dirty="0">
                <a:solidFill>
                  <a:srgbClr val="1B2333"/>
                </a:solidFill>
              </a:rPr>
              <a:t> (surtout en Belgique) ; </a:t>
            </a:r>
            <a:r>
              <a:rPr lang="en-US" sz="1450" b="1" i="1" dirty="0">
                <a:solidFill>
                  <a:srgbClr val="2E7D4F"/>
                </a:solidFill>
              </a:rPr>
              <a:t>wat</a:t>
            </a:r>
            <a:r>
              <a:rPr lang="en-US" sz="1450" dirty="0">
                <a:solidFill>
                  <a:srgbClr val="1B2333"/>
                </a:solidFill>
              </a:rPr>
              <a:t> est toujours juste</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wat reprend toute une phrase</a:t>
            </a:r>
            <a:endParaRPr lang="en-US" sz="3000" dirty="0"/>
          </a:p>
        </p:txBody>
      </p:sp>
      <p:sp>
        <p:nvSpPr>
          <p:cNvPr id="3" name="tag"/>
          <p:cNvSpPr/>
          <p:nvPr/>
        </p:nvSpPr>
        <p:spPr>
          <a:xfrm>
            <a:off x="548640" y="237744"/>
            <a:ext cx="689458"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WAT</a:t>
            </a:r>
            <a:endParaRPr lang="en-US" sz="1200" dirty="0"/>
          </a:p>
        </p:txBody>
      </p:sp>
      <p:sp>
        <p:nvSpPr>
          <p:cNvPr id="5" name="Shape 2"/>
          <p:cNvSpPr/>
          <p:nvPr/>
        </p:nvSpPr>
        <p:spPr>
          <a:xfrm>
            <a:off x="9043416"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2E7D4F"/>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Text 12"/>
          <p:cNvSpPr txBox="1"/>
          <p:nvPr/>
        </p:nvSpPr>
        <p:spPr>
          <a:xfrm>
            <a:off x="2564130" y="1645920"/>
            <a:ext cx="3259938" cy="685800"/>
          </a:xfrm>
          <a:prstGeom prst="rect">
            <a:avLst/>
          </a:prstGeom>
          <a:noFill/>
          <a:ln/>
        </p:spPr>
        <p:txBody>
          <a:bodyPr wrap="square" lIns="0" tIns="0" rIns="0" bIns="0" rtlCol="0" anchor="ctr"/>
          <a:lstStyle/>
          <a:p>
            <a:pPr algn="ctr" indent="0" marL="0">
              <a:buNone/>
            </a:pPr>
            <a:r>
              <a:rPr lang="en-US" sz="2800" i="1" dirty="0">
                <a:solidFill>
                  <a:srgbClr val="1B2333"/>
                </a:solidFill>
              </a:rPr>
              <a:t>Hij komt altijd te laat,</a:t>
            </a:r>
            <a:endParaRPr lang="en-US" sz="2800" dirty="0"/>
          </a:p>
        </p:txBody>
      </p:sp>
      <p:sp>
        <p:nvSpPr>
          <p:cNvPr id="16" name="Shape 13"/>
          <p:cNvSpPr/>
          <p:nvPr/>
        </p:nvSpPr>
        <p:spPr>
          <a:xfrm>
            <a:off x="5906364" y="1645920"/>
            <a:ext cx="948030" cy="685800"/>
          </a:xfrm>
          <a:prstGeom prst="roundRect">
            <a:avLst>
              <a:gd name="adj" fmla="val 16000"/>
            </a:avLst>
          </a:prstGeom>
          <a:solidFill>
            <a:srgbClr val="2E7D4F"/>
          </a:solidFill>
          <a:ln w="12700">
            <a:solidFill>
              <a:srgbClr val="FFFFFF">
                <a:alpha val="0"/>
              </a:srgbClr>
            </a:solidFill>
            <a:prstDash val="solid"/>
          </a:ln>
        </p:spPr>
      </p:sp>
      <p:sp>
        <p:nvSpPr>
          <p:cNvPr id="17" name="Text 14"/>
          <p:cNvSpPr txBox="1"/>
          <p:nvPr/>
        </p:nvSpPr>
        <p:spPr>
          <a:xfrm>
            <a:off x="5906364" y="1645920"/>
            <a:ext cx="948030" cy="685800"/>
          </a:xfrm>
          <a:prstGeom prst="rect">
            <a:avLst/>
          </a:prstGeom>
          <a:noFill/>
          <a:ln/>
        </p:spPr>
        <p:txBody>
          <a:bodyPr wrap="square" lIns="0" tIns="0" rIns="0" bIns="0" rtlCol="0" anchor="ctr"/>
          <a:lstStyle/>
          <a:p>
            <a:pPr algn="ctr" indent="0" marL="0">
              <a:buNone/>
            </a:pPr>
            <a:r>
              <a:rPr lang="en-US" sz="2800" b="1" i="1" dirty="0">
                <a:solidFill>
                  <a:srgbClr val="FFFFFF"/>
                </a:solidFill>
              </a:rPr>
              <a:t>wat</a:t>
            </a:r>
            <a:endParaRPr lang="en-US" sz="2800" dirty="0"/>
          </a:p>
        </p:txBody>
      </p:sp>
      <p:sp>
        <p:nvSpPr>
          <p:cNvPr id="18" name="Text 15"/>
          <p:cNvSpPr txBox="1"/>
          <p:nvPr/>
        </p:nvSpPr>
        <p:spPr>
          <a:xfrm>
            <a:off x="6936689" y="1645920"/>
            <a:ext cx="2688133" cy="685800"/>
          </a:xfrm>
          <a:prstGeom prst="rect">
            <a:avLst/>
          </a:prstGeom>
          <a:noFill/>
          <a:ln/>
        </p:spPr>
        <p:txBody>
          <a:bodyPr wrap="square" lIns="0" tIns="0" rIns="0" bIns="0" rtlCol="0" anchor="ctr"/>
          <a:lstStyle/>
          <a:p>
            <a:pPr algn="ctr" indent="0" marL="0">
              <a:buNone/>
            </a:pPr>
            <a:r>
              <a:rPr lang="en-US" sz="2800" i="1" dirty="0">
                <a:solidFill>
                  <a:srgbClr val="1B2333"/>
                </a:solidFill>
              </a:rPr>
              <a:t>ik vervelend vind.</a:t>
            </a:r>
            <a:endParaRPr lang="en-US" sz="2800" dirty="0"/>
          </a:p>
        </p:txBody>
      </p:sp>
      <p:sp>
        <p:nvSpPr>
          <p:cNvPr id="19" name="Shape 16"/>
          <p:cNvSpPr/>
          <p:nvPr/>
        </p:nvSpPr>
        <p:spPr>
          <a:xfrm>
            <a:off x="2655570" y="2450592"/>
            <a:ext cx="2985618" cy="914"/>
          </a:xfrm>
          <a:prstGeom prst="line">
            <a:avLst/>
          </a:prstGeom>
          <a:noFill/>
          <a:ln w="28575">
            <a:solidFill>
              <a:srgbClr val="2E7D4F"/>
            </a:solidFill>
            <a:prstDash val="solid"/>
          </a:ln>
        </p:spPr>
      </p:sp>
      <p:sp>
        <p:nvSpPr>
          <p:cNvPr id="20" name="Shape 17"/>
          <p:cNvSpPr/>
          <p:nvPr/>
        </p:nvSpPr>
        <p:spPr>
          <a:xfrm flipV="1">
            <a:off x="2655570" y="2340864"/>
            <a:ext cx="914" cy="109728"/>
          </a:xfrm>
          <a:prstGeom prst="line">
            <a:avLst/>
          </a:prstGeom>
          <a:noFill/>
          <a:ln w="28575">
            <a:solidFill>
              <a:srgbClr val="2E7D4F"/>
            </a:solidFill>
            <a:prstDash val="solid"/>
          </a:ln>
        </p:spPr>
      </p:sp>
      <p:sp>
        <p:nvSpPr>
          <p:cNvPr id="21" name="Shape 18"/>
          <p:cNvSpPr/>
          <p:nvPr/>
        </p:nvSpPr>
        <p:spPr>
          <a:xfrm flipV="1">
            <a:off x="5641188" y="2340864"/>
            <a:ext cx="914" cy="109728"/>
          </a:xfrm>
          <a:prstGeom prst="line">
            <a:avLst/>
          </a:prstGeom>
          <a:noFill/>
          <a:ln w="28575">
            <a:solidFill>
              <a:srgbClr val="2E7D4F"/>
            </a:solidFill>
            <a:prstDash val="solid"/>
          </a:ln>
        </p:spPr>
      </p:sp>
      <p:sp>
        <p:nvSpPr>
          <p:cNvPr id="22" name="Shape 19"/>
          <p:cNvSpPr/>
          <p:nvPr/>
        </p:nvSpPr>
        <p:spPr>
          <a:xfrm>
            <a:off x="4194099" y="2130552"/>
            <a:ext cx="2186280" cy="640080"/>
          </a:xfrm>
          <a:prstGeom prst="arc">
            <a:avLst>
              <a:gd name="adj1" fmla="val 0"/>
              <a:gd name="adj2" fmla="val 10800000"/>
            </a:avLst>
          </a:prstGeom>
          <a:solidFill>
            <a:srgbClr val="FFFFFF">
              <a:alpha val="0"/>
            </a:srgbClr>
          </a:solidFill>
          <a:ln w="28575">
            <a:solidFill>
              <a:srgbClr val="2E7D4F"/>
            </a:solidFill>
            <a:prstDash val="solid"/>
            <a:headEnd type="triangle"/>
          </a:ln>
        </p:spPr>
      </p:sp>
      <p:sp>
        <p:nvSpPr>
          <p:cNvPr id="23" name="Text 20"/>
          <p:cNvSpPr txBox="1"/>
          <p:nvPr/>
        </p:nvSpPr>
        <p:spPr>
          <a:xfrm>
            <a:off x="548640" y="2834640"/>
            <a:ext cx="11091672" cy="320040"/>
          </a:xfrm>
          <a:prstGeom prst="rect">
            <a:avLst/>
          </a:prstGeom>
          <a:noFill/>
          <a:ln/>
        </p:spPr>
        <p:txBody>
          <a:bodyPr wrap="square" lIns="0" tIns="0" rIns="0" bIns="0" rtlCol="0" anchor="ctr"/>
          <a:lstStyle/>
          <a:p>
            <a:pPr algn="ctr" indent="0" marL="0">
              <a:buNone/>
            </a:pPr>
            <a:r>
              <a:rPr lang="en-US" sz="1500" i="1" dirty="0">
                <a:solidFill>
                  <a:srgbClr val="4A5A70"/>
                </a:solidFill>
              </a:rPr>
              <a:t>« …, ce que je trouve agaçant. »</a:t>
            </a:r>
            <a:endParaRPr lang="en-US" sz="1500" dirty="0"/>
          </a:p>
        </p:txBody>
      </p:sp>
      <p:sp>
        <p:nvSpPr>
          <p:cNvPr id="24" name="Shape 21"/>
          <p:cNvSpPr/>
          <p:nvPr/>
        </p:nvSpPr>
        <p:spPr>
          <a:xfrm>
            <a:off x="548640" y="3291840"/>
            <a:ext cx="11091672" cy="438912"/>
          </a:xfrm>
          <a:prstGeom prst="roundRect">
            <a:avLst>
              <a:gd name="adj" fmla="val 16667"/>
            </a:avLst>
          </a:prstGeom>
          <a:solidFill>
            <a:srgbClr val="EEF3F8"/>
          </a:solidFill>
          <a:ln w="12700">
            <a:solidFill>
              <a:srgbClr val="FFFFFF">
                <a:alpha val="0"/>
              </a:srgbClr>
            </a:solidFill>
            <a:prstDash val="solid"/>
          </a:ln>
        </p:spPr>
      </p:sp>
      <p:sp>
        <p:nvSpPr>
          <p:cNvPr id="25" name="Text 22"/>
          <p:cNvSpPr txBox="1"/>
          <p:nvPr/>
        </p:nvSpPr>
        <p:spPr>
          <a:xfrm>
            <a:off x="731520" y="3291840"/>
            <a:ext cx="6309360" cy="438912"/>
          </a:xfrm>
          <a:prstGeom prst="rect">
            <a:avLst/>
          </a:prstGeom>
          <a:noFill/>
          <a:ln/>
        </p:spPr>
        <p:txBody>
          <a:bodyPr wrap="square" lIns="0" tIns="0" rIns="0" bIns="0" rtlCol="0" anchor="ctr"/>
          <a:lstStyle/>
          <a:p>
            <a:pPr algn="l" indent="0" marL="0">
              <a:buNone/>
            </a:pPr>
            <a:r>
              <a:rPr lang="en-US" sz="1700" i="1" dirty="0">
                <a:solidFill>
                  <a:srgbClr val="1B2333"/>
                </a:solidFill>
              </a:rPr>
              <a:t>Ze heeft de job gekregen, </a:t>
            </a:r>
            <a:r>
              <a:rPr lang="en-US" sz="1700" b="1" i="1" dirty="0">
                <a:solidFill>
                  <a:srgbClr val="2E7D4F"/>
                </a:solidFill>
              </a:rPr>
              <a:t>wat</a:t>
            </a:r>
            <a:r>
              <a:rPr lang="en-US" sz="1700" i="1" dirty="0">
                <a:solidFill>
                  <a:srgbClr val="1B2333"/>
                </a:solidFill>
              </a:rPr>
              <a:t> niemand verwachtte.</a:t>
            </a:r>
            <a:endParaRPr lang="en-US" sz="1700" dirty="0"/>
          </a:p>
        </p:txBody>
      </p:sp>
      <p:sp>
        <p:nvSpPr>
          <p:cNvPr id="26" name="Text 23"/>
          <p:cNvSpPr txBox="1"/>
          <p:nvPr/>
        </p:nvSpPr>
        <p:spPr>
          <a:xfrm>
            <a:off x="7132320" y="3291840"/>
            <a:ext cx="4389120" cy="438912"/>
          </a:xfrm>
          <a:prstGeom prst="rect">
            <a:avLst/>
          </a:prstGeom>
          <a:noFill/>
          <a:ln/>
        </p:spPr>
        <p:txBody>
          <a:bodyPr wrap="square" lIns="0" tIns="0" rIns="0" bIns="0" rtlCol="0" anchor="ctr"/>
          <a:lstStyle/>
          <a:p>
            <a:pPr algn="l" indent="0" marL="0">
              <a:buNone/>
            </a:pPr>
            <a:r>
              <a:rPr lang="en-US" sz="1500" i="1" dirty="0">
                <a:solidFill>
                  <a:srgbClr val="4A5A70"/>
                </a:solidFill>
              </a:rPr>
              <a:t>« …, ce que personne n’attendait. »</a:t>
            </a:r>
            <a:endParaRPr lang="en-US" sz="1500" dirty="0"/>
          </a:p>
        </p:txBody>
      </p:sp>
      <p:sp>
        <p:nvSpPr>
          <p:cNvPr id="27" name="Shape 24"/>
          <p:cNvSpPr/>
          <p:nvPr/>
        </p:nvSpPr>
        <p:spPr>
          <a:xfrm>
            <a:off x="548640" y="3794760"/>
            <a:ext cx="11091672" cy="438912"/>
          </a:xfrm>
          <a:prstGeom prst="roundRect">
            <a:avLst>
              <a:gd name="adj" fmla="val 16667"/>
            </a:avLst>
          </a:prstGeom>
          <a:solidFill>
            <a:srgbClr val="FFFFFF"/>
          </a:solidFill>
          <a:ln w="12700">
            <a:solidFill>
              <a:srgbClr val="FFFFFF">
                <a:alpha val="0"/>
              </a:srgbClr>
            </a:solidFill>
            <a:prstDash val="solid"/>
          </a:ln>
        </p:spPr>
      </p:sp>
      <p:sp>
        <p:nvSpPr>
          <p:cNvPr id="28" name="Text 25"/>
          <p:cNvSpPr txBox="1"/>
          <p:nvPr/>
        </p:nvSpPr>
        <p:spPr>
          <a:xfrm>
            <a:off x="731520" y="3794760"/>
            <a:ext cx="6309360" cy="438912"/>
          </a:xfrm>
          <a:prstGeom prst="rect">
            <a:avLst/>
          </a:prstGeom>
          <a:noFill/>
          <a:ln/>
        </p:spPr>
        <p:txBody>
          <a:bodyPr wrap="square" lIns="0" tIns="0" rIns="0" bIns="0" rtlCol="0" anchor="ctr"/>
          <a:lstStyle/>
          <a:p>
            <a:pPr algn="l" indent="0" marL="0">
              <a:buNone/>
            </a:pPr>
            <a:r>
              <a:rPr lang="en-US" sz="1700" i="1" dirty="0">
                <a:solidFill>
                  <a:srgbClr val="1B2333"/>
                </a:solidFill>
              </a:rPr>
              <a:t>De lift werkt niet, </a:t>
            </a:r>
            <a:r>
              <a:rPr lang="en-US" sz="1700" b="1" i="1" dirty="0">
                <a:solidFill>
                  <a:srgbClr val="2E7D4F"/>
                </a:solidFill>
              </a:rPr>
              <a:t>wat</a:t>
            </a:r>
            <a:r>
              <a:rPr lang="en-US" sz="1700" i="1" dirty="0">
                <a:solidFill>
                  <a:srgbClr val="1B2333"/>
                </a:solidFill>
              </a:rPr>
              <a:t> erg lastig is.</a:t>
            </a:r>
            <a:endParaRPr lang="en-US" sz="1700" dirty="0"/>
          </a:p>
        </p:txBody>
      </p:sp>
      <p:sp>
        <p:nvSpPr>
          <p:cNvPr id="29" name="Text 26"/>
          <p:cNvSpPr txBox="1"/>
          <p:nvPr/>
        </p:nvSpPr>
        <p:spPr>
          <a:xfrm>
            <a:off x="7132320" y="3794760"/>
            <a:ext cx="4389120" cy="438912"/>
          </a:xfrm>
          <a:prstGeom prst="rect">
            <a:avLst/>
          </a:prstGeom>
          <a:noFill/>
          <a:ln/>
        </p:spPr>
        <p:txBody>
          <a:bodyPr wrap="square" lIns="0" tIns="0" rIns="0" bIns="0" rtlCol="0" anchor="ctr"/>
          <a:lstStyle/>
          <a:p>
            <a:pPr algn="l" indent="0" marL="0">
              <a:buNone/>
            </a:pPr>
            <a:r>
              <a:rPr lang="en-US" sz="1500" i="1" dirty="0">
                <a:solidFill>
                  <a:srgbClr val="4A5A70"/>
                </a:solidFill>
              </a:rPr>
              <a:t>« …, ce qui est très embêtant. »</a:t>
            </a:r>
            <a:endParaRPr lang="en-US" sz="1500" dirty="0"/>
          </a:p>
        </p:txBody>
      </p:sp>
      <p:sp>
        <p:nvSpPr>
          <p:cNvPr id="30" name="Shape 27"/>
          <p:cNvSpPr/>
          <p:nvPr/>
        </p:nvSpPr>
        <p:spPr>
          <a:xfrm>
            <a:off x="548640" y="4297680"/>
            <a:ext cx="11091672" cy="438912"/>
          </a:xfrm>
          <a:prstGeom prst="roundRect">
            <a:avLst>
              <a:gd name="adj" fmla="val 16667"/>
            </a:avLst>
          </a:prstGeom>
          <a:solidFill>
            <a:srgbClr val="EEF3F8"/>
          </a:solidFill>
          <a:ln w="12700">
            <a:solidFill>
              <a:srgbClr val="FFFFFF">
                <a:alpha val="0"/>
              </a:srgbClr>
            </a:solidFill>
            <a:prstDash val="solid"/>
          </a:ln>
        </p:spPr>
      </p:sp>
      <p:sp>
        <p:nvSpPr>
          <p:cNvPr id="31" name="Text 28"/>
          <p:cNvSpPr txBox="1"/>
          <p:nvPr/>
        </p:nvSpPr>
        <p:spPr>
          <a:xfrm>
            <a:off x="731520" y="4297680"/>
            <a:ext cx="6309360" cy="438912"/>
          </a:xfrm>
          <a:prstGeom prst="rect">
            <a:avLst/>
          </a:prstGeom>
          <a:noFill/>
          <a:ln/>
        </p:spPr>
        <p:txBody>
          <a:bodyPr wrap="square" lIns="0" tIns="0" rIns="0" bIns="0" rtlCol="0" anchor="ctr"/>
          <a:lstStyle/>
          <a:p>
            <a:pPr algn="l" indent="0" marL="0">
              <a:buNone/>
            </a:pPr>
            <a:r>
              <a:rPr lang="en-US" sz="1700" i="1" dirty="0">
                <a:solidFill>
                  <a:srgbClr val="1B2333"/>
                </a:solidFill>
              </a:rPr>
              <a:t>We werken vrijdag thuis, </a:t>
            </a:r>
            <a:r>
              <a:rPr lang="en-US" sz="1700" b="1" i="1" dirty="0">
                <a:solidFill>
                  <a:srgbClr val="2E7D4F"/>
                </a:solidFill>
              </a:rPr>
              <a:t>wat</a:t>
            </a:r>
            <a:r>
              <a:rPr lang="en-US" sz="1700" i="1" dirty="0">
                <a:solidFill>
                  <a:srgbClr val="1B2333"/>
                </a:solidFill>
              </a:rPr>
              <a:t> ik fijn vind.</a:t>
            </a:r>
            <a:endParaRPr lang="en-US" sz="1700" dirty="0"/>
          </a:p>
        </p:txBody>
      </p:sp>
      <p:sp>
        <p:nvSpPr>
          <p:cNvPr id="32" name="Text 29"/>
          <p:cNvSpPr txBox="1"/>
          <p:nvPr/>
        </p:nvSpPr>
        <p:spPr>
          <a:xfrm>
            <a:off x="7132320" y="4297680"/>
            <a:ext cx="4389120" cy="438912"/>
          </a:xfrm>
          <a:prstGeom prst="rect">
            <a:avLst/>
          </a:prstGeom>
          <a:noFill/>
          <a:ln/>
        </p:spPr>
        <p:txBody>
          <a:bodyPr wrap="square" lIns="0" tIns="0" rIns="0" bIns="0" rtlCol="0" anchor="ctr"/>
          <a:lstStyle/>
          <a:p>
            <a:pPr algn="l" indent="0" marL="0">
              <a:buNone/>
            </a:pPr>
            <a:r>
              <a:rPr lang="en-US" sz="1500" i="1" dirty="0">
                <a:solidFill>
                  <a:srgbClr val="4A5A70"/>
                </a:solidFill>
              </a:rPr>
              <a:t>« …, ce que je trouve agréable. »</a:t>
            </a:r>
            <a:endParaRPr lang="en-US" sz="1500" dirty="0"/>
          </a:p>
        </p:txBody>
      </p:sp>
      <p:sp>
        <p:nvSpPr>
          <p:cNvPr id="33" name="Shape 30"/>
          <p:cNvSpPr/>
          <p:nvPr/>
        </p:nvSpPr>
        <p:spPr>
          <a:xfrm>
            <a:off x="548640" y="4937760"/>
            <a:ext cx="5458968" cy="1051560"/>
          </a:xfrm>
          <a:prstGeom prst="roundRect">
            <a:avLst>
              <a:gd name="adj" fmla="val 10435"/>
            </a:avLst>
          </a:prstGeom>
          <a:solidFill>
            <a:srgbClr val="E8F4EC"/>
          </a:solidFill>
          <a:ln w="19050">
            <a:solidFill>
              <a:srgbClr val="2E7D4F"/>
            </a:solidFill>
            <a:prstDash val="solid"/>
          </a:ln>
        </p:spPr>
      </p:sp>
      <p:sp>
        <p:nvSpPr>
          <p:cNvPr id="34" name="Text 31"/>
          <p:cNvSpPr txBox="1"/>
          <p:nvPr/>
        </p:nvSpPr>
        <p:spPr>
          <a:xfrm>
            <a:off x="731520" y="499262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35" name="Text 32"/>
          <p:cNvSpPr txBox="1"/>
          <p:nvPr/>
        </p:nvSpPr>
        <p:spPr>
          <a:xfrm>
            <a:off x="731520" y="5376672"/>
            <a:ext cx="5093208" cy="55778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après une virgule, </a:t>
            </a:r>
            <a:r>
              <a:rPr lang="en-US" sz="1450" b="1" i="1" dirty="0">
                <a:solidFill>
                  <a:srgbClr val="2E7D4F"/>
                </a:solidFill>
              </a:rPr>
              <a:t>wat</a:t>
            </a:r>
            <a:r>
              <a:rPr lang="en-US" sz="1450" dirty="0">
                <a:solidFill>
                  <a:srgbClr val="1B2333"/>
                </a:solidFill>
              </a:rPr>
              <a:t> reprend </a:t>
            </a:r>
            <a:r>
              <a:rPr lang="en-US" sz="1450" b="1" dirty="0">
                <a:solidFill>
                  <a:srgbClr val="1B2333"/>
                </a:solidFill>
              </a:rPr>
              <a:t>toute l’idée</a:t>
            </a:r>
            <a:r>
              <a:rPr lang="en-US" sz="1450" dirty="0">
                <a:solidFill>
                  <a:srgbClr val="1B2333"/>
                </a:solidFill>
              </a:rPr>
              <a:t> qui précède</a:t>
            </a:r>
            <a:endParaRPr lang="en-US" sz="1450" dirty="0"/>
          </a:p>
        </p:txBody>
      </p:sp>
      <p:sp>
        <p:nvSpPr>
          <p:cNvPr id="36" name="Shape 33"/>
          <p:cNvSpPr/>
          <p:nvPr/>
        </p:nvSpPr>
        <p:spPr>
          <a:xfrm>
            <a:off x="6181344" y="4937760"/>
            <a:ext cx="5458968" cy="1051560"/>
          </a:xfrm>
          <a:prstGeom prst="roundRect">
            <a:avLst>
              <a:gd name="adj" fmla="val 10435"/>
            </a:avLst>
          </a:prstGeom>
          <a:solidFill>
            <a:srgbClr val="FBEDEB"/>
          </a:solidFill>
          <a:ln w="19050">
            <a:solidFill>
              <a:srgbClr val="B83227"/>
            </a:solidFill>
            <a:prstDash val="solid"/>
          </a:ln>
        </p:spPr>
      </p:sp>
      <p:sp>
        <p:nvSpPr>
          <p:cNvPr id="37" name="Text 34"/>
          <p:cNvSpPr txBox="1"/>
          <p:nvPr/>
        </p:nvSpPr>
        <p:spPr>
          <a:xfrm>
            <a:off x="6364224" y="499262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Attention</a:t>
            </a:r>
            <a:endParaRPr lang="en-US" sz="1500" dirty="0"/>
          </a:p>
        </p:txBody>
      </p:sp>
      <p:sp>
        <p:nvSpPr>
          <p:cNvPr id="38" name="Text 35"/>
          <p:cNvSpPr txBox="1"/>
          <p:nvPr/>
        </p:nvSpPr>
        <p:spPr>
          <a:xfrm>
            <a:off x="6364224" y="5376672"/>
            <a:ext cx="5093208" cy="557784"/>
          </a:xfrm>
          <a:prstGeom prst="rect">
            <a:avLst/>
          </a:prstGeom>
          <a:noFill/>
          <a:ln/>
        </p:spPr>
        <p:txBody>
          <a:bodyPr wrap="square" lIns="0" tIns="0" rIns="0" bIns="0" rtlCol="0" anchor="t"/>
          <a:lstStyle/>
          <a:p>
            <a:pPr algn="l" indent="0" marL="0">
              <a:spcAft>
                <a:spcPts val="300"/>
              </a:spcAft>
              <a:buNone/>
            </a:pPr>
            <a:r>
              <a:rPr lang="en-US" sz="1450" i="1" strike="sngStrike" dirty="0">
                <a:solidFill>
                  <a:srgbClr val="B83227"/>
                </a:solidFill>
              </a:rPr>
              <a:t>…, dat erg lastig is</a:t>
            </a:r>
            <a:r>
              <a:rPr lang="en-US" sz="1450" dirty="0">
                <a:solidFill>
                  <a:srgbClr val="1B2333"/>
                </a:solidFill>
              </a:rPr>
              <a:t> → </a:t>
            </a:r>
            <a:r>
              <a:rPr lang="en-US" sz="1450" b="1" i="1" dirty="0">
                <a:solidFill>
                  <a:srgbClr val="2E7D4F"/>
                </a:solidFill>
              </a:rPr>
              <a:t>wat</a:t>
            </a:r>
            <a:r>
              <a:rPr lang="en-US" sz="1450" dirty="0">
                <a:solidFill>
                  <a:srgbClr val="1B2333"/>
                </a:solidFill>
              </a:rPr>
              <a:t> : il n’y a pas de nom</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Sans nom : wie = celui qui, wat = ce que</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WIE · WAT</a:t>
            </a:r>
            <a:endParaRPr lang="en-US" sz="1200" dirty="0"/>
          </a:p>
        </p:txBody>
      </p:sp>
      <p:sp>
        <p:nvSpPr>
          <p:cNvPr id="5" name="Shape 2"/>
          <p:cNvSpPr/>
          <p:nvPr/>
        </p:nvSpPr>
        <p:spPr>
          <a:xfrm>
            <a:off x="9043416"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2E7D4F"/>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B4236A"/>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waar-</a:t>
            </a:r>
            <a:endParaRPr lang="en-US" sz="900" dirty="0"/>
          </a:p>
        </p:txBody>
      </p:sp>
      <p:sp>
        <p:nvSpPr>
          <p:cNvPr id="15" name="Shape 12"/>
          <p:cNvSpPr/>
          <p:nvPr/>
        </p:nvSpPr>
        <p:spPr>
          <a:xfrm>
            <a:off x="548640" y="1481328"/>
            <a:ext cx="5458968" cy="1280160"/>
          </a:xfrm>
          <a:prstGeom prst="roundRect">
            <a:avLst>
              <a:gd name="adj" fmla="val 8571"/>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777240" y="1600200"/>
            <a:ext cx="1005840" cy="914400"/>
          </a:xfrm>
          <a:prstGeom prst="roundRect">
            <a:avLst>
              <a:gd name="adj" fmla="val 10000"/>
            </a:avLst>
          </a:prstGeom>
          <a:solidFill>
            <a:srgbClr val="FFFFFF"/>
          </a:solidFill>
          <a:ln w="15875">
            <a:solidFill>
              <a:srgbClr val="9AA6B5"/>
            </a:solidFill>
            <a:prstDash val="dash"/>
          </a:ln>
        </p:spPr>
      </p:sp>
      <p:pic>
        <p:nvPicPr>
          <p:cNvPr id="17" name="Image 0" descr="person raising hand">    </p:cNvPr>
          <p:cNvPicPr>
            <a:picLocks noChangeAspect="1"/>
          </p:cNvPicPr>
          <p:nvPr/>
        </p:nvPicPr>
        <p:blipFill>
          <a:blip r:embed="rId1"/>
          <a:stretch>
            <a:fillRect/>
          </a:stretch>
        </p:blipFill>
        <p:spPr>
          <a:xfrm>
            <a:off x="941832" y="1673352"/>
            <a:ext cx="676656" cy="676656"/>
          </a:xfrm>
          <a:prstGeom prst="rect">
            <a:avLst/>
          </a:prstGeom>
        </p:spPr>
      </p:pic>
      <p:sp>
        <p:nvSpPr>
          <p:cNvPr id="18" name="Text 14"/>
          <p:cNvSpPr txBox="1"/>
          <p:nvPr/>
        </p:nvSpPr>
        <p:spPr>
          <a:xfrm>
            <a:off x="777240" y="2523744"/>
            <a:ext cx="1005840" cy="219456"/>
          </a:xfrm>
          <a:prstGeom prst="rect">
            <a:avLst/>
          </a:prstGeom>
          <a:noFill/>
          <a:ln/>
        </p:spPr>
        <p:txBody>
          <a:bodyPr wrap="square" lIns="0" tIns="0" rIns="0" bIns="0" rtlCol="0" anchor="ctr"/>
          <a:lstStyle/>
          <a:p>
            <a:pPr algn="ctr" indent="0" marL="0">
              <a:buNone/>
            </a:pPr>
            <a:r>
              <a:rPr lang="en-US" sz="1050" i="1" dirty="0">
                <a:solidFill>
                  <a:srgbClr val="6B7686"/>
                </a:solidFill>
              </a:rPr>
              <a:t>sans nom</a:t>
            </a:r>
            <a:endParaRPr lang="en-US" sz="1050" dirty="0"/>
          </a:p>
        </p:txBody>
      </p:sp>
      <p:sp>
        <p:nvSpPr>
          <p:cNvPr id="19" name="Shape 15"/>
          <p:cNvSpPr/>
          <p:nvPr/>
        </p:nvSpPr>
        <p:spPr>
          <a:xfrm>
            <a:off x="1920240" y="2103120"/>
            <a:ext cx="640080" cy="914"/>
          </a:xfrm>
          <a:prstGeom prst="line">
            <a:avLst/>
          </a:prstGeom>
          <a:noFill/>
          <a:ln w="28575">
            <a:solidFill>
              <a:srgbClr val="B4236A"/>
            </a:solidFill>
            <a:prstDash val="solid"/>
            <a:tailEnd type="triangle"/>
          </a:ln>
        </p:spPr>
      </p:sp>
      <p:sp>
        <p:nvSpPr>
          <p:cNvPr id="20" name="Shape 16"/>
          <p:cNvSpPr/>
          <p:nvPr/>
        </p:nvSpPr>
        <p:spPr>
          <a:xfrm>
            <a:off x="2651760" y="1691640"/>
            <a:ext cx="822960" cy="822960"/>
          </a:xfrm>
          <a:prstGeom prst="ellipse">
            <a:avLst/>
          </a:prstGeom>
          <a:solidFill>
            <a:srgbClr val="B4236A"/>
          </a:solidFill>
          <a:ln w="25400">
            <a:solidFill>
              <a:srgbClr val="FFFFFF"/>
            </a:solidFill>
            <a:prstDash val="solid"/>
          </a:ln>
        </p:spPr>
      </p:sp>
      <p:sp>
        <p:nvSpPr>
          <p:cNvPr id="21" name="Text 17"/>
          <p:cNvSpPr txBox="1"/>
          <p:nvPr/>
        </p:nvSpPr>
        <p:spPr>
          <a:xfrm>
            <a:off x="2651760" y="1874520"/>
            <a:ext cx="822960" cy="457200"/>
          </a:xfrm>
          <a:prstGeom prst="rect">
            <a:avLst/>
          </a:prstGeom>
          <a:noFill/>
          <a:ln/>
        </p:spPr>
        <p:txBody>
          <a:bodyPr wrap="square" lIns="0" tIns="0" rIns="0" bIns="0" rtlCol="0" anchor="ctr"/>
          <a:lstStyle/>
          <a:p>
            <a:pPr algn="ctr" indent="0" marL="0">
              <a:buNone/>
            </a:pPr>
            <a:r>
              <a:rPr lang="en-US" sz="2100" b="1" dirty="0">
                <a:solidFill>
                  <a:srgbClr val="FFFFFF"/>
                </a:solidFill>
              </a:rPr>
              <a:t>wie</a:t>
            </a:r>
            <a:endParaRPr lang="en-US" sz="2100" dirty="0"/>
          </a:p>
        </p:txBody>
      </p:sp>
      <p:sp>
        <p:nvSpPr>
          <p:cNvPr id="22" name="Text 18"/>
          <p:cNvSpPr txBox="1"/>
          <p:nvPr/>
        </p:nvSpPr>
        <p:spPr>
          <a:xfrm>
            <a:off x="3611880" y="1691640"/>
            <a:ext cx="2286000" cy="822960"/>
          </a:xfrm>
          <a:prstGeom prst="rect">
            <a:avLst/>
          </a:prstGeom>
          <a:noFill/>
          <a:ln/>
        </p:spPr>
        <p:txBody>
          <a:bodyPr wrap="square" lIns="0" tIns="0" rIns="0" bIns="0" rtlCol="0" anchor="ctr"/>
          <a:lstStyle/>
          <a:p>
            <a:pPr algn="l" indent="0" marL="0">
              <a:buNone/>
            </a:pPr>
            <a:r>
              <a:rPr lang="en-US" sz="1800" b="1" dirty="0">
                <a:solidFill>
                  <a:srgbClr val="B4236A"/>
                </a:solidFill>
              </a:rPr>
              <a:t>= </a:t>
            </a:r>
            <a:r>
              <a:rPr lang="en-US" sz="1800" b="1" i="1" dirty="0">
                <a:solidFill>
                  <a:srgbClr val="B4236A"/>
                </a:solidFill>
              </a:rPr>
              <a:t>celui / celle qui…</a:t>
            </a:r>
            <a:endParaRPr lang="en-US" sz="1800" dirty="0"/>
          </a:p>
        </p:txBody>
      </p:sp>
      <p:sp>
        <p:nvSpPr>
          <p:cNvPr id="23" name="Shape 19"/>
          <p:cNvSpPr/>
          <p:nvPr/>
        </p:nvSpPr>
        <p:spPr>
          <a:xfrm>
            <a:off x="6181344" y="1481328"/>
            <a:ext cx="5458968" cy="1280160"/>
          </a:xfrm>
          <a:prstGeom prst="roundRect">
            <a:avLst>
              <a:gd name="adj" fmla="val 8571"/>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24" name="Shape 20"/>
          <p:cNvSpPr/>
          <p:nvPr/>
        </p:nvSpPr>
        <p:spPr>
          <a:xfrm>
            <a:off x="6409944" y="1600200"/>
            <a:ext cx="1005840" cy="914400"/>
          </a:xfrm>
          <a:prstGeom prst="roundRect">
            <a:avLst>
              <a:gd name="adj" fmla="val 10000"/>
            </a:avLst>
          </a:prstGeom>
          <a:solidFill>
            <a:srgbClr val="FFFFFF"/>
          </a:solidFill>
          <a:ln w="15875">
            <a:solidFill>
              <a:srgbClr val="9AA6B5"/>
            </a:solidFill>
            <a:prstDash val="dash"/>
          </a:ln>
        </p:spPr>
      </p:sp>
      <p:pic>
        <p:nvPicPr>
          <p:cNvPr id="25" name="Image 1" descr="package">    </p:cNvPr>
          <p:cNvPicPr>
            <a:picLocks noChangeAspect="1"/>
          </p:cNvPicPr>
          <p:nvPr/>
        </p:nvPicPr>
        <p:blipFill>
          <a:blip r:embed="rId2"/>
          <a:stretch>
            <a:fillRect/>
          </a:stretch>
        </p:blipFill>
        <p:spPr>
          <a:xfrm>
            <a:off x="6574536" y="1673352"/>
            <a:ext cx="676656" cy="676656"/>
          </a:xfrm>
          <a:prstGeom prst="rect">
            <a:avLst/>
          </a:prstGeom>
        </p:spPr>
      </p:pic>
      <p:sp>
        <p:nvSpPr>
          <p:cNvPr id="26" name="Text 21"/>
          <p:cNvSpPr txBox="1"/>
          <p:nvPr/>
        </p:nvSpPr>
        <p:spPr>
          <a:xfrm>
            <a:off x="6409944" y="2523744"/>
            <a:ext cx="1005840" cy="219456"/>
          </a:xfrm>
          <a:prstGeom prst="rect">
            <a:avLst/>
          </a:prstGeom>
          <a:noFill/>
          <a:ln/>
        </p:spPr>
        <p:txBody>
          <a:bodyPr wrap="square" lIns="0" tIns="0" rIns="0" bIns="0" rtlCol="0" anchor="ctr"/>
          <a:lstStyle/>
          <a:p>
            <a:pPr algn="ctr" indent="0" marL="0">
              <a:buNone/>
            </a:pPr>
            <a:r>
              <a:rPr lang="en-US" sz="1050" i="1" dirty="0">
                <a:solidFill>
                  <a:srgbClr val="6B7686"/>
                </a:solidFill>
              </a:rPr>
              <a:t>sans nom</a:t>
            </a:r>
            <a:endParaRPr lang="en-US" sz="1050" dirty="0"/>
          </a:p>
        </p:txBody>
      </p:sp>
      <p:sp>
        <p:nvSpPr>
          <p:cNvPr id="27" name="Shape 22"/>
          <p:cNvSpPr/>
          <p:nvPr/>
        </p:nvSpPr>
        <p:spPr>
          <a:xfrm>
            <a:off x="7552944" y="2103120"/>
            <a:ext cx="640080" cy="914"/>
          </a:xfrm>
          <a:prstGeom prst="line">
            <a:avLst/>
          </a:prstGeom>
          <a:noFill/>
          <a:ln w="28575">
            <a:solidFill>
              <a:srgbClr val="2E7D4F"/>
            </a:solidFill>
            <a:prstDash val="solid"/>
            <a:tailEnd type="triangle"/>
          </a:ln>
        </p:spPr>
      </p:sp>
      <p:sp>
        <p:nvSpPr>
          <p:cNvPr id="28" name="Shape 23"/>
          <p:cNvSpPr/>
          <p:nvPr/>
        </p:nvSpPr>
        <p:spPr>
          <a:xfrm>
            <a:off x="8284464" y="1691640"/>
            <a:ext cx="822960" cy="822960"/>
          </a:xfrm>
          <a:prstGeom prst="ellipse">
            <a:avLst/>
          </a:prstGeom>
          <a:solidFill>
            <a:srgbClr val="2E7D4F"/>
          </a:solidFill>
          <a:ln w="25400">
            <a:solidFill>
              <a:srgbClr val="FFFFFF"/>
            </a:solidFill>
            <a:prstDash val="solid"/>
          </a:ln>
        </p:spPr>
      </p:sp>
      <p:sp>
        <p:nvSpPr>
          <p:cNvPr id="29" name="Text 24"/>
          <p:cNvSpPr txBox="1"/>
          <p:nvPr/>
        </p:nvSpPr>
        <p:spPr>
          <a:xfrm>
            <a:off x="8284464" y="1874520"/>
            <a:ext cx="822960" cy="457200"/>
          </a:xfrm>
          <a:prstGeom prst="rect">
            <a:avLst/>
          </a:prstGeom>
          <a:noFill/>
          <a:ln/>
        </p:spPr>
        <p:txBody>
          <a:bodyPr wrap="square" lIns="0" tIns="0" rIns="0" bIns="0" rtlCol="0" anchor="ctr"/>
          <a:lstStyle/>
          <a:p>
            <a:pPr algn="ctr" indent="0" marL="0">
              <a:buNone/>
            </a:pPr>
            <a:r>
              <a:rPr lang="en-US" sz="2100" b="1" dirty="0">
                <a:solidFill>
                  <a:srgbClr val="FFFFFF"/>
                </a:solidFill>
              </a:rPr>
              <a:t>wat</a:t>
            </a:r>
            <a:endParaRPr lang="en-US" sz="2100" dirty="0"/>
          </a:p>
        </p:txBody>
      </p:sp>
      <p:sp>
        <p:nvSpPr>
          <p:cNvPr id="30" name="Text 25"/>
          <p:cNvSpPr txBox="1"/>
          <p:nvPr/>
        </p:nvSpPr>
        <p:spPr>
          <a:xfrm>
            <a:off x="9244584" y="1691640"/>
            <a:ext cx="2286000" cy="822960"/>
          </a:xfrm>
          <a:prstGeom prst="rect">
            <a:avLst/>
          </a:prstGeom>
          <a:noFill/>
          <a:ln/>
        </p:spPr>
        <p:txBody>
          <a:bodyPr wrap="square" lIns="0" tIns="0" rIns="0" bIns="0" rtlCol="0" anchor="ctr"/>
          <a:lstStyle/>
          <a:p>
            <a:pPr algn="l" indent="0" marL="0">
              <a:buNone/>
            </a:pPr>
            <a:r>
              <a:rPr lang="en-US" sz="1800" b="1" dirty="0">
                <a:solidFill>
                  <a:srgbClr val="2E7D4F"/>
                </a:solidFill>
              </a:rPr>
              <a:t>= </a:t>
            </a:r>
            <a:r>
              <a:rPr lang="en-US" sz="1800" b="1" i="1" dirty="0">
                <a:solidFill>
                  <a:srgbClr val="2E7D4F"/>
                </a:solidFill>
              </a:rPr>
              <a:t>ce qui, ce que…</a:t>
            </a:r>
            <a:endParaRPr lang="en-US" sz="1800" dirty="0"/>
          </a:p>
        </p:txBody>
      </p:sp>
      <p:sp>
        <p:nvSpPr>
          <p:cNvPr id="31" name="Shape 26"/>
          <p:cNvSpPr/>
          <p:nvPr/>
        </p:nvSpPr>
        <p:spPr>
          <a:xfrm>
            <a:off x="548640" y="2971800"/>
            <a:ext cx="11091672" cy="420624"/>
          </a:xfrm>
          <a:prstGeom prst="roundRect">
            <a:avLst>
              <a:gd name="adj" fmla="val 17391"/>
            </a:avLst>
          </a:prstGeom>
          <a:solidFill>
            <a:srgbClr val="EEF3F8"/>
          </a:solidFill>
          <a:ln w="12700">
            <a:solidFill>
              <a:srgbClr val="FFFFFF">
                <a:alpha val="0"/>
              </a:srgbClr>
            </a:solidFill>
            <a:prstDash val="solid"/>
          </a:ln>
        </p:spPr>
      </p:sp>
      <p:sp>
        <p:nvSpPr>
          <p:cNvPr id="32" name="Text 27"/>
          <p:cNvSpPr txBox="1"/>
          <p:nvPr/>
        </p:nvSpPr>
        <p:spPr>
          <a:xfrm>
            <a:off x="731520" y="2971800"/>
            <a:ext cx="5303520" cy="420624"/>
          </a:xfrm>
          <a:prstGeom prst="rect">
            <a:avLst/>
          </a:prstGeom>
          <a:noFill/>
          <a:ln/>
        </p:spPr>
        <p:txBody>
          <a:bodyPr wrap="square" lIns="0" tIns="0" rIns="0" bIns="0" rtlCol="0" anchor="ctr"/>
          <a:lstStyle/>
          <a:p>
            <a:pPr algn="l" indent="0" marL="0">
              <a:buNone/>
            </a:pPr>
            <a:r>
              <a:rPr lang="en-US" sz="1700" b="1" i="1" dirty="0">
                <a:solidFill>
                  <a:srgbClr val="B4236A"/>
                </a:solidFill>
              </a:rPr>
              <a:t>Wie</a:t>
            </a:r>
            <a:r>
              <a:rPr lang="en-US" sz="1700" i="1" dirty="0">
                <a:solidFill>
                  <a:srgbClr val="1B2333"/>
                </a:solidFill>
              </a:rPr>
              <a:t> te laat </a:t>
            </a:r>
            <a:r>
              <a:rPr lang="en-US" sz="1700" b="1" i="1" dirty="0">
                <a:solidFill>
                  <a:srgbClr val="B83227"/>
                </a:solidFill>
              </a:rPr>
              <a:t>komt</a:t>
            </a:r>
            <a:r>
              <a:rPr lang="en-US" sz="1700" i="1" dirty="0">
                <a:solidFill>
                  <a:srgbClr val="1B2333"/>
                </a:solidFill>
              </a:rPr>
              <a:t>, </a:t>
            </a:r>
            <a:r>
              <a:rPr lang="en-US" sz="1700" b="1" i="1" dirty="0">
                <a:solidFill>
                  <a:srgbClr val="B83227"/>
                </a:solidFill>
              </a:rPr>
              <a:t>betaalt</a:t>
            </a:r>
            <a:r>
              <a:rPr lang="en-US" sz="1700" i="1" dirty="0">
                <a:solidFill>
                  <a:srgbClr val="1B2333"/>
                </a:solidFill>
              </a:rPr>
              <a:t> de koffie.</a:t>
            </a:r>
            <a:endParaRPr lang="en-US" sz="1700" dirty="0"/>
          </a:p>
        </p:txBody>
      </p:sp>
      <p:sp>
        <p:nvSpPr>
          <p:cNvPr id="33" name="Text 28"/>
          <p:cNvSpPr txBox="1"/>
          <p:nvPr/>
        </p:nvSpPr>
        <p:spPr>
          <a:xfrm>
            <a:off x="6172200" y="2971800"/>
            <a:ext cx="5394960" cy="420624"/>
          </a:xfrm>
          <a:prstGeom prst="rect">
            <a:avLst/>
          </a:prstGeom>
          <a:noFill/>
          <a:ln/>
        </p:spPr>
        <p:txBody>
          <a:bodyPr wrap="square" lIns="0" tIns="0" rIns="0" bIns="0" rtlCol="0" anchor="ctr"/>
          <a:lstStyle/>
          <a:p>
            <a:pPr algn="l" indent="0" marL="0">
              <a:buNone/>
            </a:pPr>
            <a:r>
              <a:rPr lang="en-US" sz="1500" i="1" dirty="0">
                <a:solidFill>
                  <a:srgbClr val="4A5A70"/>
                </a:solidFill>
              </a:rPr>
              <a:t>« Celui qui arrive en retard paie le café. »</a:t>
            </a:r>
            <a:endParaRPr lang="en-US" sz="1500" dirty="0"/>
          </a:p>
        </p:txBody>
      </p:sp>
      <p:sp>
        <p:nvSpPr>
          <p:cNvPr id="34" name="Shape 29"/>
          <p:cNvSpPr/>
          <p:nvPr/>
        </p:nvSpPr>
        <p:spPr>
          <a:xfrm>
            <a:off x="548640" y="3447288"/>
            <a:ext cx="11091672" cy="420624"/>
          </a:xfrm>
          <a:prstGeom prst="roundRect">
            <a:avLst>
              <a:gd name="adj" fmla="val 17391"/>
            </a:avLst>
          </a:prstGeom>
          <a:solidFill>
            <a:srgbClr val="FFFFFF"/>
          </a:solidFill>
          <a:ln w="12700">
            <a:solidFill>
              <a:srgbClr val="FFFFFF">
                <a:alpha val="0"/>
              </a:srgbClr>
            </a:solidFill>
            <a:prstDash val="solid"/>
          </a:ln>
        </p:spPr>
      </p:sp>
      <p:sp>
        <p:nvSpPr>
          <p:cNvPr id="35" name="Text 30"/>
          <p:cNvSpPr txBox="1"/>
          <p:nvPr/>
        </p:nvSpPr>
        <p:spPr>
          <a:xfrm>
            <a:off x="731520" y="3447288"/>
            <a:ext cx="5303520" cy="420624"/>
          </a:xfrm>
          <a:prstGeom prst="rect">
            <a:avLst/>
          </a:prstGeom>
          <a:noFill/>
          <a:ln/>
        </p:spPr>
        <p:txBody>
          <a:bodyPr wrap="square" lIns="0" tIns="0" rIns="0" bIns="0" rtlCol="0" anchor="ctr"/>
          <a:lstStyle/>
          <a:p>
            <a:pPr algn="l" indent="0" marL="0">
              <a:buNone/>
            </a:pPr>
            <a:r>
              <a:rPr lang="en-US" sz="1700" b="1" i="1" dirty="0">
                <a:solidFill>
                  <a:srgbClr val="B4236A"/>
                </a:solidFill>
              </a:rPr>
              <a:t>Wie</a:t>
            </a:r>
            <a:r>
              <a:rPr lang="en-US" sz="1700" i="1" dirty="0">
                <a:solidFill>
                  <a:srgbClr val="1B2333"/>
                </a:solidFill>
              </a:rPr>
              <a:t> wil meedoen, kan zich inschrijven.</a:t>
            </a:r>
            <a:endParaRPr lang="en-US" sz="1700" dirty="0"/>
          </a:p>
        </p:txBody>
      </p:sp>
      <p:sp>
        <p:nvSpPr>
          <p:cNvPr id="36" name="Text 31"/>
          <p:cNvSpPr txBox="1"/>
          <p:nvPr/>
        </p:nvSpPr>
        <p:spPr>
          <a:xfrm>
            <a:off x="6172200" y="3447288"/>
            <a:ext cx="5394960" cy="420624"/>
          </a:xfrm>
          <a:prstGeom prst="rect">
            <a:avLst/>
          </a:prstGeom>
          <a:noFill/>
          <a:ln/>
        </p:spPr>
        <p:txBody>
          <a:bodyPr wrap="square" lIns="0" tIns="0" rIns="0" bIns="0" rtlCol="0" anchor="ctr"/>
          <a:lstStyle/>
          <a:p>
            <a:pPr algn="l" indent="0" marL="0">
              <a:buNone/>
            </a:pPr>
            <a:r>
              <a:rPr lang="en-US" sz="1500" i="1" dirty="0">
                <a:solidFill>
                  <a:srgbClr val="4A5A70"/>
                </a:solidFill>
              </a:rPr>
              <a:t>« Ceux qui veulent participer peuvent s’inscrire. »</a:t>
            </a:r>
            <a:endParaRPr lang="en-US" sz="1500" dirty="0"/>
          </a:p>
        </p:txBody>
      </p:sp>
      <p:sp>
        <p:nvSpPr>
          <p:cNvPr id="37" name="Shape 32"/>
          <p:cNvSpPr/>
          <p:nvPr/>
        </p:nvSpPr>
        <p:spPr>
          <a:xfrm>
            <a:off x="548640" y="3922776"/>
            <a:ext cx="11091672" cy="420624"/>
          </a:xfrm>
          <a:prstGeom prst="roundRect">
            <a:avLst>
              <a:gd name="adj" fmla="val 17391"/>
            </a:avLst>
          </a:prstGeom>
          <a:solidFill>
            <a:srgbClr val="EEF3F8"/>
          </a:solidFill>
          <a:ln w="12700">
            <a:solidFill>
              <a:srgbClr val="FFFFFF">
                <a:alpha val="0"/>
              </a:srgbClr>
            </a:solidFill>
            <a:prstDash val="solid"/>
          </a:ln>
        </p:spPr>
      </p:sp>
      <p:sp>
        <p:nvSpPr>
          <p:cNvPr id="38" name="Text 33"/>
          <p:cNvSpPr txBox="1"/>
          <p:nvPr/>
        </p:nvSpPr>
        <p:spPr>
          <a:xfrm>
            <a:off x="731520" y="3922776"/>
            <a:ext cx="5303520" cy="420624"/>
          </a:xfrm>
          <a:prstGeom prst="rect">
            <a:avLst/>
          </a:prstGeom>
          <a:noFill/>
          <a:ln/>
        </p:spPr>
        <p:txBody>
          <a:bodyPr wrap="square" lIns="0" tIns="0" rIns="0" bIns="0" rtlCol="0" anchor="ctr"/>
          <a:lstStyle/>
          <a:p>
            <a:pPr algn="l" indent="0" marL="0">
              <a:buNone/>
            </a:pPr>
            <a:r>
              <a:rPr lang="en-US" sz="1700" b="1" i="1" dirty="0">
                <a:solidFill>
                  <a:srgbClr val="2E7D4F"/>
                </a:solidFill>
              </a:rPr>
              <a:t>Wat</a:t>
            </a:r>
            <a:r>
              <a:rPr lang="en-US" sz="1700" i="1" dirty="0">
                <a:solidFill>
                  <a:srgbClr val="1B2333"/>
                </a:solidFill>
              </a:rPr>
              <a:t> je zegt, is niet waar.</a:t>
            </a:r>
            <a:endParaRPr lang="en-US" sz="1700" dirty="0"/>
          </a:p>
        </p:txBody>
      </p:sp>
      <p:sp>
        <p:nvSpPr>
          <p:cNvPr id="39" name="Text 34"/>
          <p:cNvSpPr txBox="1"/>
          <p:nvPr/>
        </p:nvSpPr>
        <p:spPr>
          <a:xfrm>
            <a:off x="6172200" y="3922776"/>
            <a:ext cx="5394960" cy="420624"/>
          </a:xfrm>
          <a:prstGeom prst="rect">
            <a:avLst/>
          </a:prstGeom>
          <a:noFill/>
          <a:ln/>
        </p:spPr>
        <p:txBody>
          <a:bodyPr wrap="square" lIns="0" tIns="0" rIns="0" bIns="0" rtlCol="0" anchor="ctr"/>
          <a:lstStyle/>
          <a:p>
            <a:pPr algn="l" indent="0" marL="0">
              <a:buNone/>
            </a:pPr>
            <a:r>
              <a:rPr lang="en-US" sz="1500" i="1" dirty="0">
                <a:solidFill>
                  <a:srgbClr val="4A5A70"/>
                </a:solidFill>
              </a:rPr>
              <a:t>« Ce que tu dis n’est pas vrai. »</a:t>
            </a:r>
            <a:endParaRPr lang="en-US" sz="1500" dirty="0"/>
          </a:p>
        </p:txBody>
      </p:sp>
      <p:sp>
        <p:nvSpPr>
          <p:cNvPr id="40" name="Shape 35"/>
          <p:cNvSpPr/>
          <p:nvPr/>
        </p:nvSpPr>
        <p:spPr>
          <a:xfrm>
            <a:off x="548640" y="4398264"/>
            <a:ext cx="11091672" cy="420624"/>
          </a:xfrm>
          <a:prstGeom prst="roundRect">
            <a:avLst>
              <a:gd name="adj" fmla="val 17391"/>
            </a:avLst>
          </a:prstGeom>
          <a:solidFill>
            <a:srgbClr val="FFFFFF"/>
          </a:solidFill>
          <a:ln w="12700">
            <a:solidFill>
              <a:srgbClr val="FFFFFF">
                <a:alpha val="0"/>
              </a:srgbClr>
            </a:solidFill>
            <a:prstDash val="solid"/>
          </a:ln>
        </p:spPr>
      </p:sp>
      <p:sp>
        <p:nvSpPr>
          <p:cNvPr id="41" name="Text 36"/>
          <p:cNvSpPr txBox="1"/>
          <p:nvPr/>
        </p:nvSpPr>
        <p:spPr>
          <a:xfrm>
            <a:off x="731520" y="4398264"/>
            <a:ext cx="5303520" cy="420624"/>
          </a:xfrm>
          <a:prstGeom prst="rect">
            <a:avLst/>
          </a:prstGeom>
          <a:noFill/>
          <a:ln/>
        </p:spPr>
        <p:txBody>
          <a:bodyPr wrap="square" lIns="0" tIns="0" rIns="0" bIns="0" rtlCol="0" anchor="ctr"/>
          <a:lstStyle/>
          <a:p>
            <a:pPr algn="l" indent="0" marL="0">
              <a:buNone/>
            </a:pPr>
            <a:r>
              <a:rPr lang="en-US" sz="1700" i="1" dirty="0">
                <a:solidFill>
                  <a:srgbClr val="1B2333"/>
                </a:solidFill>
              </a:rPr>
              <a:t>Ik begrijp niet </a:t>
            </a:r>
            <a:r>
              <a:rPr lang="en-US" sz="1700" b="1" i="1" dirty="0">
                <a:solidFill>
                  <a:srgbClr val="2E7D4F"/>
                </a:solidFill>
              </a:rPr>
              <a:t>wat</a:t>
            </a:r>
            <a:r>
              <a:rPr lang="en-US" sz="1700" i="1" dirty="0">
                <a:solidFill>
                  <a:srgbClr val="1B2333"/>
                </a:solidFill>
              </a:rPr>
              <a:t> hij bedoelt.</a:t>
            </a:r>
            <a:endParaRPr lang="en-US" sz="1700" dirty="0"/>
          </a:p>
        </p:txBody>
      </p:sp>
      <p:sp>
        <p:nvSpPr>
          <p:cNvPr id="42" name="Text 37"/>
          <p:cNvSpPr txBox="1"/>
          <p:nvPr/>
        </p:nvSpPr>
        <p:spPr>
          <a:xfrm>
            <a:off x="6172200" y="4398264"/>
            <a:ext cx="5394960" cy="420624"/>
          </a:xfrm>
          <a:prstGeom prst="rect">
            <a:avLst/>
          </a:prstGeom>
          <a:noFill/>
          <a:ln/>
        </p:spPr>
        <p:txBody>
          <a:bodyPr wrap="square" lIns="0" tIns="0" rIns="0" bIns="0" rtlCol="0" anchor="ctr"/>
          <a:lstStyle/>
          <a:p>
            <a:pPr algn="l" indent="0" marL="0">
              <a:buNone/>
            </a:pPr>
            <a:r>
              <a:rPr lang="en-US" sz="1500" i="1" dirty="0">
                <a:solidFill>
                  <a:srgbClr val="4A5A70"/>
                </a:solidFill>
              </a:rPr>
              <a:t>« Je ne comprends pas ce qu’il veut dire. »</a:t>
            </a:r>
            <a:endParaRPr lang="en-US" sz="1500" dirty="0"/>
          </a:p>
        </p:txBody>
      </p:sp>
      <p:sp>
        <p:nvSpPr>
          <p:cNvPr id="43" name="Shape 38"/>
          <p:cNvSpPr/>
          <p:nvPr/>
        </p:nvSpPr>
        <p:spPr>
          <a:xfrm>
            <a:off x="548640" y="5029200"/>
            <a:ext cx="5458968" cy="1143000"/>
          </a:xfrm>
          <a:prstGeom prst="roundRect">
            <a:avLst>
              <a:gd name="adj" fmla="val 9600"/>
            </a:avLst>
          </a:prstGeom>
          <a:solidFill>
            <a:srgbClr val="E8F4EC"/>
          </a:solidFill>
          <a:ln w="19050">
            <a:solidFill>
              <a:srgbClr val="2E7D4F"/>
            </a:solidFill>
            <a:prstDash val="solid"/>
          </a:ln>
        </p:spPr>
      </p:sp>
      <p:sp>
        <p:nvSpPr>
          <p:cNvPr id="44" name="Text 39"/>
          <p:cNvSpPr txBox="1"/>
          <p:nvPr/>
        </p:nvSpPr>
        <p:spPr>
          <a:xfrm>
            <a:off x="731520" y="508406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45" name="Text 40"/>
          <p:cNvSpPr txBox="1"/>
          <p:nvPr/>
        </p:nvSpPr>
        <p:spPr>
          <a:xfrm>
            <a:off x="731520" y="5468112"/>
            <a:ext cx="5093208" cy="64922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pas de nom : une personne → </a:t>
            </a:r>
            <a:r>
              <a:rPr lang="en-US" sz="1450" b="1" i="1" dirty="0">
                <a:solidFill>
                  <a:srgbClr val="B4236A"/>
                </a:solidFill>
              </a:rPr>
              <a:t>wie</a:t>
            </a:r>
            <a:r>
              <a:rPr lang="en-US" sz="1450" dirty="0">
                <a:solidFill>
                  <a:srgbClr val="1B2333"/>
                </a:solidFill>
              </a:rPr>
              <a:t> · une chose → </a:t>
            </a:r>
            <a:r>
              <a:rPr lang="en-US" sz="1450" b="1" i="1" dirty="0">
                <a:solidFill>
                  <a:srgbClr val="2E7D4F"/>
                </a:solidFill>
              </a:rPr>
              <a:t>wat</a:t>
            </a:r>
            <a:endParaRPr lang="en-US" sz="1450" dirty="0"/>
          </a:p>
        </p:txBody>
      </p:sp>
      <p:sp>
        <p:nvSpPr>
          <p:cNvPr id="46" name="Shape 41"/>
          <p:cNvSpPr/>
          <p:nvPr/>
        </p:nvSpPr>
        <p:spPr>
          <a:xfrm>
            <a:off x="6181344" y="5029200"/>
            <a:ext cx="5458968" cy="1143000"/>
          </a:xfrm>
          <a:prstGeom prst="roundRect">
            <a:avLst>
              <a:gd name="adj" fmla="val 9600"/>
            </a:avLst>
          </a:prstGeom>
          <a:solidFill>
            <a:srgbClr val="EAF2FB"/>
          </a:solidFill>
          <a:ln w="19050">
            <a:solidFill>
              <a:srgbClr val="2A6FB0"/>
            </a:solidFill>
            <a:prstDash val="solid"/>
          </a:ln>
        </p:spPr>
      </p:sp>
      <p:sp>
        <p:nvSpPr>
          <p:cNvPr id="47" name="Text 42"/>
          <p:cNvSpPr txBox="1"/>
          <p:nvPr/>
        </p:nvSpPr>
        <p:spPr>
          <a:xfrm>
            <a:off x="6364224" y="5084064"/>
            <a:ext cx="5093208" cy="384048"/>
          </a:xfrm>
          <a:prstGeom prst="rect">
            <a:avLst/>
          </a:prstGeom>
          <a:noFill/>
          <a:ln/>
        </p:spPr>
        <p:txBody>
          <a:bodyPr wrap="square" lIns="0" tIns="0" rIns="0" bIns="0" rtlCol="0" anchor="ctr"/>
          <a:lstStyle/>
          <a:p>
            <a:pPr algn="l" indent="0" marL="0">
              <a:buNone/>
            </a:pPr>
            <a:r>
              <a:rPr lang="en-US" sz="1500" b="1" dirty="0">
                <a:solidFill>
                  <a:srgbClr val="2A6FB0"/>
                </a:solidFill>
              </a:rPr>
              <a:t>+ Plus formel</a:t>
            </a:r>
            <a:endParaRPr lang="en-US" sz="1500" dirty="0"/>
          </a:p>
        </p:txBody>
      </p:sp>
      <p:sp>
        <p:nvSpPr>
          <p:cNvPr id="48" name="Text 43"/>
          <p:cNvSpPr txBox="1"/>
          <p:nvPr/>
        </p:nvSpPr>
        <p:spPr>
          <a:xfrm>
            <a:off x="6364224" y="5468112"/>
            <a:ext cx="5093208" cy="649224"/>
          </a:xfrm>
          <a:prstGeom prst="rect">
            <a:avLst/>
          </a:prstGeom>
          <a:noFill/>
          <a:ln/>
        </p:spPr>
        <p:txBody>
          <a:bodyPr wrap="square" lIns="0" tIns="0" rIns="0" bIns="0" rtlCol="0" anchor="t"/>
          <a:lstStyle/>
          <a:p>
            <a:pPr algn="l" indent="0" marL="0">
              <a:spcAft>
                <a:spcPts val="300"/>
              </a:spcAft>
              <a:buNone/>
            </a:pPr>
            <a:r>
              <a:rPr lang="en-US" sz="1450" i="1" dirty="0">
                <a:solidFill>
                  <a:srgbClr val="1B2333"/>
                </a:solidFill>
              </a:rPr>
              <a:t>degene </a:t>
            </a:r>
            <a:r>
              <a:rPr lang="en-US" sz="1450" b="1" i="1" dirty="0">
                <a:solidFill>
                  <a:srgbClr val="17375E"/>
                </a:solidFill>
              </a:rPr>
              <a:t>die</a:t>
            </a:r>
            <a:r>
              <a:rPr lang="en-US" sz="1450" dirty="0">
                <a:solidFill>
                  <a:srgbClr val="1B2333"/>
                </a:solidFill>
              </a:rPr>
              <a:t> (celui / celle qui) · </a:t>
            </a:r>
            <a:r>
              <a:rPr lang="en-US" sz="1450" i="1" dirty="0">
                <a:solidFill>
                  <a:srgbClr val="1B2333"/>
                </a:solidFill>
              </a:rPr>
              <a:t>diegenen </a:t>
            </a:r>
            <a:r>
              <a:rPr lang="en-US" sz="1450" b="1" i="1" dirty="0">
                <a:solidFill>
                  <a:srgbClr val="17375E"/>
                </a:solidFill>
              </a:rPr>
              <a:t>die</a:t>
            </a:r>
            <a:r>
              <a:rPr lang="en-US" sz="1450" dirty="0">
                <a:solidFill>
                  <a:srgbClr val="1B2333"/>
                </a:solidFill>
              </a:rPr>
              <a:t> (ceux qui) · </a:t>
            </a:r>
            <a:r>
              <a:rPr lang="en-US" sz="1450" i="1" dirty="0">
                <a:solidFill>
                  <a:srgbClr val="1B2333"/>
                </a:solidFill>
              </a:rPr>
              <a:t>datgene </a:t>
            </a:r>
            <a:r>
              <a:rPr lang="en-US" sz="1450" b="1" i="1" dirty="0">
                <a:solidFill>
                  <a:srgbClr val="2E7D4F"/>
                </a:solidFill>
              </a:rPr>
              <a:t>wat</a:t>
            </a:r>
            <a:r>
              <a:rPr lang="en-US" sz="1450" dirty="0">
                <a:solidFill>
                  <a:srgbClr val="1B2333"/>
                </a:solidFill>
              </a:rPr>
              <a:t> (ce que)</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Avec une préposition : personne ou chose ?</a:t>
            </a:r>
            <a:endParaRPr lang="en-US" sz="3000" dirty="0"/>
          </a:p>
        </p:txBody>
      </p:sp>
      <p:sp>
        <p:nvSpPr>
          <p:cNvPr id="3" name="tag"/>
          <p:cNvSpPr/>
          <p:nvPr/>
        </p:nvSpPr>
        <p:spPr>
          <a:xfrm>
            <a:off x="548640" y="237744"/>
            <a:ext cx="155448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WIE · WAAR</a:t>
            </a:r>
            <a:endParaRPr lang="en-US" sz="1200" dirty="0"/>
          </a:p>
        </p:txBody>
      </p:sp>
      <p:sp>
        <p:nvSpPr>
          <p:cNvPr id="5" name="Shape 2"/>
          <p:cNvSpPr/>
          <p:nvPr/>
        </p:nvSpPr>
        <p:spPr>
          <a:xfrm>
            <a:off x="9043416"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B4236A"/>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sp>
        <p:nvSpPr>
          <p:cNvPr id="15" name="Shape 12"/>
          <p:cNvSpPr/>
          <p:nvPr/>
        </p:nvSpPr>
        <p:spPr>
          <a:xfrm>
            <a:off x="4114800" y="1463040"/>
            <a:ext cx="3959352" cy="475488"/>
          </a:xfrm>
          <a:prstGeom prst="roundRect">
            <a:avLst>
              <a:gd name="adj" fmla="val 50000"/>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4114800" y="1463040"/>
            <a:ext cx="3959352" cy="475488"/>
          </a:xfrm>
          <a:prstGeom prst="rect">
            <a:avLst/>
          </a:prstGeom>
          <a:noFill/>
          <a:ln/>
        </p:spPr>
        <p:txBody>
          <a:bodyPr wrap="square" lIns="0" tIns="0" rIns="0" bIns="0" rtlCol="0" anchor="ctr"/>
          <a:lstStyle/>
          <a:p>
            <a:pPr algn="ctr" indent="0" marL="0">
              <a:buNone/>
            </a:pPr>
            <a:r>
              <a:rPr lang="en-US" sz="1700" b="1" dirty="0">
                <a:solidFill>
                  <a:srgbClr val="17375E"/>
                </a:solidFill>
              </a:rPr>
              <a:t>préposition + relatif ?</a:t>
            </a:r>
            <a:endParaRPr lang="en-US" sz="1700" dirty="0"/>
          </a:p>
        </p:txBody>
      </p:sp>
      <p:sp>
        <p:nvSpPr>
          <p:cNvPr id="17" name="Shape 14"/>
          <p:cNvSpPr/>
          <p:nvPr/>
        </p:nvSpPr>
        <p:spPr>
          <a:xfrm flipH="1">
            <a:off x="3273552" y="1938528"/>
            <a:ext cx="1481328" cy="274320"/>
          </a:xfrm>
          <a:prstGeom prst="line">
            <a:avLst/>
          </a:prstGeom>
          <a:noFill/>
          <a:ln w="25400">
            <a:solidFill>
              <a:srgbClr val="B4236A"/>
            </a:solidFill>
            <a:prstDash val="solid"/>
            <a:tailEnd type="triangle"/>
          </a:ln>
        </p:spPr>
      </p:sp>
      <p:sp>
        <p:nvSpPr>
          <p:cNvPr id="18" name="Shape 15"/>
          <p:cNvSpPr/>
          <p:nvPr/>
        </p:nvSpPr>
        <p:spPr>
          <a:xfrm>
            <a:off x="548640" y="2240280"/>
            <a:ext cx="5458968" cy="2606040"/>
          </a:xfrm>
          <a:prstGeom prst="roundRect">
            <a:avLst>
              <a:gd name="adj" fmla="val 4211"/>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19" name="Shape 16"/>
          <p:cNvSpPr/>
          <p:nvPr/>
        </p:nvSpPr>
        <p:spPr>
          <a:xfrm>
            <a:off x="548640" y="2240280"/>
            <a:ext cx="5458968" cy="548640"/>
          </a:xfrm>
          <a:prstGeom prst="roundRect">
            <a:avLst>
              <a:gd name="adj" fmla="val 20000"/>
            </a:avLst>
          </a:prstGeom>
          <a:solidFill>
            <a:srgbClr val="B4236A"/>
          </a:solidFill>
          <a:ln w="12700">
            <a:solidFill>
              <a:srgbClr val="FFFFFF">
                <a:alpha val="0"/>
              </a:srgbClr>
            </a:solidFill>
            <a:prstDash val="solid"/>
          </a:ln>
        </p:spPr>
      </p:sp>
      <p:sp>
        <p:nvSpPr>
          <p:cNvPr id="20" name="Shape 17"/>
          <p:cNvSpPr/>
          <p:nvPr/>
        </p:nvSpPr>
        <p:spPr>
          <a:xfrm>
            <a:off x="548640" y="2606040"/>
            <a:ext cx="5458968" cy="182880"/>
          </a:xfrm>
          <a:prstGeom prst="rect">
            <a:avLst/>
          </a:prstGeom>
          <a:solidFill>
            <a:srgbClr val="B4236A"/>
          </a:solidFill>
          <a:ln w="12700">
            <a:solidFill>
              <a:srgbClr val="FFFFFF">
                <a:alpha val="0"/>
              </a:srgbClr>
            </a:solidFill>
            <a:prstDash val="solid"/>
          </a:ln>
        </p:spPr>
      </p:sp>
      <p:sp>
        <p:nvSpPr>
          <p:cNvPr id="21" name="Text 18"/>
          <p:cNvSpPr txBox="1"/>
          <p:nvPr/>
        </p:nvSpPr>
        <p:spPr>
          <a:xfrm>
            <a:off x="777240" y="2240280"/>
            <a:ext cx="4480560" cy="548640"/>
          </a:xfrm>
          <a:prstGeom prst="rect">
            <a:avLst/>
          </a:prstGeom>
          <a:noFill/>
          <a:ln/>
        </p:spPr>
        <p:txBody>
          <a:bodyPr wrap="square" lIns="0" tIns="0" rIns="0" bIns="0" rtlCol="0" anchor="ctr"/>
          <a:lstStyle/>
          <a:p>
            <a:pPr algn="l" indent="0" marL="0">
              <a:buNone/>
            </a:pPr>
            <a:r>
              <a:rPr lang="en-US" sz="1500" b="1" dirty="0">
                <a:solidFill>
                  <a:srgbClr val="FFFFFF"/>
                </a:solidFill>
              </a:rPr>
              <a:t>UNE PERSONNE → préposition + wie</a:t>
            </a:r>
            <a:endParaRPr lang="en-US" sz="1500" dirty="0"/>
          </a:p>
        </p:txBody>
      </p:sp>
      <p:pic>
        <p:nvPicPr>
          <p:cNvPr id="22" name="Image 0" descr="woman office worker">    </p:cNvPr>
          <p:cNvPicPr>
            <a:picLocks noChangeAspect="1"/>
          </p:cNvPicPr>
          <p:nvPr/>
        </p:nvPicPr>
        <p:blipFill>
          <a:blip r:embed="rId1"/>
          <a:stretch>
            <a:fillRect/>
          </a:stretch>
        </p:blipFill>
        <p:spPr>
          <a:xfrm>
            <a:off x="5303520" y="2286000"/>
            <a:ext cx="475488" cy="475488"/>
          </a:xfrm>
          <a:prstGeom prst="rect">
            <a:avLst/>
          </a:prstGeom>
        </p:spPr>
      </p:pic>
      <p:sp>
        <p:nvSpPr>
          <p:cNvPr id="23" name="Text 19"/>
          <p:cNvSpPr txBox="1"/>
          <p:nvPr/>
        </p:nvSpPr>
        <p:spPr>
          <a:xfrm>
            <a:off x="731520" y="2880360"/>
            <a:ext cx="5093208" cy="457200"/>
          </a:xfrm>
          <a:prstGeom prst="rect">
            <a:avLst/>
          </a:prstGeom>
          <a:noFill/>
          <a:ln/>
        </p:spPr>
        <p:txBody>
          <a:bodyPr wrap="square" lIns="0" tIns="0" rIns="0" bIns="0" rtlCol="0" anchor="ctr"/>
          <a:lstStyle/>
          <a:p>
            <a:pPr algn="ctr" indent="0" marL="0">
              <a:buNone/>
            </a:pPr>
            <a:r>
              <a:rPr lang="en-US" sz="1800" i="1" dirty="0">
                <a:solidFill>
                  <a:srgbClr val="1B2333"/>
                </a:solidFill>
              </a:rPr>
              <a:t>de collega </a:t>
            </a:r>
            <a:r>
              <a:rPr lang="en-US" sz="1800" b="1" i="1" dirty="0">
                <a:solidFill>
                  <a:srgbClr val="B4236A"/>
                </a:solidFill>
              </a:rPr>
              <a:t>met wie</a:t>
            </a:r>
            <a:r>
              <a:rPr lang="en-US" sz="1800" i="1" dirty="0">
                <a:solidFill>
                  <a:srgbClr val="1B2333"/>
                </a:solidFill>
              </a:rPr>
              <a:t> ik werk</a:t>
            </a:r>
            <a:endParaRPr lang="en-US" sz="1800" dirty="0"/>
          </a:p>
        </p:txBody>
      </p:sp>
      <p:sp>
        <p:nvSpPr>
          <p:cNvPr id="24" name="Text 20"/>
          <p:cNvSpPr txBox="1"/>
          <p:nvPr/>
        </p:nvSpPr>
        <p:spPr>
          <a:xfrm>
            <a:off x="731520" y="3364992"/>
            <a:ext cx="5093208" cy="457200"/>
          </a:xfrm>
          <a:prstGeom prst="rect">
            <a:avLst/>
          </a:prstGeom>
          <a:noFill/>
          <a:ln/>
        </p:spPr>
        <p:txBody>
          <a:bodyPr wrap="square" lIns="0" tIns="0" rIns="0" bIns="0" rtlCol="0" anchor="ctr"/>
          <a:lstStyle/>
          <a:p>
            <a:pPr algn="ctr" indent="0" marL="0">
              <a:buNone/>
            </a:pPr>
            <a:r>
              <a:rPr lang="en-US" sz="1800" i="1" dirty="0">
                <a:solidFill>
                  <a:srgbClr val="1B2333"/>
                </a:solidFill>
              </a:rPr>
              <a:t>de klant </a:t>
            </a:r>
            <a:r>
              <a:rPr lang="en-US" sz="1800" b="1" i="1" dirty="0">
                <a:solidFill>
                  <a:srgbClr val="B4236A"/>
                </a:solidFill>
              </a:rPr>
              <a:t>op wie</a:t>
            </a:r>
            <a:r>
              <a:rPr lang="en-US" sz="1800" i="1" dirty="0">
                <a:solidFill>
                  <a:srgbClr val="1B2333"/>
                </a:solidFill>
              </a:rPr>
              <a:t> ik wacht</a:t>
            </a:r>
            <a:endParaRPr lang="en-US" sz="1800" dirty="0"/>
          </a:p>
        </p:txBody>
      </p:sp>
      <p:sp>
        <p:nvSpPr>
          <p:cNvPr id="25" name="Text 21"/>
          <p:cNvSpPr txBox="1"/>
          <p:nvPr/>
        </p:nvSpPr>
        <p:spPr>
          <a:xfrm>
            <a:off x="731520" y="3849624"/>
            <a:ext cx="5093208" cy="457200"/>
          </a:xfrm>
          <a:prstGeom prst="rect">
            <a:avLst/>
          </a:prstGeom>
          <a:noFill/>
          <a:ln/>
        </p:spPr>
        <p:txBody>
          <a:bodyPr wrap="square" lIns="0" tIns="0" rIns="0" bIns="0" rtlCol="0" anchor="ctr"/>
          <a:lstStyle/>
          <a:p>
            <a:pPr algn="ctr" indent="0" marL="0">
              <a:buNone/>
            </a:pPr>
            <a:r>
              <a:rPr lang="en-US" sz="1800" i="1" dirty="0">
                <a:solidFill>
                  <a:srgbClr val="1B2333"/>
                </a:solidFill>
              </a:rPr>
              <a:t>de man </a:t>
            </a:r>
            <a:r>
              <a:rPr lang="en-US" sz="1800" b="1" i="1" dirty="0">
                <a:solidFill>
                  <a:srgbClr val="B4236A"/>
                </a:solidFill>
              </a:rPr>
              <a:t>aan wie</a:t>
            </a:r>
            <a:r>
              <a:rPr lang="en-US" sz="1800" i="1" dirty="0">
                <a:solidFill>
                  <a:srgbClr val="1B2333"/>
                </a:solidFill>
              </a:rPr>
              <a:t> ik denk</a:t>
            </a:r>
            <a:endParaRPr lang="en-US" sz="1800" dirty="0"/>
          </a:p>
        </p:txBody>
      </p:sp>
      <p:sp>
        <p:nvSpPr>
          <p:cNvPr id="26" name="Text 22"/>
          <p:cNvSpPr txBox="1"/>
          <p:nvPr/>
        </p:nvSpPr>
        <p:spPr>
          <a:xfrm>
            <a:off x="731520" y="4334256"/>
            <a:ext cx="5093208" cy="457200"/>
          </a:xfrm>
          <a:prstGeom prst="rect">
            <a:avLst/>
          </a:prstGeom>
          <a:noFill/>
          <a:ln/>
        </p:spPr>
        <p:txBody>
          <a:bodyPr wrap="square" lIns="0" tIns="0" rIns="0" bIns="0" rtlCol="0" anchor="ctr"/>
          <a:lstStyle/>
          <a:p>
            <a:pPr algn="ctr" indent="0" marL="0">
              <a:buNone/>
            </a:pPr>
            <a:r>
              <a:rPr lang="en-US" sz="1800" i="1" dirty="0">
                <a:solidFill>
                  <a:srgbClr val="1B2333"/>
                </a:solidFill>
              </a:rPr>
              <a:t>de vriendin </a:t>
            </a:r>
            <a:r>
              <a:rPr lang="en-US" sz="1800" b="1" i="1" dirty="0">
                <a:solidFill>
                  <a:srgbClr val="B4236A"/>
                </a:solidFill>
              </a:rPr>
              <a:t>over wie</a:t>
            </a:r>
            <a:r>
              <a:rPr lang="en-US" sz="1800" i="1" dirty="0">
                <a:solidFill>
                  <a:srgbClr val="1B2333"/>
                </a:solidFill>
              </a:rPr>
              <a:t> ik praat</a:t>
            </a:r>
            <a:endParaRPr lang="en-US" sz="1800" dirty="0"/>
          </a:p>
        </p:txBody>
      </p:sp>
      <p:sp>
        <p:nvSpPr>
          <p:cNvPr id="27" name="Shape 23"/>
          <p:cNvSpPr/>
          <p:nvPr/>
        </p:nvSpPr>
        <p:spPr>
          <a:xfrm>
            <a:off x="7434072" y="1938528"/>
            <a:ext cx="1472184" cy="274320"/>
          </a:xfrm>
          <a:prstGeom prst="line">
            <a:avLst/>
          </a:prstGeom>
          <a:noFill/>
          <a:ln w="25400">
            <a:solidFill>
              <a:srgbClr val="6E4A9E"/>
            </a:solidFill>
            <a:prstDash val="solid"/>
            <a:tailEnd type="triangle"/>
          </a:ln>
        </p:spPr>
      </p:sp>
      <p:sp>
        <p:nvSpPr>
          <p:cNvPr id="28" name="Shape 24"/>
          <p:cNvSpPr/>
          <p:nvPr/>
        </p:nvSpPr>
        <p:spPr>
          <a:xfrm>
            <a:off x="6181344" y="2240280"/>
            <a:ext cx="5458968" cy="2606040"/>
          </a:xfrm>
          <a:prstGeom prst="roundRect">
            <a:avLst>
              <a:gd name="adj" fmla="val 4211"/>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29" name="Shape 25"/>
          <p:cNvSpPr/>
          <p:nvPr/>
        </p:nvSpPr>
        <p:spPr>
          <a:xfrm>
            <a:off x="6181344" y="2240280"/>
            <a:ext cx="5458968" cy="548640"/>
          </a:xfrm>
          <a:prstGeom prst="roundRect">
            <a:avLst>
              <a:gd name="adj" fmla="val 20000"/>
            </a:avLst>
          </a:prstGeom>
          <a:solidFill>
            <a:srgbClr val="6E4A9E"/>
          </a:solidFill>
          <a:ln w="12700">
            <a:solidFill>
              <a:srgbClr val="FFFFFF">
                <a:alpha val="0"/>
              </a:srgbClr>
            </a:solidFill>
            <a:prstDash val="solid"/>
          </a:ln>
        </p:spPr>
      </p:sp>
      <p:sp>
        <p:nvSpPr>
          <p:cNvPr id="30" name="Shape 26"/>
          <p:cNvSpPr/>
          <p:nvPr/>
        </p:nvSpPr>
        <p:spPr>
          <a:xfrm>
            <a:off x="6181344" y="2606040"/>
            <a:ext cx="5458968" cy="182880"/>
          </a:xfrm>
          <a:prstGeom prst="rect">
            <a:avLst/>
          </a:prstGeom>
          <a:solidFill>
            <a:srgbClr val="6E4A9E"/>
          </a:solidFill>
          <a:ln w="12700">
            <a:solidFill>
              <a:srgbClr val="FFFFFF">
                <a:alpha val="0"/>
              </a:srgbClr>
            </a:solidFill>
            <a:prstDash val="solid"/>
          </a:ln>
        </p:spPr>
      </p:sp>
      <p:sp>
        <p:nvSpPr>
          <p:cNvPr id="31" name="Text 27"/>
          <p:cNvSpPr txBox="1"/>
          <p:nvPr/>
        </p:nvSpPr>
        <p:spPr>
          <a:xfrm>
            <a:off x="6409944" y="2240280"/>
            <a:ext cx="4480560" cy="548640"/>
          </a:xfrm>
          <a:prstGeom prst="rect">
            <a:avLst/>
          </a:prstGeom>
          <a:noFill/>
          <a:ln/>
        </p:spPr>
        <p:txBody>
          <a:bodyPr wrap="square" lIns="0" tIns="0" rIns="0" bIns="0" rtlCol="0" anchor="ctr"/>
          <a:lstStyle/>
          <a:p>
            <a:pPr algn="l" indent="0" marL="0">
              <a:buNone/>
            </a:pPr>
            <a:r>
              <a:rPr lang="en-US" sz="1500" b="1" dirty="0">
                <a:solidFill>
                  <a:srgbClr val="FFFFFF"/>
                </a:solidFill>
              </a:rPr>
              <a:t>UNE CHOSE → waar + préposition</a:t>
            </a:r>
            <a:endParaRPr lang="en-US" sz="1500" dirty="0"/>
          </a:p>
        </p:txBody>
      </p:sp>
      <p:pic>
        <p:nvPicPr>
          <p:cNvPr id="32" name="Image 1" descr="laptop">    </p:cNvPr>
          <p:cNvPicPr>
            <a:picLocks noChangeAspect="1"/>
          </p:cNvPicPr>
          <p:nvPr/>
        </p:nvPicPr>
        <p:blipFill>
          <a:blip r:embed="rId2"/>
          <a:stretch>
            <a:fillRect/>
          </a:stretch>
        </p:blipFill>
        <p:spPr>
          <a:xfrm>
            <a:off x="10936224" y="2286000"/>
            <a:ext cx="475488" cy="475488"/>
          </a:xfrm>
          <a:prstGeom prst="rect">
            <a:avLst/>
          </a:prstGeom>
        </p:spPr>
      </p:pic>
      <p:sp>
        <p:nvSpPr>
          <p:cNvPr id="33" name="Text 28"/>
          <p:cNvSpPr txBox="1"/>
          <p:nvPr/>
        </p:nvSpPr>
        <p:spPr>
          <a:xfrm>
            <a:off x="6364224" y="2880360"/>
            <a:ext cx="5093208" cy="457200"/>
          </a:xfrm>
          <a:prstGeom prst="rect">
            <a:avLst/>
          </a:prstGeom>
          <a:noFill/>
          <a:ln/>
        </p:spPr>
        <p:txBody>
          <a:bodyPr wrap="square" lIns="0" tIns="0" rIns="0" bIns="0" rtlCol="0" anchor="ctr"/>
          <a:lstStyle/>
          <a:p>
            <a:pPr algn="ctr" indent="0" marL="0">
              <a:buNone/>
            </a:pPr>
            <a:r>
              <a:rPr lang="en-US" sz="1800" i="1" dirty="0">
                <a:solidFill>
                  <a:srgbClr val="1B2333"/>
                </a:solidFill>
              </a:rPr>
              <a:t>de laptop </a:t>
            </a:r>
            <a:r>
              <a:rPr lang="en-US" sz="1800" b="1" i="1" dirty="0">
                <a:solidFill>
                  <a:srgbClr val="6E4A9E"/>
                </a:solidFill>
              </a:rPr>
              <a:t>waarmee</a:t>
            </a:r>
            <a:r>
              <a:rPr lang="en-US" sz="1800" i="1" dirty="0">
                <a:solidFill>
                  <a:srgbClr val="1B2333"/>
                </a:solidFill>
              </a:rPr>
              <a:t> ik werk</a:t>
            </a:r>
            <a:endParaRPr lang="en-US" sz="1800" dirty="0"/>
          </a:p>
        </p:txBody>
      </p:sp>
      <p:sp>
        <p:nvSpPr>
          <p:cNvPr id="34" name="Text 29"/>
          <p:cNvSpPr txBox="1"/>
          <p:nvPr/>
        </p:nvSpPr>
        <p:spPr>
          <a:xfrm>
            <a:off x="6364224" y="3364992"/>
            <a:ext cx="5093208" cy="457200"/>
          </a:xfrm>
          <a:prstGeom prst="rect">
            <a:avLst/>
          </a:prstGeom>
          <a:noFill/>
          <a:ln/>
        </p:spPr>
        <p:txBody>
          <a:bodyPr wrap="square" lIns="0" tIns="0" rIns="0" bIns="0" rtlCol="0" anchor="ctr"/>
          <a:lstStyle/>
          <a:p>
            <a:pPr algn="ctr" indent="0" marL="0">
              <a:buNone/>
            </a:pPr>
            <a:r>
              <a:rPr lang="en-US" sz="1800" i="1" dirty="0">
                <a:solidFill>
                  <a:srgbClr val="1B2333"/>
                </a:solidFill>
              </a:rPr>
              <a:t>de bus </a:t>
            </a:r>
            <a:r>
              <a:rPr lang="en-US" sz="1800" b="1" i="1" dirty="0">
                <a:solidFill>
                  <a:srgbClr val="6E4A9E"/>
                </a:solidFill>
              </a:rPr>
              <a:t>waarop</a:t>
            </a:r>
            <a:r>
              <a:rPr lang="en-US" sz="1800" i="1" dirty="0">
                <a:solidFill>
                  <a:srgbClr val="1B2333"/>
                </a:solidFill>
              </a:rPr>
              <a:t> ik wacht</a:t>
            </a:r>
            <a:endParaRPr lang="en-US" sz="1800" dirty="0"/>
          </a:p>
        </p:txBody>
      </p:sp>
      <p:sp>
        <p:nvSpPr>
          <p:cNvPr id="35" name="Text 30"/>
          <p:cNvSpPr txBox="1"/>
          <p:nvPr/>
        </p:nvSpPr>
        <p:spPr>
          <a:xfrm>
            <a:off x="6364224" y="3849624"/>
            <a:ext cx="5093208" cy="457200"/>
          </a:xfrm>
          <a:prstGeom prst="rect">
            <a:avLst/>
          </a:prstGeom>
          <a:noFill/>
          <a:ln/>
        </p:spPr>
        <p:txBody>
          <a:bodyPr wrap="square" lIns="0" tIns="0" rIns="0" bIns="0" rtlCol="0" anchor="ctr"/>
          <a:lstStyle/>
          <a:p>
            <a:pPr algn="ctr" indent="0" marL="0">
              <a:buNone/>
            </a:pPr>
            <a:r>
              <a:rPr lang="en-US" sz="1800" i="1" dirty="0">
                <a:solidFill>
                  <a:srgbClr val="1B2333"/>
                </a:solidFill>
              </a:rPr>
              <a:t>het project </a:t>
            </a:r>
            <a:r>
              <a:rPr lang="en-US" sz="1800" b="1" i="1" dirty="0">
                <a:solidFill>
                  <a:srgbClr val="6E4A9E"/>
                </a:solidFill>
              </a:rPr>
              <a:t>waaraan</a:t>
            </a:r>
            <a:r>
              <a:rPr lang="en-US" sz="1800" i="1" dirty="0">
                <a:solidFill>
                  <a:srgbClr val="1B2333"/>
                </a:solidFill>
              </a:rPr>
              <a:t> ik denk</a:t>
            </a:r>
            <a:endParaRPr lang="en-US" sz="1800" dirty="0"/>
          </a:p>
        </p:txBody>
      </p:sp>
      <p:sp>
        <p:nvSpPr>
          <p:cNvPr id="36" name="Text 31"/>
          <p:cNvSpPr txBox="1"/>
          <p:nvPr/>
        </p:nvSpPr>
        <p:spPr>
          <a:xfrm>
            <a:off x="6364224" y="4334256"/>
            <a:ext cx="5093208" cy="457200"/>
          </a:xfrm>
          <a:prstGeom prst="rect">
            <a:avLst/>
          </a:prstGeom>
          <a:noFill/>
          <a:ln/>
        </p:spPr>
        <p:txBody>
          <a:bodyPr wrap="square" lIns="0" tIns="0" rIns="0" bIns="0" rtlCol="0" anchor="ctr"/>
          <a:lstStyle/>
          <a:p>
            <a:pPr algn="ctr" indent="0" marL="0">
              <a:buNone/>
            </a:pPr>
            <a:r>
              <a:rPr lang="en-US" sz="1800" i="1" dirty="0">
                <a:solidFill>
                  <a:srgbClr val="1B2333"/>
                </a:solidFill>
              </a:rPr>
              <a:t>het boek </a:t>
            </a:r>
            <a:r>
              <a:rPr lang="en-US" sz="1800" b="1" i="1" dirty="0">
                <a:solidFill>
                  <a:srgbClr val="6E4A9E"/>
                </a:solidFill>
              </a:rPr>
              <a:t>waarover</a:t>
            </a:r>
            <a:r>
              <a:rPr lang="en-US" sz="1800" i="1" dirty="0">
                <a:solidFill>
                  <a:srgbClr val="1B2333"/>
                </a:solidFill>
              </a:rPr>
              <a:t> ik praat</a:t>
            </a:r>
            <a:endParaRPr lang="en-US" sz="1800" dirty="0"/>
          </a:p>
        </p:txBody>
      </p:sp>
      <p:sp>
        <p:nvSpPr>
          <p:cNvPr id="37" name="Shape 32"/>
          <p:cNvSpPr/>
          <p:nvPr/>
        </p:nvSpPr>
        <p:spPr>
          <a:xfrm>
            <a:off x="548640" y="5029200"/>
            <a:ext cx="5458968" cy="1143000"/>
          </a:xfrm>
          <a:prstGeom prst="roundRect">
            <a:avLst>
              <a:gd name="adj" fmla="val 9600"/>
            </a:avLst>
          </a:prstGeom>
          <a:solidFill>
            <a:srgbClr val="E8F4EC"/>
          </a:solidFill>
          <a:ln w="19050">
            <a:solidFill>
              <a:srgbClr val="2E7D4F"/>
            </a:solidFill>
            <a:prstDash val="solid"/>
          </a:ln>
        </p:spPr>
      </p:sp>
      <p:sp>
        <p:nvSpPr>
          <p:cNvPr id="38" name="Text 33"/>
          <p:cNvSpPr txBox="1"/>
          <p:nvPr/>
        </p:nvSpPr>
        <p:spPr>
          <a:xfrm>
            <a:off x="731520" y="508406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39" name="Text 34"/>
          <p:cNvSpPr txBox="1"/>
          <p:nvPr/>
        </p:nvSpPr>
        <p:spPr>
          <a:xfrm>
            <a:off x="731520" y="5468112"/>
            <a:ext cx="5093208" cy="64922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personne : préposition + </a:t>
            </a:r>
            <a:r>
              <a:rPr lang="en-US" sz="1450" b="1" i="1" dirty="0">
                <a:solidFill>
                  <a:srgbClr val="B4236A"/>
                </a:solidFill>
              </a:rPr>
              <a:t>wie</a:t>
            </a:r>
            <a:r>
              <a:rPr lang="en-US" sz="1450" dirty="0">
                <a:solidFill>
                  <a:srgbClr val="1B2333"/>
                </a:solidFill>
              </a:rPr>
              <a:t> · chose : </a:t>
            </a:r>
            <a:r>
              <a:rPr lang="en-US" sz="1450" b="1" i="1" dirty="0">
                <a:solidFill>
                  <a:srgbClr val="6E4A9E"/>
                </a:solidFill>
              </a:rPr>
              <a:t>waar</a:t>
            </a:r>
            <a:r>
              <a:rPr lang="en-US" sz="1450" dirty="0">
                <a:solidFill>
                  <a:srgbClr val="1B2333"/>
                </a:solidFill>
              </a:rPr>
              <a:t> + préposition, en un mot</a:t>
            </a:r>
            <a:endParaRPr lang="en-US" sz="1450" dirty="0"/>
          </a:p>
        </p:txBody>
      </p:sp>
      <p:sp>
        <p:nvSpPr>
          <p:cNvPr id="40" name="Shape 35"/>
          <p:cNvSpPr/>
          <p:nvPr/>
        </p:nvSpPr>
        <p:spPr>
          <a:xfrm>
            <a:off x="6181344" y="5029200"/>
            <a:ext cx="5458968" cy="1143000"/>
          </a:xfrm>
          <a:prstGeom prst="roundRect">
            <a:avLst>
              <a:gd name="adj" fmla="val 9600"/>
            </a:avLst>
          </a:prstGeom>
          <a:solidFill>
            <a:srgbClr val="FBEDEB"/>
          </a:solidFill>
          <a:ln w="19050">
            <a:solidFill>
              <a:srgbClr val="B83227"/>
            </a:solidFill>
            <a:prstDash val="solid"/>
          </a:ln>
        </p:spPr>
      </p:sp>
      <p:sp>
        <p:nvSpPr>
          <p:cNvPr id="41" name="Text 36"/>
          <p:cNvSpPr txBox="1"/>
          <p:nvPr/>
        </p:nvSpPr>
        <p:spPr>
          <a:xfrm>
            <a:off x="6364224" y="508406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Jamais</a:t>
            </a:r>
            <a:endParaRPr lang="en-US" sz="1500" dirty="0"/>
          </a:p>
        </p:txBody>
      </p:sp>
      <p:sp>
        <p:nvSpPr>
          <p:cNvPr id="42" name="Text 37"/>
          <p:cNvSpPr txBox="1"/>
          <p:nvPr/>
        </p:nvSpPr>
        <p:spPr>
          <a:xfrm>
            <a:off x="6364224" y="5468112"/>
            <a:ext cx="5093208" cy="649224"/>
          </a:xfrm>
          <a:prstGeom prst="rect">
            <a:avLst/>
          </a:prstGeom>
          <a:noFill/>
          <a:ln/>
        </p:spPr>
        <p:txBody>
          <a:bodyPr wrap="square" lIns="0" tIns="0" rIns="0" bIns="0" rtlCol="0" anchor="t"/>
          <a:lstStyle/>
          <a:p>
            <a:pPr algn="l" indent="0" marL="0">
              <a:spcAft>
                <a:spcPts val="300"/>
              </a:spcAft>
              <a:buNone/>
            </a:pPr>
            <a:r>
              <a:rPr lang="en-US" sz="1450" i="1" strike="sngStrike" dirty="0">
                <a:solidFill>
                  <a:srgbClr val="B83227"/>
                </a:solidFill>
              </a:rPr>
              <a:t>met wat</a:t>
            </a:r>
            <a:r>
              <a:rPr lang="en-US" sz="1450" dirty="0">
                <a:solidFill>
                  <a:srgbClr val="1B2333"/>
                </a:solidFill>
              </a:rPr>
              <a:t> · </a:t>
            </a:r>
            <a:r>
              <a:rPr lang="en-US" sz="1450" i="1" strike="sngStrike" dirty="0">
                <a:solidFill>
                  <a:srgbClr val="B83227"/>
                </a:solidFill>
              </a:rPr>
              <a:t>met die</a:t>
            </a:r>
            <a:r>
              <a:rPr lang="en-US" sz="1450" dirty="0">
                <a:solidFill>
                  <a:srgbClr val="1B2333"/>
                </a:solidFill>
              </a:rPr>
              <a:t> · </a:t>
            </a:r>
            <a:r>
              <a:rPr lang="en-US" sz="1450" i="1" strike="sngStrike" dirty="0">
                <a:solidFill>
                  <a:srgbClr val="B83227"/>
                </a:solidFill>
              </a:rPr>
              <a:t>met dat</a:t>
            </a:r>
            <a:r>
              <a:rPr lang="en-US" sz="1450" dirty="0">
                <a:solidFill>
                  <a:srgbClr val="1B2333"/>
                </a:solidFill>
              </a:rPr>
              <a:t> pour une chose</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fusion : waar + préposition</a:t>
            </a:r>
            <a:endParaRPr lang="en-US" sz="3000" dirty="0"/>
          </a:p>
        </p:txBody>
      </p:sp>
      <p:sp>
        <p:nvSpPr>
          <p:cNvPr id="3" name="tag"/>
          <p:cNvSpPr/>
          <p:nvPr/>
        </p:nvSpPr>
        <p:spPr>
          <a:xfrm>
            <a:off x="548640" y="237744"/>
            <a:ext cx="241767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WAAR + PRÉPOSITION</a:t>
            </a:r>
            <a:endParaRPr lang="en-US" sz="1200" dirty="0"/>
          </a:p>
        </p:txBody>
      </p:sp>
      <p:sp>
        <p:nvSpPr>
          <p:cNvPr id="5" name="Shape 2"/>
          <p:cNvSpPr/>
          <p:nvPr/>
        </p:nvSpPr>
        <p:spPr>
          <a:xfrm>
            <a:off x="9043416"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sp>
        <p:nvSpPr>
          <p:cNvPr id="15" name="Shape 12"/>
          <p:cNvSpPr/>
          <p:nvPr/>
        </p:nvSpPr>
        <p:spPr>
          <a:xfrm>
            <a:off x="2267547" y="1481328"/>
            <a:ext cx="274320" cy="128016"/>
          </a:xfrm>
          <a:prstGeom prst="roundRect">
            <a:avLst>
              <a:gd name="adj" fmla="val 21429"/>
            </a:avLst>
          </a:prstGeom>
          <a:solidFill>
            <a:srgbClr val="D5DCE6"/>
          </a:solidFill>
          <a:ln w="12700">
            <a:solidFill>
              <a:srgbClr val="FFFFFF">
                <a:alpha val="0"/>
              </a:srgbClr>
            </a:solidFill>
            <a:prstDash val="solid"/>
          </a:ln>
        </p:spPr>
      </p:sp>
      <p:sp>
        <p:nvSpPr>
          <p:cNvPr id="16" name="Shape 13"/>
          <p:cNvSpPr/>
          <p:nvPr/>
        </p:nvSpPr>
        <p:spPr>
          <a:xfrm>
            <a:off x="2448725" y="1481328"/>
            <a:ext cx="274320" cy="128016"/>
          </a:xfrm>
          <a:prstGeom prst="roundRect">
            <a:avLst>
              <a:gd name="adj" fmla="val 21429"/>
            </a:avLst>
          </a:prstGeom>
          <a:solidFill>
            <a:srgbClr val="D5DCE6"/>
          </a:solidFill>
          <a:ln w="12700">
            <a:solidFill>
              <a:srgbClr val="FFFFFF">
                <a:alpha val="0"/>
              </a:srgbClr>
            </a:solidFill>
            <a:prstDash val="solid"/>
          </a:ln>
        </p:spPr>
      </p:sp>
      <p:sp>
        <p:nvSpPr>
          <p:cNvPr id="17" name="Shape 14"/>
          <p:cNvSpPr/>
          <p:nvPr/>
        </p:nvSpPr>
        <p:spPr>
          <a:xfrm>
            <a:off x="2011515" y="1591056"/>
            <a:ext cx="967562" cy="603504"/>
          </a:xfrm>
          <a:prstGeom prst="roundRect">
            <a:avLst>
              <a:gd name="adj" fmla="val 12121"/>
            </a:avLst>
          </a:prstGeom>
          <a:solidFill>
            <a:srgbClr val="FFFFFF"/>
          </a:solidFill>
          <a:ln w="15875">
            <a:solidFill>
              <a:srgbClr val="9AA6B5"/>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2011515" y="1591056"/>
            <a:ext cx="967562" cy="603504"/>
          </a:xfrm>
          <a:prstGeom prst="rect">
            <a:avLst/>
          </a:prstGeom>
          <a:noFill/>
          <a:ln/>
        </p:spPr>
        <p:txBody>
          <a:bodyPr wrap="square" lIns="0" tIns="0" rIns="0" bIns="0" rtlCol="0" anchor="ctr"/>
          <a:lstStyle/>
          <a:p>
            <a:pPr algn="ctr" indent="0" marL="0">
              <a:buNone/>
            </a:pPr>
            <a:r>
              <a:rPr lang="en-US" sz="2200" b="1" i="1" strike="sngStrike" dirty="0">
                <a:solidFill>
                  <a:srgbClr val="B83227"/>
                </a:solidFill>
              </a:rPr>
              <a:t>met</a:t>
            </a:r>
            <a:endParaRPr lang="en-US" sz="2200" dirty="0"/>
          </a:p>
        </p:txBody>
      </p:sp>
      <p:sp>
        <p:nvSpPr>
          <p:cNvPr id="19" name="Text 16"/>
          <p:cNvSpPr txBox="1"/>
          <p:nvPr/>
        </p:nvSpPr>
        <p:spPr>
          <a:xfrm>
            <a:off x="3070517" y="1591056"/>
            <a:ext cx="457200" cy="603504"/>
          </a:xfrm>
          <a:prstGeom prst="rect">
            <a:avLst/>
          </a:prstGeom>
          <a:noFill/>
          <a:ln/>
        </p:spPr>
        <p:txBody>
          <a:bodyPr wrap="square" lIns="0" tIns="0" rIns="0" bIns="0" rtlCol="0" anchor="ctr"/>
          <a:lstStyle/>
          <a:p>
            <a:pPr algn="ctr" indent="0" marL="0">
              <a:buNone/>
            </a:pPr>
            <a:r>
              <a:rPr lang="en-US" sz="2400" b="1" dirty="0">
                <a:solidFill>
                  <a:srgbClr val="4A5A70"/>
                </a:solidFill>
              </a:rPr>
              <a:t>+</a:t>
            </a:r>
            <a:endParaRPr lang="en-US" sz="2400" dirty="0"/>
          </a:p>
        </p:txBody>
      </p:sp>
      <p:sp>
        <p:nvSpPr>
          <p:cNvPr id="20" name="Shape 17"/>
          <p:cNvSpPr/>
          <p:nvPr/>
        </p:nvSpPr>
        <p:spPr>
          <a:xfrm>
            <a:off x="3875189" y="1481328"/>
            <a:ext cx="274320" cy="128016"/>
          </a:xfrm>
          <a:prstGeom prst="roundRect">
            <a:avLst>
              <a:gd name="adj" fmla="val 21429"/>
            </a:avLst>
          </a:prstGeom>
          <a:solidFill>
            <a:srgbClr val="D5DCE6"/>
          </a:solidFill>
          <a:ln w="12700">
            <a:solidFill>
              <a:srgbClr val="FFFFFF">
                <a:alpha val="0"/>
              </a:srgbClr>
            </a:solidFill>
            <a:prstDash val="solid"/>
          </a:ln>
        </p:spPr>
      </p:sp>
      <p:sp>
        <p:nvSpPr>
          <p:cNvPr id="21" name="Shape 18"/>
          <p:cNvSpPr/>
          <p:nvPr/>
        </p:nvSpPr>
        <p:spPr>
          <a:xfrm>
            <a:off x="4034853" y="1481328"/>
            <a:ext cx="274320" cy="128016"/>
          </a:xfrm>
          <a:prstGeom prst="roundRect">
            <a:avLst>
              <a:gd name="adj" fmla="val 21429"/>
            </a:avLst>
          </a:prstGeom>
          <a:solidFill>
            <a:srgbClr val="D5DCE6"/>
          </a:solidFill>
          <a:ln w="12700">
            <a:solidFill>
              <a:srgbClr val="FFFFFF">
                <a:alpha val="0"/>
              </a:srgbClr>
            </a:solidFill>
            <a:prstDash val="solid"/>
          </a:ln>
        </p:spPr>
      </p:sp>
      <p:sp>
        <p:nvSpPr>
          <p:cNvPr id="22" name="Shape 19"/>
          <p:cNvSpPr/>
          <p:nvPr/>
        </p:nvSpPr>
        <p:spPr>
          <a:xfrm>
            <a:off x="3619157" y="1591056"/>
            <a:ext cx="946048" cy="603504"/>
          </a:xfrm>
          <a:prstGeom prst="roundRect">
            <a:avLst>
              <a:gd name="adj" fmla="val 12121"/>
            </a:avLst>
          </a:prstGeom>
          <a:solidFill>
            <a:srgbClr val="FFFFFF"/>
          </a:solidFill>
          <a:ln w="15875">
            <a:solidFill>
              <a:srgbClr val="9AA6B5"/>
            </a:solidFill>
            <a:prstDash val="solid"/>
          </a:ln>
          <a:effectLst>
            <a:outerShdw sx="100000" sy="100000" kx="0" ky="0" algn="bl" rotWithShape="0" blurRad="101600" dist="25400" dir="3600000">
              <a:srgbClr val="000000">
                <a:alpha val="16000"/>
              </a:srgbClr>
            </a:outerShdw>
          </a:effectLst>
        </p:spPr>
      </p:sp>
      <p:sp>
        <p:nvSpPr>
          <p:cNvPr id="23" name="Text 20"/>
          <p:cNvSpPr txBox="1"/>
          <p:nvPr/>
        </p:nvSpPr>
        <p:spPr>
          <a:xfrm>
            <a:off x="3619157" y="1591056"/>
            <a:ext cx="946048" cy="603504"/>
          </a:xfrm>
          <a:prstGeom prst="rect">
            <a:avLst/>
          </a:prstGeom>
          <a:noFill/>
          <a:ln/>
        </p:spPr>
        <p:txBody>
          <a:bodyPr wrap="square" lIns="0" tIns="0" rIns="0" bIns="0" rtlCol="0" anchor="ctr"/>
          <a:lstStyle/>
          <a:p>
            <a:pPr algn="ctr" indent="0" marL="0">
              <a:buNone/>
            </a:pPr>
            <a:r>
              <a:rPr lang="en-US" sz="2200" b="1" i="1" strike="sngStrike" dirty="0">
                <a:solidFill>
                  <a:srgbClr val="B83227"/>
                </a:solidFill>
              </a:rPr>
              <a:t>wat</a:t>
            </a:r>
            <a:endParaRPr lang="en-US" sz="2200" dirty="0"/>
          </a:p>
        </p:txBody>
      </p:sp>
      <p:sp>
        <p:nvSpPr>
          <p:cNvPr id="24" name="Text 21"/>
          <p:cNvSpPr txBox="1"/>
          <p:nvPr/>
        </p:nvSpPr>
        <p:spPr>
          <a:xfrm>
            <a:off x="4656646" y="1591056"/>
            <a:ext cx="457200" cy="603504"/>
          </a:xfrm>
          <a:prstGeom prst="rect">
            <a:avLst/>
          </a:prstGeom>
          <a:noFill/>
          <a:ln/>
        </p:spPr>
        <p:txBody>
          <a:bodyPr wrap="square" lIns="0" tIns="0" rIns="0" bIns="0" rtlCol="0" anchor="ctr"/>
          <a:lstStyle/>
          <a:p>
            <a:pPr algn="ctr" indent="0" marL="0">
              <a:buNone/>
            </a:pPr>
            <a:r>
              <a:rPr lang="en-US" sz="2400" b="1" dirty="0">
                <a:solidFill>
                  <a:srgbClr val="4A5A70"/>
                </a:solidFill>
              </a:rPr>
              <a:t>→</a:t>
            </a:r>
            <a:endParaRPr lang="en-US" sz="2400" dirty="0"/>
          </a:p>
        </p:txBody>
      </p:sp>
      <p:sp>
        <p:nvSpPr>
          <p:cNvPr id="25" name="Shape 22"/>
          <p:cNvSpPr/>
          <p:nvPr/>
        </p:nvSpPr>
        <p:spPr>
          <a:xfrm>
            <a:off x="5461317" y="1481328"/>
            <a:ext cx="274320" cy="128016"/>
          </a:xfrm>
          <a:prstGeom prst="roundRect">
            <a:avLst>
              <a:gd name="adj" fmla="val 21429"/>
            </a:avLst>
          </a:prstGeom>
          <a:solidFill>
            <a:srgbClr val="6E4A9E"/>
          </a:solidFill>
          <a:ln w="12700">
            <a:solidFill>
              <a:srgbClr val="FFFFFF">
                <a:alpha val="0"/>
              </a:srgbClr>
            </a:solidFill>
            <a:prstDash val="solid"/>
          </a:ln>
        </p:spPr>
      </p:sp>
      <p:sp>
        <p:nvSpPr>
          <p:cNvPr id="26" name="Shape 23"/>
          <p:cNvSpPr/>
          <p:nvPr/>
        </p:nvSpPr>
        <p:spPr>
          <a:xfrm>
            <a:off x="5761241" y="1481328"/>
            <a:ext cx="274320" cy="128016"/>
          </a:xfrm>
          <a:prstGeom prst="roundRect">
            <a:avLst>
              <a:gd name="adj" fmla="val 21429"/>
            </a:avLst>
          </a:prstGeom>
          <a:solidFill>
            <a:srgbClr val="6E4A9E"/>
          </a:solidFill>
          <a:ln w="12700">
            <a:solidFill>
              <a:srgbClr val="FFFFFF">
                <a:alpha val="0"/>
              </a:srgbClr>
            </a:solidFill>
            <a:prstDash val="solid"/>
          </a:ln>
        </p:spPr>
      </p:sp>
      <p:sp>
        <p:nvSpPr>
          <p:cNvPr id="27" name="Shape 24"/>
          <p:cNvSpPr/>
          <p:nvPr/>
        </p:nvSpPr>
        <p:spPr>
          <a:xfrm>
            <a:off x="5205285" y="1591056"/>
            <a:ext cx="1086307" cy="603504"/>
          </a:xfrm>
          <a:prstGeom prst="roundRect">
            <a:avLst>
              <a:gd name="adj" fmla="val 12121"/>
            </a:avLst>
          </a:prstGeom>
          <a:solidFill>
            <a:srgbClr val="6E4A9E"/>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8" name="Text 25"/>
          <p:cNvSpPr txBox="1"/>
          <p:nvPr/>
        </p:nvSpPr>
        <p:spPr>
          <a:xfrm>
            <a:off x="5205285" y="1591056"/>
            <a:ext cx="1086307" cy="603504"/>
          </a:xfrm>
          <a:prstGeom prst="rect">
            <a:avLst/>
          </a:prstGeom>
          <a:noFill/>
          <a:ln/>
        </p:spPr>
        <p:txBody>
          <a:bodyPr wrap="square" lIns="0" tIns="0" rIns="0" bIns="0" rtlCol="0" anchor="ctr"/>
          <a:lstStyle/>
          <a:p>
            <a:pPr algn="ctr" indent="0" marL="0">
              <a:buNone/>
            </a:pPr>
            <a:r>
              <a:rPr lang="en-US" sz="2200" b="1" i="1" dirty="0">
                <a:solidFill>
                  <a:srgbClr val="FFFFFF"/>
                </a:solidFill>
              </a:rPr>
              <a:t>waar</a:t>
            </a:r>
            <a:endParaRPr lang="en-US" sz="2200" dirty="0"/>
          </a:p>
        </p:txBody>
      </p:sp>
      <p:sp>
        <p:nvSpPr>
          <p:cNvPr id="29" name="Text 26"/>
          <p:cNvSpPr txBox="1"/>
          <p:nvPr/>
        </p:nvSpPr>
        <p:spPr>
          <a:xfrm>
            <a:off x="6383033" y="1591056"/>
            <a:ext cx="457200" cy="603504"/>
          </a:xfrm>
          <a:prstGeom prst="rect">
            <a:avLst/>
          </a:prstGeom>
          <a:noFill/>
          <a:ln/>
        </p:spPr>
        <p:txBody>
          <a:bodyPr wrap="square" lIns="0" tIns="0" rIns="0" bIns="0" rtlCol="0" anchor="ctr"/>
          <a:lstStyle/>
          <a:p>
            <a:pPr algn="ctr" indent="0" marL="0">
              <a:buNone/>
            </a:pPr>
            <a:r>
              <a:rPr lang="en-US" sz="2400" b="1" dirty="0">
                <a:solidFill>
                  <a:srgbClr val="4A5A70"/>
                </a:solidFill>
              </a:rPr>
              <a:t>+</a:t>
            </a:r>
            <a:endParaRPr lang="en-US" sz="2400" dirty="0"/>
          </a:p>
        </p:txBody>
      </p:sp>
      <p:sp>
        <p:nvSpPr>
          <p:cNvPr id="30" name="Shape 27"/>
          <p:cNvSpPr/>
          <p:nvPr/>
        </p:nvSpPr>
        <p:spPr>
          <a:xfrm>
            <a:off x="7187705" y="1481328"/>
            <a:ext cx="274320" cy="128016"/>
          </a:xfrm>
          <a:prstGeom prst="roundRect">
            <a:avLst>
              <a:gd name="adj" fmla="val 21429"/>
            </a:avLst>
          </a:prstGeom>
          <a:solidFill>
            <a:srgbClr val="6E4A9E"/>
          </a:solidFill>
          <a:ln w="12700">
            <a:solidFill>
              <a:srgbClr val="FFFFFF">
                <a:alpha val="0"/>
              </a:srgbClr>
            </a:solidFill>
            <a:prstDash val="solid"/>
          </a:ln>
        </p:spPr>
      </p:sp>
      <p:sp>
        <p:nvSpPr>
          <p:cNvPr id="31" name="Shape 28"/>
          <p:cNvSpPr/>
          <p:nvPr/>
        </p:nvSpPr>
        <p:spPr>
          <a:xfrm>
            <a:off x="7412469" y="1481328"/>
            <a:ext cx="274320" cy="128016"/>
          </a:xfrm>
          <a:prstGeom prst="roundRect">
            <a:avLst>
              <a:gd name="adj" fmla="val 21429"/>
            </a:avLst>
          </a:prstGeom>
          <a:solidFill>
            <a:srgbClr val="6E4A9E"/>
          </a:solidFill>
          <a:ln w="12700">
            <a:solidFill>
              <a:srgbClr val="FFFFFF">
                <a:alpha val="0"/>
              </a:srgbClr>
            </a:solidFill>
            <a:prstDash val="solid"/>
          </a:ln>
        </p:spPr>
      </p:sp>
      <p:sp>
        <p:nvSpPr>
          <p:cNvPr id="32" name="Shape 29"/>
          <p:cNvSpPr/>
          <p:nvPr/>
        </p:nvSpPr>
        <p:spPr>
          <a:xfrm>
            <a:off x="6931673" y="1591056"/>
            <a:ext cx="1011149" cy="603504"/>
          </a:xfrm>
          <a:prstGeom prst="roundRect">
            <a:avLst>
              <a:gd name="adj" fmla="val 12121"/>
            </a:avLst>
          </a:prstGeom>
          <a:solidFill>
            <a:srgbClr val="6E4A9E"/>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33" name="Text 30"/>
          <p:cNvSpPr txBox="1"/>
          <p:nvPr/>
        </p:nvSpPr>
        <p:spPr>
          <a:xfrm>
            <a:off x="6931673" y="1591056"/>
            <a:ext cx="1011149" cy="603504"/>
          </a:xfrm>
          <a:prstGeom prst="rect">
            <a:avLst/>
          </a:prstGeom>
          <a:noFill/>
          <a:ln/>
        </p:spPr>
        <p:txBody>
          <a:bodyPr wrap="square" lIns="0" tIns="0" rIns="0" bIns="0" rtlCol="0" anchor="ctr"/>
          <a:lstStyle/>
          <a:p>
            <a:pPr algn="ctr" indent="0" marL="0">
              <a:buNone/>
            </a:pPr>
            <a:r>
              <a:rPr lang="en-US" sz="2200" b="1" i="1" dirty="0">
                <a:solidFill>
                  <a:srgbClr val="FFFFFF"/>
                </a:solidFill>
              </a:rPr>
              <a:t>mee</a:t>
            </a:r>
            <a:endParaRPr lang="en-US" sz="2200" dirty="0"/>
          </a:p>
        </p:txBody>
      </p:sp>
      <p:sp>
        <p:nvSpPr>
          <p:cNvPr id="34" name="Text 31"/>
          <p:cNvSpPr txBox="1"/>
          <p:nvPr/>
        </p:nvSpPr>
        <p:spPr>
          <a:xfrm>
            <a:off x="8034261" y="1591056"/>
            <a:ext cx="457200" cy="603504"/>
          </a:xfrm>
          <a:prstGeom prst="rect">
            <a:avLst/>
          </a:prstGeom>
          <a:noFill/>
          <a:ln/>
        </p:spPr>
        <p:txBody>
          <a:bodyPr wrap="square" lIns="0" tIns="0" rIns="0" bIns="0" rtlCol="0" anchor="ctr"/>
          <a:lstStyle/>
          <a:p>
            <a:pPr algn="ctr" indent="0" marL="0">
              <a:buNone/>
            </a:pPr>
            <a:r>
              <a:rPr lang="en-US" sz="2400" b="1" dirty="0">
                <a:solidFill>
                  <a:srgbClr val="4A5A70"/>
                </a:solidFill>
              </a:rPr>
              <a:t>=</a:t>
            </a:r>
            <a:endParaRPr lang="en-US" sz="2400" dirty="0"/>
          </a:p>
        </p:txBody>
      </p:sp>
      <p:sp>
        <p:nvSpPr>
          <p:cNvPr id="35" name="Shape 32"/>
          <p:cNvSpPr/>
          <p:nvPr/>
        </p:nvSpPr>
        <p:spPr>
          <a:xfrm>
            <a:off x="8582901" y="1591056"/>
            <a:ext cx="1594536" cy="603504"/>
          </a:xfrm>
          <a:prstGeom prst="roundRect">
            <a:avLst>
              <a:gd name="adj" fmla="val 18182"/>
            </a:avLst>
          </a:prstGeom>
          <a:solidFill>
            <a:srgbClr val="F1ECF7"/>
          </a:solidFill>
          <a:ln w="22225">
            <a:solidFill>
              <a:srgbClr val="6E4A9E"/>
            </a:solidFill>
            <a:prstDash val="solid"/>
          </a:ln>
        </p:spPr>
      </p:sp>
      <p:sp>
        <p:nvSpPr>
          <p:cNvPr id="36" name="Text 33"/>
          <p:cNvSpPr txBox="1"/>
          <p:nvPr/>
        </p:nvSpPr>
        <p:spPr>
          <a:xfrm>
            <a:off x="8582901" y="1591056"/>
            <a:ext cx="1594536" cy="603504"/>
          </a:xfrm>
          <a:prstGeom prst="rect">
            <a:avLst/>
          </a:prstGeom>
          <a:noFill/>
          <a:ln/>
        </p:spPr>
        <p:txBody>
          <a:bodyPr wrap="square" lIns="0" tIns="0" rIns="0" bIns="0" rtlCol="0" anchor="ctr"/>
          <a:lstStyle/>
          <a:p>
            <a:pPr algn="ctr" indent="0" marL="0">
              <a:buNone/>
            </a:pPr>
            <a:r>
              <a:rPr lang="en-US" sz="2200" b="1" i="1" dirty="0">
                <a:solidFill>
                  <a:srgbClr val="6E4A9E"/>
                </a:solidFill>
              </a:rPr>
              <a:t>waarmee</a:t>
            </a:r>
            <a:endParaRPr lang="en-US" sz="2200" dirty="0"/>
          </a:p>
        </p:txBody>
      </p:sp>
      <p:sp>
        <p:nvSpPr>
          <p:cNvPr id="37" name="Shape 34"/>
          <p:cNvSpPr/>
          <p:nvPr/>
        </p:nvSpPr>
        <p:spPr>
          <a:xfrm>
            <a:off x="548640" y="2514600"/>
            <a:ext cx="1734312" cy="804672"/>
          </a:xfrm>
          <a:prstGeom prst="roundRect">
            <a:avLst>
              <a:gd name="adj" fmla="val 13636"/>
            </a:avLst>
          </a:prstGeom>
          <a:solidFill>
            <a:srgbClr val="FBEDEB"/>
          </a:solidFill>
          <a:ln w="25400">
            <a:solidFill>
              <a:srgbClr val="B83227"/>
            </a:solidFill>
            <a:prstDash val="solid"/>
          </a:ln>
          <a:effectLst>
            <a:outerShdw sx="100000" sy="100000" kx="0" ky="0" algn="bl" rotWithShape="0" blurRad="101600" dist="25400" dir="3600000">
              <a:srgbClr val="000000">
                <a:alpha val="16000"/>
              </a:srgbClr>
            </a:outerShdw>
          </a:effectLst>
        </p:spPr>
      </p:sp>
      <p:sp>
        <p:nvSpPr>
          <p:cNvPr id="38" name="Text 35"/>
          <p:cNvSpPr txBox="1"/>
          <p:nvPr/>
        </p:nvSpPr>
        <p:spPr>
          <a:xfrm>
            <a:off x="548640" y="256946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met</a:t>
            </a:r>
            <a:r>
              <a:rPr lang="en-US" sz="1300" dirty="0">
                <a:solidFill>
                  <a:srgbClr val="4A5A70"/>
                </a:solidFill>
              </a:rPr>
              <a:t> →</a:t>
            </a:r>
            <a:endParaRPr lang="en-US" sz="1300" dirty="0"/>
          </a:p>
        </p:txBody>
      </p:sp>
      <p:sp>
        <p:nvSpPr>
          <p:cNvPr id="39" name="Text 36"/>
          <p:cNvSpPr txBox="1"/>
          <p:nvPr/>
        </p:nvSpPr>
        <p:spPr>
          <a:xfrm>
            <a:off x="548640" y="284378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B83227"/>
                </a:solidFill>
              </a:rPr>
              <a:t>mee</a:t>
            </a:r>
            <a:endParaRPr lang="en-US" sz="1900" dirty="0"/>
          </a:p>
        </p:txBody>
      </p:sp>
      <p:sp>
        <p:nvSpPr>
          <p:cNvPr id="40" name="Shape 37"/>
          <p:cNvSpPr/>
          <p:nvPr/>
        </p:nvSpPr>
        <p:spPr>
          <a:xfrm>
            <a:off x="2420112" y="2514600"/>
            <a:ext cx="1734312" cy="804672"/>
          </a:xfrm>
          <a:prstGeom prst="roundRect">
            <a:avLst>
              <a:gd name="adj" fmla="val 13636"/>
            </a:avLst>
          </a:prstGeom>
          <a:solidFill>
            <a:srgbClr val="FBEDEB"/>
          </a:solidFill>
          <a:ln w="25400">
            <a:solidFill>
              <a:srgbClr val="B83227"/>
            </a:solidFill>
            <a:prstDash val="solid"/>
          </a:ln>
          <a:effectLst>
            <a:outerShdw sx="100000" sy="100000" kx="0" ky="0" algn="bl" rotWithShape="0" blurRad="101600" dist="25400" dir="3600000">
              <a:srgbClr val="000000">
                <a:alpha val="16000"/>
              </a:srgbClr>
            </a:outerShdw>
          </a:effectLst>
        </p:spPr>
      </p:sp>
      <p:sp>
        <p:nvSpPr>
          <p:cNvPr id="41" name="Text 38"/>
          <p:cNvSpPr txBox="1"/>
          <p:nvPr/>
        </p:nvSpPr>
        <p:spPr>
          <a:xfrm>
            <a:off x="2420112" y="256946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tot</a:t>
            </a:r>
            <a:r>
              <a:rPr lang="en-US" sz="1300" dirty="0">
                <a:solidFill>
                  <a:srgbClr val="4A5A70"/>
                </a:solidFill>
              </a:rPr>
              <a:t> →</a:t>
            </a:r>
            <a:endParaRPr lang="en-US" sz="1300" dirty="0"/>
          </a:p>
        </p:txBody>
      </p:sp>
      <p:sp>
        <p:nvSpPr>
          <p:cNvPr id="42" name="Text 39"/>
          <p:cNvSpPr txBox="1"/>
          <p:nvPr/>
        </p:nvSpPr>
        <p:spPr>
          <a:xfrm>
            <a:off x="2420112" y="284378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B83227"/>
                </a:solidFill>
              </a:rPr>
              <a:t>toe</a:t>
            </a:r>
            <a:endParaRPr lang="en-US" sz="1900" dirty="0"/>
          </a:p>
        </p:txBody>
      </p:sp>
      <p:sp>
        <p:nvSpPr>
          <p:cNvPr id="43" name="Shape 40"/>
          <p:cNvSpPr/>
          <p:nvPr/>
        </p:nvSpPr>
        <p:spPr>
          <a:xfrm>
            <a:off x="4291584" y="251460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44" name="Text 41"/>
          <p:cNvSpPr txBox="1"/>
          <p:nvPr/>
        </p:nvSpPr>
        <p:spPr>
          <a:xfrm>
            <a:off x="4291584" y="256946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op</a:t>
            </a:r>
            <a:r>
              <a:rPr lang="en-US" sz="1300" dirty="0">
                <a:solidFill>
                  <a:srgbClr val="4A5A70"/>
                </a:solidFill>
              </a:rPr>
              <a:t> →</a:t>
            </a:r>
            <a:endParaRPr lang="en-US" sz="1300" dirty="0"/>
          </a:p>
        </p:txBody>
      </p:sp>
      <p:sp>
        <p:nvSpPr>
          <p:cNvPr id="45" name="Text 42"/>
          <p:cNvSpPr txBox="1"/>
          <p:nvPr/>
        </p:nvSpPr>
        <p:spPr>
          <a:xfrm>
            <a:off x="4291584" y="284378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op</a:t>
            </a:r>
            <a:endParaRPr lang="en-US" sz="1900" dirty="0"/>
          </a:p>
        </p:txBody>
      </p:sp>
      <p:sp>
        <p:nvSpPr>
          <p:cNvPr id="46" name="Shape 43"/>
          <p:cNvSpPr/>
          <p:nvPr/>
        </p:nvSpPr>
        <p:spPr>
          <a:xfrm>
            <a:off x="6163056" y="251460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47" name="Text 44"/>
          <p:cNvSpPr txBox="1"/>
          <p:nvPr/>
        </p:nvSpPr>
        <p:spPr>
          <a:xfrm>
            <a:off x="6163056" y="256946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aan</a:t>
            </a:r>
            <a:r>
              <a:rPr lang="en-US" sz="1300" dirty="0">
                <a:solidFill>
                  <a:srgbClr val="4A5A70"/>
                </a:solidFill>
              </a:rPr>
              <a:t> →</a:t>
            </a:r>
            <a:endParaRPr lang="en-US" sz="1300" dirty="0"/>
          </a:p>
        </p:txBody>
      </p:sp>
      <p:sp>
        <p:nvSpPr>
          <p:cNvPr id="48" name="Text 45"/>
          <p:cNvSpPr txBox="1"/>
          <p:nvPr/>
        </p:nvSpPr>
        <p:spPr>
          <a:xfrm>
            <a:off x="6163056" y="284378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aan</a:t>
            </a:r>
            <a:endParaRPr lang="en-US" sz="1900" dirty="0"/>
          </a:p>
        </p:txBody>
      </p:sp>
      <p:sp>
        <p:nvSpPr>
          <p:cNvPr id="49" name="Shape 46"/>
          <p:cNvSpPr/>
          <p:nvPr/>
        </p:nvSpPr>
        <p:spPr>
          <a:xfrm>
            <a:off x="8034528" y="251460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50" name="Text 47"/>
          <p:cNvSpPr txBox="1"/>
          <p:nvPr/>
        </p:nvSpPr>
        <p:spPr>
          <a:xfrm>
            <a:off x="8034528" y="256946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over</a:t>
            </a:r>
            <a:r>
              <a:rPr lang="en-US" sz="1300" dirty="0">
                <a:solidFill>
                  <a:srgbClr val="4A5A70"/>
                </a:solidFill>
              </a:rPr>
              <a:t> →</a:t>
            </a:r>
            <a:endParaRPr lang="en-US" sz="1300" dirty="0"/>
          </a:p>
        </p:txBody>
      </p:sp>
      <p:sp>
        <p:nvSpPr>
          <p:cNvPr id="51" name="Text 48"/>
          <p:cNvSpPr txBox="1"/>
          <p:nvPr/>
        </p:nvSpPr>
        <p:spPr>
          <a:xfrm>
            <a:off x="8034528" y="284378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over</a:t>
            </a:r>
            <a:endParaRPr lang="en-US" sz="1900" dirty="0"/>
          </a:p>
        </p:txBody>
      </p:sp>
      <p:sp>
        <p:nvSpPr>
          <p:cNvPr id="52" name="Shape 49"/>
          <p:cNvSpPr/>
          <p:nvPr/>
        </p:nvSpPr>
        <p:spPr>
          <a:xfrm>
            <a:off x="9906000" y="251460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53" name="Text 50"/>
          <p:cNvSpPr txBox="1"/>
          <p:nvPr/>
        </p:nvSpPr>
        <p:spPr>
          <a:xfrm>
            <a:off x="9906000" y="256946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van</a:t>
            </a:r>
            <a:r>
              <a:rPr lang="en-US" sz="1300" dirty="0">
                <a:solidFill>
                  <a:srgbClr val="4A5A70"/>
                </a:solidFill>
              </a:rPr>
              <a:t> →</a:t>
            </a:r>
            <a:endParaRPr lang="en-US" sz="1300" dirty="0"/>
          </a:p>
        </p:txBody>
      </p:sp>
      <p:sp>
        <p:nvSpPr>
          <p:cNvPr id="54" name="Text 51"/>
          <p:cNvSpPr txBox="1"/>
          <p:nvPr/>
        </p:nvSpPr>
        <p:spPr>
          <a:xfrm>
            <a:off x="9906000" y="284378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van</a:t>
            </a:r>
            <a:endParaRPr lang="en-US" sz="1900" dirty="0"/>
          </a:p>
        </p:txBody>
      </p:sp>
      <p:sp>
        <p:nvSpPr>
          <p:cNvPr id="55" name="Shape 52"/>
          <p:cNvSpPr/>
          <p:nvPr/>
        </p:nvSpPr>
        <p:spPr>
          <a:xfrm>
            <a:off x="548640" y="347472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56" name="Text 53"/>
          <p:cNvSpPr txBox="1"/>
          <p:nvPr/>
        </p:nvSpPr>
        <p:spPr>
          <a:xfrm>
            <a:off x="548640" y="352958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voor</a:t>
            </a:r>
            <a:r>
              <a:rPr lang="en-US" sz="1300" dirty="0">
                <a:solidFill>
                  <a:srgbClr val="4A5A70"/>
                </a:solidFill>
              </a:rPr>
              <a:t> →</a:t>
            </a:r>
            <a:endParaRPr lang="en-US" sz="1300" dirty="0"/>
          </a:p>
        </p:txBody>
      </p:sp>
      <p:sp>
        <p:nvSpPr>
          <p:cNvPr id="57" name="Text 54"/>
          <p:cNvSpPr txBox="1"/>
          <p:nvPr/>
        </p:nvSpPr>
        <p:spPr>
          <a:xfrm>
            <a:off x="548640" y="380390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voor</a:t>
            </a:r>
            <a:endParaRPr lang="en-US" sz="1900" dirty="0"/>
          </a:p>
        </p:txBody>
      </p:sp>
      <p:sp>
        <p:nvSpPr>
          <p:cNvPr id="58" name="Shape 55"/>
          <p:cNvSpPr/>
          <p:nvPr/>
        </p:nvSpPr>
        <p:spPr>
          <a:xfrm>
            <a:off x="2420112" y="347472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59" name="Text 56"/>
          <p:cNvSpPr txBox="1"/>
          <p:nvPr/>
        </p:nvSpPr>
        <p:spPr>
          <a:xfrm>
            <a:off x="2420112" y="352958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in</a:t>
            </a:r>
            <a:r>
              <a:rPr lang="en-US" sz="1300" dirty="0">
                <a:solidFill>
                  <a:srgbClr val="4A5A70"/>
                </a:solidFill>
              </a:rPr>
              <a:t> →</a:t>
            </a:r>
            <a:endParaRPr lang="en-US" sz="1300" dirty="0"/>
          </a:p>
        </p:txBody>
      </p:sp>
      <p:sp>
        <p:nvSpPr>
          <p:cNvPr id="60" name="Text 57"/>
          <p:cNvSpPr txBox="1"/>
          <p:nvPr/>
        </p:nvSpPr>
        <p:spPr>
          <a:xfrm>
            <a:off x="2420112" y="380390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in</a:t>
            </a:r>
            <a:endParaRPr lang="en-US" sz="1900" dirty="0"/>
          </a:p>
        </p:txBody>
      </p:sp>
      <p:sp>
        <p:nvSpPr>
          <p:cNvPr id="61" name="Shape 58"/>
          <p:cNvSpPr/>
          <p:nvPr/>
        </p:nvSpPr>
        <p:spPr>
          <a:xfrm>
            <a:off x="4291584" y="347472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62" name="Text 59"/>
          <p:cNvSpPr txBox="1"/>
          <p:nvPr/>
        </p:nvSpPr>
        <p:spPr>
          <a:xfrm>
            <a:off x="4291584" y="352958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naar</a:t>
            </a:r>
            <a:r>
              <a:rPr lang="en-US" sz="1300" dirty="0">
                <a:solidFill>
                  <a:srgbClr val="4A5A70"/>
                </a:solidFill>
              </a:rPr>
              <a:t> →</a:t>
            </a:r>
            <a:endParaRPr lang="en-US" sz="1300" dirty="0"/>
          </a:p>
        </p:txBody>
      </p:sp>
      <p:sp>
        <p:nvSpPr>
          <p:cNvPr id="63" name="Text 60"/>
          <p:cNvSpPr txBox="1"/>
          <p:nvPr/>
        </p:nvSpPr>
        <p:spPr>
          <a:xfrm>
            <a:off x="4291584" y="380390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naar</a:t>
            </a:r>
            <a:endParaRPr lang="en-US" sz="1900" dirty="0"/>
          </a:p>
        </p:txBody>
      </p:sp>
      <p:sp>
        <p:nvSpPr>
          <p:cNvPr id="64" name="Shape 61"/>
          <p:cNvSpPr/>
          <p:nvPr/>
        </p:nvSpPr>
        <p:spPr>
          <a:xfrm>
            <a:off x="6163056" y="347472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65" name="Text 62"/>
          <p:cNvSpPr txBox="1"/>
          <p:nvPr/>
        </p:nvSpPr>
        <p:spPr>
          <a:xfrm>
            <a:off x="6163056" y="352958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uit</a:t>
            </a:r>
            <a:r>
              <a:rPr lang="en-US" sz="1300" dirty="0">
                <a:solidFill>
                  <a:srgbClr val="4A5A70"/>
                </a:solidFill>
              </a:rPr>
              <a:t> →</a:t>
            </a:r>
            <a:endParaRPr lang="en-US" sz="1300" dirty="0"/>
          </a:p>
        </p:txBody>
      </p:sp>
      <p:sp>
        <p:nvSpPr>
          <p:cNvPr id="66" name="Text 63"/>
          <p:cNvSpPr txBox="1"/>
          <p:nvPr/>
        </p:nvSpPr>
        <p:spPr>
          <a:xfrm>
            <a:off x="6163056" y="380390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uit</a:t>
            </a:r>
            <a:endParaRPr lang="en-US" sz="1900" dirty="0"/>
          </a:p>
        </p:txBody>
      </p:sp>
      <p:sp>
        <p:nvSpPr>
          <p:cNvPr id="67" name="Shape 64"/>
          <p:cNvSpPr/>
          <p:nvPr/>
        </p:nvSpPr>
        <p:spPr>
          <a:xfrm>
            <a:off x="8034528" y="347472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68" name="Text 65"/>
          <p:cNvSpPr txBox="1"/>
          <p:nvPr/>
        </p:nvSpPr>
        <p:spPr>
          <a:xfrm>
            <a:off x="8034528" y="352958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bij</a:t>
            </a:r>
            <a:r>
              <a:rPr lang="en-US" sz="1300" dirty="0">
                <a:solidFill>
                  <a:srgbClr val="4A5A70"/>
                </a:solidFill>
              </a:rPr>
              <a:t> →</a:t>
            </a:r>
            <a:endParaRPr lang="en-US" sz="1300" dirty="0"/>
          </a:p>
        </p:txBody>
      </p:sp>
      <p:sp>
        <p:nvSpPr>
          <p:cNvPr id="69" name="Text 66"/>
          <p:cNvSpPr txBox="1"/>
          <p:nvPr/>
        </p:nvSpPr>
        <p:spPr>
          <a:xfrm>
            <a:off x="8034528" y="380390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bij</a:t>
            </a:r>
            <a:endParaRPr lang="en-US" sz="1900" dirty="0"/>
          </a:p>
        </p:txBody>
      </p:sp>
      <p:sp>
        <p:nvSpPr>
          <p:cNvPr id="70" name="Shape 67"/>
          <p:cNvSpPr/>
          <p:nvPr/>
        </p:nvSpPr>
        <p:spPr>
          <a:xfrm>
            <a:off x="9906000" y="3474720"/>
            <a:ext cx="1734312" cy="804672"/>
          </a:xfrm>
          <a:prstGeom prst="roundRect">
            <a:avLst>
              <a:gd name="adj" fmla="val 13636"/>
            </a:avLst>
          </a:prstGeom>
          <a:solidFill>
            <a:srgbClr val="FFFFFF"/>
          </a:solidFill>
          <a:ln w="15875">
            <a:solidFill>
              <a:srgbClr val="6E4A9E"/>
            </a:solidFill>
            <a:prstDash val="solid"/>
          </a:ln>
          <a:effectLst>
            <a:outerShdw sx="100000" sy="100000" kx="0" ky="0" algn="bl" rotWithShape="0" blurRad="101600" dist="25400" dir="3600000">
              <a:srgbClr val="000000">
                <a:alpha val="16000"/>
              </a:srgbClr>
            </a:outerShdw>
          </a:effectLst>
        </p:spPr>
      </p:sp>
      <p:sp>
        <p:nvSpPr>
          <p:cNvPr id="71" name="Text 68"/>
          <p:cNvSpPr txBox="1"/>
          <p:nvPr/>
        </p:nvSpPr>
        <p:spPr>
          <a:xfrm>
            <a:off x="9906000" y="3529584"/>
            <a:ext cx="1734312" cy="274320"/>
          </a:xfrm>
          <a:prstGeom prst="rect">
            <a:avLst/>
          </a:prstGeom>
          <a:noFill/>
          <a:ln/>
        </p:spPr>
        <p:txBody>
          <a:bodyPr wrap="square" lIns="0" tIns="0" rIns="0" bIns="0" rtlCol="0" anchor="ctr"/>
          <a:lstStyle/>
          <a:p>
            <a:pPr algn="ctr" indent="0" marL="0">
              <a:buNone/>
            </a:pPr>
            <a:r>
              <a:rPr lang="en-US" sz="1300" i="1" dirty="0">
                <a:solidFill>
                  <a:srgbClr val="4A5A70"/>
                </a:solidFill>
              </a:rPr>
              <a:t>om</a:t>
            </a:r>
            <a:r>
              <a:rPr lang="en-US" sz="1300" dirty="0">
                <a:solidFill>
                  <a:srgbClr val="4A5A70"/>
                </a:solidFill>
              </a:rPr>
              <a:t> →</a:t>
            </a:r>
            <a:endParaRPr lang="en-US" sz="1300" dirty="0"/>
          </a:p>
        </p:txBody>
      </p:sp>
      <p:sp>
        <p:nvSpPr>
          <p:cNvPr id="72" name="Text 69"/>
          <p:cNvSpPr txBox="1"/>
          <p:nvPr/>
        </p:nvSpPr>
        <p:spPr>
          <a:xfrm>
            <a:off x="9906000" y="3803904"/>
            <a:ext cx="1734312" cy="420624"/>
          </a:xfrm>
          <a:prstGeom prst="rect">
            <a:avLst/>
          </a:prstGeom>
          <a:noFill/>
          <a:ln/>
        </p:spPr>
        <p:txBody>
          <a:bodyPr wrap="square" lIns="0" tIns="0" rIns="0" bIns="0" rtlCol="0" anchor="ctr"/>
          <a:lstStyle/>
          <a:p>
            <a:pPr algn="ctr" indent="0" marL="0">
              <a:buNone/>
            </a:pPr>
            <a:r>
              <a:rPr lang="en-US" sz="1900" i="1" dirty="0">
                <a:solidFill>
                  <a:srgbClr val="6E4A9E"/>
                </a:solidFill>
              </a:rPr>
              <a:t>waar</a:t>
            </a:r>
            <a:r>
              <a:rPr lang="en-US" sz="1900" b="1" i="1" dirty="0">
                <a:solidFill>
                  <a:srgbClr val="6E4A9E"/>
                </a:solidFill>
              </a:rPr>
              <a:t>om</a:t>
            </a:r>
            <a:endParaRPr lang="en-US" sz="1900" dirty="0"/>
          </a:p>
        </p:txBody>
      </p:sp>
      <p:sp>
        <p:nvSpPr>
          <p:cNvPr id="73" name="Shape 70"/>
          <p:cNvSpPr/>
          <p:nvPr/>
        </p:nvSpPr>
        <p:spPr>
          <a:xfrm>
            <a:off x="548640" y="4526280"/>
            <a:ext cx="5458968" cy="1097280"/>
          </a:xfrm>
          <a:prstGeom prst="roundRect">
            <a:avLst>
              <a:gd name="adj" fmla="val 10000"/>
            </a:avLst>
          </a:prstGeom>
          <a:solidFill>
            <a:srgbClr val="FBEDEB"/>
          </a:solidFill>
          <a:ln w="19050">
            <a:solidFill>
              <a:srgbClr val="B83227"/>
            </a:solidFill>
            <a:prstDash val="solid"/>
          </a:ln>
        </p:spPr>
      </p:sp>
      <p:sp>
        <p:nvSpPr>
          <p:cNvPr id="74" name="Text 71"/>
          <p:cNvSpPr txBox="1"/>
          <p:nvPr/>
        </p:nvSpPr>
        <p:spPr>
          <a:xfrm>
            <a:off x="731520" y="458114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Deux changements</a:t>
            </a:r>
            <a:endParaRPr lang="en-US" sz="1500" dirty="0"/>
          </a:p>
        </p:txBody>
      </p:sp>
      <p:sp>
        <p:nvSpPr>
          <p:cNvPr id="75" name="Text 72"/>
          <p:cNvSpPr txBox="1"/>
          <p:nvPr/>
        </p:nvSpPr>
        <p:spPr>
          <a:xfrm>
            <a:off x="731520" y="4965192"/>
            <a:ext cx="5093208" cy="603504"/>
          </a:xfrm>
          <a:prstGeom prst="rect">
            <a:avLst/>
          </a:prstGeom>
          <a:noFill/>
          <a:ln/>
        </p:spPr>
        <p:txBody>
          <a:bodyPr wrap="square" lIns="0" tIns="0" rIns="0" bIns="0" rtlCol="0" anchor="t"/>
          <a:lstStyle/>
          <a:p>
            <a:pPr algn="l" indent="0" marL="0">
              <a:spcAft>
                <a:spcPts val="300"/>
              </a:spcAft>
              <a:buNone/>
            </a:pPr>
            <a:r>
              <a:rPr lang="en-US" sz="1450" i="1" dirty="0">
                <a:solidFill>
                  <a:srgbClr val="1B2333"/>
                </a:solidFill>
              </a:rPr>
              <a:t>met</a:t>
            </a:r>
            <a:r>
              <a:rPr lang="en-US" sz="1450" dirty="0">
                <a:solidFill>
                  <a:srgbClr val="1B2333"/>
                </a:solidFill>
              </a:rPr>
              <a:t> → </a:t>
            </a:r>
            <a:r>
              <a:rPr lang="en-US" sz="1450" b="1" i="1" dirty="0">
                <a:solidFill>
                  <a:srgbClr val="6E4A9E"/>
                </a:solidFill>
              </a:rPr>
              <a:t>waar</a:t>
            </a:r>
            <a:r>
              <a:rPr lang="en-US" sz="1450" b="1" i="1" dirty="0">
                <a:solidFill>
                  <a:srgbClr val="B83227"/>
                </a:solidFill>
              </a:rPr>
              <a:t>mee</a:t>
            </a:r>
            <a:r>
              <a:rPr lang="en-US" sz="1450" dirty="0">
                <a:solidFill>
                  <a:srgbClr val="1B2333"/>
                </a:solidFill>
              </a:rPr>
              <a:t> · </a:t>
            </a:r>
            <a:r>
              <a:rPr lang="en-US" sz="1450" i="1" dirty="0">
                <a:solidFill>
                  <a:srgbClr val="1B2333"/>
                </a:solidFill>
              </a:rPr>
              <a:t>tot</a:t>
            </a:r>
            <a:r>
              <a:rPr lang="en-US" sz="1450" dirty="0">
                <a:solidFill>
                  <a:srgbClr val="1B2333"/>
                </a:solidFill>
              </a:rPr>
              <a:t> → </a:t>
            </a:r>
            <a:r>
              <a:rPr lang="en-US" sz="1450" b="1" i="1" dirty="0">
                <a:solidFill>
                  <a:srgbClr val="6E4A9E"/>
                </a:solidFill>
              </a:rPr>
              <a:t>waar</a:t>
            </a:r>
            <a:r>
              <a:rPr lang="en-US" sz="1450" b="1" i="1" dirty="0">
                <a:solidFill>
                  <a:srgbClr val="B83227"/>
                </a:solidFill>
              </a:rPr>
              <a:t>toe</a:t>
            </a:r>
            <a:endParaRPr lang="en-US" sz="1450" dirty="0"/>
          </a:p>
        </p:txBody>
      </p:sp>
      <p:sp>
        <p:nvSpPr>
          <p:cNvPr id="76" name="Shape 73"/>
          <p:cNvSpPr/>
          <p:nvPr/>
        </p:nvSpPr>
        <p:spPr>
          <a:xfrm>
            <a:off x="6181344" y="4526280"/>
            <a:ext cx="5458968" cy="1097280"/>
          </a:xfrm>
          <a:prstGeom prst="roundRect">
            <a:avLst>
              <a:gd name="adj" fmla="val 10000"/>
            </a:avLst>
          </a:prstGeom>
          <a:solidFill>
            <a:srgbClr val="EAF2FB"/>
          </a:solidFill>
          <a:ln w="19050">
            <a:solidFill>
              <a:srgbClr val="2A6FB0"/>
            </a:solidFill>
            <a:prstDash val="solid"/>
          </a:ln>
        </p:spPr>
      </p:sp>
      <p:sp>
        <p:nvSpPr>
          <p:cNvPr id="77" name="Text 74"/>
          <p:cNvSpPr txBox="1"/>
          <p:nvPr/>
        </p:nvSpPr>
        <p:spPr>
          <a:xfrm>
            <a:off x="6364224" y="4581144"/>
            <a:ext cx="5093208" cy="384048"/>
          </a:xfrm>
          <a:prstGeom prst="rect">
            <a:avLst/>
          </a:prstGeom>
          <a:noFill/>
          <a:ln/>
        </p:spPr>
        <p:txBody>
          <a:bodyPr wrap="square" lIns="0" tIns="0" rIns="0" bIns="0" rtlCol="0" anchor="ctr"/>
          <a:lstStyle/>
          <a:p>
            <a:pPr algn="l" indent="0" marL="0">
              <a:buNone/>
            </a:pPr>
            <a:r>
              <a:rPr lang="en-US" sz="1500" b="1" dirty="0">
                <a:solidFill>
                  <a:srgbClr val="2A6FB0"/>
                </a:solidFill>
              </a:rPr>
              <a:t>+ waarom</a:t>
            </a:r>
            <a:endParaRPr lang="en-US" sz="1500" dirty="0"/>
          </a:p>
        </p:txBody>
      </p:sp>
      <p:sp>
        <p:nvSpPr>
          <p:cNvPr id="78" name="Text 75"/>
          <p:cNvSpPr txBox="1"/>
          <p:nvPr/>
        </p:nvSpPr>
        <p:spPr>
          <a:xfrm>
            <a:off x="6364224" y="4965192"/>
            <a:ext cx="5093208" cy="60350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 pourquoi », mais aussi « la raison pour laquelle » : </a:t>
            </a:r>
            <a:r>
              <a:rPr lang="en-US" sz="1450" i="1" dirty="0">
                <a:solidFill>
                  <a:srgbClr val="1B2333"/>
                </a:solidFill>
              </a:rPr>
              <a:t>de reden </a:t>
            </a:r>
            <a:r>
              <a:rPr lang="en-US" sz="1450" b="1" i="1" dirty="0">
                <a:solidFill>
                  <a:srgbClr val="6E4A9E"/>
                </a:solidFill>
              </a:rPr>
              <a:t>waarom</a:t>
            </a:r>
            <a:r>
              <a:rPr lang="en-US" sz="1450" i="1" dirty="0">
                <a:solidFill>
                  <a:srgbClr val="1B2333"/>
                </a:solidFill>
              </a:rPr>
              <a:t> hij vertrekt</a:t>
            </a:r>
            <a:endParaRPr lang="en-US" sz="1450" dirty="0"/>
          </a:p>
        </p:txBody>
      </p:sp>
      <p:sp>
        <p:nvSpPr>
          <p:cNvPr id="79" name="Shape 76"/>
          <p:cNvSpPr/>
          <p:nvPr/>
        </p:nvSpPr>
        <p:spPr>
          <a:xfrm>
            <a:off x="548640" y="5760720"/>
            <a:ext cx="11091672" cy="502920"/>
          </a:xfrm>
          <a:prstGeom prst="roundRect">
            <a:avLst>
              <a:gd name="adj" fmla="val 14545"/>
            </a:avLst>
          </a:prstGeom>
          <a:solidFill>
            <a:srgbClr val="17375E"/>
          </a:solidFill>
          <a:ln w="12700">
            <a:solidFill>
              <a:srgbClr val="FFFFFF">
                <a:alpha val="0"/>
              </a:srgbClr>
            </a:solidFill>
            <a:prstDash val="solid"/>
          </a:ln>
        </p:spPr>
      </p:sp>
      <p:sp>
        <p:nvSpPr>
          <p:cNvPr id="80" name="Text 77"/>
          <p:cNvSpPr txBox="1"/>
          <p:nvPr/>
        </p:nvSpPr>
        <p:spPr>
          <a:xfrm>
            <a:off x="822960" y="5760720"/>
            <a:ext cx="10607040" cy="502920"/>
          </a:xfrm>
          <a:prstGeom prst="rect">
            <a:avLst/>
          </a:prstGeom>
          <a:noFill/>
          <a:ln/>
        </p:spPr>
        <p:txBody>
          <a:bodyPr wrap="square" lIns="0" tIns="0" rIns="0" bIns="0" rtlCol="0" anchor="ctr"/>
          <a:lstStyle/>
          <a:p>
            <a:pPr algn="l" indent="0" marL="0">
              <a:buNone/>
            </a:pPr>
            <a:r>
              <a:rPr lang="en-US" sz="1600" dirty="0">
                <a:solidFill>
                  <a:srgbClr val="FFFFFF"/>
                </a:solidFill>
              </a:rPr>
              <a:t>Pour une chose, jamais « préposition + </a:t>
            </a:r>
            <a:r>
              <a:rPr lang="en-US" sz="1600" i="1" dirty="0">
                <a:solidFill>
                  <a:srgbClr val="FFFFFF"/>
                </a:solidFill>
              </a:rPr>
              <a:t>wat, dat, die</a:t>
            </a:r>
            <a:r>
              <a:rPr lang="en-US" sz="1600" dirty="0">
                <a:solidFill>
                  <a:srgbClr val="FFFFFF"/>
                </a:solidFill>
              </a:rPr>
              <a:t> » : c’est le tableau </a:t>
            </a:r>
            <a:r>
              <a:rPr lang="en-US" sz="1600" i="1" dirty="0">
                <a:solidFill>
                  <a:srgbClr val="FFFFFF"/>
                </a:solidFill>
              </a:rPr>
              <a:t>er, daar, waar</a:t>
            </a:r>
            <a:r>
              <a:rPr lang="en-US" sz="1600" dirty="0">
                <a:solidFill>
                  <a:srgbClr val="FFFFFF"/>
                </a:solidFill>
              </a:rPr>
              <a:t> du M23.</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pince : waar … mee</a:t>
            </a:r>
            <a:endParaRPr lang="en-US" sz="3000" dirty="0"/>
          </a:p>
        </p:txBody>
      </p:sp>
      <p:sp>
        <p:nvSpPr>
          <p:cNvPr id="3" name="tag"/>
          <p:cNvSpPr/>
          <p:nvPr/>
        </p:nvSpPr>
        <p:spPr>
          <a:xfrm>
            <a:off x="548640" y="237744"/>
            <a:ext cx="241767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WAAR + PRÉPOSITION</a:t>
            </a:r>
            <a:endParaRPr lang="en-US" sz="1200" dirty="0"/>
          </a:p>
        </p:txBody>
      </p:sp>
      <p:sp>
        <p:nvSpPr>
          <p:cNvPr id="5" name="Shape 2"/>
          <p:cNvSpPr/>
          <p:nvPr/>
        </p:nvSpPr>
        <p:spPr>
          <a:xfrm>
            <a:off x="9043416"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sp>
        <p:nvSpPr>
          <p:cNvPr id="15" name="Shape 12"/>
          <p:cNvSpPr/>
          <p:nvPr/>
        </p:nvSpPr>
        <p:spPr>
          <a:xfrm>
            <a:off x="1646199" y="1828800"/>
            <a:ext cx="1178382" cy="585216"/>
          </a:xfrm>
          <a:prstGeom prst="roundRect">
            <a:avLst>
              <a:gd name="adj" fmla="val 18750"/>
            </a:avLst>
          </a:prstGeom>
          <a:solidFill>
            <a:srgbClr val="F1ECF7"/>
          </a:solidFill>
          <a:ln w="22225">
            <a:solidFill>
              <a:srgbClr val="6E4A9E"/>
            </a:solidFill>
            <a:prstDash val="solid"/>
          </a:ln>
        </p:spPr>
      </p:sp>
      <p:sp>
        <p:nvSpPr>
          <p:cNvPr id="16" name="Text 13"/>
          <p:cNvSpPr txBox="1"/>
          <p:nvPr/>
        </p:nvSpPr>
        <p:spPr>
          <a:xfrm>
            <a:off x="1646199" y="1828800"/>
            <a:ext cx="1178382" cy="585216"/>
          </a:xfrm>
          <a:prstGeom prst="rect">
            <a:avLst/>
          </a:prstGeom>
          <a:noFill/>
          <a:ln/>
        </p:spPr>
        <p:txBody>
          <a:bodyPr wrap="square" lIns="0" tIns="0" rIns="0" bIns="0" rtlCol="0" anchor="ctr"/>
          <a:lstStyle/>
          <a:p>
            <a:pPr algn="ctr" indent="0" marL="0">
              <a:buNone/>
            </a:pPr>
            <a:r>
              <a:rPr lang="en-US" sz="2200" b="1" i="1" dirty="0">
                <a:solidFill>
                  <a:srgbClr val="6E4A9E"/>
                </a:solidFill>
              </a:rPr>
              <a:t>de pen</a:t>
            </a:r>
            <a:endParaRPr lang="en-US" sz="2200" dirty="0"/>
          </a:p>
        </p:txBody>
      </p:sp>
      <p:sp>
        <p:nvSpPr>
          <p:cNvPr id="17" name="Shape 14"/>
          <p:cNvSpPr/>
          <p:nvPr/>
        </p:nvSpPr>
        <p:spPr>
          <a:xfrm>
            <a:off x="2952598" y="1828800"/>
            <a:ext cx="1475664" cy="585216"/>
          </a:xfrm>
          <a:prstGeom prst="roundRect">
            <a:avLst>
              <a:gd name="adj" fmla="val 18750"/>
            </a:avLst>
          </a:prstGeom>
          <a:solidFill>
            <a:srgbClr val="6E4A9E"/>
          </a:solidFill>
          <a:ln w="12700">
            <a:solidFill>
              <a:srgbClr val="FFFFFF">
                <a:alpha val="0"/>
              </a:srgbClr>
            </a:solidFill>
            <a:prstDash val="solid"/>
          </a:ln>
        </p:spPr>
      </p:sp>
      <p:sp>
        <p:nvSpPr>
          <p:cNvPr id="18" name="Text 15"/>
          <p:cNvSpPr txBox="1"/>
          <p:nvPr/>
        </p:nvSpPr>
        <p:spPr>
          <a:xfrm>
            <a:off x="2952598" y="1828800"/>
            <a:ext cx="1475664" cy="585216"/>
          </a:xfrm>
          <a:prstGeom prst="rect">
            <a:avLst/>
          </a:prstGeom>
          <a:noFill/>
          <a:ln/>
        </p:spPr>
        <p:txBody>
          <a:bodyPr wrap="square" lIns="0" tIns="0" rIns="0" bIns="0" rtlCol="0" anchor="ctr"/>
          <a:lstStyle/>
          <a:p>
            <a:pPr algn="ctr" indent="0" marL="0">
              <a:buNone/>
            </a:pPr>
            <a:r>
              <a:rPr lang="en-US" sz="2200" b="1" i="1" dirty="0">
                <a:solidFill>
                  <a:srgbClr val="FFFFFF"/>
                </a:solidFill>
              </a:rPr>
              <a:t>waarmee</a:t>
            </a:r>
            <a:endParaRPr lang="en-US" sz="2200" dirty="0"/>
          </a:p>
        </p:txBody>
      </p:sp>
      <p:sp>
        <p:nvSpPr>
          <p:cNvPr id="19" name="Text 16"/>
          <p:cNvSpPr txBox="1"/>
          <p:nvPr/>
        </p:nvSpPr>
        <p:spPr>
          <a:xfrm>
            <a:off x="4510557" y="1828800"/>
            <a:ext cx="1088720" cy="585216"/>
          </a:xfrm>
          <a:prstGeom prst="rect">
            <a:avLst/>
          </a:prstGeom>
          <a:noFill/>
          <a:ln/>
        </p:spPr>
        <p:txBody>
          <a:bodyPr wrap="square" lIns="0" tIns="0" rIns="0" bIns="0" rtlCol="0" anchor="ctr"/>
          <a:lstStyle/>
          <a:p>
            <a:pPr algn="ctr" indent="0" marL="0">
              <a:buNone/>
            </a:pPr>
            <a:r>
              <a:rPr lang="en-US" sz="2200" i="1" dirty="0">
                <a:solidFill>
                  <a:srgbClr val="1B2333"/>
                </a:solidFill>
              </a:rPr>
              <a:t>ik schrijf</a:t>
            </a:r>
            <a:endParaRPr lang="en-US" sz="2200" dirty="0"/>
          </a:p>
        </p:txBody>
      </p:sp>
      <p:sp>
        <p:nvSpPr>
          <p:cNvPr id="20" name="Text 17"/>
          <p:cNvSpPr txBox="1"/>
          <p:nvPr/>
        </p:nvSpPr>
        <p:spPr>
          <a:xfrm>
            <a:off x="5635854" y="1828800"/>
            <a:ext cx="285445" cy="585216"/>
          </a:xfrm>
          <a:prstGeom prst="rect">
            <a:avLst/>
          </a:prstGeom>
          <a:noFill/>
          <a:ln/>
        </p:spPr>
        <p:txBody>
          <a:bodyPr wrap="square" lIns="0" tIns="0" rIns="0" bIns="0" rtlCol="0" anchor="ctr"/>
          <a:lstStyle/>
          <a:p>
            <a:pPr algn="ctr" indent="0" marL="0">
              <a:buNone/>
            </a:pPr>
            <a:r>
              <a:rPr lang="en-US" sz="2200" i="1" dirty="0">
                <a:solidFill>
                  <a:srgbClr val="1B2333"/>
                </a:solidFill>
              </a:rPr>
              <a:t>=</a:t>
            </a:r>
            <a:endParaRPr lang="en-US" sz="2200" dirty="0"/>
          </a:p>
        </p:txBody>
      </p:sp>
      <p:sp>
        <p:nvSpPr>
          <p:cNvPr id="21" name="Shape 18"/>
          <p:cNvSpPr/>
          <p:nvPr/>
        </p:nvSpPr>
        <p:spPr>
          <a:xfrm>
            <a:off x="6003595" y="1828800"/>
            <a:ext cx="1178382" cy="585216"/>
          </a:xfrm>
          <a:prstGeom prst="roundRect">
            <a:avLst>
              <a:gd name="adj" fmla="val 18750"/>
            </a:avLst>
          </a:prstGeom>
          <a:solidFill>
            <a:srgbClr val="F1ECF7"/>
          </a:solidFill>
          <a:ln w="22225">
            <a:solidFill>
              <a:srgbClr val="6E4A9E"/>
            </a:solidFill>
            <a:prstDash val="solid"/>
          </a:ln>
        </p:spPr>
      </p:sp>
      <p:sp>
        <p:nvSpPr>
          <p:cNvPr id="22" name="Text 19"/>
          <p:cNvSpPr txBox="1"/>
          <p:nvPr/>
        </p:nvSpPr>
        <p:spPr>
          <a:xfrm>
            <a:off x="6003595" y="1828800"/>
            <a:ext cx="1178382" cy="585216"/>
          </a:xfrm>
          <a:prstGeom prst="rect">
            <a:avLst/>
          </a:prstGeom>
          <a:noFill/>
          <a:ln/>
        </p:spPr>
        <p:txBody>
          <a:bodyPr wrap="square" lIns="0" tIns="0" rIns="0" bIns="0" rtlCol="0" anchor="ctr"/>
          <a:lstStyle/>
          <a:p>
            <a:pPr algn="ctr" indent="0" marL="0">
              <a:buNone/>
            </a:pPr>
            <a:r>
              <a:rPr lang="en-US" sz="2200" b="1" i="1" dirty="0">
                <a:solidFill>
                  <a:srgbClr val="6E4A9E"/>
                </a:solidFill>
              </a:rPr>
              <a:t>de pen</a:t>
            </a:r>
            <a:endParaRPr lang="en-US" sz="2200" dirty="0"/>
          </a:p>
        </p:txBody>
      </p:sp>
      <p:sp>
        <p:nvSpPr>
          <p:cNvPr id="23" name="Shape 20"/>
          <p:cNvSpPr/>
          <p:nvPr/>
        </p:nvSpPr>
        <p:spPr>
          <a:xfrm>
            <a:off x="7309993" y="1828800"/>
            <a:ext cx="967435" cy="585216"/>
          </a:xfrm>
          <a:prstGeom prst="roundRect">
            <a:avLst>
              <a:gd name="adj" fmla="val 18750"/>
            </a:avLst>
          </a:prstGeom>
          <a:solidFill>
            <a:srgbClr val="6E4A9E"/>
          </a:solidFill>
          <a:ln w="12700">
            <a:solidFill>
              <a:srgbClr val="FFFFFF">
                <a:alpha val="0"/>
              </a:srgbClr>
            </a:solidFill>
            <a:prstDash val="solid"/>
          </a:ln>
        </p:spPr>
      </p:sp>
      <p:sp>
        <p:nvSpPr>
          <p:cNvPr id="24" name="Text 21"/>
          <p:cNvSpPr txBox="1"/>
          <p:nvPr/>
        </p:nvSpPr>
        <p:spPr>
          <a:xfrm>
            <a:off x="7309993" y="1828800"/>
            <a:ext cx="967435" cy="585216"/>
          </a:xfrm>
          <a:prstGeom prst="rect">
            <a:avLst/>
          </a:prstGeom>
          <a:noFill/>
          <a:ln/>
        </p:spPr>
        <p:txBody>
          <a:bodyPr wrap="square" lIns="0" tIns="0" rIns="0" bIns="0" rtlCol="0" anchor="ctr"/>
          <a:lstStyle/>
          <a:p>
            <a:pPr algn="ctr" indent="0" marL="0">
              <a:buNone/>
            </a:pPr>
            <a:r>
              <a:rPr lang="en-US" sz="2200" b="1" i="1" dirty="0">
                <a:solidFill>
                  <a:srgbClr val="FFFFFF"/>
                </a:solidFill>
              </a:rPr>
              <a:t>waar</a:t>
            </a:r>
            <a:endParaRPr lang="en-US" sz="2200" dirty="0"/>
          </a:p>
        </p:txBody>
      </p:sp>
      <p:sp>
        <p:nvSpPr>
          <p:cNvPr id="25" name="Text 22"/>
          <p:cNvSpPr txBox="1"/>
          <p:nvPr/>
        </p:nvSpPr>
        <p:spPr>
          <a:xfrm>
            <a:off x="8359724" y="1828800"/>
            <a:ext cx="337693" cy="585216"/>
          </a:xfrm>
          <a:prstGeom prst="rect">
            <a:avLst/>
          </a:prstGeom>
          <a:noFill/>
          <a:ln/>
        </p:spPr>
        <p:txBody>
          <a:bodyPr wrap="square" lIns="0" tIns="0" rIns="0" bIns="0" rtlCol="0" anchor="ctr"/>
          <a:lstStyle/>
          <a:p>
            <a:pPr algn="ctr" indent="0" marL="0">
              <a:buNone/>
            </a:pPr>
            <a:r>
              <a:rPr lang="en-US" sz="2200" i="1" dirty="0">
                <a:solidFill>
                  <a:srgbClr val="1B2333"/>
                </a:solidFill>
              </a:rPr>
              <a:t>ik</a:t>
            </a:r>
            <a:endParaRPr lang="en-US" sz="2200" dirty="0"/>
          </a:p>
        </p:txBody>
      </p:sp>
      <p:sp>
        <p:nvSpPr>
          <p:cNvPr id="26" name="Shape 23"/>
          <p:cNvSpPr/>
          <p:nvPr/>
        </p:nvSpPr>
        <p:spPr>
          <a:xfrm>
            <a:off x="8779713" y="1828800"/>
            <a:ext cx="892277" cy="585216"/>
          </a:xfrm>
          <a:prstGeom prst="roundRect">
            <a:avLst>
              <a:gd name="adj" fmla="val 18750"/>
            </a:avLst>
          </a:prstGeom>
          <a:solidFill>
            <a:srgbClr val="6E4A9E"/>
          </a:solidFill>
          <a:ln w="12700">
            <a:solidFill>
              <a:srgbClr val="FFFFFF">
                <a:alpha val="0"/>
              </a:srgbClr>
            </a:solidFill>
            <a:prstDash val="solid"/>
          </a:ln>
        </p:spPr>
      </p:sp>
      <p:sp>
        <p:nvSpPr>
          <p:cNvPr id="27" name="Text 24"/>
          <p:cNvSpPr txBox="1"/>
          <p:nvPr/>
        </p:nvSpPr>
        <p:spPr>
          <a:xfrm>
            <a:off x="8779713" y="1828800"/>
            <a:ext cx="892277" cy="585216"/>
          </a:xfrm>
          <a:prstGeom prst="rect">
            <a:avLst/>
          </a:prstGeom>
          <a:noFill/>
          <a:ln/>
        </p:spPr>
        <p:txBody>
          <a:bodyPr wrap="square" lIns="0" tIns="0" rIns="0" bIns="0" rtlCol="0" anchor="ctr"/>
          <a:lstStyle/>
          <a:p>
            <a:pPr algn="ctr" indent="0" marL="0">
              <a:buNone/>
            </a:pPr>
            <a:r>
              <a:rPr lang="en-US" sz="2200" b="1" i="1" dirty="0">
                <a:solidFill>
                  <a:srgbClr val="FFFFFF"/>
                </a:solidFill>
              </a:rPr>
              <a:t>mee</a:t>
            </a:r>
            <a:endParaRPr lang="en-US" sz="2200" dirty="0"/>
          </a:p>
        </p:txBody>
      </p:sp>
      <p:sp>
        <p:nvSpPr>
          <p:cNvPr id="28" name="Text 25"/>
          <p:cNvSpPr txBox="1"/>
          <p:nvPr/>
        </p:nvSpPr>
        <p:spPr>
          <a:xfrm>
            <a:off x="9754286" y="1828800"/>
            <a:ext cx="834187" cy="585216"/>
          </a:xfrm>
          <a:prstGeom prst="rect">
            <a:avLst/>
          </a:prstGeom>
          <a:noFill/>
          <a:ln/>
        </p:spPr>
        <p:txBody>
          <a:bodyPr wrap="square" lIns="0" tIns="0" rIns="0" bIns="0" rtlCol="0" anchor="ctr"/>
          <a:lstStyle/>
          <a:p>
            <a:pPr algn="ctr" indent="0" marL="0">
              <a:buNone/>
            </a:pPr>
            <a:r>
              <a:rPr lang="en-US" sz="2200" i="1" dirty="0">
                <a:solidFill>
                  <a:srgbClr val="1B2333"/>
                </a:solidFill>
              </a:rPr>
              <a:t>schrijf</a:t>
            </a:r>
            <a:endParaRPr lang="en-US" sz="2200" dirty="0"/>
          </a:p>
        </p:txBody>
      </p:sp>
      <p:sp>
        <p:nvSpPr>
          <p:cNvPr id="29" name="Shape 26"/>
          <p:cNvSpPr/>
          <p:nvPr/>
        </p:nvSpPr>
        <p:spPr>
          <a:xfrm>
            <a:off x="2235391" y="1527048"/>
            <a:ext cx="1455039" cy="640080"/>
          </a:xfrm>
          <a:prstGeom prst="arc">
            <a:avLst>
              <a:gd name="adj1" fmla="val 10800000"/>
              <a:gd name="adj2" fmla="val 21600000"/>
            </a:avLst>
          </a:prstGeom>
          <a:solidFill>
            <a:srgbClr val="FFFFFF">
              <a:alpha val="0"/>
            </a:srgbClr>
          </a:solidFill>
          <a:ln w="28575">
            <a:solidFill>
              <a:srgbClr val="6E4A9E"/>
            </a:solidFill>
            <a:prstDash val="solid"/>
            <a:headEnd type="triangle"/>
          </a:ln>
        </p:spPr>
      </p:sp>
      <p:sp>
        <p:nvSpPr>
          <p:cNvPr id="30" name="Shape 27"/>
          <p:cNvSpPr/>
          <p:nvPr/>
        </p:nvSpPr>
        <p:spPr>
          <a:xfrm>
            <a:off x="6592786" y="1527048"/>
            <a:ext cx="1200925" cy="640080"/>
          </a:xfrm>
          <a:prstGeom prst="arc">
            <a:avLst>
              <a:gd name="adj1" fmla="val 10800000"/>
              <a:gd name="adj2" fmla="val 21600000"/>
            </a:avLst>
          </a:prstGeom>
          <a:solidFill>
            <a:srgbClr val="FFFFFF">
              <a:alpha val="0"/>
            </a:srgbClr>
          </a:solidFill>
          <a:ln w="28575">
            <a:solidFill>
              <a:srgbClr val="6E4A9E"/>
            </a:solidFill>
            <a:prstDash val="solid"/>
            <a:headEnd type="triangle"/>
          </a:ln>
        </p:spPr>
      </p:sp>
      <p:sp>
        <p:nvSpPr>
          <p:cNvPr id="31" name="Shape 28"/>
          <p:cNvSpPr/>
          <p:nvPr/>
        </p:nvSpPr>
        <p:spPr>
          <a:xfrm>
            <a:off x="7793711" y="2139696"/>
            <a:ext cx="1432141" cy="585216"/>
          </a:xfrm>
          <a:prstGeom prst="arc">
            <a:avLst>
              <a:gd name="adj1" fmla="val 0"/>
              <a:gd name="adj2" fmla="val 10800000"/>
            </a:avLst>
          </a:prstGeom>
          <a:solidFill>
            <a:srgbClr val="FFFFFF">
              <a:alpha val="0"/>
            </a:srgbClr>
          </a:solidFill>
          <a:ln w="34925">
            <a:solidFill>
              <a:srgbClr val="6E4A9E"/>
            </a:solidFill>
            <a:prstDash val="solid"/>
          </a:ln>
        </p:spPr>
      </p:sp>
      <p:sp>
        <p:nvSpPr>
          <p:cNvPr id="32" name="Text 29"/>
          <p:cNvSpPr txBox="1"/>
          <p:nvPr/>
        </p:nvSpPr>
        <p:spPr>
          <a:xfrm>
            <a:off x="1646199" y="2788920"/>
            <a:ext cx="3907358" cy="274320"/>
          </a:xfrm>
          <a:prstGeom prst="rect">
            <a:avLst/>
          </a:prstGeom>
          <a:noFill/>
          <a:ln/>
        </p:spPr>
        <p:txBody>
          <a:bodyPr wrap="square" lIns="0" tIns="0" rIns="0" bIns="0" rtlCol="0" anchor="ctr"/>
          <a:lstStyle/>
          <a:p>
            <a:pPr algn="ctr" indent="0" marL="0">
              <a:buNone/>
            </a:pPr>
            <a:r>
              <a:rPr lang="en-US" sz="1300" b="1" i="1" dirty="0">
                <a:solidFill>
                  <a:srgbClr val="4A5A70"/>
                </a:solidFill>
              </a:rPr>
              <a:t>en un mot</a:t>
            </a:r>
            <a:endParaRPr lang="en-US" sz="1300" dirty="0"/>
          </a:p>
        </p:txBody>
      </p:sp>
      <p:sp>
        <p:nvSpPr>
          <p:cNvPr id="33" name="Text 30"/>
          <p:cNvSpPr txBox="1"/>
          <p:nvPr/>
        </p:nvSpPr>
        <p:spPr>
          <a:xfrm>
            <a:off x="6003595" y="2788920"/>
            <a:ext cx="4539158" cy="274320"/>
          </a:xfrm>
          <a:prstGeom prst="rect">
            <a:avLst/>
          </a:prstGeom>
          <a:noFill/>
          <a:ln/>
        </p:spPr>
        <p:txBody>
          <a:bodyPr wrap="square" lIns="0" tIns="0" rIns="0" bIns="0" rtlCol="0" anchor="ctr"/>
          <a:lstStyle/>
          <a:p>
            <a:pPr algn="ctr" indent="0" marL="0">
              <a:buNone/>
            </a:pPr>
            <a:r>
              <a:rPr lang="en-US" sz="1300" b="1" i="1" dirty="0">
                <a:solidFill>
                  <a:srgbClr val="6E4A9E"/>
                </a:solidFill>
              </a:rPr>
              <a:t>la pince</a:t>
            </a:r>
            <a:endParaRPr lang="en-US" sz="1300" dirty="0"/>
          </a:p>
        </p:txBody>
      </p:sp>
      <p:sp>
        <p:nvSpPr>
          <p:cNvPr id="34" name="Shape 31"/>
          <p:cNvSpPr/>
          <p:nvPr/>
        </p:nvSpPr>
        <p:spPr>
          <a:xfrm>
            <a:off x="548640" y="3246120"/>
            <a:ext cx="11091672" cy="457200"/>
          </a:xfrm>
          <a:prstGeom prst="roundRect">
            <a:avLst>
              <a:gd name="adj" fmla="val 16000"/>
            </a:avLst>
          </a:prstGeom>
          <a:solidFill>
            <a:srgbClr val="EEF3F8"/>
          </a:solidFill>
          <a:ln w="12700">
            <a:solidFill>
              <a:srgbClr val="FFFFFF">
                <a:alpha val="0"/>
              </a:srgbClr>
            </a:solidFill>
            <a:prstDash val="solid"/>
          </a:ln>
        </p:spPr>
      </p:sp>
      <p:sp>
        <p:nvSpPr>
          <p:cNvPr id="35" name="Text 32"/>
          <p:cNvSpPr txBox="1"/>
          <p:nvPr/>
        </p:nvSpPr>
        <p:spPr>
          <a:xfrm>
            <a:off x="731520" y="3246120"/>
            <a:ext cx="5029200" cy="457200"/>
          </a:xfrm>
          <a:prstGeom prst="rect">
            <a:avLst/>
          </a:prstGeom>
          <a:noFill/>
          <a:ln/>
        </p:spPr>
        <p:txBody>
          <a:bodyPr wrap="square" lIns="0" tIns="0" rIns="0" bIns="0" rtlCol="0" anchor="ctr"/>
          <a:lstStyle/>
          <a:p>
            <a:pPr algn="ctr" indent="0" marL="0">
              <a:buNone/>
            </a:pPr>
            <a:r>
              <a:rPr lang="en-US" sz="1700" i="1" dirty="0">
                <a:solidFill>
                  <a:srgbClr val="1B2333"/>
                </a:solidFill>
              </a:rPr>
              <a:t>het project </a:t>
            </a:r>
            <a:r>
              <a:rPr lang="en-US" sz="1700" b="1" i="1" dirty="0">
                <a:solidFill>
                  <a:srgbClr val="6E4A9E"/>
                </a:solidFill>
              </a:rPr>
              <a:t>waaraan</a:t>
            </a:r>
            <a:r>
              <a:rPr lang="en-US" sz="1700" i="1" dirty="0">
                <a:solidFill>
                  <a:srgbClr val="1B2333"/>
                </a:solidFill>
              </a:rPr>
              <a:t> ik werk</a:t>
            </a:r>
            <a:endParaRPr lang="en-US" sz="1700" dirty="0"/>
          </a:p>
        </p:txBody>
      </p:sp>
      <p:sp>
        <p:nvSpPr>
          <p:cNvPr id="36" name="Text 33"/>
          <p:cNvSpPr txBox="1"/>
          <p:nvPr/>
        </p:nvSpPr>
        <p:spPr>
          <a:xfrm>
            <a:off x="5760720" y="3246120"/>
            <a:ext cx="640080" cy="457200"/>
          </a:xfrm>
          <a:prstGeom prst="rect">
            <a:avLst/>
          </a:prstGeom>
          <a:noFill/>
          <a:ln/>
        </p:spPr>
        <p:txBody>
          <a:bodyPr wrap="square" lIns="0" tIns="0" rIns="0" bIns="0" rtlCol="0" anchor="ctr"/>
          <a:lstStyle/>
          <a:p>
            <a:pPr algn="ctr" indent="0" marL="0">
              <a:buNone/>
            </a:pPr>
            <a:r>
              <a:rPr lang="en-US" sz="2000" b="1" dirty="0">
                <a:solidFill>
                  <a:srgbClr val="6E4A9E"/>
                </a:solidFill>
              </a:rPr>
              <a:t>⇄</a:t>
            </a:r>
            <a:endParaRPr lang="en-US" sz="2000" dirty="0"/>
          </a:p>
        </p:txBody>
      </p:sp>
      <p:sp>
        <p:nvSpPr>
          <p:cNvPr id="37" name="Text 34"/>
          <p:cNvSpPr txBox="1"/>
          <p:nvPr/>
        </p:nvSpPr>
        <p:spPr>
          <a:xfrm>
            <a:off x="6400800" y="3246120"/>
            <a:ext cx="5120640" cy="457200"/>
          </a:xfrm>
          <a:prstGeom prst="rect">
            <a:avLst/>
          </a:prstGeom>
          <a:noFill/>
          <a:ln/>
        </p:spPr>
        <p:txBody>
          <a:bodyPr wrap="square" lIns="0" tIns="0" rIns="0" bIns="0" rtlCol="0" anchor="ctr"/>
          <a:lstStyle/>
          <a:p>
            <a:pPr algn="ctr" indent="0" marL="0">
              <a:buNone/>
            </a:pPr>
            <a:r>
              <a:rPr lang="en-US" sz="1700" i="1" dirty="0">
                <a:solidFill>
                  <a:srgbClr val="1B2333"/>
                </a:solidFill>
              </a:rPr>
              <a:t>het project </a:t>
            </a:r>
            <a:r>
              <a:rPr lang="en-US" sz="1700" b="1" i="1" dirty="0">
                <a:solidFill>
                  <a:srgbClr val="6E4A9E"/>
                </a:solidFill>
              </a:rPr>
              <a:t>waar</a:t>
            </a:r>
            <a:r>
              <a:rPr lang="en-US" sz="1700" i="1" dirty="0">
                <a:solidFill>
                  <a:srgbClr val="1B2333"/>
                </a:solidFill>
              </a:rPr>
              <a:t> ik </a:t>
            </a:r>
            <a:r>
              <a:rPr lang="en-US" sz="1700" b="1" i="1" dirty="0">
                <a:solidFill>
                  <a:srgbClr val="6E4A9E"/>
                </a:solidFill>
              </a:rPr>
              <a:t>aan</a:t>
            </a:r>
            <a:r>
              <a:rPr lang="en-US" sz="1700" i="1" dirty="0">
                <a:solidFill>
                  <a:srgbClr val="1B2333"/>
                </a:solidFill>
              </a:rPr>
              <a:t> werk</a:t>
            </a:r>
            <a:endParaRPr lang="en-US" sz="1700" dirty="0"/>
          </a:p>
        </p:txBody>
      </p:sp>
      <p:sp>
        <p:nvSpPr>
          <p:cNvPr id="38" name="Shape 35"/>
          <p:cNvSpPr/>
          <p:nvPr/>
        </p:nvSpPr>
        <p:spPr>
          <a:xfrm>
            <a:off x="548640" y="3758184"/>
            <a:ext cx="11091672" cy="457200"/>
          </a:xfrm>
          <a:prstGeom prst="roundRect">
            <a:avLst>
              <a:gd name="adj" fmla="val 16000"/>
            </a:avLst>
          </a:prstGeom>
          <a:solidFill>
            <a:srgbClr val="FFFFFF"/>
          </a:solidFill>
          <a:ln w="12700">
            <a:solidFill>
              <a:srgbClr val="FFFFFF">
                <a:alpha val="0"/>
              </a:srgbClr>
            </a:solidFill>
            <a:prstDash val="solid"/>
          </a:ln>
        </p:spPr>
      </p:sp>
      <p:sp>
        <p:nvSpPr>
          <p:cNvPr id="39" name="Text 36"/>
          <p:cNvSpPr txBox="1"/>
          <p:nvPr/>
        </p:nvSpPr>
        <p:spPr>
          <a:xfrm>
            <a:off x="731520" y="3758184"/>
            <a:ext cx="5029200" cy="457200"/>
          </a:xfrm>
          <a:prstGeom prst="rect">
            <a:avLst/>
          </a:prstGeom>
          <a:noFill/>
          <a:ln/>
        </p:spPr>
        <p:txBody>
          <a:bodyPr wrap="square" lIns="0" tIns="0" rIns="0" bIns="0" rtlCol="0" anchor="ctr"/>
          <a:lstStyle/>
          <a:p>
            <a:pPr algn="ctr" indent="0" marL="0">
              <a:buNone/>
            </a:pPr>
            <a:r>
              <a:rPr lang="en-US" sz="1700" i="1" dirty="0">
                <a:solidFill>
                  <a:srgbClr val="1B2333"/>
                </a:solidFill>
              </a:rPr>
              <a:t>de bus </a:t>
            </a:r>
            <a:r>
              <a:rPr lang="en-US" sz="1700" b="1" i="1" dirty="0">
                <a:solidFill>
                  <a:srgbClr val="6E4A9E"/>
                </a:solidFill>
              </a:rPr>
              <a:t>waarop</a:t>
            </a:r>
            <a:r>
              <a:rPr lang="en-US" sz="1700" i="1" dirty="0">
                <a:solidFill>
                  <a:srgbClr val="1B2333"/>
                </a:solidFill>
              </a:rPr>
              <a:t> ik al een uur wacht</a:t>
            </a:r>
            <a:endParaRPr lang="en-US" sz="1700" dirty="0"/>
          </a:p>
        </p:txBody>
      </p:sp>
      <p:sp>
        <p:nvSpPr>
          <p:cNvPr id="40" name="Text 37"/>
          <p:cNvSpPr txBox="1"/>
          <p:nvPr/>
        </p:nvSpPr>
        <p:spPr>
          <a:xfrm>
            <a:off x="5760720" y="3758184"/>
            <a:ext cx="640080" cy="457200"/>
          </a:xfrm>
          <a:prstGeom prst="rect">
            <a:avLst/>
          </a:prstGeom>
          <a:noFill/>
          <a:ln/>
        </p:spPr>
        <p:txBody>
          <a:bodyPr wrap="square" lIns="0" tIns="0" rIns="0" bIns="0" rtlCol="0" anchor="ctr"/>
          <a:lstStyle/>
          <a:p>
            <a:pPr algn="ctr" indent="0" marL="0">
              <a:buNone/>
            </a:pPr>
            <a:r>
              <a:rPr lang="en-US" sz="2000" b="1" dirty="0">
                <a:solidFill>
                  <a:srgbClr val="6E4A9E"/>
                </a:solidFill>
              </a:rPr>
              <a:t>⇄</a:t>
            </a:r>
            <a:endParaRPr lang="en-US" sz="2000" dirty="0"/>
          </a:p>
        </p:txBody>
      </p:sp>
      <p:sp>
        <p:nvSpPr>
          <p:cNvPr id="41" name="Text 38"/>
          <p:cNvSpPr txBox="1"/>
          <p:nvPr/>
        </p:nvSpPr>
        <p:spPr>
          <a:xfrm>
            <a:off x="6400800" y="3758184"/>
            <a:ext cx="5120640" cy="457200"/>
          </a:xfrm>
          <a:prstGeom prst="rect">
            <a:avLst/>
          </a:prstGeom>
          <a:noFill/>
          <a:ln/>
        </p:spPr>
        <p:txBody>
          <a:bodyPr wrap="square" lIns="0" tIns="0" rIns="0" bIns="0" rtlCol="0" anchor="ctr"/>
          <a:lstStyle/>
          <a:p>
            <a:pPr algn="ctr" indent="0" marL="0">
              <a:buNone/>
            </a:pPr>
            <a:r>
              <a:rPr lang="en-US" sz="1700" i="1" dirty="0">
                <a:solidFill>
                  <a:srgbClr val="1B2333"/>
                </a:solidFill>
              </a:rPr>
              <a:t>de bus </a:t>
            </a:r>
            <a:r>
              <a:rPr lang="en-US" sz="1700" b="1" i="1" dirty="0">
                <a:solidFill>
                  <a:srgbClr val="6E4A9E"/>
                </a:solidFill>
              </a:rPr>
              <a:t>waar</a:t>
            </a:r>
            <a:r>
              <a:rPr lang="en-US" sz="1700" i="1" dirty="0">
                <a:solidFill>
                  <a:srgbClr val="1B2333"/>
                </a:solidFill>
              </a:rPr>
              <a:t> ik al een uur </a:t>
            </a:r>
            <a:r>
              <a:rPr lang="en-US" sz="1700" b="1" i="1" dirty="0">
                <a:solidFill>
                  <a:srgbClr val="6E4A9E"/>
                </a:solidFill>
              </a:rPr>
              <a:t>op</a:t>
            </a:r>
            <a:r>
              <a:rPr lang="en-US" sz="1700" i="1" dirty="0">
                <a:solidFill>
                  <a:srgbClr val="1B2333"/>
                </a:solidFill>
              </a:rPr>
              <a:t> wacht</a:t>
            </a:r>
            <a:endParaRPr lang="en-US" sz="1700" dirty="0"/>
          </a:p>
        </p:txBody>
      </p:sp>
      <p:sp>
        <p:nvSpPr>
          <p:cNvPr id="42" name="Shape 39"/>
          <p:cNvSpPr/>
          <p:nvPr/>
        </p:nvSpPr>
        <p:spPr>
          <a:xfrm>
            <a:off x="548640" y="4270248"/>
            <a:ext cx="11091672" cy="457200"/>
          </a:xfrm>
          <a:prstGeom prst="roundRect">
            <a:avLst>
              <a:gd name="adj" fmla="val 16000"/>
            </a:avLst>
          </a:prstGeom>
          <a:solidFill>
            <a:srgbClr val="EEF3F8"/>
          </a:solidFill>
          <a:ln w="12700">
            <a:solidFill>
              <a:srgbClr val="FFFFFF">
                <a:alpha val="0"/>
              </a:srgbClr>
            </a:solidFill>
            <a:prstDash val="solid"/>
          </a:ln>
        </p:spPr>
      </p:sp>
      <p:sp>
        <p:nvSpPr>
          <p:cNvPr id="43" name="Text 40"/>
          <p:cNvSpPr txBox="1"/>
          <p:nvPr/>
        </p:nvSpPr>
        <p:spPr>
          <a:xfrm>
            <a:off x="731520" y="4270248"/>
            <a:ext cx="5029200" cy="457200"/>
          </a:xfrm>
          <a:prstGeom prst="rect">
            <a:avLst/>
          </a:prstGeom>
          <a:noFill/>
          <a:ln/>
        </p:spPr>
        <p:txBody>
          <a:bodyPr wrap="square" lIns="0" tIns="0" rIns="0" bIns="0" rtlCol="0" anchor="ctr"/>
          <a:lstStyle/>
          <a:p>
            <a:pPr algn="ctr" indent="0" marL="0">
              <a:buNone/>
            </a:pPr>
            <a:r>
              <a:rPr lang="en-US" sz="1700" i="1" dirty="0">
                <a:solidFill>
                  <a:srgbClr val="1B2333"/>
                </a:solidFill>
              </a:rPr>
              <a:t>het dossier </a:t>
            </a:r>
            <a:r>
              <a:rPr lang="en-US" sz="1700" b="1" i="1" dirty="0">
                <a:solidFill>
                  <a:srgbClr val="6E4A9E"/>
                </a:solidFill>
              </a:rPr>
              <a:t>waarnaar</a:t>
            </a:r>
            <a:r>
              <a:rPr lang="en-US" sz="1700" i="1" dirty="0">
                <a:solidFill>
                  <a:srgbClr val="1B2333"/>
                </a:solidFill>
              </a:rPr>
              <a:t> je zoekt</a:t>
            </a:r>
            <a:endParaRPr lang="en-US" sz="1700" dirty="0"/>
          </a:p>
        </p:txBody>
      </p:sp>
      <p:sp>
        <p:nvSpPr>
          <p:cNvPr id="44" name="Text 41"/>
          <p:cNvSpPr txBox="1"/>
          <p:nvPr/>
        </p:nvSpPr>
        <p:spPr>
          <a:xfrm>
            <a:off x="5760720" y="4270248"/>
            <a:ext cx="640080" cy="457200"/>
          </a:xfrm>
          <a:prstGeom prst="rect">
            <a:avLst/>
          </a:prstGeom>
          <a:noFill/>
          <a:ln/>
        </p:spPr>
        <p:txBody>
          <a:bodyPr wrap="square" lIns="0" tIns="0" rIns="0" bIns="0" rtlCol="0" anchor="ctr"/>
          <a:lstStyle/>
          <a:p>
            <a:pPr algn="ctr" indent="0" marL="0">
              <a:buNone/>
            </a:pPr>
            <a:r>
              <a:rPr lang="en-US" sz="2000" b="1" dirty="0">
                <a:solidFill>
                  <a:srgbClr val="6E4A9E"/>
                </a:solidFill>
              </a:rPr>
              <a:t>⇄</a:t>
            </a:r>
            <a:endParaRPr lang="en-US" sz="2000" dirty="0"/>
          </a:p>
        </p:txBody>
      </p:sp>
      <p:sp>
        <p:nvSpPr>
          <p:cNvPr id="45" name="Text 42"/>
          <p:cNvSpPr txBox="1"/>
          <p:nvPr/>
        </p:nvSpPr>
        <p:spPr>
          <a:xfrm>
            <a:off x="6400800" y="4270248"/>
            <a:ext cx="5120640" cy="457200"/>
          </a:xfrm>
          <a:prstGeom prst="rect">
            <a:avLst/>
          </a:prstGeom>
          <a:noFill/>
          <a:ln/>
        </p:spPr>
        <p:txBody>
          <a:bodyPr wrap="square" lIns="0" tIns="0" rIns="0" bIns="0" rtlCol="0" anchor="ctr"/>
          <a:lstStyle/>
          <a:p>
            <a:pPr algn="ctr" indent="0" marL="0">
              <a:buNone/>
            </a:pPr>
            <a:r>
              <a:rPr lang="en-US" sz="1700" i="1" dirty="0">
                <a:solidFill>
                  <a:srgbClr val="1B2333"/>
                </a:solidFill>
              </a:rPr>
              <a:t>het dossier </a:t>
            </a:r>
            <a:r>
              <a:rPr lang="en-US" sz="1700" b="1" i="1" dirty="0">
                <a:solidFill>
                  <a:srgbClr val="6E4A9E"/>
                </a:solidFill>
              </a:rPr>
              <a:t>waar</a:t>
            </a:r>
            <a:r>
              <a:rPr lang="en-US" sz="1700" i="1" dirty="0">
                <a:solidFill>
                  <a:srgbClr val="1B2333"/>
                </a:solidFill>
              </a:rPr>
              <a:t> je </a:t>
            </a:r>
            <a:r>
              <a:rPr lang="en-US" sz="1700" b="1" i="1" dirty="0">
                <a:solidFill>
                  <a:srgbClr val="6E4A9E"/>
                </a:solidFill>
              </a:rPr>
              <a:t>naar</a:t>
            </a:r>
            <a:r>
              <a:rPr lang="en-US" sz="1700" i="1" dirty="0">
                <a:solidFill>
                  <a:srgbClr val="1B2333"/>
                </a:solidFill>
              </a:rPr>
              <a:t> zoekt</a:t>
            </a:r>
            <a:endParaRPr lang="en-US" sz="1700" dirty="0"/>
          </a:p>
        </p:txBody>
      </p:sp>
      <p:sp>
        <p:nvSpPr>
          <p:cNvPr id="46" name="Shape 43"/>
          <p:cNvSpPr/>
          <p:nvPr/>
        </p:nvSpPr>
        <p:spPr>
          <a:xfrm>
            <a:off x="548640" y="4937760"/>
            <a:ext cx="5458968" cy="1143000"/>
          </a:xfrm>
          <a:prstGeom prst="roundRect">
            <a:avLst>
              <a:gd name="adj" fmla="val 9600"/>
            </a:avLst>
          </a:prstGeom>
          <a:solidFill>
            <a:srgbClr val="E8F4EC"/>
          </a:solidFill>
          <a:ln w="19050">
            <a:solidFill>
              <a:srgbClr val="2E7D4F"/>
            </a:solidFill>
            <a:prstDash val="solid"/>
          </a:ln>
        </p:spPr>
      </p:sp>
      <p:sp>
        <p:nvSpPr>
          <p:cNvPr id="47" name="Text 44"/>
          <p:cNvSpPr txBox="1"/>
          <p:nvPr/>
        </p:nvSpPr>
        <p:spPr>
          <a:xfrm>
            <a:off x="731520" y="499262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Les deux sont justes</a:t>
            </a:r>
            <a:endParaRPr lang="en-US" sz="1500" dirty="0"/>
          </a:p>
        </p:txBody>
      </p:sp>
      <p:sp>
        <p:nvSpPr>
          <p:cNvPr id="48" name="Text 45"/>
          <p:cNvSpPr txBox="1"/>
          <p:nvPr/>
        </p:nvSpPr>
        <p:spPr>
          <a:xfrm>
            <a:off x="731520" y="5376672"/>
            <a:ext cx="5093208" cy="64922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à l’oral, la pince est la plus fréquente</a:t>
            </a:r>
            <a:endParaRPr lang="en-US" sz="1450" dirty="0"/>
          </a:p>
        </p:txBody>
      </p:sp>
      <p:sp>
        <p:nvSpPr>
          <p:cNvPr id="49" name="Shape 46"/>
          <p:cNvSpPr/>
          <p:nvPr/>
        </p:nvSpPr>
        <p:spPr>
          <a:xfrm>
            <a:off x="6181344" y="4937760"/>
            <a:ext cx="5458968" cy="1143000"/>
          </a:xfrm>
          <a:prstGeom prst="roundRect">
            <a:avLst>
              <a:gd name="adj" fmla="val 9600"/>
            </a:avLst>
          </a:prstGeom>
          <a:solidFill>
            <a:srgbClr val="FBEDEB"/>
          </a:solidFill>
          <a:ln w="19050">
            <a:solidFill>
              <a:srgbClr val="B83227"/>
            </a:solidFill>
            <a:prstDash val="solid"/>
          </a:ln>
        </p:spPr>
      </p:sp>
      <p:sp>
        <p:nvSpPr>
          <p:cNvPr id="50" name="Text 47"/>
          <p:cNvSpPr txBox="1"/>
          <p:nvPr/>
        </p:nvSpPr>
        <p:spPr>
          <a:xfrm>
            <a:off x="6364224" y="499262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Sa place</a:t>
            </a:r>
            <a:endParaRPr lang="en-US" sz="1500" dirty="0"/>
          </a:p>
        </p:txBody>
      </p:sp>
      <p:sp>
        <p:nvSpPr>
          <p:cNvPr id="51" name="Text 48"/>
          <p:cNvSpPr txBox="1"/>
          <p:nvPr/>
        </p:nvSpPr>
        <p:spPr>
          <a:xfrm>
            <a:off x="6364224" y="5376672"/>
            <a:ext cx="5093208" cy="64922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la préposition va juste avant les verbes de la fin : </a:t>
            </a:r>
            <a:r>
              <a:rPr lang="en-US" sz="1450" i="1" dirty="0">
                <a:solidFill>
                  <a:srgbClr val="1B2333"/>
                </a:solidFill>
              </a:rPr>
              <a:t>waar ik al een uur </a:t>
            </a:r>
            <a:r>
              <a:rPr lang="en-US" sz="1450" b="1" i="1" dirty="0">
                <a:solidFill>
                  <a:srgbClr val="6E4A9E"/>
                </a:solidFill>
              </a:rPr>
              <a:t>op</a:t>
            </a:r>
            <a:r>
              <a:rPr lang="en-US" sz="1450" i="1" dirty="0">
                <a:solidFill>
                  <a:srgbClr val="1B2333"/>
                </a:solidFill>
              </a:rPr>
              <a:t> wacht</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Les verbes à préposition fixe</a:t>
            </a:r>
            <a:endParaRPr lang="en-US" sz="3000" dirty="0"/>
          </a:p>
        </p:txBody>
      </p:sp>
      <p:sp>
        <p:nvSpPr>
          <p:cNvPr id="3" name="tag"/>
          <p:cNvSpPr/>
          <p:nvPr/>
        </p:nvSpPr>
        <p:spPr>
          <a:xfrm>
            <a:off x="548640" y="237744"/>
            <a:ext cx="1554480"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WIE · WAAR</a:t>
            </a:r>
            <a:endParaRPr lang="en-US" sz="1200" dirty="0"/>
          </a:p>
        </p:txBody>
      </p:sp>
      <p:sp>
        <p:nvSpPr>
          <p:cNvPr id="5" name="Shape 2"/>
          <p:cNvSpPr/>
          <p:nvPr/>
        </p:nvSpPr>
        <p:spPr>
          <a:xfrm>
            <a:off x="9043416"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B4236A"/>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sp>
        <p:nvSpPr>
          <p:cNvPr id="15" name="Shape 12"/>
          <p:cNvSpPr/>
          <p:nvPr/>
        </p:nvSpPr>
        <p:spPr>
          <a:xfrm>
            <a:off x="3154680" y="1463040"/>
            <a:ext cx="3931920" cy="329184"/>
          </a:xfrm>
          <a:prstGeom prst="roundRect">
            <a:avLst>
              <a:gd name="adj" fmla="val 33333"/>
            </a:avLst>
          </a:prstGeom>
          <a:solidFill>
            <a:srgbClr val="B4236A"/>
          </a:solidFill>
          <a:ln w="12700">
            <a:solidFill>
              <a:srgbClr val="FFFFFF">
                <a:alpha val="0"/>
              </a:srgbClr>
            </a:solidFill>
            <a:prstDash val="solid"/>
          </a:ln>
        </p:spPr>
      </p:sp>
      <p:sp>
        <p:nvSpPr>
          <p:cNvPr id="16" name="Text 13"/>
          <p:cNvSpPr txBox="1"/>
          <p:nvPr/>
        </p:nvSpPr>
        <p:spPr>
          <a:xfrm>
            <a:off x="3154680" y="1463040"/>
            <a:ext cx="3931920" cy="329184"/>
          </a:xfrm>
          <a:prstGeom prst="rect">
            <a:avLst/>
          </a:prstGeom>
          <a:noFill/>
          <a:ln/>
        </p:spPr>
        <p:txBody>
          <a:bodyPr wrap="square" lIns="0" tIns="0" rIns="0" bIns="0" rtlCol="0" anchor="ctr"/>
          <a:lstStyle/>
          <a:p>
            <a:pPr algn="ctr" indent="0" marL="0">
              <a:buNone/>
            </a:pPr>
            <a:r>
              <a:rPr lang="en-US" sz="1300" b="1" dirty="0">
                <a:solidFill>
                  <a:srgbClr val="FFFFFF"/>
                </a:solidFill>
              </a:rPr>
              <a:t>une personne</a:t>
            </a:r>
            <a:endParaRPr lang="en-US" sz="1300" dirty="0"/>
          </a:p>
        </p:txBody>
      </p:sp>
      <p:sp>
        <p:nvSpPr>
          <p:cNvPr id="17" name="Shape 14"/>
          <p:cNvSpPr/>
          <p:nvPr/>
        </p:nvSpPr>
        <p:spPr>
          <a:xfrm>
            <a:off x="7269480" y="1463040"/>
            <a:ext cx="4206240" cy="329184"/>
          </a:xfrm>
          <a:prstGeom prst="roundRect">
            <a:avLst>
              <a:gd name="adj" fmla="val 33333"/>
            </a:avLst>
          </a:prstGeom>
          <a:solidFill>
            <a:srgbClr val="6E4A9E"/>
          </a:solidFill>
          <a:ln w="12700">
            <a:solidFill>
              <a:srgbClr val="FFFFFF">
                <a:alpha val="0"/>
              </a:srgbClr>
            </a:solidFill>
            <a:prstDash val="solid"/>
          </a:ln>
        </p:spPr>
      </p:sp>
      <p:sp>
        <p:nvSpPr>
          <p:cNvPr id="18" name="Text 15"/>
          <p:cNvSpPr txBox="1"/>
          <p:nvPr/>
        </p:nvSpPr>
        <p:spPr>
          <a:xfrm>
            <a:off x="7269480" y="1463040"/>
            <a:ext cx="4206240" cy="329184"/>
          </a:xfrm>
          <a:prstGeom prst="rect">
            <a:avLst/>
          </a:prstGeom>
          <a:noFill/>
          <a:ln/>
        </p:spPr>
        <p:txBody>
          <a:bodyPr wrap="square" lIns="0" tIns="0" rIns="0" bIns="0" rtlCol="0" anchor="ctr"/>
          <a:lstStyle/>
          <a:p>
            <a:pPr algn="ctr" indent="0" marL="0">
              <a:buNone/>
            </a:pPr>
            <a:r>
              <a:rPr lang="en-US" sz="1300" b="1" dirty="0">
                <a:solidFill>
                  <a:srgbClr val="FFFFFF"/>
                </a:solidFill>
              </a:rPr>
              <a:t>une chose</a:t>
            </a:r>
            <a:endParaRPr lang="en-US" sz="1300" dirty="0"/>
          </a:p>
        </p:txBody>
      </p:sp>
      <p:sp>
        <p:nvSpPr>
          <p:cNvPr id="19" name="Shape 16"/>
          <p:cNvSpPr/>
          <p:nvPr/>
        </p:nvSpPr>
        <p:spPr>
          <a:xfrm>
            <a:off x="548640" y="1901952"/>
            <a:ext cx="11091672" cy="448056"/>
          </a:xfrm>
          <a:prstGeom prst="roundRect">
            <a:avLst>
              <a:gd name="adj" fmla="val 16327"/>
            </a:avLst>
          </a:prstGeom>
          <a:solidFill>
            <a:srgbClr val="EEF3F8"/>
          </a:solidFill>
          <a:ln w="12700">
            <a:solidFill>
              <a:srgbClr val="FFFFFF">
                <a:alpha val="0"/>
              </a:srgbClr>
            </a:solidFill>
            <a:prstDash val="solid"/>
          </a:ln>
        </p:spPr>
      </p:sp>
      <p:sp>
        <p:nvSpPr>
          <p:cNvPr id="20" name="Shape 17"/>
          <p:cNvSpPr/>
          <p:nvPr/>
        </p:nvSpPr>
        <p:spPr>
          <a:xfrm>
            <a:off x="685800" y="1956816"/>
            <a:ext cx="2240280" cy="338328"/>
          </a:xfrm>
          <a:prstGeom prst="roundRect">
            <a:avLst>
              <a:gd name="adj" fmla="val 27027"/>
            </a:avLst>
          </a:prstGeom>
          <a:solidFill>
            <a:srgbClr val="FFFFFF"/>
          </a:solidFill>
          <a:ln w="15875">
            <a:solidFill>
              <a:srgbClr val="4A5A70"/>
            </a:solidFill>
            <a:prstDash val="solid"/>
          </a:ln>
        </p:spPr>
      </p:sp>
      <p:sp>
        <p:nvSpPr>
          <p:cNvPr id="21" name="Text 18"/>
          <p:cNvSpPr txBox="1"/>
          <p:nvPr/>
        </p:nvSpPr>
        <p:spPr>
          <a:xfrm>
            <a:off x="685800" y="1956816"/>
            <a:ext cx="2240280" cy="338328"/>
          </a:xfrm>
          <a:prstGeom prst="rect">
            <a:avLst/>
          </a:prstGeom>
          <a:noFill/>
          <a:ln/>
        </p:spPr>
        <p:txBody>
          <a:bodyPr wrap="square" lIns="0" tIns="0" rIns="0" bIns="0" rtlCol="0" anchor="ctr"/>
          <a:lstStyle/>
          <a:p>
            <a:pPr algn="ctr" indent="0" marL="0">
              <a:buNone/>
            </a:pPr>
            <a:r>
              <a:rPr lang="en-US" sz="1500" i="1" dirty="0">
                <a:solidFill>
                  <a:srgbClr val="17375E"/>
                </a:solidFill>
              </a:rPr>
              <a:t>wachten </a:t>
            </a:r>
            <a:r>
              <a:rPr lang="en-US" sz="1500" b="1" i="1" dirty="0">
                <a:solidFill>
                  <a:srgbClr val="17375E"/>
                </a:solidFill>
              </a:rPr>
              <a:t>op</a:t>
            </a:r>
            <a:endParaRPr lang="en-US" sz="1500" dirty="0"/>
          </a:p>
        </p:txBody>
      </p:sp>
      <p:sp>
        <p:nvSpPr>
          <p:cNvPr id="22" name="Text 19"/>
          <p:cNvSpPr txBox="1"/>
          <p:nvPr/>
        </p:nvSpPr>
        <p:spPr>
          <a:xfrm>
            <a:off x="3154680" y="1901952"/>
            <a:ext cx="4023360" cy="448056"/>
          </a:xfrm>
          <a:prstGeom prst="rect">
            <a:avLst/>
          </a:prstGeom>
          <a:noFill/>
          <a:ln/>
        </p:spPr>
        <p:txBody>
          <a:bodyPr wrap="square" lIns="0" tIns="0" rIns="0" bIns="0" rtlCol="0" anchor="ctr"/>
          <a:lstStyle/>
          <a:p>
            <a:pPr algn="l" indent="0" marL="0">
              <a:buNone/>
            </a:pPr>
            <a:r>
              <a:rPr lang="en-US" sz="1600" i="1" dirty="0">
                <a:solidFill>
                  <a:srgbClr val="1B2333"/>
                </a:solidFill>
              </a:rPr>
              <a:t>de klant </a:t>
            </a:r>
            <a:r>
              <a:rPr lang="en-US" sz="1600" b="1" i="1" dirty="0">
                <a:solidFill>
                  <a:srgbClr val="B4236A"/>
                </a:solidFill>
              </a:rPr>
              <a:t>op wie</a:t>
            </a:r>
            <a:r>
              <a:rPr lang="en-US" sz="1600" i="1" dirty="0">
                <a:solidFill>
                  <a:srgbClr val="1B2333"/>
                </a:solidFill>
              </a:rPr>
              <a:t> ik wacht</a:t>
            </a:r>
            <a:endParaRPr lang="en-US" sz="1600" dirty="0"/>
          </a:p>
        </p:txBody>
      </p:sp>
      <p:sp>
        <p:nvSpPr>
          <p:cNvPr id="23" name="Text 20"/>
          <p:cNvSpPr txBox="1"/>
          <p:nvPr/>
        </p:nvSpPr>
        <p:spPr>
          <a:xfrm>
            <a:off x="7269480" y="1901952"/>
            <a:ext cx="4297680" cy="448056"/>
          </a:xfrm>
          <a:prstGeom prst="rect">
            <a:avLst/>
          </a:prstGeom>
          <a:noFill/>
          <a:ln/>
        </p:spPr>
        <p:txBody>
          <a:bodyPr wrap="square" lIns="0" tIns="0" rIns="0" bIns="0" rtlCol="0" anchor="ctr"/>
          <a:lstStyle/>
          <a:p>
            <a:pPr algn="l" indent="0" marL="0">
              <a:buNone/>
            </a:pPr>
            <a:r>
              <a:rPr lang="en-US" sz="1600" i="1" dirty="0">
                <a:solidFill>
                  <a:srgbClr val="1B2333"/>
                </a:solidFill>
              </a:rPr>
              <a:t>de bus </a:t>
            </a:r>
            <a:r>
              <a:rPr lang="en-US" sz="1600" b="1" i="1" dirty="0">
                <a:solidFill>
                  <a:srgbClr val="6E4A9E"/>
                </a:solidFill>
              </a:rPr>
              <a:t>waarop</a:t>
            </a:r>
            <a:r>
              <a:rPr lang="en-US" sz="1600" i="1" dirty="0">
                <a:solidFill>
                  <a:srgbClr val="1B2333"/>
                </a:solidFill>
              </a:rPr>
              <a:t> ik wacht</a:t>
            </a:r>
            <a:endParaRPr lang="en-US" sz="1600" dirty="0"/>
          </a:p>
        </p:txBody>
      </p:sp>
      <p:sp>
        <p:nvSpPr>
          <p:cNvPr id="24" name="Shape 21"/>
          <p:cNvSpPr/>
          <p:nvPr/>
        </p:nvSpPr>
        <p:spPr>
          <a:xfrm>
            <a:off x="548640" y="2404872"/>
            <a:ext cx="11091672" cy="448056"/>
          </a:xfrm>
          <a:prstGeom prst="roundRect">
            <a:avLst>
              <a:gd name="adj" fmla="val 16327"/>
            </a:avLst>
          </a:prstGeom>
          <a:solidFill>
            <a:srgbClr val="FFFFFF"/>
          </a:solidFill>
          <a:ln w="12700">
            <a:solidFill>
              <a:srgbClr val="FFFFFF">
                <a:alpha val="0"/>
              </a:srgbClr>
            </a:solidFill>
            <a:prstDash val="solid"/>
          </a:ln>
        </p:spPr>
      </p:sp>
      <p:sp>
        <p:nvSpPr>
          <p:cNvPr id="25" name="Shape 22"/>
          <p:cNvSpPr/>
          <p:nvPr/>
        </p:nvSpPr>
        <p:spPr>
          <a:xfrm>
            <a:off x="685800" y="2459736"/>
            <a:ext cx="2240280" cy="338328"/>
          </a:xfrm>
          <a:prstGeom prst="roundRect">
            <a:avLst>
              <a:gd name="adj" fmla="val 27027"/>
            </a:avLst>
          </a:prstGeom>
          <a:solidFill>
            <a:srgbClr val="FFFFFF"/>
          </a:solidFill>
          <a:ln w="15875">
            <a:solidFill>
              <a:srgbClr val="4A5A70"/>
            </a:solidFill>
            <a:prstDash val="solid"/>
          </a:ln>
        </p:spPr>
      </p:sp>
      <p:sp>
        <p:nvSpPr>
          <p:cNvPr id="26" name="Text 23"/>
          <p:cNvSpPr txBox="1"/>
          <p:nvPr/>
        </p:nvSpPr>
        <p:spPr>
          <a:xfrm>
            <a:off x="685800" y="2459736"/>
            <a:ext cx="2240280" cy="338328"/>
          </a:xfrm>
          <a:prstGeom prst="rect">
            <a:avLst/>
          </a:prstGeom>
          <a:noFill/>
          <a:ln/>
        </p:spPr>
        <p:txBody>
          <a:bodyPr wrap="square" lIns="0" tIns="0" rIns="0" bIns="0" rtlCol="0" anchor="ctr"/>
          <a:lstStyle/>
          <a:p>
            <a:pPr algn="ctr" indent="0" marL="0">
              <a:buNone/>
            </a:pPr>
            <a:r>
              <a:rPr lang="en-US" sz="1500" i="1" dirty="0">
                <a:solidFill>
                  <a:srgbClr val="17375E"/>
                </a:solidFill>
              </a:rPr>
              <a:t>denken </a:t>
            </a:r>
            <a:r>
              <a:rPr lang="en-US" sz="1500" b="1" i="1" dirty="0">
                <a:solidFill>
                  <a:srgbClr val="17375E"/>
                </a:solidFill>
              </a:rPr>
              <a:t>aan</a:t>
            </a:r>
            <a:endParaRPr lang="en-US" sz="1500" dirty="0"/>
          </a:p>
        </p:txBody>
      </p:sp>
      <p:sp>
        <p:nvSpPr>
          <p:cNvPr id="27" name="Text 24"/>
          <p:cNvSpPr txBox="1"/>
          <p:nvPr/>
        </p:nvSpPr>
        <p:spPr>
          <a:xfrm>
            <a:off x="3154680" y="2404872"/>
            <a:ext cx="4023360" cy="448056"/>
          </a:xfrm>
          <a:prstGeom prst="rect">
            <a:avLst/>
          </a:prstGeom>
          <a:noFill/>
          <a:ln/>
        </p:spPr>
        <p:txBody>
          <a:bodyPr wrap="square" lIns="0" tIns="0" rIns="0" bIns="0" rtlCol="0" anchor="ctr"/>
          <a:lstStyle/>
          <a:p>
            <a:pPr algn="l" indent="0" marL="0">
              <a:buNone/>
            </a:pPr>
            <a:r>
              <a:rPr lang="en-US" sz="1600" i="1" dirty="0">
                <a:solidFill>
                  <a:srgbClr val="1B2333"/>
                </a:solidFill>
              </a:rPr>
              <a:t>de collega </a:t>
            </a:r>
            <a:r>
              <a:rPr lang="en-US" sz="1600" b="1" i="1" dirty="0">
                <a:solidFill>
                  <a:srgbClr val="B4236A"/>
                </a:solidFill>
              </a:rPr>
              <a:t>aan wie</a:t>
            </a:r>
            <a:r>
              <a:rPr lang="en-US" sz="1600" i="1" dirty="0">
                <a:solidFill>
                  <a:srgbClr val="1B2333"/>
                </a:solidFill>
              </a:rPr>
              <a:t> ik denk</a:t>
            </a:r>
            <a:endParaRPr lang="en-US" sz="1600" dirty="0"/>
          </a:p>
        </p:txBody>
      </p:sp>
      <p:sp>
        <p:nvSpPr>
          <p:cNvPr id="28" name="Text 25"/>
          <p:cNvSpPr txBox="1"/>
          <p:nvPr/>
        </p:nvSpPr>
        <p:spPr>
          <a:xfrm>
            <a:off x="7269480" y="2404872"/>
            <a:ext cx="4297680" cy="448056"/>
          </a:xfrm>
          <a:prstGeom prst="rect">
            <a:avLst/>
          </a:prstGeom>
          <a:noFill/>
          <a:ln/>
        </p:spPr>
        <p:txBody>
          <a:bodyPr wrap="square" lIns="0" tIns="0" rIns="0" bIns="0" rtlCol="0" anchor="ctr"/>
          <a:lstStyle/>
          <a:p>
            <a:pPr algn="l" indent="0" marL="0">
              <a:buNone/>
            </a:pPr>
            <a:r>
              <a:rPr lang="en-US" sz="1600" i="1" dirty="0">
                <a:solidFill>
                  <a:srgbClr val="1B2333"/>
                </a:solidFill>
              </a:rPr>
              <a:t>de deadline </a:t>
            </a:r>
            <a:r>
              <a:rPr lang="en-US" sz="1600" b="1" i="1" dirty="0">
                <a:solidFill>
                  <a:srgbClr val="6E4A9E"/>
                </a:solidFill>
              </a:rPr>
              <a:t>waaraan</a:t>
            </a:r>
            <a:r>
              <a:rPr lang="en-US" sz="1600" i="1" dirty="0">
                <a:solidFill>
                  <a:srgbClr val="1B2333"/>
                </a:solidFill>
              </a:rPr>
              <a:t> ik denk</a:t>
            </a:r>
            <a:endParaRPr lang="en-US" sz="1600" dirty="0"/>
          </a:p>
        </p:txBody>
      </p:sp>
      <p:sp>
        <p:nvSpPr>
          <p:cNvPr id="29" name="Shape 26"/>
          <p:cNvSpPr/>
          <p:nvPr/>
        </p:nvSpPr>
        <p:spPr>
          <a:xfrm>
            <a:off x="548640" y="2907792"/>
            <a:ext cx="11091672" cy="448056"/>
          </a:xfrm>
          <a:prstGeom prst="roundRect">
            <a:avLst>
              <a:gd name="adj" fmla="val 16327"/>
            </a:avLst>
          </a:prstGeom>
          <a:solidFill>
            <a:srgbClr val="EEF3F8"/>
          </a:solidFill>
          <a:ln w="12700">
            <a:solidFill>
              <a:srgbClr val="FFFFFF">
                <a:alpha val="0"/>
              </a:srgbClr>
            </a:solidFill>
            <a:prstDash val="solid"/>
          </a:ln>
        </p:spPr>
      </p:sp>
      <p:sp>
        <p:nvSpPr>
          <p:cNvPr id="30" name="Shape 27"/>
          <p:cNvSpPr/>
          <p:nvPr/>
        </p:nvSpPr>
        <p:spPr>
          <a:xfrm>
            <a:off x="685800" y="2962656"/>
            <a:ext cx="2240280" cy="338328"/>
          </a:xfrm>
          <a:prstGeom prst="roundRect">
            <a:avLst>
              <a:gd name="adj" fmla="val 27027"/>
            </a:avLst>
          </a:prstGeom>
          <a:solidFill>
            <a:srgbClr val="FFFFFF"/>
          </a:solidFill>
          <a:ln w="15875">
            <a:solidFill>
              <a:srgbClr val="4A5A70"/>
            </a:solidFill>
            <a:prstDash val="solid"/>
          </a:ln>
        </p:spPr>
      </p:sp>
      <p:sp>
        <p:nvSpPr>
          <p:cNvPr id="31" name="Text 28"/>
          <p:cNvSpPr txBox="1"/>
          <p:nvPr/>
        </p:nvSpPr>
        <p:spPr>
          <a:xfrm>
            <a:off x="685800" y="2962656"/>
            <a:ext cx="2240280" cy="338328"/>
          </a:xfrm>
          <a:prstGeom prst="rect">
            <a:avLst/>
          </a:prstGeom>
          <a:noFill/>
          <a:ln/>
        </p:spPr>
        <p:txBody>
          <a:bodyPr wrap="square" lIns="0" tIns="0" rIns="0" bIns="0" rtlCol="0" anchor="ctr"/>
          <a:lstStyle/>
          <a:p>
            <a:pPr algn="ctr" indent="0" marL="0">
              <a:buNone/>
            </a:pPr>
            <a:r>
              <a:rPr lang="en-US" sz="1500" i="1" dirty="0">
                <a:solidFill>
                  <a:srgbClr val="17375E"/>
                </a:solidFill>
              </a:rPr>
              <a:t>praten </a:t>
            </a:r>
            <a:r>
              <a:rPr lang="en-US" sz="1500" b="1" i="1" dirty="0">
                <a:solidFill>
                  <a:srgbClr val="17375E"/>
                </a:solidFill>
              </a:rPr>
              <a:t>over</a:t>
            </a:r>
            <a:endParaRPr lang="en-US" sz="1500" dirty="0"/>
          </a:p>
        </p:txBody>
      </p:sp>
      <p:sp>
        <p:nvSpPr>
          <p:cNvPr id="32" name="Text 29"/>
          <p:cNvSpPr txBox="1"/>
          <p:nvPr/>
        </p:nvSpPr>
        <p:spPr>
          <a:xfrm>
            <a:off x="3154680" y="2907792"/>
            <a:ext cx="4023360" cy="448056"/>
          </a:xfrm>
          <a:prstGeom prst="rect">
            <a:avLst/>
          </a:prstGeom>
          <a:noFill/>
          <a:ln/>
        </p:spPr>
        <p:txBody>
          <a:bodyPr wrap="square" lIns="0" tIns="0" rIns="0" bIns="0" rtlCol="0" anchor="ctr"/>
          <a:lstStyle/>
          <a:p>
            <a:pPr algn="l" indent="0" marL="0">
              <a:buNone/>
            </a:pPr>
            <a:r>
              <a:rPr lang="en-US" sz="1600" i="1" dirty="0">
                <a:solidFill>
                  <a:srgbClr val="1B2333"/>
                </a:solidFill>
              </a:rPr>
              <a:t>de manager </a:t>
            </a:r>
            <a:r>
              <a:rPr lang="en-US" sz="1600" b="1" i="1" dirty="0">
                <a:solidFill>
                  <a:srgbClr val="B4236A"/>
                </a:solidFill>
              </a:rPr>
              <a:t>over wie</a:t>
            </a:r>
            <a:r>
              <a:rPr lang="en-US" sz="1600" i="1" dirty="0">
                <a:solidFill>
                  <a:srgbClr val="1B2333"/>
                </a:solidFill>
              </a:rPr>
              <a:t> we praten</a:t>
            </a:r>
            <a:endParaRPr lang="en-US" sz="1600" dirty="0"/>
          </a:p>
        </p:txBody>
      </p:sp>
      <p:sp>
        <p:nvSpPr>
          <p:cNvPr id="33" name="Text 30"/>
          <p:cNvSpPr txBox="1"/>
          <p:nvPr/>
        </p:nvSpPr>
        <p:spPr>
          <a:xfrm>
            <a:off x="7269480" y="2907792"/>
            <a:ext cx="4297680" cy="448056"/>
          </a:xfrm>
          <a:prstGeom prst="rect">
            <a:avLst/>
          </a:prstGeom>
          <a:noFill/>
          <a:ln/>
        </p:spPr>
        <p:txBody>
          <a:bodyPr wrap="square" lIns="0" tIns="0" rIns="0" bIns="0" rtlCol="0" anchor="ctr"/>
          <a:lstStyle/>
          <a:p>
            <a:pPr algn="l" indent="0" marL="0">
              <a:buNone/>
            </a:pPr>
            <a:r>
              <a:rPr lang="en-US" sz="1600" i="1" dirty="0">
                <a:solidFill>
                  <a:srgbClr val="1B2333"/>
                </a:solidFill>
              </a:rPr>
              <a:t>het plan </a:t>
            </a:r>
            <a:r>
              <a:rPr lang="en-US" sz="1600" b="1" i="1" dirty="0">
                <a:solidFill>
                  <a:srgbClr val="6E4A9E"/>
                </a:solidFill>
              </a:rPr>
              <a:t>waarover</a:t>
            </a:r>
            <a:r>
              <a:rPr lang="en-US" sz="1600" i="1" dirty="0">
                <a:solidFill>
                  <a:srgbClr val="1B2333"/>
                </a:solidFill>
              </a:rPr>
              <a:t> we praten</a:t>
            </a:r>
            <a:endParaRPr lang="en-US" sz="1600" dirty="0"/>
          </a:p>
        </p:txBody>
      </p:sp>
      <p:sp>
        <p:nvSpPr>
          <p:cNvPr id="34" name="Shape 31"/>
          <p:cNvSpPr/>
          <p:nvPr/>
        </p:nvSpPr>
        <p:spPr>
          <a:xfrm>
            <a:off x="548640" y="3410712"/>
            <a:ext cx="11091672" cy="448056"/>
          </a:xfrm>
          <a:prstGeom prst="roundRect">
            <a:avLst>
              <a:gd name="adj" fmla="val 16327"/>
            </a:avLst>
          </a:prstGeom>
          <a:solidFill>
            <a:srgbClr val="FFFFFF"/>
          </a:solidFill>
          <a:ln w="12700">
            <a:solidFill>
              <a:srgbClr val="FFFFFF">
                <a:alpha val="0"/>
              </a:srgbClr>
            </a:solidFill>
            <a:prstDash val="solid"/>
          </a:ln>
        </p:spPr>
      </p:sp>
      <p:sp>
        <p:nvSpPr>
          <p:cNvPr id="35" name="Shape 32"/>
          <p:cNvSpPr/>
          <p:nvPr/>
        </p:nvSpPr>
        <p:spPr>
          <a:xfrm>
            <a:off x="685800" y="3465576"/>
            <a:ext cx="2240280" cy="338328"/>
          </a:xfrm>
          <a:prstGeom prst="roundRect">
            <a:avLst>
              <a:gd name="adj" fmla="val 27027"/>
            </a:avLst>
          </a:prstGeom>
          <a:solidFill>
            <a:srgbClr val="FFFFFF"/>
          </a:solidFill>
          <a:ln w="15875">
            <a:solidFill>
              <a:srgbClr val="4A5A70"/>
            </a:solidFill>
            <a:prstDash val="solid"/>
          </a:ln>
        </p:spPr>
      </p:sp>
      <p:sp>
        <p:nvSpPr>
          <p:cNvPr id="36" name="Text 33"/>
          <p:cNvSpPr txBox="1"/>
          <p:nvPr/>
        </p:nvSpPr>
        <p:spPr>
          <a:xfrm>
            <a:off x="685800" y="3465576"/>
            <a:ext cx="2240280" cy="338328"/>
          </a:xfrm>
          <a:prstGeom prst="rect">
            <a:avLst/>
          </a:prstGeom>
          <a:noFill/>
          <a:ln/>
        </p:spPr>
        <p:txBody>
          <a:bodyPr wrap="square" lIns="0" tIns="0" rIns="0" bIns="0" rtlCol="0" anchor="ctr"/>
          <a:lstStyle/>
          <a:p>
            <a:pPr algn="ctr" indent="0" marL="0">
              <a:buNone/>
            </a:pPr>
            <a:r>
              <a:rPr lang="en-US" sz="1500" i="1" dirty="0">
                <a:solidFill>
                  <a:srgbClr val="17375E"/>
                </a:solidFill>
              </a:rPr>
              <a:t>rekenen </a:t>
            </a:r>
            <a:r>
              <a:rPr lang="en-US" sz="1500" b="1" i="1" dirty="0">
                <a:solidFill>
                  <a:srgbClr val="17375E"/>
                </a:solidFill>
              </a:rPr>
              <a:t>op</a:t>
            </a:r>
            <a:endParaRPr lang="en-US" sz="1500" dirty="0"/>
          </a:p>
        </p:txBody>
      </p:sp>
      <p:sp>
        <p:nvSpPr>
          <p:cNvPr id="37" name="Text 34"/>
          <p:cNvSpPr txBox="1"/>
          <p:nvPr/>
        </p:nvSpPr>
        <p:spPr>
          <a:xfrm>
            <a:off x="3154680" y="3410712"/>
            <a:ext cx="4023360" cy="448056"/>
          </a:xfrm>
          <a:prstGeom prst="rect">
            <a:avLst/>
          </a:prstGeom>
          <a:noFill/>
          <a:ln/>
        </p:spPr>
        <p:txBody>
          <a:bodyPr wrap="square" lIns="0" tIns="0" rIns="0" bIns="0" rtlCol="0" anchor="ctr"/>
          <a:lstStyle/>
          <a:p>
            <a:pPr algn="l" indent="0" marL="0">
              <a:buNone/>
            </a:pPr>
            <a:r>
              <a:rPr lang="en-US" sz="1600" i="1" dirty="0">
                <a:solidFill>
                  <a:srgbClr val="1B2333"/>
                </a:solidFill>
              </a:rPr>
              <a:t>de collega’s </a:t>
            </a:r>
            <a:r>
              <a:rPr lang="en-US" sz="1600" b="1" i="1" dirty="0">
                <a:solidFill>
                  <a:srgbClr val="B4236A"/>
                </a:solidFill>
              </a:rPr>
              <a:t>op wie</a:t>
            </a:r>
            <a:r>
              <a:rPr lang="en-US" sz="1600" i="1" dirty="0">
                <a:solidFill>
                  <a:srgbClr val="1B2333"/>
                </a:solidFill>
              </a:rPr>
              <a:t> ik reken</a:t>
            </a:r>
            <a:endParaRPr lang="en-US" sz="1600" dirty="0"/>
          </a:p>
        </p:txBody>
      </p:sp>
      <p:sp>
        <p:nvSpPr>
          <p:cNvPr id="38" name="Text 35"/>
          <p:cNvSpPr txBox="1"/>
          <p:nvPr/>
        </p:nvSpPr>
        <p:spPr>
          <a:xfrm>
            <a:off x="7269480" y="3410712"/>
            <a:ext cx="4297680" cy="448056"/>
          </a:xfrm>
          <a:prstGeom prst="rect">
            <a:avLst/>
          </a:prstGeom>
          <a:noFill/>
          <a:ln/>
        </p:spPr>
        <p:txBody>
          <a:bodyPr wrap="square" lIns="0" tIns="0" rIns="0" bIns="0" rtlCol="0" anchor="ctr"/>
          <a:lstStyle/>
          <a:p>
            <a:pPr algn="l" indent="0" marL="0">
              <a:buNone/>
            </a:pPr>
            <a:r>
              <a:rPr lang="en-US" sz="1600" i="1" dirty="0">
                <a:solidFill>
                  <a:srgbClr val="1B2333"/>
                </a:solidFill>
              </a:rPr>
              <a:t>de hulp </a:t>
            </a:r>
            <a:r>
              <a:rPr lang="en-US" sz="1600" b="1" i="1" dirty="0">
                <a:solidFill>
                  <a:srgbClr val="6E4A9E"/>
                </a:solidFill>
              </a:rPr>
              <a:t>waarop</a:t>
            </a:r>
            <a:r>
              <a:rPr lang="en-US" sz="1600" i="1" dirty="0">
                <a:solidFill>
                  <a:srgbClr val="1B2333"/>
                </a:solidFill>
              </a:rPr>
              <a:t> ik reken</a:t>
            </a:r>
            <a:endParaRPr lang="en-US" sz="1600" dirty="0"/>
          </a:p>
        </p:txBody>
      </p:sp>
      <p:sp>
        <p:nvSpPr>
          <p:cNvPr id="39" name="Shape 36"/>
          <p:cNvSpPr/>
          <p:nvPr/>
        </p:nvSpPr>
        <p:spPr>
          <a:xfrm>
            <a:off x="548640" y="3913632"/>
            <a:ext cx="11091672" cy="448056"/>
          </a:xfrm>
          <a:prstGeom prst="roundRect">
            <a:avLst>
              <a:gd name="adj" fmla="val 16327"/>
            </a:avLst>
          </a:prstGeom>
          <a:solidFill>
            <a:srgbClr val="EEF3F8"/>
          </a:solidFill>
          <a:ln w="12700">
            <a:solidFill>
              <a:srgbClr val="FFFFFF">
                <a:alpha val="0"/>
              </a:srgbClr>
            </a:solidFill>
            <a:prstDash val="solid"/>
          </a:ln>
        </p:spPr>
      </p:sp>
      <p:sp>
        <p:nvSpPr>
          <p:cNvPr id="40" name="Shape 37"/>
          <p:cNvSpPr/>
          <p:nvPr/>
        </p:nvSpPr>
        <p:spPr>
          <a:xfrm>
            <a:off x="685800" y="3968496"/>
            <a:ext cx="2240280" cy="338328"/>
          </a:xfrm>
          <a:prstGeom prst="roundRect">
            <a:avLst>
              <a:gd name="adj" fmla="val 27027"/>
            </a:avLst>
          </a:prstGeom>
          <a:solidFill>
            <a:srgbClr val="FFFFFF"/>
          </a:solidFill>
          <a:ln w="15875">
            <a:solidFill>
              <a:srgbClr val="4A5A70"/>
            </a:solidFill>
            <a:prstDash val="solid"/>
          </a:ln>
        </p:spPr>
      </p:sp>
      <p:sp>
        <p:nvSpPr>
          <p:cNvPr id="41" name="Text 38"/>
          <p:cNvSpPr txBox="1"/>
          <p:nvPr/>
        </p:nvSpPr>
        <p:spPr>
          <a:xfrm>
            <a:off x="685800" y="3968496"/>
            <a:ext cx="2240280" cy="338328"/>
          </a:xfrm>
          <a:prstGeom prst="rect">
            <a:avLst/>
          </a:prstGeom>
          <a:noFill/>
          <a:ln/>
        </p:spPr>
        <p:txBody>
          <a:bodyPr wrap="square" lIns="0" tIns="0" rIns="0" bIns="0" rtlCol="0" anchor="ctr"/>
          <a:lstStyle/>
          <a:p>
            <a:pPr algn="ctr" indent="0" marL="0">
              <a:buNone/>
            </a:pPr>
            <a:r>
              <a:rPr lang="en-US" sz="1500" i="1" dirty="0">
                <a:solidFill>
                  <a:srgbClr val="17375E"/>
                </a:solidFill>
              </a:rPr>
              <a:t>zorgen </a:t>
            </a:r>
            <a:r>
              <a:rPr lang="en-US" sz="1500" b="1" i="1" dirty="0">
                <a:solidFill>
                  <a:srgbClr val="17375E"/>
                </a:solidFill>
              </a:rPr>
              <a:t>voor</a:t>
            </a:r>
            <a:endParaRPr lang="en-US" sz="1500" dirty="0"/>
          </a:p>
        </p:txBody>
      </p:sp>
      <p:sp>
        <p:nvSpPr>
          <p:cNvPr id="42" name="Text 39"/>
          <p:cNvSpPr txBox="1"/>
          <p:nvPr/>
        </p:nvSpPr>
        <p:spPr>
          <a:xfrm>
            <a:off x="3154680" y="3913632"/>
            <a:ext cx="4023360" cy="448056"/>
          </a:xfrm>
          <a:prstGeom prst="rect">
            <a:avLst/>
          </a:prstGeom>
          <a:noFill/>
          <a:ln/>
        </p:spPr>
        <p:txBody>
          <a:bodyPr wrap="square" lIns="0" tIns="0" rIns="0" bIns="0" rtlCol="0" anchor="ctr"/>
          <a:lstStyle/>
          <a:p>
            <a:pPr algn="l" indent="0" marL="0">
              <a:buNone/>
            </a:pPr>
            <a:r>
              <a:rPr lang="en-US" sz="1600" i="1" dirty="0">
                <a:solidFill>
                  <a:srgbClr val="1B2333"/>
                </a:solidFill>
              </a:rPr>
              <a:t>de kinderen </a:t>
            </a:r>
            <a:r>
              <a:rPr lang="en-US" sz="1600" b="1" i="1" dirty="0">
                <a:solidFill>
                  <a:srgbClr val="B4236A"/>
                </a:solidFill>
              </a:rPr>
              <a:t>voor wie</a:t>
            </a:r>
            <a:r>
              <a:rPr lang="en-US" sz="1600" i="1" dirty="0">
                <a:solidFill>
                  <a:srgbClr val="1B2333"/>
                </a:solidFill>
              </a:rPr>
              <a:t> ik zorg</a:t>
            </a:r>
            <a:endParaRPr lang="en-US" sz="1600" dirty="0"/>
          </a:p>
        </p:txBody>
      </p:sp>
      <p:sp>
        <p:nvSpPr>
          <p:cNvPr id="43" name="Text 40"/>
          <p:cNvSpPr txBox="1"/>
          <p:nvPr/>
        </p:nvSpPr>
        <p:spPr>
          <a:xfrm>
            <a:off x="7269480" y="3913632"/>
            <a:ext cx="4297680" cy="448056"/>
          </a:xfrm>
          <a:prstGeom prst="rect">
            <a:avLst/>
          </a:prstGeom>
          <a:noFill/>
          <a:ln/>
        </p:spPr>
        <p:txBody>
          <a:bodyPr wrap="square" lIns="0" tIns="0" rIns="0" bIns="0" rtlCol="0" anchor="ctr"/>
          <a:lstStyle/>
          <a:p>
            <a:pPr algn="l" indent="0" marL="0">
              <a:buNone/>
            </a:pPr>
            <a:r>
              <a:rPr lang="en-US" sz="1600" i="1" dirty="0">
                <a:solidFill>
                  <a:srgbClr val="1B2333"/>
                </a:solidFill>
              </a:rPr>
              <a:t>de planten </a:t>
            </a:r>
            <a:r>
              <a:rPr lang="en-US" sz="1600" b="1" i="1" dirty="0">
                <a:solidFill>
                  <a:srgbClr val="6E4A9E"/>
                </a:solidFill>
              </a:rPr>
              <a:t>waarvoor</a:t>
            </a:r>
            <a:r>
              <a:rPr lang="en-US" sz="1600" i="1" dirty="0">
                <a:solidFill>
                  <a:srgbClr val="1B2333"/>
                </a:solidFill>
              </a:rPr>
              <a:t> ik zorg</a:t>
            </a:r>
            <a:endParaRPr lang="en-US" sz="1600" dirty="0"/>
          </a:p>
        </p:txBody>
      </p:sp>
      <p:sp>
        <p:nvSpPr>
          <p:cNvPr id="44" name="Shape 41"/>
          <p:cNvSpPr/>
          <p:nvPr/>
        </p:nvSpPr>
        <p:spPr>
          <a:xfrm>
            <a:off x="548640" y="4416552"/>
            <a:ext cx="11091672" cy="448056"/>
          </a:xfrm>
          <a:prstGeom prst="roundRect">
            <a:avLst>
              <a:gd name="adj" fmla="val 16327"/>
            </a:avLst>
          </a:prstGeom>
          <a:solidFill>
            <a:srgbClr val="FFFFFF"/>
          </a:solidFill>
          <a:ln w="12700">
            <a:solidFill>
              <a:srgbClr val="FFFFFF">
                <a:alpha val="0"/>
              </a:srgbClr>
            </a:solidFill>
            <a:prstDash val="solid"/>
          </a:ln>
        </p:spPr>
      </p:sp>
      <p:sp>
        <p:nvSpPr>
          <p:cNvPr id="45" name="Shape 42"/>
          <p:cNvSpPr/>
          <p:nvPr/>
        </p:nvSpPr>
        <p:spPr>
          <a:xfrm>
            <a:off x="685800" y="4471416"/>
            <a:ext cx="2240280" cy="338328"/>
          </a:xfrm>
          <a:prstGeom prst="roundRect">
            <a:avLst>
              <a:gd name="adj" fmla="val 27027"/>
            </a:avLst>
          </a:prstGeom>
          <a:solidFill>
            <a:srgbClr val="FFFFFF"/>
          </a:solidFill>
          <a:ln w="15875">
            <a:solidFill>
              <a:srgbClr val="4A5A70"/>
            </a:solidFill>
            <a:prstDash val="solid"/>
          </a:ln>
        </p:spPr>
      </p:sp>
      <p:sp>
        <p:nvSpPr>
          <p:cNvPr id="46" name="Text 43"/>
          <p:cNvSpPr txBox="1"/>
          <p:nvPr/>
        </p:nvSpPr>
        <p:spPr>
          <a:xfrm>
            <a:off x="685800" y="4471416"/>
            <a:ext cx="2240280" cy="338328"/>
          </a:xfrm>
          <a:prstGeom prst="rect">
            <a:avLst/>
          </a:prstGeom>
          <a:noFill/>
          <a:ln/>
        </p:spPr>
        <p:txBody>
          <a:bodyPr wrap="square" lIns="0" tIns="0" rIns="0" bIns="0" rtlCol="0" anchor="ctr"/>
          <a:lstStyle/>
          <a:p>
            <a:pPr algn="ctr" indent="0" marL="0">
              <a:buNone/>
            </a:pPr>
            <a:r>
              <a:rPr lang="en-US" sz="1500" i="1" dirty="0">
                <a:solidFill>
                  <a:srgbClr val="17375E"/>
                </a:solidFill>
              </a:rPr>
              <a:t>zoeken </a:t>
            </a:r>
            <a:r>
              <a:rPr lang="en-US" sz="1500" b="1" i="1" dirty="0">
                <a:solidFill>
                  <a:srgbClr val="17375E"/>
                </a:solidFill>
              </a:rPr>
              <a:t>naar</a:t>
            </a:r>
            <a:endParaRPr lang="en-US" sz="1500" dirty="0"/>
          </a:p>
        </p:txBody>
      </p:sp>
      <p:sp>
        <p:nvSpPr>
          <p:cNvPr id="47" name="Text 44"/>
          <p:cNvSpPr txBox="1"/>
          <p:nvPr/>
        </p:nvSpPr>
        <p:spPr>
          <a:xfrm>
            <a:off x="3154680" y="4416552"/>
            <a:ext cx="4023360" cy="448056"/>
          </a:xfrm>
          <a:prstGeom prst="rect">
            <a:avLst/>
          </a:prstGeom>
          <a:noFill/>
          <a:ln/>
        </p:spPr>
        <p:txBody>
          <a:bodyPr wrap="square" lIns="0" tIns="0" rIns="0" bIns="0" rtlCol="0" anchor="ctr"/>
          <a:lstStyle/>
          <a:p>
            <a:pPr algn="l" indent="0" marL="0">
              <a:buNone/>
            </a:pPr>
            <a:r>
              <a:rPr lang="en-US" sz="1600" i="1" dirty="0">
                <a:solidFill>
                  <a:srgbClr val="1B2333"/>
                </a:solidFill>
              </a:rPr>
              <a:t>de kandidaat </a:t>
            </a:r>
            <a:r>
              <a:rPr lang="en-US" sz="1600" b="1" i="1" dirty="0">
                <a:solidFill>
                  <a:srgbClr val="B4236A"/>
                </a:solidFill>
              </a:rPr>
              <a:t>naar wie</a:t>
            </a:r>
            <a:r>
              <a:rPr lang="en-US" sz="1600" i="1" dirty="0">
                <a:solidFill>
                  <a:srgbClr val="1B2333"/>
                </a:solidFill>
              </a:rPr>
              <a:t> we zoeken</a:t>
            </a:r>
            <a:endParaRPr lang="en-US" sz="1600" dirty="0"/>
          </a:p>
        </p:txBody>
      </p:sp>
      <p:sp>
        <p:nvSpPr>
          <p:cNvPr id="48" name="Text 45"/>
          <p:cNvSpPr txBox="1"/>
          <p:nvPr/>
        </p:nvSpPr>
        <p:spPr>
          <a:xfrm>
            <a:off x="7269480" y="4416552"/>
            <a:ext cx="4297680" cy="448056"/>
          </a:xfrm>
          <a:prstGeom prst="rect">
            <a:avLst/>
          </a:prstGeom>
          <a:noFill/>
          <a:ln/>
        </p:spPr>
        <p:txBody>
          <a:bodyPr wrap="square" lIns="0" tIns="0" rIns="0" bIns="0" rtlCol="0" anchor="ctr"/>
          <a:lstStyle/>
          <a:p>
            <a:pPr algn="l" indent="0" marL="0">
              <a:buNone/>
            </a:pPr>
            <a:r>
              <a:rPr lang="en-US" sz="1600" i="1" dirty="0">
                <a:solidFill>
                  <a:srgbClr val="1B2333"/>
                </a:solidFill>
              </a:rPr>
              <a:t>het dossier </a:t>
            </a:r>
            <a:r>
              <a:rPr lang="en-US" sz="1600" b="1" i="1" dirty="0">
                <a:solidFill>
                  <a:srgbClr val="6E4A9E"/>
                </a:solidFill>
              </a:rPr>
              <a:t>waarnaar</a:t>
            </a:r>
            <a:r>
              <a:rPr lang="en-US" sz="1600" i="1" dirty="0">
                <a:solidFill>
                  <a:srgbClr val="1B2333"/>
                </a:solidFill>
              </a:rPr>
              <a:t> ik zoek</a:t>
            </a:r>
            <a:endParaRPr lang="en-US" sz="1600" dirty="0"/>
          </a:p>
        </p:txBody>
      </p:sp>
      <p:sp>
        <p:nvSpPr>
          <p:cNvPr id="49" name="Shape 46"/>
          <p:cNvSpPr/>
          <p:nvPr/>
        </p:nvSpPr>
        <p:spPr>
          <a:xfrm>
            <a:off x="548640" y="5029200"/>
            <a:ext cx="5458968" cy="1143000"/>
          </a:xfrm>
          <a:prstGeom prst="roundRect">
            <a:avLst>
              <a:gd name="adj" fmla="val 9600"/>
            </a:avLst>
          </a:prstGeom>
          <a:solidFill>
            <a:srgbClr val="E8F4EC"/>
          </a:solidFill>
          <a:ln w="19050">
            <a:solidFill>
              <a:srgbClr val="2E7D4F"/>
            </a:solidFill>
            <a:prstDash val="solid"/>
          </a:ln>
        </p:spPr>
      </p:sp>
      <p:sp>
        <p:nvSpPr>
          <p:cNvPr id="50" name="Text 47"/>
          <p:cNvSpPr txBox="1"/>
          <p:nvPr/>
        </p:nvSpPr>
        <p:spPr>
          <a:xfrm>
            <a:off x="731520" y="508406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norme</a:t>
            </a:r>
            <a:endParaRPr lang="en-US" sz="1500" dirty="0"/>
          </a:p>
        </p:txBody>
      </p:sp>
      <p:sp>
        <p:nvSpPr>
          <p:cNvPr id="51" name="Text 48"/>
          <p:cNvSpPr txBox="1"/>
          <p:nvPr/>
        </p:nvSpPr>
        <p:spPr>
          <a:xfrm>
            <a:off x="731520" y="5468112"/>
            <a:ext cx="5093208" cy="64922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apprenez le verbe </a:t>
            </a:r>
            <a:r>
              <a:rPr lang="en-US" sz="1450" b="1" dirty="0">
                <a:solidFill>
                  <a:srgbClr val="1B2333"/>
                </a:solidFill>
              </a:rPr>
              <a:t>avec</a:t>
            </a:r>
            <a:r>
              <a:rPr lang="en-US" sz="1450" dirty="0">
                <a:solidFill>
                  <a:srgbClr val="1B2333"/>
                </a:solidFill>
              </a:rPr>
              <a:t> sa préposition : elle passe devant le relatif</a:t>
            </a:r>
            <a:endParaRPr lang="en-US" sz="1450" dirty="0"/>
          </a:p>
        </p:txBody>
      </p:sp>
      <p:sp>
        <p:nvSpPr>
          <p:cNvPr id="52" name="Shape 49"/>
          <p:cNvSpPr/>
          <p:nvPr/>
        </p:nvSpPr>
        <p:spPr>
          <a:xfrm>
            <a:off x="6181344" y="5029200"/>
            <a:ext cx="5458968" cy="1143000"/>
          </a:xfrm>
          <a:prstGeom prst="roundRect">
            <a:avLst>
              <a:gd name="adj" fmla="val 9600"/>
            </a:avLst>
          </a:prstGeom>
          <a:solidFill>
            <a:srgbClr val="FBEDEB"/>
          </a:solidFill>
          <a:ln w="19050">
            <a:solidFill>
              <a:srgbClr val="B83227"/>
            </a:solidFill>
            <a:prstDash val="solid"/>
          </a:ln>
        </p:spPr>
      </p:sp>
      <p:sp>
        <p:nvSpPr>
          <p:cNvPr id="53" name="Text 50"/>
          <p:cNvSpPr txBox="1"/>
          <p:nvPr/>
        </p:nvSpPr>
        <p:spPr>
          <a:xfrm>
            <a:off x="6364224" y="5084064"/>
            <a:ext cx="5093208" cy="384048"/>
          </a:xfrm>
          <a:prstGeom prst="rect">
            <a:avLst/>
          </a:prstGeom>
          <a:noFill/>
          <a:ln/>
        </p:spPr>
        <p:txBody>
          <a:bodyPr wrap="square" lIns="0" tIns="0" rIns="0" bIns="0" rtlCol="0" anchor="ctr"/>
          <a:lstStyle/>
          <a:p>
            <a:pPr algn="l" indent="0" marL="0">
              <a:buNone/>
            </a:pPr>
            <a:r>
              <a:rPr lang="en-US" sz="1500" b="1" dirty="0">
                <a:solidFill>
                  <a:srgbClr val="B83227"/>
                </a:solidFill>
              </a:rPr>
              <a:t>⚠ ≠ français</a:t>
            </a:r>
            <a:endParaRPr lang="en-US" sz="1500" dirty="0"/>
          </a:p>
        </p:txBody>
      </p:sp>
      <p:sp>
        <p:nvSpPr>
          <p:cNvPr id="54" name="Text 51"/>
          <p:cNvSpPr txBox="1"/>
          <p:nvPr/>
        </p:nvSpPr>
        <p:spPr>
          <a:xfrm>
            <a:off x="6364224" y="5468112"/>
            <a:ext cx="5093208" cy="649224"/>
          </a:xfrm>
          <a:prstGeom prst="rect">
            <a:avLst/>
          </a:prstGeom>
          <a:noFill/>
          <a:ln/>
        </p:spPr>
        <p:txBody>
          <a:bodyPr wrap="square" lIns="0" tIns="0" rIns="0" bIns="0" rtlCol="0" anchor="t"/>
          <a:lstStyle/>
          <a:p>
            <a:pPr algn="l" indent="0" marL="0">
              <a:spcAft>
                <a:spcPts val="300"/>
              </a:spcAft>
              <a:buNone/>
            </a:pPr>
            <a:r>
              <a:rPr lang="en-US" sz="1450" i="1" dirty="0">
                <a:solidFill>
                  <a:srgbClr val="1B2333"/>
                </a:solidFill>
              </a:rPr>
              <a:t>attendre</a:t>
            </a:r>
            <a:r>
              <a:rPr lang="en-US" sz="1450" dirty="0">
                <a:solidFill>
                  <a:srgbClr val="1B2333"/>
                </a:solidFill>
              </a:rPr>
              <a:t> quelqu’un → </a:t>
            </a:r>
            <a:r>
              <a:rPr lang="en-US" sz="1450" i="1" dirty="0">
                <a:solidFill>
                  <a:srgbClr val="1B2333"/>
                </a:solidFill>
              </a:rPr>
              <a:t>wachten </a:t>
            </a:r>
            <a:r>
              <a:rPr lang="en-US" sz="1450" b="1" i="1" dirty="0">
                <a:solidFill>
                  <a:srgbClr val="1B2333"/>
                </a:solidFill>
              </a:rPr>
              <a:t>op</a:t>
            </a:r>
            <a:r>
              <a:rPr lang="en-US" sz="1450" dirty="0">
                <a:solidFill>
                  <a:srgbClr val="1B2333"/>
                </a:solidFill>
              </a:rPr>
              <a:t> · </a:t>
            </a:r>
            <a:r>
              <a:rPr lang="en-US" sz="1450" i="1" dirty="0">
                <a:solidFill>
                  <a:srgbClr val="1B2333"/>
                </a:solidFill>
              </a:rPr>
              <a:t>chercher</a:t>
            </a:r>
            <a:r>
              <a:rPr lang="en-US" sz="1450" dirty="0">
                <a:solidFill>
                  <a:srgbClr val="1B2333"/>
                </a:solidFill>
              </a:rPr>
              <a:t> → </a:t>
            </a:r>
            <a:r>
              <a:rPr lang="en-US" sz="1450" i="1" dirty="0">
                <a:solidFill>
                  <a:srgbClr val="1B2333"/>
                </a:solidFill>
              </a:rPr>
              <a:t>zoeken </a:t>
            </a:r>
            <a:r>
              <a:rPr lang="en-US" sz="1450" b="1" i="1" dirty="0">
                <a:solidFill>
                  <a:srgbClr val="1B2333"/>
                </a:solidFill>
              </a:rPr>
              <a:t>naar</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où » : le lieu ou le temps ?</a:t>
            </a:r>
            <a:endParaRPr lang="en-US" sz="3000" dirty="0"/>
          </a:p>
        </p:txBody>
      </p:sp>
      <p:sp>
        <p:nvSpPr>
          <p:cNvPr id="3" name="tag"/>
          <p:cNvSpPr/>
          <p:nvPr/>
        </p:nvSpPr>
        <p:spPr>
          <a:xfrm>
            <a:off x="548640" y="237744"/>
            <a:ext cx="2093976"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TRADUIRE « OÙ »</a:t>
            </a:r>
            <a:endParaRPr lang="en-US" sz="1200" dirty="0"/>
          </a:p>
        </p:txBody>
      </p:sp>
      <p:sp>
        <p:nvSpPr>
          <p:cNvPr id="5" name="Shape 2"/>
          <p:cNvSpPr/>
          <p:nvPr/>
        </p:nvSpPr>
        <p:spPr>
          <a:xfrm>
            <a:off x="9043416"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sp>
        <p:nvSpPr>
          <p:cNvPr id="15" name="Shape 12"/>
          <p:cNvSpPr/>
          <p:nvPr/>
        </p:nvSpPr>
        <p:spPr>
          <a:xfrm>
            <a:off x="548640" y="1481328"/>
            <a:ext cx="5458968" cy="3291840"/>
          </a:xfrm>
          <a:prstGeom prst="roundRect">
            <a:avLst>
              <a:gd name="adj" fmla="val 3333"/>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16" name="Shape 13"/>
          <p:cNvSpPr/>
          <p:nvPr/>
        </p:nvSpPr>
        <p:spPr>
          <a:xfrm>
            <a:off x="548640" y="1481328"/>
            <a:ext cx="5458968" cy="548640"/>
          </a:xfrm>
          <a:prstGeom prst="roundRect">
            <a:avLst>
              <a:gd name="adj" fmla="val 20000"/>
            </a:avLst>
          </a:prstGeom>
          <a:solidFill>
            <a:srgbClr val="6E4A9E"/>
          </a:solidFill>
          <a:ln w="12700">
            <a:solidFill>
              <a:srgbClr val="FFFFFF">
                <a:alpha val="0"/>
              </a:srgbClr>
            </a:solidFill>
            <a:prstDash val="solid"/>
          </a:ln>
        </p:spPr>
      </p:sp>
      <p:sp>
        <p:nvSpPr>
          <p:cNvPr id="17" name="Shape 14"/>
          <p:cNvSpPr/>
          <p:nvPr/>
        </p:nvSpPr>
        <p:spPr>
          <a:xfrm>
            <a:off x="548640" y="1847088"/>
            <a:ext cx="5458968" cy="182880"/>
          </a:xfrm>
          <a:prstGeom prst="rect">
            <a:avLst/>
          </a:prstGeom>
          <a:solidFill>
            <a:srgbClr val="6E4A9E"/>
          </a:solidFill>
          <a:ln w="12700">
            <a:solidFill>
              <a:srgbClr val="FFFFFF">
                <a:alpha val="0"/>
              </a:srgbClr>
            </a:solidFill>
            <a:prstDash val="solid"/>
          </a:ln>
        </p:spPr>
      </p:sp>
      <p:sp>
        <p:nvSpPr>
          <p:cNvPr id="18" name="Text 15"/>
          <p:cNvSpPr txBox="1"/>
          <p:nvPr/>
        </p:nvSpPr>
        <p:spPr>
          <a:xfrm>
            <a:off x="777240" y="1481328"/>
            <a:ext cx="2743200" cy="548640"/>
          </a:xfrm>
          <a:prstGeom prst="rect">
            <a:avLst/>
          </a:prstGeom>
          <a:noFill/>
          <a:ln/>
        </p:spPr>
        <p:txBody>
          <a:bodyPr wrap="square" lIns="0" tIns="0" rIns="0" bIns="0" rtlCol="0" anchor="ctr"/>
          <a:lstStyle/>
          <a:p>
            <a:pPr algn="l" indent="0" marL="0">
              <a:buNone/>
            </a:pPr>
            <a:r>
              <a:rPr lang="en-US" sz="1600" b="1" spc="100" kern="0" dirty="0">
                <a:solidFill>
                  <a:srgbClr val="FFFFFF"/>
                </a:solidFill>
              </a:rPr>
              <a:t>LE LIEU</a:t>
            </a:r>
            <a:endParaRPr lang="en-US" sz="1600" dirty="0"/>
          </a:p>
        </p:txBody>
      </p:sp>
      <p:pic>
        <p:nvPicPr>
          <p:cNvPr id="19" name="Image 0" descr="round pushpin">    </p:cNvPr>
          <p:cNvPicPr>
            <a:picLocks noChangeAspect="1"/>
          </p:cNvPicPr>
          <p:nvPr/>
        </p:nvPicPr>
        <p:blipFill>
          <a:blip r:embed="rId1"/>
          <a:stretch>
            <a:fillRect/>
          </a:stretch>
        </p:blipFill>
        <p:spPr>
          <a:xfrm>
            <a:off x="5349240" y="1517904"/>
            <a:ext cx="475488" cy="475488"/>
          </a:xfrm>
          <a:prstGeom prst="rect">
            <a:avLst/>
          </a:prstGeom>
        </p:spPr>
      </p:pic>
      <p:sp>
        <p:nvSpPr>
          <p:cNvPr id="20" name="Shape 16"/>
          <p:cNvSpPr/>
          <p:nvPr/>
        </p:nvSpPr>
        <p:spPr>
          <a:xfrm>
            <a:off x="822960" y="2212848"/>
            <a:ext cx="835762" cy="420624"/>
          </a:xfrm>
          <a:prstGeom prst="roundRect">
            <a:avLst>
              <a:gd name="adj" fmla="val 26087"/>
            </a:avLst>
          </a:prstGeom>
          <a:solidFill>
            <a:srgbClr val="6E4A9E"/>
          </a:solidFill>
          <a:ln w="12700">
            <a:solidFill>
              <a:srgbClr val="FFFFFF">
                <a:alpha val="0"/>
              </a:srgbClr>
            </a:solidFill>
            <a:prstDash val="solid"/>
          </a:ln>
        </p:spPr>
      </p:sp>
      <p:sp>
        <p:nvSpPr>
          <p:cNvPr id="21" name="Text 17"/>
          <p:cNvSpPr txBox="1"/>
          <p:nvPr/>
        </p:nvSpPr>
        <p:spPr>
          <a:xfrm>
            <a:off x="822960" y="2212848"/>
            <a:ext cx="835762" cy="420624"/>
          </a:xfrm>
          <a:prstGeom prst="rect">
            <a:avLst/>
          </a:prstGeom>
          <a:noFill/>
          <a:ln/>
        </p:spPr>
        <p:txBody>
          <a:bodyPr wrap="square" lIns="0" tIns="0" rIns="0" bIns="0" rtlCol="0" anchor="ctr"/>
          <a:lstStyle/>
          <a:p>
            <a:pPr algn="ctr" indent="0" marL="0">
              <a:buNone/>
            </a:pPr>
            <a:r>
              <a:rPr lang="en-US" sz="1600" b="1" i="1" dirty="0">
                <a:solidFill>
                  <a:srgbClr val="FFFFFF"/>
                </a:solidFill>
              </a:rPr>
              <a:t>waar</a:t>
            </a:r>
            <a:endParaRPr lang="en-US" sz="1600" dirty="0"/>
          </a:p>
        </p:txBody>
      </p:sp>
      <p:sp>
        <p:nvSpPr>
          <p:cNvPr id="22" name="Shape 18"/>
          <p:cNvSpPr/>
          <p:nvPr/>
        </p:nvSpPr>
        <p:spPr>
          <a:xfrm>
            <a:off x="1795882" y="2212848"/>
            <a:ext cx="994867" cy="420624"/>
          </a:xfrm>
          <a:prstGeom prst="roundRect">
            <a:avLst>
              <a:gd name="adj" fmla="val 26087"/>
            </a:avLst>
          </a:prstGeom>
          <a:solidFill>
            <a:srgbClr val="6E4A9E"/>
          </a:solidFill>
          <a:ln w="12700">
            <a:solidFill>
              <a:srgbClr val="FFFFFF">
                <a:alpha val="0"/>
              </a:srgbClr>
            </a:solidFill>
            <a:prstDash val="solid"/>
          </a:ln>
        </p:spPr>
      </p:sp>
      <p:sp>
        <p:nvSpPr>
          <p:cNvPr id="23" name="Text 19"/>
          <p:cNvSpPr txBox="1"/>
          <p:nvPr/>
        </p:nvSpPr>
        <p:spPr>
          <a:xfrm>
            <a:off x="1795882" y="2212848"/>
            <a:ext cx="994867" cy="420624"/>
          </a:xfrm>
          <a:prstGeom prst="rect">
            <a:avLst/>
          </a:prstGeom>
          <a:noFill/>
          <a:ln/>
        </p:spPr>
        <p:txBody>
          <a:bodyPr wrap="square" lIns="0" tIns="0" rIns="0" bIns="0" rtlCol="0" anchor="ctr"/>
          <a:lstStyle/>
          <a:p>
            <a:pPr algn="ctr" indent="0" marL="0">
              <a:buNone/>
            </a:pPr>
            <a:r>
              <a:rPr lang="en-US" sz="1600" b="1" i="1" dirty="0">
                <a:solidFill>
                  <a:srgbClr val="FFFFFF"/>
                </a:solidFill>
              </a:rPr>
              <a:t>waarin</a:t>
            </a:r>
            <a:endParaRPr lang="en-US" sz="1600" dirty="0"/>
          </a:p>
        </p:txBody>
      </p:sp>
      <p:sp>
        <p:nvSpPr>
          <p:cNvPr id="24" name="Shape 20"/>
          <p:cNvSpPr/>
          <p:nvPr/>
        </p:nvSpPr>
        <p:spPr>
          <a:xfrm>
            <a:off x="2927909" y="2212848"/>
            <a:ext cx="1054202" cy="420624"/>
          </a:xfrm>
          <a:prstGeom prst="roundRect">
            <a:avLst>
              <a:gd name="adj" fmla="val 26087"/>
            </a:avLst>
          </a:prstGeom>
          <a:solidFill>
            <a:srgbClr val="6E4A9E"/>
          </a:solidFill>
          <a:ln w="12700">
            <a:solidFill>
              <a:srgbClr val="FFFFFF">
                <a:alpha val="0"/>
              </a:srgbClr>
            </a:solidFill>
            <a:prstDash val="solid"/>
          </a:ln>
        </p:spPr>
      </p:sp>
      <p:sp>
        <p:nvSpPr>
          <p:cNvPr id="25" name="Text 21"/>
          <p:cNvSpPr txBox="1"/>
          <p:nvPr/>
        </p:nvSpPr>
        <p:spPr>
          <a:xfrm>
            <a:off x="2927909" y="2212848"/>
            <a:ext cx="1054202" cy="420624"/>
          </a:xfrm>
          <a:prstGeom prst="rect">
            <a:avLst/>
          </a:prstGeom>
          <a:noFill/>
          <a:ln/>
        </p:spPr>
        <p:txBody>
          <a:bodyPr wrap="square" lIns="0" tIns="0" rIns="0" bIns="0" rtlCol="0" anchor="ctr"/>
          <a:lstStyle/>
          <a:p>
            <a:pPr algn="ctr" indent="0" marL="0">
              <a:buNone/>
            </a:pPr>
            <a:r>
              <a:rPr lang="en-US" sz="1600" b="1" i="1" dirty="0">
                <a:solidFill>
                  <a:srgbClr val="FFFFFF"/>
                </a:solidFill>
              </a:rPr>
              <a:t>waarop</a:t>
            </a:r>
            <a:endParaRPr lang="en-US" sz="1600" dirty="0"/>
          </a:p>
        </p:txBody>
      </p:sp>
      <p:sp>
        <p:nvSpPr>
          <p:cNvPr id="26" name="Text 22"/>
          <p:cNvSpPr txBox="1"/>
          <p:nvPr/>
        </p:nvSpPr>
        <p:spPr>
          <a:xfrm>
            <a:off x="822960" y="2834640"/>
            <a:ext cx="4937760" cy="512064"/>
          </a:xfrm>
          <a:prstGeom prst="rect">
            <a:avLst/>
          </a:prstGeom>
          <a:noFill/>
          <a:ln/>
        </p:spPr>
        <p:txBody>
          <a:bodyPr wrap="square" lIns="0" tIns="0" rIns="0" bIns="0" rtlCol="0" anchor="ctr"/>
          <a:lstStyle/>
          <a:p>
            <a:pPr algn="l" indent="0" marL="0">
              <a:buNone/>
            </a:pPr>
            <a:r>
              <a:rPr lang="en-US" sz="1800" i="1" dirty="0">
                <a:solidFill>
                  <a:srgbClr val="1B2333"/>
                </a:solidFill>
              </a:rPr>
              <a:t>het kantoor </a:t>
            </a:r>
            <a:r>
              <a:rPr lang="en-US" sz="1800" b="1" i="1" dirty="0">
                <a:solidFill>
                  <a:srgbClr val="6E4A9E"/>
                </a:solidFill>
              </a:rPr>
              <a:t>waar</a:t>
            </a:r>
            <a:r>
              <a:rPr lang="en-US" sz="1800" i="1" dirty="0">
                <a:solidFill>
                  <a:srgbClr val="1B2333"/>
                </a:solidFill>
              </a:rPr>
              <a:t> ik werk</a:t>
            </a:r>
            <a:endParaRPr lang="en-US" sz="1800" dirty="0"/>
          </a:p>
        </p:txBody>
      </p:sp>
      <p:sp>
        <p:nvSpPr>
          <p:cNvPr id="27" name="Text 23"/>
          <p:cNvSpPr txBox="1"/>
          <p:nvPr/>
        </p:nvSpPr>
        <p:spPr>
          <a:xfrm>
            <a:off x="822960" y="3438144"/>
            <a:ext cx="4937760" cy="512064"/>
          </a:xfrm>
          <a:prstGeom prst="rect">
            <a:avLst/>
          </a:prstGeom>
          <a:noFill/>
          <a:ln/>
        </p:spPr>
        <p:txBody>
          <a:bodyPr wrap="square" lIns="0" tIns="0" rIns="0" bIns="0" rtlCol="0" anchor="ctr"/>
          <a:lstStyle/>
          <a:p>
            <a:pPr algn="l" indent="0" marL="0">
              <a:buNone/>
            </a:pPr>
            <a:r>
              <a:rPr lang="en-US" sz="1800" i="1" dirty="0">
                <a:solidFill>
                  <a:srgbClr val="1B2333"/>
                </a:solidFill>
              </a:rPr>
              <a:t>de stad </a:t>
            </a:r>
            <a:r>
              <a:rPr lang="en-US" sz="1800" b="1" i="1" dirty="0">
                <a:solidFill>
                  <a:srgbClr val="6E4A9E"/>
                </a:solidFill>
              </a:rPr>
              <a:t>waar</a:t>
            </a:r>
            <a:r>
              <a:rPr lang="en-US" sz="1800" i="1" dirty="0">
                <a:solidFill>
                  <a:srgbClr val="1B2333"/>
                </a:solidFill>
              </a:rPr>
              <a:t> ze woont</a:t>
            </a:r>
            <a:endParaRPr lang="en-US" sz="1800" dirty="0"/>
          </a:p>
        </p:txBody>
      </p:sp>
      <p:sp>
        <p:nvSpPr>
          <p:cNvPr id="28" name="Text 24"/>
          <p:cNvSpPr txBox="1"/>
          <p:nvPr/>
        </p:nvSpPr>
        <p:spPr>
          <a:xfrm>
            <a:off x="822960" y="4041648"/>
            <a:ext cx="4937760" cy="512064"/>
          </a:xfrm>
          <a:prstGeom prst="rect">
            <a:avLst/>
          </a:prstGeom>
          <a:noFill/>
          <a:ln/>
        </p:spPr>
        <p:txBody>
          <a:bodyPr wrap="square" lIns="0" tIns="0" rIns="0" bIns="0" rtlCol="0" anchor="ctr"/>
          <a:lstStyle/>
          <a:p>
            <a:pPr algn="l" indent="0" marL="0">
              <a:buNone/>
            </a:pPr>
            <a:r>
              <a:rPr lang="en-US" sz="1800" i="1" dirty="0">
                <a:solidFill>
                  <a:srgbClr val="1B2333"/>
                </a:solidFill>
              </a:rPr>
              <a:t>de zaal </a:t>
            </a:r>
            <a:r>
              <a:rPr lang="en-US" sz="1800" b="1" i="1" dirty="0">
                <a:solidFill>
                  <a:srgbClr val="6E4A9E"/>
                </a:solidFill>
              </a:rPr>
              <a:t>waarin</a:t>
            </a:r>
            <a:r>
              <a:rPr lang="en-US" sz="1800" i="1" dirty="0">
                <a:solidFill>
                  <a:srgbClr val="1B2333"/>
                </a:solidFill>
              </a:rPr>
              <a:t> we vergaderen</a:t>
            </a:r>
            <a:endParaRPr lang="en-US" sz="1800" dirty="0"/>
          </a:p>
        </p:txBody>
      </p:sp>
      <p:sp>
        <p:nvSpPr>
          <p:cNvPr id="29" name="Shape 25"/>
          <p:cNvSpPr/>
          <p:nvPr/>
        </p:nvSpPr>
        <p:spPr>
          <a:xfrm>
            <a:off x="6181344" y="1481328"/>
            <a:ext cx="5458968" cy="3291840"/>
          </a:xfrm>
          <a:prstGeom prst="roundRect">
            <a:avLst>
              <a:gd name="adj" fmla="val 3333"/>
            </a:avLst>
          </a:prstGeom>
          <a:solidFill>
            <a:srgbClr val="FFFFFF"/>
          </a:solidFill>
          <a:ln w="25400">
            <a:solidFill>
              <a:srgbClr val="2A6FB0"/>
            </a:solidFill>
            <a:prstDash val="solid"/>
          </a:ln>
          <a:effectLst>
            <a:outerShdw sx="100000" sy="100000" kx="0" ky="0" algn="bl" rotWithShape="0" blurRad="101600" dist="25400" dir="3600000">
              <a:srgbClr val="000000">
                <a:alpha val="16000"/>
              </a:srgbClr>
            </a:outerShdw>
          </a:effectLst>
        </p:spPr>
      </p:sp>
      <p:sp>
        <p:nvSpPr>
          <p:cNvPr id="30" name="Shape 26"/>
          <p:cNvSpPr/>
          <p:nvPr/>
        </p:nvSpPr>
        <p:spPr>
          <a:xfrm>
            <a:off x="6181344" y="1481328"/>
            <a:ext cx="5458968" cy="548640"/>
          </a:xfrm>
          <a:prstGeom prst="roundRect">
            <a:avLst>
              <a:gd name="adj" fmla="val 20000"/>
            </a:avLst>
          </a:prstGeom>
          <a:solidFill>
            <a:srgbClr val="2A6FB0"/>
          </a:solidFill>
          <a:ln w="12700">
            <a:solidFill>
              <a:srgbClr val="FFFFFF">
                <a:alpha val="0"/>
              </a:srgbClr>
            </a:solidFill>
            <a:prstDash val="solid"/>
          </a:ln>
        </p:spPr>
      </p:sp>
      <p:sp>
        <p:nvSpPr>
          <p:cNvPr id="31" name="Shape 27"/>
          <p:cNvSpPr/>
          <p:nvPr/>
        </p:nvSpPr>
        <p:spPr>
          <a:xfrm>
            <a:off x="6181344" y="1847088"/>
            <a:ext cx="5458968" cy="182880"/>
          </a:xfrm>
          <a:prstGeom prst="rect">
            <a:avLst/>
          </a:prstGeom>
          <a:solidFill>
            <a:srgbClr val="2A6FB0"/>
          </a:solidFill>
          <a:ln w="12700">
            <a:solidFill>
              <a:srgbClr val="FFFFFF">
                <a:alpha val="0"/>
              </a:srgbClr>
            </a:solidFill>
            <a:prstDash val="solid"/>
          </a:ln>
        </p:spPr>
      </p:sp>
      <p:sp>
        <p:nvSpPr>
          <p:cNvPr id="32" name="Text 28"/>
          <p:cNvSpPr txBox="1"/>
          <p:nvPr/>
        </p:nvSpPr>
        <p:spPr>
          <a:xfrm>
            <a:off x="6409944" y="1481328"/>
            <a:ext cx="2743200" cy="548640"/>
          </a:xfrm>
          <a:prstGeom prst="rect">
            <a:avLst/>
          </a:prstGeom>
          <a:noFill/>
          <a:ln/>
        </p:spPr>
        <p:txBody>
          <a:bodyPr wrap="square" lIns="0" tIns="0" rIns="0" bIns="0" rtlCol="0" anchor="ctr"/>
          <a:lstStyle/>
          <a:p>
            <a:pPr algn="l" indent="0" marL="0">
              <a:buNone/>
            </a:pPr>
            <a:r>
              <a:rPr lang="en-US" sz="1600" b="1" spc="100" kern="0" dirty="0">
                <a:solidFill>
                  <a:srgbClr val="FFFFFF"/>
                </a:solidFill>
              </a:rPr>
              <a:t>LE TEMPS</a:t>
            </a:r>
            <a:endParaRPr lang="en-US" sz="1600" dirty="0"/>
          </a:p>
        </p:txBody>
      </p:sp>
      <p:pic>
        <p:nvPicPr>
          <p:cNvPr id="33" name="Image 1" descr="spiral calendar">    </p:cNvPr>
          <p:cNvPicPr>
            <a:picLocks noChangeAspect="1"/>
          </p:cNvPicPr>
          <p:nvPr/>
        </p:nvPicPr>
        <p:blipFill>
          <a:blip r:embed="rId2"/>
          <a:stretch>
            <a:fillRect/>
          </a:stretch>
        </p:blipFill>
        <p:spPr>
          <a:xfrm>
            <a:off x="10981944" y="1517904"/>
            <a:ext cx="475488" cy="475488"/>
          </a:xfrm>
          <a:prstGeom prst="rect">
            <a:avLst/>
          </a:prstGeom>
        </p:spPr>
      </p:pic>
      <p:sp>
        <p:nvSpPr>
          <p:cNvPr id="34" name="Shape 29"/>
          <p:cNvSpPr/>
          <p:nvPr/>
        </p:nvSpPr>
        <p:spPr>
          <a:xfrm>
            <a:off x="6455664" y="2212848"/>
            <a:ext cx="691490" cy="420624"/>
          </a:xfrm>
          <a:prstGeom prst="roundRect">
            <a:avLst>
              <a:gd name="adj" fmla="val 26087"/>
            </a:avLst>
          </a:prstGeom>
          <a:solidFill>
            <a:srgbClr val="2A6FB0"/>
          </a:solidFill>
          <a:ln w="12700">
            <a:solidFill>
              <a:srgbClr val="FFFFFF">
                <a:alpha val="0"/>
              </a:srgbClr>
            </a:solidFill>
            <a:prstDash val="solid"/>
          </a:ln>
        </p:spPr>
      </p:sp>
      <p:sp>
        <p:nvSpPr>
          <p:cNvPr id="35" name="Text 30"/>
          <p:cNvSpPr txBox="1"/>
          <p:nvPr/>
        </p:nvSpPr>
        <p:spPr>
          <a:xfrm>
            <a:off x="6455664" y="2212848"/>
            <a:ext cx="691490" cy="420624"/>
          </a:xfrm>
          <a:prstGeom prst="rect">
            <a:avLst/>
          </a:prstGeom>
          <a:noFill/>
          <a:ln/>
        </p:spPr>
        <p:txBody>
          <a:bodyPr wrap="square" lIns="0" tIns="0" rIns="0" bIns="0" rtlCol="0" anchor="ctr"/>
          <a:lstStyle/>
          <a:p>
            <a:pPr algn="ctr" indent="0" marL="0">
              <a:buNone/>
            </a:pPr>
            <a:r>
              <a:rPr lang="en-US" sz="1600" b="1" i="1" dirty="0">
                <a:solidFill>
                  <a:srgbClr val="FFFFFF"/>
                </a:solidFill>
              </a:rPr>
              <a:t>dat</a:t>
            </a:r>
            <a:endParaRPr lang="en-US" sz="1600" dirty="0"/>
          </a:p>
        </p:txBody>
      </p:sp>
      <p:sp>
        <p:nvSpPr>
          <p:cNvPr id="36" name="Shape 31"/>
          <p:cNvSpPr/>
          <p:nvPr/>
        </p:nvSpPr>
        <p:spPr>
          <a:xfrm>
            <a:off x="7284314" y="2212848"/>
            <a:ext cx="1054202" cy="420624"/>
          </a:xfrm>
          <a:prstGeom prst="roundRect">
            <a:avLst>
              <a:gd name="adj" fmla="val 26087"/>
            </a:avLst>
          </a:prstGeom>
          <a:solidFill>
            <a:srgbClr val="2A6FB0"/>
          </a:solidFill>
          <a:ln w="12700">
            <a:solidFill>
              <a:srgbClr val="FFFFFF">
                <a:alpha val="0"/>
              </a:srgbClr>
            </a:solidFill>
            <a:prstDash val="solid"/>
          </a:ln>
        </p:spPr>
      </p:sp>
      <p:sp>
        <p:nvSpPr>
          <p:cNvPr id="37" name="Text 32"/>
          <p:cNvSpPr txBox="1"/>
          <p:nvPr/>
        </p:nvSpPr>
        <p:spPr>
          <a:xfrm>
            <a:off x="7284314" y="2212848"/>
            <a:ext cx="1054202" cy="420624"/>
          </a:xfrm>
          <a:prstGeom prst="rect">
            <a:avLst/>
          </a:prstGeom>
          <a:noFill/>
          <a:ln/>
        </p:spPr>
        <p:txBody>
          <a:bodyPr wrap="square" lIns="0" tIns="0" rIns="0" bIns="0" rtlCol="0" anchor="ctr"/>
          <a:lstStyle/>
          <a:p>
            <a:pPr algn="ctr" indent="0" marL="0">
              <a:buNone/>
            </a:pPr>
            <a:r>
              <a:rPr lang="en-US" sz="1600" b="1" i="1" dirty="0">
                <a:solidFill>
                  <a:srgbClr val="FFFFFF"/>
                </a:solidFill>
              </a:rPr>
              <a:t>waarop</a:t>
            </a:r>
            <a:endParaRPr lang="en-US" sz="1600" dirty="0"/>
          </a:p>
        </p:txBody>
      </p:sp>
      <p:sp>
        <p:nvSpPr>
          <p:cNvPr id="38" name="Shape 33"/>
          <p:cNvSpPr/>
          <p:nvPr/>
        </p:nvSpPr>
        <p:spPr>
          <a:xfrm>
            <a:off x="8475675" y="2212848"/>
            <a:ext cx="994867" cy="420624"/>
          </a:xfrm>
          <a:prstGeom prst="roundRect">
            <a:avLst>
              <a:gd name="adj" fmla="val 26087"/>
            </a:avLst>
          </a:prstGeom>
          <a:solidFill>
            <a:srgbClr val="2A6FB0"/>
          </a:solidFill>
          <a:ln w="12700">
            <a:solidFill>
              <a:srgbClr val="FFFFFF">
                <a:alpha val="0"/>
              </a:srgbClr>
            </a:solidFill>
            <a:prstDash val="solid"/>
          </a:ln>
        </p:spPr>
      </p:sp>
      <p:sp>
        <p:nvSpPr>
          <p:cNvPr id="39" name="Text 34"/>
          <p:cNvSpPr txBox="1"/>
          <p:nvPr/>
        </p:nvSpPr>
        <p:spPr>
          <a:xfrm>
            <a:off x="8475675" y="2212848"/>
            <a:ext cx="994867" cy="420624"/>
          </a:xfrm>
          <a:prstGeom prst="rect">
            <a:avLst/>
          </a:prstGeom>
          <a:noFill/>
          <a:ln/>
        </p:spPr>
        <p:txBody>
          <a:bodyPr wrap="square" lIns="0" tIns="0" rIns="0" bIns="0" rtlCol="0" anchor="ctr"/>
          <a:lstStyle/>
          <a:p>
            <a:pPr algn="ctr" indent="0" marL="0">
              <a:buNone/>
            </a:pPr>
            <a:r>
              <a:rPr lang="en-US" sz="1600" b="1" i="1" dirty="0">
                <a:solidFill>
                  <a:srgbClr val="FFFFFF"/>
                </a:solidFill>
              </a:rPr>
              <a:t>waarin</a:t>
            </a:r>
            <a:endParaRPr lang="en-US" sz="1600" dirty="0"/>
          </a:p>
        </p:txBody>
      </p:sp>
      <p:sp>
        <p:nvSpPr>
          <p:cNvPr id="40" name="Text 35"/>
          <p:cNvSpPr txBox="1"/>
          <p:nvPr/>
        </p:nvSpPr>
        <p:spPr>
          <a:xfrm>
            <a:off x="6455664" y="2834640"/>
            <a:ext cx="4937760" cy="512064"/>
          </a:xfrm>
          <a:prstGeom prst="rect">
            <a:avLst/>
          </a:prstGeom>
          <a:noFill/>
          <a:ln/>
        </p:spPr>
        <p:txBody>
          <a:bodyPr wrap="square" lIns="0" tIns="0" rIns="0" bIns="0" rtlCol="0" anchor="ctr"/>
          <a:lstStyle/>
          <a:p>
            <a:pPr algn="l" indent="0" marL="0">
              <a:buNone/>
            </a:pPr>
            <a:r>
              <a:rPr lang="en-US" sz="1800" i="1" dirty="0">
                <a:solidFill>
                  <a:srgbClr val="1B2333"/>
                </a:solidFill>
              </a:rPr>
              <a:t>de dag </a:t>
            </a:r>
            <a:r>
              <a:rPr lang="en-US" sz="1800" b="1" i="1" dirty="0">
                <a:solidFill>
                  <a:srgbClr val="2A6FB0"/>
                </a:solidFill>
              </a:rPr>
              <a:t>dat</a:t>
            </a:r>
            <a:r>
              <a:rPr lang="en-US" sz="1800" i="1" dirty="0">
                <a:solidFill>
                  <a:srgbClr val="1B2333"/>
                </a:solidFill>
              </a:rPr>
              <a:t> (</a:t>
            </a:r>
            <a:r>
              <a:rPr lang="en-US" sz="1800" b="1" i="1" dirty="0">
                <a:solidFill>
                  <a:srgbClr val="2A6FB0"/>
                </a:solidFill>
              </a:rPr>
              <a:t>waarop</a:t>
            </a:r>
            <a:r>
              <a:rPr lang="en-US" sz="1800" i="1" dirty="0">
                <a:solidFill>
                  <a:srgbClr val="1B2333"/>
                </a:solidFill>
              </a:rPr>
              <a:t>) ik begon</a:t>
            </a:r>
            <a:endParaRPr lang="en-US" sz="1800" dirty="0"/>
          </a:p>
        </p:txBody>
      </p:sp>
      <p:sp>
        <p:nvSpPr>
          <p:cNvPr id="41" name="Text 36"/>
          <p:cNvSpPr txBox="1"/>
          <p:nvPr/>
        </p:nvSpPr>
        <p:spPr>
          <a:xfrm>
            <a:off x="6455664" y="3438144"/>
            <a:ext cx="4937760" cy="512064"/>
          </a:xfrm>
          <a:prstGeom prst="rect">
            <a:avLst/>
          </a:prstGeom>
          <a:noFill/>
          <a:ln/>
        </p:spPr>
        <p:txBody>
          <a:bodyPr wrap="square" lIns="0" tIns="0" rIns="0" bIns="0" rtlCol="0" anchor="ctr"/>
          <a:lstStyle/>
          <a:p>
            <a:pPr algn="l" indent="0" marL="0">
              <a:buNone/>
            </a:pPr>
            <a:r>
              <a:rPr lang="en-US" sz="1800" i="1" dirty="0">
                <a:solidFill>
                  <a:srgbClr val="1B2333"/>
                </a:solidFill>
              </a:rPr>
              <a:t>het moment </a:t>
            </a:r>
            <a:r>
              <a:rPr lang="en-US" sz="1800" b="1" i="1" dirty="0">
                <a:solidFill>
                  <a:srgbClr val="2A6FB0"/>
                </a:solidFill>
              </a:rPr>
              <a:t>dat</a:t>
            </a:r>
            <a:r>
              <a:rPr lang="en-US" sz="1800" i="1" dirty="0">
                <a:solidFill>
                  <a:srgbClr val="1B2333"/>
                </a:solidFill>
              </a:rPr>
              <a:t> (</a:t>
            </a:r>
            <a:r>
              <a:rPr lang="en-US" sz="1800" b="1" i="1" dirty="0">
                <a:solidFill>
                  <a:srgbClr val="2A6FB0"/>
                </a:solidFill>
              </a:rPr>
              <a:t>waarop</a:t>
            </a:r>
            <a:r>
              <a:rPr lang="en-US" sz="1800" i="1" dirty="0">
                <a:solidFill>
                  <a:srgbClr val="1B2333"/>
                </a:solidFill>
              </a:rPr>
              <a:t>) hij binnenkwam</a:t>
            </a:r>
            <a:endParaRPr lang="en-US" sz="1800" dirty="0"/>
          </a:p>
        </p:txBody>
      </p:sp>
      <p:sp>
        <p:nvSpPr>
          <p:cNvPr id="42" name="Text 37"/>
          <p:cNvSpPr txBox="1"/>
          <p:nvPr/>
        </p:nvSpPr>
        <p:spPr>
          <a:xfrm>
            <a:off x="6455664" y="4041648"/>
            <a:ext cx="4937760" cy="512064"/>
          </a:xfrm>
          <a:prstGeom prst="rect">
            <a:avLst/>
          </a:prstGeom>
          <a:noFill/>
          <a:ln/>
        </p:spPr>
        <p:txBody>
          <a:bodyPr wrap="square" lIns="0" tIns="0" rIns="0" bIns="0" rtlCol="0" anchor="ctr"/>
          <a:lstStyle/>
          <a:p>
            <a:pPr algn="l" indent="0" marL="0">
              <a:buNone/>
            </a:pPr>
            <a:r>
              <a:rPr lang="en-US" sz="1800" i="1" dirty="0">
                <a:solidFill>
                  <a:srgbClr val="1B2333"/>
                </a:solidFill>
              </a:rPr>
              <a:t>het jaar </a:t>
            </a:r>
            <a:r>
              <a:rPr lang="en-US" sz="1800" b="1" i="1" dirty="0">
                <a:solidFill>
                  <a:srgbClr val="2A6FB0"/>
                </a:solidFill>
              </a:rPr>
              <a:t>dat</a:t>
            </a:r>
            <a:r>
              <a:rPr lang="en-US" sz="1800" i="1" dirty="0">
                <a:solidFill>
                  <a:srgbClr val="1B2333"/>
                </a:solidFill>
              </a:rPr>
              <a:t> (</a:t>
            </a:r>
            <a:r>
              <a:rPr lang="en-US" sz="1800" b="1" i="1" dirty="0">
                <a:solidFill>
                  <a:srgbClr val="2A6FB0"/>
                </a:solidFill>
              </a:rPr>
              <a:t>waarin</a:t>
            </a:r>
            <a:r>
              <a:rPr lang="en-US" sz="1800" i="1" dirty="0">
                <a:solidFill>
                  <a:srgbClr val="1B2333"/>
                </a:solidFill>
              </a:rPr>
              <a:t>) we verhuisden</a:t>
            </a:r>
            <a:endParaRPr lang="en-US" sz="1800" dirty="0"/>
          </a:p>
        </p:txBody>
      </p:sp>
      <p:sp>
        <p:nvSpPr>
          <p:cNvPr id="43" name="Shape 38"/>
          <p:cNvSpPr/>
          <p:nvPr/>
        </p:nvSpPr>
        <p:spPr>
          <a:xfrm>
            <a:off x="548640" y="4983480"/>
            <a:ext cx="11091672" cy="1097280"/>
          </a:xfrm>
          <a:prstGeom prst="roundRect">
            <a:avLst>
              <a:gd name="adj" fmla="val 10000"/>
            </a:avLst>
          </a:prstGeom>
          <a:solidFill>
            <a:srgbClr val="FBEDEB"/>
          </a:solidFill>
          <a:ln w="19050">
            <a:solidFill>
              <a:srgbClr val="B83227"/>
            </a:solidFill>
            <a:prstDash val="solid"/>
          </a:ln>
        </p:spPr>
      </p:sp>
      <p:sp>
        <p:nvSpPr>
          <p:cNvPr id="44" name="Text 39"/>
          <p:cNvSpPr txBox="1"/>
          <p:nvPr/>
        </p:nvSpPr>
        <p:spPr>
          <a:xfrm>
            <a:off x="731520" y="5038344"/>
            <a:ext cx="10725912" cy="384048"/>
          </a:xfrm>
          <a:prstGeom prst="rect">
            <a:avLst/>
          </a:prstGeom>
          <a:noFill/>
          <a:ln/>
        </p:spPr>
        <p:txBody>
          <a:bodyPr wrap="square" lIns="0" tIns="0" rIns="0" bIns="0" rtlCol="0" anchor="ctr"/>
          <a:lstStyle/>
          <a:p>
            <a:pPr algn="l" indent="0" marL="0">
              <a:buNone/>
            </a:pPr>
            <a:r>
              <a:rPr lang="en-US" sz="1500" b="1" dirty="0">
                <a:solidFill>
                  <a:srgbClr val="B83227"/>
                </a:solidFill>
              </a:rPr>
              <a:t>⚠ Attention</a:t>
            </a:r>
            <a:endParaRPr lang="en-US" sz="1500" dirty="0"/>
          </a:p>
        </p:txBody>
      </p:sp>
      <p:sp>
        <p:nvSpPr>
          <p:cNvPr id="45" name="Text 40"/>
          <p:cNvSpPr txBox="1"/>
          <p:nvPr/>
        </p:nvSpPr>
        <p:spPr>
          <a:xfrm>
            <a:off x="731520" y="5422392"/>
            <a:ext cx="10725912" cy="603504"/>
          </a:xfrm>
          <a:prstGeom prst="rect">
            <a:avLst/>
          </a:prstGeom>
          <a:noFill/>
          <a:ln/>
        </p:spPr>
        <p:txBody>
          <a:bodyPr wrap="square" lIns="0" tIns="0" rIns="0" bIns="0" rtlCol="0" anchor="t"/>
          <a:lstStyle/>
          <a:p>
            <a:pPr algn="l" indent="0" marL="0">
              <a:spcAft>
                <a:spcPts val="300"/>
              </a:spcAft>
              <a:buNone/>
            </a:pPr>
            <a:r>
              <a:rPr lang="en-US" sz="1450" i="1" strike="sngStrike" dirty="0">
                <a:solidFill>
                  <a:srgbClr val="B83227"/>
                </a:solidFill>
              </a:rPr>
              <a:t>de dag waar</a:t>
            </a:r>
            <a:r>
              <a:rPr lang="en-US" sz="1450" dirty="0">
                <a:solidFill>
                  <a:srgbClr val="1B2333"/>
                </a:solidFill>
              </a:rPr>
              <a:t> : </a:t>
            </a:r>
            <a:r>
              <a:rPr lang="en-US" sz="1450" i="1" dirty="0">
                <a:solidFill>
                  <a:srgbClr val="1B2333"/>
                </a:solidFill>
              </a:rPr>
              <a:t>waar</a:t>
            </a:r>
            <a:r>
              <a:rPr lang="en-US" sz="1450" dirty="0">
                <a:solidFill>
                  <a:srgbClr val="1B2333"/>
                </a:solidFill>
              </a:rPr>
              <a:t> = le lieu · </a:t>
            </a:r>
            <a:r>
              <a:rPr lang="en-US" sz="1450" i="1" dirty="0">
                <a:solidFill>
                  <a:srgbClr val="1B2333"/>
                </a:solidFill>
              </a:rPr>
              <a:t>de dag </a:t>
            </a:r>
            <a:r>
              <a:rPr lang="en-US" sz="1450" b="1" i="1" dirty="0">
                <a:solidFill>
                  <a:srgbClr val="2A6FB0"/>
                </a:solidFill>
              </a:rPr>
              <a:t>dat</a:t>
            </a:r>
            <a:r>
              <a:rPr lang="en-US" sz="1450" dirty="0">
                <a:solidFill>
                  <a:srgbClr val="1B2333"/>
                </a:solidFill>
              </a:rPr>
              <a:t> : ce </a:t>
            </a:r>
            <a:r>
              <a:rPr lang="en-US" sz="1450" i="1" dirty="0">
                <a:solidFill>
                  <a:srgbClr val="1B2333"/>
                </a:solidFill>
              </a:rPr>
              <a:t>dat</a:t>
            </a:r>
            <a:r>
              <a:rPr lang="en-US" sz="1450" dirty="0">
                <a:solidFill>
                  <a:srgbClr val="1B2333"/>
                </a:solidFill>
              </a:rPr>
              <a:t> ne change pas (</a:t>
            </a:r>
            <a:r>
              <a:rPr lang="en-US" sz="1450" i="1" strike="sngStrike" dirty="0">
                <a:solidFill>
                  <a:srgbClr val="B83227"/>
                </a:solidFill>
              </a:rPr>
              <a:t>de dag die</a:t>
            </a:r>
            <a:r>
              <a:rPr lang="en-US" sz="1450" dirty="0">
                <a:solidFill>
                  <a:srgbClr val="1B2333"/>
                </a:solidFill>
              </a:rPr>
              <a:t>) ; il veut dire « où, quand »</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 dont » : partir du verbe néerlandais</a:t>
            </a:r>
            <a:endParaRPr lang="en-US" sz="3000" dirty="0"/>
          </a:p>
        </p:txBody>
      </p:sp>
      <p:sp>
        <p:nvSpPr>
          <p:cNvPr id="3" name="tag"/>
          <p:cNvSpPr/>
          <p:nvPr/>
        </p:nvSpPr>
        <p:spPr>
          <a:xfrm>
            <a:off x="548640" y="237744"/>
            <a:ext cx="230977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TRADUIRE « DONT »</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E9EDF2"/>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9AA6B5"/>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B4236A"/>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sp>
        <p:nvSpPr>
          <p:cNvPr id="15" name="Shape 12"/>
          <p:cNvSpPr/>
          <p:nvPr/>
        </p:nvSpPr>
        <p:spPr>
          <a:xfrm>
            <a:off x="5180076" y="1444752"/>
            <a:ext cx="1828800" cy="457200"/>
          </a:xfrm>
          <a:prstGeom prst="roundRect">
            <a:avLst>
              <a:gd name="adj" fmla="val 50000"/>
            </a:avLst>
          </a:prstGeom>
          <a:solidFill>
            <a:srgbClr val="FFFFFF"/>
          </a:solidFill>
          <a:ln w="19050">
            <a:solidFill>
              <a:srgbClr val="4A5A70"/>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5180076" y="1444752"/>
            <a:ext cx="1828800" cy="457200"/>
          </a:xfrm>
          <a:prstGeom prst="rect">
            <a:avLst/>
          </a:prstGeom>
          <a:noFill/>
          <a:ln/>
        </p:spPr>
        <p:txBody>
          <a:bodyPr wrap="square" lIns="0" tIns="0" rIns="0" bIns="0" rtlCol="0" anchor="ctr"/>
          <a:lstStyle/>
          <a:p>
            <a:pPr algn="ctr" indent="0" marL="0">
              <a:buNone/>
            </a:pPr>
            <a:r>
              <a:rPr lang="en-US" sz="2000" b="1" i="1" dirty="0">
                <a:solidFill>
                  <a:srgbClr val="4A5A70"/>
                </a:solidFill>
              </a:rPr>
              <a:t>« dont »</a:t>
            </a:r>
            <a:endParaRPr lang="en-US" sz="2000" dirty="0"/>
          </a:p>
        </p:txBody>
      </p:sp>
      <p:sp>
        <p:nvSpPr>
          <p:cNvPr id="17" name="Shape 14"/>
          <p:cNvSpPr/>
          <p:nvPr/>
        </p:nvSpPr>
        <p:spPr>
          <a:xfrm flipH="1">
            <a:off x="1873377" y="1901952"/>
            <a:ext cx="4221099" cy="292608"/>
          </a:xfrm>
          <a:prstGeom prst="line">
            <a:avLst/>
          </a:prstGeom>
          <a:noFill/>
          <a:ln w="19050">
            <a:solidFill>
              <a:srgbClr val="9AA6B5"/>
            </a:solidFill>
            <a:prstDash val="solid"/>
            <a:tailEnd type="triangle"/>
          </a:ln>
        </p:spPr>
      </p:sp>
      <p:sp>
        <p:nvSpPr>
          <p:cNvPr id="18" name="Shape 15"/>
          <p:cNvSpPr/>
          <p:nvPr/>
        </p:nvSpPr>
        <p:spPr>
          <a:xfrm>
            <a:off x="548640" y="2212848"/>
            <a:ext cx="2649474" cy="2697480"/>
          </a:xfrm>
          <a:prstGeom prst="roundRect">
            <a:avLst>
              <a:gd name="adj" fmla="val 4142"/>
            </a:avLst>
          </a:prstGeom>
          <a:solidFill>
            <a:srgbClr val="FFFFFF"/>
          </a:solidFill>
          <a:ln w="19050">
            <a:solidFill>
              <a:srgbClr val="4A5A70"/>
            </a:solidFill>
            <a:prstDash val="solid"/>
          </a:ln>
          <a:effectLst>
            <a:outerShdw sx="100000" sy="100000" kx="0" ky="0" algn="bl" rotWithShape="0" blurRad="101600" dist="25400" dir="3600000">
              <a:srgbClr val="000000">
                <a:alpha val="16000"/>
              </a:srgbClr>
            </a:outerShdw>
          </a:effectLst>
        </p:spPr>
      </p:sp>
      <p:sp>
        <p:nvSpPr>
          <p:cNvPr id="19" name="Shape 16"/>
          <p:cNvSpPr/>
          <p:nvPr/>
        </p:nvSpPr>
        <p:spPr>
          <a:xfrm>
            <a:off x="548640" y="2212848"/>
            <a:ext cx="2649474" cy="475488"/>
          </a:xfrm>
          <a:prstGeom prst="roundRect">
            <a:avLst>
              <a:gd name="adj" fmla="val 23077"/>
            </a:avLst>
          </a:prstGeom>
          <a:solidFill>
            <a:srgbClr val="4A5A70"/>
          </a:solidFill>
          <a:ln w="12700">
            <a:solidFill>
              <a:srgbClr val="FFFFFF">
                <a:alpha val="0"/>
              </a:srgbClr>
            </a:solidFill>
            <a:prstDash val="solid"/>
          </a:ln>
        </p:spPr>
      </p:sp>
      <p:sp>
        <p:nvSpPr>
          <p:cNvPr id="20" name="Shape 17"/>
          <p:cNvSpPr/>
          <p:nvPr/>
        </p:nvSpPr>
        <p:spPr>
          <a:xfrm>
            <a:off x="548640" y="2505456"/>
            <a:ext cx="2649474" cy="182880"/>
          </a:xfrm>
          <a:prstGeom prst="rect">
            <a:avLst/>
          </a:prstGeom>
          <a:solidFill>
            <a:srgbClr val="4A5A70"/>
          </a:solidFill>
          <a:ln w="12700">
            <a:solidFill>
              <a:srgbClr val="FFFFFF">
                <a:alpha val="0"/>
              </a:srgbClr>
            </a:solidFill>
            <a:prstDash val="solid"/>
          </a:ln>
        </p:spPr>
      </p:sp>
      <p:sp>
        <p:nvSpPr>
          <p:cNvPr id="21" name="Text 18"/>
          <p:cNvSpPr txBox="1"/>
          <p:nvPr/>
        </p:nvSpPr>
        <p:spPr>
          <a:xfrm>
            <a:off x="548640" y="2212848"/>
            <a:ext cx="2649474" cy="475488"/>
          </a:xfrm>
          <a:prstGeom prst="rect">
            <a:avLst/>
          </a:prstGeom>
          <a:noFill/>
          <a:ln/>
        </p:spPr>
        <p:txBody>
          <a:bodyPr wrap="square" lIns="0" tIns="0" rIns="0" bIns="0" rtlCol="0" anchor="ctr"/>
          <a:lstStyle/>
          <a:p>
            <a:pPr algn="ctr" indent="0" marL="0">
              <a:buNone/>
            </a:pPr>
            <a:r>
              <a:rPr lang="en-US" sz="1500" b="1" i="1" dirty="0">
                <a:solidFill>
                  <a:srgbClr val="FFFFFF"/>
                </a:solidFill>
              </a:rPr>
              <a:t>avoir besoin de</a:t>
            </a:r>
            <a:endParaRPr lang="en-US" sz="1500" dirty="0"/>
          </a:p>
        </p:txBody>
      </p:sp>
      <p:pic>
        <p:nvPicPr>
          <p:cNvPr id="22" name="Image 0" descr="thinking face">    </p:cNvPr>
          <p:cNvPicPr>
            <a:picLocks noChangeAspect="1"/>
          </p:cNvPicPr>
          <p:nvPr/>
        </p:nvPicPr>
        <p:blipFill>
          <a:blip r:embed="rId1"/>
          <a:stretch>
            <a:fillRect/>
          </a:stretch>
        </p:blipFill>
        <p:spPr>
          <a:xfrm>
            <a:off x="1626489" y="2761488"/>
            <a:ext cx="493776" cy="493776"/>
          </a:xfrm>
          <a:prstGeom prst="rect">
            <a:avLst/>
          </a:prstGeom>
        </p:spPr>
      </p:pic>
      <p:sp>
        <p:nvSpPr>
          <p:cNvPr id="23" name="Text 19"/>
          <p:cNvSpPr txBox="1"/>
          <p:nvPr/>
        </p:nvSpPr>
        <p:spPr>
          <a:xfrm>
            <a:off x="548640" y="3273552"/>
            <a:ext cx="2649474" cy="365760"/>
          </a:xfrm>
          <a:prstGeom prst="rect">
            <a:avLst/>
          </a:prstGeom>
          <a:noFill/>
          <a:ln/>
        </p:spPr>
        <p:txBody>
          <a:bodyPr wrap="square" lIns="0" tIns="0" rIns="0" bIns="0" rtlCol="0" anchor="ctr"/>
          <a:lstStyle/>
          <a:p>
            <a:pPr algn="ctr" indent="0" marL="0">
              <a:buNone/>
            </a:pPr>
            <a:r>
              <a:rPr lang="en-US" sz="1800" i="1" dirty="0">
                <a:solidFill>
                  <a:srgbClr val="17375E"/>
                </a:solidFill>
              </a:rPr>
              <a:t>nodig hebben</a:t>
            </a:r>
            <a:endParaRPr lang="en-US" sz="1800" dirty="0"/>
          </a:p>
        </p:txBody>
      </p:sp>
      <p:sp>
        <p:nvSpPr>
          <p:cNvPr id="24" name="Text 20"/>
          <p:cNvSpPr txBox="1"/>
          <p:nvPr/>
        </p:nvSpPr>
        <p:spPr>
          <a:xfrm>
            <a:off x="548640" y="3611880"/>
            <a:ext cx="2649474" cy="256032"/>
          </a:xfrm>
          <a:prstGeom prst="rect">
            <a:avLst/>
          </a:prstGeom>
          <a:noFill/>
          <a:ln/>
        </p:spPr>
        <p:txBody>
          <a:bodyPr wrap="square" lIns="0" tIns="0" rIns="0" bIns="0" rtlCol="0" anchor="ctr"/>
          <a:lstStyle/>
          <a:p>
            <a:pPr algn="ctr" indent="0" marL="0">
              <a:buNone/>
            </a:pPr>
            <a:r>
              <a:rPr lang="en-US" sz="1150" i="1" dirty="0">
                <a:solidFill>
                  <a:srgbClr val="6B7686"/>
                </a:solidFill>
              </a:rPr>
              <a:t>pas de préposition</a:t>
            </a:r>
            <a:endParaRPr lang="en-US" sz="1150" dirty="0"/>
          </a:p>
        </p:txBody>
      </p:sp>
      <p:sp>
        <p:nvSpPr>
          <p:cNvPr id="25" name="Text 21"/>
          <p:cNvSpPr txBox="1"/>
          <p:nvPr/>
        </p:nvSpPr>
        <p:spPr>
          <a:xfrm>
            <a:off x="548640" y="3858768"/>
            <a:ext cx="2649474" cy="365760"/>
          </a:xfrm>
          <a:prstGeom prst="rect">
            <a:avLst/>
          </a:prstGeom>
          <a:noFill/>
          <a:ln/>
        </p:spPr>
        <p:txBody>
          <a:bodyPr wrap="square" lIns="0" tIns="0" rIns="0" bIns="0" rtlCol="0" anchor="ctr"/>
          <a:lstStyle/>
          <a:p>
            <a:pPr algn="ctr" indent="0" marL="0">
              <a:buNone/>
            </a:pPr>
            <a:r>
              <a:rPr lang="en-US" sz="1700" b="1" i="1" dirty="0">
                <a:solidFill>
                  <a:srgbClr val="D9700F"/>
                </a:solidFill>
              </a:rPr>
              <a:t>dat</a:t>
            </a:r>
            <a:r>
              <a:rPr lang="en-US" sz="1700" i="1" dirty="0">
                <a:solidFill>
                  <a:srgbClr val="1B2333"/>
                </a:solidFill>
              </a:rPr>
              <a:t> · </a:t>
            </a:r>
            <a:r>
              <a:rPr lang="en-US" sz="1700" b="1" i="1" dirty="0">
                <a:solidFill>
                  <a:srgbClr val="17375E"/>
                </a:solidFill>
              </a:rPr>
              <a:t>die</a:t>
            </a:r>
            <a:endParaRPr lang="en-US" sz="1700" dirty="0"/>
          </a:p>
        </p:txBody>
      </p:sp>
      <p:sp>
        <p:nvSpPr>
          <p:cNvPr id="26" name="Text 22"/>
          <p:cNvSpPr txBox="1"/>
          <p:nvPr/>
        </p:nvSpPr>
        <p:spPr>
          <a:xfrm>
            <a:off x="658368" y="4251960"/>
            <a:ext cx="2430018" cy="603504"/>
          </a:xfrm>
          <a:prstGeom prst="rect">
            <a:avLst/>
          </a:prstGeom>
          <a:noFill/>
          <a:ln/>
        </p:spPr>
        <p:txBody>
          <a:bodyPr wrap="square" lIns="0" tIns="0" rIns="0" bIns="0" rtlCol="0" anchor="t"/>
          <a:lstStyle/>
          <a:p>
            <a:pPr algn="ctr" indent="0" marL="0">
              <a:buNone/>
            </a:pPr>
            <a:r>
              <a:rPr lang="en-US" sz="1350" i="1" dirty="0">
                <a:solidFill>
                  <a:srgbClr val="1B2333"/>
                </a:solidFill>
              </a:rPr>
              <a:t>het dossier </a:t>
            </a:r>
            <a:r>
              <a:rPr lang="en-US" sz="1350" b="1" i="1" dirty="0">
                <a:solidFill>
                  <a:srgbClr val="D9700F"/>
                </a:solidFill>
              </a:rPr>
              <a:t>dat</a:t>
            </a:r>
            <a:r>
              <a:rPr lang="en-US" sz="1350" i="1" dirty="0">
                <a:solidFill>
                  <a:srgbClr val="1B2333"/>
                </a:solidFill>
              </a:rPr>
              <a:t> ik nodig heb</a:t>
            </a:r>
            <a:endParaRPr lang="en-US" sz="1350" dirty="0"/>
          </a:p>
        </p:txBody>
      </p:sp>
      <p:sp>
        <p:nvSpPr>
          <p:cNvPr id="27" name="Shape 23"/>
          <p:cNvSpPr/>
          <p:nvPr/>
        </p:nvSpPr>
        <p:spPr>
          <a:xfrm flipH="1">
            <a:off x="4687443" y="1901952"/>
            <a:ext cx="1407033" cy="292608"/>
          </a:xfrm>
          <a:prstGeom prst="line">
            <a:avLst/>
          </a:prstGeom>
          <a:noFill/>
          <a:ln w="19050">
            <a:solidFill>
              <a:srgbClr val="9AA6B5"/>
            </a:solidFill>
            <a:prstDash val="solid"/>
            <a:tailEnd type="triangle"/>
          </a:ln>
        </p:spPr>
      </p:sp>
      <p:sp>
        <p:nvSpPr>
          <p:cNvPr id="28" name="Shape 24"/>
          <p:cNvSpPr/>
          <p:nvPr/>
        </p:nvSpPr>
        <p:spPr>
          <a:xfrm>
            <a:off x="3362706" y="2212848"/>
            <a:ext cx="2649474" cy="2697480"/>
          </a:xfrm>
          <a:prstGeom prst="roundRect">
            <a:avLst>
              <a:gd name="adj" fmla="val 4142"/>
            </a:avLst>
          </a:prstGeom>
          <a:solidFill>
            <a:srgbClr val="FFFFFF"/>
          </a:solidFill>
          <a:ln w="19050">
            <a:solidFill>
              <a:srgbClr val="4A5A70"/>
            </a:solidFill>
            <a:prstDash val="solid"/>
          </a:ln>
          <a:effectLst>
            <a:outerShdw sx="100000" sy="100000" kx="0" ky="0" algn="bl" rotWithShape="0" blurRad="101600" dist="25400" dir="3600000">
              <a:srgbClr val="000000">
                <a:alpha val="16000"/>
              </a:srgbClr>
            </a:outerShdw>
          </a:effectLst>
        </p:spPr>
      </p:sp>
      <p:sp>
        <p:nvSpPr>
          <p:cNvPr id="29" name="Shape 25"/>
          <p:cNvSpPr/>
          <p:nvPr/>
        </p:nvSpPr>
        <p:spPr>
          <a:xfrm>
            <a:off x="3362706" y="2212848"/>
            <a:ext cx="2649474" cy="475488"/>
          </a:xfrm>
          <a:prstGeom prst="roundRect">
            <a:avLst>
              <a:gd name="adj" fmla="val 23077"/>
            </a:avLst>
          </a:prstGeom>
          <a:solidFill>
            <a:srgbClr val="4A5A70"/>
          </a:solidFill>
          <a:ln w="12700">
            <a:solidFill>
              <a:srgbClr val="FFFFFF">
                <a:alpha val="0"/>
              </a:srgbClr>
            </a:solidFill>
            <a:prstDash val="solid"/>
          </a:ln>
        </p:spPr>
      </p:sp>
      <p:sp>
        <p:nvSpPr>
          <p:cNvPr id="30" name="Shape 26"/>
          <p:cNvSpPr/>
          <p:nvPr/>
        </p:nvSpPr>
        <p:spPr>
          <a:xfrm>
            <a:off x="3362706" y="2505456"/>
            <a:ext cx="2649474" cy="182880"/>
          </a:xfrm>
          <a:prstGeom prst="rect">
            <a:avLst/>
          </a:prstGeom>
          <a:solidFill>
            <a:srgbClr val="4A5A70"/>
          </a:solidFill>
          <a:ln w="12700">
            <a:solidFill>
              <a:srgbClr val="FFFFFF">
                <a:alpha val="0"/>
              </a:srgbClr>
            </a:solidFill>
            <a:prstDash val="solid"/>
          </a:ln>
        </p:spPr>
      </p:sp>
      <p:sp>
        <p:nvSpPr>
          <p:cNvPr id="31" name="Text 27"/>
          <p:cNvSpPr txBox="1"/>
          <p:nvPr/>
        </p:nvSpPr>
        <p:spPr>
          <a:xfrm>
            <a:off x="3362706" y="2212848"/>
            <a:ext cx="2649474" cy="475488"/>
          </a:xfrm>
          <a:prstGeom prst="rect">
            <a:avLst/>
          </a:prstGeom>
          <a:noFill/>
          <a:ln/>
        </p:spPr>
        <p:txBody>
          <a:bodyPr wrap="square" lIns="0" tIns="0" rIns="0" bIns="0" rtlCol="0" anchor="ctr"/>
          <a:lstStyle/>
          <a:p>
            <a:pPr algn="ctr" indent="0" marL="0">
              <a:buNone/>
            </a:pPr>
            <a:r>
              <a:rPr lang="en-US" sz="1500" b="1" i="1" dirty="0">
                <a:solidFill>
                  <a:srgbClr val="FFFFFF"/>
                </a:solidFill>
              </a:rPr>
              <a:t>parler de</a:t>
            </a:r>
            <a:endParaRPr lang="en-US" sz="1500" dirty="0"/>
          </a:p>
        </p:txBody>
      </p:sp>
      <p:pic>
        <p:nvPicPr>
          <p:cNvPr id="32" name="Image 1" descr="speech balloon">    </p:cNvPr>
          <p:cNvPicPr>
            <a:picLocks noChangeAspect="1"/>
          </p:cNvPicPr>
          <p:nvPr/>
        </p:nvPicPr>
        <p:blipFill>
          <a:blip r:embed="rId2"/>
          <a:stretch>
            <a:fillRect/>
          </a:stretch>
        </p:blipFill>
        <p:spPr>
          <a:xfrm>
            <a:off x="4440555" y="2761488"/>
            <a:ext cx="493776" cy="493776"/>
          </a:xfrm>
          <a:prstGeom prst="rect">
            <a:avLst/>
          </a:prstGeom>
        </p:spPr>
      </p:pic>
      <p:sp>
        <p:nvSpPr>
          <p:cNvPr id="33" name="Text 28"/>
          <p:cNvSpPr txBox="1"/>
          <p:nvPr/>
        </p:nvSpPr>
        <p:spPr>
          <a:xfrm>
            <a:off x="3362706" y="3273552"/>
            <a:ext cx="2649474" cy="365760"/>
          </a:xfrm>
          <a:prstGeom prst="rect">
            <a:avLst/>
          </a:prstGeom>
          <a:noFill/>
          <a:ln/>
        </p:spPr>
        <p:txBody>
          <a:bodyPr wrap="square" lIns="0" tIns="0" rIns="0" bIns="0" rtlCol="0" anchor="ctr"/>
          <a:lstStyle/>
          <a:p>
            <a:pPr algn="ctr" indent="0" marL="0">
              <a:buNone/>
            </a:pPr>
            <a:r>
              <a:rPr lang="en-US" sz="1800" i="1" dirty="0">
                <a:solidFill>
                  <a:srgbClr val="17375E"/>
                </a:solidFill>
              </a:rPr>
              <a:t>praten </a:t>
            </a:r>
            <a:r>
              <a:rPr lang="en-US" sz="1800" b="1" i="1" dirty="0">
                <a:solidFill>
                  <a:srgbClr val="17375E"/>
                </a:solidFill>
              </a:rPr>
              <a:t>over</a:t>
            </a:r>
            <a:endParaRPr lang="en-US" sz="1800" dirty="0"/>
          </a:p>
        </p:txBody>
      </p:sp>
      <p:sp>
        <p:nvSpPr>
          <p:cNvPr id="34" name="Text 29"/>
          <p:cNvSpPr txBox="1"/>
          <p:nvPr/>
        </p:nvSpPr>
        <p:spPr>
          <a:xfrm>
            <a:off x="3362706" y="3611880"/>
            <a:ext cx="2649474" cy="256032"/>
          </a:xfrm>
          <a:prstGeom prst="rect">
            <a:avLst/>
          </a:prstGeom>
          <a:noFill/>
          <a:ln/>
        </p:spPr>
        <p:txBody>
          <a:bodyPr wrap="square" lIns="0" tIns="0" rIns="0" bIns="0" rtlCol="0" anchor="ctr"/>
          <a:lstStyle/>
          <a:p>
            <a:pPr algn="ctr" indent="0" marL="0">
              <a:buNone/>
            </a:pPr>
            <a:r>
              <a:rPr lang="en-US" sz="1150" i="1" dirty="0">
                <a:solidFill>
                  <a:srgbClr val="6B7686"/>
                </a:solidFill>
              </a:rPr>
              <a:t>personne · chose</a:t>
            </a:r>
            <a:endParaRPr lang="en-US" sz="1150" dirty="0"/>
          </a:p>
        </p:txBody>
      </p:sp>
      <p:sp>
        <p:nvSpPr>
          <p:cNvPr id="35" name="Text 30"/>
          <p:cNvSpPr txBox="1"/>
          <p:nvPr/>
        </p:nvSpPr>
        <p:spPr>
          <a:xfrm>
            <a:off x="3362706" y="3858768"/>
            <a:ext cx="2649474" cy="365760"/>
          </a:xfrm>
          <a:prstGeom prst="rect">
            <a:avLst/>
          </a:prstGeom>
          <a:noFill/>
          <a:ln/>
        </p:spPr>
        <p:txBody>
          <a:bodyPr wrap="square" lIns="0" tIns="0" rIns="0" bIns="0" rtlCol="0" anchor="ctr"/>
          <a:lstStyle/>
          <a:p>
            <a:pPr algn="ctr" indent="0" marL="0">
              <a:buNone/>
            </a:pPr>
            <a:r>
              <a:rPr lang="en-US" sz="1700" b="1" i="1" dirty="0">
                <a:solidFill>
                  <a:srgbClr val="B4236A"/>
                </a:solidFill>
              </a:rPr>
              <a:t>over wie</a:t>
            </a:r>
            <a:r>
              <a:rPr lang="en-US" sz="1700" i="1" dirty="0">
                <a:solidFill>
                  <a:srgbClr val="1B2333"/>
                </a:solidFill>
              </a:rPr>
              <a:t> · </a:t>
            </a:r>
            <a:r>
              <a:rPr lang="en-US" sz="1700" b="1" i="1" dirty="0">
                <a:solidFill>
                  <a:srgbClr val="6E4A9E"/>
                </a:solidFill>
              </a:rPr>
              <a:t>waarover</a:t>
            </a:r>
            <a:endParaRPr lang="en-US" sz="1700" dirty="0"/>
          </a:p>
        </p:txBody>
      </p:sp>
      <p:sp>
        <p:nvSpPr>
          <p:cNvPr id="36" name="Text 31"/>
          <p:cNvSpPr txBox="1"/>
          <p:nvPr/>
        </p:nvSpPr>
        <p:spPr>
          <a:xfrm>
            <a:off x="3472434" y="4251960"/>
            <a:ext cx="2430018" cy="603504"/>
          </a:xfrm>
          <a:prstGeom prst="rect">
            <a:avLst/>
          </a:prstGeom>
          <a:noFill/>
          <a:ln/>
        </p:spPr>
        <p:txBody>
          <a:bodyPr wrap="square" lIns="0" tIns="0" rIns="0" bIns="0" rtlCol="0" anchor="t"/>
          <a:lstStyle/>
          <a:p>
            <a:pPr algn="ctr" indent="0" marL="0">
              <a:buNone/>
            </a:pPr>
            <a:r>
              <a:rPr lang="en-US" sz="1350" i="1" dirty="0">
                <a:solidFill>
                  <a:srgbClr val="1B2333"/>
                </a:solidFill>
              </a:rPr>
              <a:t>de collega </a:t>
            </a:r>
            <a:r>
              <a:rPr lang="en-US" sz="1350" b="1" i="1" dirty="0">
                <a:solidFill>
                  <a:srgbClr val="B4236A"/>
                </a:solidFill>
              </a:rPr>
              <a:t>over wie</a:t>
            </a:r>
            <a:r>
              <a:rPr lang="en-US" sz="1350" i="1" dirty="0">
                <a:solidFill>
                  <a:srgbClr val="1B2333"/>
                </a:solidFill>
              </a:rPr>
              <a:t> ik praat</a:t>
            </a:r>
            <a:endParaRPr lang="en-US" sz="1350" dirty="0"/>
          </a:p>
        </p:txBody>
      </p:sp>
      <p:sp>
        <p:nvSpPr>
          <p:cNvPr id="37" name="Shape 32"/>
          <p:cNvSpPr/>
          <p:nvPr/>
        </p:nvSpPr>
        <p:spPr>
          <a:xfrm>
            <a:off x="6094476" y="1901952"/>
            <a:ext cx="1407033" cy="292608"/>
          </a:xfrm>
          <a:prstGeom prst="line">
            <a:avLst/>
          </a:prstGeom>
          <a:noFill/>
          <a:ln w="19050">
            <a:solidFill>
              <a:srgbClr val="9AA6B5"/>
            </a:solidFill>
            <a:prstDash val="solid"/>
            <a:tailEnd type="triangle"/>
          </a:ln>
        </p:spPr>
      </p:sp>
      <p:sp>
        <p:nvSpPr>
          <p:cNvPr id="38" name="Shape 33"/>
          <p:cNvSpPr/>
          <p:nvPr/>
        </p:nvSpPr>
        <p:spPr>
          <a:xfrm>
            <a:off x="6176772" y="2212848"/>
            <a:ext cx="2649474" cy="2697480"/>
          </a:xfrm>
          <a:prstGeom prst="roundRect">
            <a:avLst>
              <a:gd name="adj" fmla="val 4142"/>
            </a:avLst>
          </a:prstGeom>
          <a:solidFill>
            <a:srgbClr val="FFFFFF"/>
          </a:solidFill>
          <a:ln w="19050">
            <a:solidFill>
              <a:srgbClr val="4A5A70"/>
            </a:solidFill>
            <a:prstDash val="solid"/>
          </a:ln>
          <a:effectLst>
            <a:outerShdw sx="100000" sy="100000" kx="0" ky="0" algn="bl" rotWithShape="0" blurRad="101600" dist="25400" dir="3600000">
              <a:srgbClr val="000000">
                <a:alpha val="16000"/>
              </a:srgbClr>
            </a:outerShdw>
          </a:effectLst>
        </p:spPr>
      </p:sp>
      <p:sp>
        <p:nvSpPr>
          <p:cNvPr id="39" name="Shape 34"/>
          <p:cNvSpPr/>
          <p:nvPr/>
        </p:nvSpPr>
        <p:spPr>
          <a:xfrm>
            <a:off x="6176772" y="2212848"/>
            <a:ext cx="2649474" cy="475488"/>
          </a:xfrm>
          <a:prstGeom prst="roundRect">
            <a:avLst>
              <a:gd name="adj" fmla="val 23077"/>
            </a:avLst>
          </a:prstGeom>
          <a:solidFill>
            <a:srgbClr val="4A5A70"/>
          </a:solidFill>
          <a:ln w="12700">
            <a:solidFill>
              <a:srgbClr val="FFFFFF">
                <a:alpha val="0"/>
              </a:srgbClr>
            </a:solidFill>
            <a:prstDash val="solid"/>
          </a:ln>
        </p:spPr>
      </p:sp>
      <p:sp>
        <p:nvSpPr>
          <p:cNvPr id="40" name="Shape 35"/>
          <p:cNvSpPr/>
          <p:nvPr/>
        </p:nvSpPr>
        <p:spPr>
          <a:xfrm>
            <a:off x="6176772" y="2505456"/>
            <a:ext cx="2649474" cy="182880"/>
          </a:xfrm>
          <a:prstGeom prst="rect">
            <a:avLst/>
          </a:prstGeom>
          <a:solidFill>
            <a:srgbClr val="4A5A70"/>
          </a:solidFill>
          <a:ln w="12700">
            <a:solidFill>
              <a:srgbClr val="FFFFFF">
                <a:alpha val="0"/>
              </a:srgbClr>
            </a:solidFill>
            <a:prstDash val="solid"/>
          </a:ln>
        </p:spPr>
      </p:sp>
      <p:sp>
        <p:nvSpPr>
          <p:cNvPr id="41" name="Text 36"/>
          <p:cNvSpPr txBox="1"/>
          <p:nvPr/>
        </p:nvSpPr>
        <p:spPr>
          <a:xfrm>
            <a:off x="6176772" y="2212848"/>
            <a:ext cx="2649474" cy="475488"/>
          </a:xfrm>
          <a:prstGeom prst="rect">
            <a:avLst/>
          </a:prstGeom>
          <a:noFill/>
          <a:ln/>
        </p:spPr>
        <p:txBody>
          <a:bodyPr wrap="square" lIns="0" tIns="0" rIns="0" bIns="0" rtlCol="0" anchor="ctr"/>
          <a:lstStyle/>
          <a:p>
            <a:pPr algn="ctr" indent="0" marL="0">
              <a:buNone/>
            </a:pPr>
            <a:r>
              <a:rPr lang="en-US" sz="1500" b="1" i="1" dirty="0">
                <a:solidFill>
                  <a:srgbClr val="FFFFFF"/>
                </a:solidFill>
              </a:rPr>
              <a:t>être fier·e de</a:t>
            </a:r>
            <a:endParaRPr lang="en-US" sz="1500" dirty="0"/>
          </a:p>
        </p:txBody>
      </p:sp>
      <p:pic>
        <p:nvPicPr>
          <p:cNvPr id="42" name="Image 2" descr="trophy">    </p:cNvPr>
          <p:cNvPicPr>
            <a:picLocks noChangeAspect="1"/>
          </p:cNvPicPr>
          <p:nvPr/>
        </p:nvPicPr>
        <p:blipFill>
          <a:blip r:embed="rId3"/>
          <a:stretch>
            <a:fillRect/>
          </a:stretch>
        </p:blipFill>
        <p:spPr>
          <a:xfrm>
            <a:off x="7254621" y="2761488"/>
            <a:ext cx="493776" cy="493776"/>
          </a:xfrm>
          <a:prstGeom prst="rect">
            <a:avLst/>
          </a:prstGeom>
        </p:spPr>
      </p:pic>
      <p:sp>
        <p:nvSpPr>
          <p:cNvPr id="43" name="Text 37"/>
          <p:cNvSpPr txBox="1"/>
          <p:nvPr/>
        </p:nvSpPr>
        <p:spPr>
          <a:xfrm>
            <a:off x="6176772" y="3273552"/>
            <a:ext cx="2649474" cy="365760"/>
          </a:xfrm>
          <a:prstGeom prst="rect">
            <a:avLst/>
          </a:prstGeom>
          <a:noFill/>
          <a:ln/>
        </p:spPr>
        <p:txBody>
          <a:bodyPr wrap="square" lIns="0" tIns="0" rIns="0" bIns="0" rtlCol="0" anchor="ctr"/>
          <a:lstStyle/>
          <a:p>
            <a:pPr algn="ctr" indent="0" marL="0">
              <a:buNone/>
            </a:pPr>
            <a:r>
              <a:rPr lang="en-US" sz="1800" i="1" dirty="0">
                <a:solidFill>
                  <a:srgbClr val="17375E"/>
                </a:solidFill>
              </a:rPr>
              <a:t>trots zijn </a:t>
            </a:r>
            <a:r>
              <a:rPr lang="en-US" sz="1800" b="1" i="1" dirty="0">
                <a:solidFill>
                  <a:srgbClr val="17375E"/>
                </a:solidFill>
              </a:rPr>
              <a:t>op</a:t>
            </a:r>
            <a:endParaRPr lang="en-US" sz="1800" dirty="0"/>
          </a:p>
        </p:txBody>
      </p:sp>
      <p:sp>
        <p:nvSpPr>
          <p:cNvPr id="44" name="Text 38"/>
          <p:cNvSpPr txBox="1"/>
          <p:nvPr/>
        </p:nvSpPr>
        <p:spPr>
          <a:xfrm>
            <a:off x="6176772" y="3611880"/>
            <a:ext cx="2649474" cy="256032"/>
          </a:xfrm>
          <a:prstGeom prst="rect">
            <a:avLst/>
          </a:prstGeom>
          <a:noFill/>
          <a:ln/>
        </p:spPr>
        <p:txBody>
          <a:bodyPr wrap="square" lIns="0" tIns="0" rIns="0" bIns="0" rtlCol="0" anchor="ctr"/>
          <a:lstStyle/>
          <a:p>
            <a:pPr algn="ctr" indent="0" marL="0">
              <a:buNone/>
            </a:pPr>
            <a:r>
              <a:rPr lang="en-US" sz="1150" i="1" dirty="0">
                <a:solidFill>
                  <a:srgbClr val="6B7686"/>
                </a:solidFill>
              </a:rPr>
              <a:t>personne · chose</a:t>
            </a:r>
            <a:endParaRPr lang="en-US" sz="1150" dirty="0"/>
          </a:p>
        </p:txBody>
      </p:sp>
      <p:sp>
        <p:nvSpPr>
          <p:cNvPr id="45" name="Text 39"/>
          <p:cNvSpPr txBox="1"/>
          <p:nvPr/>
        </p:nvSpPr>
        <p:spPr>
          <a:xfrm>
            <a:off x="6176772" y="3858768"/>
            <a:ext cx="2649474" cy="365760"/>
          </a:xfrm>
          <a:prstGeom prst="rect">
            <a:avLst/>
          </a:prstGeom>
          <a:noFill/>
          <a:ln/>
        </p:spPr>
        <p:txBody>
          <a:bodyPr wrap="square" lIns="0" tIns="0" rIns="0" bIns="0" rtlCol="0" anchor="ctr"/>
          <a:lstStyle/>
          <a:p>
            <a:pPr algn="ctr" indent="0" marL="0">
              <a:buNone/>
            </a:pPr>
            <a:r>
              <a:rPr lang="en-US" sz="1700" b="1" i="1" dirty="0">
                <a:solidFill>
                  <a:srgbClr val="B4236A"/>
                </a:solidFill>
              </a:rPr>
              <a:t>op wie</a:t>
            </a:r>
            <a:r>
              <a:rPr lang="en-US" sz="1700" i="1" dirty="0">
                <a:solidFill>
                  <a:srgbClr val="1B2333"/>
                </a:solidFill>
              </a:rPr>
              <a:t> · </a:t>
            </a:r>
            <a:r>
              <a:rPr lang="en-US" sz="1700" b="1" i="1" dirty="0">
                <a:solidFill>
                  <a:srgbClr val="6E4A9E"/>
                </a:solidFill>
              </a:rPr>
              <a:t>waarop</a:t>
            </a:r>
            <a:endParaRPr lang="en-US" sz="1700" dirty="0"/>
          </a:p>
        </p:txBody>
      </p:sp>
      <p:sp>
        <p:nvSpPr>
          <p:cNvPr id="46" name="Text 40"/>
          <p:cNvSpPr txBox="1"/>
          <p:nvPr/>
        </p:nvSpPr>
        <p:spPr>
          <a:xfrm>
            <a:off x="6286500" y="4251960"/>
            <a:ext cx="2430018" cy="603504"/>
          </a:xfrm>
          <a:prstGeom prst="rect">
            <a:avLst/>
          </a:prstGeom>
          <a:noFill/>
          <a:ln/>
        </p:spPr>
        <p:txBody>
          <a:bodyPr wrap="square" lIns="0" tIns="0" rIns="0" bIns="0" rtlCol="0" anchor="t"/>
          <a:lstStyle/>
          <a:p>
            <a:pPr algn="ctr" indent="0" marL="0">
              <a:buNone/>
            </a:pPr>
            <a:r>
              <a:rPr lang="en-US" sz="1350" i="1" dirty="0">
                <a:solidFill>
                  <a:srgbClr val="1B2333"/>
                </a:solidFill>
              </a:rPr>
              <a:t>het team </a:t>
            </a:r>
            <a:r>
              <a:rPr lang="en-US" sz="1350" b="1" i="1" dirty="0">
                <a:solidFill>
                  <a:srgbClr val="6E4A9E"/>
                </a:solidFill>
              </a:rPr>
              <a:t>waarop</a:t>
            </a:r>
            <a:r>
              <a:rPr lang="en-US" sz="1350" i="1" dirty="0">
                <a:solidFill>
                  <a:srgbClr val="1B2333"/>
                </a:solidFill>
              </a:rPr>
              <a:t> ik trots ben</a:t>
            </a:r>
            <a:endParaRPr lang="en-US" sz="1350" dirty="0"/>
          </a:p>
        </p:txBody>
      </p:sp>
      <p:sp>
        <p:nvSpPr>
          <p:cNvPr id="47" name="Shape 41"/>
          <p:cNvSpPr/>
          <p:nvPr/>
        </p:nvSpPr>
        <p:spPr>
          <a:xfrm>
            <a:off x="6094476" y="1901952"/>
            <a:ext cx="4221099" cy="292608"/>
          </a:xfrm>
          <a:prstGeom prst="line">
            <a:avLst/>
          </a:prstGeom>
          <a:noFill/>
          <a:ln w="19050">
            <a:solidFill>
              <a:srgbClr val="9AA6B5"/>
            </a:solidFill>
            <a:prstDash val="solid"/>
            <a:tailEnd type="triangle"/>
          </a:ln>
        </p:spPr>
      </p:sp>
      <p:sp>
        <p:nvSpPr>
          <p:cNvPr id="48" name="Shape 42"/>
          <p:cNvSpPr/>
          <p:nvPr/>
        </p:nvSpPr>
        <p:spPr>
          <a:xfrm>
            <a:off x="8990838" y="2212848"/>
            <a:ext cx="2649474" cy="2697480"/>
          </a:xfrm>
          <a:prstGeom prst="roundRect">
            <a:avLst>
              <a:gd name="adj" fmla="val 4142"/>
            </a:avLst>
          </a:prstGeom>
          <a:solidFill>
            <a:srgbClr val="FFFFFF"/>
          </a:solidFill>
          <a:ln w="19050">
            <a:solidFill>
              <a:srgbClr val="4A5A70"/>
            </a:solidFill>
            <a:prstDash val="solid"/>
          </a:ln>
          <a:effectLst>
            <a:outerShdw sx="100000" sy="100000" kx="0" ky="0" algn="bl" rotWithShape="0" blurRad="101600" dist="25400" dir="3600000">
              <a:srgbClr val="000000">
                <a:alpha val="16000"/>
              </a:srgbClr>
            </a:outerShdw>
          </a:effectLst>
        </p:spPr>
      </p:sp>
      <p:sp>
        <p:nvSpPr>
          <p:cNvPr id="49" name="Shape 43"/>
          <p:cNvSpPr/>
          <p:nvPr/>
        </p:nvSpPr>
        <p:spPr>
          <a:xfrm>
            <a:off x="8990838" y="2212848"/>
            <a:ext cx="2649474" cy="475488"/>
          </a:xfrm>
          <a:prstGeom prst="roundRect">
            <a:avLst>
              <a:gd name="adj" fmla="val 23077"/>
            </a:avLst>
          </a:prstGeom>
          <a:solidFill>
            <a:srgbClr val="4A5A70"/>
          </a:solidFill>
          <a:ln w="12700">
            <a:solidFill>
              <a:srgbClr val="FFFFFF">
                <a:alpha val="0"/>
              </a:srgbClr>
            </a:solidFill>
            <a:prstDash val="solid"/>
          </a:ln>
        </p:spPr>
      </p:sp>
      <p:sp>
        <p:nvSpPr>
          <p:cNvPr id="50" name="Shape 44"/>
          <p:cNvSpPr/>
          <p:nvPr/>
        </p:nvSpPr>
        <p:spPr>
          <a:xfrm>
            <a:off x="8990838" y="2505456"/>
            <a:ext cx="2649474" cy="182880"/>
          </a:xfrm>
          <a:prstGeom prst="rect">
            <a:avLst/>
          </a:prstGeom>
          <a:solidFill>
            <a:srgbClr val="4A5A70"/>
          </a:solidFill>
          <a:ln w="12700">
            <a:solidFill>
              <a:srgbClr val="FFFFFF">
                <a:alpha val="0"/>
              </a:srgbClr>
            </a:solidFill>
            <a:prstDash val="solid"/>
          </a:ln>
        </p:spPr>
      </p:sp>
      <p:sp>
        <p:nvSpPr>
          <p:cNvPr id="51" name="Text 45"/>
          <p:cNvSpPr txBox="1"/>
          <p:nvPr/>
        </p:nvSpPr>
        <p:spPr>
          <a:xfrm>
            <a:off x="8990838" y="2212848"/>
            <a:ext cx="2649474" cy="475488"/>
          </a:xfrm>
          <a:prstGeom prst="rect">
            <a:avLst/>
          </a:prstGeom>
          <a:noFill/>
          <a:ln/>
        </p:spPr>
        <p:txBody>
          <a:bodyPr wrap="square" lIns="0" tIns="0" rIns="0" bIns="0" rtlCol="0" anchor="ctr"/>
          <a:lstStyle/>
          <a:p>
            <a:pPr algn="ctr" indent="0" marL="0">
              <a:buNone/>
            </a:pPr>
            <a:r>
              <a:rPr lang="en-US" sz="1500" b="1" i="1" dirty="0">
                <a:solidFill>
                  <a:srgbClr val="FFFFFF"/>
                </a:solidFill>
              </a:rPr>
              <a:t>la possession</a:t>
            </a:r>
            <a:endParaRPr lang="en-US" sz="1500" dirty="0"/>
          </a:p>
        </p:txBody>
      </p:sp>
      <p:pic>
        <p:nvPicPr>
          <p:cNvPr id="52" name="Image 3" descr="key">    </p:cNvPr>
          <p:cNvPicPr>
            <a:picLocks noChangeAspect="1"/>
          </p:cNvPicPr>
          <p:nvPr/>
        </p:nvPicPr>
        <p:blipFill>
          <a:blip r:embed="rId4"/>
          <a:stretch>
            <a:fillRect/>
          </a:stretch>
        </p:blipFill>
        <p:spPr>
          <a:xfrm>
            <a:off x="10068687" y="2761488"/>
            <a:ext cx="493776" cy="493776"/>
          </a:xfrm>
          <a:prstGeom prst="rect">
            <a:avLst/>
          </a:prstGeom>
        </p:spPr>
      </p:pic>
      <p:sp>
        <p:nvSpPr>
          <p:cNvPr id="53" name="Text 46"/>
          <p:cNvSpPr txBox="1"/>
          <p:nvPr/>
        </p:nvSpPr>
        <p:spPr>
          <a:xfrm>
            <a:off x="8990838" y="3273552"/>
            <a:ext cx="2649474" cy="365760"/>
          </a:xfrm>
          <a:prstGeom prst="rect">
            <a:avLst/>
          </a:prstGeom>
          <a:noFill/>
          <a:ln/>
        </p:spPr>
        <p:txBody>
          <a:bodyPr wrap="square" lIns="0" tIns="0" rIns="0" bIns="0" rtlCol="0" anchor="ctr"/>
          <a:lstStyle/>
          <a:p>
            <a:pPr algn="ctr" indent="0" marL="0">
              <a:buNone/>
            </a:pPr>
            <a:r>
              <a:rPr lang="en-US" sz="1800" b="1" i="1" dirty="0">
                <a:solidFill>
                  <a:srgbClr val="17375E"/>
                </a:solidFill>
              </a:rPr>
              <a:t>van</a:t>
            </a:r>
            <a:endParaRPr lang="en-US" sz="1800" dirty="0"/>
          </a:p>
        </p:txBody>
      </p:sp>
      <p:sp>
        <p:nvSpPr>
          <p:cNvPr id="54" name="Text 47"/>
          <p:cNvSpPr txBox="1"/>
          <p:nvPr/>
        </p:nvSpPr>
        <p:spPr>
          <a:xfrm>
            <a:off x="8990838" y="3611880"/>
            <a:ext cx="2649474" cy="256032"/>
          </a:xfrm>
          <a:prstGeom prst="rect">
            <a:avLst/>
          </a:prstGeom>
          <a:noFill/>
          <a:ln/>
        </p:spPr>
        <p:txBody>
          <a:bodyPr wrap="square" lIns="0" tIns="0" rIns="0" bIns="0" rtlCol="0" anchor="ctr"/>
          <a:lstStyle/>
          <a:p>
            <a:pPr algn="ctr" indent="0" marL="0">
              <a:buNone/>
            </a:pPr>
            <a:r>
              <a:rPr lang="en-US" sz="1150" i="1" dirty="0">
                <a:solidFill>
                  <a:srgbClr val="6B7686"/>
                </a:solidFill>
              </a:rPr>
              <a:t>personne · chose</a:t>
            </a:r>
            <a:endParaRPr lang="en-US" sz="1150" dirty="0"/>
          </a:p>
        </p:txBody>
      </p:sp>
      <p:sp>
        <p:nvSpPr>
          <p:cNvPr id="55" name="Text 48"/>
          <p:cNvSpPr txBox="1"/>
          <p:nvPr/>
        </p:nvSpPr>
        <p:spPr>
          <a:xfrm>
            <a:off x="8990838" y="3858768"/>
            <a:ext cx="2649474" cy="365760"/>
          </a:xfrm>
          <a:prstGeom prst="rect">
            <a:avLst/>
          </a:prstGeom>
          <a:noFill/>
          <a:ln/>
        </p:spPr>
        <p:txBody>
          <a:bodyPr wrap="square" lIns="0" tIns="0" rIns="0" bIns="0" rtlCol="0" anchor="ctr"/>
          <a:lstStyle/>
          <a:p>
            <a:pPr algn="ctr" indent="0" marL="0">
              <a:buNone/>
            </a:pPr>
            <a:r>
              <a:rPr lang="en-US" sz="1700" b="1" i="1" dirty="0">
                <a:solidFill>
                  <a:srgbClr val="B4236A"/>
                </a:solidFill>
              </a:rPr>
              <a:t>van wie</a:t>
            </a:r>
            <a:r>
              <a:rPr lang="en-US" sz="1700" i="1" dirty="0">
                <a:solidFill>
                  <a:srgbClr val="1B2333"/>
                </a:solidFill>
              </a:rPr>
              <a:t> · </a:t>
            </a:r>
            <a:r>
              <a:rPr lang="en-US" sz="1700" b="1" i="1" dirty="0">
                <a:solidFill>
                  <a:srgbClr val="6E4A9E"/>
                </a:solidFill>
              </a:rPr>
              <a:t>waarvan</a:t>
            </a:r>
            <a:endParaRPr lang="en-US" sz="1700" dirty="0"/>
          </a:p>
        </p:txBody>
      </p:sp>
      <p:sp>
        <p:nvSpPr>
          <p:cNvPr id="56" name="Text 49"/>
          <p:cNvSpPr txBox="1"/>
          <p:nvPr/>
        </p:nvSpPr>
        <p:spPr>
          <a:xfrm>
            <a:off x="9100566" y="4251960"/>
            <a:ext cx="2430018" cy="603504"/>
          </a:xfrm>
          <a:prstGeom prst="rect">
            <a:avLst/>
          </a:prstGeom>
          <a:noFill/>
          <a:ln/>
        </p:spPr>
        <p:txBody>
          <a:bodyPr wrap="square" lIns="0" tIns="0" rIns="0" bIns="0" rtlCol="0" anchor="t"/>
          <a:lstStyle/>
          <a:p>
            <a:pPr algn="ctr" indent="0" marL="0">
              <a:buNone/>
            </a:pPr>
            <a:r>
              <a:rPr lang="en-US" sz="1350" i="1" dirty="0">
                <a:solidFill>
                  <a:srgbClr val="1B2333"/>
                </a:solidFill>
              </a:rPr>
              <a:t>de collega </a:t>
            </a:r>
            <a:r>
              <a:rPr lang="en-US" sz="1350" b="1" i="1" dirty="0">
                <a:solidFill>
                  <a:srgbClr val="B4236A"/>
                </a:solidFill>
              </a:rPr>
              <a:t>van wie</a:t>
            </a:r>
            <a:r>
              <a:rPr lang="en-US" sz="1350" i="1" dirty="0">
                <a:solidFill>
                  <a:srgbClr val="1B2333"/>
                </a:solidFill>
              </a:rPr>
              <a:t> de auto kapot is</a:t>
            </a:r>
            <a:endParaRPr lang="en-US" sz="1350" dirty="0"/>
          </a:p>
        </p:txBody>
      </p:sp>
      <p:sp>
        <p:nvSpPr>
          <p:cNvPr id="57" name="Shape 50"/>
          <p:cNvSpPr/>
          <p:nvPr/>
        </p:nvSpPr>
        <p:spPr>
          <a:xfrm>
            <a:off x="548640" y="5074920"/>
            <a:ext cx="5458968" cy="1097280"/>
          </a:xfrm>
          <a:prstGeom prst="roundRect">
            <a:avLst>
              <a:gd name="adj" fmla="val 10000"/>
            </a:avLst>
          </a:prstGeom>
          <a:solidFill>
            <a:srgbClr val="E8F4EC"/>
          </a:solidFill>
          <a:ln w="19050">
            <a:solidFill>
              <a:srgbClr val="2E7D4F"/>
            </a:solidFill>
            <a:prstDash val="solid"/>
          </a:ln>
        </p:spPr>
      </p:sp>
      <p:sp>
        <p:nvSpPr>
          <p:cNvPr id="58" name="Text 51"/>
          <p:cNvSpPr txBox="1"/>
          <p:nvPr/>
        </p:nvSpPr>
        <p:spPr>
          <a:xfrm>
            <a:off x="731520" y="5129784"/>
            <a:ext cx="5093208" cy="384048"/>
          </a:xfrm>
          <a:prstGeom prst="rect">
            <a:avLst/>
          </a:prstGeom>
          <a:noFill/>
          <a:ln/>
        </p:spPr>
        <p:txBody>
          <a:bodyPr wrap="square" lIns="0" tIns="0" rIns="0" bIns="0" rtlCol="0" anchor="ctr"/>
          <a:lstStyle/>
          <a:p>
            <a:pPr algn="l" indent="0" marL="0">
              <a:buNone/>
            </a:pPr>
            <a:r>
              <a:rPr lang="en-US" sz="1500" b="1" dirty="0">
                <a:solidFill>
                  <a:srgbClr val="2E7D4F"/>
                </a:solidFill>
              </a:rPr>
              <a:t>✓ La méthode</a:t>
            </a:r>
            <a:endParaRPr lang="en-US" sz="1500" dirty="0"/>
          </a:p>
        </p:txBody>
      </p:sp>
      <p:sp>
        <p:nvSpPr>
          <p:cNvPr id="59" name="Text 52"/>
          <p:cNvSpPr txBox="1"/>
          <p:nvPr/>
        </p:nvSpPr>
        <p:spPr>
          <a:xfrm>
            <a:off x="731520" y="5513832"/>
            <a:ext cx="5093208" cy="603504"/>
          </a:xfrm>
          <a:prstGeom prst="rect">
            <a:avLst/>
          </a:prstGeom>
          <a:noFill/>
          <a:ln/>
        </p:spPr>
        <p:txBody>
          <a:bodyPr wrap="square" lIns="0" tIns="0" rIns="0" bIns="0" rtlCol="0" anchor="t"/>
          <a:lstStyle/>
          <a:p>
            <a:pPr algn="l" indent="0" marL="0">
              <a:spcAft>
                <a:spcPts val="300"/>
              </a:spcAft>
              <a:buNone/>
            </a:pPr>
            <a:r>
              <a:rPr lang="en-US" sz="1450" dirty="0">
                <a:solidFill>
                  <a:srgbClr val="1B2333"/>
                </a:solidFill>
              </a:rPr>
              <a:t>1. le verbe néerlandais · 2. sa préposition · 3. personne ou chose</a:t>
            </a:r>
            <a:endParaRPr lang="en-US" sz="1450" dirty="0"/>
          </a:p>
        </p:txBody>
      </p:sp>
      <p:sp>
        <p:nvSpPr>
          <p:cNvPr id="60" name="Shape 53"/>
          <p:cNvSpPr/>
          <p:nvPr/>
        </p:nvSpPr>
        <p:spPr>
          <a:xfrm>
            <a:off x="6181344" y="5074920"/>
            <a:ext cx="5458968" cy="1097280"/>
          </a:xfrm>
          <a:prstGeom prst="roundRect">
            <a:avLst>
              <a:gd name="adj" fmla="val 10000"/>
            </a:avLst>
          </a:prstGeom>
          <a:solidFill>
            <a:srgbClr val="EAF2FB"/>
          </a:solidFill>
          <a:ln w="19050">
            <a:solidFill>
              <a:srgbClr val="2A6FB0"/>
            </a:solidFill>
            <a:prstDash val="solid"/>
          </a:ln>
        </p:spPr>
      </p:sp>
      <p:sp>
        <p:nvSpPr>
          <p:cNvPr id="61" name="Text 54"/>
          <p:cNvSpPr txBox="1"/>
          <p:nvPr/>
        </p:nvSpPr>
        <p:spPr>
          <a:xfrm>
            <a:off x="6364224" y="5129784"/>
            <a:ext cx="5093208" cy="384048"/>
          </a:xfrm>
          <a:prstGeom prst="rect">
            <a:avLst/>
          </a:prstGeom>
          <a:noFill/>
          <a:ln/>
        </p:spPr>
        <p:txBody>
          <a:bodyPr wrap="square" lIns="0" tIns="0" rIns="0" bIns="0" rtlCol="0" anchor="ctr"/>
          <a:lstStyle/>
          <a:p>
            <a:pPr algn="l" indent="0" marL="0">
              <a:buNone/>
            </a:pPr>
            <a:r>
              <a:rPr lang="en-US" sz="1500" b="1" dirty="0">
                <a:solidFill>
                  <a:srgbClr val="2A6FB0"/>
                </a:solidFill>
              </a:rPr>
              <a:t>+ Très écrit</a:t>
            </a:r>
            <a:endParaRPr lang="en-US" sz="1500" dirty="0"/>
          </a:p>
        </p:txBody>
      </p:sp>
      <p:sp>
        <p:nvSpPr>
          <p:cNvPr id="62" name="Text 55"/>
          <p:cNvSpPr txBox="1"/>
          <p:nvPr/>
        </p:nvSpPr>
        <p:spPr>
          <a:xfrm>
            <a:off x="6364224" y="5513832"/>
            <a:ext cx="5093208" cy="603504"/>
          </a:xfrm>
          <a:prstGeom prst="rect">
            <a:avLst/>
          </a:prstGeom>
          <a:noFill/>
          <a:ln/>
        </p:spPr>
        <p:txBody>
          <a:bodyPr wrap="square" lIns="0" tIns="0" rIns="0" bIns="0" rtlCol="0" anchor="t"/>
          <a:lstStyle/>
          <a:p>
            <a:pPr algn="l" indent="0" marL="0">
              <a:spcAft>
                <a:spcPts val="300"/>
              </a:spcAft>
              <a:buNone/>
            </a:pPr>
            <a:r>
              <a:rPr lang="en-US" sz="1450" i="1" dirty="0">
                <a:solidFill>
                  <a:srgbClr val="1B2333"/>
                </a:solidFill>
              </a:rPr>
              <a:t>de man </a:t>
            </a:r>
            <a:r>
              <a:rPr lang="en-US" sz="1450" b="1" i="1" dirty="0">
                <a:solidFill>
                  <a:srgbClr val="1B2333"/>
                </a:solidFill>
              </a:rPr>
              <a:t>wiens</a:t>
            </a:r>
            <a:r>
              <a:rPr lang="en-US" sz="1450" i="1" dirty="0">
                <a:solidFill>
                  <a:srgbClr val="1B2333"/>
                </a:solidFill>
              </a:rPr>
              <a:t> auto… · de vrouw </a:t>
            </a:r>
            <a:r>
              <a:rPr lang="en-US" sz="1450" b="1" i="1" dirty="0">
                <a:solidFill>
                  <a:srgbClr val="1B2333"/>
                </a:solidFill>
              </a:rPr>
              <a:t>wier</a:t>
            </a:r>
            <a:r>
              <a:rPr lang="en-US" sz="1450" i="1" dirty="0">
                <a:solidFill>
                  <a:srgbClr val="1B2333"/>
                </a:solidFill>
              </a:rPr>
              <a:t> auto…</a:t>
            </a:r>
            <a:r>
              <a:rPr lang="en-US" sz="1450" dirty="0">
                <a:solidFill>
                  <a:srgbClr val="1B2333"/>
                </a:solidFill>
              </a:rPr>
              <a:t> (à l’oral : </a:t>
            </a:r>
            <a:r>
              <a:rPr lang="en-US" sz="1450" b="1" i="1" dirty="0">
                <a:solidFill>
                  <a:srgbClr val="B4236A"/>
                </a:solidFill>
              </a:rPr>
              <a:t>van wie</a:t>
            </a:r>
            <a:r>
              <a:rPr lang="en-US" sz="1450" dirty="0">
                <a:solidFill>
                  <a:srgbClr val="1B2333"/>
                </a:solidFill>
              </a:rPr>
              <a:t>)</a:t>
            </a:r>
            <a:endParaRPr lang="en-US" sz="14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 carte FR → NL</a:t>
            </a:r>
            <a:endParaRPr lang="en-US" sz="3000" dirty="0"/>
          </a:p>
        </p:txBody>
      </p:sp>
      <p:sp>
        <p:nvSpPr>
          <p:cNvPr id="3" name="tag"/>
          <p:cNvSpPr/>
          <p:nvPr/>
        </p:nvSpPr>
        <p:spPr>
          <a:xfrm>
            <a:off x="548640" y="237744"/>
            <a:ext cx="1228954"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LA CARTE</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2E7D4F"/>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B4236A"/>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pic>
        <p:nvPicPr>
          <p:cNvPr id="15"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16" name="Shape 12"/>
          <p:cNvSpPr/>
          <p:nvPr/>
        </p:nvSpPr>
        <p:spPr>
          <a:xfrm>
            <a:off x="548640" y="1463040"/>
            <a:ext cx="11091672" cy="411480"/>
          </a:xfrm>
          <a:prstGeom prst="roundRect">
            <a:avLst>
              <a:gd name="adj" fmla="val 17778"/>
            </a:avLst>
          </a:prstGeom>
          <a:solidFill>
            <a:srgbClr val="EEF3F8"/>
          </a:solidFill>
          <a:ln w="12700">
            <a:solidFill>
              <a:srgbClr val="FFFFFF">
                <a:alpha val="0"/>
              </a:srgbClr>
            </a:solidFill>
            <a:prstDash val="solid"/>
          </a:ln>
        </p:spPr>
      </p:sp>
      <p:sp>
        <p:nvSpPr>
          <p:cNvPr id="17" name="Text 13"/>
          <p:cNvSpPr txBox="1"/>
          <p:nvPr/>
        </p:nvSpPr>
        <p:spPr>
          <a:xfrm>
            <a:off x="731520" y="1463040"/>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qui, que (nom </a:t>
            </a:r>
            <a:r>
              <a:rPr lang="en-US" sz="1550" i="1" dirty="0">
                <a:solidFill>
                  <a:srgbClr val="17375E"/>
                </a:solidFill>
              </a:rPr>
              <a:t>de</a:t>
            </a:r>
            <a:r>
              <a:rPr lang="en-US" sz="1550" dirty="0">
                <a:solidFill>
                  <a:srgbClr val="17375E"/>
                </a:solidFill>
              </a:rPr>
              <a:t>, pluriel)</a:t>
            </a:r>
            <a:endParaRPr lang="en-US" sz="1550" dirty="0"/>
          </a:p>
        </p:txBody>
      </p:sp>
      <p:sp>
        <p:nvSpPr>
          <p:cNvPr id="18" name="Shape 14"/>
          <p:cNvSpPr/>
          <p:nvPr/>
        </p:nvSpPr>
        <p:spPr>
          <a:xfrm>
            <a:off x="4389120" y="1517904"/>
            <a:ext cx="2148840" cy="301752"/>
          </a:xfrm>
          <a:prstGeom prst="roundRect">
            <a:avLst>
              <a:gd name="adj" fmla="val 36364"/>
            </a:avLst>
          </a:prstGeom>
          <a:solidFill>
            <a:srgbClr val="17375E"/>
          </a:solidFill>
          <a:ln w="12700">
            <a:solidFill>
              <a:srgbClr val="FFFFFF">
                <a:alpha val="0"/>
              </a:srgbClr>
            </a:solidFill>
            <a:prstDash val="solid"/>
          </a:ln>
        </p:spPr>
      </p:sp>
      <p:sp>
        <p:nvSpPr>
          <p:cNvPr id="19" name="Text 15"/>
          <p:cNvSpPr txBox="1"/>
          <p:nvPr/>
        </p:nvSpPr>
        <p:spPr>
          <a:xfrm>
            <a:off x="4389120" y="1517904"/>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die</a:t>
            </a:r>
            <a:endParaRPr lang="en-US" sz="1350" dirty="0"/>
          </a:p>
        </p:txBody>
      </p:sp>
      <p:sp>
        <p:nvSpPr>
          <p:cNvPr id="20" name="Text 16"/>
          <p:cNvSpPr txBox="1"/>
          <p:nvPr/>
        </p:nvSpPr>
        <p:spPr>
          <a:xfrm>
            <a:off x="6812280" y="1463040"/>
            <a:ext cx="4754880" cy="411480"/>
          </a:xfrm>
          <a:prstGeom prst="rect">
            <a:avLst/>
          </a:prstGeom>
          <a:noFill/>
          <a:ln/>
        </p:spPr>
        <p:txBody>
          <a:bodyPr wrap="square" lIns="0" tIns="0" rIns="0" bIns="0" rtlCol="0" anchor="ctr"/>
          <a:lstStyle/>
          <a:p>
            <a:pPr algn="l" indent="0" marL="0">
              <a:buNone/>
            </a:pPr>
            <a:r>
              <a:rPr lang="en-US" sz="1600" i="1" dirty="0">
                <a:solidFill>
                  <a:srgbClr val="1B2333"/>
                </a:solidFill>
              </a:rPr>
              <a:t>de klant </a:t>
            </a:r>
            <a:r>
              <a:rPr lang="en-US" sz="1600" b="1" i="1" dirty="0">
                <a:solidFill>
                  <a:srgbClr val="17375E"/>
                </a:solidFill>
              </a:rPr>
              <a:t>die</a:t>
            </a:r>
            <a:r>
              <a:rPr lang="en-US" sz="1600" i="1" dirty="0">
                <a:solidFill>
                  <a:srgbClr val="1B2333"/>
                </a:solidFill>
              </a:rPr>
              <a:t> belt</a:t>
            </a:r>
            <a:endParaRPr lang="en-US" sz="1600" dirty="0"/>
          </a:p>
        </p:txBody>
      </p:sp>
      <p:sp>
        <p:nvSpPr>
          <p:cNvPr id="21" name="Shape 17"/>
          <p:cNvSpPr/>
          <p:nvPr/>
        </p:nvSpPr>
        <p:spPr>
          <a:xfrm>
            <a:off x="548640" y="1924812"/>
            <a:ext cx="11091672" cy="411480"/>
          </a:xfrm>
          <a:prstGeom prst="roundRect">
            <a:avLst>
              <a:gd name="adj" fmla="val 17778"/>
            </a:avLst>
          </a:prstGeom>
          <a:solidFill>
            <a:srgbClr val="FFFFFF"/>
          </a:solidFill>
          <a:ln w="12700">
            <a:solidFill>
              <a:srgbClr val="FFFFFF">
                <a:alpha val="0"/>
              </a:srgbClr>
            </a:solidFill>
            <a:prstDash val="solid"/>
          </a:ln>
        </p:spPr>
      </p:sp>
      <p:sp>
        <p:nvSpPr>
          <p:cNvPr id="22" name="Text 18"/>
          <p:cNvSpPr txBox="1"/>
          <p:nvPr/>
        </p:nvSpPr>
        <p:spPr>
          <a:xfrm>
            <a:off x="731520" y="1924812"/>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qui, que (nom </a:t>
            </a:r>
            <a:r>
              <a:rPr lang="en-US" sz="1550" i="1" dirty="0">
                <a:solidFill>
                  <a:srgbClr val="17375E"/>
                </a:solidFill>
              </a:rPr>
              <a:t>het</a:t>
            </a:r>
            <a:r>
              <a:rPr lang="en-US" sz="1550" dirty="0">
                <a:solidFill>
                  <a:srgbClr val="17375E"/>
                </a:solidFill>
              </a:rPr>
              <a:t>)</a:t>
            </a:r>
            <a:endParaRPr lang="en-US" sz="1550" dirty="0"/>
          </a:p>
        </p:txBody>
      </p:sp>
      <p:sp>
        <p:nvSpPr>
          <p:cNvPr id="23" name="Shape 19"/>
          <p:cNvSpPr/>
          <p:nvPr/>
        </p:nvSpPr>
        <p:spPr>
          <a:xfrm>
            <a:off x="4389120" y="1979676"/>
            <a:ext cx="2148840" cy="301752"/>
          </a:xfrm>
          <a:prstGeom prst="roundRect">
            <a:avLst>
              <a:gd name="adj" fmla="val 36364"/>
            </a:avLst>
          </a:prstGeom>
          <a:solidFill>
            <a:srgbClr val="D9700F"/>
          </a:solidFill>
          <a:ln w="12700">
            <a:solidFill>
              <a:srgbClr val="FFFFFF">
                <a:alpha val="0"/>
              </a:srgbClr>
            </a:solidFill>
            <a:prstDash val="solid"/>
          </a:ln>
        </p:spPr>
      </p:sp>
      <p:sp>
        <p:nvSpPr>
          <p:cNvPr id="24" name="Text 20"/>
          <p:cNvSpPr txBox="1"/>
          <p:nvPr/>
        </p:nvSpPr>
        <p:spPr>
          <a:xfrm>
            <a:off x="4389120" y="1979676"/>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dat</a:t>
            </a:r>
            <a:endParaRPr lang="en-US" sz="1350" dirty="0"/>
          </a:p>
        </p:txBody>
      </p:sp>
      <p:sp>
        <p:nvSpPr>
          <p:cNvPr id="25" name="Text 21"/>
          <p:cNvSpPr txBox="1"/>
          <p:nvPr/>
        </p:nvSpPr>
        <p:spPr>
          <a:xfrm>
            <a:off x="6812280" y="1924812"/>
            <a:ext cx="4754880" cy="411480"/>
          </a:xfrm>
          <a:prstGeom prst="rect">
            <a:avLst/>
          </a:prstGeom>
          <a:noFill/>
          <a:ln/>
        </p:spPr>
        <p:txBody>
          <a:bodyPr wrap="square" lIns="0" tIns="0" rIns="0" bIns="0" rtlCol="0" anchor="ctr"/>
          <a:lstStyle/>
          <a:p>
            <a:pPr algn="l" indent="0" marL="0">
              <a:buNone/>
            </a:pPr>
            <a:r>
              <a:rPr lang="en-US" sz="1600" i="1" dirty="0">
                <a:solidFill>
                  <a:srgbClr val="1B2333"/>
                </a:solidFill>
              </a:rPr>
              <a:t>het rapport </a:t>
            </a:r>
            <a:r>
              <a:rPr lang="en-US" sz="1600" b="1" i="1" dirty="0">
                <a:solidFill>
                  <a:srgbClr val="D9700F"/>
                </a:solidFill>
              </a:rPr>
              <a:t>dat</a:t>
            </a:r>
            <a:r>
              <a:rPr lang="en-US" sz="1600" i="1" dirty="0">
                <a:solidFill>
                  <a:srgbClr val="1B2333"/>
                </a:solidFill>
              </a:rPr>
              <a:t> ik lees</a:t>
            </a:r>
            <a:endParaRPr lang="en-US" sz="1600" dirty="0"/>
          </a:p>
        </p:txBody>
      </p:sp>
      <p:sp>
        <p:nvSpPr>
          <p:cNvPr id="26" name="Shape 22"/>
          <p:cNvSpPr/>
          <p:nvPr/>
        </p:nvSpPr>
        <p:spPr>
          <a:xfrm>
            <a:off x="548640" y="2386584"/>
            <a:ext cx="11091672" cy="411480"/>
          </a:xfrm>
          <a:prstGeom prst="roundRect">
            <a:avLst>
              <a:gd name="adj" fmla="val 17778"/>
            </a:avLst>
          </a:prstGeom>
          <a:solidFill>
            <a:srgbClr val="EEF3F8"/>
          </a:solidFill>
          <a:ln w="12700">
            <a:solidFill>
              <a:srgbClr val="FFFFFF">
                <a:alpha val="0"/>
              </a:srgbClr>
            </a:solidFill>
            <a:prstDash val="solid"/>
          </a:ln>
        </p:spPr>
      </p:sp>
      <p:sp>
        <p:nvSpPr>
          <p:cNvPr id="27" name="Text 23"/>
          <p:cNvSpPr txBox="1"/>
          <p:nvPr/>
        </p:nvSpPr>
        <p:spPr>
          <a:xfrm>
            <a:off x="731520" y="2386584"/>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ce qui, ce que</a:t>
            </a:r>
            <a:endParaRPr lang="en-US" sz="1550" dirty="0"/>
          </a:p>
        </p:txBody>
      </p:sp>
      <p:sp>
        <p:nvSpPr>
          <p:cNvPr id="28" name="Shape 24"/>
          <p:cNvSpPr/>
          <p:nvPr/>
        </p:nvSpPr>
        <p:spPr>
          <a:xfrm>
            <a:off x="4389120" y="2441448"/>
            <a:ext cx="2148840" cy="301752"/>
          </a:xfrm>
          <a:prstGeom prst="roundRect">
            <a:avLst>
              <a:gd name="adj" fmla="val 36364"/>
            </a:avLst>
          </a:prstGeom>
          <a:solidFill>
            <a:srgbClr val="2E7D4F"/>
          </a:solidFill>
          <a:ln w="12700">
            <a:solidFill>
              <a:srgbClr val="FFFFFF">
                <a:alpha val="0"/>
              </a:srgbClr>
            </a:solidFill>
            <a:prstDash val="solid"/>
          </a:ln>
        </p:spPr>
      </p:sp>
      <p:sp>
        <p:nvSpPr>
          <p:cNvPr id="29" name="Text 25"/>
          <p:cNvSpPr txBox="1"/>
          <p:nvPr/>
        </p:nvSpPr>
        <p:spPr>
          <a:xfrm>
            <a:off x="4389120" y="2441448"/>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wat</a:t>
            </a:r>
            <a:endParaRPr lang="en-US" sz="1350" dirty="0"/>
          </a:p>
        </p:txBody>
      </p:sp>
      <p:sp>
        <p:nvSpPr>
          <p:cNvPr id="30" name="Text 26"/>
          <p:cNvSpPr txBox="1"/>
          <p:nvPr/>
        </p:nvSpPr>
        <p:spPr>
          <a:xfrm>
            <a:off x="6812280" y="2386584"/>
            <a:ext cx="4754880" cy="411480"/>
          </a:xfrm>
          <a:prstGeom prst="rect">
            <a:avLst/>
          </a:prstGeom>
          <a:noFill/>
          <a:ln/>
        </p:spPr>
        <p:txBody>
          <a:bodyPr wrap="square" lIns="0" tIns="0" rIns="0" bIns="0" rtlCol="0" anchor="ctr"/>
          <a:lstStyle/>
          <a:p>
            <a:pPr algn="l" indent="0" marL="0">
              <a:buNone/>
            </a:pPr>
            <a:r>
              <a:rPr lang="en-US" sz="1600" b="1" i="1" dirty="0">
                <a:solidFill>
                  <a:srgbClr val="2E7D4F"/>
                </a:solidFill>
              </a:rPr>
              <a:t>Wat</a:t>
            </a:r>
            <a:r>
              <a:rPr lang="en-US" sz="1600" i="1" dirty="0">
                <a:solidFill>
                  <a:srgbClr val="1B2333"/>
                </a:solidFill>
              </a:rPr>
              <a:t> je zegt, klopt.</a:t>
            </a:r>
            <a:endParaRPr lang="en-US" sz="1600" dirty="0"/>
          </a:p>
        </p:txBody>
      </p:sp>
      <p:sp>
        <p:nvSpPr>
          <p:cNvPr id="31" name="Shape 27"/>
          <p:cNvSpPr/>
          <p:nvPr/>
        </p:nvSpPr>
        <p:spPr>
          <a:xfrm>
            <a:off x="548640" y="2848356"/>
            <a:ext cx="11091672" cy="411480"/>
          </a:xfrm>
          <a:prstGeom prst="roundRect">
            <a:avLst>
              <a:gd name="adj" fmla="val 17778"/>
            </a:avLst>
          </a:prstGeom>
          <a:solidFill>
            <a:srgbClr val="FFFFFF"/>
          </a:solidFill>
          <a:ln w="12700">
            <a:solidFill>
              <a:srgbClr val="FFFFFF">
                <a:alpha val="0"/>
              </a:srgbClr>
            </a:solidFill>
            <a:prstDash val="solid"/>
          </a:ln>
        </p:spPr>
      </p:sp>
      <p:sp>
        <p:nvSpPr>
          <p:cNvPr id="32" name="Text 28"/>
          <p:cNvSpPr txBox="1"/>
          <p:nvPr/>
        </p:nvSpPr>
        <p:spPr>
          <a:xfrm>
            <a:off x="731520" y="2848356"/>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tout ce que, quelque chose que</a:t>
            </a:r>
            <a:endParaRPr lang="en-US" sz="1550" dirty="0"/>
          </a:p>
        </p:txBody>
      </p:sp>
      <p:sp>
        <p:nvSpPr>
          <p:cNvPr id="33" name="Shape 29"/>
          <p:cNvSpPr/>
          <p:nvPr/>
        </p:nvSpPr>
        <p:spPr>
          <a:xfrm>
            <a:off x="4389120" y="2903220"/>
            <a:ext cx="2148840" cy="301752"/>
          </a:xfrm>
          <a:prstGeom prst="roundRect">
            <a:avLst>
              <a:gd name="adj" fmla="val 36364"/>
            </a:avLst>
          </a:prstGeom>
          <a:solidFill>
            <a:srgbClr val="2E7D4F"/>
          </a:solidFill>
          <a:ln w="12700">
            <a:solidFill>
              <a:srgbClr val="FFFFFF">
                <a:alpha val="0"/>
              </a:srgbClr>
            </a:solidFill>
            <a:prstDash val="solid"/>
          </a:ln>
        </p:spPr>
      </p:sp>
      <p:sp>
        <p:nvSpPr>
          <p:cNvPr id="34" name="Text 30"/>
          <p:cNvSpPr txBox="1"/>
          <p:nvPr/>
        </p:nvSpPr>
        <p:spPr>
          <a:xfrm>
            <a:off x="4389120" y="2903220"/>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alles wat · iets wat</a:t>
            </a:r>
            <a:endParaRPr lang="en-US" sz="1350" dirty="0"/>
          </a:p>
        </p:txBody>
      </p:sp>
      <p:sp>
        <p:nvSpPr>
          <p:cNvPr id="35" name="Text 31"/>
          <p:cNvSpPr txBox="1"/>
          <p:nvPr/>
        </p:nvSpPr>
        <p:spPr>
          <a:xfrm>
            <a:off x="6812280" y="2848356"/>
            <a:ext cx="4754880" cy="411480"/>
          </a:xfrm>
          <a:prstGeom prst="rect">
            <a:avLst/>
          </a:prstGeom>
          <a:noFill/>
          <a:ln/>
        </p:spPr>
        <p:txBody>
          <a:bodyPr wrap="square" lIns="0" tIns="0" rIns="0" bIns="0" rtlCol="0" anchor="ctr"/>
          <a:lstStyle/>
          <a:p>
            <a:pPr algn="l" indent="0" marL="0">
              <a:buNone/>
            </a:pPr>
            <a:r>
              <a:rPr lang="en-US" sz="1600" i="1" dirty="0">
                <a:solidFill>
                  <a:srgbClr val="1B2333"/>
                </a:solidFill>
              </a:rPr>
              <a:t>alles </a:t>
            </a:r>
            <a:r>
              <a:rPr lang="en-US" sz="1600" b="1" i="1" dirty="0">
                <a:solidFill>
                  <a:srgbClr val="2E7D4F"/>
                </a:solidFill>
              </a:rPr>
              <a:t>wat</a:t>
            </a:r>
            <a:r>
              <a:rPr lang="en-US" sz="1600" i="1" dirty="0">
                <a:solidFill>
                  <a:srgbClr val="1B2333"/>
                </a:solidFill>
              </a:rPr>
              <a:t> je nodig hebt</a:t>
            </a:r>
            <a:endParaRPr lang="en-US" sz="1600" dirty="0"/>
          </a:p>
        </p:txBody>
      </p:sp>
      <p:sp>
        <p:nvSpPr>
          <p:cNvPr id="36" name="Shape 32"/>
          <p:cNvSpPr/>
          <p:nvPr/>
        </p:nvSpPr>
        <p:spPr>
          <a:xfrm>
            <a:off x="548640" y="3310128"/>
            <a:ext cx="11091672" cy="411480"/>
          </a:xfrm>
          <a:prstGeom prst="roundRect">
            <a:avLst>
              <a:gd name="adj" fmla="val 17778"/>
            </a:avLst>
          </a:prstGeom>
          <a:solidFill>
            <a:srgbClr val="EEF3F8"/>
          </a:solidFill>
          <a:ln w="12700">
            <a:solidFill>
              <a:srgbClr val="FFFFFF">
                <a:alpha val="0"/>
              </a:srgbClr>
            </a:solidFill>
            <a:prstDash val="solid"/>
          </a:ln>
        </p:spPr>
      </p:sp>
      <p:sp>
        <p:nvSpPr>
          <p:cNvPr id="37" name="Text 33"/>
          <p:cNvSpPr txBox="1"/>
          <p:nvPr/>
        </p:nvSpPr>
        <p:spPr>
          <a:xfrm>
            <a:off x="731520" y="3310128"/>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celui qui</a:t>
            </a:r>
            <a:endParaRPr lang="en-US" sz="1550" dirty="0"/>
          </a:p>
        </p:txBody>
      </p:sp>
      <p:sp>
        <p:nvSpPr>
          <p:cNvPr id="38" name="Shape 34"/>
          <p:cNvSpPr/>
          <p:nvPr/>
        </p:nvSpPr>
        <p:spPr>
          <a:xfrm>
            <a:off x="4389120" y="3364992"/>
            <a:ext cx="2148840" cy="301752"/>
          </a:xfrm>
          <a:prstGeom prst="roundRect">
            <a:avLst>
              <a:gd name="adj" fmla="val 36364"/>
            </a:avLst>
          </a:prstGeom>
          <a:solidFill>
            <a:srgbClr val="B4236A"/>
          </a:solidFill>
          <a:ln w="12700">
            <a:solidFill>
              <a:srgbClr val="FFFFFF">
                <a:alpha val="0"/>
              </a:srgbClr>
            </a:solidFill>
            <a:prstDash val="solid"/>
          </a:ln>
        </p:spPr>
      </p:sp>
      <p:sp>
        <p:nvSpPr>
          <p:cNvPr id="39" name="Text 35"/>
          <p:cNvSpPr txBox="1"/>
          <p:nvPr/>
        </p:nvSpPr>
        <p:spPr>
          <a:xfrm>
            <a:off x="4389120" y="3364992"/>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wie (degene die)</a:t>
            </a:r>
            <a:endParaRPr lang="en-US" sz="1350" dirty="0"/>
          </a:p>
        </p:txBody>
      </p:sp>
      <p:sp>
        <p:nvSpPr>
          <p:cNvPr id="40" name="Text 36"/>
          <p:cNvSpPr txBox="1"/>
          <p:nvPr/>
        </p:nvSpPr>
        <p:spPr>
          <a:xfrm>
            <a:off x="6812280" y="3310128"/>
            <a:ext cx="4754880" cy="411480"/>
          </a:xfrm>
          <a:prstGeom prst="rect">
            <a:avLst/>
          </a:prstGeom>
          <a:noFill/>
          <a:ln/>
        </p:spPr>
        <p:txBody>
          <a:bodyPr wrap="square" lIns="0" tIns="0" rIns="0" bIns="0" rtlCol="0" anchor="ctr"/>
          <a:lstStyle/>
          <a:p>
            <a:pPr algn="l" indent="0" marL="0">
              <a:buNone/>
            </a:pPr>
            <a:r>
              <a:rPr lang="en-US" sz="1600" b="1" i="1" dirty="0">
                <a:solidFill>
                  <a:srgbClr val="B4236A"/>
                </a:solidFill>
              </a:rPr>
              <a:t>Wie</a:t>
            </a:r>
            <a:r>
              <a:rPr lang="en-US" sz="1600" i="1" dirty="0">
                <a:solidFill>
                  <a:srgbClr val="1B2333"/>
                </a:solidFill>
              </a:rPr>
              <a:t> wil, mag gaan.</a:t>
            </a:r>
            <a:endParaRPr lang="en-US" sz="1600" dirty="0"/>
          </a:p>
        </p:txBody>
      </p:sp>
      <p:sp>
        <p:nvSpPr>
          <p:cNvPr id="41" name="Shape 37"/>
          <p:cNvSpPr/>
          <p:nvPr/>
        </p:nvSpPr>
        <p:spPr>
          <a:xfrm>
            <a:off x="548640" y="3771900"/>
            <a:ext cx="11091672" cy="411480"/>
          </a:xfrm>
          <a:prstGeom prst="roundRect">
            <a:avLst>
              <a:gd name="adj" fmla="val 17778"/>
            </a:avLst>
          </a:prstGeom>
          <a:solidFill>
            <a:srgbClr val="FFFFFF"/>
          </a:solidFill>
          <a:ln w="12700">
            <a:solidFill>
              <a:srgbClr val="FFFFFF">
                <a:alpha val="0"/>
              </a:srgbClr>
            </a:solidFill>
            <a:prstDash val="solid"/>
          </a:ln>
        </p:spPr>
      </p:sp>
      <p:sp>
        <p:nvSpPr>
          <p:cNvPr id="42" name="Text 38"/>
          <p:cNvSpPr txBox="1"/>
          <p:nvPr/>
        </p:nvSpPr>
        <p:spPr>
          <a:xfrm>
            <a:off x="731520" y="3771900"/>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préposition + qui (personne)</a:t>
            </a:r>
            <a:endParaRPr lang="en-US" sz="1550" dirty="0"/>
          </a:p>
        </p:txBody>
      </p:sp>
      <p:sp>
        <p:nvSpPr>
          <p:cNvPr id="43" name="Shape 39"/>
          <p:cNvSpPr/>
          <p:nvPr/>
        </p:nvSpPr>
        <p:spPr>
          <a:xfrm>
            <a:off x="4389120" y="3826764"/>
            <a:ext cx="2148840" cy="301752"/>
          </a:xfrm>
          <a:prstGeom prst="roundRect">
            <a:avLst>
              <a:gd name="adj" fmla="val 36364"/>
            </a:avLst>
          </a:prstGeom>
          <a:solidFill>
            <a:srgbClr val="B4236A"/>
          </a:solidFill>
          <a:ln w="12700">
            <a:solidFill>
              <a:srgbClr val="FFFFFF">
                <a:alpha val="0"/>
              </a:srgbClr>
            </a:solidFill>
            <a:prstDash val="solid"/>
          </a:ln>
        </p:spPr>
      </p:sp>
      <p:sp>
        <p:nvSpPr>
          <p:cNvPr id="44" name="Text 40"/>
          <p:cNvSpPr txBox="1"/>
          <p:nvPr/>
        </p:nvSpPr>
        <p:spPr>
          <a:xfrm>
            <a:off x="4389120" y="3826764"/>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prép. + wie</a:t>
            </a:r>
            <a:endParaRPr lang="en-US" sz="1350" dirty="0"/>
          </a:p>
        </p:txBody>
      </p:sp>
      <p:sp>
        <p:nvSpPr>
          <p:cNvPr id="45" name="Text 41"/>
          <p:cNvSpPr txBox="1"/>
          <p:nvPr/>
        </p:nvSpPr>
        <p:spPr>
          <a:xfrm>
            <a:off x="6812280" y="3771900"/>
            <a:ext cx="4754880" cy="411480"/>
          </a:xfrm>
          <a:prstGeom prst="rect">
            <a:avLst/>
          </a:prstGeom>
          <a:noFill/>
          <a:ln/>
        </p:spPr>
        <p:txBody>
          <a:bodyPr wrap="square" lIns="0" tIns="0" rIns="0" bIns="0" rtlCol="0" anchor="ctr"/>
          <a:lstStyle/>
          <a:p>
            <a:pPr algn="l" indent="0" marL="0">
              <a:buNone/>
            </a:pPr>
            <a:r>
              <a:rPr lang="en-US" sz="1600" i="1" dirty="0">
                <a:solidFill>
                  <a:srgbClr val="1B2333"/>
                </a:solidFill>
              </a:rPr>
              <a:t>de collega </a:t>
            </a:r>
            <a:r>
              <a:rPr lang="en-US" sz="1600" b="1" i="1" dirty="0">
                <a:solidFill>
                  <a:srgbClr val="B4236A"/>
                </a:solidFill>
              </a:rPr>
              <a:t>met wie</a:t>
            </a:r>
            <a:r>
              <a:rPr lang="en-US" sz="1600" i="1" dirty="0">
                <a:solidFill>
                  <a:srgbClr val="1B2333"/>
                </a:solidFill>
              </a:rPr>
              <a:t> ik werk</a:t>
            </a:r>
            <a:endParaRPr lang="en-US" sz="1600" dirty="0"/>
          </a:p>
        </p:txBody>
      </p:sp>
      <p:sp>
        <p:nvSpPr>
          <p:cNvPr id="46" name="Shape 42"/>
          <p:cNvSpPr/>
          <p:nvPr/>
        </p:nvSpPr>
        <p:spPr>
          <a:xfrm>
            <a:off x="548640" y="4233672"/>
            <a:ext cx="11091672" cy="411480"/>
          </a:xfrm>
          <a:prstGeom prst="roundRect">
            <a:avLst>
              <a:gd name="adj" fmla="val 17778"/>
            </a:avLst>
          </a:prstGeom>
          <a:solidFill>
            <a:srgbClr val="EEF3F8"/>
          </a:solidFill>
          <a:ln w="12700">
            <a:solidFill>
              <a:srgbClr val="FFFFFF">
                <a:alpha val="0"/>
              </a:srgbClr>
            </a:solidFill>
            <a:prstDash val="solid"/>
          </a:ln>
        </p:spPr>
      </p:sp>
      <p:sp>
        <p:nvSpPr>
          <p:cNvPr id="47" name="Text 43"/>
          <p:cNvSpPr txBox="1"/>
          <p:nvPr/>
        </p:nvSpPr>
        <p:spPr>
          <a:xfrm>
            <a:off x="731520" y="4233672"/>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préposition + lequel (chose)</a:t>
            </a:r>
            <a:endParaRPr lang="en-US" sz="1550" dirty="0"/>
          </a:p>
        </p:txBody>
      </p:sp>
      <p:sp>
        <p:nvSpPr>
          <p:cNvPr id="48" name="Shape 44"/>
          <p:cNvSpPr/>
          <p:nvPr/>
        </p:nvSpPr>
        <p:spPr>
          <a:xfrm>
            <a:off x="4389120" y="4288536"/>
            <a:ext cx="2148840" cy="301752"/>
          </a:xfrm>
          <a:prstGeom prst="roundRect">
            <a:avLst>
              <a:gd name="adj" fmla="val 36364"/>
            </a:avLst>
          </a:prstGeom>
          <a:solidFill>
            <a:srgbClr val="6E4A9E"/>
          </a:solidFill>
          <a:ln w="12700">
            <a:solidFill>
              <a:srgbClr val="FFFFFF">
                <a:alpha val="0"/>
              </a:srgbClr>
            </a:solidFill>
            <a:prstDash val="solid"/>
          </a:ln>
        </p:spPr>
      </p:sp>
      <p:sp>
        <p:nvSpPr>
          <p:cNvPr id="49" name="Text 45"/>
          <p:cNvSpPr txBox="1"/>
          <p:nvPr/>
        </p:nvSpPr>
        <p:spPr>
          <a:xfrm>
            <a:off x="4389120" y="4288536"/>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waar + prép.</a:t>
            </a:r>
            <a:endParaRPr lang="en-US" sz="1350" dirty="0"/>
          </a:p>
        </p:txBody>
      </p:sp>
      <p:sp>
        <p:nvSpPr>
          <p:cNvPr id="50" name="Text 46"/>
          <p:cNvSpPr txBox="1"/>
          <p:nvPr/>
        </p:nvSpPr>
        <p:spPr>
          <a:xfrm>
            <a:off x="6812280" y="4233672"/>
            <a:ext cx="4754880" cy="411480"/>
          </a:xfrm>
          <a:prstGeom prst="rect">
            <a:avLst/>
          </a:prstGeom>
          <a:noFill/>
          <a:ln/>
        </p:spPr>
        <p:txBody>
          <a:bodyPr wrap="square" lIns="0" tIns="0" rIns="0" bIns="0" rtlCol="0" anchor="ctr"/>
          <a:lstStyle/>
          <a:p>
            <a:pPr algn="l" indent="0" marL="0">
              <a:buNone/>
            </a:pPr>
            <a:r>
              <a:rPr lang="en-US" sz="1600" i="1" dirty="0">
                <a:solidFill>
                  <a:srgbClr val="1B2333"/>
                </a:solidFill>
              </a:rPr>
              <a:t>de pen </a:t>
            </a:r>
            <a:r>
              <a:rPr lang="en-US" sz="1600" b="1" i="1" dirty="0">
                <a:solidFill>
                  <a:srgbClr val="6E4A9E"/>
                </a:solidFill>
              </a:rPr>
              <a:t>waarmee</a:t>
            </a:r>
            <a:r>
              <a:rPr lang="en-US" sz="1600" i="1" dirty="0">
                <a:solidFill>
                  <a:srgbClr val="1B2333"/>
                </a:solidFill>
              </a:rPr>
              <a:t> ik schrijf</a:t>
            </a:r>
            <a:endParaRPr lang="en-US" sz="1600" dirty="0"/>
          </a:p>
        </p:txBody>
      </p:sp>
      <p:sp>
        <p:nvSpPr>
          <p:cNvPr id="51" name="Shape 47"/>
          <p:cNvSpPr/>
          <p:nvPr/>
        </p:nvSpPr>
        <p:spPr>
          <a:xfrm>
            <a:off x="548640" y="4695444"/>
            <a:ext cx="11091672" cy="411480"/>
          </a:xfrm>
          <a:prstGeom prst="roundRect">
            <a:avLst>
              <a:gd name="adj" fmla="val 17778"/>
            </a:avLst>
          </a:prstGeom>
          <a:solidFill>
            <a:srgbClr val="FFFFFF"/>
          </a:solidFill>
          <a:ln w="12700">
            <a:solidFill>
              <a:srgbClr val="FFFFFF">
                <a:alpha val="0"/>
              </a:srgbClr>
            </a:solidFill>
            <a:prstDash val="solid"/>
          </a:ln>
        </p:spPr>
      </p:sp>
      <p:sp>
        <p:nvSpPr>
          <p:cNvPr id="52" name="Text 48"/>
          <p:cNvSpPr txBox="1"/>
          <p:nvPr/>
        </p:nvSpPr>
        <p:spPr>
          <a:xfrm>
            <a:off x="731520" y="4695444"/>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où (lieu)</a:t>
            </a:r>
            <a:endParaRPr lang="en-US" sz="1550" dirty="0"/>
          </a:p>
        </p:txBody>
      </p:sp>
      <p:sp>
        <p:nvSpPr>
          <p:cNvPr id="53" name="Shape 49"/>
          <p:cNvSpPr/>
          <p:nvPr/>
        </p:nvSpPr>
        <p:spPr>
          <a:xfrm>
            <a:off x="4389120" y="4750308"/>
            <a:ext cx="2148840" cy="301752"/>
          </a:xfrm>
          <a:prstGeom prst="roundRect">
            <a:avLst>
              <a:gd name="adj" fmla="val 36364"/>
            </a:avLst>
          </a:prstGeom>
          <a:solidFill>
            <a:srgbClr val="6E4A9E"/>
          </a:solidFill>
          <a:ln w="12700">
            <a:solidFill>
              <a:srgbClr val="FFFFFF">
                <a:alpha val="0"/>
              </a:srgbClr>
            </a:solidFill>
            <a:prstDash val="solid"/>
          </a:ln>
        </p:spPr>
      </p:sp>
      <p:sp>
        <p:nvSpPr>
          <p:cNvPr id="54" name="Text 50"/>
          <p:cNvSpPr txBox="1"/>
          <p:nvPr/>
        </p:nvSpPr>
        <p:spPr>
          <a:xfrm>
            <a:off x="4389120" y="4750308"/>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waar</a:t>
            </a:r>
            <a:endParaRPr lang="en-US" sz="1350" dirty="0"/>
          </a:p>
        </p:txBody>
      </p:sp>
      <p:sp>
        <p:nvSpPr>
          <p:cNvPr id="55" name="Text 51"/>
          <p:cNvSpPr txBox="1"/>
          <p:nvPr/>
        </p:nvSpPr>
        <p:spPr>
          <a:xfrm>
            <a:off x="6812280" y="4695444"/>
            <a:ext cx="4754880" cy="411480"/>
          </a:xfrm>
          <a:prstGeom prst="rect">
            <a:avLst/>
          </a:prstGeom>
          <a:noFill/>
          <a:ln/>
        </p:spPr>
        <p:txBody>
          <a:bodyPr wrap="square" lIns="0" tIns="0" rIns="0" bIns="0" rtlCol="0" anchor="ctr"/>
          <a:lstStyle/>
          <a:p>
            <a:pPr algn="l" indent="0" marL="0">
              <a:buNone/>
            </a:pPr>
            <a:r>
              <a:rPr lang="en-US" sz="1600" i="1" dirty="0">
                <a:solidFill>
                  <a:srgbClr val="1B2333"/>
                </a:solidFill>
              </a:rPr>
              <a:t>het kantoor </a:t>
            </a:r>
            <a:r>
              <a:rPr lang="en-US" sz="1600" b="1" i="1" dirty="0">
                <a:solidFill>
                  <a:srgbClr val="6E4A9E"/>
                </a:solidFill>
              </a:rPr>
              <a:t>waar</a:t>
            </a:r>
            <a:r>
              <a:rPr lang="en-US" sz="1600" i="1" dirty="0">
                <a:solidFill>
                  <a:srgbClr val="1B2333"/>
                </a:solidFill>
              </a:rPr>
              <a:t> ik werk</a:t>
            </a:r>
            <a:endParaRPr lang="en-US" sz="1600" dirty="0"/>
          </a:p>
        </p:txBody>
      </p:sp>
      <p:sp>
        <p:nvSpPr>
          <p:cNvPr id="56" name="Shape 52"/>
          <p:cNvSpPr/>
          <p:nvPr/>
        </p:nvSpPr>
        <p:spPr>
          <a:xfrm>
            <a:off x="548640" y="5157216"/>
            <a:ext cx="11091672" cy="411480"/>
          </a:xfrm>
          <a:prstGeom prst="roundRect">
            <a:avLst>
              <a:gd name="adj" fmla="val 17778"/>
            </a:avLst>
          </a:prstGeom>
          <a:solidFill>
            <a:srgbClr val="EEF3F8"/>
          </a:solidFill>
          <a:ln w="12700">
            <a:solidFill>
              <a:srgbClr val="FFFFFF">
                <a:alpha val="0"/>
              </a:srgbClr>
            </a:solidFill>
            <a:prstDash val="solid"/>
          </a:ln>
        </p:spPr>
      </p:sp>
      <p:sp>
        <p:nvSpPr>
          <p:cNvPr id="57" name="Text 53"/>
          <p:cNvSpPr txBox="1"/>
          <p:nvPr/>
        </p:nvSpPr>
        <p:spPr>
          <a:xfrm>
            <a:off x="731520" y="5157216"/>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où (temps)</a:t>
            </a:r>
            <a:endParaRPr lang="en-US" sz="1550" dirty="0"/>
          </a:p>
        </p:txBody>
      </p:sp>
      <p:sp>
        <p:nvSpPr>
          <p:cNvPr id="58" name="Shape 54"/>
          <p:cNvSpPr/>
          <p:nvPr/>
        </p:nvSpPr>
        <p:spPr>
          <a:xfrm>
            <a:off x="4389120" y="5212080"/>
            <a:ext cx="2148840" cy="301752"/>
          </a:xfrm>
          <a:prstGeom prst="roundRect">
            <a:avLst>
              <a:gd name="adj" fmla="val 36364"/>
            </a:avLst>
          </a:prstGeom>
          <a:solidFill>
            <a:srgbClr val="2A6FB0"/>
          </a:solidFill>
          <a:ln w="12700">
            <a:solidFill>
              <a:srgbClr val="FFFFFF">
                <a:alpha val="0"/>
              </a:srgbClr>
            </a:solidFill>
            <a:prstDash val="solid"/>
          </a:ln>
        </p:spPr>
      </p:sp>
      <p:sp>
        <p:nvSpPr>
          <p:cNvPr id="59" name="Text 55"/>
          <p:cNvSpPr txBox="1"/>
          <p:nvPr/>
        </p:nvSpPr>
        <p:spPr>
          <a:xfrm>
            <a:off x="4389120" y="5212080"/>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dat · waarop</a:t>
            </a:r>
            <a:endParaRPr lang="en-US" sz="1350" dirty="0"/>
          </a:p>
        </p:txBody>
      </p:sp>
      <p:sp>
        <p:nvSpPr>
          <p:cNvPr id="60" name="Text 56"/>
          <p:cNvSpPr txBox="1"/>
          <p:nvPr/>
        </p:nvSpPr>
        <p:spPr>
          <a:xfrm>
            <a:off x="6812280" y="5157216"/>
            <a:ext cx="4754880" cy="411480"/>
          </a:xfrm>
          <a:prstGeom prst="rect">
            <a:avLst/>
          </a:prstGeom>
          <a:noFill/>
          <a:ln/>
        </p:spPr>
        <p:txBody>
          <a:bodyPr wrap="square" lIns="0" tIns="0" rIns="0" bIns="0" rtlCol="0" anchor="ctr"/>
          <a:lstStyle/>
          <a:p>
            <a:pPr algn="l" indent="0" marL="0">
              <a:buNone/>
            </a:pPr>
            <a:r>
              <a:rPr lang="en-US" sz="1600" i="1" dirty="0">
                <a:solidFill>
                  <a:srgbClr val="1B2333"/>
                </a:solidFill>
              </a:rPr>
              <a:t>de dag </a:t>
            </a:r>
            <a:r>
              <a:rPr lang="en-US" sz="1600" b="1" i="1" dirty="0">
                <a:solidFill>
                  <a:srgbClr val="2A6FB0"/>
                </a:solidFill>
              </a:rPr>
              <a:t>dat</a:t>
            </a:r>
            <a:r>
              <a:rPr lang="en-US" sz="1600" i="1" dirty="0">
                <a:solidFill>
                  <a:srgbClr val="1B2333"/>
                </a:solidFill>
              </a:rPr>
              <a:t> ik begon</a:t>
            </a:r>
            <a:endParaRPr lang="en-US" sz="1600" dirty="0"/>
          </a:p>
        </p:txBody>
      </p:sp>
      <p:sp>
        <p:nvSpPr>
          <p:cNvPr id="61" name="Shape 57"/>
          <p:cNvSpPr/>
          <p:nvPr/>
        </p:nvSpPr>
        <p:spPr>
          <a:xfrm>
            <a:off x="548640" y="5618988"/>
            <a:ext cx="11091672" cy="411480"/>
          </a:xfrm>
          <a:prstGeom prst="roundRect">
            <a:avLst>
              <a:gd name="adj" fmla="val 17778"/>
            </a:avLst>
          </a:prstGeom>
          <a:solidFill>
            <a:srgbClr val="FFFFFF"/>
          </a:solidFill>
          <a:ln w="12700">
            <a:solidFill>
              <a:srgbClr val="FFFFFF">
                <a:alpha val="0"/>
              </a:srgbClr>
            </a:solidFill>
            <a:prstDash val="solid"/>
          </a:ln>
        </p:spPr>
      </p:sp>
      <p:sp>
        <p:nvSpPr>
          <p:cNvPr id="62" name="Text 58"/>
          <p:cNvSpPr txBox="1"/>
          <p:nvPr/>
        </p:nvSpPr>
        <p:spPr>
          <a:xfrm>
            <a:off x="731520" y="5618988"/>
            <a:ext cx="3566160" cy="411480"/>
          </a:xfrm>
          <a:prstGeom prst="rect">
            <a:avLst/>
          </a:prstGeom>
          <a:noFill/>
          <a:ln/>
        </p:spPr>
        <p:txBody>
          <a:bodyPr wrap="square" lIns="0" tIns="0" rIns="0" bIns="0" rtlCol="0" anchor="ctr"/>
          <a:lstStyle/>
          <a:p>
            <a:pPr algn="l" indent="0" marL="0">
              <a:buNone/>
            </a:pPr>
            <a:r>
              <a:rPr lang="en-US" sz="1550" dirty="0">
                <a:solidFill>
                  <a:srgbClr val="17375E"/>
                </a:solidFill>
              </a:rPr>
              <a:t>dont</a:t>
            </a:r>
            <a:endParaRPr lang="en-US" sz="1550" dirty="0"/>
          </a:p>
        </p:txBody>
      </p:sp>
      <p:sp>
        <p:nvSpPr>
          <p:cNvPr id="63" name="Shape 59"/>
          <p:cNvSpPr/>
          <p:nvPr/>
        </p:nvSpPr>
        <p:spPr>
          <a:xfrm>
            <a:off x="4389120" y="5673852"/>
            <a:ext cx="2148840" cy="301752"/>
          </a:xfrm>
          <a:prstGeom prst="roundRect">
            <a:avLst>
              <a:gd name="adj" fmla="val 36364"/>
            </a:avLst>
          </a:prstGeom>
          <a:solidFill>
            <a:srgbClr val="4A5A70"/>
          </a:solidFill>
          <a:ln w="12700">
            <a:solidFill>
              <a:srgbClr val="FFFFFF">
                <a:alpha val="0"/>
              </a:srgbClr>
            </a:solidFill>
            <a:prstDash val="solid"/>
          </a:ln>
        </p:spPr>
      </p:sp>
      <p:sp>
        <p:nvSpPr>
          <p:cNvPr id="64" name="Text 60"/>
          <p:cNvSpPr txBox="1"/>
          <p:nvPr/>
        </p:nvSpPr>
        <p:spPr>
          <a:xfrm>
            <a:off x="4389120" y="5673852"/>
            <a:ext cx="2148840" cy="301752"/>
          </a:xfrm>
          <a:prstGeom prst="rect">
            <a:avLst/>
          </a:prstGeom>
          <a:noFill/>
          <a:ln/>
        </p:spPr>
        <p:txBody>
          <a:bodyPr wrap="square" lIns="0" tIns="0" rIns="0" bIns="0" rtlCol="0" anchor="ctr"/>
          <a:lstStyle/>
          <a:p>
            <a:pPr algn="ctr" indent="0" marL="0">
              <a:buNone/>
            </a:pPr>
            <a:r>
              <a:rPr lang="en-US" sz="1350" b="1" dirty="0">
                <a:solidFill>
                  <a:srgbClr val="FFFFFF"/>
                </a:solidFill>
              </a:rPr>
              <a:t>selon le verbe</a:t>
            </a:r>
            <a:endParaRPr lang="en-US" sz="1350" dirty="0"/>
          </a:p>
        </p:txBody>
      </p:sp>
      <p:sp>
        <p:nvSpPr>
          <p:cNvPr id="65" name="Text 61"/>
          <p:cNvSpPr txBox="1"/>
          <p:nvPr/>
        </p:nvSpPr>
        <p:spPr>
          <a:xfrm>
            <a:off x="6812280" y="5618988"/>
            <a:ext cx="4754880" cy="411480"/>
          </a:xfrm>
          <a:prstGeom prst="rect">
            <a:avLst/>
          </a:prstGeom>
          <a:noFill/>
          <a:ln/>
        </p:spPr>
        <p:txBody>
          <a:bodyPr wrap="square" lIns="0" tIns="0" rIns="0" bIns="0" rtlCol="0" anchor="ctr"/>
          <a:lstStyle/>
          <a:p>
            <a:pPr algn="l" indent="0" marL="0">
              <a:buNone/>
            </a:pPr>
            <a:r>
              <a:rPr lang="en-US" sz="1600" i="1" dirty="0">
                <a:solidFill>
                  <a:srgbClr val="1B2333"/>
                </a:solidFill>
              </a:rPr>
              <a:t>het dossier </a:t>
            </a:r>
            <a:r>
              <a:rPr lang="en-US" sz="1600" b="1" i="1" dirty="0">
                <a:solidFill>
                  <a:srgbClr val="D9700F"/>
                </a:solidFill>
              </a:rPr>
              <a:t>dat</a:t>
            </a:r>
            <a:r>
              <a:rPr lang="en-US" sz="1600" i="1" dirty="0">
                <a:solidFill>
                  <a:srgbClr val="1B2333"/>
                </a:solidFill>
              </a:rPr>
              <a:t> ik nodig heb</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Sept pièges à éviter</a:t>
            </a:r>
            <a:endParaRPr lang="en-US" sz="3000" dirty="0"/>
          </a:p>
        </p:txBody>
      </p:sp>
      <p:sp>
        <p:nvSpPr>
          <p:cNvPr id="3" name="tag"/>
          <p:cNvSpPr/>
          <p:nvPr/>
        </p:nvSpPr>
        <p:spPr>
          <a:xfrm>
            <a:off x="548640" y="237744"/>
            <a:ext cx="1122883" cy="310896"/>
          </a:xfrm>
          <a:prstGeom prst="roundRect">
            <a:avLst>
              <a:gd name="adj" fmla="val 14706"/>
            </a:avLst>
          </a:prstGeom>
          <a:solidFill>
            <a:schemeClr val="accent6"/>
          </a:solidFill>
          <a:ln/>
        </p:spPr>
        <p:txBody>
          <a:bodyPr wrap="square" lIns="0" tIns="0" rIns="0" bIns="0" rtlCol="0" anchor="ctr"/>
          <a:lstStyle/>
          <a:p>
            <a:pPr algn="ctr" indent="0" marL="0">
              <a:buNone/>
            </a:pPr>
            <a:r>
              <a:rPr lang="en-US" sz="1200" b="1" spc="100" kern="0" dirty="0">
                <a:solidFill>
                  <a:srgbClr val="FFFFFF"/>
                </a:solidFill>
              </a:rPr>
              <a:t>PIÈGES</a:t>
            </a:r>
            <a:endParaRPr lang="en-US" sz="1200" dirty="0"/>
          </a:p>
        </p:txBody>
      </p:sp>
      <p:sp>
        <p:nvSpPr>
          <p:cNvPr id="5" name="Shape 2"/>
          <p:cNvSpPr/>
          <p:nvPr/>
        </p:nvSpPr>
        <p:spPr>
          <a:xfrm>
            <a:off x="548640" y="1481328"/>
            <a:ext cx="2635758" cy="2103120"/>
          </a:xfrm>
          <a:prstGeom prst="roundRect">
            <a:avLst>
              <a:gd name="adj" fmla="val 521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 name="Text 3"/>
          <p:cNvSpPr txBox="1"/>
          <p:nvPr/>
        </p:nvSpPr>
        <p:spPr>
          <a:xfrm>
            <a:off x="685800" y="1554480"/>
            <a:ext cx="2361438" cy="457200"/>
          </a:xfrm>
          <a:prstGeom prst="rect">
            <a:avLst/>
          </a:prstGeom>
          <a:noFill/>
          <a:ln/>
        </p:spPr>
        <p:txBody>
          <a:bodyPr wrap="square" lIns="0" tIns="0" rIns="0" bIns="0" rtlCol="0" anchor="ctr"/>
          <a:lstStyle/>
          <a:p>
            <a:pPr algn="l" indent="0" marL="0">
              <a:buNone/>
            </a:pPr>
            <a:r>
              <a:rPr lang="en-US" sz="1400" b="1" dirty="0">
                <a:solidFill>
                  <a:srgbClr val="17375E"/>
                </a:solidFill>
              </a:rPr>
              <a:t>1. le mot </a:t>
            </a:r>
            <a:r>
              <a:rPr lang="en-US" sz="1400" b="1" i="1" dirty="0">
                <a:solidFill>
                  <a:srgbClr val="17375E"/>
                </a:solidFill>
              </a:rPr>
              <a:t>het</a:t>
            </a:r>
            <a:endParaRPr lang="en-US" sz="1400" dirty="0"/>
          </a:p>
        </p:txBody>
      </p:sp>
      <p:sp>
        <p:nvSpPr>
          <p:cNvPr id="7" name="Text 4"/>
          <p:cNvSpPr txBox="1"/>
          <p:nvPr/>
        </p:nvSpPr>
        <p:spPr>
          <a:xfrm>
            <a:off x="685800" y="2103120"/>
            <a:ext cx="2361438" cy="640080"/>
          </a:xfrm>
          <a:prstGeom prst="rect">
            <a:avLst/>
          </a:prstGeom>
          <a:noFill/>
          <a:ln/>
        </p:spPr>
        <p:txBody>
          <a:bodyPr wrap="square" lIns="0" tIns="0" rIns="0" bIns="0" rtlCol="0" anchor="ctr"/>
          <a:lstStyle/>
          <a:p>
            <a:pPr algn="l" indent="0" marL="0">
              <a:buNone/>
            </a:pPr>
            <a:r>
              <a:rPr lang="en-US" sz="1550" b="1" dirty="0">
                <a:solidFill>
                  <a:srgbClr val="B83227"/>
                </a:solidFill>
              </a:rPr>
              <a:t>✗</a:t>
            </a:r>
            <a:r>
              <a:rPr lang="en-US" sz="1550" dirty="0">
                <a:solidFill>
                  <a:srgbClr val="1B2333"/>
                </a:solidFill>
              </a:rPr>
              <a:t>  </a:t>
            </a:r>
            <a:r>
              <a:rPr lang="en-US" sz="1550" i="1" strike="sngStrike" dirty="0">
                <a:solidFill>
                  <a:srgbClr val="B83227"/>
                </a:solidFill>
              </a:rPr>
              <a:t>het meisje die</a:t>
            </a:r>
            <a:endParaRPr lang="en-US" sz="1550" dirty="0"/>
          </a:p>
        </p:txBody>
      </p:sp>
      <p:sp>
        <p:nvSpPr>
          <p:cNvPr id="8" name="Text 5"/>
          <p:cNvSpPr txBox="1"/>
          <p:nvPr/>
        </p:nvSpPr>
        <p:spPr>
          <a:xfrm>
            <a:off x="685800" y="2761488"/>
            <a:ext cx="2361438" cy="685800"/>
          </a:xfrm>
          <a:prstGeom prst="rect">
            <a:avLst/>
          </a:prstGeom>
          <a:noFill/>
          <a:ln/>
        </p:spPr>
        <p:txBody>
          <a:bodyPr wrap="square" lIns="0" tIns="0" rIns="0" bIns="0" rtlCol="0" anchor="ctr"/>
          <a:lstStyle/>
          <a:p>
            <a:pPr algn="l" indent="0" marL="0">
              <a:buNone/>
            </a:pPr>
            <a:r>
              <a:rPr lang="en-US" sz="1600" b="1" dirty="0">
                <a:solidFill>
                  <a:srgbClr val="2E7D4F"/>
                </a:solidFill>
              </a:rPr>
              <a:t>✓</a:t>
            </a:r>
            <a:r>
              <a:rPr lang="en-US" sz="1600" dirty="0">
                <a:solidFill>
                  <a:srgbClr val="1B2333"/>
                </a:solidFill>
              </a:rPr>
              <a:t>  </a:t>
            </a:r>
            <a:r>
              <a:rPr lang="en-US" sz="1600" i="1" dirty="0">
                <a:solidFill>
                  <a:srgbClr val="1B2333"/>
                </a:solidFill>
              </a:rPr>
              <a:t>het meisje </a:t>
            </a:r>
            <a:r>
              <a:rPr lang="en-US" sz="1600" b="1" i="1" dirty="0">
                <a:solidFill>
                  <a:srgbClr val="D9700F"/>
                </a:solidFill>
              </a:rPr>
              <a:t>dat</a:t>
            </a:r>
            <a:endParaRPr lang="en-US" sz="1600" dirty="0"/>
          </a:p>
        </p:txBody>
      </p:sp>
      <p:sp>
        <p:nvSpPr>
          <p:cNvPr id="9" name="Shape 6"/>
          <p:cNvSpPr/>
          <p:nvPr/>
        </p:nvSpPr>
        <p:spPr>
          <a:xfrm>
            <a:off x="3367278" y="1481328"/>
            <a:ext cx="2635758" cy="2103120"/>
          </a:xfrm>
          <a:prstGeom prst="roundRect">
            <a:avLst>
              <a:gd name="adj" fmla="val 521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0" name="Text 7"/>
          <p:cNvSpPr txBox="1"/>
          <p:nvPr/>
        </p:nvSpPr>
        <p:spPr>
          <a:xfrm>
            <a:off x="3504438" y="1554480"/>
            <a:ext cx="2361438" cy="457200"/>
          </a:xfrm>
          <a:prstGeom prst="rect">
            <a:avLst/>
          </a:prstGeom>
          <a:noFill/>
          <a:ln/>
        </p:spPr>
        <p:txBody>
          <a:bodyPr wrap="square" lIns="0" tIns="0" rIns="0" bIns="0" rtlCol="0" anchor="ctr"/>
          <a:lstStyle/>
          <a:p>
            <a:pPr algn="l" indent="0" marL="0">
              <a:buNone/>
            </a:pPr>
            <a:r>
              <a:rPr lang="en-US" sz="1400" b="1" dirty="0">
                <a:solidFill>
                  <a:srgbClr val="17375E"/>
                </a:solidFill>
              </a:rPr>
              <a:t>2. la place du verbe</a:t>
            </a:r>
            <a:endParaRPr lang="en-US" sz="1400" dirty="0"/>
          </a:p>
        </p:txBody>
      </p:sp>
      <p:sp>
        <p:nvSpPr>
          <p:cNvPr id="11" name="Text 8"/>
          <p:cNvSpPr txBox="1"/>
          <p:nvPr/>
        </p:nvSpPr>
        <p:spPr>
          <a:xfrm>
            <a:off x="3504438" y="2103120"/>
            <a:ext cx="2361438" cy="640080"/>
          </a:xfrm>
          <a:prstGeom prst="rect">
            <a:avLst/>
          </a:prstGeom>
          <a:noFill/>
          <a:ln/>
        </p:spPr>
        <p:txBody>
          <a:bodyPr wrap="square" lIns="0" tIns="0" rIns="0" bIns="0" rtlCol="0" anchor="ctr"/>
          <a:lstStyle/>
          <a:p>
            <a:pPr algn="l" indent="0" marL="0">
              <a:buNone/>
            </a:pPr>
            <a:r>
              <a:rPr lang="en-US" sz="1550" b="1" dirty="0">
                <a:solidFill>
                  <a:srgbClr val="B83227"/>
                </a:solidFill>
              </a:rPr>
              <a:t>✗</a:t>
            </a:r>
            <a:r>
              <a:rPr lang="en-US" sz="1550" dirty="0">
                <a:solidFill>
                  <a:srgbClr val="1B2333"/>
                </a:solidFill>
              </a:rPr>
              <a:t>  </a:t>
            </a:r>
            <a:r>
              <a:rPr lang="en-US" sz="1550" i="1" strike="sngStrike" dirty="0">
                <a:solidFill>
                  <a:srgbClr val="B83227"/>
                </a:solidFill>
              </a:rPr>
              <a:t>die heeft de sleutel</a:t>
            </a:r>
            <a:endParaRPr lang="en-US" sz="1550" dirty="0"/>
          </a:p>
        </p:txBody>
      </p:sp>
      <p:sp>
        <p:nvSpPr>
          <p:cNvPr id="12" name="Text 9"/>
          <p:cNvSpPr txBox="1"/>
          <p:nvPr/>
        </p:nvSpPr>
        <p:spPr>
          <a:xfrm>
            <a:off x="3504438" y="2761488"/>
            <a:ext cx="2361438" cy="685800"/>
          </a:xfrm>
          <a:prstGeom prst="rect">
            <a:avLst/>
          </a:prstGeom>
          <a:noFill/>
          <a:ln/>
        </p:spPr>
        <p:txBody>
          <a:bodyPr wrap="square" lIns="0" tIns="0" rIns="0" bIns="0" rtlCol="0" anchor="ctr"/>
          <a:lstStyle/>
          <a:p>
            <a:pPr algn="l" indent="0" marL="0">
              <a:buNone/>
            </a:pPr>
            <a:r>
              <a:rPr lang="en-US" sz="1600" b="1" dirty="0">
                <a:solidFill>
                  <a:srgbClr val="2E7D4F"/>
                </a:solidFill>
              </a:rPr>
              <a:t>✓</a:t>
            </a:r>
            <a:r>
              <a:rPr lang="en-US" sz="1600" dirty="0">
                <a:solidFill>
                  <a:srgbClr val="1B2333"/>
                </a:solidFill>
              </a:rPr>
              <a:t>  </a:t>
            </a:r>
            <a:r>
              <a:rPr lang="en-US" sz="1600" b="1" i="1" dirty="0">
                <a:solidFill>
                  <a:srgbClr val="17375E"/>
                </a:solidFill>
              </a:rPr>
              <a:t>die</a:t>
            </a:r>
            <a:r>
              <a:rPr lang="en-US" sz="1600" i="1" dirty="0">
                <a:solidFill>
                  <a:srgbClr val="1B2333"/>
                </a:solidFill>
              </a:rPr>
              <a:t> de sleutel </a:t>
            </a:r>
            <a:r>
              <a:rPr lang="en-US" sz="1600" b="1" i="1" dirty="0">
                <a:solidFill>
                  <a:srgbClr val="B83227"/>
                </a:solidFill>
              </a:rPr>
              <a:t>heeft</a:t>
            </a:r>
            <a:endParaRPr lang="en-US" sz="1600" dirty="0"/>
          </a:p>
        </p:txBody>
      </p:sp>
      <p:sp>
        <p:nvSpPr>
          <p:cNvPr id="13" name="Shape 10"/>
          <p:cNvSpPr/>
          <p:nvPr/>
        </p:nvSpPr>
        <p:spPr>
          <a:xfrm>
            <a:off x="6185916" y="1481328"/>
            <a:ext cx="2635758" cy="2103120"/>
          </a:xfrm>
          <a:prstGeom prst="roundRect">
            <a:avLst>
              <a:gd name="adj" fmla="val 521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4" name="Text 11"/>
          <p:cNvSpPr txBox="1"/>
          <p:nvPr/>
        </p:nvSpPr>
        <p:spPr>
          <a:xfrm>
            <a:off x="6323076" y="1554480"/>
            <a:ext cx="2361438" cy="457200"/>
          </a:xfrm>
          <a:prstGeom prst="rect">
            <a:avLst/>
          </a:prstGeom>
          <a:noFill/>
          <a:ln/>
        </p:spPr>
        <p:txBody>
          <a:bodyPr wrap="square" lIns="0" tIns="0" rIns="0" bIns="0" rtlCol="0" anchor="ctr"/>
          <a:lstStyle/>
          <a:p>
            <a:pPr algn="l" indent="0" marL="0">
              <a:buNone/>
            </a:pPr>
            <a:r>
              <a:rPr lang="en-US" sz="1400" b="1" dirty="0">
                <a:solidFill>
                  <a:srgbClr val="17375E"/>
                </a:solidFill>
              </a:rPr>
              <a:t>3. une phrase entière</a:t>
            </a:r>
            <a:endParaRPr lang="en-US" sz="1400" dirty="0"/>
          </a:p>
        </p:txBody>
      </p:sp>
      <p:sp>
        <p:nvSpPr>
          <p:cNvPr id="15" name="Text 12"/>
          <p:cNvSpPr txBox="1"/>
          <p:nvPr/>
        </p:nvSpPr>
        <p:spPr>
          <a:xfrm>
            <a:off x="6323076" y="2103120"/>
            <a:ext cx="2361438" cy="640080"/>
          </a:xfrm>
          <a:prstGeom prst="rect">
            <a:avLst/>
          </a:prstGeom>
          <a:noFill/>
          <a:ln/>
        </p:spPr>
        <p:txBody>
          <a:bodyPr wrap="square" lIns="0" tIns="0" rIns="0" bIns="0" rtlCol="0" anchor="ctr"/>
          <a:lstStyle/>
          <a:p>
            <a:pPr algn="l" indent="0" marL="0">
              <a:buNone/>
            </a:pPr>
            <a:r>
              <a:rPr lang="en-US" sz="1550" b="1" dirty="0">
                <a:solidFill>
                  <a:srgbClr val="B83227"/>
                </a:solidFill>
              </a:rPr>
              <a:t>✗</a:t>
            </a:r>
            <a:r>
              <a:rPr lang="en-US" sz="1550" dirty="0">
                <a:solidFill>
                  <a:srgbClr val="1B2333"/>
                </a:solidFill>
              </a:rPr>
              <a:t>  </a:t>
            </a:r>
            <a:r>
              <a:rPr lang="en-US" sz="1550" i="1" strike="sngStrike" dirty="0">
                <a:solidFill>
                  <a:srgbClr val="B83227"/>
                </a:solidFill>
              </a:rPr>
              <a:t>…, dat ik jammer vind</a:t>
            </a:r>
            <a:endParaRPr lang="en-US" sz="1550" dirty="0"/>
          </a:p>
        </p:txBody>
      </p:sp>
      <p:sp>
        <p:nvSpPr>
          <p:cNvPr id="16" name="Text 13"/>
          <p:cNvSpPr txBox="1"/>
          <p:nvPr/>
        </p:nvSpPr>
        <p:spPr>
          <a:xfrm>
            <a:off x="6323076" y="2761488"/>
            <a:ext cx="2361438" cy="685800"/>
          </a:xfrm>
          <a:prstGeom prst="rect">
            <a:avLst/>
          </a:prstGeom>
          <a:noFill/>
          <a:ln/>
        </p:spPr>
        <p:txBody>
          <a:bodyPr wrap="square" lIns="0" tIns="0" rIns="0" bIns="0" rtlCol="0" anchor="ctr"/>
          <a:lstStyle/>
          <a:p>
            <a:pPr algn="l" indent="0" marL="0">
              <a:buNone/>
            </a:pPr>
            <a:r>
              <a:rPr lang="en-US" sz="1600" b="1" dirty="0">
                <a:solidFill>
                  <a:srgbClr val="2E7D4F"/>
                </a:solidFill>
              </a:rPr>
              <a:t>✓</a:t>
            </a:r>
            <a:r>
              <a:rPr lang="en-US" sz="1600" dirty="0">
                <a:solidFill>
                  <a:srgbClr val="1B2333"/>
                </a:solidFill>
              </a:rPr>
              <a:t>  </a:t>
            </a:r>
            <a:r>
              <a:rPr lang="en-US" sz="1600" i="1" dirty="0">
                <a:solidFill>
                  <a:srgbClr val="1B2333"/>
                </a:solidFill>
              </a:rPr>
              <a:t>…, </a:t>
            </a:r>
            <a:r>
              <a:rPr lang="en-US" sz="1600" b="1" i="1" dirty="0">
                <a:solidFill>
                  <a:srgbClr val="2E7D4F"/>
                </a:solidFill>
              </a:rPr>
              <a:t>wat</a:t>
            </a:r>
            <a:r>
              <a:rPr lang="en-US" sz="1600" i="1" dirty="0">
                <a:solidFill>
                  <a:srgbClr val="1B2333"/>
                </a:solidFill>
              </a:rPr>
              <a:t> ik jammer vind</a:t>
            </a:r>
            <a:endParaRPr lang="en-US" sz="1600" dirty="0"/>
          </a:p>
        </p:txBody>
      </p:sp>
      <p:sp>
        <p:nvSpPr>
          <p:cNvPr id="17" name="Shape 14"/>
          <p:cNvSpPr/>
          <p:nvPr/>
        </p:nvSpPr>
        <p:spPr>
          <a:xfrm>
            <a:off x="9004554" y="1481328"/>
            <a:ext cx="2635758" cy="2103120"/>
          </a:xfrm>
          <a:prstGeom prst="roundRect">
            <a:avLst>
              <a:gd name="adj" fmla="val 521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9141714" y="1554480"/>
            <a:ext cx="2361438" cy="457200"/>
          </a:xfrm>
          <a:prstGeom prst="rect">
            <a:avLst/>
          </a:prstGeom>
          <a:noFill/>
          <a:ln/>
        </p:spPr>
        <p:txBody>
          <a:bodyPr wrap="square" lIns="0" tIns="0" rIns="0" bIns="0" rtlCol="0" anchor="ctr"/>
          <a:lstStyle/>
          <a:p>
            <a:pPr algn="l" indent="0" marL="0">
              <a:buNone/>
            </a:pPr>
            <a:r>
              <a:rPr lang="en-US" sz="1400" b="1" dirty="0">
                <a:solidFill>
                  <a:srgbClr val="17375E"/>
                </a:solidFill>
              </a:rPr>
              <a:t>4. </a:t>
            </a:r>
            <a:r>
              <a:rPr lang="en-US" sz="1400" b="1" i="1" dirty="0">
                <a:solidFill>
                  <a:srgbClr val="17375E"/>
                </a:solidFill>
              </a:rPr>
              <a:t>alles, iets</a:t>
            </a:r>
            <a:endParaRPr lang="en-US" sz="1400" dirty="0"/>
          </a:p>
        </p:txBody>
      </p:sp>
      <p:sp>
        <p:nvSpPr>
          <p:cNvPr id="19" name="Text 16"/>
          <p:cNvSpPr txBox="1"/>
          <p:nvPr/>
        </p:nvSpPr>
        <p:spPr>
          <a:xfrm>
            <a:off x="9141714" y="2103120"/>
            <a:ext cx="2361438" cy="640080"/>
          </a:xfrm>
          <a:prstGeom prst="rect">
            <a:avLst/>
          </a:prstGeom>
          <a:noFill/>
          <a:ln/>
        </p:spPr>
        <p:txBody>
          <a:bodyPr wrap="square" lIns="0" tIns="0" rIns="0" bIns="0" rtlCol="0" anchor="ctr"/>
          <a:lstStyle/>
          <a:p>
            <a:pPr algn="l" indent="0" marL="0">
              <a:buNone/>
            </a:pPr>
            <a:r>
              <a:rPr lang="en-US" sz="1550" b="1" dirty="0">
                <a:solidFill>
                  <a:srgbClr val="B83227"/>
                </a:solidFill>
              </a:rPr>
              <a:t>✗</a:t>
            </a:r>
            <a:r>
              <a:rPr lang="en-US" sz="1550" dirty="0">
                <a:solidFill>
                  <a:srgbClr val="1B2333"/>
                </a:solidFill>
              </a:rPr>
              <a:t>  </a:t>
            </a:r>
            <a:r>
              <a:rPr lang="en-US" sz="1550" i="1" strike="sngStrike" dirty="0">
                <a:solidFill>
                  <a:srgbClr val="B83227"/>
                </a:solidFill>
              </a:rPr>
              <a:t>alles die je zegt</a:t>
            </a:r>
            <a:endParaRPr lang="en-US" sz="1550" dirty="0"/>
          </a:p>
        </p:txBody>
      </p:sp>
      <p:sp>
        <p:nvSpPr>
          <p:cNvPr id="20" name="Text 17"/>
          <p:cNvSpPr txBox="1"/>
          <p:nvPr/>
        </p:nvSpPr>
        <p:spPr>
          <a:xfrm>
            <a:off x="9141714" y="2761488"/>
            <a:ext cx="2361438" cy="685800"/>
          </a:xfrm>
          <a:prstGeom prst="rect">
            <a:avLst/>
          </a:prstGeom>
          <a:noFill/>
          <a:ln/>
        </p:spPr>
        <p:txBody>
          <a:bodyPr wrap="square" lIns="0" tIns="0" rIns="0" bIns="0" rtlCol="0" anchor="ctr"/>
          <a:lstStyle/>
          <a:p>
            <a:pPr algn="l" indent="0" marL="0">
              <a:buNone/>
            </a:pPr>
            <a:r>
              <a:rPr lang="en-US" sz="1600" b="1" dirty="0">
                <a:solidFill>
                  <a:srgbClr val="2E7D4F"/>
                </a:solidFill>
              </a:rPr>
              <a:t>✓</a:t>
            </a:r>
            <a:r>
              <a:rPr lang="en-US" sz="1600" dirty="0">
                <a:solidFill>
                  <a:srgbClr val="1B2333"/>
                </a:solidFill>
              </a:rPr>
              <a:t>  </a:t>
            </a:r>
            <a:r>
              <a:rPr lang="en-US" sz="1600" i="1" dirty="0">
                <a:solidFill>
                  <a:srgbClr val="1B2333"/>
                </a:solidFill>
              </a:rPr>
              <a:t>alles </a:t>
            </a:r>
            <a:r>
              <a:rPr lang="en-US" sz="1600" b="1" i="1" dirty="0">
                <a:solidFill>
                  <a:srgbClr val="2E7D4F"/>
                </a:solidFill>
              </a:rPr>
              <a:t>wat</a:t>
            </a:r>
            <a:r>
              <a:rPr lang="en-US" sz="1600" i="1" dirty="0">
                <a:solidFill>
                  <a:srgbClr val="1B2333"/>
                </a:solidFill>
              </a:rPr>
              <a:t> je zegt</a:t>
            </a:r>
            <a:endParaRPr lang="en-US" sz="1600" dirty="0"/>
          </a:p>
        </p:txBody>
      </p:sp>
      <p:sp>
        <p:nvSpPr>
          <p:cNvPr id="21" name="Shape 18"/>
          <p:cNvSpPr/>
          <p:nvPr/>
        </p:nvSpPr>
        <p:spPr>
          <a:xfrm>
            <a:off x="548640" y="3767328"/>
            <a:ext cx="2635758" cy="2103120"/>
          </a:xfrm>
          <a:prstGeom prst="roundRect">
            <a:avLst>
              <a:gd name="adj" fmla="val 521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685800" y="3840480"/>
            <a:ext cx="2361438" cy="457200"/>
          </a:xfrm>
          <a:prstGeom prst="rect">
            <a:avLst/>
          </a:prstGeom>
          <a:noFill/>
          <a:ln/>
        </p:spPr>
        <p:txBody>
          <a:bodyPr wrap="square" lIns="0" tIns="0" rIns="0" bIns="0" rtlCol="0" anchor="ctr"/>
          <a:lstStyle/>
          <a:p>
            <a:pPr algn="l" indent="0" marL="0">
              <a:buNone/>
            </a:pPr>
            <a:r>
              <a:rPr lang="en-US" sz="1400" b="1" dirty="0">
                <a:solidFill>
                  <a:srgbClr val="17375E"/>
                </a:solidFill>
              </a:rPr>
              <a:t>5. préposition + chose</a:t>
            </a:r>
            <a:endParaRPr lang="en-US" sz="1400" dirty="0"/>
          </a:p>
        </p:txBody>
      </p:sp>
      <p:sp>
        <p:nvSpPr>
          <p:cNvPr id="23" name="Text 20"/>
          <p:cNvSpPr txBox="1"/>
          <p:nvPr/>
        </p:nvSpPr>
        <p:spPr>
          <a:xfrm>
            <a:off x="685800" y="4389120"/>
            <a:ext cx="2361438" cy="640080"/>
          </a:xfrm>
          <a:prstGeom prst="rect">
            <a:avLst/>
          </a:prstGeom>
          <a:noFill/>
          <a:ln/>
        </p:spPr>
        <p:txBody>
          <a:bodyPr wrap="square" lIns="0" tIns="0" rIns="0" bIns="0" rtlCol="0" anchor="ctr"/>
          <a:lstStyle/>
          <a:p>
            <a:pPr algn="l" indent="0" marL="0">
              <a:buNone/>
            </a:pPr>
            <a:r>
              <a:rPr lang="en-US" sz="1550" b="1" dirty="0">
                <a:solidFill>
                  <a:srgbClr val="B83227"/>
                </a:solidFill>
              </a:rPr>
              <a:t>✗</a:t>
            </a:r>
            <a:r>
              <a:rPr lang="en-US" sz="1550" dirty="0">
                <a:solidFill>
                  <a:srgbClr val="1B2333"/>
                </a:solidFill>
              </a:rPr>
              <a:t>  </a:t>
            </a:r>
            <a:r>
              <a:rPr lang="en-US" sz="1550" i="1" strike="sngStrike" dirty="0">
                <a:solidFill>
                  <a:srgbClr val="B83227"/>
                </a:solidFill>
              </a:rPr>
              <a:t>de pen met wat</a:t>
            </a:r>
            <a:endParaRPr lang="en-US" sz="1550" dirty="0"/>
          </a:p>
        </p:txBody>
      </p:sp>
      <p:sp>
        <p:nvSpPr>
          <p:cNvPr id="24" name="Text 21"/>
          <p:cNvSpPr txBox="1"/>
          <p:nvPr/>
        </p:nvSpPr>
        <p:spPr>
          <a:xfrm>
            <a:off x="685800" y="5047488"/>
            <a:ext cx="2361438" cy="685800"/>
          </a:xfrm>
          <a:prstGeom prst="rect">
            <a:avLst/>
          </a:prstGeom>
          <a:noFill/>
          <a:ln/>
        </p:spPr>
        <p:txBody>
          <a:bodyPr wrap="square" lIns="0" tIns="0" rIns="0" bIns="0" rtlCol="0" anchor="ctr"/>
          <a:lstStyle/>
          <a:p>
            <a:pPr algn="l" indent="0" marL="0">
              <a:buNone/>
            </a:pPr>
            <a:r>
              <a:rPr lang="en-US" sz="1600" b="1" dirty="0">
                <a:solidFill>
                  <a:srgbClr val="2E7D4F"/>
                </a:solidFill>
              </a:rPr>
              <a:t>✓</a:t>
            </a:r>
            <a:r>
              <a:rPr lang="en-US" sz="1600" dirty="0">
                <a:solidFill>
                  <a:srgbClr val="1B2333"/>
                </a:solidFill>
              </a:rPr>
              <a:t>  </a:t>
            </a:r>
            <a:r>
              <a:rPr lang="en-US" sz="1600" i="1" dirty="0">
                <a:solidFill>
                  <a:srgbClr val="1B2333"/>
                </a:solidFill>
              </a:rPr>
              <a:t>de pen </a:t>
            </a:r>
            <a:r>
              <a:rPr lang="en-US" sz="1600" b="1" i="1" dirty="0">
                <a:solidFill>
                  <a:srgbClr val="6E4A9E"/>
                </a:solidFill>
              </a:rPr>
              <a:t>waarmee</a:t>
            </a:r>
            <a:endParaRPr lang="en-US" sz="1600" dirty="0"/>
          </a:p>
        </p:txBody>
      </p:sp>
      <p:sp>
        <p:nvSpPr>
          <p:cNvPr id="25" name="Shape 22"/>
          <p:cNvSpPr/>
          <p:nvPr/>
        </p:nvSpPr>
        <p:spPr>
          <a:xfrm>
            <a:off x="3367278" y="3767328"/>
            <a:ext cx="2635758" cy="2103120"/>
          </a:xfrm>
          <a:prstGeom prst="roundRect">
            <a:avLst>
              <a:gd name="adj" fmla="val 521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6" name="Text 23"/>
          <p:cNvSpPr txBox="1"/>
          <p:nvPr/>
        </p:nvSpPr>
        <p:spPr>
          <a:xfrm>
            <a:off x="3504438" y="3840480"/>
            <a:ext cx="2361438" cy="457200"/>
          </a:xfrm>
          <a:prstGeom prst="rect">
            <a:avLst/>
          </a:prstGeom>
          <a:noFill/>
          <a:ln/>
        </p:spPr>
        <p:txBody>
          <a:bodyPr wrap="square" lIns="0" tIns="0" rIns="0" bIns="0" rtlCol="0" anchor="ctr"/>
          <a:lstStyle/>
          <a:p>
            <a:pPr algn="l" indent="0" marL="0">
              <a:buNone/>
            </a:pPr>
            <a:r>
              <a:rPr lang="en-US" sz="1400" b="1" dirty="0">
                <a:solidFill>
                  <a:srgbClr val="17375E"/>
                </a:solidFill>
              </a:rPr>
              <a:t>6. le temps</a:t>
            </a:r>
            <a:endParaRPr lang="en-US" sz="1400" dirty="0"/>
          </a:p>
        </p:txBody>
      </p:sp>
      <p:sp>
        <p:nvSpPr>
          <p:cNvPr id="27" name="Text 24"/>
          <p:cNvSpPr txBox="1"/>
          <p:nvPr/>
        </p:nvSpPr>
        <p:spPr>
          <a:xfrm>
            <a:off x="3504438" y="4389120"/>
            <a:ext cx="2361438" cy="640080"/>
          </a:xfrm>
          <a:prstGeom prst="rect">
            <a:avLst/>
          </a:prstGeom>
          <a:noFill/>
          <a:ln/>
        </p:spPr>
        <p:txBody>
          <a:bodyPr wrap="square" lIns="0" tIns="0" rIns="0" bIns="0" rtlCol="0" anchor="ctr"/>
          <a:lstStyle/>
          <a:p>
            <a:pPr algn="l" indent="0" marL="0">
              <a:buNone/>
            </a:pPr>
            <a:r>
              <a:rPr lang="en-US" sz="1550" b="1" dirty="0">
                <a:solidFill>
                  <a:srgbClr val="B83227"/>
                </a:solidFill>
              </a:rPr>
              <a:t>✗</a:t>
            </a:r>
            <a:r>
              <a:rPr lang="en-US" sz="1550" dirty="0">
                <a:solidFill>
                  <a:srgbClr val="1B2333"/>
                </a:solidFill>
              </a:rPr>
              <a:t>  </a:t>
            </a:r>
            <a:r>
              <a:rPr lang="en-US" sz="1550" i="1" strike="sngStrike" dirty="0">
                <a:solidFill>
                  <a:srgbClr val="B83227"/>
                </a:solidFill>
              </a:rPr>
              <a:t>de dag waar ik begon</a:t>
            </a:r>
            <a:endParaRPr lang="en-US" sz="1550" dirty="0"/>
          </a:p>
        </p:txBody>
      </p:sp>
      <p:sp>
        <p:nvSpPr>
          <p:cNvPr id="28" name="Text 25"/>
          <p:cNvSpPr txBox="1"/>
          <p:nvPr/>
        </p:nvSpPr>
        <p:spPr>
          <a:xfrm>
            <a:off x="3504438" y="5047488"/>
            <a:ext cx="2361438" cy="685800"/>
          </a:xfrm>
          <a:prstGeom prst="rect">
            <a:avLst/>
          </a:prstGeom>
          <a:noFill/>
          <a:ln/>
        </p:spPr>
        <p:txBody>
          <a:bodyPr wrap="square" lIns="0" tIns="0" rIns="0" bIns="0" rtlCol="0" anchor="ctr"/>
          <a:lstStyle/>
          <a:p>
            <a:pPr algn="l" indent="0" marL="0">
              <a:buNone/>
            </a:pPr>
            <a:r>
              <a:rPr lang="en-US" sz="1600" b="1" dirty="0">
                <a:solidFill>
                  <a:srgbClr val="2E7D4F"/>
                </a:solidFill>
              </a:rPr>
              <a:t>✓</a:t>
            </a:r>
            <a:r>
              <a:rPr lang="en-US" sz="1600" dirty="0">
                <a:solidFill>
                  <a:srgbClr val="1B2333"/>
                </a:solidFill>
              </a:rPr>
              <a:t>  </a:t>
            </a:r>
            <a:r>
              <a:rPr lang="en-US" sz="1600" i="1" dirty="0">
                <a:solidFill>
                  <a:srgbClr val="1B2333"/>
                </a:solidFill>
              </a:rPr>
              <a:t>de dag </a:t>
            </a:r>
            <a:r>
              <a:rPr lang="en-US" sz="1600" b="1" i="1" dirty="0">
                <a:solidFill>
                  <a:srgbClr val="2A6FB0"/>
                </a:solidFill>
              </a:rPr>
              <a:t>dat</a:t>
            </a:r>
            <a:r>
              <a:rPr lang="en-US" sz="1600" i="1" dirty="0">
                <a:solidFill>
                  <a:srgbClr val="1B2333"/>
                </a:solidFill>
              </a:rPr>
              <a:t> ik begon</a:t>
            </a:r>
            <a:endParaRPr lang="en-US" sz="1600" dirty="0"/>
          </a:p>
        </p:txBody>
      </p:sp>
      <p:sp>
        <p:nvSpPr>
          <p:cNvPr id="29" name="Shape 26"/>
          <p:cNvSpPr/>
          <p:nvPr/>
        </p:nvSpPr>
        <p:spPr>
          <a:xfrm>
            <a:off x="6185916" y="3767328"/>
            <a:ext cx="2635758" cy="2103120"/>
          </a:xfrm>
          <a:prstGeom prst="roundRect">
            <a:avLst>
              <a:gd name="adj" fmla="val 5217"/>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0" name="Text 27"/>
          <p:cNvSpPr txBox="1"/>
          <p:nvPr/>
        </p:nvSpPr>
        <p:spPr>
          <a:xfrm>
            <a:off x="6323076" y="3840480"/>
            <a:ext cx="2361438" cy="457200"/>
          </a:xfrm>
          <a:prstGeom prst="rect">
            <a:avLst/>
          </a:prstGeom>
          <a:noFill/>
          <a:ln/>
        </p:spPr>
        <p:txBody>
          <a:bodyPr wrap="square" lIns="0" tIns="0" rIns="0" bIns="0" rtlCol="0" anchor="ctr"/>
          <a:lstStyle/>
          <a:p>
            <a:pPr algn="l" indent="0" marL="0">
              <a:buNone/>
            </a:pPr>
            <a:r>
              <a:rPr lang="en-US" sz="1400" b="1" dirty="0">
                <a:solidFill>
                  <a:srgbClr val="17375E"/>
                </a:solidFill>
              </a:rPr>
              <a:t>7. l’oubli (anglais)</a:t>
            </a:r>
            <a:endParaRPr lang="en-US" sz="1400" dirty="0"/>
          </a:p>
        </p:txBody>
      </p:sp>
      <p:sp>
        <p:nvSpPr>
          <p:cNvPr id="31" name="Text 28"/>
          <p:cNvSpPr txBox="1"/>
          <p:nvPr/>
        </p:nvSpPr>
        <p:spPr>
          <a:xfrm>
            <a:off x="6323076" y="4389120"/>
            <a:ext cx="2361438" cy="640080"/>
          </a:xfrm>
          <a:prstGeom prst="rect">
            <a:avLst/>
          </a:prstGeom>
          <a:noFill/>
          <a:ln/>
        </p:spPr>
        <p:txBody>
          <a:bodyPr wrap="square" lIns="0" tIns="0" rIns="0" bIns="0" rtlCol="0" anchor="ctr"/>
          <a:lstStyle/>
          <a:p>
            <a:pPr algn="l" indent="0" marL="0">
              <a:buNone/>
            </a:pPr>
            <a:r>
              <a:rPr lang="en-US" sz="1550" b="1" dirty="0">
                <a:solidFill>
                  <a:srgbClr val="B83227"/>
                </a:solidFill>
              </a:rPr>
              <a:t>✗</a:t>
            </a:r>
            <a:r>
              <a:rPr lang="en-US" sz="1550" dirty="0">
                <a:solidFill>
                  <a:srgbClr val="1B2333"/>
                </a:solidFill>
              </a:rPr>
              <a:t>  </a:t>
            </a:r>
            <a:r>
              <a:rPr lang="en-US" sz="1550" i="1" strike="sngStrike" dirty="0">
                <a:solidFill>
                  <a:srgbClr val="B83227"/>
                </a:solidFill>
              </a:rPr>
              <a:t>het boek ik lees</a:t>
            </a:r>
            <a:endParaRPr lang="en-US" sz="1550" dirty="0"/>
          </a:p>
        </p:txBody>
      </p:sp>
      <p:sp>
        <p:nvSpPr>
          <p:cNvPr id="32" name="Text 29"/>
          <p:cNvSpPr txBox="1"/>
          <p:nvPr/>
        </p:nvSpPr>
        <p:spPr>
          <a:xfrm>
            <a:off x="6323076" y="5047488"/>
            <a:ext cx="2361438" cy="685800"/>
          </a:xfrm>
          <a:prstGeom prst="rect">
            <a:avLst/>
          </a:prstGeom>
          <a:noFill/>
          <a:ln/>
        </p:spPr>
        <p:txBody>
          <a:bodyPr wrap="square" lIns="0" tIns="0" rIns="0" bIns="0" rtlCol="0" anchor="ctr"/>
          <a:lstStyle/>
          <a:p>
            <a:pPr algn="l" indent="0" marL="0">
              <a:buNone/>
            </a:pPr>
            <a:r>
              <a:rPr lang="en-US" sz="1600" b="1" dirty="0">
                <a:solidFill>
                  <a:srgbClr val="2E7D4F"/>
                </a:solidFill>
              </a:rPr>
              <a:t>✓</a:t>
            </a:r>
            <a:r>
              <a:rPr lang="en-US" sz="1600" dirty="0">
                <a:solidFill>
                  <a:srgbClr val="1B2333"/>
                </a:solidFill>
              </a:rPr>
              <a:t>  </a:t>
            </a:r>
            <a:r>
              <a:rPr lang="en-US" sz="1600" i="1" dirty="0">
                <a:solidFill>
                  <a:srgbClr val="1B2333"/>
                </a:solidFill>
              </a:rPr>
              <a:t>het boek </a:t>
            </a:r>
            <a:r>
              <a:rPr lang="en-US" sz="1600" b="1" i="1" dirty="0">
                <a:solidFill>
                  <a:srgbClr val="D9700F"/>
                </a:solidFill>
              </a:rPr>
              <a:t>dat</a:t>
            </a:r>
            <a:r>
              <a:rPr lang="en-US" sz="1600" i="1" dirty="0">
                <a:solidFill>
                  <a:srgbClr val="1B2333"/>
                </a:solidFill>
              </a:rPr>
              <a:t> ik lees</a:t>
            </a:r>
            <a:endParaRPr lang="en-US" sz="1600" dirty="0"/>
          </a:p>
        </p:txBody>
      </p:sp>
      <p:sp>
        <p:nvSpPr>
          <p:cNvPr id="33" name="Shape 30"/>
          <p:cNvSpPr/>
          <p:nvPr/>
        </p:nvSpPr>
        <p:spPr>
          <a:xfrm>
            <a:off x="9004554" y="3767328"/>
            <a:ext cx="2635758" cy="2103120"/>
          </a:xfrm>
          <a:prstGeom prst="roundRect">
            <a:avLst>
              <a:gd name="adj" fmla="val 5217"/>
            </a:avLst>
          </a:prstGeom>
          <a:solidFill>
            <a:srgbClr val="17375E"/>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pic>
        <p:nvPicPr>
          <p:cNvPr id="34" name="Image 0" descr="CodeBranch">    </p:cNvPr>
          <p:cNvPicPr>
            <a:picLocks noChangeAspect="1"/>
          </p:cNvPicPr>
          <p:nvPr/>
        </p:nvPicPr>
        <p:blipFill>
          <a:blip r:embed="rId1"/>
          <a:stretch>
            <a:fillRect/>
          </a:stretch>
        </p:blipFill>
        <p:spPr>
          <a:xfrm>
            <a:off x="10093833" y="4041648"/>
            <a:ext cx="457200" cy="457200"/>
          </a:xfrm>
          <a:prstGeom prst="rect">
            <a:avLst/>
          </a:prstGeom>
        </p:spPr>
      </p:pic>
      <p:sp>
        <p:nvSpPr>
          <p:cNvPr id="35" name="Text 31"/>
          <p:cNvSpPr txBox="1"/>
          <p:nvPr/>
        </p:nvSpPr>
        <p:spPr>
          <a:xfrm>
            <a:off x="9141714" y="4590288"/>
            <a:ext cx="2361438" cy="1097280"/>
          </a:xfrm>
          <a:prstGeom prst="rect">
            <a:avLst/>
          </a:prstGeom>
          <a:noFill/>
          <a:ln/>
        </p:spPr>
        <p:txBody>
          <a:bodyPr wrap="square" lIns="0" tIns="0" rIns="0" bIns="0" rtlCol="0" anchor="t"/>
          <a:lstStyle/>
          <a:p>
            <a:pPr algn="ctr" indent="0" marL="0">
              <a:buNone/>
            </a:pPr>
            <a:r>
              <a:rPr lang="en-US" sz="1500" b="1" dirty="0">
                <a:solidFill>
                  <a:srgbClr val="FFFFFF"/>
                </a:solidFill>
              </a:rPr>
              <a:t>Le réflexe</a:t>
            </a:r>
            <a:endParaRPr lang="en-US" sz="1500" dirty="0"/>
          </a:p>
          <a:p>
            <a:pPr algn="ctr" indent="0" marL="0">
              <a:buNone/>
            </a:pPr>
            <a:r>
              <a:rPr lang="en-US" sz="1500" dirty="0">
                <a:solidFill>
                  <a:srgbClr val="FFFFFF"/>
                </a:solidFill>
              </a:rPr>
              <a:t>l’arbre de décision</a:t>
            </a:r>
            <a:endParaRPr lang="en-US" sz="1500" dirty="0"/>
          </a:p>
          <a:p>
            <a:pPr algn="ctr" indent="0" marL="0">
              <a:buNone/>
            </a:pPr>
            <a:r>
              <a:rPr lang="en-US" sz="1500" dirty="0">
                <a:solidFill>
                  <a:srgbClr val="FFFFFF"/>
                </a:solidFill>
              </a:rPr>
              <a:t>(diapo 22)</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L’arbre de décision</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2E7D4F"/>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B4236A"/>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sp>
        <p:nvSpPr>
          <p:cNvPr id="15" name="Shape 12"/>
          <p:cNvSpPr/>
          <p:nvPr/>
        </p:nvSpPr>
        <p:spPr>
          <a:xfrm>
            <a:off x="3899916" y="1444752"/>
            <a:ext cx="4389120" cy="493776"/>
          </a:xfrm>
          <a:prstGeom prst="roundRect">
            <a:avLst>
              <a:gd name="adj" fmla="val 50000"/>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16" name="Text 13"/>
          <p:cNvSpPr txBox="1"/>
          <p:nvPr/>
        </p:nvSpPr>
        <p:spPr>
          <a:xfrm>
            <a:off x="3899916" y="1444752"/>
            <a:ext cx="4389120" cy="493776"/>
          </a:xfrm>
          <a:prstGeom prst="rect">
            <a:avLst/>
          </a:prstGeom>
          <a:noFill/>
          <a:ln/>
        </p:spPr>
        <p:txBody>
          <a:bodyPr wrap="square" lIns="0" tIns="0" rIns="0" bIns="0" rtlCol="0" anchor="ctr"/>
          <a:lstStyle/>
          <a:p>
            <a:pPr algn="ctr" indent="0" marL="0">
              <a:buNone/>
            </a:pPr>
            <a:r>
              <a:rPr lang="en-US" sz="1550" b="1" dirty="0">
                <a:solidFill>
                  <a:srgbClr val="17375E"/>
                </a:solidFill>
              </a:rPr>
              <a:t>① Une préposition devant le relatif ?</a:t>
            </a:r>
            <a:endParaRPr lang="en-US" sz="1550" dirty="0"/>
          </a:p>
        </p:txBody>
      </p:sp>
      <p:sp>
        <p:nvSpPr>
          <p:cNvPr id="17" name="Shape 14"/>
          <p:cNvSpPr/>
          <p:nvPr/>
        </p:nvSpPr>
        <p:spPr>
          <a:xfrm>
            <a:off x="7635240" y="2542032"/>
            <a:ext cx="3200400" cy="493776"/>
          </a:xfrm>
          <a:prstGeom prst="roundRect">
            <a:avLst>
              <a:gd name="adj" fmla="val 50000"/>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18" name="Text 15"/>
          <p:cNvSpPr txBox="1"/>
          <p:nvPr/>
        </p:nvSpPr>
        <p:spPr>
          <a:xfrm>
            <a:off x="7635240" y="2542032"/>
            <a:ext cx="3200400" cy="493776"/>
          </a:xfrm>
          <a:prstGeom prst="rect">
            <a:avLst/>
          </a:prstGeom>
          <a:noFill/>
          <a:ln/>
        </p:spPr>
        <p:txBody>
          <a:bodyPr wrap="square" lIns="0" tIns="0" rIns="0" bIns="0" rtlCol="0" anchor="ctr"/>
          <a:lstStyle/>
          <a:p>
            <a:pPr algn="ctr" indent="0" marL="0">
              <a:buNone/>
            </a:pPr>
            <a:r>
              <a:rPr lang="en-US" sz="1550" b="1" dirty="0">
                <a:solidFill>
                  <a:srgbClr val="17375E"/>
                </a:solidFill>
              </a:rPr>
              <a:t>Une personne ou une chose ?</a:t>
            </a:r>
            <a:endParaRPr lang="en-US" sz="1550" dirty="0"/>
          </a:p>
        </p:txBody>
      </p:sp>
      <p:sp>
        <p:nvSpPr>
          <p:cNvPr id="19" name="Shape 16"/>
          <p:cNvSpPr/>
          <p:nvPr/>
        </p:nvSpPr>
        <p:spPr>
          <a:xfrm>
            <a:off x="7680960" y="1938528"/>
            <a:ext cx="1188720" cy="603504"/>
          </a:xfrm>
          <a:prstGeom prst="line">
            <a:avLst/>
          </a:prstGeom>
          <a:noFill/>
          <a:ln w="22225">
            <a:solidFill>
              <a:srgbClr val="9AA6B5"/>
            </a:solidFill>
            <a:prstDash val="solid"/>
            <a:tailEnd type="triangle"/>
          </a:ln>
        </p:spPr>
      </p:sp>
      <p:sp>
        <p:nvSpPr>
          <p:cNvPr id="20" name="Text 17"/>
          <p:cNvSpPr txBox="1"/>
          <p:nvPr/>
        </p:nvSpPr>
        <p:spPr>
          <a:xfrm>
            <a:off x="8366760" y="2011680"/>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oui</a:t>
            </a:r>
            <a:endParaRPr lang="en-US" sz="1200" dirty="0"/>
          </a:p>
        </p:txBody>
      </p:sp>
      <p:sp>
        <p:nvSpPr>
          <p:cNvPr id="21" name="Shape 18"/>
          <p:cNvSpPr/>
          <p:nvPr/>
        </p:nvSpPr>
        <p:spPr>
          <a:xfrm>
            <a:off x="7562088" y="3749040"/>
            <a:ext cx="1426464" cy="457200"/>
          </a:xfrm>
          <a:prstGeom prst="roundRect">
            <a:avLst>
              <a:gd name="adj" fmla="val 24000"/>
            </a:avLst>
          </a:prstGeom>
          <a:solidFill>
            <a:srgbClr val="B4236A"/>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2" name="Text 19"/>
          <p:cNvSpPr txBox="1"/>
          <p:nvPr/>
        </p:nvSpPr>
        <p:spPr>
          <a:xfrm>
            <a:off x="7562088" y="3749040"/>
            <a:ext cx="1426464" cy="457200"/>
          </a:xfrm>
          <a:prstGeom prst="rect">
            <a:avLst/>
          </a:prstGeom>
          <a:noFill/>
          <a:ln/>
        </p:spPr>
        <p:txBody>
          <a:bodyPr wrap="square" lIns="0" tIns="0" rIns="0" bIns="0" rtlCol="0" anchor="ctr"/>
          <a:lstStyle/>
          <a:p>
            <a:pPr algn="ctr" indent="0" marL="0">
              <a:buNone/>
            </a:pPr>
            <a:r>
              <a:rPr lang="en-US" sz="1800" b="1" i="1" dirty="0">
                <a:solidFill>
                  <a:srgbClr val="FFFFFF"/>
                </a:solidFill>
              </a:rPr>
              <a:t>met wie</a:t>
            </a:r>
            <a:endParaRPr lang="en-US" sz="1800" dirty="0"/>
          </a:p>
        </p:txBody>
      </p:sp>
      <p:sp>
        <p:nvSpPr>
          <p:cNvPr id="23" name="Text 20"/>
          <p:cNvSpPr txBox="1"/>
          <p:nvPr/>
        </p:nvSpPr>
        <p:spPr>
          <a:xfrm>
            <a:off x="7269480" y="4251960"/>
            <a:ext cx="2011680" cy="411480"/>
          </a:xfrm>
          <a:prstGeom prst="rect">
            <a:avLst/>
          </a:prstGeom>
          <a:noFill/>
          <a:ln/>
        </p:spPr>
        <p:txBody>
          <a:bodyPr wrap="square" lIns="0" tIns="0" rIns="0" bIns="0" rtlCol="0" anchor="t"/>
          <a:lstStyle/>
          <a:p>
            <a:pPr algn="ctr" indent="0" marL="0">
              <a:buNone/>
            </a:pPr>
            <a:r>
              <a:rPr lang="en-US" sz="1200" i="1" dirty="0">
                <a:solidFill>
                  <a:srgbClr val="1B2333"/>
                </a:solidFill>
              </a:rPr>
              <a:t>de collega </a:t>
            </a:r>
            <a:r>
              <a:rPr lang="en-US" sz="1200" b="1" i="1" dirty="0">
                <a:solidFill>
                  <a:srgbClr val="B4236A"/>
                </a:solidFill>
              </a:rPr>
              <a:t>met wie</a:t>
            </a:r>
            <a:r>
              <a:rPr lang="en-US" sz="1200" i="1" dirty="0">
                <a:solidFill>
                  <a:srgbClr val="1B2333"/>
                </a:solidFill>
              </a:rPr>
              <a:t> ik werk</a:t>
            </a:r>
            <a:endParaRPr lang="en-US" sz="1200" dirty="0"/>
          </a:p>
        </p:txBody>
      </p:sp>
      <p:sp>
        <p:nvSpPr>
          <p:cNvPr id="24" name="Shape 21"/>
          <p:cNvSpPr/>
          <p:nvPr/>
        </p:nvSpPr>
        <p:spPr>
          <a:xfrm>
            <a:off x="9528048" y="3749040"/>
            <a:ext cx="1426464" cy="457200"/>
          </a:xfrm>
          <a:prstGeom prst="roundRect">
            <a:avLst>
              <a:gd name="adj" fmla="val 24000"/>
            </a:avLst>
          </a:prstGeom>
          <a:solidFill>
            <a:srgbClr val="6E4A9E"/>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25" name="Text 22"/>
          <p:cNvSpPr txBox="1"/>
          <p:nvPr/>
        </p:nvSpPr>
        <p:spPr>
          <a:xfrm>
            <a:off x="9528048" y="3749040"/>
            <a:ext cx="1426464" cy="457200"/>
          </a:xfrm>
          <a:prstGeom prst="rect">
            <a:avLst/>
          </a:prstGeom>
          <a:noFill/>
          <a:ln/>
        </p:spPr>
        <p:txBody>
          <a:bodyPr wrap="square" lIns="0" tIns="0" rIns="0" bIns="0" rtlCol="0" anchor="ctr"/>
          <a:lstStyle/>
          <a:p>
            <a:pPr algn="ctr" indent="0" marL="0">
              <a:buNone/>
            </a:pPr>
            <a:r>
              <a:rPr lang="en-US" sz="1800" b="1" i="1" dirty="0">
                <a:solidFill>
                  <a:srgbClr val="FFFFFF"/>
                </a:solidFill>
              </a:rPr>
              <a:t>waarmee</a:t>
            </a:r>
            <a:endParaRPr lang="en-US" sz="1800" dirty="0"/>
          </a:p>
        </p:txBody>
      </p:sp>
      <p:sp>
        <p:nvSpPr>
          <p:cNvPr id="26" name="Text 23"/>
          <p:cNvSpPr txBox="1"/>
          <p:nvPr/>
        </p:nvSpPr>
        <p:spPr>
          <a:xfrm>
            <a:off x="9235440" y="4251960"/>
            <a:ext cx="2011680" cy="411480"/>
          </a:xfrm>
          <a:prstGeom prst="rect">
            <a:avLst/>
          </a:prstGeom>
          <a:noFill/>
          <a:ln/>
        </p:spPr>
        <p:txBody>
          <a:bodyPr wrap="square" lIns="0" tIns="0" rIns="0" bIns="0" rtlCol="0" anchor="t"/>
          <a:lstStyle/>
          <a:p>
            <a:pPr algn="ctr" indent="0" marL="0">
              <a:buNone/>
            </a:pPr>
            <a:r>
              <a:rPr lang="en-US" sz="1200" i="1" dirty="0">
                <a:solidFill>
                  <a:srgbClr val="1B2333"/>
                </a:solidFill>
              </a:rPr>
              <a:t>de pen </a:t>
            </a:r>
            <a:r>
              <a:rPr lang="en-US" sz="1200" b="1" i="1" dirty="0">
                <a:solidFill>
                  <a:srgbClr val="6E4A9E"/>
                </a:solidFill>
              </a:rPr>
              <a:t>waarmee</a:t>
            </a:r>
            <a:r>
              <a:rPr lang="en-US" sz="1200" i="1" dirty="0">
                <a:solidFill>
                  <a:srgbClr val="1B2333"/>
                </a:solidFill>
              </a:rPr>
              <a:t> ik schrijf</a:t>
            </a:r>
            <a:endParaRPr lang="en-US" sz="1200" dirty="0"/>
          </a:p>
        </p:txBody>
      </p:sp>
      <p:sp>
        <p:nvSpPr>
          <p:cNvPr id="27" name="Shape 24"/>
          <p:cNvSpPr/>
          <p:nvPr/>
        </p:nvSpPr>
        <p:spPr>
          <a:xfrm flipH="1">
            <a:off x="8366760" y="3035808"/>
            <a:ext cx="411480" cy="694944"/>
          </a:xfrm>
          <a:prstGeom prst="line">
            <a:avLst/>
          </a:prstGeom>
          <a:noFill/>
          <a:ln w="22225">
            <a:solidFill>
              <a:srgbClr val="9AA6B5"/>
            </a:solidFill>
            <a:prstDash val="solid"/>
            <a:tailEnd type="triangle"/>
          </a:ln>
        </p:spPr>
      </p:sp>
      <p:sp>
        <p:nvSpPr>
          <p:cNvPr id="28" name="Text 25"/>
          <p:cNvSpPr txBox="1"/>
          <p:nvPr/>
        </p:nvSpPr>
        <p:spPr>
          <a:xfrm>
            <a:off x="7635240" y="3246120"/>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personne</a:t>
            </a:r>
            <a:endParaRPr lang="en-US" sz="1200" dirty="0"/>
          </a:p>
        </p:txBody>
      </p:sp>
      <p:sp>
        <p:nvSpPr>
          <p:cNvPr id="29" name="Shape 26"/>
          <p:cNvSpPr/>
          <p:nvPr/>
        </p:nvSpPr>
        <p:spPr>
          <a:xfrm>
            <a:off x="9692640" y="3035808"/>
            <a:ext cx="457200" cy="694944"/>
          </a:xfrm>
          <a:prstGeom prst="line">
            <a:avLst/>
          </a:prstGeom>
          <a:noFill/>
          <a:ln w="22225">
            <a:solidFill>
              <a:srgbClr val="9AA6B5"/>
            </a:solidFill>
            <a:prstDash val="solid"/>
            <a:tailEnd type="triangle"/>
          </a:ln>
        </p:spPr>
      </p:sp>
      <p:sp>
        <p:nvSpPr>
          <p:cNvPr id="30" name="Text 27"/>
          <p:cNvSpPr txBox="1"/>
          <p:nvPr/>
        </p:nvSpPr>
        <p:spPr>
          <a:xfrm>
            <a:off x="10012680" y="3246120"/>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chose</a:t>
            </a:r>
            <a:endParaRPr lang="en-US" sz="1200" dirty="0"/>
          </a:p>
        </p:txBody>
      </p:sp>
      <p:sp>
        <p:nvSpPr>
          <p:cNvPr id="31" name="Shape 28"/>
          <p:cNvSpPr/>
          <p:nvPr/>
        </p:nvSpPr>
        <p:spPr>
          <a:xfrm>
            <a:off x="1920240" y="2542032"/>
            <a:ext cx="3017520" cy="493776"/>
          </a:xfrm>
          <a:prstGeom prst="roundRect">
            <a:avLst>
              <a:gd name="adj" fmla="val 50000"/>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32" name="Text 29"/>
          <p:cNvSpPr txBox="1"/>
          <p:nvPr/>
        </p:nvSpPr>
        <p:spPr>
          <a:xfrm>
            <a:off x="1920240" y="2542032"/>
            <a:ext cx="3017520" cy="493776"/>
          </a:xfrm>
          <a:prstGeom prst="rect">
            <a:avLst/>
          </a:prstGeom>
          <a:noFill/>
          <a:ln/>
        </p:spPr>
        <p:txBody>
          <a:bodyPr wrap="square" lIns="0" tIns="0" rIns="0" bIns="0" rtlCol="0" anchor="ctr"/>
          <a:lstStyle/>
          <a:p>
            <a:pPr algn="ctr" indent="0" marL="0">
              <a:buNone/>
            </a:pPr>
            <a:r>
              <a:rPr lang="en-US" sz="1550" b="1" dirty="0">
                <a:solidFill>
                  <a:srgbClr val="17375E"/>
                </a:solidFill>
              </a:rPr>
              <a:t>② Un nom juste avant ?</a:t>
            </a:r>
            <a:endParaRPr lang="en-US" sz="1550" dirty="0"/>
          </a:p>
        </p:txBody>
      </p:sp>
      <p:sp>
        <p:nvSpPr>
          <p:cNvPr id="33" name="Shape 30"/>
          <p:cNvSpPr/>
          <p:nvPr/>
        </p:nvSpPr>
        <p:spPr>
          <a:xfrm flipH="1">
            <a:off x="3611880" y="1938528"/>
            <a:ext cx="868680" cy="603504"/>
          </a:xfrm>
          <a:prstGeom prst="line">
            <a:avLst/>
          </a:prstGeom>
          <a:noFill/>
          <a:ln w="22225">
            <a:solidFill>
              <a:srgbClr val="9AA6B5"/>
            </a:solidFill>
            <a:prstDash val="solid"/>
            <a:tailEnd type="triangle"/>
          </a:ln>
        </p:spPr>
      </p:sp>
      <p:sp>
        <p:nvSpPr>
          <p:cNvPr id="34" name="Text 31"/>
          <p:cNvSpPr txBox="1"/>
          <p:nvPr/>
        </p:nvSpPr>
        <p:spPr>
          <a:xfrm>
            <a:off x="3429000" y="2057400"/>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non</a:t>
            </a:r>
            <a:endParaRPr lang="en-US" sz="1200" dirty="0"/>
          </a:p>
        </p:txBody>
      </p:sp>
      <p:sp>
        <p:nvSpPr>
          <p:cNvPr id="35" name="Shape 32"/>
          <p:cNvSpPr/>
          <p:nvPr/>
        </p:nvSpPr>
        <p:spPr>
          <a:xfrm>
            <a:off x="640080" y="3730752"/>
            <a:ext cx="2468880" cy="493776"/>
          </a:xfrm>
          <a:prstGeom prst="roundRect">
            <a:avLst>
              <a:gd name="adj" fmla="val 50000"/>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36" name="Text 33"/>
          <p:cNvSpPr txBox="1"/>
          <p:nvPr/>
        </p:nvSpPr>
        <p:spPr>
          <a:xfrm>
            <a:off x="640080" y="3730752"/>
            <a:ext cx="2468880" cy="493776"/>
          </a:xfrm>
          <a:prstGeom prst="rect">
            <a:avLst/>
          </a:prstGeom>
          <a:noFill/>
          <a:ln/>
        </p:spPr>
        <p:txBody>
          <a:bodyPr wrap="square" lIns="0" tIns="0" rIns="0" bIns="0" rtlCol="0" anchor="ctr"/>
          <a:lstStyle/>
          <a:p>
            <a:pPr algn="ctr" indent="0" marL="0">
              <a:buNone/>
            </a:pPr>
            <a:r>
              <a:rPr lang="en-US" sz="1550" b="1" dirty="0">
                <a:solidFill>
                  <a:srgbClr val="17375E"/>
                </a:solidFill>
              </a:rPr>
              <a:t>③ de, het, pluriel ?</a:t>
            </a:r>
            <a:endParaRPr lang="en-US" sz="1550" dirty="0"/>
          </a:p>
        </p:txBody>
      </p:sp>
      <p:sp>
        <p:nvSpPr>
          <p:cNvPr id="37" name="Shape 34"/>
          <p:cNvSpPr/>
          <p:nvPr/>
        </p:nvSpPr>
        <p:spPr>
          <a:xfrm>
            <a:off x="3909060" y="3730752"/>
            <a:ext cx="2331720" cy="493776"/>
          </a:xfrm>
          <a:prstGeom prst="roundRect">
            <a:avLst>
              <a:gd name="adj" fmla="val 50000"/>
            </a:avLst>
          </a:prstGeom>
          <a:solidFill>
            <a:srgbClr val="FFFFFF"/>
          </a:solidFill>
          <a:ln w="22225">
            <a:solidFill>
              <a:srgbClr val="17375E"/>
            </a:solidFill>
            <a:prstDash val="solid"/>
          </a:ln>
          <a:effectLst>
            <a:outerShdw sx="100000" sy="100000" kx="0" ky="0" algn="bl" rotWithShape="0" blurRad="101600" dist="25400" dir="3600000">
              <a:srgbClr val="000000">
                <a:alpha val="16000"/>
              </a:srgbClr>
            </a:outerShdw>
          </a:effectLst>
        </p:spPr>
      </p:sp>
      <p:sp>
        <p:nvSpPr>
          <p:cNvPr id="38" name="Text 35"/>
          <p:cNvSpPr txBox="1"/>
          <p:nvPr/>
        </p:nvSpPr>
        <p:spPr>
          <a:xfrm>
            <a:off x="3909060" y="3730752"/>
            <a:ext cx="2331720" cy="493776"/>
          </a:xfrm>
          <a:prstGeom prst="rect">
            <a:avLst/>
          </a:prstGeom>
          <a:noFill/>
          <a:ln/>
        </p:spPr>
        <p:txBody>
          <a:bodyPr wrap="square" lIns="0" tIns="0" rIns="0" bIns="0" rtlCol="0" anchor="ctr"/>
          <a:lstStyle/>
          <a:p>
            <a:pPr algn="ctr" indent="0" marL="0">
              <a:buNone/>
            </a:pPr>
            <a:r>
              <a:rPr lang="en-US" sz="1550" b="1" dirty="0">
                <a:solidFill>
                  <a:srgbClr val="17375E"/>
                </a:solidFill>
              </a:rPr>
              <a:t>personne ou chose ?</a:t>
            </a:r>
            <a:endParaRPr lang="en-US" sz="1550" dirty="0"/>
          </a:p>
        </p:txBody>
      </p:sp>
      <p:sp>
        <p:nvSpPr>
          <p:cNvPr id="39" name="Shape 36"/>
          <p:cNvSpPr/>
          <p:nvPr/>
        </p:nvSpPr>
        <p:spPr>
          <a:xfrm flipH="1">
            <a:off x="2148840" y="3035808"/>
            <a:ext cx="868680" cy="694944"/>
          </a:xfrm>
          <a:prstGeom prst="line">
            <a:avLst/>
          </a:prstGeom>
          <a:noFill/>
          <a:ln w="22225">
            <a:solidFill>
              <a:srgbClr val="9AA6B5"/>
            </a:solidFill>
            <a:prstDash val="solid"/>
            <a:tailEnd type="triangle"/>
          </a:ln>
        </p:spPr>
      </p:sp>
      <p:sp>
        <p:nvSpPr>
          <p:cNvPr id="40" name="Text 37"/>
          <p:cNvSpPr txBox="1"/>
          <p:nvPr/>
        </p:nvSpPr>
        <p:spPr>
          <a:xfrm>
            <a:off x="1691640" y="3246120"/>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oui</a:t>
            </a:r>
            <a:endParaRPr lang="en-US" sz="1200" dirty="0"/>
          </a:p>
        </p:txBody>
      </p:sp>
      <p:sp>
        <p:nvSpPr>
          <p:cNvPr id="41" name="Shape 38"/>
          <p:cNvSpPr/>
          <p:nvPr/>
        </p:nvSpPr>
        <p:spPr>
          <a:xfrm>
            <a:off x="3840480" y="3035808"/>
            <a:ext cx="960120" cy="694944"/>
          </a:xfrm>
          <a:prstGeom prst="line">
            <a:avLst/>
          </a:prstGeom>
          <a:noFill/>
          <a:ln w="22225">
            <a:solidFill>
              <a:srgbClr val="9AA6B5"/>
            </a:solidFill>
            <a:prstDash val="solid"/>
            <a:tailEnd type="triangle"/>
          </a:ln>
        </p:spPr>
      </p:sp>
      <p:sp>
        <p:nvSpPr>
          <p:cNvPr id="42" name="Text 39"/>
          <p:cNvSpPr txBox="1"/>
          <p:nvPr/>
        </p:nvSpPr>
        <p:spPr>
          <a:xfrm>
            <a:off x="4572000" y="3246120"/>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non</a:t>
            </a:r>
            <a:endParaRPr lang="en-US" sz="1200" dirty="0"/>
          </a:p>
        </p:txBody>
      </p:sp>
      <p:sp>
        <p:nvSpPr>
          <p:cNvPr id="43" name="Text 40"/>
          <p:cNvSpPr txBox="1"/>
          <p:nvPr/>
        </p:nvSpPr>
        <p:spPr>
          <a:xfrm>
            <a:off x="6355080" y="3703320"/>
            <a:ext cx="1188720" cy="594360"/>
          </a:xfrm>
          <a:prstGeom prst="rect">
            <a:avLst/>
          </a:prstGeom>
          <a:noFill/>
          <a:ln/>
        </p:spPr>
        <p:txBody>
          <a:bodyPr wrap="square" lIns="0" tIns="0" rIns="0" bIns="0" rtlCol="0" anchor="ctr"/>
          <a:lstStyle/>
          <a:p>
            <a:pPr algn="l" indent="0" marL="0">
              <a:buNone/>
            </a:pPr>
            <a:r>
              <a:rPr lang="en-US" sz="1000" i="1" dirty="0">
                <a:solidFill>
                  <a:srgbClr val="6B7686"/>
                </a:solidFill>
              </a:rPr>
              <a:t>aussi après alles, iets, niets, un superlatif, une phrase</a:t>
            </a:r>
            <a:endParaRPr lang="en-US" sz="1000" dirty="0"/>
          </a:p>
        </p:txBody>
      </p:sp>
      <p:sp>
        <p:nvSpPr>
          <p:cNvPr id="44" name="Shape 41"/>
          <p:cNvSpPr/>
          <p:nvPr/>
        </p:nvSpPr>
        <p:spPr>
          <a:xfrm>
            <a:off x="384048" y="4892040"/>
            <a:ext cx="1426464" cy="457200"/>
          </a:xfrm>
          <a:prstGeom prst="roundRect">
            <a:avLst>
              <a:gd name="adj" fmla="val 24000"/>
            </a:avLst>
          </a:prstGeom>
          <a:solidFill>
            <a:srgbClr val="17375E"/>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45" name="Text 42"/>
          <p:cNvSpPr txBox="1"/>
          <p:nvPr/>
        </p:nvSpPr>
        <p:spPr>
          <a:xfrm>
            <a:off x="384048" y="4892040"/>
            <a:ext cx="1426464" cy="457200"/>
          </a:xfrm>
          <a:prstGeom prst="rect">
            <a:avLst/>
          </a:prstGeom>
          <a:noFill/>
          <a:ln/>
        </p:spPr>
        <p:txBody>
          <a:bodyPr wrap="square" lIns="0" tIns="0" rIns="0" bIns="0" rtlCol="0" anchor="ctr"/>
          <a:lstStyle/>
          <a:p>
            <a:pPr algn="ctr" indent="0" marL="0">
              <a:buNone/>
            </a:pPr>
            <a:r>
              <a:rPr lang="en-US" sz="1800" b="1" i="1" dirty="0">
                <a:solidFill>
                  <a:srgbClr val="FFFFFF"/>
                </a:solidFill>
              </a:rPr>
              <a:t>die</a:t>
            </a:r>
            <a:endParaRPr lang="en-US" sz="1800" dirty="0"/>
          </a:p>
        </p:txBody>
      </p:sp>
      <p:sp>
        <p:nvSpPr>
          <p:cNvPr id="46" name="Text 43"/>
          <p:cNvSpPr txBox="1"/>
          <p:nvPr/>
        </p:nvSpPr>
        <p:spPr>
          <a:xfrm>
            <a:off x="91440" y="5394960"/>
            <a:ext cx="2011680" cy="411480"/>
          </a:xfrm>
          <a:prstGeom prst="rect">
            <a:avLst/>
          </a:prstGeom>
          <a:noFill/>
          <a:ln/>
        </p:spPr>
        <p:txBody>
          <a:bodyPr wrap="square" lIns="0" tIns="0" rIns="0" bIns="0" rtlCol="0" anchor="t"/>
          <a:lstStyle/>
          <a:p>
            <a:pPr algn="ctr" indent="0" marL="0">
              <a:buNone/>
            </a:pPr>
            <a:r>
              <a:rPr lang="en-US" sz="1200" i="1" dirty="0">
                <a:solidFill>
                  <a:srgbClr val="1B2333"/>
                </a:solidFill>
              </a:rPr>
              <a:t>de klant </a:t>
            </a:r>
            <a:r>
              <a:rPr lang="en-US" sz="1200" b="1" i="1" dirty="0">
                <a:solidFill>
                  <a:srgbClr val="17375E"/>
                </a:solidFill>
              </a:rPr>
              <a:t>die</a:t>
            </a:r>
            <a:r>
              <a:rPr lang="en-US" sz="1200" i="1" dirty="0">
                <a:solidFill>
                  <a:srgbClr val="1B2333"/>
                </a:solidFill>
              </a:rPr>
              <a:t> belt</a:t>
            </a:r>
            <a:endParaRPr lang="en-US" sz="1200" dirty="0"/>
          </a:p>
        </p:txBody>
      </p:sp>
      <p:sp>
        <p:nvSpPr>
          <p:cNvPr id="47" name="Shape 44"/>
          <p:cNvSpPr/>
          <p:nvPr/>
        </p:nvSpPr>
        <p:spPr>
          <a:xfrm>
            <a:off x="1938528" y="4892040"/>
            <a:ext cx="1426464" cy="457200"/>
          </a:xfrm>
          <a:prstGeom prst="roundRect">
            <a:avLst>
              <a:gd name="adj" fmla="val 24000"/>
            </a:avLst>
          </a:prstGeom>
          <a:solidFill>
            <a:srgbClr val="D9700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48" name="Text 45"/>
          <p:cNvSpPr txBox="1"/>
          <p:nvPr/>
        </p:nvSpPr>
        <p:spPr>
          <a:xfrm>
            <a:off x="1938528" y="4892040"/>
            <a:ext cx="1426464" cy="457200"/>
          </a:xfrm>
          <a:prstGeom prst="rect">
            <a:avLst/>
          </a:prstGeom>
          <a:noFill/>
          <a:ln/>
        </p:spPr>
        <p:txBody>
          <a:bodyPr wrap="square" lIns="0" tIns="0" rIns="0" bIns="0" rtlCol="0" anchor="ctr"/>
          <a:lstStyle/>
          <a:p>
            <a:pPr algn="ctr" indent="0" marL="0">
              <a:buNone/>
            </a:pPr>
            <a:r>
              <a:rPr lang="en-US" sz="1800" b="1" i="1" dirty="0">
                <a:solidFill>
                  <a:srgbClr val="FFFFFF"/>
                </a:solidFill>
              </a:rPr>
              <a:t>dat</a:t>
            </a:r>
            <a:endParaRPr lang="en-US" sz="1800" dirty="0"/>
          </a:p>
        </p:txBody>
      </p:sp>
      <p:sp>
        <p:nvSpPr>
          <p:cNvPr id="49" name="Text 46"/>
          <p:cNvSpPr txBox="1"/>
          <p:nvPr/>
        </p:nvSpPr>
        <p:spPr>
          <a:xfrm>
            <a:off x="1645920" y="5394960"/>
            <a:ext cx="2011680" cy="411480"/>
          </a:xfrm>
          <a:prstGeom prst="rect">
            <a:avLst/>
          </a:prstGeom>
          <a:noFill/>
          <a:ln/>
        </p:spPr>
        <p:txBody>
          <a:bodyPr wrap="square" lIns="0" tIns="0" rIns="0" bIns="0" rtlCol="0" anchor="t"/>
          <a:lstStyle/>
          <a:p>
            <a:pPr algn="ctr" indent="0" marL="0">
              <a:buNone/>
            </a:pPr>
            <a:r>
              <a:rPr lang="en-US" sz="1200" i="1" dirty="0">
                <a:solidFill>
                  <a:srgbClr val="1B2333"/>
                </a:solidFill>
              </a:rPr>
              <a:t>het rapport </a:t>
            </a:r>
            <a:r>
              <a:rPr lang="en-US" sz="1200" b="1" i="1" dirty="0">
                <a:solidFill>
                  <a:srgbClr val="D9700F"/>
                </a:solidFill>
              </a:rPr>
              <a:t>dat</a:t>
            </a:r>
            <a:r>
              <a:rPr lang="en-US" sz="1200" i="1" dirty="0">
                <a:solidFill>
                  <a:srgbClr val="1B2333"/>
                </a:solidFill>
              </a:rPr>
              <a:t> ik lees</a:t>
            </a:r>
            <a:endParaRPr lang="en-US" sz="1200" dirty="0"/>
          </a:p>
        </p:txBody>
      </p:sp>
      <p:sp>
        <p:nvSpPr>
          <p:cNvPr id="50" name="Shape 47"/>
          <p:cNvSpPr/>
          <p:nvPr/>
        </p:nvSpPr>
        <p:spPr>
          <a:xfrm flipH="1">
            <a:off x="1188720" y="4224528"/>
            <a:ext cx="411480" cy="667512"/>
          </a:xfrm>
          <a:prstGeom prst="line">
            <a:avLst/>
          </a:prstGeom>
          <a:noFill/>
          <a:ln w="22225">
            <a:solidFill>
              <a:srgbClr val="9AA6B5"/>
            </a:solidFill>
            <a:prstDash val="solid"/>
            <a:tailEnd type="triangle"/>
          </a:ln>
        </p:spPr>
      </p:sp>
      <p:sp>
        <p:nvSpPr>
          <p:cNvPr id="51" name="Text 48"/>
          <p:cNvSpPr txBox="1"/>
          <p:nvPr/>
        </p:nvSpPr>
        <p:spPr>
          <a:xfrm>
            <a:off x="457200" y="4407408"/>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de, pl.</a:t>
            </a:r>
            <a:endParaRPr lang="en-US" sz="1200" dirty="0"/>
          </a:p>
        </p:txBody>
      </p:sp>
      <p:sp>
        <p:nvSpPr>
          <p:cNvPr id="52" name="Shape 49"/>
          <p:cNvSpPr/>
          <p:nvPr/>
        </p:nvSpPr>
        <p:spPr>
          <a:xfrm>
            <a:off x="2148840" y="4224528"/>
            <a:ext cx="411480" cy="667512"/>
          </a:xfrm>
          <a:prstGeom prst="line">
            <a:avLst/>
          </a:prstGeom>
          <a:noFill/>
          <a:ln w="22225">
            <a:solidFill>
              <a:srgbClr val="9AA6B5"/>
            </a:solidFill>
            <a:prstDash val="solid"/>
            <a:tailEnd type="triangle"/>
          </a:ln>
        </p:spPr>
      </p:sp>
      <p:sp>
        <p:nvSpPr>
          <p:cNvPr id="53" name="Text 50"/>
          <p:cNvSpPr txBox="1"/>
          <p:nvPr/>
        </p:nvSpPr>
        <p:spPr>
          <a:xfrm>
            <a:off x="2514600" y="4407408"/>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het</a:t>
            </a:r>
            <a:endParaRPr lang="en-US" sz="1200" dirty="0"/>
          </a:p>
        </p:txBody>
      </p:sp>
      <p:sp>
        <p:nvSpPr>
          <p:cNvPr id="54" name="Shape 51"/>
          <p:cNvSpPr/>
          <p:nvPr/>
        </p:nvSpPr>
        <p:spPr>
          <a:xfrm>
            <a:off x="3630168" y="4892040"/>
            <a:ext cx="1426464" cy="457200"/>
          </a:xfrm>
          <a:prstGeom prst="roundRect">
            <a:avLst>
              <a:gd name="adj" fmla="val 24000"/>
            </a:avLst>
          </a:prstGeom>
          <a:solidFill>
            <a:srgbClr val="B4236A"/>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55" name="Text 52"/>
          <p:cNvSpPr txBox="1"/>
          <p:nvPr/>
        </p:nvSpPr>
        <p:spPr>
          <a:xfrm>
            <a:off x="3630168" y="4892040"/>
            <a:ext cx="1426464" cy="457200"/>
          </a:xfrm>
          <a:prstGeom prst="rect">
            <a:avLst/>
          </a:prstGeom>
          <a:noFill/>
          <a:ln/>
        </p:spPr>
        <p:txBody>
          <a:bodyPr wrap="square" lIns="0" tIns="0" rIns="0" bIns="0" rtlCol="0" anchor="ctr"/>
          <a:lstStyle/>
          <a:p>
            <a:pPr algn="ctr" indent="0" marL="0">
              <a:buNone/>
            </a:pPr>
            <a:r>
              <a:rPr lang="en-US" sz="1800" b="1" i="1" dirty="0">
                <a:solidFill>
                  <a:srgbClr val="FFFFFF"/>
                </a:solidFill>
              </a:rPr>
              <a:t>wie</a:t>
            </a:r>
            <a:endParaRPr lang="en-US" sz="1800" dirty="0"/>
          </a:p>
        </p:txBody>
      </p:sp>
      <p:sp>
        <p:nvSpPr>
          <p:cNvPr id="56" name="Text 53"/>
          <p:cNvSpPr txBox="1"/>
          <p:nvPr/>
        </p:nvSpPr>
        <p:spPr>
          <a:xfrm>
            <a:off x="3337560" y="5394960"/>
            <a:ext cx="2011680" cy="411480"/>
          </a:xfrm>
          <a:prstGeom prst="rect">
            <a:avLst/>
          </a:prstGeom>
          <a:noFill/>
          <a:ln/>
        </p:spPr>
        <p:txBody>
          <a:bodyPr wrap="square" lIns="0" tIns="0" rIns="0" bIns="0" rtlCol="0" anchor="t"/>
          <a:lstStyle/>
          <a:p>
            <a:pPr algn="ctr" indent="0" marL="0">
              <a:buNone/>
            </a:pPr>
            <a:r>
              <a:rPr lang="en-US" sz="1200" b="1" i="1" dirty="0">
                <a:solidFill>
                  <a:srgbClr val="B4236A"/>
                </a:solidFill>
              </a:rPr>
              <a:t>Wie</a:t>
            </a:r>
            <a:r>
              <a:rPr lang="en-US" sz="1200" i="1" dirty="0">
                <a:solidFill>
                  <a:srgbClr val="1B2333"/>
                </a:solidFill>
              </a:rPr>
              <a:t> wil, mag gaan.</a:t>
            </a:r>
            <a:endParaRPr lang="en-US" sz="1200" dirty="0"/>
          </a:p>
        </p:txBody>
      </p:sp>
      <p:sp>
        <p:nvSpPr>
          <p:cNvPr id="57" name="Shape 54"/>
          <p:cNvSpPr/>
          <p:nvPr/>
        </p:nvSpPr>
        <p:spPr>
          <a:xfrm>
            <a:off x="5138928" y="4892040"/>
            <a:ext cx="1426464" cy="457200"/>
          </a:xfrm>
          <a:prstGeom prst="roundRect">
            <a:avLst>
              <a:gd name="adj" fmla="val 24000"/>
            </a:avLst>
          </a:prstGeom>
          <a:solidFill>
            <a:srgbClr val="2E7D4F"/>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58" name="Text 55"/>
          <p:cNvSpPr txBox="1"/>
          <p:nvPr/>
        </p:nvSpPr>
        <p:spPr>
          <a:xfrm>
            <a:off x="5138928" y="4892040"/>
            <a:ext cx="1426464" cy="457200"/>
          </a:xfrm>
          <a:prstGeom prst="rect">
            <a:avLst/>
          </a:prstGeom>
          <a:noFill/>
          <a:ln/>
        </p:spPr>
        <p:txBody>
          <a:bodyPr wrap="square" lIns="0" tIns="0" rIns="0" bIns="0" rtlCol="0" anchor="ctr"/>
          <a:lstStyle/>
          <a:p>
            <a:pPr algn="ctr" indent="0" marL="0">
              <a:buNone/>
            </a:pPr>
            <a:r>
              <a:rPr lang="en-US" sz="1800" b="1" i="1" dirty="0">
                <a:solidFill>
                  <a:srgbClr val="FFFFFF"/>
                </a:solidFill>
              </a:rPr>
              <a:t>wat</a:t>
            </a:r>
            <a:endParaRPr lang="en-US" sz="1800" dirty="0"/>
          </a:p>
        </p:txBody>
      </p:sp>
      <p:sp>
        <p:nvSpPr>
          <p:cNvPr id="59" name="Text 56"/>
          <p:cNvSpPr txBox="1"/>
          <p:nvPr/>
        </p:nvSpPr>
        <p:spPr>
          <a:xfrm>
            <a:off x="4846320" y="5394960"/>
            <a:ext cx="2011680" cy="411480"/>
          </a:xfrm>
          <a:prstGeom prst="rect">
            <a:avLst/>
          </a:prstGeom>
          <a:noFill/>
          <a:ln/>
        </p:spPr>
        <p:txBody>
          <a:bodyPr wrap="square" lIns="0" tIns="0" rIns="0" bIns="0" rtlCol="0" anchor="t"/>
          <a:lstStyle/>
          <a:p>
            <a:pPr algn="ctr" indent="0" marL="0">
              <a:buNone/>
            </a:pPr>
            <a:r>
              <a:rPr lang="en-US" sz="1200" i="1" dirty="0">
                <a:solidFill>
                  <a:srgbClr val="1B2333"/>
                </a:solidFill>
              </a:rPr>
              <a:t>alles </a:t>
            </a:r>
            <a:r>
              <a:rPr lang="en-US" sz="1200" b="1" i="1" dirty="0">
                <a:solidFill>
                  <a:srgbClr val="2E7D4F"/>
                </a:solidFill>
              </a:rPr>
              <a:t>wat</a:t>
            </a:r>
            <a:r>
              <a:rPr lang="en-US" sz="1200" i="1" dirty="0">
                <a:solidFill>
                  <a:srgbClr val="1B2333"/>
                </a:solidFill>
              </a:rPr>
              <a:t> je zegt</a:t>
            </a:r>
            <a:endParaRPr lang="en-US" sz="1200" dirty="0"/>
          </a:p>
        </p:txBody>
      </p:sp>
      <p:sp>
        <p:nvSpPr>
          <p:cNvPr id="60" name="Shape 57"/>
          <p:cNvSpPr/>
          <p:nvPr/>
        </p:nvSpPr>
        <p:spPr>
          <a:xfrm flipH="1">
            <a:off x="4434840" y="4224528"/>
            <a:ext cx="365760" cy="667512"/>
          </a:xfrm>
          <a:prstGeom prst="line">
            <a:avLst/>
          </a:prstGeom>
          <a:noFill/>
          <a:ln w="22225">
            <a:solidFill>
              <a:srgbClr val="9AA6B5"/>
            </a:solidFill>
            <a:prstDash val="solid"/>
            <a:tailEnd type="triangle"/>
          </a:ln>
        </p:spPr>
      </p:sp>
      <p:sp>
        <p:nvSpPr>
          <p:cNvPr id="61" name="Text 58"/>
          <p:cNvSpPr txBox="1"/>
          <p:nvPr/>
        </p:nvSpPr>
        <p:spPr>
          <a:xfrm>
            <a:off x="3611880" y="4407408"/>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pers.</a:t>
            </a:r>
            <a:endParaRPr lang="en-US" sz="1200" dirty="0"/>
          </a:p>
        </p:txBody>
      </p:sp>
      <p:sp>
        <p:nvSpPr>
          <p:cNvPr id="62" name="Shape 59"/>
          <p:cNvSpPr/>
          <p:nvPr/>
        </p:nvSpPr>
        <p:spPr>
          <a:xfrm>
            <a:off x="5349240" y="4224528"/>
            <a:ext cx="411480" cy="667512"/>
          </a:xfrm>
          <a:prstGeom prst="line">
            <a:avLst/>
          </a:prstGeom>
          <a:noFill/>
          <a:ln w="22225">
            <a:solidFill>
              <a:srgbClr val="9AA6B5"/>
            </a:solidFill>
            <a:prstDash val="solid"/>
            <a:tailEnd type="triangle"/>
          </a:ln>
        </p:spPr>
      </p:sp>
      <p:sp>
        <p:nvSpPr>
          <p:cNvPr id="63" name="Text 60"/>
          <p:cNvSpPr txBox="1"/>
          <p:nvPr/>
        </p:nvSpPr>
        <p:spPr>
          <a:xfrm>
            <a:off x="5623560" y="4407408"/>
            <a:ext cx="1097280" cy="237744"/>
          </a:xfrm>
          <a:prstGeom prst="rect">
            <a:avLst/>
          </a:prstGeom>
          <a:noFill/>
          <a:ln/>
        </p:spPr>
        <p:txBody>
          <a:bodyPr wrap="square" lIns="0" tIns="0" rIns="0" bIns="0" rtlCol="0" anchor="ctr"/>
          <a:lstStyle/>
          <a:p>
            <a:pPr algn="ctr" indent="0" marL="0">
              <a:buNone/>
            </a:pPr>
            <a:r>
              <a:rPr lang="en-US" sz="1200" b="1" i="1" dirty="0">
                <a:solidFill>
                  <a:srgbClr val="6B7686"/>
                </a:solidFill>
              </a:rPr>
              <a:t>chose</a:t>
            </a:r>
            <a:endParaRPr lang="en-US" sz="1200" dirty="0"/>
          </a:p>
        </p:txBody>
      </p:sp>
      <p:sp>
        <p:nvSpPr>
          <p:cNvPr id="64" name="Shape 61"/>
          <p:cNvSpPr/>
          <p:nvPr/>
        </p:nvSpPr>
        <p:spPr>
          <a:xfrm>
            <a:off x="7223760" y="4846320"/>
            <a:ext cx="4416552" cy="914400"/>
          </a:xfrm>
          <a:prstGeom prst="roundRect">
            <a:avLst>
              <a:gd name="adj" fmla="val 12000"/>
            </a:avLst>
          </a:prstGeom>
          <a:solidFill>
            <a:srgbClr val="17375E"/>
          </a:solidFill>
          <a:ln w="12700">
            <a:solidFill>
              <a:srgbClr val="FFFFFF">
                <a:alpha val="0"/>
              </a:srgbClr>
            </a:solidFill>
            <a:prstDash val="solid"/>
          </a:ln>
          <a:effectLst>
            <a:outerShdw sx="100000" sy="100000" kx="0" ky="0" algn="bl" rotWithShape="0" blurRad="101600" dist="25400" dir="3600000">
              <a:srgbClr val="000000">
                <a:alpha val="16000"/>
              </a:srgbClr>
            </a:outerShdw>
          </a:effectLst>
        </p:spPr>
      </p:sp>
      <p:sp>
        <p:nvSpPr>
          <p:cNvPr id="65" name="Text 62"/>
          <p:cNvSpPr txBox="1"/>
          <p:nvPr/>
        </p:nvSpPr>
        <p:spPr>
          <a:xfrm>
            <a:off x="7406640" y="4846320"/>
            <a:ext cx="4050792" cy="914400"/>
          </a:xfrm>
          <a:prstGeom prst="rect">
            <a:avLst/>
          </a:prstGeom>
          <a:noFill/>
          <a:ln/>
        </p:spPr>
        <p:txBody>
          <a:bodyPr wrap="square" lIns="0" tIns="0" rIns="0" bIns="0" rtlCol="0" anchor="ctr"/>
          <a:lstStyle/>
          <a:p>
            <a:pPr algn="ctr" indent="0" marL="0">
              <a:buNone/>
            </a:pPr>
            <a:r>
              <a:rPr lang="en-US" sz="1600" b="1" dirty="0">
                <a:solidFill>
                  <a:srgbClr val="FFFFFF"/>
                </a:solidFill>
              </a:rPr>
              <a:t>Et toujours :</a:t>
            </a:r>
            <a:endParaRPr lang="en-US" sz="1600" dirty="0"/>
          </a:p>
          <a:p>
            <a:pPr algn="ctr" indent="0" marL="0">
              <a:buNone/>
            </a:pPr>
            <a:r>
              <a:rPr lang="en-US" sz="1600" dirty="0">
                <a:solidFill>
                  <a:srgbClr val="FFFFFF"/>
                </a:solidFill>
              </a:rPr>
              <a:t>tous les </a:t>
            </a:r>
            <a:r>
              <a:rPr lang="en-US" sz="1600" b="1" dirty="0">
                <a:solidFill>
                  <a:srgbClr val="F4A39A"/>
                </a:solidFill>
              </a:rPr>
              <a:t>verbes</a:t>
            </a:r>
            <a:r>
              <a:rPr lang="en-US" sz="1600" dirty="0">
                <a:solidFill>
                  <a:srgbClr val="FFFFFF"/>
                </a:solidFill>
              </a:rPr>
              <a:t> à la fin de la relative</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À retenir : cinq relatifs</a:t>
            </a:r>
            <a:endParaRPr lang="en-US" sz="3000" dirty="0"/>
          </a:p>
        </p:txBody>
      </p:sp>
      <p:sp>
        <p:nvSpPr>
          <p:cNvPr id="3" name="tag"/>
          <p:cNvSpPr/>
          <p:nvPr/>
        </p:nvSpPr>
        <p:spPr>
          <a:xfrm>
            <a:off x="548640" y="237744"/>
            <a:ext cx="1446581" cy="310896"/>
          </a:xfrm>
          <a:prstGeom prst="roundRect">
            <a:avLst>
              <a:gd name="adj" fmla="val 14706"/>
            </a:avLst>
          </a:prstGeom>
          <a:solidFill>
            <a:schemeClr val="tx2"/>
          </a:solidFill>
          <a:ln/>
        </p:spPr>
        <p:txBody>
          <a:bodyPr wrap="square" lIns="0" tIns="0" rIns="0" bIns="0" rtlCol="0" anchor="ctr"/>
          <a:lstStyle/>
          <a:p>
            <a:pPr algn="ctr" indent="0" marL="0">
              <a:buNone/>
            </a:pPr>
            <a:r>
              <a:rPr lang="en-US" sz="1200" b="1" spc="100" kern="0" dirty="0">
                <a:solidFill>
                  <a:srgbClr val="FFFFFF"/>
                </a:solidFill>
              </a:rPr>
              <a:t>À RETENIR</a:t>
            </a:r>
            <a:endParaRPr lang="en-US" sz="1200" dirty="0"/>
          </a:p>
        </p:txBody>
      </p:sp>
      <p:sp>
        <p:nvSpPr>
          <p:cNvPr id="5" name="Shape 2"/>
          <p:cNvSpPr/>
          <p:nvPr/>
        </p:nvSpPr>
        <p:spPr>
          <a:xfrm>
            <a:off x="9043416" y="274320"/>
            <a:ext cx="475488" cy="256032"/>
          </a:xfrm>
          <a:prstGeom prst="roundRect">
            <a:avLst>
              <a:gd name="adj" fmla="val 28571"/>
            </a:avLst>
          </a:prstGeom>
          <a:solidFill>
            <a:srgbClr val="17375E"/>
          </a:solidFill>
          <a:ln w="12700">
            <a:solidFill>
              <a:srgbClr val="FFFFFF">
                <a:alpha val="0"/>
              </a:srgbClr>
            </a:solidFill>
            <a:prstDash val="solid"/>
          </a:ln>
        </p:spPr>
      </p:sp>
      <p:sp>
        <p:nvSpPr>
          <p:cNvPr id="6" name="Text 3"/>
          <p:cNvSpPr txBox="1"/>
          <p:nvPr/>
        </p:nvSpPr>
        <p:spPr>
          <a:xfrm>
            <a:off x="9043416"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die</a:t>
            </a:r>
            <a:endParaRPr lang="en-US" sz="900" dirty="0"/>
          </a:p>
        </p:txBody>
      </p:sp>
      <p:sp>
        <p:nvSpPr>
          <p:cNvPr id="7" name="Shape 4"/>
          <p:cNvSpPr/>
          <p:nvPr/>
        </p:nvSpPr>
        <p:spPr>
          <a:xfrm>
            <a:off x="9573768" y="274320"/>
            <a:ext cx="475488" cy="256032"/>
          </a:xfrm>
          <a:prstGeom prst="roundRect">
            <a:avLst>
              <a:gd name="adj" fmla="val 28571"/>
            </a:avLst>
          </a:prstGeom>
          <a:solidFill>
            <a:srgbClr val="D9700F"/>
          </a:solidFill>
          <a:ln w="12700">
            <a:solidFill>
              <a:srgbClr val="FFFFFF">
                <a:alpha val="0"/>
              </a:srgbClr>
            </a:solidFill>
            <a:prstDash val="solid"/>
          </a:ln>
        </p:spPr>
      </p:sp>
      <p:sp>
        <p:nvSpPr>
          <p:cNvPr id="8" name="Text 5"/>
          <p:cNvSpPr txBox="1"/>
          <p:nvPr/>
        </p:nvSpPr>
        <p:spPr>
          <a:xfrm>
            <a:off x="9573768"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dat</a:t>
            </a:r>
            <a:endParaRPr lang="en-US" sz="900" dirty="0"/>
          </a:p>
        </p:txBody>
      </p:sp>
      <p:sp>
        <p:nvSpPr>
          <p:cNvPr id="9" name="Shape 6"/>
          <p:cNvSpPr/>
          <p:nvPr/>
        </p:nvSpPr>
        <p:spPr>
          <a:xfrm>
            <a:off x="10104120" y="274320"/>
            <a:ext cx="475488" cy="256032"/>
          </a:xfrm>
          <a:prstGeom prst="roundRect">
            <a:avLst>
              <a:gd name="adj" fmla="val 28571"/>
            </a:avLst>
          </a:prstGeom>
          <a:solidFill>
            <a:srgbClr val="2E7D4F"/>
          </a:solidFill>
          <a:ln w="12700">
            <a:solidFill>
              <a:srgbClr val="FFFFFF">
                <a:alpha val="0"/>
              </a:srgbClr>
            </a:solidFill>
            <a:prstDash val="solid"/>
          </a:ln>
        </p:spPr>
      </p:sp>
      <p:sp>
        <p:nvSpPr>
          <p:cNvPr id="10" name="Text 7"/>
          <p:cNvSpPr txBox="1"/>
          <p:nvPr/>
        </p:nvSpPr>
        <p:spPr>
          <a:xfrm>
            <a:off x="10104120"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wat</a:t>
            </a:r>
            <a:endParaRPr lang="en-US" sz="900" dirty="0"/>
          </a:p>
        </p:txBody>
      </p:sp>
      <p:sp>
        <p:nvSpPr>
          <p:cNvPr id="11" name="Shape 8"/>
          <p:cNvSpPr/>
          <p:nvPr/>
        </p:nvSpPr>
        <p:spPr>
          <a:xfrm>
            <a:off x="10634472" y="274320"/>
            <a:ext cx="475488" cy="256032"/>
          </a:xfrm>
          <a:prstGeom prst="roundRect">
            <a:avLst>
              <a:gd name="adj" fmla="val 28571"/>
            </a:avLst>
          </a:prstGeom>
          <a:solidFill>
            <a:srgbClr val="B4236A"/>
          </a:solidFill>
          <a:ln w="12700">
            <a:solidFill>
              <a:srgbClr val="FFFFFF">
                <a:alpha val="0"/>
              </a:srgbClr>
            </a:solidFill>
            <a:prstDash val="solid"/>
          </a:ln>
        </p:spPr>
      </p:sp>
      <p:sp>
        <p:nvSpPr>
          <p:cNvPr id="12" name="Text 9"/>
          <p:cNvSpPr txBox="1"/>
          <p:nvPr/>
        </p:nvSpPr>
        <p:spPr>
          <a:xfrm>
            <a:off x="10634472"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wie</a:t>
            </a:r>
            <a:endParaRPr lang="en-US" sz="900" dirty="0"/>
          </a:p>
        </p:txBody>
      </p:sp>
      <p:sp>
        <p:nvSpPr>
          <p:cNvPr id="13" name="Shape 10"/>
          <p:cNvSpPr/>
          <p:nvPr/>
        </p:nvSpPr>
        <p:spPr>
          <a:xfrm>
            <a:off x="11164824" y="274320"/>
            <a:ext cx="475488" cy="256032"/>
          </a:xfrm>
          <a:prstGeom prst="roundRect">
            <a:avLst>
              <a:gd name="adj" fmla="val 28571"/>
            </a:avLst>
          </a:prstGeom>
          <a:solidFill>
            <a:srgbClr val="6E4A9E"/>
          </a:solidFill>
          <a:ln w="12700">
            <a:solidFill>
              <a:srgbClr val="FFFFFF">
                <a:alpha val="0"/>
              </a:srgbClr>
            </a:solidFill>
            <a:prstDash val="solid"/>
          </a:ln>
        </p:spPr>
      </p:sp>
      <p:sp>
        <p:nvSpPr>
          <p:cNvPr id="14" name="Text 11"/>
          <p:cNvSpPr txBox="1"/>
          <p:nvPr/>
        </p:nvSpPr>
        <p:spPr>
          <a:xfrm>
            <a:off x="11164824" y="274320"/>
            <a:ext cx="475488" cy="256032"/>
          </a:xfrm>
          <a:prstGeom prst="rect">
            <a:avLst/>
          </a:prstGeom>
          <a:noFill/>
          <a:ln/>
        </p:spPr>
        <p:txBody>
          <a:bodyPr wrap="square" lIns="0" tIns="0" rIns="0" bIns="0" rtlCol="0" anchor="ctr"/>
          <a:lstStyle/>
          <a:p>
            <a:pPr algn="ctr" indent="0" marL="0">
              <a:buNone/>
            </a:pPr>
            <a:r>
              <a:rPr lang="en-US" sz="900" b="1" dirty="0">
                <a:solidFill>
                  <a:srgbClr val="FFFFFF"/>
                </a:solidFill>
              </a:rPr>
              <a:t>waar-</a:t>
            </a:r>
            <a:endParaRPr lang="en-US" sz="900" dirty="0"/>
          </a:p>
        </p:txBody>
      </p:sp>
      <p:pic>
        <p:nvPicPr>
          <p:cNvPr id="15" name="Image 0" descr="Camera">    </p:cNvPr>
          <p:cNvPicPr>
            <a:picLocks noChangeAspect="1"/>
          </p:cNvPicPr>
          <p:nvPr/>
        </p:nvPicPr>
        <p:blipFill>
          <a:blip r:embed="rId1"/>
          <a:stretch>
            <a:fillRect/>
          </a:stretch>
        </p:blipFill>
        <p:spPr>
          <a:xfrm>
            <a:off x="11247120" y="960120"/>
            <a:ext cx="347472" cy="347472"/>
          </a:xfrm>
          <a:prstGeom prst="rect">
            <a:avLst/>
          </a:prstGeom>
        </p:spPr>
      </p:pic>
      <p:sp>
        <p:nvSpPr>
          <p:cNvPr id="16" name="Shape 12"/>
          <p:cNvSpPr/>
          <p:nvPr/>
        </p:nvSpPr>
        <p:spPr>
          <a:xfrm>
            <a:off x="548640" y="1481328"/>
            <a:ext cx="2108606" cy="3794760"/>
          </a:xfrm>
          <a:prstGeom prst="roundRect">
            <a:avLst>
              <a:gd name="adj" fmla="val 5204"/>
            </a:avLst>
          </a:prstGeom>
          <a:solidFill>
            <a:srgbClr val="FFFFFF"/>
          </a:solidFill>
          <a:ln w="25400">
            <a:solidFill>
              <a:srgbClr val="17375E"/>
            </a:solidFill>
            <a:prstDash val="solid"/>
          </a:ln>
          <a:effectLst>
            <a:outerShdw sx="100000" sy="100000" kx="0" ky="0" algn="bl" rotWithShape="0" blurRad="101600" dist="25400" dir="3600000">
              <a:srgbClr val="000000">
                <a:alpha val="16000"/>
              </a:srgbClr>
            </a:outerShdw>
          </a:effectLst>
        </p:spPr>
      </p:sp>
      <p:sp>
        <p:nvSpPr>
          <p:cNvPr id="17" name="Shape 13"/>
          <p:cNvSpPr/>
          <p:nvPr/>
        </p:nvSpPr>
        <p:spPr>
          <a:xfrm>
            <a:off x="548640" y="1481328"/>
            <a:ext cx="2108606" cy="566928"/>
          </a:xfrm>
          <a:prstGeom prst="roundRect">
            <a:avLst>
              <a:gd name="adj" fmla="val 19355"/>
            </a:avLst>
          </a:prstGeom>
          <a:solidFill>
            <a:srgbClr val="17375E"/>
          </a:solidFill>
          <a:ln w="12700">
            <a:solidFill>
              <a:srgbClr val="FFFFFF">
                <a:alpha val="0"/>
              </a:srgbClr>
            </a:solidFill>
            <a:prstDash val="solid"/>
          </a:ln>
        </p:spPr>
      </p:sp>
      <p:sp>
        <p:nvSpPr>
          <p:cNvPr id="18" name="Shape 14"/>
          <p:cNvSpPr/>
          <p:nvPr/>
        </p:nvSpPr>
        <p:spPr>
          <a:xfrm>
            <a:off x="548640" y="1865376"/>
            <a:ext cx="2108606" cy="182880"/>
          </a:xfrm>
          <a:prstGeom prst="rect">
            <a:avLst/>
          </a:prstGeom>
          <a:solidFill>
            <a:srgbClr val="17375E"/>
          </a:solidFill>
          <a:ln w="12700">
            <a:solidFill>
              <a:srgbClr val="FFFFFF">
                <a:alpha val="0"/>
              </a:srgbClr>
            </a:solidFill>
            <a:prstDash val="solid"/>
          </a:ln>
        </p:spPr>
      </p:sp>
      <p:sp>
        <p:nvSpPr>
          <p:cNvPr id="19" name="Text 15"/>
          <p:cNvSpPr txBox="1"/>
          <p:nvPr/>
        </p:nvSpPr>
        <p:spPr>
          <a:xfrm>
            <a:off x="548640" y="1481328"/>
            <a:ext cx="2108606" cy="566928"/>
          </a:xfrm>
          <a:prstGeom prst="rect">
            <a:avLst/>
          </a:prstGeom>
          <a:noFill/>
          <a:ln/>
        </p:spPr>
        <p:txBody>
          <a:bodyPr wrap="square" lIns="0" tIns="0" rIns="0" bIns="0" rtlCol="0" anchor="ctr"/>
          <a:lstStyle/>
          <a:p>
            <a:pPr algn="ctr" indent="0" marL="0">
              <a:buNone/>
            </a:pPr>
            <a:r>
              <a:rPr lang="en-US" sz="2200" b="1" i="1" dirty="0">
                <a:solidFill>
                  <a:srgbClr val="FFFFFF"/>
                </a:solidFill>
              </a:rPr>
              <a:t>die</a:t>
            </a:r>
            <a:endParaRPr lang="en-US" sz="2200" dirty="0"/>
          </a:p>
        </p:txBody>
      </p:sp>
      <p:sp>
        <p:nvSpPr>
          <p:cNvPr id="20" name="Text 16"/>
          <p:cNvSpPr txBox="1"/>
          <p:nvPr/>
        </p:nvSpPr>
        <p:spPr>
          <a:xfrm>
            <a:off x="640080" y="2176272"/>
            <a:ext cx="1925726" cy="237744"/>
          </a:xfrm>
          <a:prstGeom prst="rect">
            <a:avLst/>
          </a:prstGeom>
          <a:noFill/>
          <a:ln/>
        </p:spPr>
        <p:txBody>
          <a:bodyPr wrap="square" lIns="0" tIns="0" rIns="0" bIns="0" rtlCol="0" anchor="ctr"/>
          <a:lstStyle/>
          <a:p>
            <a:pPr algn="ctr" indent="0" marL="0">
              <a:buNone/>
            </a:pPr>
            <a:r>
              <a:rPr lang="en-US" sz="950" b="1" spc="150" kern="0" dirty="0">
                <a:solidFill>
                  <a:srgbClr val="17375E"/>
                </a:solidFill>
              </a:rPr>
              <a:t>QUAND ?</a:t>
            </a:r>
            <a:endParaRPr lang="en-US" sz="950" dirty="0"/>
          </a:p>
        </p:txBody>
      </p:sp>
      <p:sp>
        <p:nvSpPr>
          <p:cNvPr id="21" name="Text 17"/>
          <p:cNvSpPr txBox="1"/>
          <p:nvPr/>
        </p:nvSpPr>
        <p:spPr>
          <a:xfrm>
            <a:off x="658368" y="2423160"/>
            <a:ext cx="1889150" cy="960120"/>
          </a:xfrm>
          <a:prstGeom prst="rect">
            <a:avLst/>
          </a:prstGeom>
          <a:noFill/>
          <a:ln/>
        </p:spPr>
        <p:txBody>
          <a:bodyPr wrap="square" lIns="0" tIns="0" rIns="0" bIns="0" rtlCol="0" anchor="t"/>
          <a:lstStyle/>
          <a:p>
            <a:pPr algn="ctr" indent="0" marL="0">
              <a:buNone/>
            </a:pPr>
            <a:r>
              <a:rPr lang="en-US" sz="1400" dirty="0">
                <a:solidFill>
                  <a:srgbClr val="1B2333"/>
                </a:solidFill>
              </a:rPr>
              <a:t>nom </a:t>
            </a:r>
            <a:r>
              <a:rPr lang="en-US" sz="1400" i="1" dirty="0">
                <a:solidFill>
                  <a:srgbClr val="1B2333"/>
                </a:solidFill>
              </a:rPr>
              <a:t>de</a:t>
            </a:r>
            <a:r>
              <a:rPr lang="en-US" sz="1400" dirty="0">
                <a:solidFill>
                  <a:srgbClr val="1B2333"/>
                </a:solidFill>
              </a:rPr>
              <a:t>, pluriel</a:t>
            </a:r>
            <a:endParaRPr lang="en-US" sz="1400" dirty="0"/>
          </a:p>
        </p:txBody>
      </p:sp>
      <p:sp>
        <p:nvSpPr>
          <p:cNvPr id="22" name="Text 18"/>
          <p:cNvSpPr txBox="1"/>
          <p:nvPr/>
        </p:nvSpPr>
        <p:spPr>
          <a:xfrm>
            <a:off x="640080" y="3246120"/>
            <a:ext cx="1925726" cy="237744"/>
          </a:xfrm>
          <a:prstGeom prst="rect">
            <a:avLst/>
          </a:prstGeom>
          <a:noFill/>
          <a:ln/>
        </p:spPr>
        <p:txBody>
          <a:bodyPr wrap="square" lIns="0" tIns="0" rIns="0" bIns="0" rtlCol="0" anchor="ctr"/>
          <a:lstStyle/>
          <a:p>
            <a:pPr algn="ctr" indent="0" marL="0">
              <a:buNone/>
            </a:pPr>
            <a:r>
              <a:rPr lang="en-US" sz="950" b="1" spc="150" kern="0" dirty="0">
                <a:solidFill>
                  <a:srgbClr val="17375E"/>
                </a:solidFill>
              </a:rPr>
              <a:t>EXEMPLE</a:t>
            </a:r>
            <a:endParaRPr lang="en-US" sz="950" dirty="0"/>
          </a:p>
        </p:txBody>
      </p:sp>
      <p:sp>
        <p:nvSpPr>
          <p:cNvPr id="23" name="Text 19"/>
          <p:cNvSpPr txBox="1"/>
          <p:nvPr/>
        </p:nvSpPr>
        <p:spPr>
          <a:xfrm>
            <a:off x="658368" y="3493008"/>
            <a:ext cx="1889150" cy="822960"/>
          </a:xfrm>
          <a:prstGeom prst="rect">
            <a:avLst/>
          </a:prstGeom>
          <a:noFill/>
          <a:ln/>
        </p:spPr>
        <p:txBody>
          <a:bodyPr wrap="square" lIns="0" tIns="0" rIns="0" bIns="0" rtlCol="0" anchor="t"/>
          <a:lstStyle/>
          <a:p>
            <a:pPr algn="ctr" indent="0" marL="0">
              <a:buNone/>
            </a:pPr>
            <a:r>
              <a:rPr lang="en-US" sz="1500" i="1" dirty="0">
                <a:solidFill>
                  <a:srgbClr val="1B2333"/>
                </a:solidFill>
              </a:rPr>
              <a:t>de klant </a:t>
            </a:r>
            <a:r>
              <a:rPr lang="en-US" sz="1500" b="1" i="1" dirty="0">
                <a:solidFill>
                  <a:srgbClr val="17375E"/>
                </a:solidFill>
              </a:rPr>
              <a:t>die</a:t>
            </a:r>
            <a:r>
              <a:rPr lang="en-US" sz="1500" i="1" dirty="0">
                <a:solidFill>
                  <a:srgbClr val="1B2333"/>
                </a:solidFill>
              </a:rPr>
              <a:t> belt</a:t>
            </a:r>
            <a:endParaRPr lang="en-US" sz="1500" dirty="0"/>
          </a:p>
        </p:txBody>
      </p:sp>
      <p:sp>
        <p:nvSpPr>
          <p:cNvPr id="24" name="Text 20"/>
          <p:cNvSpPr txBox="1"/>
          <p:nvPr/>
        </p:nvSpPr>
        <p:spPr>
          <a:xfrm>
            <a:off x="640080" y="4206240"/>
            <a:ext cx="1925726" cy="237744"/>
          </a:xfrm>
          <a:prstGeom prst="rect">
            <a:avLst/>
          </a:prstGeom>
          <a:noFill/>
          <a:ln/>
        </p:spPr>
        <p:txBody>
          <a:bodyPr wrap="square" lIns="0" tIns="0" rIns="0" bIns="0" rtlCol="0" anchor="ctr"/>
          <a:lstStyle/>
          <a:p>
            <a:pPr algn="ctr" indent="0" marL="0">
              <a:buNone/>
            </a:pPr>
            <a:r>
              <a:rPr lang="en-US" sz="950" b="1" spc="150" kern="0" dirty="0">
                <a:solidFill>
                  <a:srgbClr val="17375E"/>
                </a:solidFill>
              </a:rPr>
              <a:t>EN FRANÇAIS</a:t>
            </a:r>
            <a:endParaRPr lang="en-US" sz="950" dirty="0"/>
          </a:p>
        </p:txBody>
      </p:sp>
      <p:sp>
        <p:nvSpPr>
          <p:cNvPr id="25" name="Text 21"/>
          <p:cNvSpPr txBox="1"/>
          <p:nvPr/>
        </p:nvSpPr>
        <p:spPr>
          <a:xfrm>
            <a:off x="658368" y="4453128"/>
            <a:ext cx="1889150" cy="640080"/>
          </a:xfrm>
          <a:prstGeom prst="rect">
            <a:avLst/>
          </a:prstGeom>
          <a:noFill/>
          <a:ln/>
        </p:spPr>
        <p:txBody>
          <a:bodyPr wrap="square" lIns="0" tIns="0" rIns="0" bIns="0" rtlCol="0" anchor="t"/>
          <a:lstStyle/>
          <a:p>
            <a:pPr algn="ctr" indent="0" marL="0">
              <a:buNone/>
            </a:pPr>
            <a:r>
              <a:rPr lang="en-US" sz="1400" dirty="0">
                <a:solidFill>
                  <a:srgbClr val="1B2333"/>
                </a:solidFill>
              </a:rPr>
              <a:t>qui, que</a:t>
            </a:r>
            <a:endParaRPr lang="en-US" sz="1400" dirty="0"/>
          </a:p>
        </p:txBody>
      </p:sp>
      <p:sp>
        <p:nvSpPr>
          <p:cNvPr id="26" name="Shape 22"/>
          <p:cNvSpPr/>
          <p:nvPr/>
        </p:nvSpPr>
        <p:spPr>
          <a:xfrm>
            <a:off x="2794406" y="1481328"/>
            <a:ext cx="2108606" cy="3794760"/>
          </a:xfrm>
          <a:prstGeom prst="roundRect">
            <a:avLst>
              <a:gd name="adj" fmla="val 5204"/>
            </a:avLst>
          </a:prstGeom>
          <a:solidFill>
            <a:srgbClr val="FFFFFF"/>
          </a:solidFill>
          <a:ln w="25400">
            <a:solidFill>
              <a:srgbClr val="D9700F"/>
            </a:solidFill>
            <a:prstDash val="solid"/>
          </a:ln>
          <a:effectLst>
            <a:outerShdw sx="100000" sy="100000" kx="0" ky="0" algn="bl" rotWithShape="0" blurRad="101600" dist="25400" dir="3600000">
              <a:srgbClr val="000000">
                <a:alpha val="16000"/>
              </a:srgbClr>
            </a:outerShdw>
          </a:effectLst>
        </p:spPr>
      </p:sp>
      <p:sp>
        <p:nvSpPr>
          <p:cNvPr id="27" name="Shape 23"/>
          <p:cNvSpPr/>
          <p:nvPr/>
        </p:nvSpPr>
        <p:spPr>
          <a:xfrm>
            <a:off x="2794406" y="1481328"/>
            <a:ext cx="2108606" cy="566928"/>
          </a:xfrm>
          <a:prstGeom prst="roundRect">
            <a:avLst>
              <a:gd name="adj" fmla="val 19355"/>
            </a:avLst>
          </a:prstGeom>
          <a:solidFill>
            <a:srgbClr val="D9700F"/>
          </a:solidFill>
          <a:ln w="12700">
            <a:solidFill>
              <a:srgbClr val="FFFFFF">
                <a:alpha val="0"/>
              </a:srgbClr>
            </a:solidFill>
            <a:prstDash val="solid"/>
          </a:ln>
        </p:spPr>
      </p:sp>
      <p:sp>
        <p:nvSpPr>
          <p:cNvPr id="28" name="Shape 24"/>
          <p:cNvSpPr/>
          <p:nvPr/>
        </p:nvSpPr>
        <p:spPr>
          <a:xfrm>
            <a:off x="2794406" y="1865376"/>
            <a:ext cx="2108606" cy="182880"/>
          </a:xfrm>
          <a:prstGeom prst="rect">
            <a:avLst/>
          </a:prstGeom>
          <a:solidFill>
            <a:srgbClr val="D9700F"/>
          </a:solidFill>
          <a:ln w="12700">
            <a:solidFill>
              <a:srgbClr val="FFFFFF">
                <a:alpha val="0"/>
              </a:srgbClr>
            </a:solidFill>
            <a:prstDash val="solid"/>
          </a:ln>
        </p:spPr>
      </p:sp>
      <p:sp>
        <p:nvSpPr>
          <p:cNvPr id="29" name="Text 25"/>
          <p:cNvSpPr txBox="1"/>
          <p:nvPr/>
        </p:nvSpPr>
        <p:spPr>
          <a:xfrm>
            <a:off x="2794406" y="1481328"/>
            <a:ext cx="2108606" cy="566928"/>
          </a:xfrm>
          <a:prstGeom prst="rect">
            <a:avLst/>
          </a:prstGeom>
          <a:noFill/>
          <a:ln/>
        </p:spPr>
        <p:txBody>
          <a:bodyPr wrap="square" lIns="0" tIns="0" rIns="0" bIns="0" rtlCol="0" anchor="ctr"/>
          <a:lstStyle/>
          <a:p>
            <a:pPr algn="ctr" indent="0" marL="0">
              <a:buNone/>
            </a:pPr>
            <a:r>
              <a:rPr lang="en-US" sz="2200" b="1" i="1" dirty="0">
                <a:solidFill>
                  <a:srgbClr val="FFFFFF"/>
                </a:solidFill>
              </a:rPr>
              <a:t>dat</a:t>
            </a:r>
            <a:endParaRPr lang="en-US" sz="2200" dirty="0"/>
          </a:p>
        </p:txBody>
      </p:sp>
      <p:sp>
        <p:nvSpPr>
          <p:cNvPr id="30" name="Text 26"/>
          <p:cNvSpPr txBox="1"/>
          <p:nvPr/>
        </p:nvSpPr>
        <p:spPr>
          <a:xfrm>
            <a:off x="2885846" y="2176272"/>
            <a:ext cx="1925726" cy="237744"/>
          </a:xfrm>
          <a:prstGeom prst="rect">
            <a:avLst/>
          </a:prstGeom>
          <a:noFill/>
          <a:ln/>
        </p:spPr>
        <p:txBody>
          <a:bodyPr wrap="square" lIns="0" tIns="0" rIns="0" bIns="0" rtlCol="0" anchor="ctr"/>
          <a:lstStyle/>
          <a:p>
            <a:pPr algn="ctr" indent="0" marL="0">
              <a:buNone/>
            </a:pPr>
            <a:r>
              <a:rPr lang="en-US" sz="950" b="1" spc="150" kern="0" dirty="0">
                <a:solidFill>
                  <a:srgbClr val="D9700F"/>
                </a:solidFill>
              </a:rPr>
              <a:t>QUAND ?</a:t>
            </a:r>
            <a:endParaRPr lang="en-US" sz="950" dirty="0"/>
          </a:p>
        </p:txBody>
      </p:sp>
      <p:sp>
        <p:nvSpPr>
          <p:cNvPr id="31" name="Text 27"/>
          <p:cNvSpPr txBox="1"/>
          <p:nvPr/>
        </p:nvSpPr>
        <p:spPr>
          <a:xfrm>
            <a:off x="2904134" y="2423160"/>
            <a:ext cx="1889150" cy="960120"/>
          </a:xfrm>
          <a:prstGeom prst="rect">
            <a:avLst/>
          </a:prstGeom>
          <a:noFill/>
          <a:ln/>
        </p:spPr>
        <p:txBody>
          <a:bodyPr wrap="square" lIns="0" tIns="0" rIns="0" bIns="0" rtlCol="0" anchor="t"/>
          <a:lstStyle/>
          <a:p>
            <a:pPr algn="ctr" indent="0" marL="0">
              <a:buNone/>
            </a:pPr>
            <a:r>
              <a:rPr lang="en-US" sz="1400" dirty="0">
                <a:solidFill>
                  <a:srgbClr val="1B2333"/>
                </a:solidFill>
              </a:rPr>
              <a:t>nom </a:t>
            </a:r>
            <a:r>
              <a:rPr lang="en-US" sz="1400" i="1" dirty="0">
                <a:solidFill>
                  <a:srgbClr val="1B2333"/>
                </a:solidFill>
              </a:rPr>
              <a:t>het</a:t>
            </a:r>
            <a:endParaRPr lang="en-US" sz="1400" dirty="0"/>
          </a:p>
        </p:txBody>
      </p:sp>
      <p:sp>
        <p:nvSpPr>
          <p:cNvPr id="32" name="Text 28"/>
          <p:cNvSpPr txBox="1"/>
          <p:nvPr/>
        </p:nvSpPr>
        <p:spPr>
          <a:xfrm>
            <a:off x="2885846" y="3246120"/>
            <a:ext cx="1925726" cy="237744"/>
          </a:xfrm>
          <a:prstGeom prst="rect">
            <a:avLst/>
          </a:prstGeom>
          <a:noFill/>
          <a:ln/>
        </p:spPr>
        <p:txBody>
          <a:bodyPr wrap="square" lIns="0" tIns="0" rIns="0" bIns="0" rtlCol="0" anchor="ctr"/>
          <a:lstStyle/>
          <a:p>
            <a:pPr algn="ctr" indent="0" marL="0">
              <a:buNone/>
            </a:pPr>
            <a:r>
              <a:rPr lang="en-US" sz="950" b="1" spc="150" kern="0" dirty="0">
                <a:solidFill>
                  <a:srgbClr val="D9700F"/>
                </a:solidFill>
              </a:rPr>
              <a:t>EXEMPLE</a:t>
            </a:r>
            <a:endParaRPr lang="en-US" sz="950" dirty="0"/>
          </a:p>
        </p:txBody>
      </p:sp>
      <p:sp>
        <p:nvSpPr>
          <p:cNvPr id="33" name="Text 29"/>
          <p:cNvSpPr txBox="1"/>
          <p:nvPr/>
        </p:nvSpPr>
        <p:spPr>
          <a:xfrm>
            <a:off x="2904134" y="3493008"/>
            <a:ext cx="1889150" cy="822960"/>
          </a:xfrm>
          <a:prstGeom prst="rect">
            <a:avLst/>
          </a:prstGeom>
          <a:noFill/>
          <a:ln/>
        </p:spPr>
        <p:txBody>
          <a:bodyPr wrap="square" lIns="0" tIns="0" rIns="0" bIns="0" rtlCol="0" anchor="t"/>
          <a:lstStyle/>
          <a:p>
            <a:pPr algn="ctr" indent="0" marL="0">
              <a:buNone/>
            </a:pPr>
            <a:r>
              <a:rPr lang="en-US" sz="1500" i="1" dirty="0">
                <a:solidFill>
                  <a:srgbClr val="1B2333"/>
                </a:solidFill>
              </a:rPr>
              <a:t>het rapport </a:t>
            </a:r>
            <a:r>
              <a:rPr lang="en-US" sz="1500" b="1" i="1" dirty="0">
                <a:solidFill>
                  <a:srgbClr val="D9700F"/>
                </a:solidFill>
              </a:rPr>
              <a:t>dat</a:t>
            </a:r>
            <a:r>
              <a:rPr lang="en-US" sz="1500" i="1" dirty="0">
                <a:solidFill>
                  <a:srgbClr val="1B2333"/>
                </a:solidFill>
              </a:rPr>
              <a:t> ik lees</a:t>
            </a:r>
            <a:endParaRPr lang="en-US" sz="1500" dirty="0"/>
          </a:p>
        </p:txBody>
      </p:sp>
      <p:sp>
        <p:nvSpPr>
          <p:cNvPr id="34" name="Text 30"/>
          <p:cNvSpPr txBox="1"/>
          <p:nvPr/>
        </p:nvSpPr>
        <p:spPr>
          <a:xfrm>
            <a:off x="2885846" y="4206240"/>
            <a:ext cx="1925726" cy="237744"/>
          </a:xfrm>
          <a:prstGeom prst="rect">
            <a:avLst/>
          </a:prstGeom>
          <a:noFill/>
          <a:ln/>
        </p:spPr>
        <p:txBody>
          <a:bodyPr wrap="square" lIns="0" tIns="0" rIns="0" bIns="0" rtlCol="0" anchor="ctr"/>
          <a:lstStyle/>
          <a:p>
            <a:pPr algn="ctr" indent="0" marL="0">
              <a:buNone/>
            </a:pPr>
            <a:r>
              <a:rPr lang="en-US" sz="950" b="1" spc="150" kern="0" dirty="0">
                <a:solidFill>
                  <a:srgbClr val="D9700F"/>
                </a:solidFill>
              </a:rPr>
              <a:t>EN FRANÇAIS</a:t>
            </a:r>
            <a:endParaRPr lang="en-US" sz="950" dirty="0"/>
          </a:p>
        </p:txBody>
      </p:sp>
      <p:sp>
        <p:nvSpPr>
          <p:cNvPr id="35" name="Text 31"/>
          <p:cNvSpPr txBox="1"/>
          <p:nvPr/>
        </p:nvSpPr>
        <p:spPr>
          <a:xfrm>
            <a:off x="2904134" y="4453128"/>
            <a:ext cx="1889150" cy="640080"/>
          </a:xfrm>
          <a:prstGeom prst="rect">
            <a:avLst/>
          </a:prstGeom>
          <a:noFill/>
          <a:ln/>
        </p:spPr>
        <p:txBody>
          <a:bodyPr wrap="square" lIns="0" tIns="0" rIns="0" bIns="0" rtlCol="0" anchor="t"/>
          <a:lstStyle/>
          <a:p>
            <a:pPr algn="ctr" indent="0" marL="0">
              <a:buNone/>
            </a:pPr>
            <a:r>
              <a:rPr lang="en-US" sz="1400" dirty="0">
                <a:solidFill>
                  <a:srgbClr val="1B2333"/>
                </a:solidFill>
              </a:rPr>
              <a:t>qui, que</a:t>
            </a:r>
            <a:endParaRPr lang="en-US" sz="1400" dirty="0"/>
          </a:p>
        </p:txBody>
      </p:sp>
      <p:sp>
        <p:nvSpPr>
          <p:cNvPr id="36" name="Shape 32"/>
          <p:cNvSpPr/>
          <p:nvPr/>
        </p:nvSpPr>
        <p:spPr>
          <a:xfrm>
            <a:off x="5040173" y="1481328"/>
            <a:ext cx="2108606" cy="3794760"/>
          </a:xfrm>
          <a:prstGeom prst="roundRect">
            <a:avLst>
              <a:gd name="adj" fmla="val 5204"/>
            </a:avLst>
          </a:prstGeom>
          <a:solidFill>
            <a:srgbClr val="FFFFFF"/>
          </a:solidFill>
          <a:ln w="25400">
            <a:solidFill>
              <a:srgbClr val="2E7D4F"/>
            </a:solidFill>
            <a:prstDash val="solid"/>
          </a:ln>
          <a:effectLst>
            <a:outerShdw sx="100000" sy="100000" kx="0" ky="0" algn="bl" rotWithShape="0" blurRad="101600" dist="25400" dir="3600000">
              <a:srgbClr val="000000">
                <a:alpha val="16000"/>
              </a:srgbClr>
            </a:outerShdw>
          </a:effectLst>
        </p:spPr>
      </p:sp>
      <p:sp>
        <p:nvSpPr>
          <p:cNvPr id="37" name="Shape 33"/>
          <p:cNvSpPr/>
          <p:nvPr/>
        </p:nvSpPr>
        <p:spPr>
          <a:xfrm>
            <a:off x="5040173" y="1481328"/>
            <a:ext cx="2108606" cy="566928"/>
          </a:xfrm>
          <a:prstGeom prst="roundRect">
            <a:avLst>
              <a:gd name="adj" fmla="val 19355"/>
            </a:avLst>
          </a:prstGeom>
          <a:solidFill>
            <a:srgbClr val="2E7D4F"/>
          </a:solidFill>
          <a:ln w="12700">
            <a:solidFill>
              <a:srgbClr val="FFFFFF">
                <a:alpha val="0"/>
              </a:srgbClr>
            </a:solidFill>
            <a:prstDash val="solid"/>
          </a:ln>
        </p:spPr>
      </p:sp>
      <p:sp>
        <p:nvSpPr>
          <p:cNvPr id="38" name="Shape 34"/>
          <p:cNvSpPr/>
          <p:nvPr/>
        </p:nvSpPr>
        <p:spPr>
          <a:xfrm>
            <a:off x="5040173" y="1865376"/>
            <a:ext cx="2108606" cy="182880"/>
          </a:xfrm>
          <a:prstGeom prst="rect">
            <a:avLst/>
          </a:prstGeom>
          <a:solidFill>
            <a:srgbClr val="2E7D4F"/>
          </a:solidFill>
          <a:ln w="12700">
            <a:solidFill>
              <a:srgbClr val="FFFFFF">
                <a:alpha val="0"/>
              </a:srgbClr>
            </a:solidFill>
            <a:prstDash val="solid"/>
          </a:ln>
        </p:spPr>
      </p:sp>
      <p:sp>
        <p:nvSpPr>
          <p:cNvPr id="39" name="Text 35"/>
          <p:cNvSpPr txBox="1"/>
          <p:nvPr/>
        </p:nvSpPr>
        <p:spPr>
          <a:xfrm>
            <a:off x="5040173" y="1481328"/>
            <a:ext cx="2108606" cy="566928"/>
          </a:xfrm>
          <a:prstGeom prst="rect">
            <a:avLst/>
          </a:prstGeom>
          <a:noFill/>
          <a:ln/>
        </p:spPr>
        <p:txBody>
          <a:bodyPr wrap="square" lIns="0" tIns="0" rIns="0" bIns="0" rtlCol="0" anchor="ctr"/>
          <a:lstStyle/>
          <a:p>
            <a:pPr algn="ctr" indent="0" marL="0">
              <a:buNone/>
            </a:pPr>
            <a:r>
              <a:rPr lang="en-US" sz="2200" b="1" i="1" dirty="0">
                <a:solidFill>
                  <a:srgbClr val="FFFFFF"/>
                </a:solidFill>
              </a:rPr>
              <a:t>wat</a:t>
            </a:r>
            <a:endParaRPr lang="en-US" sz="2200" dirty="0"/>
          </a:p>
        </p:txBody>
      </p:sp>
      <p:sp>
        <p:nvSpPr>
          <p:cNvPr id="40" name="Text 36"/>
          <p:cNvSpPr txBox="1"/>
          <p:nvPr/>
        </p:nvSpPr>
        <p:spPr>
          <a:xfrm>
            <a:off x="5131613" y="2176272"/>
            <a:ext cx="1925726" cy="237744"/>
          </a:xfrm>
          <a:prstGeom prst="rect">
            <a:avLst/>
          </a:prstGeom>
          <a:noFill/>
          <a:ln/>
        </p:spPr>
        <p:txBody>
          <a:bodyPr wrap="square" lIns="0" tIns="0" rIns="0" bIns="0" rtlCol="0" anchor="ctr"/>
          <a:lstStyle/>
          <a:p>
            <a:pPr algn="ctr" indent="0" marL="0">
              <a:buNone/>
            </a:pPr>
            <a:r>
              <a:rPr lang="en-US" sz="950" b="1" spc="150" kern="0" dirty="0">
                <a:solidFill>
                  <a:srgbClr val="2E7D4F"/>
                </a:solidFill>
              </a:rPr>
              <a:t>QUAND ?</a:t>
            </a:r>
            <a:endParaRPr lang="en-US" sz="950" dirty="0"/>
          </a:p>
        </p:txBody>
      </p:sp>
      <p:sp>
        <p:nvSpPr>
          <p:cNvPr id="41" name="Text 37"/>
          <p:cNvSpPr txBox="1"/>
          <p:nvPr/>
        </p:nvSpPr>
        <p:spPr>
          <a:xfrm>
            <a:off x="5149901" y="2423160"/>
            <a:ext cx="1889150" cy="960120"/>
          </a:xfrm>
          <a:prstGeom prst="rect">
            <a:avLst/>
          </a:prstGeom>
          <a:noFill/>
          <a:ln/>
        </p:spPr>
        <p:txBody>
          <a:bodyPr wrap="square" lIns="0" tIns="0" rIns="0" bIns="0" rtlCol="0" anchor="t"/>
          <a:lstStyle/>
          <a:p>
            <a:pPr algn="ctr" indent="0" marL="0">
              <a:buNone/>
            </a:pPr>
            <a:r>
              <a:rPr lang="en-US" sz="1400" i="1" dirty="0">
                <a:solidFill>
                  <a:srgbClr val="1B2333"/>
                </a:solidFill>
              </a:rPr>
              <a:t>alles, iets</a:t>
            </a:r>
            <a:r>
              <a:rPr lang="en-US" sz="1400" dirty="0">
                <a:solidFill>
                  <a:srgbClr val="1B2333"/>
                </a:solidFill>
              </a:rPr>
              <a:t>, superlatif, une phrase, sans nom</a:t>
            </a:r>
            <a:endParaRPr lang="en-US" sz="1400" dirty="0"/>
          </a:p>
        </p:txBody>
      </p:sp>
      <p:sp>
        <p:nvSpPr>
          <p:cNvPr id="42" name="Text 38"/>
          <p:cNvSpPr txBox="1"/>
          <p:nvPr/>
        </p:nvSpPr>
        <p:spPr>
          <a:xfrm>
            <a:off x="5131613" y="3246120"/>
            <a:ext cx="1925726" cy="237744"/>
          </a:xfrm>
          <a:prstGeom prst="rect">
            <a:avLst/>
          </a:prstGeom>
          <a:noFill/>
          <a:ln/>
        </p:spPr>
        <p:txBody>
          <a:bodyPr wrap="square" lIns="0" tIns="0" rIns="0" bIns="0" rtlCol="0" anchor="ctr"/>
          <a:lstStyle/>
          <a:p>
            <a:pPr algn="ctr" indent="0" marL="0">
              <a:buNone/>
            </a:pPr>
            <a:r>
              <a:rPr lang="en-US" sz="950" b="1" spc="150" kern="0" dirty="0">
                <a:solidFill>
                  <a:srgbClr val="2E7D4F"/>
                </a:solidFill>
              </a:rPr>
              <a:t>EXEMPLE</a:t>
            </a:r>
            <a:endParaRPr lang="en-US" sz="950" dirty="0"/>
          </a:p>
        </p:txBody>
      </p:sp>
      <p:sp>
        <p:nvSpPr>
          <p:cNvPr id="43" name="Text 39"/>
          <p:cNvSpPr txBox="1"/>
          <p:nvPr/>
        </p:nvSpPr>
        <p:spPr>
          <a:xfrm>
            <a:off x="5149901" y="3493008"/>
            <a:ext cx="1889150" cy="822960"/>
          </a:xfrm>
          <a:prstGeom prst="rect">
            <a:avLst/>
          </a:prstGeom>
          <a:noFill/>
          <a:ln/>
        </p:spPr>
        <p:txBody>
          <a:bodyPr wrap="square" lIns="0" tIns="0" rIns="0" bIns="0" rtlCol="0" anchor="t"/>
          <a:lstStyle/>
          <a:p>
            <a:pPr algn="ctr" indent="0" marL="0">
              <a:buNone/>
            </a:pPr>
            <a:r>
              <a:rPr lang="en-US" sz="1500" i="1" dirty="0">
                <a:solidFill>
                  <a:srgbClr val="1B2333"/>
                </a:solidFill>
              </a:rPr>
              <a:t>alles </a:t>
            </a:r>
            <a:r>
              <a:rPr lang="en-US" sz="1500" b="1" i="1" dirty="0">
                <a:solidFill>
                  <a:srgbClr val="2E7D4F"/>
                </a:solidFill>
              </a:rPr>
              <a:t>wat</a:t>
            </a:r>
            <a:r>
              <a:rPr lang="en-US" sz="1500" i="1" dirty="0">
                <a:solidFill>
                  <a:srgbClr val="1B2333"/>
                </a:solidFill>
              </a:rPr>
              <a:t> je zegt</a:t>
            </a:r>
            <a:endParaRPr lang="en-US" sz="1500" dirty="0"/>
          </a:p>
        </p:txBody>
      </p:sp>
      <p:sp>
        <p:nvSpPr>
          <p:cNvPr id="44" name="Text 40"/>
          <p:cNvSpPr txBox="1"/>
          <p:nvPr/>
        </p:nvSpPr>
        <p:spPr>
          <a:xfrm>
            <a:off x="5131613" y="4206240"/>
            <a:ext cx="1925726" cy="237744"/>
          </a:xfrm>
          <a:prstGeom prst="rect">
            <a:avLst/>
          </a:prstGeom>
          <a:noFill/>
          <a:ln/>
        </p:spPr>
        <p:txBody>
          <a:bodyPr wrap="square" lIns="0" tIns="0" rIns="0" bIns="0" rtlCol="0" anchor="ctr"/>
          <a:lstStyle/>
          <a:p>
            <a:pPr algn="ctr" indent="0" marL="0">
              <a:buNone/>
            </a:pPr>
            <a:r>
              <a:rPr lang="en-US" sz="950" b="1" spc="150" kern="0" dirty="0">
                <a:solidFill>
                  <a:srgbClr val="2E7D4F"/>
                </a:solidFill>
              </a:rPr>
              <a:t>EN FRANÇAIS</a:t>
            </a:r>
            <a:endParaRPr lang="en-US" sz="950" dirty="0"/>
          </a:p>
        </p:txBody>
      </p:sp>
      <p:sp>
        <p:nvSpPr>
          <p:cNvPr id="45" name="Text 41"/>
          <p:cNvSpPr txBox="1"/>
          <p:nvPr/>
        </p:nvSpPr>
        <p:spPr>
          <a:xfrm>
            <a:off x="5149901" y="4453128"/>
            <a:ext cx="1889150" cy="640080"/>
          </a:xfrm>
          <a:prstGeom prst="rect">
            <a:avLst/>
          </a:prstGeom>
          <a:noFill/>
          <a:ln/>
        </p:spPr>
        <p:txBody>
          <a:bodyPr wrap="square" lIns="0" tIns="0" rIns="0" bIns="0" rtlCol="0" anchor="t"/>
          <a:lstStyle/>
          <a:p>
            <a:pPr algn="ctr" indent="0" marL="0">
              <a:buNone/>
            </a:pPr>
            <a:r>
              <a:rPr lang="en-US" sz="1400" dirty="0">
                <a:solidFill>
                  <a:srgbClr val="1B2333"/>
                </a:solidFill>
              </a:rPr>
              <a:t>ce qui, ce que</a:t>
            </a:r>
            <a:endParaRPr lang="en-US" sz="1400" dirty="0"/>
          </a:p>
        </p:txBody>
      </p:sp>
      <p:sp>
        <p:nvSpPr>
          <p:cNvPr id="46" name="Shape 42"/>
          <p:cNvSpPr/>
          <p:nvPr/>
        </p:nvSpPr>
        <p:spPr>
          <a:xfrm>
            <a:off x="7285939" y="1481328"/>
            <a:ext cx="2108606" cy="3794760"/>
          </a:xfrm>
          <a:prstGeom prst="roundRect">
            <a:avLst>
              <a:gd name="adj" fmla="val 5204"/>
            </a:avLst>
          </a:prstGeom>
          <a:solidFill>
            <a:srgbClr val="FFFFFF"/>
          </a:solidFill>
          <a:ln w="25400">
            <a:solidFill>
              <a:srgbClr val="B4236A"/>
            </a:solidFill>
            <a:prstDash val="solid"/>
          </a:ln>
          <a:effectLst>
            <a:outerShdw sx="100000" sy="100000" kx="0" ky="0" algn="bl" rotWithShape="0" blurRad="101600" dist="25400" dir="3600000">
              <a:srgbClr val="000000">
                <a:alpha val="16000"/>
              </a:srgbClr>
            </a:outerShdw>
          </a:effectLst>
        </p:spPr>
      </p:sp>
      <p:sp>
        <p:nvSpPr>
          <p:cNvPr id="47" name="Shape 43"/>
          <p:cNvSpPr/>
          <p:nvPr/>
        </p:nvSpPr>
        <p:spPr>
          <a:xfrm>
            <a:off x="7285939" y="1481328"/>
            <a:ext cx="2108606" cy="566928"/>
          </a:xfrm>
          <a:prstGeom prst="roundRect">
            <a:avLst>
              <a:gd name="adj" fmla="val 19355"/>
            </a:avLst>
          </a:prstGeom>
          <a:solidFill>
            <a:srgbClr val="B4236A"/>
          </a:solidFill>
          <a:ln w="12700">
            <a:solidFill>
              <a:srgbClr val="FFFFFF">
                <a:alpha val="0"/>
              </a:srgbClr>
            </a:solidFill>
            <a:prstDash val="solid"/>
          </a:ln>
        </p:spPr>
      </p:sp>
      <p:sp>
        <p:nvSpPr>
          <p:cNvPr id="48" name="Shape 44"/>
          <p:cNvSpPr/>
          <p:nvPr/>
        </p:nvSpPr>
        <p:spPr>
          <a:xfrm>
            <a:off x="7285939" y="1865376"/>
            <a:ext cx="2108606" cy="182880"/>
          </a:xfrm>
          <a:prstGeom prst="rect">
            <a:avLst/>
          </a:prstGeom>
          <a:solidFill>
            <a:srgbClr val="B4236A"/>
          </a:solidFill>
          <a:ln w="12700">
            <a:solidFill>
              <a:srgbClr val="FFFFFF">
                <a:alpha val="0"/>
              </a:srgbClr>
            </a:solidFill>
            <a:prstDash val="solid"/>
          </a:ln>
        </p:spPr>
      </p:sp>
      <p:sp>
        <p:nvSpPr>
          <p:cNvPr id="49" name="Text 45"/>
          <p:cNvSpPr txBox="1"/>
          <p:nvPr/>
        </p:nvSpPr>
        <p:spPr>
          <a:xfrm>
            <a:off x="7285939" y="1481328"/>
            <a:ext cx="2108606" cy="566928"/>
          </a:xfrm>
          <a:prstGeom prst="rect">
            <a:avLst/>
          </a:prstGeom>
          <a:noFill/>
          <a:ln/>
        </p:spPr>
        <p:txBody>
          <a:bodyPr wrap="square" lIns="0" tIns="0" rIns="0" bIns="0" rtlCol="0" anchor="ctr"/>
          <a:lstStyle/>
          <a:p>
            <a:pPr algn="ctr" indent="0" marL="0">
              <a:buNone/>
            </a:pPr>
            <a:r>
              <a:rPr lang="en-US" sz="2200" b="1" i="1" dirty="0">
                <a:solidFill>
                  <a:srgbClr val="FFFFFF"/>
                </a:solidFill>
              </a:rPr>
              <a:t>wie</a:t>
            </a:r>
            <a:endParaRPr lang="en-US" sz="2200" dirty="0"/>
          </a:p>
        </p:txBody>
      </p:sp>
      <p:sp>
        <p:nvSpPr>
          <p:cNvPr id="50" name="Text 46"/>
          <p:cNvSpPr txBox="1"/>
          <p:nvPr/>
        </p:nvSpPr>
        <p:spPr>
          <a:xfrm>
            <a:off x="7377379" y="2176272"/>
            <a:ext cx="1925726" cy="237744"/>
          </a:xfrm>
          <a:prstGeom prst="rect">
            <a:avLst/>
          </a:prstGeom>
          <a:noFill/>
          <a:ln/>
        </p:spPr>
        <p:txBody>
          <a:bodyPr wrap="square" lIns="0" tIns="0" rIns="0" bIns="0" rtlCol="0" anchor="ctr"/>
          <a:lstStyle/>
          <a:p>
            <a:pPr algn="ctr" indent="0" marL="0">
              <a:buNone/>
            </a:pPr>
            <a:r>
              <a:rPr lang="en-US" sz="950" b="1" spc="150" kern="0" dirty="0">
                <a:solidFill>
                  <a:srgbClr val="B4236A"/>
                </a:solidFill>
              </a:rPr>
              <a:t>QUAND ?</a:t>
            </a:r>
            <a:endParaRPr lang="en-US" sz="950" dirty="0"/>
          </a:p>
        </p:txBody>
      </p:sp>
      <p:sp>
        <p:nvSpPr>
          <p:cNvPr id="51" name="Text 47"/>
          <p:cNvSpPr txBox="1"/>
          <p:nvPr/>
        </p:nvSpPr>
        <p:spPr>
          <a:xfrm>
            <a:off x="7395667" y="2423160"/>
            <a:ext cx="1889150" cy="960120"/>
          </a:xfrm>
          <a:prstGeom prst="rect">
            <a:avLst/>
          </a:prstGeom>
          <a:noFill/>
          <a:ln/>
        </p:spPr>
        <p:txBody>
          <a:bodyPr wrap="square" lIns="0" tIns="0" rIns="0" bIns="0" rtlCol="0" anchor="t"/>
          <a:lstStyle/>
          <a:p>
            <a:pPr algn="ctr" indent="0" marL="0">
              <a:buNone/>
            </a:pPr>
            <a:r>
              <a:rPr lang="en-US" sz="1400" dirty="0">
                <a:solidFill>
                  <a:srgbClr val="1B2333"/>
                </a:solidFill>
              </a:rPr>
              <a:t>préposition + personne, sans nom</a:t>
            </a:r>
            <a:endParaRPr lang="en-US" sz="1400" dirty="0"/>
          </a:p>
        </p:txBody>
      </p:sp>
      <p:sp>
        <p:nvSpPr>
          <p:cNvPr id="52" name="Text 48"/>
          <p:cNvSpPr txBox="1"/>
          <p:nvPr/>
        </p:nvSpPr>
        <p:spPr>
          <a:xfrm>
            <a:off x="7377379" y="3246120"/>
            <a:ext cx="1925726" cy="237744"/>
          </a:xfrm>
          <a:prstGeom prst="rect">
            <a:avLst/>
          </a:prstGeom>
          <a:noFill/>
          <a:ln/>
        </p:spPr>
        <p:txBody>
          <a:bodyPr wrap="square" lIns="0" tIns="0" rIns="0" bIns="0" rtlCol="0" anchor="ctr"/>
          <a:lstStyle/>
          <a:p>
            <a:pPr algn="ctr" indent="0" marL="0">
              <a:buNone/>
            </a:pPr>
            <a:r>
              <a:rPr lang="en-US" sz="950" b="1" spc="150" kern="0" dirty="0">
                <a:solidFill>
                  <a:srgbClr val="B4236A"/>
                </a:solidFill>
              </a:rPr>
              <a:t>EXEMPLE</a:t>
            </a:r>
            <a:endParaRPr lang="en-US" sz="950" dirty="0"/>
          </a:p>
        </p:txBody>
      </p:sp>
      <p:sp>
        <p:nvSpPr>
          <p:cNvPr id="53" name="Text 49"/>
          <p:cNvSpPr txBox="1"/>
          <p:nvPr/>
        </p:nvSpPr>
        <p:spPr>
          <a:xfrm>
            <a:off x="7395667" y="3493008"/>
            <a:ext cx="1889150" cy="822960"/>
          </a:xfrm>
          <a:prstGeom prst="rect">
            <a:avLst/>
          </a:prstGeom>
          <a:noFill/>
          <a:ln/>
        </p:spPr>
        <p:txBody>
          <a:bodyPr wrap="square" lIns="0" tIns="0" rIns="0" bIns="0" rtlCol="0" anchor="t"/>
          <a:lstStyle/>
          <a:p>
            <a:pPr algn="ctr" indent="0" marL="0">
              <a:buNone/>
            </a:pPr>
            <a:r>
              <a:rPr lang="en-US" sz="1500" b="1" i="1" dirty="0">
                <a:solidFill>
                  <a:srgbClr val="B4236A"/>
                </a:solidFill>
              </a:rPr>
              <a:t>met wie</a:t>
            </a:r>
            <a:r>
              <a:rPr lang="en-US" sz="1500" i="1" dirty="0">
                <a:solidFill>
                  <a:srgbClr val="1B2333"/>
                </a:solidFill>
              </a:rPr>
              <a:t> ik werk</a:t>
            </a:r>
            <a:endParaRPr lang="en-US" sz="1500" dirty="0"/>
          </a:p>
        </p:txBody>
      </p:sp>
      <p:sp>
        <p:nvSpPr>
          <p:cNvPr id="54" name="Text 50"/>
          <p:cNvSpPr txBox="1"/>
          <p:nvPr/>
        </p:nvSpPr>
        <p:spPr>
          <a:xfrm>
            <a:off x="7377379" y="4206240"/>
            <a:ext cx="1925726" cy="237744"/>
          </a:xfrm>
          <a:prstGeom prst="rect">
            <a:avLst/>
          </a:prstGeom>
          <a:noFill/>
          <a:ln/>
        </p:spPr>
        <p:txBody>
          <a:bodyPr wrap="square" lIns="0" tIns="0" rIns="0" bIns="0" rtlCol="0" anchor="ctr"/>
          <a:lstStyle/>
          <a:p>
            <a:pPr algn="ctr" indent="0" marL="0">
              <a:buNone/>
            </a:pPr>
            <a:r>
              <a:rPr lang="en-US" sz="950" b="1" spc="150" kern="0" dirty="0">
                <a:solidFill>
                  <a:srgbClr val="B4236A"/>
                </a:solidFill>
              </a:rPr>
              <a:t>EN FRANÇAIS</a:t>
            </a:r>
            <a:endParaRPr lang="en-US" sz="950" dirty="0"/>
          </a:p>
        </p:txBody>
      </p:sp>
      <p:sp>
        <p:nvSpPr>
          <p:cNvPr id="55" name="Text 51"/>
          <p:cNvSpPr txBox="1"/>
          <p:nvPr/>
        </p:nvSpPr>
        <p:spPr>
          <a:xfrm>
            <a:off x="7395667" y="4453128"/>
            <a:ext cx="1889150" cy="640080"/>
          </a:xfrm>
          <a:prstGeom prst="rect">
            <a:avLst/>
          </a:prstGeom>
          <a:noFill/>
          <a:ln/>
        </p:spPr>
        <p:txBody>
          <a:bodyPr wrap="square" lIns="0" tIns="0" rIns="0" bIns="0" rtlCol="0" anchor="t"/>
          <a:lstStyle/>
          <a:p>
            <a:pPr algn="ctr" indent="0" marL="0">
              <a:buNone/>
            </a:pPr>
            <a:r>
              <a:rPr lang="en-US" sz="1400" dirty="0">
                <a:solidFill>
                  <a:srgbClr val="1B2333"/>
                </a:solidFill>
              </a:rPr>
              <a:t>(avec) qui, celui qui</a:t>
            </a:r>
            <a:endParaRPr lang="en-US" sz="1400" dirty="0"/>
          </a:p>
        </p:txBody>
      </p:sp>
      <p:sp>
        <p:nvSpPr>
          <p:cNvPr id="56" name="Shape 52"/>
          <p:cNvSpPr/>
          <p:nvPr/>
        </p:nvSpPr>
        <p:spPr>
          <a:xfrm>
            <a:off x="9531706" y="1481328"/>
            <a:ext cx="2108606" cy="3794760"/>
          </a:xfrm>
          <a:prstGeom prst="roundRect">
            <a:avLst>
              <a:gd name="adj" fmla="val 5204"/>
            </a:avLst>
          </a:prstGeom>
          <a:solidFill>
            <a:srgbClr val="FFFFFF"/>
          </a:solidFill>
          <a:ln w="25400">
            <a:solidFill>
              <a:srgbClr val="6E4A9E"/>
            </a:solidFill>
            <a:prstDash val="solid"/>
          </a:ln>
          <a:effectLst>
            <a:outerShdw sx="100000" sy="100000" kx="0" ky="0" algn="bl" rotWithShape="0" blurRad="101600" dist="25400" dir="3600000">
              <a:srgbClr val="000000">
                <a:alpha val="16000"/>
              </a:srgbClr>
            </a:outerShdw>
          </a:effectLst>
        </p:spPr>
      </p:sp>
      <p:sp>
        <p:nvSpPr>
          <p:cNvPr id="57" name="Shape 53"/>
          <p:cNvSpPr/>
          <p:nvPr/>
        </p:nvSpPr>
        <p:spPr>
          <a:xfrm>
            <a:off x="9531706" y="1481328"/>
            <a:ext cx="2108606" cy="566928"/>
          </a:xfrm>
          <a:prstGeom prst="roundRect">
            <a:avLst>
              <a:gd name="adj" fmla="val 19355"/>
            </a:avLst>
          </a:prstGeom>
          <a:solidFill>
            <a:srgbClr val="6E4A9E"/>
          </a:solidFill>
          <a:ln w="12700">
            <a:solidFill>
              <a:srgbClr val="FFFFFF">
                <a:alpha val="0"/>
              </a:srgbClr>
            </a:solidFill>
            <a:prstDash val="solid"/>
          </a:ln>
        </p:spPr>
      </p:sp>
      <p:sp>
        <p:nvSpPr>
          <p:cNvPr id="58" name="Shape 54"/>
          <p:cNvSpPr/>
          <p:nvPr/>
        </p:nvSpPr>
        <p:spPr>
          <a:xfrm>
            <a:off x="9531706" y="1865376"/>
            <a:ext cx="2108606" cy="182880"/>
          </a:xfrm>
          <a:prstGeom prst="rect">
            <a:avLst/>
          </a:prstGeom>
          <a:solidFill>
            <a:srgbClr val="6E4A9E"/>
          </a:solidFill>
          <a:ln w="12700">
            <a:solidFill>
              <a:srgbClr val="FFFFFF">
                <a:alpha val="0"/>
              </a:srgbClr>
            </a:solidFill>
            <a:prstDash val="solid"/>
          </a:ln>
        </p:spPr>
      </p:sp>
      <p:sp>
        <p:nvSpPr>
          <p:cNvPr id="59" name="Text 55"/>
          <p:cNvSpPr txBox="1"/>
          <p:nvPr/>
        </p:nvSpPr>
        <p:spPr>
          <a:xfrm>
            <a:off x="9531706" y="1481328"/>
            <a:ext cx="2108606" cy="566928"/>
          </a:xfrm>
          <a:prstGeom prst="rect">
            <a:avLst/>
          </a:prstGeom>
          <a:noFill/>
          <a:ln/>
        </p:spPr>
        <p:txBody>
          <a:bodyPr wrap="square" lIns="0" tIns="0" rIns="0" bIns="0" rtlCol="0" anchor="ctr"/>
          <a:lstStyle/>
          <a:p>
            <a:pPr algn="ctr" indent="0" marL="0">
              <a:buNone/>
            </a:pPr>
            <a:r>
              <a:rPr lang="en-US" sz="2200" b="1" i="1" dirty="0">
                <a:solidFill>
                  <a:srgbClr val="FFFFFF"/>
                </a:solidFill>
              </a:rPr>
              <a:t>waar-</a:t>
            </a:r>
            <a:endParaRPr lang="en-US" sz="2200" dirty="0"/>
          </a:p>
        </p:txBody>
      </p:sp>
      <p:sp>
        <p:nvSpPr>
          <p:cNvPr id="60" name="Text 56"/>
          <p:cNvSpPr txBox="1"/>
          <p:nvPr/>
        </p:nvSpPr>
        <p:spPr>
          <a:xfrm>
            <a:off x="9623146" y="2176272"/>
            <a:ext cx="1925726" cy="237744"/>
          </a:xfrm>
          <a:prstGeom prst="rect">
            <a:avLst/>
          </a:prstGeom>
          <a:noFill/>
          <a:ln/>
        </p:spPr>
        <p:txBody>
          <a:bodyPr wrap="square" lIns="0" tIns="0" rIns="0" bIns="0" rtlCol="0" anchor="ctr"/>
          <a:lstStyle/>
          <a:p>
            <a:pPr algn="ctr" indent="0" marL="0">
              <a:buNone/>
            </a:pPr>
            <a:r>
              <a:rPr lang="en-US" sz="950" b="1" spc="150" kern="0" dirty="0">
                <a:solidFill>
                  <a:srgbClr val="6E4A9E"/>
                </a:solidFill>
              </a:rPr>
              <a:t>QUAND ?</a:t>
            </a:r>
            <a:endParaRPr lang="en-US" sz="950" dirty="0"/>
          </a:p>
        </p:txBody>
      </p:sp>
      <p:sp>
        <p:nvSpPr>
          <p:cNvPr id="61" name="Text 57"/>
          <p:cNvSpPr txBox="1"/>
          <p:nvPr/>
        </p:nvSpPr>
        <p:spPr>
          <a:xfrm>
            <a:off x="9641434" y="2423160"/>
            <a:ext cx="1889150" cy="960120"/>
          </a:xfrm>
          <a:prstGeom prst="rect">
            <a:avLst/>
          </a:prstGeom>
          <a:noFill/>
          <a:ln/>
        </p:spPr>
        <p:txBody>
          <a:bodyPr wrap="square" lIns="0" tIns="0" rIns="0" bIns="0" rtlCol="0" anchor="t"/>
          <a:lstStyle/>
          <a:p>
            <a:pPr algn="ctr" indent="0" marL="0">
              <a:buNone/>
            </a:pPr>
            <a:r>
              <a:rPr lang="en-US" sz="1400" dirty="0">
                <a:solidFill>
                  <a:srgbClr val="1B2333"/>
                </a:solidFill>
              </a:rPr>
              <a:t>préposition + chose, le lieu</a:t>
            </a:r>
            <a:endParaRPr lang="en-US" sz="1400" dirty="0"/>
          </a:p>
        </p:txBody>
      </p:sp>
      <p:sp>
        <p:nvSpPr>
          <p:cNvPr id="62" name="Text 58"/>
          <p:cNvSpPr txBox="1"/>
          <p:nvPr/>
        </p:nvSpPr>
        <p:spPr>
          <a:xfrm>
            <a:off x="9623146" y="3246120"/>
            <a:ext cx="1925726" cy="237744"/>
          </a:xfrm>
          <a:prstGeom prst="rect">
            <a:avLst/>
          </a:prstGeom>
          <a:noFill/>
          <a:ln/>
        </p:spPr>
        <p:txBody>
          <a:bodyPr wrap="square" lIns="0" tIns="0" rIns="0" bIns="0" rtlCol="0" anchor="ctr"/>
          <a:lstStyle/>
          <a:p>
            <a:pPr algn="ctr" indent="0" marL="0">
              <a:buNone/>
            </a:pPr>
            <a:r>
              <a:rPr lang="en-US" sz="950" b="1" spc="150" kern="0" dirty="0">
                <a:solidFill>
                  <a:srgbClr val="6E4A9E"/>
                </a:solidFill>
              </a:rPr>
              <a:t>EXEMPLE</a:t>
            </a:r>
            <a:endParaRPr lang="en-US" sz="950" dirty="0"/>
          </a:p>
        </p:txBody>
      </p:sp>
      <p:sp>
        <p:nvSpPr>
          <p:cNvPr id="63" name="Text 59"/>
          <p:cNvSpPr txBox="1"/>
          <p:nvPr/>
        </p:nvSpPr>
        <p:spPr>
          <a:xfrm>
            <a:off x="9641434" y="3493008"/>
            <a:ext cx="1889150" cy="822960"/>
          </a:xfrm>
          <a:prstGeom prst="rect">
            <a:avLst/>
          </a:prstGeom>
          <a:noFill/>
          <a:ln/>
        </p:spPr>
        <p:txBody>
          <a:bodyPr wrap="square" lIns="0" tIns="0" rIns="0" bIns="0" rtlCol="0" anchor="t"/>
          <a:lstStyle/>
          <a:p>
            <a:pPr algn="ctr" indent="0" marL="0">
              <a:buNone/>
            </a:pPr>
            <a:r>
              <a:rPr lang="en-US" sz="1500" b="1" i="1" dirty="0">
                <a:solidFill>
                  <a:srgbClr val="6E4A9E"/>
                </a:solidFill>
              </a:rPr>
              <a:t>waarmee</a:t>
            </a:r>
            <a:r>
              <a:rPr lang="en-US" sz="1500" i="1" dirty="0">
                <a:solidFill>
                  <a:srgbClr val="1B2333"/>
                </a:solidFill>
              </a:rPr>
              <a:t> ik schrijf</a:t>
            </a:r>
            <a:endParaRPr lang="en-US" sz="1500" dirty="0"/>
          </a:p>
        </p:txBody>
      </p:sp>
      <p:sp>
        <p:nvSpPr>
          <p:cNvPr id="64" name="Text 60"/>
          <p:cNvSpPr txBox="1"/>
          <p:nvPr/>
        </p:nvSpPr>
        <p:spPr>
          <a:xfrm>
            <a:off x="9623146" y="4206240"/>
            <a:ext cx="1925726" cy="237744"/>
          </a:xfrm>
          <a:prstGeom prst="rect">
            <a:avLst/>
          </a:prstGeom>
          <a:noFill/>
          <a:ln/>
        </p:spPr>
        <p:txBody>
          <a:bodyPr wrap="square" lIns="0" tIns="0" rIns="0" bIns="0" rtlCol="0" anchor="ctr"/>
          <a:lstStyle/>
          <a:p>
            <a:pPr algn="ctr" indent="0" marL="0">
              <a:buNone/>
            </a:pPr>
            <a:r>
              <a:rPr lang="en-US" sz="950" b="1" spc="150" kern="0" dirty="0">
                <a:solidFill>
                  <a:srgbClr val="6E4A9E"/>
                </a:solidFill>
              </a:rPr>
              <a:t>EN FRANÇAIS</a:t>
            </a:r>
            <a:endParaRPr lang="en-US" sz="950" dirty="0"/>
          </a:p>
        </p:txBody>
      </p:sp>
      <p:sp>
        <p:nvSpPr>
          <p:cNvPr id="65" name="Text 61"/>
          <p:cNvSpPr txBox="1"/>
          <p:nvPr/>
        </p:nvSpPr>
        <p:spPr>
          <a:xfrm>
            <a:off x="9641434" y="4453128"/>
            <a:ext cx="1889150" cy="640080"/>
          </a:xfrm>
          <a:prstGeom prst="rect">
            <a:avLst/>
          </a:prstGeom>
          <a:noFill/>
          <a:ln/>
        </p:spPr>
        <p:txBody>
          <a:bodyPr wrap="square" lIns="0" tIns="0" rIns="0" bIns="0" rtlCol="0" anchor="t"/>
          <a:lstStyle/>
          <a:p>
            <a:pPr algn="ctr" indent="0" marL="0">
              <a:buNone/>
            </a:pPr>
            <a:r>
              <a:rPr lang="en-US" sz="1400" dirty="0">
                <a:solidFill>
                  <a:srgbClr val="1B2333"/>
                </a:solidFill>
              </a:rPr>
              <a:t>avec lequel, où</a:t>
            </a:r>
            <a:endParaRPr lang="en-US" sz="1400" dirty="0"/>
          </a:p>
        </p:txBody>
      </p:sp>
      <p:sp>
        <p:nvSpPr>
          <p:cNvPr id="66" name="Shape 62"/>
          <p:cNvSpPr/>
          <p:nvPr/>
        </p:nvSpPr>
        <p:spPr>
          <a:xfrm>
            <a:off x="548640" y="5486400"/>
            <a:ext cx="11091672" cy="640080"/>
          </a:xfrm>
          <a:prstGeom prst="roundRect">
            <a:avLst>
              <a:gd name="adj" fmla="val 11429"/>
            </a:avLst>
          </a:prstGeom>
          <a:solidFill>
            <a:srgbClr val="17375E"/>
          </a:solidFill>
          <a:ln w="12700">
            <a:solidFill>
              <a:srgbClr val="FFFFFF">
                <a:alpha val="0"/>
              </a:srgbClr>
            </a:solidFill>
            <a:prstDash val="solid"/>
          </a:ln>
        </p:spPr>
      </p:sp>
      <p:sp>
        <p:nvSpPr>
          <p:cNvPr id="67" name="Text 63"/>
          <p:cNvSpPr txBox="1"/>
          <p:nvPr/>
        </p:nvSpPr>
        <p:spPr>
          <a:xfrm>
            <a:off x="822960" y="5486400"/>
            <a:ext cx="10607040" cy="640080"/>
          </a:xfrm>
          <a:prstGeom prst="rect">
            <a:avLst/>
          </a:prstGeom>
          <a:noFill/>
          <a:ln/>
        </p:spPr>
        <p:txBody>
          <a:bodyPr wrap="square" lIns="0" tIns="0" rIns="0" bIns="0" rtlCol="0" anchor="ctr"/>
          <a:lstStyle/>
          <a:p>
            <a:pPr algn="l" indent="0" marL="0">
              <a:buNone/>
            </a:pPr>
            <a:r>
              <a:rPr lang="en-US" sz="1600" dirty="0">
                <a:solidFill>
                  <a:srgbClr val="FFFFFF"/>
                </a:solidFill>
              </a:rPr>
              <a:t>Et toujours : tous les </a:t>
            </a:r>
            <a:r>
              <a:rPr lang="en-US" sz="1600" b="1" dirty="0">
                <a:solidFill>
                  <a:srgbClr val="F4A39A"/>
                </a:solidFill>
              </a:rPr>
              <a:t>verbes</a:t>
            </a:r>
            <a:r>
              <a:rPr lang="en-US" sz="1600" dirty="0">
                <a:solidFill>
                  <a:srgbClr val="FFFFFF"/>
                </a:solidFill>
              </a:rPr>
              <a:t> à la fin de la relative · une virgule avant le relatif = une information en plus.</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bg1"/>
                </a:solidFill>
              </a:rPr>
              <a:t>Oefeningen</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5" name="Text 2"/>
          <p:cNvSpPr txBox="1"/>
          <p:nvPr/>
        </p:nvSpPr>
        <p:spPr>
          <a:xfrm>
            <a:off x="548640" y="1417320"/>
            <a:ext cx="7315200" cy="914400"/>
          </a:xfrm>
          <a:prstGeom prst="rect">
            <a:avLst/>
          </a:prstGeom>
          <a:noFill/>
          <a:ln/>
        </p:spPr>
        <p:txBody>
          <a:bodyPr wrap="square" lIns="0" tIns="0" rIns="0" bIns="0" rtlCol="0" anchor="ctr"/>
          <a:lstStyle/>
          <a:p>
            <a:pPr algn="l" indent="0" marL="0">
              <a:buNone/>
            </a:pPr>
            <a:r>
              <a:rPr lang="en-US" sz="5400" b="1" dirty="0">
                <a:solidFill>
                  <a:schemeClr val="accent1"/>
                </a:solidFill>
                <a:latin typeface="+mj-lt" pitchFamily="34" charset="0"/>
                <a:ea typeface="+mj-lt" pitchFamily="34" charset="-122"/>
                <a:cs typeface="+mj-lt" pitchFamily="34" charset="-120"/>
              </a:rPr>
              <a:t>JIJ NU !</a:t>
            </a:r>
            <a:endParaRPr lang="en-US" sz="5400" dirty="0"/>
          </a:p>
        </p:txBody>
      </p:sp>
      <p:sp>
        <p:nvSpPr>
          <p:cNvPr id="6" name="Shape 3"/>
          <p:cNvSpPr/>
          <p:nvPr/>
        </p:nvSpPr>
        <p:spPr>
          <a:xfrm>
            <a:off x="548640" y="2606040"/>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 name="Shape 4"/>
          <p:cNvSpPr/>
          <p:nvPr/>
        </p:nvSpPr>
        <p:spPr>
          <a:xfrm>
            <a:off x="685800" y="2743200"/>
            <a:ext cx="438912" cy="438912"/>
          </a:xfrm>
          <a:prstGeom prst="ellipse">
            <a:avLst/>
          </a:prstGeom>
          <a:solidFill>
            <a:schemeClr val="accent1"/>
          </a:solidFill>
          <a:ln w="12700">
            <a:solidFill>
              <a:srgbClr val="FFFFFF">
                <a:alpha val="0"/>
              </a:srgbClr>
            </a:solidFill>
            <a:prstDash val="solid"/>
          </a:ln>
        </p:spPr>
      </p:sp>
      <p:sp>
        <p:nvSpPr>
          <p:cNvPr id="8" name="Text 5"/>
          <p:cNvSpPr txBox="1"/>
          <p:nvPr/>
        </p:nvSpPr>
        <p:spPr>
          <a:xfrm>
            <a:off x="68580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pic>
        <p:nvPicPr>
          <p:cNvPr id="9" name="Image 0" descr="CodeBranch">    </p:cNvPr>
          <p:cNvPicPr>
            <a:picLocks noChangeAspect="1"/>
          </p:cNvPicPr>
          <p:nvPr/>
        </p:nvPicPr>
        <p:blipFill>
          <a:blip r:embed="rId1"/>
          <a:stretch>
            <a:fillRect/>
          </a:stretch>
        </p:blipFill>
        <p:spPr>
          <a:xfrm>
            <a:off x="1711452" y="2770632"/>
            <a:ext cx="384048" cy="384048"/>
          </a:xfrm>
          <a:prstGeom prst="rect">
            <a:avLst/>
          </a:prstGeom>
        </p:spPr>
      </p:pic>
      <p:sp>
        <p:nvSpPr>
          <p:cNvPr id="10" name="Text 6"/>
          <p:cNvSpPr txBox="1"/>
          <p:nvPr/>
        </p:nvSpPr>
        <p:spPr>
          <a:xfrm>
            <a:off x="685800" y="3264408"/>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die of dat ?</a:t>
            </a:r>
            <a:endParaRPr lang="en-US" sz="1600" dirty="0"/>
          </a:p>
        </p:txBody>
      </p:sp>
      <p:sp>
        <p:nvSpPr>
          <p:cNvPr id="11" name="Text 7"/>
          <p:cNvSpPr txBox="1"/>
          <p:nvPr/>
        </p:nvSpPr>
        <p:spPr>
          <a:xfrm>
            <a:off x="685800" y="3840480"/>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2" name="Shape 8"/>
          <p:cNvSpPr/>
          <p:nvPr/>
        </p:nvSpPr>
        <p:spPr>
          <a:xfrm>
            <a:off x="2424684" y="2606040"/>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3" name="Shape 9"/>
          <p:cNvSpPr/>
          <p:nvPr/>
        </p:nvSpPr>
        <p:spPr>
          <a:xfrm>
            <a:off x="2561844" y="2743200"/>
            <a:ext cx="438912" cy="438912"/>
          </a:xfrm>
          <a:prstGeom prst="ellipse">
            <a:avLst/>
          </a:prstGeom>
          <a:solidFill>
            <a:schemeClr val="accent1"/>
          </a:solidFill>
          <a:ln w="12700">
            <a:solidFill>
              <a:srgbClr val="FFFFFF">
                <a:alpha val="0"/>
              </a:srgbClr>
            </a:solidFill>
            <a:prstDash val="solid"/>
          </a:ln>
        </p:spPr>
      </p:sp>
      <p:sp>
        <p:nvSpPr>
          <p:cNvPr id="14" name="Text 10"/>
          <p:cNvSpPr txBox="1"/>
          <p:nvPr/>
        </p:nvSpPr>
        <p:spPr>
          <a:xfrm>
            <a:off x="2561844"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pic>
        <p:nvPicPr>
          <p:cNvPr id="15" name="Image 1" descr="Link">    </p:cNvPr>
          <p:cNvPicPr>
            <a:picLocks noChangeAspect="1"/>
          </p:cNvPicPr>
          <p:nvPr/>
        </p:nvPicPr>
        <p:blipFill>
          <a:blip r:embed="rId2"/>
          <a:stretch>
            <a:fillRect/>
          </a:stretch>
        </p:blipFill>
        <p:spPr>
          <a:xfrm>
            <a:off x="3587496" y="2770632"/>
            <a:ext cx="384048" cy="384048"/>
          </a:xfrm>
          <a:prstGeom prst="rect">
            <a:avLst/>
          </a:prstGeom>
        </p:spPr>
      </p:pic>
      <p:sp>
        <p:nvSpPr>
          <p:cNvPr id="16" name="Text 11"/>
          <p:cNvSpPr txBox="1"/>
          <p:nvPr/>
        </p:nvSpPr>
        <p:spPr>
          <a:xfrm>
            <a:off x="2561844" y="3264408"/>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Une seule phrase</a:t>
            </a:r>
            <a:endParaRPr lang="en-US" sz="1600" dirty="0"/>
          </a:p>
        </p:txBody>
      </p:sp>
      <p:sp>
        <p:nvSpPr>
          <p:cNvPr id="17" name="Text 12"/>
          <p:cNvSpPr txBox="1"/>
          <p:nvPr/>
        </p:nvSpPr>
        <p:spPr>
          <a:xfrm>
            <a:off x="2561844" y="3840480"/>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18" name="Shape 13"/>
          <p:cNvSpPr/>
          <p:nvPr/>
        </p:nvSpPr>
        <p:spPr>
          <a:xfrm>
            <a:off x="4300728" y="2606040"/>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19" name="Shape 14"/>
          <p:cNvSpPr/>
          <p:nvPr/>
        </p:nvSpPr>
        <p:spPr>
          <a:xfrm>
            <a:off x="4437888" y="2743200"/>
            <a:ext cx="438912" cy="438912"/>
          </a:xfrm>
          <a:prstGeom prst="ellipse">
            <a:avLst/>
          </a:prstGeom>
          <a:solidFill>
            <a:schemeClr val="accent1"/>
          </a:solidFill>
          <a:ln w="12700">
            <a:solidFill>
              <a:srgbClr val="FFFFFF">
                <a:alpha val="0"/>
              </a:srgbClr>
            </a:solidFill>
            <a:prstDash val="solid"/>
          </a:ln>
        </p:spPr>
      </p:sp>
      <p:sp>
        <p:nvSpPr>
          <p:cNvPr id="20" name="Text 15"/>
          <p:cNvSpPr txBox="1"/>
          <p:nvPr/>
        </p:nvSpPr>
        <p:spPr>
          <a:xfrm>
            <a:off x="4437888"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pic>
        <p:nvPicPr>
          <p:cNvPr id="21" name="Image 2" descr="ExchangeAlt">    </p:cNvPr>
          <p:cNvPicPr>
            <a:picLocks noChangeAspect="1"/>
          </p:cNvPicPr>
          <p:nvPr/>
        </p:nvPicPr>
        <p:blipFill>
          <a:blip r:embed="rId3"/>
          <a:stretch>
            <a:fillRect/>
          </a:stretch>
        </p:blipFill>
        <p:spPr>
          <a:xfrm>
            <a:off x="5463540" y="2770632"/>
            <a:ext cx="384048" cy="384048"/>
          </a:xfrm>
          <a:prstGeom prst="rect">
            <a:avLst/>
          </a:prstGeom>
        </p:spPr>
      </p:pic>
      <p:sp>
        <p:nvSpPr>
          <p:cNvPr id="22" name="Text 16"/>
          <p:cNvSpPr txBox="1"/>
          <p:nvPr/>
        </p:nvSpPr>
        <p:spPr>
          <a:xfrm>
            <a:off x="4437888" y="3264408"/>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Qui ou que ?</a:t>
            </a:r>
            <a:endParaRPr lang="en-US" sz="1600" dirty="0"/>
          </a:p>
        </p:txBody>
      </p:sp>
      <p:sp>
        <p:nvSpPr>
          <p:cNvPr id="23" name="Text 17"/>
          <p:cNvSpPr txBox="1"/>
          <p:nvPr/>
        </p:nvSpPr>
        <p:spPr>
          <a:xfrm>
            <a:off x="4437888" y="3840480"/>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24" name="Shape 18"/>
          <p:cNvSpPr/>
          <p:nvPr/>
        </p:nvSpPr>
        <p:spPr>
          <a:xfrm>
            <a:off x="6176772" y="2606040"/>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25" name="Shape 19"/>
          <p:cNvSpPr/>
          <p:nvPr/>
        </p:nvSpPr>
        <p:spPr>
          <a:xfrm>
            <a:off x="6313932" y="2743200"/>
            <a:ext cx="438912" cy="438912"/>
          </a:xfrm>
          <a:prstGeom prst="ellipse">
            <a:avLst/>
          </a:prstGeom>
          <a:solidFill>
            <a:schemeClr val="accent1"/>
          </a:solidFill>
          <a:ln w="12700">
            <a:solidFill>
              <a:srgbClr val="FFFFFF">
                <a:alpha val="0"/>
              </a:srgbClr>
            </a:solidFill>
            <a:prstDash val="solid"/>
          </a:ln>
        </p:spPr>
      </p:sp>
      <p:sp>
        <p:nvSpPr>
          <p:cNvPr id="26" name="Text 20"/>
          <p:cNvSpPr txBox="1"/>
          <p:nvPr/>
        </p:nvSpPr>
        <p:spPr>
          <a:xfrm>
            <a:off x="6313932"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pic>
        <p:nvPicPr>
          <p:cNvPr id="27" name="Image 3" descr="LayerGroup">    </p:cNvPr>
          <p:cNvPicPr>
            <a:picLocks noChangeAspect="1"/>
          </p:cNvPicPr>
          <p:nvPr/>
        </p:nvPicPr>
        <p:blipFill>
          <a:blip r:embed="rId4"/>
          <a:stretch>
            <a:fillRect/>
          </a:stretch>
        </p:blipFill>
        <p:spPr>
          <a:xfrm>
            <a:off x="7339584" y="2770632"/>
            <a:ext cx="384048" cy="384048"/>
          </a:xfrm>
          <a:prstGeom prst="rect">
            <a:avLst/>
          </a:prstGeom>
        </p:spPr>
      </p:pic>
      <p:sp>
        <p:nvSpPr>
          <p:cNvPr id="28" name="Text 21"/>
          <p:cNvSpPr txBox="1"/>
          <p:nvPr/>
        </p:nvSpPr>
        <p:spPr>
          <a:xfrm>
            <a:off x="6313932" y="3264408"/>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Au milieu</a:t>
            </a:r>
            <a:endParaRPr lang="en-US" sz="1600" dirty="0"/>
          </a:p>
        </p:txBody>
      </p:sp>
      <p:sp>
        <p:nvSpPr>
          <p:cNvPr id="29" name="Text 22"/>
          <p:cNvSpPr txBox="1"/>
          <p:nvPr/>
        </p:nvSpPr>
        <p:spPr>
          <a:xfrm>
            <a:off x="6313932" y="3840480"/>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0" name="Shape 23"/>
          <p:cNvSpPr/>
          <p:nvPr/>
        </p:nvSpPr>
        <p:spPr>
          <a:xfrm>
            <a:off x="8052816" y="2606040"/>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1" name="Shape 24"/>
          <p:cNvSpPr/>
          <p:nvPr/>
        </p:nvSpPr>
        <p:spPr>
          <a:xfrm>
            <a:off x="8189976" y="2743200"/>
            <a:ext cx="438912" cy="438912"/>
          </a:xfrm>
          <a:prstGeom prst="ellipse">
            <a:avLst/>
          </a:prstGeom>
          <a:solidFill>
            <a:schemeClr val="accent1"/>
          </a:solidFill>
          <a:ln w="12700">
            <a:solidFill>
              <a:srgbClr val="FFFFFF">
                <a:alpha val="0"/>
              </a:srgbClr>
            </a:solidFill>
            <a:prstDash val="solid"/>
          </a:ln>
        </p:spPr>
      </p:sp>
      <p:sp>
        <p:nvSpPr>
          <p:cNvPr id="32" name="Text 25"/>
          <p:cNvSpPr txBox="1"/>
          <p:nvPr/>
        </p:nvSpPr>
        <p:spPr>
          <a:xfrm>
            <a:off x="8189976"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pic>
        <p:nvPicPr>
          <p:cNvPr id="33" name="Image 4" descr="Filter">    </p:cNvPr>
          <p:cNvPicPr>
            <a:picLocks noChangeAspect="1"/>
          </p:cNvPicPr>
          <p:nvPr/>
        </p:nvPicPr>
        <p:blipFill>
          <a:blip r:embed="rId5"/>
          <a:stretch>
            <a:fillRect/>
          </a:stretch>
        </p:blipFill>
        <p:spPr>
          <a:xfrm>
            <a:off x="9215628" y="2770632"/>
            <a:ext cx="384048" cy="384048"/>
          </a:xfrm>
          <a:prstGeom prst="rect">
            <a:avLst/>
          </a:prstGeom>
        </p:spPr>
      </p:pic>
      <p:sp>
        <p:nvSpPr>
          <p:cNvPr id="34" name="Text 26"/>
          <p:cNvSpPr txBox="1"/>
          <p:nvPr/>
        </p:nvSpPr>
        <p:spPr>
          <a:xfrm>
            <a:off x="8189976" y="3264408"/>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Virgules</a:t>
            </a:r>
            <a:endParaRPr lang="en-US" sz="1600" dirty="0"/>
          </a:p>
        </p:txBody>
      </p:sp>
      <p:sp>
        <p:nvSpPr>
          <p:cNvPr id="35" name="Text 27"/>
          <p:cNvSpPr txBox="1"/>
          <p:nvPr/>
        </p:nvSpPr>
        <p:spPr>
          <a:xfrm>
            <a:off x="8189976" y="3840480"/>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36" name="Shape 28"/>
          <p:cNvSpPr/>
          <p:nvPr/>
        </p:nvSpPr>
        <p:spPr>
          <a:xfrm>
            <a:off x="9928860" y="2606040"/>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37" name="Shape 29"/>
          <p:cNvSpPr/>
          <p:nvPr/>
        </p:nvSpPr>
        <p:spPr>
          <a:xfrm>
            <a:off x="10066020" y="2743200"/>
            <a:ext cx="438912" cy="438912"/>
          </a:xfrm>
          <a:prstGeom prst="ellipse">
            <a:avLst/>
          </a:prstGeom>
          <a:solidFill>
            <a:schemeClr val="accent1"/>
          </a:solidFill>
          <a:ln w="12700">
            <a:solidFill>
              <a:srgbClr val="FFFFFF">
                <a:alpha val="0"/>
              </a:srgbClr>
            </a:solidFill>
            <a:prstDash val="solid"/>
          </a:ln>
        </p:spPr>
      </p:sp>
      <p:sp>
        <p:nvSpPr>
          <p:cNvPr id="38" name="Text 30"/>
          <p:cNvSpPr txBox="1"/>
          <p:nvPr/>
        </p:nvSpPr>
        <p:spPr>
          <a:xfrm>
            <a:off x="10066020" y="2743200"/>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pic>
        <p:nvPicPr>
          <p:cNvPr id="39" name="Image 5" descr="BoxOpen">    </p:cNvPr>
          <p:cNvPicPr>
            <a:picLocks noChangeAspect="1"/>
          </p:cNvPicPr>
          <p:nvPr/>
        </p:nvPicPr>
        <p:blipFill>
          <a:blip r:embed="rId6"/>
          <a:stretch>
            <a:fillRect/>
          </a:stretch>
        </p:blipFill>
        <p:spPr>
          <a:xfrm>
            <a:off x="11091672" y="2770632"/>
            <a:ext cx="384048" cy="384048"/>
          </a:xfrm>
          <a:prstGeom prst="rect">
            <a:avLst/>
          </a:prstGeom>
        </p:spPr>
      </p:pic>
      <p:sp>
        <p:nvSpPr>
          <p:cNvPr id="40" name="Text 31"/>
          <p:cNvSpPr txBox="1"/>
          <p:nvPr/>
        </p:nvSpPr>
        <p:spPr>
          <a:xfrm>
            <a:off x="10066020" y="3264408"/>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die, dat ou wat ?</a:t>
            </a:r>
            <a:endParaRPr lang="en-US" sz="1600" dirty="0"/>
          </a:p>
        </p:txBody>
      </p:sp>
      <p:sp>
        <p:nvSpPr>
          <p:cNvPr id="41" name="Text 32"/>
          <p:cNvSpPr txBox="1"/>
          <p:nvPr/>
        </p:nvSpPr>
        <p:spPr>
          <a:xfrm>
            <a:off x="10066020" y="3840480"/>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2" name="Shape 33"/>
          <p:cNvSpPr/>
          <p:nvPr/>
        </p:nvSpPr>
        <p:spPr>
          <a:xfrm>
            <a:off x="548640" y="4370832"/>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3" name="Shape 34"/>
          <p:cNvSpPr/>
          <p:nvPr/>
        </p:nvSpPr>
        <p:spPr>
          <a:xfrm>
            <a:off x="685800" y="4507992"/>
            <a:ext cx="438912" cy="438912"/>
          </a:xfrm>
          <a:prstGeom prst="ellipse">
            <a:avLst/>
          </a:prstGeom>
          <a:solidFill>
            <a:schemeClr val="accent1"/>
          </a:solidFill>
          <a:ln w="12700">
            <a:solidFill>
              <a:srgbClr val="FFFFFF">
                <a:alpha val="0"/>
              </a:srgbClr>
            </a:solidFill>
            <a:prstDash val="solid"/>
          </a:ln>
        </p:spPr>
      </p:sp>
      <p:sp>
        <p:nvSpPr>
          <p:cNvPr id="44" name="Text 35"/>
          <p:cNvSpPr txBox="1"/>
          <p:nvPr/>
        </p:nvSpPr>
        <p:spPr>
          <a:xfrm>
            <a:off x="685800" y="450799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pic>
        <p:nvPicPr>
          <p:cNvPr id="45" name="Image 6" descr="UserFriends">    </p:cNvPr>
          <p:cNvPicPr>
            <a:picLocks noChangeAspect="1"/>
          </p:cNvPicPr>
          <p:nvPr/>
        </p:nvPicPr>
        <p:blipFill>
          <a:blip r:embed="rId7"/>
          <a:stretch>
            <a:fillRect/>
          </a:stretch>
        </p:blipFill>
        <p:spPr>
          <a:xfrm>
            <a:off x="1711452" y="4535424"/>
            <a:ext cx="384048" cy="384048"/>
          </a:xfrm>
          <a:prstGeom prst="rect">
            <a:avLst/>
          </a:prstGeom>
        </p:spPr>
      </p:pic>
      <p:sp>
        <p:nvSpPr>
          <p:cNvPr id="46" name="Text 36"/>
          <p:cNvSpPr txBox="1"/>
          <p:nvPr/>
        </p:nvSpPr>
        <p:spPr>
          <a:xfrm>
            <a:off x="685800" y="5029200"/>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wie ou waar- ?</a:t>
            </a:r>
            <a:endParaRPr lang="en-US" sz="1600" dirty="0"/>
          </a:p>
        </p:txBody>
      </p:sp>
      <p:sp>
        <p:nvSpPr>
          <p:cNvPr id="47" name="Text 37"/>
          <p:cNvSpPr txBox="1"/>
          <p:nvPr/>
        </p:nvSpPr>
        <p:spPr>
          <a:xfrm>
            <a:off x="685800" y="5605272"/>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48" name="Shape 38"/>
          <p:cNvSpPr/>
          <p:nvPr/>
        </p:nvSpPr>
        <p:spPr>
          <a:xfrm>
            <a:off x="2424684" y="4370832"/>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49" name="Shape 39"/>
          <p:cNvSpPr/>
          <p:nvPr/>
        </p:nvSpPr>
        <p:spPr>
          <a:xfrm>
            <a:off x="2561844" y="4507992"/>
            <a:ext cx="438912" cy="438912"/>
          </a:xfrm>
          <a:prstGeom prst="ellipse">
            <a:avLst/>
          </a:prstGeom>
          <a:solidFill>
            <a:schemeClr val="accent1"/>
          </a:solidFill>
          <a:ln w="12700">
            <a:solidFill>
              <a:srgbClr val="FFFFFF">
                <a:alpha val="0"/>
              </a:srgbClr>
            </a:solidFill>
            <a:prstDash val="solid"/>
          </a:ln>
        </p:spPr>
      </p:sp>
      <p:sp>
        <p:nvSpPr>
          <p:cNvPr id="50" name="Text 40"/>
          <p:cNvSpPr txBox="1"/>
          <p:nvPr/>
        </p:nvSpPr>
        <p:spPr>
          <a:xfrm>
            <a:off x="2561844" y="450799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8</a:t>
            </a:r>
            <a:endParaRPr lang="en-US" sz="1600" dirty="0"/>
          </a:p>
        </p:txBody>
      </p:sp>
      <p:pic>
        <p:nvPicPr>
          <p:cNvPr id="51" name="Image 7" descr="CompressAlt">    </p:cNvPr>
          <p:cNvPicPr>
            <a:picLocks noChangeAspect="1"/>
          </p:cNvPicPr>
          <p:nvPr/>
        </p:nvPicPr>
        <p:blipFill>
          <a:blip r:embed="rId8"/>
          <a:stretch>
            <a:fillRect/>
          </a:stretch>
        </p:blipFill>
        <p:spPr>
          <a:xfrm>
            <a:off x="3587496" y="4535424"/>
            <a:ext cx="384048" cy="384048"/>
          </a:xfrm>
          <a:prstGeom prst="rect">
            <a:avLst/>
          </a:prstGeom>
        </p:spPr>
      </p:pic>
      <p:sp>
        <p:nvSpPr>
          <p:cNvPr id="52" name="Text 41"/>
          <p:cNvSpPr txBox="1"/>
          <p:nvPr/>
        </p:nvSpPr>
        <p:spPr>
          <a:xfrm>
            <a:off x="2561844" y="5029200"/>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La pince</a:t>
            </a:r>
            <a:endParaRPr lang="en-US" sz="1600" dirty="0"/>
          </a:p>
        </p:txBody>
      </p:sp>
      <p:sp>
        <p:nvSpPr>
          <p:cNvPr id="53" name="Text 42"/>
          <p:cNvSpPr txBox="1"/>
          <p:nvPr/>
        </p:nvSpPr>
        <p:spPr>
          <a:xfrm>
            <a:off x="2561844" y="5605272"/>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54" name="Shape 43"/>
          <p:cNvSpPr/>
          <p:nvPr/>
        </p:nvSpPr>
        <p:spPr>
          <a:xfrm>
            <a:off x="4300728" y="4370832"/>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55" name="Shape 44"/>
          <p:cNvSpPr/>
          <p:nvPr/>
        </p:nvSpPr>
        <p:spPr>
          <a:xfrm>
            <a:off x="4437888" y="4507992"/>
            <a:ext cx="438912" cy="438912"/>
          </a:xfrm>
          <a:prstGeom prst="ellipse">
            <a:avLst/>
          </a:prstGeom>
          <a:solidFill>
            <a:schemeClr val="accent1"/>
          </a:solidFill>
          <a:ln w="12700">
            <a:solidFill>
              <a:srgbClr val="FFFFFF">
                <a:alpha val="0"/>
              </a:srgbClr>
            </a:solidFill>
            <a:prstDash val="solid"/>
          </a:ln>
        </p:spPr>
      </p:sp>
      <p:sp>
        <p:nvSpPr>
          <p:cNvPr id="56" name="Text 45"/>
          <p:cNvSpPr txBox="1"/>
          <p:nvPr/>
        </p:nvSpPr>
        <p:spPr>
          <a:xfrm>
            <a:off x="4437888" y="450799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9</a:t>
            </a:r>
            <a:endParaRPr lang="en-US" sz="1600" dirty="0"/>
          </a:p>
        </p:txBody>
      </p:sp>
      <p:pic>
        <p:nvPicPr>
          <p:cNvPr id="57" name="Image 8" descr="Language">    </p:cNvPr>
          <p:cNvPicPr>
            <a:picLocks noChangeAspect="1"/>
          </p:cNvPicPr>
          <p:nvPr/>
        </p:nvPicPr>
        <p:blipFill>
          <a:blip r:embed="rId9"/>
          <a:stretch>
            <a:fillRect/>
          </a:stretch>
        </p:blipFill>
        <p:spPr>
          <a:xfrm>
            <a:off x="5463540" y="4535424"/>
            <a:ext cx="384048" cy="384048"/>
          </a:xfrm>
          <a:prstGeom prst="rect">
            <a:avLst/>
          </a:prstGeom>
        </p:spPr>
      </p:pic>
      <p:sp>
        <p:nvSpPr>
          <p:cNvPr id="58" name="Text 46"/>
          <p:cNvSpPr txBox="1"/>
          <p:nvPr/>
        </p:nvSpPr>
        <p:spPr>
          <a:xfrm>
            <a:off x="4437888" y="5029200"/>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Dont et où</a:t>
            </a:r>
            <a:endParaRPr lang="en-US" sz="1600" dirty="0"/>
          </a:p>
        </p:txBody>
      </p:sp>
      <p:sp>
        <p:nvSpPr>
          <p:cNvPr id="59" name="Text 47"/>
          <p:cNvSpPr txBox="1"/>
          <p:nvPr/>
        </p:nvSpPr>
        <p:spPr>
          <a:xfrm>
            <a:off x="4437888" y="5605272"/>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60" name="Shape 48"/>
          <p:cNvSpPr/>
          <p:nvPr/>
        </p:nvSpPr>
        <p:spPr>
          <a:xfrm>
            <a:off x="6176772" y="4370832"/>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61" name="Shape 49"/>
          <p:cNvSpPr/>
          <p:nvPr/>
        </p:nvSpPr>
        <p:spPr>
          <a:xfrm>
            <a:off x="6313932" y="4507992"/>
            <a:ext cx="438912" cy="438912"/>
          </a:xfrm>
          <a:prstGeom prst="ellipse">
            <a:avLst/>
          </a:prstGeom>
          <a:solidFill>
            <a:schemeClr val="accent1"/>
          </a:solidFill>
          <a:ln w="12700">
            <a:solidFill>
              <a:srgbClr val="FFFFFF">
                <a:alpha val="0"/>
              </a:srgbClr>
            </a:solidFill>
            <a:prstDash val="solid"/>
          </a:ln>
        </p:spPr>
      </p:sp>
      <p:sp>
        <p:nvSpPr>
          <p:cNvPr id="62" name="Text 50"/>
          <p:cNvSpPr txBox="1"/>
          <p:nvPr/>
        </p:nvSpPr>
        <p:spPr>
          <a:xfrm>
            <a:off x="6313932" y="450799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10</a:t>
            </a:r>
            <a:endParaRPr lang="en-US" sz="1600" dirty="0"/>
          </a:p>
        </p:txBody>
      </p:sp>
      <p:pic>
        <p:nvPicPr>
          <p:cNvPr id="63" name="Image 9" descr="Search">    </p:cNvPr>
          <p:cNvPicPr>
            <a:picLocks noChangeAspect="1"/>
          </p:cNvPicPr>
          <p:nvPr/>
        </p:nvPicPr>
        <p:blipFill>
          <a:blip r:embed="rId10"/>
          <a:stretch>
            <a:fillRect/>
          </a:stretch>
        </p:blipFill>
        <p:spPr>
          <a:xfrm>
            <a:off x="7339584" y="4535424"/>
            <a:ext cx="384048" cy="384048"/>
          </a:xfrm>
          <a:prstGeom prst="rect">
            <a:avLst/>
          </a:prstGeom>
        </p:spPr>
      </p:pic>
      <p:sp>
        <p:nvSpPr>
          <p:cNvPr id="64" name="Text 51"/>
          <p:cNvSpPr txBox="1"/>
          <p:nvPr/>
        </p:nvSpPr>
        <p:spPr>
          <a:xfrm>
            <a:off x="6313932" y="5029200"/>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Le détective</a:t>
            </a:r>
            <a:endParaRPr lang="en-US" sz="1600" dirty="0"/>
          </a:p>
        </p:txBody>
      </p:sp>
      <p:sp>
        <p:nvSpPr>
          <p:cNvPr id="65" name="Text 52"/>
          <p:cNvSpPr txBox="1"/>
          <p:nvPr/>
        </p:nvSpPr>
        <p:spPr>
          <a:xfrm>
            <a:off x="6313932" y="5605272"/>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66" name="Shape 53"/>
          <p:cNvSpPr/>
          <p:nvPr/>
        </p:nvSpPr>
        <p:spPr>
          <a:xfrm>
            <a:off x="8052816" y="4370832"/>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67" name="Shape 54"/>
          <p:cNvSpPr/>
          <p:nvPr/>
        </p:nvSpPr>
        <p:spPr>
          <a:xfrm>
            <a:off x="8189976" y="4507992"/>
            <a:ext cx="438912" cy="438912"/>
          </a:xfrm>
          <a:prstGeom prst="ellipse">
            <a:avLst/>
          </a:prstGeom>
          <a:solidFill>
            <a:schemeClr val="accent1"/>
          </a:solidFill>
          <a:ln w="12700">
            <a:solidFill>
              <a:srgbClr val="FFFFFF">
                <a:alpha val="0"/>
              </a:srgbClr>
            </a:solidFill>
            <a:prstDash val="solid"/>
          </a:ln>
        </p:spPr>
      </p:sp>
      <p:sp>
        <p:nvSpPr>
          <p:cNvPr id="68" name="Text 55"/>
          <p:cNvSpPr txBox="1"/>
          <p:nvPr/>
        </p:nvSpPr>
        <p:spPr>
          <a:xfrm>
            <a:off x="8189976" y="450799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11</a:t>
            </a:r>
            <a:endParaRPr lang="en-US" sz="1600" dirty="0"/>
          </a:p>
        </p:txBody>
      </p:sp>
      <p:pic>
        <p:nvPicPr>
          <p:cNvPr id="69" name="Image 10" descr="CommentDots">    </p:cNvPr>
          <p:cNvPicPr>
            <a:picLocks noChangeAspect="1"/>
          </p:cNvPicPr>
          <p:nvPr/>
        </p:nvPicPr>
        <p:blipFill>
          <a:blip r:embed="rId11"/>
          <a:stretch>
            <a:fillRect/>
          </a:stretch>
        </p:blipFill>
        <p:spPr>
          <a:xfrm>
            <a:off x="9215628" y="4535424"/>
            <a:ext cx="384048" cy="384048"/>
          </a:xfrm>
          <a:prstGeom prst="rect">
            <a:avLst/>
          </a:prstGeom>
        </p:spPr>
      </p:pic>
      <p:sp>
        <p:nvSpPr>
          <p:cNvPr id="70" name="Text 56"/>
          <p:cNvSpPr txBox="1"/>
          <p:nvPr/>
        </p:nvSpPr>
        <p:spPr>
          <a:xfrm>
            <a:off x="8189976" y="5029200"/>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Taboe !</a:t>
            </a:r>
            <a:endParaRPr lang="en-US" sz="1600" dirty="0"/>
          </a:p>
        </p:txBody>
      </p:sp>
      <p:sp>
        <p:nvSpPr>
          <p:cNvPr id="71" name="Text 57"/>
          <p:cNvSpPr txBox="1"/>
          <p:nvPr/>
        </p:nvSpPr>
        <p:spPr>
          <a:xfrm>
            <a:off x="8189976" y="5605272"/>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sp>
        <p:nvSpPr>
          <p:cNvPr id="72" name="Shape 58"/>
          <p:cNvSpPr/>
          <p:nvPr/>
        </p:nvSpPr>
        <p:spPr>
          <a:xfrm>
            <a:off x="9928860" y="4370832"/>
            <a:ext cx="1711452" cy="1600200"/>
          </a:xfrm>
          <a:prstGeom prst="roundRect">
            <a:avLst>
              <a:gd name="adj" fmla="val 4571"/>
            </a:avLst>
          </a:prstGeom>
          <a:solidFill>
            <a:srgbClr val="FFFFFF">
              <a:alpha val="12000"/>
            </a:srgbClr>
          </a:solidFill>
          <a:ln w="12700">
            <a:solidFill>
              <a:srgbClr val="FFFFFF">
                <a:alpha val="50000"/>
              </a:srgbClr>
            </a:solidFill>
            <a:prstDash val="solid"/>
          </a:ln>
        </p:spPr>
      </p:sp>
      <p:sp>
        <p:nvSpPr>
          <p:cNvPr id="73" name="Shape 59"/>
          <p:cNvSpPr/>
          <p:nvPr/>
        </p:nvSpPr>
        <p:spPr>
          <a:xfrm>
            <a:off x="10066020" y="4507992"/>
            <a:ext cx="438912" cy="438912"/>
          </a:xfrm>
          <a:prstGeom prst="ellipse">
            <a:avLst/>
          </a:prstGeom>
          <a:solidFill>
            <a:schemeClr val="accent1"/>
          </a:solidFill>
          <a:ln w="12700">
            <a:solidFill>
              <a:srgbClr val="FFFFFF">
                <a:alpha val="0"/>
              </a:srgbClr>
            </a:solidFill>
            <a:prstDash val="solid"/>
          </a:ln>
        </p:spPr>
      </p:sp>
      <p:sp>
        <p:nvSpPr>
          <p:cNvPr id="74" name="Text 60"/>
          <p:cNvSpPr txBox="1"/>
          <p:nvPr/>
        </p:nvSpPr>
        <p:spPr>
          <a:xfrm>
            <a:off x="10066020" y="4507992"/>
            <a:ext cx="438912" cy="438912"/>
          </a:xfrm>
          <a:prstGeom prst="rect">
            <a:avLst/>
          </a:prstGeom>
          <a:noFill/>
          <a:ln/>
        </p:spPr>
        <p:txBody>
          <a:bodyPr wrap="square" lIns="0" tIns="0" rIns="0" bIns="0" rtlCol="0" anchor="ctr"/>
          <a:lstStyle/>
          <a:p>
            <a:pPr algn="ctr" indent="0" marL="0">
              <a:buNone/>
            </a:pPr>
            <a:r>
              <a:rPr lang="en-US" sz="1600" b="1" dirty="0">
                <a:solidFill>
                  <a:schemeClr val="bg1"/>
                </a:solidFill>
              </a:rPr>
              <a:t>12</a:t>
            </a:r>
            <a:endParaRPr lang="en-US" sz="1600" dirty="0"/>
          </a:p>
        </p:txBody>
      </p:sp>
      <p:pic>
        <p:nvPicPr>
          <p:cNvPr id="75" name="Image 11" descr="Users">    </p:cNvPr>
          <p:cNvPicPr>
            <a:picLocks noChangeAspect="1"/>
          </p:cNvPicPr>
          <p:nvPr/>
        </p:nvPicPr>
        <p:blipFill>
          <a:blip r:embed="rId12"/>
          <a:stretch>
            <a:fillRect/>
          </a:stretch>
        </p:blipFill>
        <p:spPr>
          <a:xfrm>
            <a:off x="11091672" y="4535424"/>
            <a:ext cx="384048" cy="384048"/>
          </a:xfrm>
          <a:prstGeom prst="rect">
            <a:avLst/>
          </a:prstGeom>
        </p:spPr>
      </p:pic>
      <p:sp>
        <p:nvSpPr>
          <p:cNvPr id="76" name="Text 61"/>
          <p:cNvSpPr txBox="1"/>
          <p:nvPr/>
        </p:nvSpPr>
        <p:spPr>
          <a:xfrm>
            <a:off x="10066020" y="5029200"/>
            <a:ext cx="1437132" cy="621792"/>
          </a:xfrm>
          <a:prstGeom prst="rect">
            <a:avLst/>
          </a:prstGeom>
          <a:noFill/>
          <a:ln/>
        </p:spPr>
        <p:txBody>
          <a:bodyPr wrap="square" lIns="0" tIns="0" rIns="0" bIns="0" rtlCol="0" anchor="t"/>
          <a:lstStyle/>
          <a:p>
            <a:pPr algn="l" indent="0" marL="0">
              <a:buNone/>
            </a:pPr>
            <a:r>
              <a:rPr lang="en-US" sz="1600" b="1" dirty="0">
                <a:solidFill>
                  <a:schemeClr val="bg1"/>
                </a:solidFill>
              </a:rPr>
              <a:t>La photo d’équipe</a:t>
            </a:r>
            <a:endParaRPr lang="en-US" sz="1600" dirty="0"/>
          </a:p>
        </p:txBody>
      </p:sp>
      <p:sp>
        <p:nvSpPr>
          <p:cNvPr id="77" name="Text 62"/>
          <p:cNvSpPr txBox="1"/>
          <p:nvPr/>
        </p:nvSpPr>
        <p:spPr>
          <a:xfrm>
            <a:off x="10066020" y="5605272"/>
            <a:ext cx="1437132" cy="292608"/>
          </a:xfrm>
          <a:prstGeom prst="rect">
            <a:avLst/>
          </a:prstGeom>
          <a:noFill/>
          <a:ln/>
        </p:spPr>
        <p:txBody>
          <a:bodyPr wrap="square" lIns="0" tIns="0" rIns="0" bIns="0" rtlCol="0" anchor="t"/>
          <a:lstStyle/>
          <a:p>
            <a:pPr algn="l" indent="0" marL="0">
              <a:buNone/>
            </a:pPr>
            <a:r>
              <a:rPr lang="en-US" sz="1400" b="1" dirty="0">
                <a:solidFill>
                  <a:schemeClr val="accent1"/>
                </a:solidFill>
              </a:rPr>
              <a:t>★★★</a:t>
            </a:r>
            <a:endParaRPr lang="en-US" sz="1400" dirty="0"/>
          </a:p>
        </p:txBody>
      </p:sp>
      <p:pic>
        <p:nvPicPr>
          <p:cNvPr id="78" name="Image 12" descr="man teacher">    </p:cNvPr>
          <p:cNvPicPr>
            <a:picLocks noChangeAspect="1"/>
          </p:cNvPicPr>
          <p:nvPr/>
        </p:nvPicPr>
        <p:blipFill>
          <a:blip r:embed="rId13"/>
          <a:stretch>
            <a:fillRect/>
          </a:stretch>
        </p:blipFill>
        <p:spPr>
          <a:xfrm>
            <a:off x="10241280" y="914400"/>
            <a:ext cx="1371600" cy="1371600"/>
          </a:xfrm>
          <a:prstGeom prst="rect">
            <a:avLst/>
          </a:prstGeom>
        </p:spPr>
      </p:pic>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EEF3F8"/>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die of dat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a:t>
            </a:r>
            <a:r>
              <a:rPr lang="en-US" sz="1700" i="1" dirty="0">
                <a:solidFill>
                  <a:schemeClr val="accent5"/>
                </a:solidFill>
              </a:rPr>
              <a:t>die</a:t>
            </a:r>
            <a:r>
              <a:rPr lang="en-US" sz="1700" i="1" dirty="0">
                <a:solidFill>
                  <a:schemeClr val="accent5"/>
                </a:solidFill>
              </a:rPr>
              <a:t> ou </a:t>
            </a:r>
            <a:r>
              <a:rPr lang="en-US" sz="1700" i="1" dirty="0">
                <a:solidFill>
                  <a:schemeClr val="accent5"/>
                </a:solidFill>
              </a:rPr>
              <a:t>dat</a:t>
            </a:r>
            <a:r>
              <a:rPr lang="en-US" sz="1700" i="1" dirty="0">
                <a:solidFill>
                  <a:schemeClr val="accent5"/>
                </a:solidFill>
              </a:rPr>
              <a:t>. Regardez d’abord l’article du nom.</a:t>
            </a:r>
            <a:endParaRPr lang="en-US" sz="1700" dirty="0"/>
          </a:p>
        </p:txBody>
      </p:sp>
      <p:sp>
        <p:nvSpPr>
          <p:cNvPr id="8" name="Shape 4"/>
          <p:cNvSpPr/>
          <p:nvPr/>
        </p:nvSpPr>
        <p:spPr>
          <a:xfrm>
            <a:off x="548640" y="1978152"/>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9" name="Text 5"/>
          <p:cNvSpPr txBox="1"/>
          <p:nvPr/>
        </p:nvSpPr>
        <p:spPr>
          <a:xfrm>
            <a:off x="658368" y="1978152"/>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1</a:t>
            </a:r>
            <a:r>
              <a:rPr lang="en-US" sz="1400" dirty="0">
                <a:solidFill>
                  <a:srgbClr val="1B2333"/>
                </a:solidFill>
              </a:rPr>
              <a:t>  </a:t>
            </a:r>
            <a:endParaRPr lang="en-US" sz="1400" dirty="0"/>
          </a:p>
        </p:txBody>
      </p:sp>
      <p:sp>
        <p:nvSpPr>
          <p:cNvPr id="10" name="Text 6"/>
          <p:cNvSpPr txBox="1"/>
          <p:nvPr/>
        </p:nvSpPr>
        <p:spPr>
          <a:xfrm>
            <a:off x="1005840" y="1978152"/>
            <a:ext cx="761048" cy="943356"/>
          </a:xfrm>
          <a:prstGeom prst="rect">
            <a:avLst/>
          </a:prstGeom>
          <a:noFill/>
          <a:ln/>
        </p:spPr>
        <p:txBody>
          <a:bodyPr wrap="square" lIns="0" tIns="0" rIns="0" bIns="0" rtlCol="0" anchor="ctr"/>
          <a:lstStyle/>
          <a:p>
            <a:pPr algn="l" indent="0" marL="0">
              <a:buNone/>
            </a:pPr>
            <a:r>
              <a:rPr lang="en-US" sz="1650" b="1" i="1" dirty="0">
                <a:solidFill>
                  <a:srgbClr val="17375E"/>
                </a:solidFill>
              </a:rPr>
              <a:t>de klant</a:t>
            </a:r>
            <a:endParaRPr lang="en-US" sz="1650" dirty="0"/>
          </a:p>
        </p:txBody>
      </p:sp>
      <p:sp>
        <p:nvSpPr>
          <p:cNvPr id="11" name="Shape 7"/>
          <p:cNvSpPr/>
          <p:nvPr/>
        </p:nvSpPr>
        <p:spPr>
          <a:xfrm>
            <a:off x="1812608" y="2257806"/>
            <a:ext cx="603504" cy="384048"/>
          </a:xfrm>
          <a:prstGeom prst="roundRect">
            <a:avLst>
              <a:gd name="adj" fmla="val 19048"/>
            </a:avLst>
          </a:prstGeom>
          <a:solidFill>
            <a:srgbClr val="FFFFFF"/>
          </a:solidFill>
          <a:ln w="12700">
            <a:solidFill>
              <a:srgbClr val="4A5A70"/>
            </a:solidFill>
            <a:prstDash val="dash"/>
          </a:ln>
        </p:spPr>
      </p:sp>
      <p:sp>
        <p:nvSpPr>
          <p:cNvPr id="12" name="Text 8"/>
          <p:cNvSpPr txBox="1"/>
          <p:nvPr/>
        </p:nvSpPr>
        <p:spPr>
          <a:xfrm>
            <a:off x="2489264" y="1978152"/>
            <a:ext cx="1610296" cy="943356"/>
          </a:xfrm>
          <a:prstGeom prst="rect">
            <a:avLst/>
          </a:prstGeom>
          <a:noFill/>
          <a:ln/>
        </p:spPr>
        <p:txBody>
          <a:bodyPr wrap="square" lIns="0" tIns="0" rIns="0" bIns="0" rtlCol="0" anchor="ctr"/>
          <a:lstStyle/>
          <a:p>
            <a:pPr algn="l" indent="0" marL="0">
              <a:buNone/>
            </a:pPr>
            <a:r>
              <a:rPr lang="en-US" sz="1650" i="1" dirty="0">
                <a:solidFill>
                  <a:srgbClr val="1B2333"/>
                </a:solidFill>
              </a:rPr>
              <a:t>belt</a:t>
            </a:r>
            <a:endParaRPr lang="en-US" sz="1650" dirty="0"/>
          </a:p>
        </p:txBody>
      </p:sp>
      <p:sp>
        <p:nvSpPr>
          <p:cNvPr id="13" name="Shape 9"/>
          <p:cNvSpPr/>
          <p:nvPr/>
        </p:nvSpPr>
        <p:spPr>
          <a:xfrm>
            <a:off x="4291584" y="1978152"/>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4" name="Text 10"/>
          <p:cNvSpPr txBox="1"/>
          <p:nvPr/>
        </p:nvSpPr>
        <p:spPr>
          <a:xfrm>
            <a:off x="4401312" y="1978152"/>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2</a:t>
            </a:r>
            <a:r>
              <a:rPr lang="en-US" sz="1400" dirty="0">
                <a:solidFill>
                  <a:srgbClr val="1B2333"/>
                </a:solidFill>
              </a:rPr>
              <a:t>  </a:t>
            </a:r>
            <a:endParaRPr lang="en-US" sz="1400" dirty="0"/>
          </a:p>
        </p:txBody>
      </p:sp>
      <p:sp>
        <p:nvSpPr>
          <p:cNvPr id="15" name="Text 11"/>
          <p:cNvSpPr txBox="1"/>
          <p:nvPr/>
        </p:nvSpPr>
        <p:spPr>
          <a:xfrm>
            <a:off x="4748784" y="1978152"/>
            <a:ext cx="1055675" cy="943356"/>
          </a:xfrm>
          <a:prstGeom prst="rect">
            <a:avLst/>
          </a:prstGeom>
          <a:noFill/>
          <a:ln/>
        </p:spPr>
        <p:txBody>
          <a:bodyPr wrap="square" lIns="0" tIns="0" rIns="0" bIns="0" rtlCol="0" anchor="ctr"/>
          <a:lstStyle/>
          <a:p>
            <a:pPr algn="l" indent="0" marL="0">
              <a:buNone/>
            </a:pPr>
            <a:r>
              <a:rPr lang="en-US" sz="1650" b="1" i="1" dirty="0">
                <a:solidFill>
                  <a:srgbClr val="17375E"/>
                </a:solidFill>
              </a:rPr>
              <a:t>het rapport</a:t>
            </a:r>
            <a:endParaRPr lang="en-US" sz="1650" dirty="0"/>
          </a:p>
        </p:txBody>
      </p:sp>
      <p:sp>
        <p:nvSpPr>
          <p:cNvPr id="16" name="Shape 12"/>
          <p:cNvSpPr/>
          <p:nvPr/>
        </p:nvSpPr>
        <p:spPr>
          <a:xfrm>
            <a:off x="5850179" y="2257806"/>
            <a:ext cx="603504" cy="384048"/>
          </a:xfrm>
          <a:prstGeom prst="roundRect">
            <a:avLst>
              <a:gd name="adj" fmla="val 19048"/>
            </a:avLst>
          </a:prstGeom>
          <a:solidFill>
            <a:srgbClr val="FFFFFF"/>
          </a:solidFill>
          <a:ln w="12700">
            <a:solidFill>
              <a:srgbClr val="4A5A70"/>
            </a:solidFill>
            <a:prstDash val="dash"/>
          </a:ln>
        </p:spPr>
      </p:sp>
      <p:sp>
        <p:nvSpPr>
          <p:cNvPr id="17" name="Text 13"/>
          <p:cNvSpPr txBox="1"/>
          <p:nvPr/>
        </p:nvSpPr>
        <p:spPr>
          <a:xfrm>
            <a:off x="6526835" y="1978152"/>
            <a:ext cx="1315669" cy="943356"/>
          </a:xfrm>
          <a:prstGeom prst="rect">
            <a:avLst/>
          </a:prstGeom>
          <a:noFill/>
          <a:ln/>
        </p:spPr>
        <p:txBody>
          <a:bodyPr wrap="square" lIns="0" tIns="0" rIns="0" bIns="0" rtlCol="0" anchor="ctr"/>
          <a:lstStyle/>
          <a:p>
            <a:pPr algn="l" indent="0" marL="0">
              <a:buNone/>
            </a:pPr>
            <a:r>
              <a:rPr lang="en-US" sz="1650" i="1" dirty="0">
                <a:solidFill>
                  <a:srgbClr val="1B2333"/>
                </a:solidFill>
              </a:rPr>
              <a:t>klaar is</a:t>
            </a:r>
            <a:endParaRPr lang="en-US" sz="1650" dirty="0"/>
          </a:p>
        </p:txBody>
      </p:sp>
      <p:sp>
        <p:nvSpPr>
          <p:cNvPr id="18" name="Shape 14"/>
          <p:cNvSpPr/>
          <p:nvPr/>
        </p:nvSpPr>
        <p:spPr>
          <a:xfrm>
            <a:off x="8034528" y="1978152"/>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19" name="Text 15"/>
          <p:cNvSpPr txBox="1"/>
          <p:nvPr/>
        </p:nvSpPr>
        <p:spPr>
          <a:xfrm>
            <a:off x="8144256" y="1978152"/>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3</a:t>
            </a:r>
            <a:r>
              <a:rPr lang="en-US" sz="1400" dirty="0">
                <a:solidFill>
                  <a:srgbClr val="1B2333"/>
                </a:solidFill>
              </a:rPr>
              <a:t>  </a:t>
            </a:r>
            <a:endParaRPr lang="en-US" sz="1400" dirty="0"/>
          </a:p>
        </p:txBody>
      </p:sp>
      <p:sp>
        <p:nvSpPr>
          <p:cNvPr id="20" name="Text 16"/>
          <p:cNvSpPr txBox="1"/>
          <p:nvPr/>
        </p:nvSpPr>
        <p:spPr>
          <a:xfrm>
            <a:off x="8491728" y="1978152"/>
            <a:ext cx="1200893" cy="943356"/>
          </a:xfrm>
          <a:prstGeom prst="rect">
            <a:avLst/>
          </a:prstGeom>
          <a:noFill/>
          <a:ln/>
        </p:spPr>
        <p:txBody>
          <a:bodyPr wrap="square" lIns="0" tIns="0" rIns="0" bIns="0" rtlCol="0" anchor="ctr"/>
          <a:lstStyle/>
          <a:p>
            <a:pPr algn="l" indent="0" marL="0">
              <a:buNone/>
            </a:pPr>
            <a:r>
              <a:rPr lang="en-US" sz="1650" b="1" i="1" dirty="0">
                <a:solidFill>
                  <a:srgbClr val="17375E"/>
                </a:solidFill>
              </a:rPr>
              <a:t>de rapporten</a:t>
            </a:r>
            <a:endParaRPr lang="en-US" sz="1650" dirty="0"/>
          </a:p>
        </p:txBody>
      </p:sp>
      <p:sp>
        <p:nvSpPr>
          <p:cNvPr id="21" name="Shape 17"/>
          <p:cNvSpPr/>
          <p:nvPr/>
        </p:nvSpPr>
        <p:spPr>
          <a:xfrm>
            <a:off x="9738341" y="2257806"/>
            <a:ext cx="603504" cy="384048"/>
          </a:xfrm>
          <a:prstGeom prst="roundRect">
            <a:avLst>
              <a:gd name="adj" fmla="val 19048"/>
            </a:avLst>
          </a:prstGeom>
          <a:solidFill>
            <a:srgbClr val="FFFFFF"/>
          </a:solidFill>
          <a:ln w="12700">
            <a:solidFill>
              <a:srgbClr val="4A5A70"/>
            </a:solidFill>
            <a:prstDash val="dash"/>
          </a:ln>
        </p:spPr>
      </p:sp>
      <p:sp>
        <p:nvSpPr>
          <p:cNvPr id="22" name="Text 18"/>
          <p:cNvSpPr txBox="1"/>
          <p:nvPr/>
        </p:nvSpPr>
        <p:spPr>
          <a:xfrm>
            <a:off x="10414997" y="1978152"/>
            <a:ext cx="1170451" cy="943356"/>
          </a:xfrm>
          <a:prstGeom prst="rect">
            <a:avLst/>
          </a:prstGeom>
          <a:noFill/>
          <a:ln/>
        </p:spPr>
        <p:txBody>
          <a:bodyPr wrap="square" lIns="0" tIns="0" rIns="0" bIns="0" rtlCol="0" anchor="ctr"/>
          <a:lstStyle/>
          <a:p>
            <a:pPr algn="l" indent="0" marL="0">
              <a:buNone/>
            </a:pPr>
            <a:r>
              <a:rPr lang="en-US" sz="1650" i="1" dirty="0">
                <a:solidFill>
                  <a:srgbClr val="1B2333"/>
                </a:solidFill>
              </a:rPr>
              <a:t>klaar zijn</a:t>
            </a:r>
            <a:endParaRPr lang="en-US" sz="1650" dirty="0"/>
          </a:p>
        </p:txBody>
      </p:sp>
      <p:sp>
        <p:nvSpPr>
          <p:cNvPr id="23" name="Shape 19"/>
          <p:cNvSpPr/>
          <p:nvPr/>
        </p:nvSpPr>
        <p:spPr>
          <a:xfrm>
            <a:off x="548640" y="3049524"/>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4" name="Text 20"/>
          <p:cNvSpPr txBox="1"/>
          <p:nvPr/>
        </p:nvSpPr>
        <p:spPr>
          <a:xfrm>
            <a:off x="658368" y="3049524"/>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4</a:t>
            </a:r>
            <a:r>
              <a:rPr lang="en-US" sz="1400" dirty="0">
                <a:solidFill>
                  <a:srgbClr val="1B2333"/>
                </a:solidFill>
              </a:rPr>
              <a:t>  </a:t>
            </a:r>
            <a:endParaRPr lang="en-US" sz="1400" dirty="0"/>
          </a:p>
        </p:txBody>
      </p:sp>
      <p:sp>
        <p:nvSpPr>
          <p:cNvPr id="25" name="Text 21"/>
          <p:cNvSpPr txBox="1"/>
          <p:nvPr/>
        </p:nvSpPr>
        <p:spPr>
          <a:xfrm>
            <a:off x="1005840" y="3049524"/>
            <a:ext cx="962635" cy="943356"/>
          </a:xfrm>
          <a:prstGeom prst="rect">
            <a:avLst/>
          </a:prstGeom>
          <a:noFill/>
          <a:ln/>
        </p:spPr>
        <p:txBody>
          <a:bodyPr wrap="square" lIns="0" tIns="0" rIns="0" bIns="0" rtlCol="0" anchor="ctr"/>
          <a:lstStyle/>
          <a:p>
            <a:pPr algn="l" indent="0" marL="0">
              <a:buNone/>
            </a:pPr>
            <a:r>
              <a:rPr lang="en-US" sz="1650" b="1" i="1" dirty="0">
                <a:solidFill>
                  <a:srgbClr val="17375E"/>
                </a:solidFill>
              </a:rPr>
              <a:t>het meisje</a:t>
            </a:r>
            <a:endParaRPr lang="en-US" sz="1650" dirty="0"/>
          </a:p>
        </p:txBody>
      </p:sp>
      <p:sp>
        <p:nvSpPr>
          <p:cNvPr id="26" name="Shape 22"/>
          <p:cNvSpPr/>
          <p:nvPr/>
        </p:nvSpPr>
        <p:spPr>
          <a:xfrm>
            <a:off x="2014195" y="3329178"/>
            <a:ext cx="603504" cy="384048"/>
          </a:xfrm>
          <a:prstGeom prst="roundRect">
            <a:avLst>
              <a:gd name="adj" fmla="val 19048"/>
            </a:avLst>
          </a:prstGeom>
          <a:solidFill>
            <a:srgbClr val="FFFFFF"/>
          </a:solidFill>
          <a:ln w="12700">
            <a:solidFill>
              <a:srgbClr val="4A5A70"/>
            </a:solidFill>
            <a:prstDash val="dash"/>
          </a:ln>
        </p:spPr>
      </p:sp>
      <p:sp>
        <p:nvSpPr>
          <p:cNvPr id="27" name="Text 23"/>
          <p:cNvSpPr txBox="1"/>
          <p:nvPr/>
        </p:nvSpPr>
        <p:spPr>
          <a:xfrm>
            <a:off x="2690851" y="3049524"/>
            <a:ext cx="1408709" cy="943356"/>
          </a:xfrm>
          <a:prstGeom prst="rect">
            <a:avLst/>
          </a:prstGeom>
          <a:noFill/>
          <a:ln/>
        </p:spPr>
        <p:txBody>
          <a:bodyPr wrap="square" lIns="0" tIns="0" rIns="0" bIns="0" rtlCol="0" anchor="ctr"/>
          <a:lstStyle/>
          <a:p>
            <a:pPr algn="l" indent="0" marL="0">
              <a:buNone/>
            </a:pPr>
            <a:r>
              <a:rPr lang="en-US" sz="1650" i="1" dirty="0">
                <a:solidFill>
                  <a:srgbClr val="1B2333"/>
                </a:solidFill>
              </a:rPr>
              <a:t>hier werkt</a:t>
            </a:r>
            <a:endParaRPr lang="en-US" sz="1650" dirty="0"/>
          </a:p>
        </p:txBody>
      </p:sp>
      <p:sp>
        <p:nvSpPr>
          <p:cNvPr id="28" name="Shape 24"/>
          <p:cNvSpPr/>
          <p:nvPr/>
        </p:nvSpPr>
        <p:spPr>
          <a:xfrm>
            <a:off x="4291584" y="3049524"/>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29" name="Text 25"/>
          <p:cNvSpPr txBox="1"/>
          <p:nvPr/>
        </p:nvSpPr>
        <p:spPr>
          <a:xfrm>
            <a:off x="4401312" y="3049524"/>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5</a:t>
            </a:r>
            <a:r>
              <a:rPr lang="en-US" sz="1400" dirty="0">
                <a:solidFill>
                  <a:srgbClr val="1B2333"/>
                </a:solidFill>
              </a:rPr>
              <a:t>  </a:t>
            </a:r>
            <a:endParaRPr lang="en-US" sz="1400" dirty="0"/>
          </a:p>
        </p:txBody>
      </p:sp>
      <p:sp>
        <p:nvSpPr>
          <p:cNvPr id="30" name="Text 26"/>
          <p:cNvSpPr txBox="1"/>
          <p:nvPr/>
        </p:nvSpPr>
        <p:spPr>
          <a:xfrm>
            <a:off x="4748784" y="3049524"/>
            <a:ext cx="923658" cy="943356"/>
          </a:xfrm>
          <a:prstGeom prst="rect">
            <a:avLst/>
          </a:prstGeom>
          <a:noFill/>
          <a:ln/>
        </p:spPr>
        <p:txBody>
          <a:bodyPr wrap="square" lIns="0" tIns="0" rIns="0" bIns="0" rtlCol="0" anchor="ctr"/>
          <a:lstStyle/>
          <a:p>
            <a:pPr algn="l" indent="0" marL="0">
              <a:buNone/>
            </a:pPr>
            <a:r>
              <a:rPr lang="en-US" sz="1650" b="1" i="1" dirty="0">
                <a:solidFill>
                  <a:srgbClr val="17375E"/>
                </a:solidFill>
              </a:rPr>
              <a:t>de printer</a:t>
            </a:r>
            <a:endParaRPr lang="en-US" sz="1650" dirty="0"/>
          </a:p>
        </p:txBody>
      </p:sp>
      <p:sp>
        <p:nvSpPr>
          <p:cNvPr id="31" name="Shape 27"/>
          <p:cNvSpPr/>
          <p:nvPr/>
        </p:nvSpPr>
        <p:spPr>
          <a:xfrm>
            <a:off x="5718162" y="3329178"/>
            <a:ext cx="603504" cy="384048"/>
          </a:xfrm>
          <a:prstGeom prst="roundRect">
            <a:avLst>
              <a:gd name="adj" fmla="val 19048"/>
            </a:avLst>
          </a:prstGeom>
          <a:solidFill>
            <a:srgbClr val="FFFFFF"/>
          </a:solidFill>
          <a:ln w="12700">
            <a:solidFill>
              <a:srgbClr val="4A5A70"/>
            </a:solidFill>
            <a:prstDash val="dash"/>
          </a:ln>
        </p:spPr>
      </p:sp>
      <p:sp>
        <p:nvSpPr>
          <p:cNvPr id="32" name="Text 28"/>
          <p:cNvSpPr txBox="1"/>
          <p:nvPr/>
        </p:nvSpPr>
        <p:spPr>
          <a:xfrm>
            <a:off x="6394818" y="3049524"/>
            <a:ext cx="1447686" cy="943356"/>
          </a:xfrm>
          <a:prstGeom prst="rect">
            <a:avLst/>
          </a:prstGeom>
          <a:noFill/>
          <a:ln/>
        </p:spPr>
        <p:txBody>
          <a:bodyPr wrap="square" lIns="0" tIns="0" rIns="0" bIns="0" rtlCol="0" anchor="ctr"/>
          <a:lstStyle/>
          <a:p>
            <a:pPr algn="l" indent="0" marL="0">
              <a:buNone/>
            </a:pPr>
            <a:r>
              <a:rPr lang="en-US" sz="1650" i="1" dirty="0">
                <a:solidFill>
                  <a:srgbClr val="1B2333"/>
                </a:solidFill>
              </a:rPr>
              <a:t>niet werkt</a:t>
            </a:r>
            <a:endParaRPr lang="en-US" sz="1650" dirty="0"/>
          </a:p>
        </p:txBody>
      </p:sp>
      <p:sp>
        <p:nvSpPr>
          <p:cNvPr id="33" name="Shape 29"/>
          <p:cNvSpPr/>
          <p:nvPr/>
        </p:nvSpPr>
        <p:spPr>
          <a:xfrm>
            <a:off x="8034528" y="3049524"/>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4" name="Text 30"/>
          <p:cNvSpPr txBox="1"/>
          <p:nvPr/>
        </p:nvSpPr>
        <p:spPr>
          <a:xfrm>
            <a:off x="8144256" y="3049524"/>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6</a:t>
            </a:r>
            <a:r>
              <a:rPr lang="en-US" sz="1400" dirty="0">
                <a:solidFill>
                  <a:srgbClr val="1B2333"/>
                </a:solidFill>
              </a:rPr>
              <a:t>  </a:t>
            </a:r>
            <a:endParaRPr lang="en-US" sz="1400" dirty="0"/>
          </a:p>
        </p:txBody>
      </p:sp>
      <p:sp>
        <p:nvSpPr>
          <p:cNvPr id="35" name="Text 31"/>
          <p:cNvSpPr txBox="1"/>
          <p:nvPr/>
        </p:nvSpPr>
        <p:spPr>
          <a:xfrm>
            <a:off x="8491728" y="3049524"/>
            <a:ext cx="1082078" cy="943356"/>
          </a:xfrm>
          <a:prstGeom prst="rect">
            <a:avLst/>
          </a:prstGeom>
          <a:noFill/>
          <a:ln/>
        </p:spPr>
        <p:txBody>
          <a:bodyPr wrap="square" lIns="0" tIns="0" rIns="0" bIns="0" rtlCol="0" anchor="ctr"/>
          <a:lstStyle/>
          <a:p>
            <a:pPr algn="l" indent="0" marL="0">
              <a:buNone/>
            </a:pPr>
            <a:r>
              <a:rPr lang="en-US" sz="1650" b="1" i="1" dirty="0">
                <a:solidFill>
                  <a:srgbClr val="17375E"/>
                </a:solidFill>
              </a:rPr>
              <a:t>het kantoor</a:t>
            </a:r>
            <a:endParaRPr lang="en-US" sz="1650" dirty="0"/>
          </a:p>
        </p:txBody>
      </p:sp>
      <p:sp>
        <p:nvSpPr>
          <p:cNvPr id="36" name="Shape 32"/>
          <p:cNvSpPr/>
          <p:nvPr/>
        </p:nvSpPr>
        <p:spPr>
          <a:xfrm>
            <a:off x="9619526" y="3329178"/>
            <a:ext cx="603504" cy="384048"/>
          </a:xfrm>
          <a:prstGeom prst="roundRect">
            <a:avLst>
              <a:gd name="adj" fmla="val 19048"/>
            </a:avLst>
          </a:prstGeom>
          <a:solidFill>
            <a:srgbClr val="FFFFFF"/>
          </a:solidFill>
          <a:ln w="12700">
            <a:solidFill>
              <a:srgbClr val="4A5A70"/>
            </a:solidFill>
            <a:prstDash val="dash"/>
          </a:ln>
        </p:spPr>
      </p:sp>
      <p:sp>
        <p:nvSpPr>
          <p:cNvPr id="37" name="Text 33"/>
          <p:cNvSpPr txBox="1"/>
          <p:nvPr/>
        </p:nvSpPr>
        <p:spPr>
          <a:xfrm>
            <a:off x="10296182" y="3049524"/>
            <a:ext cx="1289266" cy="943356"/>
          </a:xfrm>
          <a:prstGeom prst="rect">
            <a:avLst/>
          </a:prstGeom>
          <a:noFill/>
          <a:ln/>
        </p:spPr>
        <p:txBody>
          <a:bodyPr wrap="square" lIns="0" tIns="0" rIns="0" bIns="0" rtlCol="0" anchor="ctr"/>
          <a:lstStyle/>
          <a:p>
            <a:pPr algn="l" indent="0" marL="0">
              <a:buNone/>
            </a:pPr>
            <a:r>
              <a:rPr lang="en-US" sz="1650" i="1" dirty="0">
                <a:solidFill>
                  <a:srgbClr val="1B2333"/>
                </a:solidFill>
              </a:rPr>
              <a:t>we huren</a:t>
            </a:r>
            <a:endParaRPr lang="en-US" sz="1650" dirty="0"/>
          </a:p>
        </p:txBody>
      </p:sp>
      <p:sp>
        <p:nvSpPr>
          <p:cNvPr id="38" name="Shape 34"/>
          <p:cNvSpPr/>
          <p:nvPr/>
        </p:nvSpPr>
        <p:spPr>
          <a:xfrm>
            <a:off x="548640" y="4120896"/>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39" name="Text 35"/>
          <p:cNvSpPr txBox="1"/>
          <p:nvPr/>
        </p:nvSpPr>
        <p:spPr>
          <a:xfrm>
            <a:off x="658368" y="4120896"/>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7</a:t>
            </a:r>
            <a:r>
              <a:rPr lang="en-US" sz="1400" dirty="0">
                <a:solidFill>
                  <a:srgbClr val="1B2333"/>
                </a:solidFill>
              </a:rPr>
              <a:t>  </a:t>
            </a:r>
            <a:endParaRPr lang="en-US" sz="1400" dirty="0"/>
          </a:p>
        </p:txBody>
      </p:sp>
      <p:sp>
        <p:nvSpPr>
          <p:cNvPr id="40" name="Text 36"/>
          <p:cNvSpPr txBox="1"/>
          <p:nvPr/>
        </p:nvSpPr>
        <p:spPr>
          <a:xfrm>
            <a:off x="1005840" y="4120896"/>
            <a:ext cx="1069505" cy="943356"/>
          </a:xfrm>
          <a:prstGeom prst="rect">
            <a:avLst/>
          </a:prstGeom>
          <a:noFill/>
          <a:ln/>
        </p:spPr>
        <p:txBody>
          <a:bodyPr wrap="square" lIns="0" tIns="0" rIns="0" bIns="0" rtlCol="0" anchor="ctr"/>
          <a:lstStyle/>
          <a:p>
            <a:pPr algn="l" indent="0" marL="0">
              <a:buNone/>
            </a:pPr>
            <a:r>
              <a:rPr lang="en-US" sz="1650" b="1" i="1" dirty="0">
                <a:solidFill>
                  <a:srgbClr val="17375E"/>
                </a:solidFill>
              </a:rPr>
              <a:t>de collega’s</a:t>
            </a:r>
            <a:endParaRPr lang="en-US" sz="1650" dirty="0"/>
          </a:p>
        </p:txBody>
      </p:sp>
      <p:sp>
        <p:nvSpPr>
          <p:cNvPr id="41" name="Shape 37"/>
          <p:cNvSpPr/>
          <p:nvPr/>
        </p:nvSpPr>
        <p:spPr>
          <a:xfrm>
            <a:off x="2121065" y="4400550"/>
            <a:ext cx="603504" cy="384048"/>
          </a:xfrm>
          <a:prstGeom prst="roundRect">
            <a:avLst>
              <a:gd name="adj" fmla="val 19048"/>
            </a:avLst>
          </a:prstGeom>
          <a:solidFill>
            <a:srgbClr val="FFFFFF"/>
          </a:solidFill>
          <a:ln w="12700">
            <a:solidFill>
              <a:srgbClr val="4A5A70"/>
            </a:solidFill>
            <a:prstDash val="dash"/>
          </a:ln>
        </p:spPr>
      </p:sp>
      <p:sp>
        <p:nvSpPr>
          <p:cNvPr id="42" name="Text 38"/>
          <p:cNvSpPr txBox="1"/>
          <p:nvPr/>
        </p:nvSpPr>
        <p:spPr>
          <a:xfrm>
            <a:off x="2797721" y="4120896"/>
            <a:ext cx="1301839" cy="943356"/>
          </a:xfrm>
          <a:prstGeom prst="rect">
            <a:avLst/>
          </a:prstGeom>
          <a:noFill/>
          <a:ln/>
        </p:spPr>
        <p:txBody>
          <a:bodyPr wrap="square" lIns="0" tIns="0" rIns="0" bIns="0" rtlCol="0" anchor="ctr"/>
          <a:lstStyle/>
          <a:p>
            <a:pPr algn="l" indent="0" marL="0">
              <a:buNone/>
            </a:pPr>
            <a:r>
              <a:rPr lang="en-US" sz="1650" i="1" dirty="0">
                <a:solidFill>
                  <a:srgbClr val="1B2333"/>
                </a:solidFill>
              </a:rPr>
              <a:t>thuiswerken</a:t>
            </a:r>
            <a:endParaRPr lang="en-US" sz="1650" dirty="0"/>
          </a:p>
        </p:txBody>
      </p:sp>
      <p:sp>
        <p:nvSpPr>
          <p:cNvPr id="43" name="Shape 39"/>
          <p:cNvSpPr/>
          <p:nvPr/>
        </p:nvSpPr>
        <p:spPr>
          <a:xfrm>
            <a:off x="4291584" y="4120896"/>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4" name="Text 40"/>
          <p:cNvSpPr txBox="1"/>
          <p:nvPr/>
        </p:nvSpPr>
        <p:spPr>
          <a:xfrm>
            <a:off x="4401312" y="4120896"/>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8</a:t>
            </a:r>
            <a:r>
              <a:rPr lang="en-US" sz="1400" dirty="0">
                <a:solidFill>
                  <a:srgbClr val="1B2333"/>
                </a:solidFill>
              </a:rPr>
              <a:t>  </a:t>
            </a:r>
            <a:endParaRPr lang="en-US" sz="1400" dirty="0"/>
          </a:p>
        </p:txBody>
      </p:sp>
      <p:sp>
        <p:nvSpPr>
          <p:cNvPr id="45" name="Text 41"/>
          <p:cNvSpPr txBox="1"/>
          <p:nvPr/>
        </p:nvSpPr>
        <p:spPr>
          <a:xfrm>
            <a:off x="4748784" y="4120896"/>
            <a:ext cx="877557" cy="943356"/>
          </a:xfrm>
          <a:prstGeom prst="rect">
            <a:avLst/>
          </a:prstGeom>
          <a:noFill/>
          <a:ln/>
        </p:spPr>
        <p:txBody>
          <a:bodyPr wrap="square" lIns="0" tIns="0" rIns="0" bIns="0" rtlCol="0" anchor="ctr"/>
          <a:lstStyle/>
          <a:p>
            <a:pPr algn="l" indent="0" marL="0">
              <a:buNone/>
            </a:pPr>
            <a:r>
              <a:rPr lang="en-US" sz="1650" b="1" i="1" dirty="0">
                <a:solidFill>
                  <a:srgbClr val="17375E"/>
                </a:solidFill>
              </a:rPr>
              <a:t>het kopje</a:t>
            </a:r>
            <a:endParaRPr lang="en-US" sz="1650" dirty="0"/>
          </a:p>
        </p:txBody>
      </p:sp>
      <p:sp>
        <p:nvSpPr>
          <p:cNvPr id="46" name="Shape 42"/>
          <p:cNvSpPr/>
          <p:nvPr/>
        </p:nvSpPr>
        <p:spPr>
          <a:xfrm>
            <a:off x="5672061" y="4400550"/>
            <a:ext cx="603504" cy="384048"/>
          </a:xfrm>
          <a:prstGeom prst="roundRect">
            <a:avLst>
              <a:gd name="adj" fmla="val 19048"/>
            </a:avLst>
          </a:prstGeom>
          <a:solidFill>
            <a:srgbClr val="FFFFFF"/>
          </a:solidFill>
          <a:ln w="12700">
            <a:solidFill>
              <a:srgbClr val="4A5A70"/>
            </a:solidFill>
            <a:prstDash val="dash"/>
          </a:ln>
        </p:spPr>
      </p:sp>
      <p:sp>
        <p:nvSpPr>
          <p:cNvPr id="47" name="Text 43"/>
          <p:cNvSpPr txBox="1"/>
          <p:nvPr/>
        </p:nvSpPr>
        <p:spPr>
          <a:xfrm>
            <a:off x="6348717" y="4120896"/>
            <a:ext cx="1493787" cy="943356"/>
          </a:xfrm>
          <a:prstGeom prst="rect">
            <a:avLst/>
          </a:prstGeom>
          <a:noFill/>
          <a:ln/>
        </p:spPr>
        <p:txBody>
          <a:bodyPr wrap="square" lIns="0" tIns="0" rIns="0" bIns="0" rtlCol="0" anchor="ctr"/>
          <a:lstStyle/>
          <a:p>
            <a:pPr algn="l" indent="0" marL="0">
              <a:buNone/>
            </a:pPr>
            <a:r>
              <a:rPr lang="en-US" sz="1650" i="1" dirty="0">
                <a:solidFill>
                  <a:srgbClr val="1B2333"/>
                </a:solidFill>
              </a:rPr>
              <a:t>op tafel staat</a:t>
            </a:r>
            <a:endParaRPr lang="en-US" sz="1650" dirty="0"/>
          </a:p>
        </p:txBody>
      </p:sp>
      <p:sp>
        <p:nvSpPr>
          <p:cNvPr id="48" name="Shape 44"/>
          <p:cNvSpPr/>
          <p:nvPr/>
        </p:nvSpPr>
        <p:spPr>
          <a:xfrm>
            <a:off x="8034528" y="4120896"/>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49" name="Text 45"/>
          <p:cNvSpPr txBox="1"/>
          <p:nvPr/>
        </p:nvSpPr>
        <p:spPr>
          <a:xfrm>
            <a:off x="8144256" y="4120896"/>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9</a:t>
            </a:r>
            <a:r>
              <a:rPr lang="en-US" sz="1400" dirty="0">
                <a:solidFill>
                  <a:srgbClr val="1B2333"/>
                </a:solidFill>
              </a:rPr>
              <a:t>  </a:t>
            </a:r>
            <a:endParaRPr lang="en-US" sz="1400" dirty="0"/>
          </a:p>
        </p:txBody>
      </p:sp>
      <p:sp>
        <p:nvSpPr>
          <p:cNvPr id="50" name="Text 46"/>
          <p:cNvSpPr txBox="1"/>
          <p:nvPr/>
        </p:nvSpPr>
        <p:spPr>
          <a:xfrm>
            <a:off x="8491728" y="4120896"/>
            <a:ext cx="960330" cy="943356"/>
          </a:xfrm>
          <a:prstGeom prst="rect">
            <a:avLst/>
          </a:prstGeom>
          <a:noFill/>
          <a:ln/>
        </p:spPr>
        <p:txBody>
          <a:bodyPr wrap="square" lIns="0" tIns="0" rIns="0" bIns="0" rtlCol="0" anchor="ctr"/>
          <a:lstStyle/>
          <a:p>
            <a:pPr algn="l" indent="0" marL="0">
              <a:buNone/>
            </a:pPr>
            <a:r>
              <a:rPr lang="en-US" sz="1650" b="1" i="1" dirty="0">
                <a:solidFill>
                  <a:srgbClr val="17375E"/>
                </a:solidFill>
              </a:rPr>
              <a:t>de stagiair</a:t>
            </a:r>
            <a:endParaRPr lang="en-US" sz="1650" dirty="0"/>
          </a:p>
        </p:txBody>
      </p:sp>
      <p:sp>
        <p:nvSpPr>
          <p:cNvPr id="51" name="Shape 47"/>
          <p:cNvSpPr/>
          <p:nvPr/>
        </p:nvSpPr>
        <p:spPr>
          <a:xfrm>
            <a:off x="9497778" y="4400550"/>
            <a:ext cx="603504" cy="384048"/>
          </a:xfrm>
          <a:prstGeom prst="roundRect">
            <a:avLst>
              <a:gd name="adj" fmla="val 19048"/>
            </a:avLst>
          </a:prstGeom>
          <a:solidFill>
            <a:srgbClr val="FFFFFF"/>
          </a:solidFill>
          <a:ln w="12700">
            <a:solidFill>
              <a:srgbClr val="4A5A70"/>
            </a:solidFill>
            <a:prstDash val="dash"/>
          </a:ln>
        </p:spPr>
      </p:sp>
      <p:sp>
        <p:nvSpPr>
          <p:cNvPr id="52" name="Text 48"/>
          <p:cNvSpPr txBox="1"/>
          <p:nvPr/>
        </p:nvSpPr>
        <p:spPr>
          <a:xfrm>
            <a:off x="10174434" y="4120896"/>
            <a:ext cx="1411014" cy="943356"/>
          </a:xfrm>
          <a:prstGeom prst="rect">
            <a:avLst/>
          </a:prstGeom>
          <a:noFill/>
          <a:ln/>
        </p:spPr>
        <p:txBody>
          <a:bodyPr wrap="square" lIns="0" tIns="0" rIns="0" bIns="0" rtlCol="0" anchor="ctr"/>
          <a:lstStyle/>
          <a:p>
            <a:pPr algn="l" indent="0" marL="0">
              <a:buNone/>
            </a:pPr>
            <a:r>
              <a:rPr lang="en-US" sz="1650" i="1" dirty="0">
                <a:solidFill>
                  <a:srgbClr val="1B2333"/>
                </a:solidFill>
              </a:rPr>
              <a:t>morgen begint</a:t>
            </a:r>
            <a:endParaRPr lang="en-US" sz="1650" dirty="0"/>
          </a:p>
        </p:txBody>
      </p:sp>
      <p:sp>
        <p:nvSpPr>
          <p:cNvPr id="53" name="Shape 49"/>
          <p:cNvSpPr/>
          <p:nvPr/>
        </p:nvSpPr>
        <p:spPr>
          <a:xfrm>
            <a:off x="548640" y="5192268"/>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4" name="Text 50"/>
          <p:cNvSpPr txBox="1"/>
          <p:nvPr/>
        </p:nvSpPr>
        <p:spPr>
          <a:xfrm>
            <a:off x="658368" y="5192268"/>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10</a:t>
            </a:r>
            <a:r>
              <a:rPr lang="en-US" sz="1400" dirty="0">
                <a:solidFill>
                  <a:srgbClr val="1B2333"/>
                </a:solidFill>
              </a:rPr>
              <a:t>  </a:t>
            </a:r>
            <a:endParaRPr lang="en-US" sz="1400" dirty="0"/>
          </a:p>
        </p:txBody>
      </p:sp>
      <p:sp>
        <p:nvSpPr>
          <p:cNvPr id="55" name="Text 51"/>
          <p:cNvSpPr txBox="1"/>
          <p:nvPr/>
        </p:nvSpPr>
        <p:spPr>
          <a:xfrm>
            <a:off x="1005840" y="5192268"/>
            <a:ext cx="844867" cy="943356"/>
          </a:xfrm>
          <a:prstGeom prst="rect">
            <a:avLst/>
          </a:prstGeom>
          <a:noFill/>
          <a:ln/>
        </p:spPr>
        <p:txBody>
          <a:bodyPr wrap="square" lIns="0" tIns="0" rIns="0" bIns="0" rtlCol="0" anchor="ctr"/>
          <a:lstStyle/>
          <a:p>
            <a:pPr algn="l" indent="0" marL="0">
              <a:buNone/>
            </a:pPr>
            <a:r>
              <a:rPr lang="en-US" sz="1650" b="1" i="1" dirty="0">
                <a:solidFill>
                  <a:srgbClr val="17375E"/>
                </a:solidFill>
              </a:rPr>
              <a:t>het team</a:t>
            </a:r>
            <a:endParaRPr lang="en-US" sz="1650" dirty="0"/>
          </a:p>
        </p:txBody>
      </p:sp>
      <p:sp>
        <p:nvSpPr>
          <p:cNvPr id="56" name="Shape 52"/>
          <p:cNvSpPr/>
          <p:nvPr/>
        </p:nvSpPr>
        <p:spPr>
          <a:xfrm>
            <a:off x="1896427" y="5471922"/>
            <a:ext cx="603504" cy="384048"/>
          </a:xfrm>
          <a:prstGeom prst="roundRect">
            <a:avLst>
              <a:gd name="adj" fmla="val 19048"/>
            </a:avLst>
          </a:prstGeom>
          <a:solidFill>
            <a:srgbClr val="FFFFFF"/>
          </a:solidFill>
          <a:ln w="12700">
            <a:solidFill>
              <a:srgbClr val="4A5A70"/>
            </a:solidFill>
            <a:prstDash val="dash"/>
          </a:ln>
        </p:spPr>
      </p:sp>
      <p:sp>
        <p:nvSpPr>
          <p:cNvPr id="57" name="Text 53"/>
          <p:cNvSpPr txBox="1"/>
          <p:nvPr/>
        </p:nvSpPr>
        <p:spPr>
          <a:xfrm>
            <a:off x="2573083" y="5192268"/>
            <a:ext cx="1526476" cy="943356"/>
          </a:xfrm>
          <a:prstGeom prst="rect">
            <a:avLst/>
          </a:prstGeom>
          <a:noFill/>
          <a:ln/>
        </p:spPr>
        <p:txBody>
          <a:bodyPr wrap="square" lIns="0" tIns="0" rIns="0" bIns="0" rtlCol="0" anchor="ctr"/>
          <a:lstStyle/>
          <a:p>
            <a:pPr algn="l" indent="0" marL="0">
              <a:buNone/>
            </a:pPr>
            <a:r>
              <a:rPr lang="en-US" sz="1650" i="1" dirty="0">
                <a:solidFill>
                  <a:srgbClr val="1B2333"/>
                </a:solidFill>
              </a:rPr>
              <a:t>het project leidt</a:t>
            </a:r>
            <a:endParaRPr lang="en-US" sz="1650" dirty="0"/>
          </a:p>
        </p:txBody>
      </p:sp>
      <p:sp>
        <p:nvSpPr>
          <p:cNvPr id="58" name="Shape 54"/>
          <p:cNvSpPr/>
          <p:nvPr/>
        </p:nvSpPr>
        <p:spPr>
          <a:xfrm>
            <a:off x="4291584" y="5192268"/>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59" name="Text 55"/>
          <p:cNvSpPr txBox="1"/>
          <p:nvPr/>
        </p:nvSpPr>
        <p:spPr>
          <a:xfrm>
            <a:off x="4401312" y="5192268"/>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11</a:t>
            </a:r>
            <a:r>
              <a:rPr lang="en-US" sz="1400" dirty="0">
                <a:solidFill>
                  <a:srgbClr val="1B2333"/>
                </a:solidFill>
              </a:rPr>
              <a:t>  </a:t>
            </a:r>
            <a:endParaRPr lang="en-US" sz="1400" dirty="0"/>
          </a:p>
        </p:txBody>
      </p:sp>
      <p:sp>
        <p:nvSpPr>
          <p:cNvPr id="60" name="Text 56"/>
          <p:cNvSpPr txBox="1"/>
          <p:nvPr/>
        </p:nvSpPr>
        <p:spPr>
          <a:xfrm>
            <a:off x="4748784" y="5192268"/>
            <a:ext cx="1009993" cy="943356"/>
          </a:xfrm>
          <a:prstGeom prst="rect">
            <a:avLst/>
          </a:prstGeom>
          <a:noFill/>
          <a:ln/>
        </p:spPr>
        <p:txBody>
          <a:bodyPr wrap="square" lIns="0" tIns="0" rIns="0" bIns="0" rtlCol="0" anchor="ctr"/>
          <a:lstStyle/>
          <a:p>
            <a:pPr algn="l" indent="0" marL="0">
              <a:buNone/>
            </a:pPr>
            <a:r>
              <a:rPr lang="en-US" sz="1650" b="1" i="1" dirty="0">
                <a:solidFill>
                  <a:srgbClr val="17375E"/>
                </a:solidFill>
              </a:rPr>
              <a:t>de mensen</a:t>
            </a:r>
            <a:endParaRPr lang="en-US" sz="1650" dirty="0"/>
          </a:p>
        </p:txBody>
      </p:sp>
      <p:sp>
        <p:nvSpPr>
          <p:cNvPr id="61" name="Shape 57"/>
          <p:cNvSpPr/>
          <p:nvPr/>
        </p:nvSpPr>
        <p:spPr>
          <a:xfrm>
            <a:off x="5804497" y="5471922"/>
            <a:ext cx="603504" cy="384048"/>
          </a:xfrm>
          <a:prstGeom prst="roundRect">
            <a:avLst>
              <a:gd name="adj" fmla="val 19048"/>
            </a:avLst>
          </a:prstGeom>
          <a:solidFill>
            <a:srgbClr val="FFFFFF"/>
          </a:solidFill>
          <a:ln w="12700">
            <a:solidFill>
              <a:srgbClr val="4A5A70"/>
            </a:solidFill>
            <a:prstDash val="dash"/>
          </a:ln>
        </p:spPr>
      </p:sp>
      <p:sp>
        <p:nvSpPr>
          <p:cNvPr id="62" name="Text 58"/>
          <p:cNvSpPr txBox="1"/>
          <p:nvPr/>
        </p:nvSpPr>
        <p:spPr>
          <a:xfrm>
            <a:off x="6481153" y="5192268"/>
            <a:ext cx="1361351" cy="943356"/>
          </a:xfrm>
          <a:prstGeom prst="rect">
            <a:avLst/>
          </a:prstGeom>
          <a:noFill/>
          <a:ln/>
        </p:spPr>
        <p:txBody>
          <a:bodyPr wrap="square" lIns="0" tIns="0" rIns="0" bIns="0" rtlCol="0" anchor="ctr"/>
          <a:lstStyle/>
          <a:p>
            <a:pPr algn="l" indent="0" marL="0">
              <a:buNone/>
            </a:pPr>
            <a:r>
              <a:rPr lang="en-US" sz="1650" i="1" dirty="0">
                <a:solidFill>
                  <a:srgbClr val="1B2333"/>
                </a:solidFill>
              </a:rPr>
              <a:t>ik ken</a:t>
            </a:r>
            <a:endParaRPr lang="en-US" sz="1650" dirty="0"/>
          </a:p>
        </p:txBody>
      </p:sp>
      <p:sp>
        <p:nvSpPr>
          <p:cNvPr id="63" name="Shape 59"/>
          <p:cNvSpPr/>
          <p:nvPr/>
        </p:nvSpPr>
        <p:spPr>
          <a:xfrm>
            <a:off x="8034528" y="5192268"/>
            <a:ext cx="3605784" cy="943356"/>
          </a:xfrm>
          <a:prstGeom prst="roundRect">
            <a:avLst>
              <a:gd name="adj" fmla="val 11632"/>
            </a:avLst>
          </a:prstGeom>
          <a:solidFill>
            <a:srgbClr val="FFFFFF"/>
          </a:solidFill>
          <a:ln w="12700">
            <a:solidFill>
              <a:srgbClr val="D5DCE6"/>
            </a:solidFill>
            <a:prstDash val="solid"/>
          </a:ln>
          <a:effectLst>
            <a:outerShdw sx="100000" sy="100000" kx="0" ky="0" algn="bl" rotWithShape="0" blurRad="101600" dist="25400" dir="3600000">
              <a:srgbClr val="000000">
                <a:alpha val="16000"/>
              </a:srgbClr>
            </a:outerShdw>
          </a:effectLst>
        </p:spPr>
      </p:sp>
      <p:sp>
        <p:nvSpPr>
          <p:cNvPr id="64" name="Text 60"/>
          <p:cNvSpPr txBox="1"/>
          <p:nvPr/>
        </p:nvSpPr>
        <p:spPr>
          <a:xfrm>
            <a:off x="8144256" y="5192268"/>
            <a:ext cx="365760" cy="943356"/>
          </a:xfrm>
          <a:prstGeom prst="rect">
            <a:avLst/>
          </a:prstGeom>
          <a:noFill/>
          <a:ln/>
        </p:spPr>
        <p:txBody>
          <a:bodyPr wrap="square" lIns="0" tIns="0" rIns="0" bIns="0" rtlCol="0" anchor="ctr"/>
          <a:lstStyle/>
          <a:p>
            <a:pPr algn="l" indent="0" marL="0">
              <a:buNone/>
            </a:pPr>
            <a:r>
              <a:rPr lang="en-US" sz="1400" b="1" dirty="0">
                <a:solidFill>
                  <a:srgbClr val="4A5A70"/>
                </a:solidFill>
              </a:rPr>
              <a:t>12</a:t>
            </a:r>
            <a:r>
              <a:rPr lang="en-US" sz="1400" dirty="0">
                <a:solidFill>
                  <a:srgbClr val="1B2333"/>
                </a:solidFill>
              </a:rPr>
              <a:t>  </a:t>
            </a:r>
            <a:endParaRPr lang="en-US" sz="1400" dirty="0"/>
          </a:p>
        </p:txBody>
      </p:sp>
      <p:sp>
        <p:nvSpPr>
          <p:cNvPr id="65" name="Text 61"/>
          <p:cNvSpPr txBox="1"/>
          <p:nvPr/>
        </p:nvSpPr>
        <p:spPr>
          <a:xfrm>
            <a:off x="8491728" y="5192268"/>
            <a:ext cx="968921" cy="943356"/>
          </a:xfrm>
          <a:prstGeom prst="rect">
            <a:avLst/>
          </a:prstGeom>
          <a:noFill/>
          <a:ln/>
        </p:spPr>
        <p:txBody>
          <a:bodyPr wrap="square" lIns="0" tIns="0" rIns="0" bIns="0" rtlCol="0" anchor="ctr"/>
          <a:lstStyle/>
          <a:p>
            <a:pPr algn="l" indent="0" marL="0">
              <a:buNone/>
            </a:pPr>
            <a:r>
              <a:rPr lang="en-US" sz="1650" b="1" i="1" dirty="0">
                <a:solidFill>
                  <a:srgbClr val="17375E"/>
                </a:solidFill>
              </a:rPr>
              <a:t>het bedrijf</a:t>
            </a:r>
            <a:endParaRPr lang="en-US" sz="1650" dirty="0"/>
          </a:p>
        </p:txBody>
      </p:sp>
      <p:sp>
        <p:nvSpPr>
          <p:cNvPr id="66" name="Shape 62"/>
          <p:cNvSpPr/>
          <p:nvPr/>
        </p:nvSpPr>
        <p:spPr>
          <a:xfrm>
            <a:off x="9506369" y="5471922"/>
            <a:ext cx="603504" cy="384048"/>
          </a:xfrm>
          <a:prstGeom prst="roundRect">
            <a:avLst>
              <a:gd name="adj" fmla="val 19048"/>
            </a:avLst>
          </a:prstGeom>
          <a:solidFill>
            <a:srgbClr val="FFFFFF"/>
          </a:solidFill>
          <a:ln w="12700">
            <a:solidFill>
              <a:srgbClr val="4A5A70"/>
            </a:solidFill>
            <a:prstDash val="dash"/>
          </a:ln>
        </p:spPr>
      </p:sp>
      <p:sp>
        <p:nvSpPr>
          <p:cNvPr id="67" name="Text 63"/>
          <p:cNvSpPr txBox="1"/>
          <p:nvPr/>
        </p:nvSpPr>
        <p:spPr>
          <a:xfrm>
            <a:off x="10183025" y="5192268"/>
            <a:ext cx="1402423" cy="943356"/>
          </a:xfrm>
          <a:prstGeom prst="rect">
            <a:avLst/>
          </a:prstGeom>
          <a:noFill/>
          <a:ln/>
        </p:spPr>
        <p:txBody>
          <a:bodyPr wrap="square" lIns="0" tIns="0" rIns="0" bIns="0" rtlCol="0" anchor="ctr"/>
          <a:lstStyle/>
          <a:p>
            <a:pPr algn="l" indent="0" marL="0">
              <a:buNone/>
            </a:pPr>
            <a:r>
              <a:rPr lang="en-US" sz="1650" i="1" dirty="0">
                <a:solidFill>
                  <a:srgbClr val="1B2333"/>
                </a:solidFill>
              </a:rPr>
              <a:t>ik bel</a:t>
            </a:r>
            <a:endParaRPr lang="en-US" sz="16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 — die of dat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a:t>
            </a:r>
            <a:r>
              <a:rPr lang="en-US" sz="1700" i="1" dirty="0">
                <a:solidFill>
                  <a:schemeClr val="accent5"/>
                </a:solidFill>
              </a:rPr>
              <a:t>die</a:t>
            </a:r>
            <a:r>
              <a:rPr lang="en-US" sz="1700" i="1" dirty="0">
                <a:solidFill>
                  <a:schemeClr val="accent5"/>
                </a:solidFill>
              </a:rPr>
              <a:t> ou </a:t>
            </a:r>
            <a:r>
              <a:rPr lang="en-US" sz="1700" i="1" dirty="0">
                <a:solidFill>
                  <a:schemeClr val="accent5"/>
                </a:solidFill>
              </a:rPr>
              <a:t>dat</a:t>
            </a:r>
            <a:r>
              <a:rPr lang="en-US" sz="1700" i="1" dirty="0">
                <a:solidFill>
                  <a:schemeClr val="accent5"/>
                </a:solidFill>
              </a:rPr>
              <a:t>. Regardez d’abord l’article du nom.</a:t>
            </a:r>
            <a:endParaRPr lang="en-US" sz="1700" dirty="0"/>
          </a:p>
        </p:txBody>
      </p:sp>
      <p:sp>
        <p:nvSpPr>
          <p:cNvPr id="9" name="Shape 5"/>
          <p:cNvSpPr/>
          <p:nvPr/>
        </p:nvSpPr>
        <p:spPr>
          <a:xfrm>
            <a:off x="548640" y="1978152"/>
            <a:ext cx="3605784" cy="851916"/>
          </a:xfrm>
          <a:prstGeom prst="roundRect">
            <a:avLst>
              <a:gd name="adj" fmla="val 12880"/>
            </a:avLst>
          </a:prstGeom>
          <a:solidFill>
            <a:srgbClr val="E6EBF2"/>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10" name="Text 6"/>
          <p:cNvSpPr txBox="1"/>
          <p:nvPr/>
        </p:nvSpPr>
        <p:spPr>
          <a:xfrm>
            <a:off x="658368" y="1978152"/>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1</a:t>
            </a:r>
            <a:r>
              <a:rPr lang="en-US" sz="1400" dirty="0">
                <a:solidFill>
                  <a:srgbClr val="1B2333"/>
                </a:solidFill>
              </a:rPr>
              <a:t>  </a:t>
            </a:r>
            <a:endParaRPr lang="en-US" sz="1400" dirty="0"/>
          </a:p>
        </p:txBody>
      </p:sp>
      <p:sp>
        <p:nvSpPr>
          <p:cNvPr id="11" name="Text 7"/>
          <p:cNvSpPr txBox="1"/>
          <p:nvPr/>
        </p:nvSpPr>
        <p:spPr>
          <a:xfrm>
            <a:off x="1005840" y="1978152"/>
            <a:ext cx="761048" cy="851916"/>
          </a:xfrm>
          <a:prstGeom prst="rect">
            <a:avLst/>
          </a:prstGeom>
          <a:noFill/>
          <a:ln/>
        </p:spPr>
        <p:txBody>
          <a:bodyPr wrap="square" lIns="0" tIns="0" rIns="0" bIns="0" rtlCol="0" anchor="ctr"/>
          <a:lstStyle/>
          <a:p>
            <a:pPr algn="l" indent="0" marL="0">
              <a:buNone/>
            </a:pPr>
            <a:r>
              <a:rPr lang="en-US" sz="1650" b="1" i="1" dirty="0">
                <a:solidFill>
                  <a:srgbClr val="17375E"/>
                </a:solidFill>
              </a:rPr>
              <a:t>de klant</a:t>
            </a:r>
            <a:endParaRPr lang="en-US" sz="1650" dirty="0"/>
          </a:p>
        </p:txBody>
      </p:sp>
      <p:sp>
        <p:nvSpPr>
          <p:cNvPr id="12" name="Shape 8"/>
          <p:cNvSpPr/>
          <p:nvPr/>
        </p:nvSpPr>
        <p:spPr>
          <a:xfrm>
            <a:off x="1812608" y="2212086"/>
            <a:ext cx="603504" cy="384048"/>
          </a:xfrm>
          <a:prstGeom prst="roundRect">
            <a:avLst>
              <a:gd name="adj" fmla="val 28571"/>
            </a:avLst>
          </a:prstGeom>
          <a:solidFill>
            <a:srgbClr val="17375E"/>
          </a:solidFill>
          <a:ln w="12700">
            <a:solidFill>
              <a:srgbClr val="FFFFFF">
                <a:alpha val="0"/>
              </a:srgbClr>
            </a:solidFill>
            <a:prstDash val="solid"/>
          </a:ln>
        </p:spPr>
      </p:sp>
      <p:sp>
        <p:nvSpPr>
          <p:cNvPr id="13" name="Text 9"/>
          <p:cNvSpPr txBox="1"/>
          <p:nvPr/>
        </p:nvSpPr>
        <p:spPr>
          <a:xfrm>
            <a:off x="1812608" y="2212086"/>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die</a:t>
            </a:r>
            <a:endParaRPr lang="en-US" sz="1500" dirty="0"/>
          </a:p>
        </p:txBody>
      </p:sp>
      <p:sp>
        <p:nvSpPr>
          <p:cNvPr id="14" name="Text 10"/>
          <p:cNvSpPr txBox="1"/>
          <p:nvPr/>
        </p:nvSpPr>
        <p:spPr>
          <a:xfrm>
            <a:off x="2489264" y="1978152"/>
            <a:ext cx="1610296" cy="851916"/>
          </a:xfrm>
          <a:prstGeom prst="rect">
            <a:avLst/>
          </a:prstGeom>
          <a:noFill/>
          <a:ln/>
        </p:spPr>
        <p:txBody>
          <a:bodyPr wrap="square" lIns="0" tIns="0" rIns="0" bIns="0" rtlCol="0" anchor="ctr"/>
          <a:lstStyle/>
          <a:p>
            <a:pPr algn="l" indent="0" marL="0">
              <a:buNone/>
            </a:pPr>
            <a:r>
              <a:rPr lang="en-US" sz="1650" i="1" dirty="0">
                <a:solidFill>
                  <a:srgbClr val="1B2333"/>
                </a:solidFill>
              </a:rPr>
              <a:t>belt</a:t>
            </a:r>
            <a:endParaRPr lang="en-US" sz="1650" dirty="0"/>
          </a:p>
        </p:txBody>
      </p:sp>
      <p:sp>
        <p:nvSpPr>
          <p:cNvPr id="15" name="Shape 11"/>
          <p:cNvSpPr/>
          <p:nvPr/>
        </p:nvSpPr>
        <p:spPr>
          <a:xfrm>
            <a:off x="4291584" y="1978152"/>
            <a:ext cx="3605784" cy="851916"/>
          </a:xfrm>
          <a:prstGeom prst="roundRect">
            <a:avLst>
              <a:gd name="adj" fmla="val 12880"/>
            </a:avLst>
          </a:prstGeom>
          <a:solidFill>
            <a:srgbClr val="FDF1E6"/>
          </a:solidFill>
          <a:ln w="19050">
            <a:solidFill>
              <a:srgbClr val="D9700F"/>
            </a:solidFill>
            <a:prstDash val="solid"/>
          </a:ln>
          <a:effectLst>
            <a:outerShdw sx="100000" sy="100000" kx="0" ky="0" algn="bl" rotWithShape="0" blurRad="101600" dist="25400" dir="3600000">
              <a:srgbClr val="000000">
                <a:alpha val="16000"/>
              </a:srgbClr>
            </a:outerShdw>
          </a:effectLst>
        </p:spPr>
      </p:sp>
      <p:sp>
        <p:nvSpPr>
          <p:cNvPr id="16" name="Text 12"/>
          <p:cNvSpPr txBox="1"/>
          <p:nvPr/>
        </p:nvSpPr>
        <p:spPr>
          <a:xfrm>
            <a:off x="4401312" y="1978152"/>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2</a:t>
            </a:r>
            <a:r>
              <a:rPr lang="en-US" sz="1400" dirty="0">
                <a:solidFill>
                  <a:srgbClr val="1B2333"/>
                </a:solidFill>
              </a:rPr>
              <a:t>  </a:t>
            </a:r>
            <a:endParaRPr lang="en-US" sz="1400" dirty="0"/>
          </a:p>
        </p:txBody>
      </p:sp>
      <p:sp>
        <p:nvSpPr>
          <p:cNvPr id="17" name="Text 13"/>
          <p:cNvSpPr txBox="1"/>
          <p:nvPr/>
        </p:nvSpPr>
        <p:spPr>
          <a:xfrm>
            <a:off x="4748784" y="1978152"/>
            <a:ext cx="1055675" cy="851916"/>
          </a:xfrm>
          <a:prstGeom prst="rect">
            <a:avLst/>
          </a:prstGeom>
          <a:noFill/>
          <a:ln/>
        </p:spPr>
        <p:txBody>
          <a:bodyPr wrap="square" lIns="0" tIns="0" rIns="0" bIns="0" rtlCol="0" anchor="ctr"/>
          <a:lstStyle/>
          <a:p>
            <a:pPr algn="l" indent="0" marL="0">
              <a:buNone/>
            </a:pPr>
            <a:r>
              <a:rPr lang="en-US" sz="1650" b="1" i="1" dirty="0">
                <a:solidFill>
                  <a:srgbClr val="17375E"/>
                </a:solidFill>
              </a:rPr>
              <a:t>het rapport</a:t>
            </a:r>
            <a:endParaRPr lang="en-US" sz="1650" dirty="0"/>
          </a:p>
        </p:txBody>
      </p:sp>
      <p:sp>
        <p:nvSpPr>
          <p:cNvPr id="18" name="Shape 14"/>
          <p:cNvSpPr/>
          <p:nvPr/>
        </p:nvSpPr>
        <p:spPr>
          <a:xfrm>
            <a:off x="5850179" y="2212086"/>
            <a:ext cx="603504" cy="384048"/>
          </a:xfrm>
          <a:prstGeom prst="roundRect">
            <a:avLst>
              <a:gd name="adj" fmla="val 28571"/>
            </a:avLst>
          </a:prstGeom>
          <a:solidFill>
            <a:srgbClr val="D9700F"/>
          </a:solidFill>
          <a:ln w="12700">
            <a:solidFill>
              <a:srgbClr val="FFFFFF">
                <a:alpha val="0"/>
              </a:srgbClr>
            </a:solidFill>
            <a:prstDash val="solid"/>
          </a:ln>
        </p:spPr>
      </p:sp>
      <p:sp>
        <p:nvSpPr>
          <p:cNvPr id="19" name="Text 15"/>
          <p:cNvSpPr txBox="1"/>
          <p:nvPr/>
        </p:nvSpPr>
        <p:spPr>
          <a:xfrm>
            <a:off x="5850179" y="2212086"/>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dat</a:t>
            </a:r>
            <a:endParaRPr lang="en-US" sz="1500" dirty="0"/>
          </a:p>
        </p:txBody>
      </p:sp>
      <p:sp>
        <p:nvSpPr>
          <p:cNvPr id="20" name="Text 16"/>
          <p:cNvSpPr txBox="1"/>
          <p:nvPr/>
        </p:nvSpPr>
        <p:spPr>
          <a:xfrm>
            <a:off x="6526835" y="1978152"/>
            <a:ext cx="1315669" cy="851916"/>
          </a:xfrm>
          <a:prstGeom prst="rect">
            <a:avLst/>
          </a:prstGeom>
          <a:noFill/>
          <a:ln/>
        </p:spPr>
        <p:txBody>
          <a:bodyPr wrap="square" lIns="0" tIns="0" rIns="0" bIns="0" rtlCol="0" anchor="ctr"/>
          <a:lstStyle/>
          <a:p>
            <a:pPr algn="l" indent="0" marL="0">
              <a:buNone/>
            </a:pPr>
            <a:r>
              <a:rPr lang="en-US" sz="1650" i="1" dirty="0">
                <a:solidFill>
                  <a:srgbClr val="1B2333"/>
                </a:solidFill>
              </a:rPr>
              <a:t>klaar is</a:t>
            </a:r>
            <a:endParaRPr lang="en-US" sz="1650" dirty="0"/>
          </a:p>
        </p:txBody>
      </p:sp>
      <p:sp>
        <p:nvSpPr>
          <p:cNvPr id="21" name="Shape 17"/>
          <p:cNvSpPr/>
          <p:nvPr/>
        </p:nvSpPr>
        <p:spPr>
          <a:xfrm>
            <a:off x="8034528" y="1978152"/>
            <a:ext cx="3605784" cy="851916"/>
          </a:xfrm>
          <a:prstGeom prst="roundRect">
            <a:avLst>
              <a:gd name="adj" fmla="val 12880"/>
            </a:avLst>
          </a:prstGeom>
          <a:solidFill>
            <a:srgbClr val="E6EBF2"/>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22" name="Text 18"/>
          <p:cNvSpPr txBox="1"/>
          <p:nvPr/>
        </p:nvSpPr>
        <p:spPr>
          <a:xfrm>
            <a:off x="8144256" y="1978152"/>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3</a:t>
            </a:r>
            <a:r>
              <a:rPr lang="en-US" sz="1400" dirty="0">
                <a:solidFill>
                  <a:srgbClr val="1B2333"/>
                </a:solidFill>
              </a:rPr>
              <a:t>  </a:t>
            </a:r>
            <a:endParaRPr lang="en-US" sz="1400" dirty="0"/>
          </a:p>
        </p:txBody>
      </p:sp>
      <p:sp>
        <p:nvSpPr>
          <p:cNvPr id="23" name="Text 19"/>
          <p:cNvSpPr txBox="1"/>
          <p:nvPr/>
        </p:nvSpPr>
        <p:spPr>
          <a:xfrm>
            <a:off x="8491728" y="1978152"/>
            <a:ext cx="1200893" cy="851916"/>
          </a:xfrm>
          <a:prstGeom prst="rect">
            <a:avLst/>
          </a:prstGeom>
          <a:noFill/>
          <a:ln/>
        </p:spPr>
        <p:txBody>
          <a:bodyPr wrap="square" lIns="0" tIns="0" rIns="0" bIns="0" rtlCol="0" anchor="ctr"/>
          <a:lstStyle/>
          <a:p>
            <a:pPr algn="l" indent="0" marL="0">
              <a:buNone/>
            </a:pPr>
            <a:r>
              <a:rPr lang="en-US" sz="1650" b="1" i="1" dirty="0">
                <a:solidFill>
                  <a:srgbClr val="17375E"/>
                </a:solidFill>
              </a:rPr>
              <a:t>de rapporten</a:t>
            </a:r>
            <a:endParaRPr lang="en-US" sz="1650" dirty="0"/>
          </a:p>
        </p:txBody>
      </p:sp>
      <p:sp>
        <p:nvSpPr>
          <p:cNvPr id="24" name="Shape 20"/>
          <p:cNvSpPr/>
          <p:nvPr/>
        </p:nvSpPr>
        <p:spPr>
          <a:xfrm>
            <a:off x="9738341" y="2212086"/>
            <a:ext cx="603504" cy="384048"/>
          </a:xfrm>
          <a:prstGeom prst="roundRect">
            <a:avLst>
              <a:gd name="adj" fmla="val 28571"/>
            </a:avLst>
          </a:prstGeom>
          <a:solidFill>
            <a:srgbClr val="17375E"/>
          </a:solidFill>
          <a:ln w="12700">
            <a:solidFill>
              <a:srgbClr val="FFFFFF">
                <a:alpha val="0"/>
              </a:srgbClr>
            </a:solidFill>
            <a:prstDash val="solid"/>
          </a:ln>
        </p:spPr>
      </p:sp>
      <p:sp>
        <p:nvSpPr>
          <p:cNvPr id="25" name="Text 21"/>
          <p:cNvSpPr txBox="1"/>
          <p:nvPr/>
        </p:nvSpPr>
        <p:spPr>
          <a:xfrm>
            <a:off x="9738341" y="2212086"/>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die</a:t>
            </a:r>
            <a:endParaRPr lang="en-US" sz="1500" dirty="0"/>
          </a:p>
        </p:txBody>
      </p:sp>
      <p:sp>
        <p:nvSpPr>
          <p:cNvPr id="26" name="Text 22"/>
          <p:cNvSpPr txBox="1"/>
          <p:nvPr/>
        </p:nvSpPr>
        <p:spPr>
          <a:xfrm>
            <a:off x="10414997" y="1978152"/>
            <a:ext cx="1170451" cy="851916"/>
          </a:xfrm>
          <a:prstGeom prst="rect">
            <a:avLst/>
          </a:prstGeom>
          <a:noFill/>
          <a:ln/>
        </p:spPr>
        <p:txBody>
          <a:bodyPr wrap="square" lIns="0" tIns="0" rIns="0" bIns="0" rtlCol="0" anchor="ctr"/>
          <a:lstStyle/>
          <a:p>
            <a:pPr algn="l" indent="0" marL="0">
              <a:buNone/>
            </a:pPr>
            <a:r>
              <a:rPr lang="en-US" sz="1650" i="1" dirty="0">
                <a:solidFill>
                  <a:srgbClr val="1B2333"/>
                </a:solidFill>
              </a:rPr>
              <a:t>klaar zijn</a:t>
            </a:r>
            <a:endParaRPr lang="en-US" sz="1650" dirty="0"/>
          </a:p>
        </p:txBody>
      </p:sp>
      <p:sp>
        <p:nvSpPr>
          <p:cNvPr id="27" name="Shape 23"/>
          <p:cNvSpPr/>
          <p:nvPr/>
        </p:nvSpPr>
        <p:spPr>
          <a:xfrm>
            <a:off x="548640" y="2958084"/>
            <a:ext cx="3605784" cy="851916"/>
          </a:xfrm>
          <a:prstGeom prst="roundRect">
            <a:avLst>
              <a:gd name="adj" fmla="val 12880"/>
            </a:avLst>
          </a:prstGeom>
          <a:solidFill>
            <a:srgbClr val="FDF1E6"/>
          </a:solidFill>
          <a:ln w="19050">
            <a:solidFill>
              <a:srgbClr val="D9700F"/>
            </a:solidFill>
            <a:prstDash val="solid"/>
          </a:ln>
          <a:effectLst>
            <a:outerShdw sx="100000" sy="100000" kx="0" ky="0" algn="bl" rotWithShape="0" blurRad="101600" dist="25400" dir="3600000">
              <a:srgbClr val="000000">
                <a:alpha val="16000"/>
              </a:srgbClr>
            </a:outerShdw>
          </a:effectLst>
        </p:spPr>
      </p:sp>
      <p:sp>
        <p:nvSpPr>
          <p:cNvPr id="28" name="Text 24"/>
          <p:cNvSpPr txBox="1"/>
          <p:nvPr/>
        </p:nvSpPr>
        <p:spPr>
          <a:xfrm>
            <a:off x="658368" y="2958084"/>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4</a:t>
            </a:r>
            <a:r>
              <a:rPr lang="en-US" sz="1400" dirty="0">
                <a:solidFill>
                  <a:srgbClr val="1B2333"/>
                </a:solidFill>
              </a:rPr>
              <a:t>  </a:t>
            </a:r>
            <a:endParaRPr lang="en-US" sz="1400" dirty="0"/>
          </a:p>
        </p:txBody>
      </p:sp>
      <p:sp>
        <p:nvSpPr>
          <p:cNvPr id="29" name="Text 25"/>
          <p:cNvSpPr txBox="1"/>
          <p:nvPr/>
        </p:nvSpPr>
        <p:spPr>
          <a:xfrm>
            <a:off x="1005840" y="2958084"/>
            <a:ext cx="962635" cy="851916"/>
          </a:xfrm>
          <a:prstGeom prst="rect">
            <a:avLst/>
          </a:prstGeom>
          <a:noFill/>
          <a:ln/>
        </p:spPr>
        <p:txBody>
          <a:bodyPr wrap="square" lIns="0" tIns="0" rIns="0" bIns="0" rtlCol="0" anchor="ctr"/>
          <a:lstStyle/>
          <a:p>
            <a:pPr algn="l" indent="0" marL="0">
              <a:buNone/>
            </a:pPr>
            <a:r>
              <a:rPr lang="en-US" sz="1650" b="1" i="1" dirty="0">
                <a:solidFill>
                  <a:srgbClr val="17375E"/>
                </a:solidFill>
              </a:rPr>
              <a:t>het meisje</a:t>
            </a:r>
            <a:endParaRPr lang="en-US" sz="1650" dirty="0"/>
          </a:p>
        </p:txBody>
      </p:sp>
      <p:sp>
        <p:nvSpPr>
          <p:cNvPr id="30" name="Shape 26"/>
          <p:cNvSpPr/>
          <p:nvPr/>
        </p:nvSpPr>
        <p:spPr>
          <a:xfrm>
            <a:off x="2014195" y="3192018"/>
            <a:ext cx="603504" cy="384048"/>
          </a:xfrm>
          <a:prstGeom prst="roundRect">
            <a:avLst>
              <a:gd name="adj" fmla="val 28571"/>
            </a:avLst>
          </a:prstGeom>
          <a:solidFill>
            <a:srgbClr val="D9700F"/>
          </a:solidFill>
          <a:ln w="12700">
            <a:solidFill>
              <a:srgbClr val="FFFFFF">
                <a:alpha val="0"/>
              </a:srgbClr>
            </a:solidFill>
            <a:prstDash val="solid"/>
          </a:ln>
        </p:spPr>
      </p:sp>
      <p:sp>
        <p:nvSpPr>
          <p:cNvPr id="31" name="Text 27"/>
          <p:cNvSpPr txBox="1"/>
          <p:nvPr/>
        </p:nvSpPr>
        <p:spPr>
          <a:xfrm>
            <a:off x="2014195" y="3192018"/>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dat</a:t>
            </a:r>
            <a:endParaRPr lang="en-US" sz="1500" dirty="0"/>
          </a:p>
        </p:txBody>
      </p:sp>
      <p:sp>
        <p:nvSpPr>
          <p:cNvPr id="32" name="Text 28"/>
          <p:cNvSpPr txBox="1"/>
          <p:nvPr/>
        </p:nvSpPr>
        <p:spPr>
          <a:xfrm>
            <a:off x="2690851" y="2958084"/>
            <a:ext cx="1408709" cy="851916"/>
          </a:xfrm>
          <a:prstGeom prst="rect">
            <a:avLst/>
          </a:prstGeom>
          <a:noFill/>
          <a:ln/>
        </p:spPr>
        <p:txBody>
          <a:bodyPr wrap="square" lIns="0" tIns="0" rIns="0" bIns="0" rtlCol="0" anchor="ctr"/>
          <a:lstStyle/>
          <a:p>
            <a:pPr algn="l" indent="0" marL="0">
              <a:buNone/>
            </a:pPr>
            <a:r>
              <a:rPr lang="en-US" sz="1650" i="1" dirty="0">
                <a:solidFill>
                  <a:srgbClr val="1B2333"/>
                </a:solidFill>
              </a:rPr>
              <a:t>hier werkt</a:t>
            </a:r>
            <a:endParaRPr lang="en-US" sz="1650" dirty="0"/>
          </a:p>
        </p:txBody>
      </p:sp>
      <p:sp>
        <p:nvSpPr>
          <p:cNvPr id="33" name="Shape 29"/>
          <p:cNvSpPr/>
          <p:nvPr/>
        </p:nvSpPr>
        <p:spPr>
          <a:xfrm>
            <a:off x="4291584" y="2958084"/>
            <a:ext cx="3605784" cy="851916"/>
          </a:xfrm>
          <a:prstGeom prst="roundRect">
            <a:avLst>
              <a:gd name="adj" fmla="val 12880"/>
            </a:avLst>
          </a:prstGeom>
          <a:solidFill>
            <a:srgbClr val="E6EBF2"/>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34" name="Text 30"/>
          <p:cNvSpPr txBox="1"/>
          <p:nvPr/>
        </p:nvSpPr>
        <p:spPr>
          <a:xfrm>
            <a:off x="4401312" y="2958084"/>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5</a:t>
            </a:r>
            <a:r>
              <a:rPr lang="en-US" sz="1400" dirty="0">
                <a:solidFill>
                  <a:srgbClr val="1B2333"/>
                </a:solidFill>
              </a:rPr>
              <a:t>  </a:t>
            </a:r>
            <a:endParaRPr lang="en-US" sz="1400" dirty="0"/>
          </a:p>
        </p:txBody>
      </p:sp>
      <p:sp>
        <p:nvSpPr>
          <p:cNvPr id="35" name="Text 31"/>
          <p:cNvSpPr txBox="1"/>
          <p:nvPr/>
        </p:nvSpPr>
        <p:spPr>
          <a:xfrm>
            <a:off x="4748784" y="2958084"/>
            <a:ext cx="923658" cy="851916"/>
          </a:xfrm>
          <a:prstGeom prst="rect">
            <a:avLst/>
          </a:prstGeom>
          <a:noFill/>
          <a:ln/>
        </p:spPr>
        <p:txBody>
          <a:bodyPr wrap="square" lIns="0" tIns="0" rIns="0" bIns="0" rtlCol="0" anchor="ctr"/>
          <a:lstStyle/>
          <a:p>
            <a:pPr algn="l" indent="0" marL="0">
              <a:buNone/>
            </a:pPr>
            <a:r>
              <a:rPr lang="en-US" sz="1650" b="1" i="1" dirty="0">
                <a:solidFill>
                  <a:srgbClr val="17375E"/>
                </a:solidFill>
              </a:rPr>
              <a:t>de printer</a:t>
            </a:r>
            <a:endParaRPr lang="en-US" sz="1650" dirty="0"/>
          </a:p>
        </p:txBody>
      </p:sp>
      <p:sp>
        <p:nvSpPr>
          <p:cNvPr id="36" name="Shape 32"/>
          <p:cNvSpPr/>
          <p:nvPr/>
        </p:nvSpPr>
        <p:spPr>
          <a:xfrm>
            <a:off x="5718162" y="3192018"/>
            <a:ext cx="603504" cy="384048"/>
          </a:xfrm>
          <a:prstGeom prst="roundRect">
            <a:avLst>
              <a:gd name="adj" fmla="val 28571"/>
            </a:avLst>
          </a:prstGeom>
          <a:solidFill>
            <a:srgbClr val="17375E"/>
          </a:solidFill>
          <a:ln w="12700">
            <a:solidFill>
              <a:srgbClr val="FFFFFF">
                <a:alpha val="0"/>
              </a:srgbClr>
            </a:solidFill>
            <a:prstDash val="solid"/>
          </a:ln>
        </p:spPr>
      </p:sp>
      <p:sp>
        <p:nvSpPr>
          <p:cNvPr id="37" name="Text 33"/>
          <p:cNvSpPr txBox="1"/>
          <p:nvPr/>
        </p:nvSpPr>
        <p:spPr>
          <a:xfrm>
            <a:off x="5718162" y="3192018"/>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die</a:t>
            </a:r>
            <a:endParaRPr lang="en-US" sz="1500" dirty="0"/>
          </a:p>
        </p:txBody>
      </p:sp>
      <p:sp>
        <p:nvSpPr>
          <p:cNvPr id="38" name="Text 34"/>
          <p:cNvSpPr txBox="1"/>
          <p:nvPr/>
        </p:nvSpPr>
        <p:spPr>
          <a:xfrm>
            <a:off x="6394818" y="2958084"/>
            <a:ext cx="1447686" cy="851916"/>
          </a:xfrm>
          <a:prstGeom prst="rect">
            <a:avLst/>
          </a:prstGeom>
          <a:noFill/>
          <a:ln/>
        </p:spPr>
        <p:txBody>
          <a:bodyPr wrap="square" lIns="0" tIns="0" rIns="0" bIns="0" rtlCol="0" anchor="ctr"/>
          <a:lstStyle/>
          <a:p>
            <a:pPr algn="l" indent="0" marL="0">
              <a:buNone/>
            </a:pPr>
            <a:r>
              <a:rPr lang="en-US" sz="1650" i="1" dirty="0">
                <a:solidFill>
                  <a:srgbClr val="1B2333"/>
                </a:solidFill>
              </a:rPr>
              <a:t>niet werkt</a:t>
            </a:r>
            <a:endParaRPr lang="en-US" sz="1650" dirty="0"/>
          </a:p>
        </p:txBody>
      </p:sp>
      <p:sp>
        <p:nvSpPr>
          <p:cNvPr id="39" name="Shape 35"/>
          <p:cNvSpPr/>
          <p:nvPr/>
        </p:nvSpPr>
        <p:spPr>
          <a:xfrm>
            <a:off x="8034528" y="2958084"/>
            <a:ext cx="3605784" cy="851916"/>
          </a:xfrm>
          <a:prstGeom prst="roundRect">
            <a:avLst>
              <a:gd name="adj" fmla="val 12880"/>
            </a:avLst>
          </a:prstGeom>
          <a:solidFill>
            <a:srgbClr val="FDF1E6"/>
          </a:solidFill>
          <a:ln w="19050">
            <a:solidFill>
              <a:srgbClr val="D9700F"/>
            </a:solidFill>
            <a:prstDash val="solid"/>
          </a:ln>
          <a:effectLst>
            <a:outerShdw sx="100000" sy="100000" kx="0" ky="0" algn="bl" rotWithShape="0" blurRad="101600" dist="25400" dir="3600000">
              <a:srgbClr val="000000">
                <a:alpha val="16000"/>
              </a:srgbClr>
            </a:outerShdw>
          </a:effectLst>
        </p:spPr>
      </p:sp>
      <p:sp>
        <p:nvSpPr>
          <p:cNvPr id="40" name="Text 36"/>
          <p:cNvSpPr txBox="1"/>
          <p:nvPr/>
        </p:nvSpPr>
        <p:spPr>
          <a:xfrm>
            <a:off x="8144256" y="2958084"/>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6</a:t>
            </a:r>
            <a:r>
              <a:rPr lang="en-US" sz="1400" dirty="0">
                <a:solidFill>
                  <a:srgbClr val="1B2333"/>
                </a:solidFill>
              </a:rPr>
              <a:t>  </a:t>
            </a:r>
            <a:endParaRPr lang="en-US" sz="1400" dirty="0"/>
          </a:p>
        </p:txBody>
      </p:sp>
      <p:sp>
        <p:nvSpPr>
          <p:cNvPr id="41" name="Text 37"/>
          <p:cNvSpPr txBox="1"/>
          <p:nvPr/>
        </p:nvSpPr>
        <p:spPr>
          <a:xfrm>
            <a:off x="8491728" y="2958084"/>
            <a:ext cx="1082078" cy="851916"/>
          </a:xfrm>
          <a:prstGeom prst="rect">
            <a:avLst/>
          </a:prstGeom>
          <a:noFill/>
          <a:ln/>
        </p:spPr>
        <p:txBody>
          <a:bodyPr wrap="square" lIns="0" tIns="0" rIns="0" bIns="0" rtlCol="0" anchor="ctr"/>
          <a:lstStyle/>
          <a:p>
            <a:pPr algn="l" indent="0" marL="0">
              <a:buNone/>
            </a:pPr>
            <a:r>
              <a:rPr lang="en-US" sz="1650" b="1" i="1" dirty="0">
                <a:solidFill>
                  <a:srgbClr val="17375E"/>
                </a:solidFill>
              </a:rPr>
              <a:t>het kantoor</a:t>
            </a:r>
            <a:endParaRPr lang="en-US" sz="1650" dirty="0"/>
          </a:p>
        </p:txBody>
      </p:sp>
      <p:sp>
        <p:nvSpPr>
          <p:cNvPr id="42" name="Shape 38"/>
          <p:cNvSpPr/>
          <p:nvPr/>
        </p:nvSpPr>
        <p:spPr>
          <a:xfrm>
            <a:off x="9619526" y="3192018"/>
            <a:ext cx="603504" cy="384048"/>
          </a:xfrm>
          <a:prstGeom prst="roundRect">
            <a:avLst>
              <a:gd name="adj" fmla="val 28571"/>
            </a:avLst>
          </a:prstGeom>
          <a:solidFill>
            <a:srgbClr val="D9700F"/>
          </a:solidFill>
          <a:ln w="12700">
            <a:solidFill>
              <a:srgbClr val="FFFFFF">
                <a:alpha val="0"/>
              </a:srgbClr>
            </a:solidFill>
            <a:prstDash val="solid"/>
          </a:ln>
        </p:spPr>
      </p:sp>
      <p:sp>
        <p:nvSpPr>
          <p:cNvPr id="43" name="Text 39"/>
          <p:cNvSpPr txBox="1"/>
          <p:nvPr/>
        </p:nvSpPr>
        <p:spPr>
          <a:xfrm>
            <a:off x="9619526" y="3192018"/>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dat</a:t>
            </a:r>
            <a:endParaRPr lang="en-US" sz="1500" dirty="0"/>
          </a:p>
        </p:txBody>
      </p:sp>
      <p:sp>
        <p:nvSpPr>
          <p:cNvPr id="44" name="Text 40"/>
          <p:cNvSpPr txBox="1"/>
          <p:nvPr/>
        </p:nvSpPr>
        <p:spPr>
          <a:xfrm>
            <a:off x="10296182" y="2958084"/>
            <a:ext cx="1289266" cy="851916"/>
          </a:xfrm>
          <a:prstGeom prst="rect">
            <a:avLst/>
          </a:prstGeom>
          <a:noFill/>
          <a:ln/>
        </p:spPr>
        <p:txBody>
          <a:bodyPr wrap="square" lIns="0" tIns="0" rIns="0" bIns="0" rtlCol="0" anchor="ctr"/>
          <a:lstStyle/>
          <a:p>
            <a:pPr algn="l" indent="0" marL="0">
              <a:buNone/>
            </a:pPr>
            <a:r>
              <a:rPr lang="en-US" sz="1650" i="1" dirty="0">
                <a:solidFill>
                  <a:srgbClr val="1B2333"/>
                </a:solidFill>
              </a:rPr>
              <a:t>we huren</a:t>
            </a:r>
            <a:endParaRPr lang="en-US" sz="1650" dirty="0"/>
          </a:p>
        </p:txBody>
      </p:sp>
      <p:sp>
        <p:nvSpPr>
          <p:cNvPr id="45" name="Shape 41"/>
          <p:cNvSpPr/>
          <p:nvPr/>
        </p:nvSpPr>
        <p:spPr>
          <a:xfrm>
            <a:off x="548640" y="3938016"/>
            <a:ext cx="3605784" cy="851916"/>
          </a:xfrm>
          <a:prstGeom prst="roundRect">
            <a:avLst>
              <a:gd name="adj" fmla="val 12880"/>
            </a:avLst>
          </a:prstGeom>
          <a:solidFill>
            <a:srgbClr val="E6EBF2"/>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46" name="Text 42"/>
          <p:cNvSpPr txBox="1"/>
          <p:nvPr/>
        </p:nvSpPr>
        <p:spPr>
          <a:xfrm>
            <a:off x="658368" y="3938016"/>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7</a:t>
            </a:r>
            <a:r>
              <a:rPr lang="en-US" sz="1400" dirty="0">
                <a:solidFill>
                  <a:srgbClr val="1B2333"/>
                </a:solidFill>
              </a:rPr>
              <a:t>  </a:t>
            </a:r>
            <a:endParaRPr lang="en-US" sz="1400" dirty="0"/>
          </a:p>
        </p:txBody>
      </p:sp>
      <p:sp>
        <p:nvSpPr>
          <p:cNvPr id="47" name="Text 43"/>
          <p:cNvSpPr txBox="1"/>
          <p:nvPr/>
        </p:nvSpPr>
        <p:spPr>
          <a:xfrm>
            <a:off x="1005840" y="3938016"/>
            <a:ext cx="1069505" cy="851916"/>
          </a:xfrm>
          <a:prstGeom prst="rect">
            <a:avLst/>
          </a:prstGeom>
          <a:noFill/>
          <a:ln/>
        </p:spPr>
        <p:txBody>
          <a:bodyPr wrap="square" lIns="0" tIns="0" rIns="0" bIns="0" rtlCol="0" anchor="ctr"/>
          <a:lstStyle/>
          <a:p>
            <a:pPr algn="l" indent="0" marL="0">
              <a:buNone/>
            </a:pPr>
            <a:r>
              <a:rPr lang="en-US" sz="1650" b="1" i="1" dirty="0">
                <a:solidFill>
                  <a:srgbClr val="17375E"/>
                </a:solidFill>
              </a:rPr>
              <a:t>de collega’s</a:t>
            </a:r>
            <a:endParaRPr lang="en-US" sz="1650" dirty="0"/>
          </a:p>
        </p:txBody>
      </p:sp>
      <p:sp>
        <p:nvSpPr>
          <p:cNvPr id="48" name="Shape 44"/>
          <p:cNvSpPr/>
          <p:nvPr/>
        </p:nvSpPr>
        <p:spPr>
          <a:xfrm>
            <a:off x="2121065" y="4171950"/>
            <a:ext cx="603504" cy="384048"/>
          </a:xfrm>
          <a:prstGeom prst="roundRect">
            <a:avLst>
              <a:gd name="adj" fmla="val 28571"/>
            </a:avLst>
          </a:prstGeom>
          <a:solidFill>
            <a:srgbClr val="17375E"/>
          </a:solidFill>
          <a:ln w="12700">
            <a:solidFill>
              <a:srgbClr val="FFFFFF">
                <a:alpha val="0"/>
              </a:srgbClr>
            </a:solidFill>
            <a:prstDash val="solid"/>
          </a:ln>
        </p:spPr>
      </p:sp>
      <p:sp>
        <p:nvSpPr>
          <p:cNvPr id="49" name="Text 45"/>
          <p:cNvSpPr txBox="1"/>
          <p:nvPr/>
        </p:nvSpPr>
        <p:spPr>
          <a:xfrm>
            <a:off x="2121065" y="4171950"/>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die</a:t>
            </a:r>
            <a:endParaRPr lang="en-US" sz="1500" dirty="0"/>
          </a:p>
        </p:txBody>
      </p:sp>
      <p:sp>
        <p:nvSpPr>
          <p:cNvPr id="50" name="Text 46"/>
          <p:cNvSpPr txBox="1"/>
          <p:nvPr/>
        </p:nvSpPr>
        <p:spPr>
          <a:xfrm>
            <a:off x="2797721" y="3938016"/>
            <a:ext cx="1301839" cy="851916"/>
          </a:xfrm>
          <a:prstGeom prst="rect">
            <a:avLst/>
          </a:prstGeom>
          <a:noFill/>
          <a:ln/>
        </p:spPr>
        <p:txBody>
          <a:bodyPr wrap="square" lIns="0" tIns="0" rIns="0" bIns="0" rtlCol="0" anchor="ctr"/>
          <a:lstStyle/>
          <a:p>
            <a:pPr algn="l" indent="0" marL="0">
              <a:buNone/>
            </a:pPr>
            <a:r>
              <a:rPr lang="en-US" sz="1650" i="1" dirty="0">
                <a:solidFill>
                  <a:srgbClr val="1B2333"/>
                </a:solidFill>
              </a:rPr>
              <a:t>thuiswerken</a:t>
            </a:r>
            <a:endParaRPr lang="en-US" sz="1650" dirty="0"/>
          </a:p>
        </p:txBody>
      </p:sp>
      <p:sp>
        <p:nvSpPr>
          <p:cNvPr id="51" name="Shape 47"/>
          <p:cNvSpPr/>
          <p:nvPr/>
        </p:nvSpPr>
        <p:spPr>
          <a:xfrm>
            <a:off x="4291584" y="3938016"/>
            <a:ext cx="3605784" cy="851916"/>
          </a:xfrm>
          <a:prstGeom prst="roundRect">
            <a:avLst>
              <a:gd name="adj" fmla="val 12880"/>
            </a:avLst>
          </a:prstGeom>
          <a:solidFill>
            <a:srgbClr val="FDF1E6"/>
          </a:solidFill>
          <a:ln w="19050">
            <a:solidFill>
              <a:srgbClr val="D9700F"/>
            </a:solidFill>
            <a:prstDash val="solid"/>
          </a:ln>
          <a:effectLst>
            <a:outerShdw sx="100000" sy="100000" kx="0" ky="0" algn="bl" rotWithShape="0" blurRad="101600" dist="25400" dir="3600000">
              <a:srgbClr val="000000">
                <a:alpha val="16000"/>
              </a:srgbClr>
            </a:outerShdw>
          </a:effectLst>
        </p:spPr>
      </p:sp>
      <p:sp>
        <p:nvSpPr>
          <p:cNvPr id="52" name="Text 48"/>
          <p:cNvSpPr txBox="1"/>
          <p:nvPr/>
        </p:nvSpPr>
        <p:spPr>
          <a:xfrm>
            <a:off x="4401312" y="3938016"/>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8</a:t>
            </a:r>
            <a:r>
              <a:rPr lang="en-US" sz="1400" dirty="0">
                <a:solidFill>
                  <a:srgbClr val="1B2333"/>
                </a:solidFill>
              </a:rPr>
              <a:t>  </a:t>
            </a:r>
            <a:endParaRPr lang="en-US" sz="1400" dirty="0"/>
          </a:p>
        </p:txBody>
      </p:sp>
      <p:sp>
        <p:nvSpPr>
          <p:cNvPr id="53" name="Text 49"/>
          <p:cNvSpPr txBox="1"/>
          <p:nvPr/>
        </p:nvSpPr>
        <p:spPr>
          <a:xfrm>
            <a:off x="4748784" y="3938016"/>
            <a:ext cx="877557" cy="851916"/>
          </a:xfrm>
          <a:prstGeom prst="rect">
            <a:avLst/>
          </a:prstGeom>
          <a:noFill/>
          <a:ln/>
        </p:spPr>
        <p:txBody>
          <a:bodyPr wrap="square" lIns="0" tIns="0" rIns="0" bIns="0" rtlCol="0" anchor="ctr"/>
          <a:lstStyle/>
          <a:p>
            <a:pPr algn="l" indent="0" marL="0">
              <a:buNone/>
            </a:pPr>
            <a:r>
              <a:rPr lang="en-US" sz="1650" b="1" i="1" dirty="0">
                <a:solidFill>
                  <a:srgbClr val="17375E"/>
                </a:solidFill>
              </a:rPr>
              <a:t>het kopje</a:t>
            </a:r>
            <a:endParaRPr lang="en-US" sz="1650" dirty="0"/>
          </a:p>
        </p:txBody>
      </p:sp>
      <p:sp>
        <p:nvSpPr>
          <p:cNvPr id="54" name="Shape 50"/>
          <p:cNvSpPr/>
          <p:nvPr/>
        </p:nvSpPr>
        <p:spPr>
          <a:xfrm>
            <a:off x="5672061" y="4171950"/>
            <a:ext cx="603504" cy="384048"/>
          </a:xfrm>
          <a:prstGeom prst="roundRect">
            <a:avLst>
              <a:gd name="adj" fmla="val 28571"/>
            </a:avLst>
          </a:prstGeom>
          <a:solidFill>
            <a:srgbClr val="D9700F"/>
          </a:solidFill>
          <a:ln w="12700">
            <a:solidFill>
              <a:srgbClr val="FFFFFF">
                <a:alpha val="0"/>
              </a:srgbClr>
            </a:solidFill>
            <a:prstDash val="solid"/>
          </a:ln>
        </p:spPr>
      </p:sp>
      <p:sp>
        <p:nvSpPr>
          <p:cNvPr id="55" name="Text 51"/>
          <p:cNvSpPr txBox="1"/>
          <p:nvPr/>
        </p:nvSpPr>
        <p:spPr>
          <a:xfrm>
            <a:off x="5672061" y="4171950"/>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dat</a:t>
            </a:r>
            <a:endParaRPr lang="en-US" sz="1500" dirty="0"/>
          </a:p>
        </p:txBody>
      </p:sp>
      <p:sp>
        <p:nvSpPr>
          <p:cNvPr id="56" name="Text 52"/>
          <p:cNvSpPr txBox="1"/>
          <p:nvPr/>
        </p:nvSpPr>
        <p:spPr>
          <a:xfrm>
            <a:off x="6348717" y="3938016"/>
            <a:ext cx="1493787" cy="851916"/>
          </a:xfrm>
          <a:prstGeom prst="rect">
            <a:avLst/>
          </a:prstGeom>
          <a:noFill/>
          <a:ln/>
        </p:spPr>
        <p:txBody>
          <a:bodyPr wrap="square" lIns="0" tIns="0" rIns="0" bIns="0" rtlCol="0" anchor="ctr"/>
          <a:lstStyle/>
          <a:p>
            <a:pPr algn="l" indent="0" marL="0">
              <a:buNone/>
            </a:pPr>
            <a:r>
              <a:rPr lang="en-US" sz="1650" i="1" dirty="0">
                <a:solidFill>
                  <a:srgbClr val="1B2333"/>
                </a:solidFill>
              </a:rPr>
              <a:t>op tafel staat</a:t>
            </a:r>
            <a:endParaRPr lang="en-US" sz="1650" dirty="0"/>
          </a:p>
        </p:txBody>
      </p:sp>
      <p:sp>
        <p:nvSpPr>
          <p:cNvPr id="57" name="Shape 53"/>
          <p:cNvSpPr/>
          <p:nvPr/>
        </p:nvSpPr>
        <p:spPr>
          <a:xfrm>
            <a:off x="8034528" y="3938016"/>
            <a:ext cx="3605784" cy="851916"/>
          </a:xfrm>
          <a:prstGeom prst="roundRect">
            <a:avLst>
              <a:gd name="adj" fmla="val 12880"/>
            </a:avLst>
          </a:prstGeom>
          <a:solidFill>
            <a:srgbClr val="E6EBF2"/>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58" name="Text 54"/>
          <p:cNvSpPr txBox="1"/>
          <p:nvPr/>
        </p:nvSpPr>
        <p:spPr>
          <a:xfrm>
            <a:off x="8144256" y="3938016"/>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9</a:t>
            </a:r>
            <a:r>
              <a:rPr lang="en-US" sz="1400" dirty="0">
                <a:solidFill>
                  <a:srgbClr val="1B2333"/>
                </a:solidFill>
              </a:rPr>
              <a:t>  </a:t>
            </a:r>
            <a:endParaRPr lang="en-US" sz="1400" dirty="0"/>
          </a:p>
        </p:txBody>
      </p:sp>
      <p:sp>
        <p:nvSpPr>
          <p:cNvPr id="59" name="Text 55"/>
          <p:cNvSpPr txBox="1"/>
          <p:nvPr/>
        </p:nvSpPr>
        <p:spPr>
          <a:xfrm>
            <a:off x="8491728" y="3938016"/>
            <a:ext cx="960330" cy="851916"/>
          </a:xfrm>
          <a:prstGeom prst="rect">
            <a:avLst/>
          </a:prstGeom>
          <a:noFill/>
          <a:ln/>
        </p:spPr>
        <p:txBody>
          <a:bodyPr wrap="square" lIns="0" tIns="0" rIns="0" bIns="0" rtlCol="0" anchor="ctr"/>
          <a:lstStyle/>
          <a:p>
            <a:pPr algn="l" indent="0" marL="0">
              <a:buNone/>
            </a:pPr>
            <a:r>
              <a:rPr lang="en-US" sz="1650" b="1" i="1" dirty="0">
                <a:solidFill>
                  <a:srgbClr val="17375E"/>
                </a:solidFill>
              </a:rPr>
              <a:t>de stagiair</a:t>
            </a:r>
            <a:endParaRPr lang="en-US" sz="1650" dirty="0"/>
          </a:p>
        </p:txBody>
      </p:sp>
      <p:sp>
        <p:nvSpPr>
          <p:cNvPr id="60" name="Shape 56"/>
          <p:cNvSpPr/>
          <p:nvPr/>
        </p:nvSpPr>
        <p:spPr>
          <a:xfrm>
            <a:off x="9497778" y="4171950"/>
            <a:ext cx="603504" cy="384048"/>
          </a:xfrm>
          <a:prstGeom prst="roundRect">
            <a:avLst>
              <a:gd name="adj" fmla="val 28571"/>
            </a:avLst>
          </a:prstGeom>
          <a:solidFill>
            <a:srgbClr val="17375E"/>
          </a:solidFill>
          <a:ln w="12700">
            <a:solidFill>
              <a:srgbClr val="FFFFFF">
                <a:alpha val="0"/>
              </a:srgbClr>
            </a:solidFill>
            <a:prstDash val="solid"/>
          </a:ln>
        </p:spPr>
      </p:sp>
      <p:sp>
        <p:nvSpPr>
          <p:cNvPr id="61" name="Text 57"/>
          <p:cNvSpPr txBox="1"/>
          <p:nvPr/>
        </p:nvSpPr>
        <p:spPr>
          <a:xfrm>
            <a:off x="9497778" y="4171950"/>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die</a:t>
            </a:r>
            <a:endParaRPr lang="en-US" sz="1500" dirty="0"/>
          </a:p>
        </p:txBody>
      </p:sp>
      <p:sp>
        <p:nvSpPr>
          <p:cNvPr id="62" name="Text 58"/>
          <p:cNvSpPr txBox="1"/>
          <p:nvPr/>
        </p:nvSpPr>
        <p:spPr>
          <a:xfrm>
            <a:off x="10174434" y="3938016"/>
            <a:ext cx="1411014" cy="851916"/>
          </a:xfrm>
          <a:prstGeom prst="rect">
            <a:avLst/>
          </a:prstGeom>
          <a:noFill/>
          <a:ln/>
        </p:spPr>
        <p:txBody>
          <a:bodyPr wrap="square" lIns="0" tIns="0" rIns="0" bIns="0" rtlCol="0" anchor="ctr"/>
          <a:lstStyle/>
          <a:p>
            <a:pPr algn="l" indent="0" marL="0">
              <a:buNone/>
            </a:pPr>
            <a:r>
              <a:rPr lang="en-US" sz="1650" i="1" dirty="0">
                <a:solidFill>
                  <a:srgbClr val="1B2333"/>
                </a:solidFill>
              </a:rPr>
              <a:t>morgen begint</a:t>
            </a:r>
            <a:endParaRPr lang="en-US" sz="1650" dirty="0"/>
          </a:p>
        </p:txBody>
      </p:sp>
      <p:sp>
        <p:nvSpPr>
          <p:cNvPr id="63" name="Shape 59"/>
          <p:cNvSpPr/>
          <p:nvPr/>
        </p:nvSpPr>
        <p:spPr>
          <a:xfrm>
            <a:off x="548640" y="4917948"/>
            <a:ext cx="3605784" cy="851916"/>
          </a:xfrm>
          <a:prstGeom prst="roundRect">
            <a:avLst>
              <a:gd name="adj" fmla="val 12880"/>
            </a:avLst>
          </a:prstGeom>
          <a:solidFill>
            <a:srgbClr val="FDF1E6"/>
          </a:solidFill>
          <a:ln w="19050">
            <a:solidFill>
              <a:srgbClr val="D9700F"/>
            </a:solidFill>
            <a:prstDash val="solid"/>
          </a:ln>
          <a:effectLst>
            <a:outerShdw sx="100000" sy="100000" kx="0" ky="0" algn="bl" rotWithShape="0" blurRad="101600" dist="25400" dir="3600000">
              <a:srgbClr val="000000">
                <a:alpha val="16000"/>
              </a:srgbClr>
            </a:outerShdw>
          </a:effectLst>
        </p:spPr>
      </p:sp>
      <p:sp>
        <p:nvSpPr>
          <p:cNvPr id="64" name="Text 60"/>
          <p:cNvSpPr txBox="1"/>
          <p:nvPr/>
        </p:nvSpPr>
        <p:spPr>
          <a:xfrm>
            <a:off x="658368" y="4917948"/>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10</a:t>
            </a:r>
            <a:r>
              <a:rPr lang="en-US" sz="1400" dirty="0">
                <a:solidFill>
                  <a:srgbClr val="1B2333"/>
                </a:solidFill>
              </a:rPr>
              <a:t>  </a:t>
            </a:r>
            <a:endParaRPr lang="en-US" sz="1400" dirty="0"/>
          </a:p>
        </p:txBody>
      </p:sp>
      <p:sp>
        <p:nvSpPr>
          <p:cNvPr id="65" name="Text 61"/>
          <p:cNvSpPr txBox="1"/>
          <p:nvPr/>
        </p:nvSpPr>
        <p:spPr>
          <a:xfrm>
            <a:off x="1005840" y="4917948"/>
            <a:ext cx="844867" cy="851916"/>
          </a:xfrm>
          <a:prstGeom prst="rect">
            <a:avLst/>
          </a:prstGeom>
          <a:noFill/>
          <a:ln/>
        </p:spPr>
        <p:txBody>
          <a:bodyPr wrap="square" lIns="0" tIns="0" rIns="0" bIns="0" rtlCol="0" anchor="ctr"/>
          <a:lstStyle/>
          <a:p>
            <a:pPr algn="l" indent="0" marL="0">
              <a:buNone/>
            </a:pPr>
            <a:r>
              <a:rPr lang="en-US" sz="1650" b="1" i="1" dirty="0">
                <a:solidFill>
                  <a:srgbClr val="17375E"/>
                </a:solidFill>
              </a:rPr>
              <a:t>het team</a:t>
            </a:r>
            <a:endParaRPr lang="en-US" sz="1650" dirty="0"/>
          </a:p>
        </p:txBody>
      </p:sp>
      <p:sp>
        <p:nvSpPr>
          <p:cNvPr id="66" name="Shape 62"/>
          <p:cNvSpPr/>
          <p:nvPr/>
        </p:nvSpPr>
        <p:spPr>
          <a:xfrm>
            <a:off x="1896427" y="5151882"/>
            <a:ext cx="603504" cy="384048"/>
          </a:xfrm>
          <a:prstGeom prst="roundRect">
            <a:avLst>
              <a:gd name="adj" fmla="val 28571"/>
            </a:avLst>
          </a:prstGeom>
          <a:solidFill>
            <a:srgbClr val="D9700F"/>
          </a:solidFill>
          <a:ln w="12700">
            <a:solidFill>
              <a:srgbClr val="FFFFFF">
                <a:alpha val="0"/>
              </a:srgbClr>
            </a:solidFill>
            <a:prstDash val="solid"/>
          </a:ln>
        </p:spPr>
      </p:sp>
      <p:sp>
        <p:nvSpPr>
          <p:cNvPr id="67" name="Text 63"/>
          <p:cNvSpPr txBox="1"/>
          <p:nvPr/>
        </p:nvSpPr>
        <p:spPr>
          <a:xfrm>
            <a:off x="1896427" y="5151882"/>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dat</a:t>
            </a:r>
            <a:endParaRPr lang="en-US" sz="1500" dirty="0"/>
          </a:p>
        </p:txBody>
      </p:sp>
      <p:sp>
        <p:nvSpPr>
          <p:cNvPr id="68" name="Text 64"/>
          <p:cNvSpPr txBox="1"/>
          <p:nvPr/>
        </p:nvSpPr>
        <p:spPr>
          <a:xfrm>
            <a:off x="2573083" y="4917948"/>
            <a:ext cx="1526476" cy="851916"/>
          </a:xfrm>
          <a:prstGeom prst="rect">
            <a:avLst/>
          </a:prstGeom>
          <a:noFill/>
          <a:ln/>
        </p:spPr>
        <p:txBody>
          <a:bodyPr wrap="square" lIns="0" tIns="0" rIns="0" bIns="0" rtlCol="0" anchor="ctr"/>
          <a:lstStyle/>
          <a:p>
            <a:pPr algn="l" indent="0" marL="0">
              <a:buNone/>
            </a:pPr>
            <a:r>
              <a:rPr lang="en-US" sz="1650" i="1" dirty="0">
                <a:solidFill>
                  <a:srgbClr val="1B2333"/>
                </a:solidFill>
              </a:rPr>
              <a:t>het project leidt</a:t>
            </a:r>
            <a:endParaRPr lang="en-US" sz="1650" dirty="0"/>
          </a:p>
        </p:txBody>
      </p:sp>
      <p:sp>
        <p:nvSpPr>
          <p:cNvPr id="69" name="Shape 65"/>
          <p:cNvSpPr/>
          <p:nvPr/>
        </p:nvSpPr>
        <p:spPr>
          <a:xfrm>
            <a:off x="4291584" y="4917948"/>
            <a:ext cx="3605784" cy="851916"/>
          </a:xfrm>
          <a:prstGeom prst="roundRect">
            <a:avLst>
              <a:gd name="adj" fmla="val 12880"/>
            </a:avLst>
          </a:prstGeom>
          <a:solidFill>
            <a:srgbClr val="E6EBF2"/>
          </a:solidFill>
          <a:ln w="19050">
            <a:solidFill>
              <a:srgbClr val="17375E"/>
            </a:solidFill>
            <a:prstDash val="solid"/>
          </a:ln>
          <a:effectLst>
            <a:outerShdw sx="100000" sy="100000" kx="0" ky="0" algn="bl" rotWithShape="0" blurRad="101600" dist="25400" dir="3600000">
              <a:srgbClr val="000000">
                <a:alpha val="16000"/>
              </a:srgbClr>
            </a:outerShdw>
          </a:effectLst>
        </p:spPr>
      </p:sp>
      <p:sp>
        <p:nvSpPr>
          <p:cNvPr id="70" name="Text 66"/>
          <p:cNvSpPr txBox="1"/>
          <p:nvPr/>
        </p:nvSpPr>
        <p:spPr>
          <a:xfrm>
            <a:off x="4401312" y="4917948"/>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11</a:t>
            </a:r>
            <a:r>
              <a:rPr lang="en-US" sz="1400" dirty="0">
                <a:solidFill>
                  <a:srgbClr val="1B2333"/>
                </a:solidFill>
              </a:rPr>
              <a:t>  </a:t>
            </a:r>
            <a:endParaRPr lang="en-US" sz="1400" dirty="0"/>
          </a:p>
        </p:txBody>
      </p:sp>
      <p:sp>
        <p:nvSpPr>
          <p:cNvPr id="71" name="Text 67"/>
          <p:cNvSpPr txBox="1"/>
          <p:nvPr/>
        </p:nvSpPr>
        <p:spPr>
          <a:xfrm>
            <a:off x="4748784" y="4917948"/>
            <a:ext cx="1009993" cy="851916"/>
          </a:xfrm>
          <a:prstGeom prst="rect">
            <a:avLst/>
          </a:prstGeom>
          <a:noFill/>
          <a:ln/>
        </p:spPr>
        <p:txBody>
          <a:bodyPr wrap="square" lIns="0" tIns="0" rIns="0" bIns="0" rtlCol="0" anchor="ctr"/>
          <a:lstStyle/>
          <a:p>
            <a:pPr algn="l" indent="0" marL="0">
              <a:buNone/>
            </a:pPr>
            <a:r>
              <a:rPr lang="en-US" sz="1650" b="1" i="1" dirty="0">
                <a:solidFill>
                  <a:srgbClr val="17375E"/>
                </a:solidFill>
              </a:rPr>
              <a:t>de mensen</a:t>
            </a:r>
            <a:endParaRPr lang="en-US" sz="1650" dirty="0"/>
          </a:p>
        </p:txBody>
      </p:sp>
      <p:sp>
        <p:nvSpPr>
          <p:cNvPr id="72" name="Shape 68"/>
          <p:cNvSpPr/>
          <p:nvPr/>
        </p:nvSpPr>
        <p:spPr>
          <a:xfrm>
            <a:off x="5804497" y="5151882"/>
            <a:ext cx="603504" cy="384048"/>
          </a:xfrm>
          <a:prstGeom prst="roundRect">
            <a:avLst>
              <a:gd name="adj" fmla="val 28571"/>
            </a:avLst>
          </a:prstGeom>
          <a:solidFill>
            <a:srgbClr val="17375E"/>
          </a:solidFill>
          <a:ln w="12700">
            <a:solidFill>
              <a:srgbClr val="FFFFFF">
                <a:alpha val="0"/>
              </a:srgbClr>
            </a:solidFill>
            <a:prstDash val="solid"/>
          </a:ln>
        </p:spPr>
      </p:sp>
      <p:sp>
        <p:nvSpPr>
          <p:cNvPr id="73" name="Text 69"/>
          <p:cNvSpPr txBox="1"/>
          <p:nvPr/>
        </p:nvSpPr>
        <p:spPr>
          <a:xfrm>
            <a:off x="5804497" y="5151882"/>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die</a:t>
            </a:r>
            <a:endParaRPr lang="en-US" sz="1500" dirty="0"/>
          </a:p>
        </p:txBody>
      </p:sp>
      <p:sp>
        <p:nvSpPr>
          <p:cNvPr id="74" name="Text 70"/>
          <p:cNvSpPr txBox="1"/>
          <p:nvPr/>
        </p:nvSpPr>
        <p:spPr>
          <a:xfrm>
            <a:off x="6481153" y="4917948"/>
            <a:ext cx="1361351" cy="851916"/>
          </a:xfrm>
          <a:prstGeom prst="rect">
            <a:avLst/>
          </a:prstGeom>
          <a:noFill/>
          <a:ln/>
        </p:spPr>
        <p:txBody>
          <a:bodyPr wrap="square" lIns="0" tIns="0" rIns="0" bIns="0" rtlCol="0" anchor="ctr"/>
          <a:lstStyle/>
          <a:p>
            <a:pPr algn="l" indent="0" marL="0">
              <a:buNone/>
            </a:pPr>
            <a:r>
              <a:rPr lang="en-US" sz="1650" i="1" dirty="0">
                <a:solidFill>
                  <a:srgbClr val="1B2333"/>
                </a:solidFill>
              </a:rPr>
              <a:t>ik ken</a:t>
            </a:r>
            <a:endParaRPr lang="en-US" sz="1650" dirty="0"/>
          </a:p>
        </p:txBody>
      </p:sp>
      <p:sp>
        <p:nvSpPr>
          <p:cNvPr id="75" name="Shape 71"/>
          <p:cNvSpPr/>
          <p:nvPr/>
        </p:nvSpPr>
        <p:spPr>
          <a:xfrm>
            <a:off x="8034528" y="4917948"/>
            <a:ext cx="3605784" cy="851916"/>
          </a:xfrm>
          <a:prstGeom prst="roundRect">
            <a:avLst>
              <a:gd name="adj" fmla="val 12880"/>
            </a:avLst>
          </a:prstGeom>
          <a:solidFill>
            <a:srgbClr val="FDF1E6"/>
          </a:solidFill>
          <a:ln w="19050">
            <a:solidFill>
              <a:srgbClr val="D9700F"/>
            </a:solidFill>
            <a:prstDash val="solid"/>
          </a:ln>
          <a:effectLst>
            <a:outerShdw sx="100000" sy="100000" kx="0" ky="0" algn="bl" rotWithShape="0" blurRad="101600" dist="25400" dir="3600000">
              <a:srgbClr val="000000">
                <a:alpha val="16000"/>
              </a:srgbClr>
            </a:outerShdw>
          </a:effectLst>
        </p:spPr>
      </p:sp>
      <p:sp>
        <p:nvSpPr>
          <p:cNvPr id="76" name="Text 72"/>
          <p:cNvSpPr txBox="1"/>
          <p:nvPr/>
        </p:nvSpPr>
        <p:spPr>
          <a:xfrm>
            <a:off x="8144256" y="4917948"/>
            <a:ext cx="365760" cy="851916"/>
          </a:xfrm>
          <a:prstGeom prst="rect">
            <a:avLst/>
          </a:prstGeom>
          <a:noFill/>
          <a:ln/>
        </p:spPr>
        <p:txBody>
          <a:bodyPr wrap="square" lIns="0" tIns="0" rIns="0" bIns="0" rtlCol="0" anchor="ctr"/>
          <a:lstStyle/>
          <a:p>
            <a:pPr algn="l" indent="0" marL="0">
              <a:buNone/>
            </a:pPr>
            <a:r>
              <a:rPr lang="en-US" sz="1400" b="1" dirty="0">
                <a:solidFill>
                  <a:srgbClr val="4A5A70"/>
                </a:solidFill>
              </a:rPr>
              <a:t>12</a:t>
            </a:r>
            <a:r>
              <a:rPr lang="en-US" sz="1400" dirty="0">
                <a:solidFill>
                  <a:srgbClr val="1B2333"/>
                </a:solidFill>
              </a:rPr>
              <a:t>  </a:t>
            </a:r>
            <a:endParaRPr lang="en-US" sz="1400" dirty="0"/>
          </a:p>
        </p:txBody>
      </p:sp>
      <p:sp>
        <p:nvSpPr>
          <p:cNvPr id="77" name="Text 73"/>
          <p:cNvSpPr txBox="1"/>
          <p:nvPr/>
        </p:nvSpPr>
        <p:spPr>
          <a:xfrm>
            <a:off x="8491728" y="4917948"/>
            <a:ext cx="968921" cy="851916"/>
          </a:xfrm>
          <a:prstGeom prst="rect">
            <a:avLst/>
          </a:prstGeom>
          <a:noFill/>
          <a:ln/>
        </p:spPr>
        <p:txBody>
          <a:bodyPr wrap="square" lIns="0" tIns="0" rIns="0" bIns="0" rtlCol="0" anchor="ctr"/>
          <a:lstStyle/>
          <a:p>
            <a:pPr algn="l" indent="0" marL="0">
              <a:buNone/>
            </a:pPr>
            <a:r>
              <a:rPr lang="en-US" sz="1650" b="1" i="1" dirty="0">
                <a:solidFill>
                  <a:srgbClr val="17375E"/>
                </a:solidFill>
              </a:rPr>
              <a:t>het bedrijf</a:t>
            </a:r>
            <a:endParaRPr lang="en-US" sz="1650" dirty="0"/>
          </a:p>
        </p:txBody>
      </p:sp>
      <p:sp>
        <p:nvSpPr>
          <p:cNvPr id="78" name="Shape 74"/>
          <p:cNvSpPr/>
          <p:nvPr/>
        </p:nvSpPr>
        <p:spPr>
          <a:xfrm>
            <a:off x="9506369" y="5151882"/>
            <a:ext cx="603504" cy="384048"/>
          </a:xfrm>
          <a:prstGeom prst="roundRect">
            <a:avLst>
              <a:gd name="adj" fmla="val 28571"/>
            </a:avLst>
          </a:prstGeom>
          <a:solidFill>
            <a:srgbClr val="D9700F"/>
          </a:solidFill>
          <a:ln w="12700">
            <a:solidFill>
              <a:srgbClr val="FFFFFF">
                <a:alpha val="0"/>
              </a:srgbClr>
            </a:solidFill>
            <a:prstDash val="solid"/>
          </a:ln>
        </p:spPr>
      </p:sp>
      <p:sp>
        <p:nvSpPr>
          <p:cNvPr id="79" name="Text 75"/>
          <p:cNvSpPr txBox="1"/>
          <p:nvPr/>
        </p:nvSpPr>
        <p:spPr>
          <a:xfrm>
            <a:off x="9506369" y="5151882"/>
            <a:ext cx="603504" cy="384048"/>
          </a:xfrm>
          <a:prstGeom prst="rect">
            <a:avLst/>
          </a:prstGeom>
          <a:noFill/>
          <a:ln/>
        </p:spPr>
        <p:txBody>
          <a:bodyPr wrap="square" lIns="0" tIns="0" rIns="0" bIns="0" rtlCol="0" anchor="ctr"/>
          <a:lstStyle/>
          <a:p>
            <a:pPr algn="ctr" indent="0" marL="0">
              <a:buNone/>
            </a:pPr>
            <a:r>
              <a:rPr lang="en-US" sz="1500" b="1" i="1" dirty="0">
                <a:solidFill>
                  <a:srgbClr val="FFFFFF"/>
                </a:solidFill>
              </a:rPr>
              <a:t>dat</a:t>
            </a:r>
            <a:endParaRPr lang="en-US" sz="1500" dirty="0"/>
          </a:p>
        </p:txBody>
      </p:sp>
      <p:sp>
        <p:nvSpPr>
          <p:cNvPr id="80" name="Text 76"/>
          <p:cNvSpPr txBox="1"/>
          <p:nvPr/>
        </p:nvSpPr>
        <p:spPr>
          <a:xfrm>
            <a:off x="10183025" y="4917948"/>
            <a:ext cx="1402423" cy="851916"/>
          </a:xfrm>
          <a:prstGeom prst="rect">
            <a:avLst/>
          </a:prstGeom>
          <a:noFill/>
          <a:ln/>
        </p:spPr>
        <p:txBody>
          <a:bodyPr wrap="square" lIns="0" tIns="0" rIns="0" bIns="0" rtlCol="0" anchor="ctr"/>
          <a:lstStyle/>
          <a:p>
            <a:pPr algn="l" indent="0" marL="0">
              <a:buNone/>
            </a:pPr>
            <a:r>
              <a:rPr lang="en-US" sz="1650" i="1" dirty="0">
                <a:solidFill>
                  <a:srgbClr val="1B2333"/>
                </a:solidFill>
              </a:rPr>
              <a:t>ik bel</a:t>
            </a:r>
            <a:endParaRPr lang="en-US" sz="1650" dirty="0"/>
          </a:p>
        </p:txBody>
      </p:sp>
      <p:sp>
        <p:nvSpPr>
          <p:cNvPr id="81" name="Text 77"/>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het meisje, het kopje</a:t>
            </a:r>
            <a:r>
              <a:rPr lang="en-US" sz="1300" i="1" dirty="0">
                <a:solidFill>
                  <a:srgbClr val="4A5A70"/>
                </a:solidFill>
              </a:rPr>
              <a:t> (</a:t>
            </a:r>
            <a:r>
              <a:rPr lang="en-US" sz="1300" i="1" dirty="0">
                <a:solidFill>
                  <a:srgbClr val="4A5A70"/>
                </a:solidFill>
              </a:rPr>
              <a:t>-je</a:t>
            </a:r>
            <a:r>
              <a:rPr lang="en-US" sz="1300" i="1" dirty="0">
                <a:solidFill>
                  <a:srgbClr val="4A5A70"/>
                </a:solidFill>
              </a:rPr>
              <a:t>) : mots </a:t>
            </a:r>
            <a:r>
              <a:rPr lang="en-US" sz="1300" i="1" dirty="0">
                <a:solidFill>
                  <a:srgbClr val="4A5A70"/>
                </a:solidFill>
              </a:rPr>
              <a:t>het</a:t>
            </a:r>
            <a:r>
              <a:rPr lang="en-US" sz="1300" i="1" dirty="0">
                <a:solidFill>
                  <a:srgbClr val="4A5A70"/>
                </a:solidFill>
              </a:rPr>
              <a:t> → </a:t>
            </a:r>
            <a:r>
              <a:rPr lang="en-US" sz="1300" b="1" i="1" dirty="0">
                <a:solidFill>
                  <a:srgbClr val="D9700F"/>
                </a:solidFill>
              </a:rPr>
              <a:t>dat</a:t>
            </a:r>
            <a:r>
              <a:rPr lang="en-US" sz="1300" i="1" dirty="0">
                <a:solidFill>
                  <a:srgbClr val="4A5A70"/>
                </a:solidFill>
              </a:rPr>
              <a:t> · pluriel → toujours </a:t>
            </a:r>
            <a:r>
              <a:rPr lang="en-US" sz="1300" b="1" i="1" dirty="0">
                <a:solidFill>
                  <a:srgbClr val="17375E"/>
                </a:solidFill>
              </a:rPr>
              <a:t>die</a:t>
            </a:r>
            <a:r>
              <a:rPr lang="en-US" sz="1300" i="1" dirty="0">
                <a:solidFill>
                  <a:srgbClr val="4A5A70"/>
                </a:solidFill>
              </a:rPr>
              <a:t> (</a:t>
            </a:r>
            <a:r>
              <a:rPr lang="en-US" sz="1300" i="1" dirty="0">
                <a:solidFill>
                  <a:srgbClr val="4A5A70"/>
                </a:solidFill>
              </a:rPr>
              <a:t>het rapport → de rapporten </a:t>
            </a:r>
            <a:r>
              <a:rPr lang="en-US" sz="1300" b="1" i="1" dirty="0">
                <a:solidFill>
                  <a:srgbClr val="17375E"/>
                </a:solidFill>
              </a:rPr>
              <a:t>die</a:t>
            </a:r>
            <a:r>
              <a:rPr lang="en-US" sz="1300" i="1" dirty="0">
                <a:solidFill>
                  <a:srgbClr val="4A5A70"/>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Une seule phrase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Reliez les deux phrases avec </a:t>
            </a:r>
            <a:r>
              <a:rPr lang="en-US" sz="1700" i="1" dirty="0">
                <a:solidFill>
                  <a:schemeClr val="accent5"/>
                </a:solidFill>
              </a:rPr>
              <a:t>die</a:t>
            </a:r>
            <a:r>
              <a:rPr lang="en-US" sz="1700" i="1" dirty="0">
                <a:solidFill>
                  <a:schemeClr val="accent5"/>
                </a:solidFill>
              </a:rPr>
              <a:t> ou </a:t>
            </a:r>
            <a:r>
              <a:rPr lang="en-US" sz="1700" i="1" dirty="0">
                <a:solidFill>
                  <a:schemeClr val="accent5"/>
                </a:solidFill>
              </a:rPr>
              <a:t>dat</a:t>
            </a:r>
            <a:r>
              <a:rPr lang="en-US" sz="1700" i="1" dirty="0">
                <a:solidFill>
                  <a:schemeClr val="accent5"/>
                </a:solidFill>
              </a:rPr>
              <a:t>. Attention au verbe !</a:t>
            </a:r>
            <a:endParaRPr lang="en-US" sz="1700" dirty="0"/>
          </a:p>
        </p:txBody>
      </p:sp>
      <p:sp>
        <p:nvSpPr>
          <p:cNvPr id="8" name="Shape 4"/>
          <p:cNvSpPr/>
          <p:nvPr/>
        </p:nvSpPr>
        <p:spPr>
          <a:xfrm>
            <a:off x="548640" y="1969008"/>
            <a:ext cx="5120640" cy="564896"/>
          </a:xfrm>
          <a:prstGeom prst="roundRect">
            <a:avLst>
              <a:gd name="adj" fmla="val 16187"/>
            </a:avLst>
          </a:prstGeom>
          <a:solidFill>
            <a:srgbClr val="EEF3F8"/>
          </a:solidFill>
          <a:ln w="12700">
            <a:solidFill>
              <a:srgbClr val="FFFFFF">
                <a:alpha val="0"/>
              </a:srgbClr>
            </a:solidFill>
            <a:prstDash val="solid"/>
          </a:ln>
        </p:spPr>
      </p:sp>
      <p:sp>
        <p:nvSpPr>
          <p:cNvPr id="9" name="Text 5"/>
          <p:cNvSpPr txBox="1"/>
          <p:nvPr/>
        </p:nvSpPr>
        <p:spPr>
          <a:xfrm>
            <a:off x="685800" y="1969008"/>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1</a:t>
            </a:r>
            <a:r>
              <a:rPr lang="en-US" sz="1550" dirty="0">
                <a:solidFill>
                  <a:srgbClr val="1B2333"/>
                </a:solidFill>
              </a:rPr>
              <a:t>  </a:t>
            </a:r>
            <a:r>
              <a:rPr lang="en-US" sz="1550" i="1" dirty="0">
                <a:solidFill>
                  <a:srgbClr val="1B2333"/>
                </a:solidFill>
              </a:rPr>
              <a:t>Ik heb een collega. Hij spreekt vijf talen.</a:t>
            </a:r>
            <a:endParaRPr lang="en-US" sz="1550" dirty="0"/>
          </a:p>
        </p:txBody>
      </p:sp>
      <p:sp>
        <p:nvSpPr>
          <p:cNvPr id="10" name="Text 6"/>
          <p:cNvSpPr txBox="1"/>
          <p:nvPr/>
        </p:nvSpPr>
        <p:spPr>
          <a:xfrm>
            <a:off x="5669280" y="196900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1" name="Shape 7"/>
          <p:cNvSpPr/>
          <p:nvPr/>
        </p:nvSpPr>
        <p:spPr>
          <a:xfrm>
            <a:off x="6172200" y="1969008"/>
            <a:ext cx="5468112" cy="564896"/>
          </a:xfrm>
          <a:prstGeom prst="roundRect">
            <a:avLst>
              <a:gd name="adj" fmla="val 16187"/>
            </a:avLst>
          </a:prstGeom>
          <a:solidFill>
            <a:srgbClr val="FFFFFF"/>
          </a:solidFill>
          <a:ln w="9525">
            <a:solidFill>
              <a:srgbClr val="D5DCE6"/>
            </a:solidFill>
            <a:prstDash val="solid"/>
          </a:ln>
        </p:spPr>
      </p:sp>
      <p:sp>
        <p:nvSpPr>
          <p:cNvPr id="12" name="Text 8"/>
          <p:cNvSpPr txBox="1"/>
          <p:nvPr/>
        </p:nvSpPr>
        <p:spPr>
          <a:xfrm>
            <a:off x="6309360" y="1969008"/>
            <a:ext cx="5239512" cy="564896"/>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13" name="Shape 9"/>
          <p:cNvSpPr/>
          <p:nvPr/>
        </p:nvSpPr>
        <p:spPr>
          <a:xfrm>
            <a:off x="548640" y="2625344"/>
            <a:ext cx="5120640" cy="564896"/>
          </a:xfrm>
          <a:prstGeom prst="roundRect">
            <a:avLst>
              <a:gd name="adj" fmla="val 16187"/>
            </a:avLst>
          </a:prstGeom>
          <a:solidFill>
            <a:srgbClr val="EEF3F8"/>
          </a:solidFill>
          <a:ln w="12700">
            <a:solidFill>
              <a:srgbClr val="FFFFFF">
                <a:alpha val="0"/>
              </a:srgbClr>
            </a:solidFill>
            <a:prstDash val="solid"/>
          </a:ln>
        </p:spPr>
      </p:sp>
      <p:sp>
        <p:nvSpPr>
          <p:cNvPr id="14" name="Text 10"/>
          <p:cNvSpPr txBox="1"/>
          <p:nvPr/>
        </p:nvSpPr>
        <p:spPr>
          <a:xfrm>
            <a:off x="685800" y="2625344"/>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2</a:t>
            </a:r>
            <a:r>
              <a:rPr lang="en-US" sz="1550" dirty="0">
                <a:solidFill>
                  <a:srgbClr val="1B2333"/>
                </a:solidFill>
              </a:rPr>
              <a:t>  </a:t>
            </a:r>
            <a:r>
              <a:rPr lang="en-US" sz="1550" i="1" dirty="0">
                <a:solidFill>
                  <a:srgbClr val="1B2333"/>
                </a:solidFill>
              </a:rPr>
              <a:t>Hier is het rapport. Je hebt het rapport gevraagd.</a:t>
            </a:r>
            <a:endParaRPr lang="en-US" sz="1550" dirty="0"/>
          </a:p>
        </p:txBody>
      </p:sp>
      <p:sp>
        <p:nvSpPr>
          <p:cNvPr id="15" name="Text 11"/>
          <p:cNvSpPr txBox="1"/>
          <p:nvPr/>
        </p:nvSpPr>
        <p:spPr>
          <a:xfrm>
            <a:off x="5669280" y="2625344"/>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6" name="Shape 12"/>
          <p:cNvSpPr/>
          <p:nvPr/>
        </p:nvSpPr>
        <p:spPr>
          <a:xfrm>
            <a:off x="6172200" y="2625344"/>
            <a:ext cx="5468112" cy="564896"/>
          </a:xfrm>
          <a:prstGeom prst="roundRect">
            <a:avLst>
              <a:gd name="adj" fmla="val 16187"/>
            </a:avLst>
          </a:prstGeom>
          <a:solidFill>
            <a:srgbClr val="FFFFFF"/>
          </a:solidFill>
          <a:ln w="9525">
            <a:solidFill>
              <a:srgbClr val="D5DCE6"/>
            </a:solidFill>
            <a:prstDash val="solid"/>
          </a:ln>
        </p:spPr>
      </p:sp>
      <p:sp>
        <p:nvSpPr>
          <p:cNvPr id="17" name="Text 13"/>
          <p:cNvSpPr txBox="1"/>
          <p:nvPr/>
        </p:nvSpPr>
        <p:spPr>
          <a:xfrm>
            <a:off x="6309360" y="2625344"/>
            <a:ext cx="5239512" cy="564896"/>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18" name="Shape 14"/>
          <p:cNvSpPr/>
          <p:nvPr/>
        </p:nvSpPr>
        <p:spPr>
          <a:xfrm>
            <a:off x="548640" y="3281680"/>
            <a:ext cx="5120640" cy="564896"/>
          </a:xfrm>
          <a:prstGeom prst="roundRect">
            <a:avLst>
              <a:gd name="adj" fmla="val 16187"/>
            </a:avLst>
          </a:prstGeom>
          <a:solidFill>
            <a:srgbClr val="EEF3F8"/>
          </a:solidFill>
          <a:ln w="12700">
            <a:solidFill>
              <a:srgbClr val="FFFFFF">
                <a:alpha val="0"/>
              </a:srgbClr>
            </a:solidFill>
            <a:prstDash val="solid"/>
          </a:ln>
        </p:spPr>
      </p:sp>
      <p:sp>
        <p:nvSpPr>
          <p:cNvPr id="19" name="Text 15"/>
          <p:cNvSpPr txBox="1"/>
          <p:nvPr/>
        </p:nvSpPr>
        <p:spPr>
          <a:xfrm>
            <a:off x="685800" y="3281680"/>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3</a:t>
            </a:r>
            <a:r>
              <a:rPr lang="en-US" sz="1550" dirty="0">
                <a:solidFill>
                  <a:srgbClr val="1B2333"/>
                </a:solidFill>
              </a:rPr>
              <a:t>  </a:t>
            </a:r>
            <a:r>
              <a:rPr lang="en-US" sz="1550" i="1" dirty="0">
                <a:solidFill>
                  <a:srgbClr val="1B2333"/>
                </a:solidFill>
              </a:rPr>
              <a:t>We zoeken een stagiair. Hij spreekt goed Frans.</a:t>
            </a:r>
            <a:endParaRPr lang="en-US" sz="1550" dirty="0"/>
          </a:p>
        </p:txBody>
      </p:sp>
      <p:sp>
        <p:nvSpPr>
          <p:cNvPr id="20" name="Text 16"/>
          <p:cNvSpPr txBox="1"/>
          <p:nvPr/>
        </p:nvSpPr>
        <p:spPr>
          <a:xfrm>
            <a:off x="5669280" y="3281680"/>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1" name="Shape 17"/>
          <p:cNvSpPr/>
          <p:nvPr/>
        </p:nvSpPr>
        <p:spPr>
          <a:xfrm>
            <a:off x="6172200" y="3281680"/>
            <a:ext cx="5468112" cy="564896"/>
          </a:xfrm>
          <a:prstGeom prst="roundRect">
            <a:avLst>
              <a:gd name="adj" fmla="val 16187"/>
            </a:avLst>
          </a:prstGeom>
          <a:solidFill>
            <a:srgbClr val="FFFFFF"/>
          </a:solidFill>
          <a:ln w="9525">
            <a:solidFill>
              <a:srgbClr val="D5DCE6"/>
            </a:solidFill>
            <a:prstDash val="solid"/>
          </a:ln>
        </p:spPr>
      </p:sp>
      <p:sp>
        <p:nvSpPr>
          <p:cNvPr id="22" name="Text 18"/>
          <p:cNvSpPr txBox="1"/>
          <p:nvPr/>
        </p:nvSpPr>
        <p:spPr>
          <a:xfrm>
            <a:off x="6309360" y="3281680"/>
            <a:ext cx="5239512" cy="564896"/>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3" name="Shape 19"/>
          <p:cNvSpPr/>
          <p:nvPr/>
        </p:nvSpPr>
        <p:spPr>
          <a:xfrm>
            <a:off x="548640" y="3938016"/>
            <a:ext cx="5120640" cy="564896"/>
          </a:xfrm>
          <a:prstGeom prst="roundRect">
            <a:avLst>
              <a:gd name="adj" fmla="val 16187"/>
            </a:avLst>
          </a:prstGeom>
          <a:solidFill>
            <a:srgbClr val="EEF3F8"/>
          </a:solidFill>
          <a:ln w="12700">
            <a:solidFill>
              <a:srgbClr val="FFFFFF">
                <a:alpha val="0"/>
              </a:srgbClr>
            </a:solidFill>
            <a:prstDash val="solid"/>
          </a:ln>
        </p:spPr>
      </p:sp>
      <p:sp>
        <p:nvSpPr>
          <p:cNvPr id="24" name="Text 20"/>
          <p:cNvSpPr txBox="1"/>
          <p:nvPr/>
        </p:nvSpPr>
        <p:spPr>
          <a:xfrm>
            <a:off x="685800" y="3938016"/>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4</a:t>
            </a:r>
            <a:r>
              <a:rPr lang="en-US" sz="1550" dirty="0">
                <a:solidFill>
                  <a:srgbClr val="1B2333"/>
                </a:solidFill>
              </a:rPr>
              <a:t>  </a:t>
            </a:r>
            <a:r>
              <a:rPr lang="en-US" sz="1550" i="1" dirty="0">
                <a:solidFill>
                  <a:srgbClr val="1B2333"/>
                </a:solidFill>
              </a:rPr>
              <a:t>Dat is de printer. Hij is altijd kapot.</a:t>
            </a:r>
            <a:endParaRPr lang="en-US" sz="1550" dirty="0"/>
          </a:p>
        </p:txBody>
      </p:sp>
      <p:sp>
        <p:nvSpPr>
          <p:cNvPr id="25" name="Text 21"/>
          <p:cNvSpPr txBox="1"/>
          <p:nvPr/>
        </p:nvSpPr>
        <p:spPr>
          <a:xfrm>
            <a:off x="5669280" y="3938016"/>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6" name="Shape 22"/>
          <p:cNvSpPr/>
          <p:nvPr/>
        </p:nvSpPr>
        <p:spPr>
          <a:xfrm>
            <a:off x="6172200" y="3938016"/>
            <a:ext cx="5468112" cy="564896"/>
          </a:xfrm>
          <a:prstGeom prst="roundRect">
            <a:avLst>
              <a:gd name="adj" fmla="val 16187"/>
            </a:avLst>
          </a:prstGeom>
          <a:solidFill>
            <a:srgbClr val="FFFFFF"/>
          </a:solidFill>
          <a:ln w="9525">
            <a:solidFill>
              <a:srgbClr val="D5DCE6"/>
            </a:solidFill>
            <a:prstDash val="solid"/>
          </a:ln>
        </p:spPr>
      </p:sp>
      <p:sp>
        <p:nvSpPr>
          <p:cNvPr id="27" name="Text 23"/>
          <p:cNvSpPr txBox="1"/>
          <p:nvPr/>
        </p:nvSpPr>
        <p:spPr>
          <a:xfrm>
            <a:off x="6309360" y="3938016"/>
            <a:ext cx="5239512" cy="564896"/>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8" name="Shape 24"/>
          <p:cNvSpPr/>
          <p:nvPr/>
        </p:nvSpPr>
        <p:spPr>
          <a:xfrm>
            <a:off x="548640" y="4594352"/>
            <a:ext cx="5120640" cy="564896"/>
          </a:xfrm>
          <a:prstGeom prst="roundRect">
            <a:avLst>
              <a:gd name="adj" fmla="val 16187"/>
            </a:avLst>
          </a:prstGeom>
          <a:solidFill>
            <a:srgbClr val="EEF3F8"/>
          </a:solidFill>
          <a:ln w="12700">
            <a:solidFill>
              <a:srgbClr val="FFFFFF">
                <a:alpha val="0"/>
              </a:srgbClr>
            </a:solidFill>
            <a:prstDash val="solid"/>
          </a:ln>
        </p:spPr>
      </p:sp>
      <p:sp>
        <p:nvSpPr>
          <p:cNvPr id="29" name="Text 25"/>
          <p:cNvSpPr txBox="1"/>
          <p:nvPr/>
        </p:nvSpPr>
        <p:spPr>
          <a:xfrm>
            <a:off x="685800" y="4594352"/>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5</a:t>
            </a:r>
            <a:r>
              <a:rPr lang="en-US" sz="1550" dirty="0">
                <a:solidFill>
                  <a:srgbClr val="1B2333"/>
                </a:solidFill>
              </a:rPr>
              <a:t>  </a:t>
            </a:r>
            <a:r>
              <a:rPr lang="en-US" sz="1550" i="1" dirty="0">
                <a:solidFill>
                  <a:srgbClr val="1B2333"/>
                </a:solidFill>
              </a:rPr>
              <a:t>Ken je het restaurant? Het ligt naast het station.</a:t>
            </a:r>
            <a:endParaRPr lang="en-US" sz="1550" dirty="0"/>
          </a:p>
        </p:txBody>
      </p:sp>
      <p:sp>
        <p:nvSpPr>
          <p:cNvPr id="30" name="Text 26"/>
          <p:cNvSpPr txBox="1"/>
          <p:nvPr/>
        </p:nvSpPr>
        <p:spPr>
          <a:xfrm>
            <a:off x="5669280" y="4594352"/>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1" name="Shape 27"/>
          <p:cNvSpPr/>
          <p:nvPr/>
        </p:nvSpPr>
        <p:spPr>
          <a:xfrm>
            <a:off x="6172200" y="4594352"/>
            <a:ext cx="5468112" cy="564896"/>
          </a:xfrm>
          <a:prstGeom prst="roundRect">
            <a:avLst>
              <a:gd name="adj" fmla="val 16187"/>
            </a:avLst>
          </a:prstGeom>
          <a:solidFill>
            <a:srgbClr val="FFFFFF"/>
          </a:solidFill>
          <a:ln w="9525">
            <a:solidFill>
              <a:srgbClr val="D5DCE6"/>
            </a:solidFill>
            <a:prstDash val="solid"/>
          </a:ln>
        </p:spPr>
      </p:sp>
      <p:sp>
        <p:nvSpPr>
          <p:cNvPr id="32" name="Text 28"/>
          <p:cNvSpPr txBox="1"/>
          <p:nvPr/>
        </p:nvSpPr>
        <p:spPr>
          <a:xfrm>
            <a:off x="6309360" y="4594352"/>
            <a:ext cx="5239512" cy="564896"/>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33" name="Shape 29"/>
          <p:cNvSpPr/>
          <p:nvPr/>
        </p:nvSpPr>
        <p:spPr>
          <a:xfrm>
            <a:off x="548640" y="5250688"/>
            <a:ext cx="5120640" cy="564896"/>
          </a:xfrm>
          <a:prstGeom prst="roundRect">
            <a:avLst>
              <a:gd name="adj" fmla="val 16187"/>
            </a:avLst>
          </a:prstGeom>
          <a:solidFill>
            <a:srgbClr val="EEF3F8"/>
          </a:solidFill>
          <a:ln w="12700">
            <a:solidFill>
              <a:srgbClr val="FFFFFF">
                <a:alpha val="0"/>
              </a:srgbClr>
            </a:solidFill>
            <a:prstDash val="solid"/>
          </a:ln>
        </p:spPr>
      </p:sp>
      <p:sp>
        <p:nvSpPr>
          <p:cNvPr id="34" name="Text 30"/>
          <p:cNvSpPr txBox="1"/>
          <p:nvPr/>
        </p:nvSpPr>
        <p:spPr>
          <a:xfrm>
            <a:off x="685800" y="5250688"/>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6</a:t>
            </a:r>
            <a:r>
              <a:rPr lang="en-US" sz="1550" dirty="0">
                <a:solidFill>
                  <a:srgbClr val="1B2333"/>
                </a:solidFill>
              </a:rPr>
              <a:t>  </a:t>
            </a:r>
            <a:r>
              <a:rPr lang="en-US" sz="1550" i="1" dirty="0">
                <a:solidFill>
                  <a:srgbClr val="1B2333"/>
                </a:solidFill>
              </a:rPr>
              <a:t>Ik bel de klanten. Ze hebben een klacht gestuurd.</a:t>
            </a:r>
            <a:endParaRPr lang="en-US" sz="1550" dirty="0"/>
          </a:p>
        </p:txBody>
      </p:sp>
      <p:sp>
        <p:nvSpPr>
          <p:cNvPr id="35" name="Text 31"/>
          <p:cNvSpPr txBox="1"/>
          <p:nvPr/>
        </p:nvSpPr>
        <p:spPr>
          <a:xfrm>
            <a:off x="5669280" y="525068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6" name="Shape 32"/>
          <p:cNvSpPr/>
          <p:nvPr/>
        </p:nvSpPr>
        <p:spPr>
          <a:xfrm>
            <a:off x="6172200" y="5250688"/>
            <a:ext cx="5468112" cy="564896"/>
          </a:xfrm>
          <a:prstGeom prst="roundRect">
            <a:avLst>
              <a:gd name="adj" fmla="val 16187"/>
            </a:avLst>
          </a:prstGeom>
          <a:solidFill>
            <a:srgbClr val="FFFFFF"/>
          </a:solidFill>
          <a:ln w="9525">
            <a:solidFill>
              <a:srgbClr val="D5DCE6"/>
            </a:solidFill>
            <a:prstDash val="solid"/>
          </a:ln>
        </p:spPr>
      </p:sp>
      <p:sp>
        <p:nvSpPr>
          <p:cNvPr id="37" name="Text 33"/>
          <p:cNvSpPr txBox="1"/>
          <p:nvPr/>
        </p:nvSpPr>
        <p:spPr>
          <a:xfrm>
            <a:off x="6309360" y="5250688"/>
            <a:ext cx="5239512" cy="564896"/>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2 — Une seule phrase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Reliez les deux phrases avec </a:t>
            </a:r>
            <a:r>
              <a:rPr lang="en-US" sz="1700" i="1" dirty="0">
                <a:solidFill>
                  <a:schemeClr val="accent5"/>
                </a:solidFill>
              </a:rPr>
              <a:t>die</a:t>
            </a:r>
            <a:r>
              <a:rPr lang="en-US" sz="1700" i="1" dirty="0">
                <a:solidFill>
                  <a:schemeClr val="accent5"/>
                </a:solidFill>
              </a:rPr>
              <a:t> ou </a:t>
            </a:r>
            <a:r>
              <a:rPr lang="en-US" sz="1700" i="1" dirty="0">
                <a:solidFill>
                  <a:schemeClr val="accent5"/>
                </a:solidFill>
              </a:rPr>
              <a:t>dat</a:t>
            </a:r>
            <a:r>
              <a:rPr lang="en-US" sz="1700" i="1" dirty="0">
                <a:solidFill>
                  <a:schemeClr val="accent5"/>
                </a:solidFill>
              </a:rPr>
              <a:t>. Attention au verbe !</a:t>
            </a:r>
            <a:endParaRPr lang="en-US" sz="1700" dirty="0"/>
          </a:p>
        </p:txBody>
      </p:sp>
      <p:sp>
        <p:nvSpPr>
          <p:cNvPr id="9" name="Shape 5"/>
          <p:cNvSpPr/>
          <p:nvPr/>
        </p:nvSpPr>
        <p:spPr>
          <a:xfrm>
            <a:off x="548640" y="1969008"/>
            <a:ext cx="5120640" cy="564896"/>
          </a:xfrm>
          <a:prstGeom prst="roundRect">
            <a:avLst>
              <a:gd name="adj" fmla="val 16187"/>
            </a:avLst>
          </a:prstGeom>
          <a:solidFill>
            <a:srgbClr val="EEF3F8"/>
          </a:solidFill>
          <a:ln w="12700">
            <a:solidFill>
              <a:srgbClr val="FFFFFF">
                <a:alpha val="0"/>
              </a:srgbClr>
            </a:solidFill>
            <a:prstDash val="solid"/>
          </a:ln>
        </p:spPr>
      </p:sp>
      <p:sp>
        <p:nvSpPr>
          <p:cNvPr id="10" name="Text 6"/>
          <p:cNvSpPr txBox="1"/>
          <p:nvPr/>
        </p:nvSpPr>
        <p:spPr>
          <a:xfrm>
            <a:off x="685800" y="1969008"/>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1</a:t>
            </a:r>
            <a:r>
              <a:rPr lang="en-US" sz="1550" dirty="0">
                <a:solidFill>
                  <a:srgbClr val="1B2333"/>
                </a:solidFill>
              </a:rPr>
              <a:t>  </a:t>
            </a:r>
            <a:r>
              <a:rPr lang="en-US" sz="1550" i="1" dirty="0">
                <a:solidFill>
                  <a:srgbClr val="1B2333"/>
                </a:solidFill>
              </a:rPr>
              <a:t>Ik heb een collega. Hij spreekt vijf talen.</a:t>
            </a:r>
            <a:endParaRPr lang="en-US" sz="1550" dirty="0"/>
          </a:p>
        </p:txBody>
      </p:sp>
      <p:sp>
        <p:nvSpPr>
          <p:cNvPr id="11" name="Text 7"/>
          <p:cNvSpPr txBox="1"/>
          <p:nvPr/>
        </p:nvSpPr>
        <p:spPr>
          <a:xfrm>
            <a:off x="5669280" y="196900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2" name="Shape 8"/>
          <p:cNvSpPr/>
          <p:nvPr/>
        </p:nvSpPr>
        <p:spPr>
          <a:xfrm>
            <a:off x="6172200" y="1969008"/>
            <a:ext cx="5468112" cy="564896"/>
          </a:xfrm>
          <a:prstGeom prst="roundRect">
            <a:avLst>
              <a:gd name="adj" fmla="val 16187"/>
            </a:avLst>
          </a:prstGeom>
          <a:solidFill>
            <a:srgbClr val="FFFFFF"/>
          </a:solidFill>
          <a:ln w="9525">
            <a:solidFill>
              <a:srgbClr val="D5DCE6"/>
            </a:solidFill>
            <a:prstDash val="solid"/>
          </a:ln>
        </p:spPr>
      </p:sp>
      <p:sp>
        <p:nvSpPr>
          <p:cNvPr id="13" name="Text 9"/>
          <p:cNvSpPr txBox="1"/>
          <p:nvPr/>
        </p:nvSpPr>
        <p:spPr>
          <a:xfrm>
            <a:off x="6309360" y="1969008"/>
            <a:ext cx="5239512" cy="564896"/>
          </a:xfrm>
          <a:prstGeom prst="rect">
            <a:avLst/>
          </a:prstGeom>
          <a:noFill/>
          <a:ln/>
        </p:spPr>
        <p:txBody>
          <a:bodyPr wrap="square" lIns="0" tIns="0" rIns="0" bIns="0" rtlCol="0" anchor="ctr"/>
          <a:lstStyle/>
          <a:p>
            <a:pPr algn="l" indent="0" marL="0">
              <a:buNone/>
            </a:pPr>
            <a:r>
              <a:rPr lang="en-US" sz="1600" i="1" dirty="0">
                <a:solidFill>
                  <a:srgbClr val="2E7D4F"/>
                </a:solidFill>
              </a:rPr>
              <a:t>Ik heb een collega </a:t>
            </a:r>
            <a:r>
              <a:rPr lang="en-US" sz="1600" b="1" i="1" dirty="0">
                <a:solidFill>
                  <a:srgbClr val="17375E"/>
                </a:solidFill>
              </a:rPr>
              <a:t>die</a:t>
            </a:r>
            <a:r>
              <a:rPr lang="en-US" sz="1600" i="1" dirty="0">
                <a:solidFill>
                  <a:srgbClr val="2E7D4F"/>
                </a:solidFill>
              </a:rPr>
              <a:t> vijf talen </a:t>
            </a:r>
            <a:r>
              <a:rPr lang="en-US" sz="1600" b="1" i="1" dirty="0">
                <a:solidFill>
                  <a:srgbClr val="B83227"/>
                </a:solidFill>
              </a:rPr>
              <a:t>spreekt</a:t>
            </a:r>
            <a:r>
              <a:rPr lang="en-US" sz="1600" i="1" dirty="0">
                <a:solidFill>
                  <a:srgbClr val="2E7D4F"/>
                </a:solidFill>
              </a:rPr>
              <a:t>.</a:t>
            </a:r>
            <a:endParaRPr lang="en-US" sz="1600" dirty="0"/>
          </a:p>
        </p:txBody>
      </p:sp>
      <p:sp>
        <p:nvSpPr>
          <p:cNvPr id="14" name="Shape 10"/>
          <p:cNvSpPr/>
          <p:nvPr/>
        </p:nvSpPr>
        <p:spPr>
          <a:xfrm>
            <a:off x="548640" y="2625344"/>
            <a:ext cx="5120640" cy="564896"/>
          </a:xfrm>
          <a:prstGeom prst="roundRect">
            <a:avLst>
              <a:gd name="adj" fmla="val 16187"/>
            </a:avLst>
          </a:prstGeom>
          <a:solidFill>
            <a:srgbClr val="EEF3F8"/>
          </a:solidFill>
          <a:ln w="12700">
            <a:solidFill>
              <a:srgbClr val="FFFFFF">
                <a:alpha val="0"/>
              </a:srgbClr>
            </a:solidFill>
            <a:prstDash val="solid"/>
          </a:ln>
        </p:spPr>
      </p:sp>
      <p:sp>
        <p:nvSpPr>
          <p:cNvPr id="15" name="Text 11"/>
          <p:cNvSpPr txBox="1"/>
          <p:nvPr/>
        </p:nvSpPr>
        <p:spPr>
          <a:xfrm>
            <a:off x="685800" y="2625344"/>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2</a:t>
            </a:r>
            <a:r>
              <a:rPr lang="en-US" sz="1550" dirty="0">
                <a:solidFill>
                  <a:srgbClr val="1B2333"/>
                </a:solidFill>
              </a:rPr>
              <a:t>  </a:t>
            </a:r>
            <a:r>
              <a:rPr lang="en-US" sz="1550" i="1" dirty="0">
                <a:solidFill>
                  <a:srgbClr val="1B2333"/>
                </a:solidFill>
              </a:rPr>
              <a:t>Hier is het rapport. Je hebt het rapport gevraagd.</a:t>
            </a:r>
            <a:endParaRPr lang="en-US" sz="1550" dirty="0"/>
          </a:p>
        </p:txBody>
      </p:sp>
      <p:sp>
        <p:nvSpPr>
          <p:cNvPr id="16" name="Text 12"/>
          <p:cNvSpPr txBox="1"/>
          <p:nvPr/>
        </p:nvSpPr>
        <p:spPr>
          <a:xfrm>
            <a:off x="5669280" y="2625344"/>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7" name="Shape 13"/>
          <p:cNvSpPr/>
          <p:nvPr/>
        </p:nvSpPr>
        <p:spPr>
          <a:xfrm>
            <a:off x="6172200" y="2625344"/>
            <a:ext cx="5468112" cy="564896"/>
          </a:xfrm>
          <a:prstGeom prst="roundRect">
            <a:avLst>
              <a:gd name="adj" fmla="val 16187"/>
            </a:avLst>
          </a:prstGeom>
          <a:solidFill>
            <a:srgbClr val="FFFFFF"/>
          </a:solidFill>
          <a:ln w="9525">
            <a:solidFill>
              <a:srgbClr val="D5DCE6"/>
            </a:solidFill>
            <a:prstDash val="solid"/>
          </a:ln>
        </p:spPr>
      </p:sp>
      <p:sp>
        <p:nvSpPr>
          <p:cNvPr id="18" name="Text 14"/>
          <p:cNvSpPr txBox="1"/>
          <p:nvPr/>
        </p:nvSpPr>
        <p:spPr>
          <a:xfrm>
            <a:off x="6309360" y="2625344"/>
            <a:ext cx="5239512" cy="564896"/>
          </a:xfrm>
          <a:prstGeom prst="rect">
            <a:avLst/>
          </a:prstGeom>
          <a:noFill/>
          <a:ln/>
        </p:spPr>
        <p:txBody>
          <a:bodyPr wrap="square" lIns="0" tIns="0" rIns="0" bIns="0" rtlCol="0" anchor="ctr"/>
          <a:lstStyle/>
          <a:p>
            <a:pPr algn="l" indent="0" marL="0">
              <a:buNone/>
            </a:pPr>
            <a:r>
              <a:rPr lang="en-US" sz="1600" i="1" dirty="0">
                <a:solidFill>
                  <a:srgbClr val="2E7D4F"/>
                </a:solidFill>
              </a:rPr>
              <a:t>Hier is het rapport </a:t>
            </a:r>
            <a:r>
              <a:rPr lang="en-US" sz="1600" b="1" i="1" dirty="0">
                <a:solidFill>
                  <a:srgbClr val="D9700F"/>
                </a:solidFill>
              </a:rPr>
              <a:t>dat</a:t>
            </a:r>
            <a:r>
              <a:rPr lang="en-US" sz="1600" i="1" dirty="0">
                <a:solidFill>
                  <a:srgbClr val="2E7D4F"/>
                </a:solidFill>
              </a:rPr>
              <a:t> je gevraagd </a:t>
            </a:r>
            <a:r>
              <a:rPr lang="en-US" sz="1600" b="1" i="1" dirty="0">
                <a:solidFill>
                  <a:srgbClr val="B83227"/>
                </a:solidFill>
              </a:rPr>
              <a:t>hebt</a:t>
            </a:r>
            <a:r>
              <a:rPr lang="en-US" sz="1600" i="1" dirty="0">
                <a:solidFill>
                  <a:srgbClr val="2E7D4F"/>
                </a:solidFill>
              </a:rPr>
              <a:t>.</a:t>
            </a:r>
            <a:endParaRPr lang="en-US" sz="1600" dirty="0"/>
          </a:p>
        </p:txBody>
      </p:sp>
      <p:sp>
        <p:nvSpPr>
          <p:cNvPr id="19" name="Shape 15"/>
          <p:cNvSpPr/>
          <p:nvPr/>
        </p:nvSpPr>
        <p:spPr>
          <a:xfrm>
            <a:off x="548640" y="3281680"/>
            <a:ext cx="5120640" cy="564896"/>
          </a:xfrm>
          <a:prstGeom prst="roundRect">
            <a:avLst>
              <a:gd name="adj" fmla="val 16187"/>
            </a:avLst>
          </a:prstGeom>
          <a:solidFill>
            <a:srgbClr val="EEF3F8"/>
          </a:solidFill>
          <a:ln w="12700">
            <a:solidFill>
              <a:srgbClr val="FFFFFF">
                <a:alpha val="0"/>
              </a:srgbClr>
            </a:solidFill>
            <a:prstDash val="solid"/>
          </a:ln>
        </p:spPr>
      </p:sp>
      <p:sp>
        <p:nvSpPr>
          <p:cNvPr id="20" name="Text 16"/>
          <p:cNvSpPr txBox="1"/>
          <p:nvPr/>
        </p:nvSpPr>
        <p:spPr>
          <a:xfrm>
            <a:off x="685800" y="3281680"/>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3</a:t>
            </a:r>
            <a:r>
              <a:rPr lang="en-US" sz="1550" dirty="0">
                <a:solidFill>
                  <a:srgbClr val="1B2333"/>
                </a:solidFill>
              </a:rPr>
              <a:t>  </a:t>
            </a:r>
            <a:r>
              <a:rPr lang="en-US" sz="1550" i="1" dirty="0">
                <a:solidFill>
                  <a:srgbClr val="1B2333"/>
                </a:solidFill>
              </a:rPr>
              <a:t>We zoeken een stagiair. Hij spreekt goed Frans.</a:t>
            </a:r>
            <a:endParaRPr lang="en-US" sz="1550" dirty="0"/>
          </a:p>
        </p:txBody>
      </p:sp>
      <p:sp>
        <p:nvSpPr>
          <p:cNvPr id="21" name="Text 17"/>
          <p:cNvSpPr txBox="1"/>
          <p:nvPr/>
        </p:nvSpPr>
        <p:spPr>
          <a:xfrm>
            <a:off x="5669280" y="3281680"/>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2" name="Shape 18"/>
          <p:cNvSpPr/>
          <p:nvPr/>
        </p:nvSpPr>
        <p:spPr>
          <a:xfrm>
            <a:off x="6172200" y="3281680"/>
            <a:ext cx="5468112" cy="564896"/>
          </a:xfrm>
          <a:prstGeom prst="roundRect">
            <a:avLst>
              <a:gd name="adj" fmla="val 16187"/>
            </a:avLst>
          </a:prstGeom>
          <a:solidFill>
            <a:srgbClr val="FFFFFF"/>
          </a:solidFill>
          <a:ln w="9525">
            <a:solidFill>
              <a:srgbClr val="D5DCE6"/>
            </a:solidFill>
            <a:prstDash val="solid"/>
          </a:ln>
        </p:spPr>
      </p:sp>
      <p:sp>
        <p:nvSpPr>
          <p:cNvPr id="23" name="Text 19"/>
          <p:cNvSpPr txBox="1"/>
          <p:nvPr/>
        </p:nvSpPr>
        <p:spPr>
          <a:xfrm>
            <a:off x="6309360" y="3281680"/>
            <a:ext cx="5239512" cy="564896"/>
          </a:xfrm>
          <a:prstGeom prst="rect">
            <a:avLst/>
          </a:prstGeom>
          <a:noFill/>
          <a:ln/>
        </p:spPr>
        <p:txBody>
          <a:bodyPr wrap="square" lIns="0" tIns="0" rIns="0" bIns="0" rtlCol="0" anchor="ctr"/>
          <a:lstStyle/>
          <a:p>
            <a:pPr algn="l" indent="0" marL="0">
              <a:buNone/>
            </a:pPr>
            <a:r>
              <a:rPr lang="en-US" sz="1600" i="1" dirty="0">
                <a:solidFill>
                  <a:srgbClr val="2E7D4F"/>
                </a:solidFill>
              </a:rPr>
              <a:t>We zoeken een stagiair </a:t>
            </a:r>
            <a:r>
              <a:rPr lang="en-US" sz="1600" b="1" i="1" dirty="0">
                <a:solidFill>
                  <a:srgbClr val="17375E"/>
                </a:solidFill>
              </a:rPr>
              <a:t>die</a:t>
            </a:r>
            <a:r>
              <a:rPr lang="en-US" sz="1600" i="1" dirty="0">
                <a:solidFill>
                  <a:srgbClr val="2E7D4F"/>
                </a:solidFill>
              </a:rPr>
              <a:t> goed Frans </a:t>
            </a:r>
            <a:r>
              <a:rPr lang="en-US" sz="1600" b="1" i="1" dirty="0">
                <a:solidFill>
                  <a:srgbClr val="B83227"/>
                </a:solidFill>
              </a:rPr>
              <a:t>spreekt</a:t>
            </a:r>
            <a:r>
              <a:rPr lang="en-US" sz="1600" i="1" dirty="0">
                <a:solidFill>
                  <a:srgbClr val="2E7D4F"/>
                </a:solidFill>
              </a:rPr>
              <a:t>.</a:t>
            </a:r>
            <a:endParaRPr lang="en-US" sz="1600" dirty="0"/>
          </a:p>
        </p:txBody>
      </p:sp>
      <p:sp>
        <p:nvSpPr>
          <p:cNvPr id="24" name="Shape 20"/>
          <p:cNvSpPr/>
          <p:nvPr/>
        </p:nvSpPr>
        <p:spPr>
          <a:xfrm>
            <a:off x="548640" y="3938016"/>
            <a:ext cx="5120640" cy="564896"/>
          </a:xfrm>
          <a:prstGeom prst="roundRect">
            <a:avLst>
              <a:gd name="adj" fmla="val 16187"/>
            </a:avLst>
          </a:prstGeom>
          <a:solidFill>
            <a:srgbClr val="EEF3F8"/>
          </a:solidFill>
          <a:ln w="12700">
            <a:solidFill>
              <a:srgbClr val="FFFFFF">
                <a:alpha val="0"/>
              </a:srgbClr>
            </a:solidFill>
            <a:prstDash val="solid"/>
          </a:ln>
        </p:spPr>
      </p:sp>
      <p:sp>
        <p:nvSpPr>
          <p:cNvPr id="25" name="Text 21"/>
          <p:cNvSpPr txBox="1"/>
          <p:nvPr/>
        </p:nvSpPr>
        <p:spPr>
          <a:xfrm>
            <a:off x="685800" y="3938016"/>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4</a:t>
            </a:r>
            <a:r>
              <a:rPr lang="en-US" sz="1550" dirty="0">
                <a:solidFill>
                  <a:srgbClr val="1B2333"/>
                </a:solidFill>
              </a:rPr>
              <a:t>  </a:t>
            </a:r>
            <a:r>
              <a:rPr lang="en-US" sz="1550" i="1" dirty="0">
                <a:solidFill>
                  <a:srgbClr val="1B2333"/>
                </a:solidFill>
              </a:rPr>
              <a:t>Dat is de printer. Hij is altijd kapot.</a:t>
            </a:r>
            <a:endParaRPr lang="en-US" sz="1550" dirty="0"/>
          </a:p>
        </p:txBody>
      </p:sp>
      <p:sp>
        <p:nvSpPr>
          <p:cNvPr id="26" name="Text 22"/>
          <p:cNvSpPr txBox="1"/>
          <p:nvPr/>
        </p:nvSpPr>
        <p:spPr>
          <a:xfrm>
            <a:off x="5669280" y="3938016"/>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7" name="Shape 23"/>
          <p:cNvSpPr/>
          <p:nvPr/>
        </p:nvSpPr>
        <p:spPr>
          <a:xfrm>
            <a:off x="6172200" y="3938016"/>
            <a:ext cx="5468112" cy="564896"/>
          </a:xfrm>
          <a:prstGeom prst="roundRect">
            <a:avLst>
              <a:gd name="adj" fmla="val 16187"/>
            </a:avLst>
          </a:prstGeom>
          <a:solidFill>
            <a:srgbClr val="FFFFFF"/>
          </a:solidFill>
          <a:ln w="9525">
            <a:solidFill>
              <a:srgbClr val="D5DCE6"/>
            </a:solidFill>
            <a:prstDash val="solid"/>
          </a:ln>
        </p:spPr>
      </p:sp>
      <p:sp>
        <p:nvSpPr>
          <p:cNvPr id="28" name="Text 24"/>
          <p:cNvSpPr txBox="1"/>
          <p:nvPr/>
        </p:nvSpPr>
        <p:spPr>
          <a:xfrm>
            <a:off x="6309360" y="3938016"/>
            <a:ext cx="5239512" cy="564896"/>
          </a:xfrm>
          <a:prstGeom prst="rect">
            <a:avLst/>
          </a:prstGeom>
          <a:noFill/>
          <a:ln/>
        </p:spPr>
        <p:txBody>
          <a:bodyPr wrap="square" lIns="0" tIns="0" rIns="0" bIns="0" rtlCol="0" anchor="ctr"/>
          <a:lstStyle/>
          <a:p>
            <a:pPr algn="l" indent="0" marL="0">
              <a:buNone/>
            </a:pPr>
            <a:r>
              <a:rPr lang="en-US" sz="1600" i="1" dirty="0">
                <a:solidFill>
                  <a:srgbClr val="2E7D4F"/>
                </a:solidFill>
              </a:rPr>
              <a:t>Dat is de printer </a:t>
            </a:r>
            <a:r>
              <a:rPr lang="en-US" sz="1600" b="1" i="1" dirty="0">
                <a:solidFill>
                  <a:srgbClr val="17375E"/>
                </a:solidFill>
              </a:rPr>
              <a:t>die</a:t>
            </a:r>
            <a:r>
              <a:rPr lang="en-US" sz="1600" i="1" dirty="0">
                <a:solidFill>
                  <a:srgbClr val="2E7D4F"/>
                </a:solidFill>
              </a:rPr>
              <a:t> altijd kapot </a:t>
            </a:r>
            <a:r>
              <a:rPr lang="en-US" sz="1600" b="1" i="1" dirty="0">
                <a:solidFill>
                  <a:srgbClr val="B83227"/>
                </a:solidFill>
              </a:rPr>
              <a:t>is</a:t>
            </a:r>
            <a:r>
              <a:rPr lang="en-US" sz="1600" i="1" dirty="0">
                <a:solidFill>
                  <a:srgbClr val="2E7D4F"/>
                </a:solidFill>
              </a:rPr>
              <a:t>.</a:t>
            </a:r>
            <a:endParaRPr lang="en-US" sz="1600" dirty="0"/>
          </a:p>
        </p:txBody>
      </p:sp>
      <p:sp>
        <p:nvSpPr>
          <p:cNvPr id="29" name="Shape 25"/>
          <p:cNvSpPr/>
          <p:nvPr/>
        </p:nvSpPr>
        <p:spPr>
          <a:xfrm>
            <a:off x="548640" y="4594352"/>
            <a:ext cx="5120640" cy="564896"/>
          </a:xfrm>
          <a:prstGeom prst="roundRect">
            <a:avLst>
              <a:gd name="adj" fmla="val 16187"/>
            </a:avLst>
          </a:prstGeom>
          <a:solidFill>
            <a:srgbClr val="EEF3F8"/>
          </a:solidFill>
          <a:ln w="12700">
            <a:solidFill>
              <a:srgbClr val="FFFFFF">
                <a:alpha val="0"/>
              </a:srgbClr>
            </a:solidFill>
            <a:prstDash val="solid"/>
          </a:ln>
        </p:spPr>
      </p:sp>
      <p:sp>
        <p:nvSpPr>
          <p:cNvPr id="30" name="Text 26"/>
          <p:cNvSpPr txBox="1"/>
          <p:nvPr/>
        </p:nvSpPr>
        <p:spPr>
          <a:xfrm>
            <a:off x="685800" y="4594352"/>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5</a:t>
            </a:r>
            <a:r>
              <a:rPr lang="en-US" sz="1550" dirty="0">
                <a:solidFill>
                  <a:srgbClr val="1B2333"/>
                </a:solidFill>
              </a:rPr>
              <a:t>  </a:t>
            </a:r>
            <a:r>
              <a:rPr lang="en-US" sz="1550" i="1" dirty="0">
                <a:solidFill>
                  <a:srgbClr val="1B2333"/>
                </a:solidFill>
              </a:rPr>
              <a:t>Ken je het restaurant? Het ligt naast het station.</a:t>
            </a:r>
            <a:endParaRPr lang="en-US" sz="1550" dirty="0"/>
          </a:p>
        </p:txBody>
      </p:sp>
      <p:sp>
        <p:nvSpPr>
          <p:cNvPr id="31" name="Text 27"/>
          <p:cNvSpPr txBox="1"/>
          <p:nvPr/>
        </p:nvSpPr>
        <p:spPr>
          <a:xfrm>
            <a:off x="5669280" y="4594352"/>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2" name="Shape 28"/>
          <p:cNvSpPr/>
          <p:nvPr/>
        </p:nvSpPr>
        <p:spPr>
          <a:xfrm>
            <a:off x="6172200" y="4594352"/>
            <a:ext cx="5468112" cy="564896"/>
          </a:xfrm>
          <a:prstGeom prst="roundRect">
            <a:avLst>
              <a:gd name="adj" fmla="val 16187"/>
            </a:avLst>
          </a:prstGeom>
          <a:solidFill>
            <a:srgbClr val="FFFFFF"/>
          </a:solidFill>
          <a:ln w="9525">
            <a:solidFill>
              <a:srgbClr val="D5DCE6"/>
            </a:solidFill>
            <a:prstDash val="solid"/>
          </a:ln>
        </p:spPr>
      </p:sp>
      <p:sp>
        <p:nvSpPr>
          <p:cNvPr id="33" name="Text 29"/>
          <p:cNvSpPr txBox="1"/>
          <p:nvPr/>
        </p:nvSpPr>
        <p:spPr>
          <a:xfrm>
            <a:off x="6309360" y="4594352"/>
            <a:ext cx="5239512" cy="564896"/>
          </a:xfrm>
          <a:prstGeom prst="rect">
            <a:avLst/>
          </a:prstGeom>
          <a:noFill/>
          <a:ln/>
        </p:spPr>
        <p:txBody>
          <a:bodyPr wrap="square" lIns="0" tIns="0" rIns="0" bIns="0" rtlCol="0" anchor="ctr"/>
          <a:lstStyle/>
          <a:p>
            <a:pPr algn="l" indent="0" marL="0">
              <a:buNone/>
            </a:pPr>
            <a:r>
              <a:rPr lang="en-US" sz="1600" i="1" dirty="0">
                <a:solidFill>
                  <a:srgbClr val="2E7D4F"/>
                </a:solidFill>
              </a:rPr>
              <a:t>Ken je het restaurant </a:t>
            </a:r>
            <a:r>
              <a:rPr lang="en-US" sz="1600" b="1" i="1" dirty="0">
                <a:solidFill>
                  <a:srgbClr val="D9700F"/>
                </a:solidFill>
              </a:rPr>
              <a:t>dat</a:t>
            </a:r>
            <a:r>
              <a:rPr lang="en-US" sz="1600" i="1" dirty="0">
                <a:solidFill>
                  <a:srgbClr val="2E7D4F"/>
                </a:solidFill>
              </a:rPr>
              <a:t> naast het station </a:t>
            </a:r>
            <a:r>
              <a:rPr lang="en-US" sz="1600" b="1" i="1" dirty="0">
                <a:solidFill>
                  <a:srgbClr val="B83227"/>
                </a:solidFill>
              </a:rPr>
              <a:t>ligt</a:t>
            </a:r>
            <a:r>
              <a:rPr lang="en-US" sz="1600" i="1" dirty="0">
                <a:solidFill>
                  <a:srgbClr val="2E7D4F"/>
                </a:solidFill>
              </a:rPr>
              <a:t>?</a:t>
            </a:r>
            <a:endParaRPr lang="en-US" sz="1600" dirty="0"/>
          </a:p>
        </p:txBody>
      </p:sp>
      <p:sp>
        <p:nvSpPr>
          <p:cNvPr id="34" name="Shape 30"/>
          <p:cNvSpPr/>
          <p:nvPr/>
        </p:nvSpPr>
        <p:spPr>
          <a:xfrm>
            <a:off x="548640" y="5250688"/>
            <a:ext cx="5120640" cy="564896"/>
          </a:xfrm>
          <a:prstGeom prst="roundRect">
            <a:avLst>
              <a:gd name="adj" fmla="val 16187"/>
            </a:avLst>
          </a:prstGeom>
          <a:solidFill>
            <a:srgbClr val="EEF3F8"/>
          </a:solidFill>
          <a:ln w="12700">
            <a:solidFill>
              <a:srgbClr val="FFFFFF">
                <a:alpha val="0"/>
              </a:srgbClr>
            </a:solidFill>
            <a:prstDash val="solid"/>
          </a:ln>
        </p:spPr>
      </p:sp>
      <p:sp>
        <p:nvSpPr>
          <p:cNvPr id="35" name="Text 31"/>
          <p:cNvSpPr txBox="1"/>
          <p:nvPr/>
        </p:nvSpPr>
        <p:spPr>
          <a:xfrm>
            <a:off x="685800" y="5250688"/>
            <a:ext cx="4892040" cy="564896"/>
          </a:xfrm>
          <a:prstGeom prst="rect">
            <a:avLst/>
          </a:prstGeom>
          <a:noFill/>
          <a:ln/>
        </p:spPr>
        <p:txBody>
          <a:bodyPr wrap="square" lIns="0" tIns="0" rIns="0" bIns="0" rtlCol="0" anchor="ctr"/>
          <a:lstStyle/>
          <a:p>
            <a:pPr algn="l" indent="0" marL="0">
              <a:buNone/>
            </a:pPr>
            <a:r>
              <a:rPr lang="en-US" sz="1550" b="1" dirty="0">
                <a:solidFill>
                  <a:srgbClr val="4A5A70"/>
                </a:solidFill>
              </a:rPr>
              <a:t>6</a:t>
            </a:r>
            <a:r>
              <a:rPr lang="en-US" sz="1550" dirty="0">
                <a:solidFill>
                  <a:srgbClr val="1B2333"/>
                </a:solidFill>
              </a:rPr>
              <a:t>  </a:t>
            </a:r>
            <a:r>
              <a:rPr lang="en-US" sz="1550" i="1" dirty="0">
                <a:solidFill>
                  <a:srgbClr val="1B2333"/>
                </a:solidFill>
              </a:rPr>
              <a:t>Ik bel de klanten. Ze hebben een klacht gestuurd.</a:t>
            </a:r>
            <a:endParaRPr lang="en-US" sz="1550" dirty="0"/>
          </a:p>
        </p:txBody>
      </p:sp>
      <p:sp>
        <p:nvSpPr>
          <p:cNvPr id="36" name="Text 32"/>
          <p:cNvSpPr txBox="1"/>
          <p:nvPr/>
        </p:nvSpPr>
        <p:spPr>
          <a:xfrm>
            <a:off x="5669280" y="525068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7" name="Shape 33"/>
          <p:cNvSpPr/>
          <p:nvPr/>
        </p:nvSpPr>
        <p:spPr>
          <a:xfrm>
            <a:off x="6172200" y="5250688"/>
            <a:ext cx="5468112" cy="564896"/>
          </a:xfrm>
          <a:prstGeom prst="roundRect">
            <a:avLst>
              <a:gd name="adj" fmla="val 16187"/>
            </a:avLst>
          </a:prstGeom>
          <a:solidFill>
            <a:srgbClr val="FFFFFF"/>
          </a:solidFill>
          <a:ln w="9525">
            <a:solidFill>
              <a:srgbClr val="D5DCE6"/>
            </a:solidFill>
            <a:prstDash val="solid"/>
          </a:ln>
        </p:spPr>
      </p:sp>
      <p:sp>
        <p:nvSpPr>
          <p:cNvPr id="38" name="Text 34"/>
          <p:cNvSpPr txBox="1"/>
          <p:nvPr/>
        </p:nvSpPr>
        <p:spPr>
          <a:xfrm>
            <a:off x="6309360" y="5250688"/>
            <a:ext cx="5239512" cy="564896"/>
          </a:xfrm>
          <a:prstGeom prst="rect">
            <a:avLst/>
          </a:prstGeom>
          <a:noFill/>
          <a:ln/>
        </p:spPr>
        <p:txBody>
          <a:bodyPr wrap="square" lIns="0" tIns="0" rIns="0" bIns="0" rtlCol="0" anchor="ctr"/>
          <a:lstStyle/>
          <a:p>
            <a:pPr algn="l" indent="0" marL="0">
              <a:buNone/>
            </a:pPr>
            <a:r>
              <a:rPr lang="en-US" sz="1600" i="1" dirty="0">
                <a:solidFill>
                  <a:srgbClr val="2E7D4F"/>
                </a:solidFill>
              </a:rPr>
              <a:t>Ik bel de klanten </a:t>
            </a:r>
            <a:r>
              <a:rPr lang="en-US" sz="1600" b="1" i="1" dirty="0">
                <a:solidFill>
                  <a:srgbClr val="17375E"/>
                </a:solidFill>
              </a:rPr>
              <a:t>die</a:t>
            </a:r>
            <a:r>
              <a:rPr lang="en-US" sz="1600" i="1" dirty="0">
                <a:solidFill>
                  <a:srgbClr val="2E7D4F"/>
                </a:solidFill>
              </a:rPr>
              <a:t> een klacht </a:t>
            </a:r>
            <a:r>
              <a:rPr lang="en-US" sz="1600" b="1" i="1" dirty="0">
                <a:solidFill>
                  <a:srgbClr val="B83227"/>
                </a:solidFill>
              </a:rPr>
              <a:t>hebben gestuurd</a:t>
            </a:r>
            <a:r>
              <a:rPr lang="en-US" sz="1600" i="1" dirty="0">
                <a:solidFill>
                  <a:srgbClr val="2E7D4F"/>
                </a:solidFill>
              </a:rPr>
              <a:t>.</a:t>
            </a:r>
            <a:endParaRPr lang="en-US" sz="1600" dirty="0"/>
          </a:p>
        </p:txBody>
      </p:sp>
      <p:sp>
        <p:nvSpPr>
          <p:cNvPr id="39" name="Text 35"/>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N° 2 et 6 : </a:t>
            </a:r>
            <a:r>
              <a:rPr lang="en-US" sz="1300" i="1" dirty="0">
                <a:solidFill>
                  <a:srgbClr val="4A5A70"/>
                </a:solidFill>
              </a:rPr>
              <a:t>gevraagd hebt</a:t>
            </a:r>
            <a:r>
              <a:rPr lang="en-US" sz="1300" i="1" dirty="0">
                <a:solidFill>
                  <a:srgbClr val="4A5A70"/>
                </a:solidFill>
              </a:rPr>
              <a:t> = </a:t>
            </a:r>
            <a:r>
              <a:rPr lang="en-US" sz="1300" i="1" dirty="0">
                <a:solidFill>
                  <a:srgbClr val="4A5A70"/>
                </a:solidFill>
              </a:rPr>
              <a:t>hebt gevraagd</a:t>
            </a:r>
            <a:r>
              <a:rPr lang="en-US" sz="1300" i="1" dirty="0">
                <a:solidFill>
                  <a:srgbClr val="4A5A70"/>
                </a:solidFill>
              </a:rPr>
              <a:t> · </a:t>
            </a:r>
            <a:r>
              <a:rPr lang="en-US" sz="1300" i="1" dirty="0">
                <a:solidFill>
                  <a:srgbClr val="4A5A70"/>
                </a:solidFill>
              </a:rPr>
              <a:t>hebben gestuurd</a:t>
            </a:r>
            <a:r>
              <a:rPr lang="en-US" sz="1300" i="1" dirty="0">
                <a:solidFill>
                  <a:srgbClr val="4A5A70"/>
                </a:solidFill>
              </a:rPr>
              <a:t> = </a:t>
            </a:r>
            <a:r>
              <a:rPr lang="en-US" sz="1300" i="1" dirty="0">
                <a:solidFill>
                  <a:srgbClr val="4A5A70"/>
                </a:solidFill>
              </a:rPr>
              <a:t>gestuurd hebben</a:t>
            </a:r>
            <a:r>
              <a:rPr lang="en-US" sz="1300" i="1" dirty="0">
                <a:solidFill>
                  <a:srgbClr val="4A5A70"/>
                </a:solidFill>
              </a:rPr>
              <a:t> : les deux ordres sont corrects.</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Qui ou que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Le français change… et le néerlandais ?</a:t>
            </a:r>
            <a:endParaRPr lang="en-US" sz="1700" dirty="0"/>
          </a:p>
        </p:txBody>
      </p:sp>
      <p:sp>
        <p:nvSpPr>
          <p:cNvPr id="8" name="Shape 4"/>
          <p:cNvSpPr/>
          <p:nvPr/>
        </p:nvSpPr>
        <p:spPr>
          <a:xfrm>
            <a:off x="548640" y="1969008"/>
            <a:ext cx="5120640" cy="564896"/>
          </a:xfrm>
          <a:prstGeom prst="roundRect">
            <a:avLst>
              <a:gd name="adj" fmla="val 16187"/>
            </a:avLst>
          </a:prstGeom>
          <a:solidFill>
            <a:srgbClr val="EEF3F8"/>
          </a:solidFill>
          <a:ln w="12700">
            <a:solidFill>
              <a:srgbClr val="FFFFFF">
                <a:alpha val="0"/>
              </a:srgbClr>
            </a:solidFill>
            <a:prstDash val="solid"/>
          </a:ln>
        </p:spPr>
      </p:sp>
      <p:sp>
        <p:nvSpPr>
          <p:cNvPr id="9" name="Text 5"/>
          <p:cNvSpPr txBox="1"/>
          <p:nvPr/>
        </p:nvSpPr>
        <p:spPr>
          <a:xfrm>
            <a:off x="685800" y="1969008"/>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1</a:t>
            </a:r>
            <a:r>
              <a:rPr lang="en-US" sz="1700" dirty="0">
                <a:solidFill>
                  <a:srgbClr val="17375E"/>
                </a:solidFill>
              </a:rPr>
              <a:t>  « le client </a:t>
            </a:r>
            <a:r>
              <a:rPr lang="en-US" sz="1700" b="1" dirty="0">
                <a:solidFill>
                  <a:srgbClr val="17375E"/>
                </a:solidFill>
              </a:rPr>
              <a:t>qui</a:t>
            </a:r>
            <a:r>
              <a:rPr lang="en-US" sz="1700" dirty="0">
                <a:solidFill>
                  <a:srgbClr val="17375E"/>
                </a:solidFill>
              </a:rPr>
              <a:t> appelle »</a:t>
            </a:r>
            <a:endParaRPr lang="en-US" sz="1700" dirty="0"/>
          </a:p>
        </p:txBody>
      </p:sp>
      <p:sp>
        <p:nvSpPr>
          <p:cNvPr id="10" name="Text 6"/>
          <p:cNvSpPr txBox="1"/>
          <p:nvPr/>
        </p:nvSpPr>
        <p:spPr>
          <a:xfrm>
            <a:off x="5669280" y="196900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1" name="Shape 7"/>
          <p:cNvSpPr/>
          <p:nvPr/>
        </p:nvSpPr>
        <p:spPr>
          <a:xfrm>
            <a:off x="6172200" y="1969008"/>
            <a:ext cx="5468112" cy="564896"/>
          </a:xfrm>
          <a:prstGeom prst="roundRect">
            <a:avLst>
              <a:gd name="adj" fmla="val 16187"/>
            </a:avLst>
          </a:prstGeom>
          <a:solidFill>
            <a:srgbClr val="FFFFFF"/>
          </a:solidFill>
          <a:ln w="9525">
            <a:solidFill>
              <a:srgbClr val="D5DCE6"/>
            </a:solidFill>
            <a:prstDash val="solid"/>
          </a:ln>
        </p:spPr>
      </p:sp>
      <p:sp>
        <p:nvSpPr>
          <p:cNvPr id="12" name="Text 8"/>
          <p:cNvSpPr txBox="1"/>
          <p:nvPr/>
        </p:nvSpPr>
        <p:spPr>
          <a:xfrm>
            <a:off x="6309360" y="1969008"/>
            <a:ext cx="5239512" cy="564896"/>
          </a:xfrm>
          <a:prstGeom prst="rect">
            <a:avLst/>
          </a:prstGeom>
          <a:noFill/>
          <a:ln/>
        </p:spPr>
        <p:txBody>
          <a:bodyPr wrap="square" lIns="0" tIns="0" rIns="0" bIns="0" rtlCol="0" anchor="ctr"/>
          <a:lstStyle/>
          <a:p>
            <a:pPr algn="l" indent="0" marL="0">
              <a:buNone/>
            </a:pPr>
            <a:r>
              <a:rPr lang="en-US" sz="1800" i="1" dirty="0">
                <a:solidFill>
                  <a:srgbClr val="9AA6B5"/>
                </a:solidFill>
              </a:rPr>
              <a:t>……………</a:t>
            </a:r>
            <a:r>
              <a:rPr lang="en-US" sz="1800" i="1" dirty="0">
                <a:solidFill>
                  <a:srgbClr val="9AA6B5"/>
                </a:solidFill>
              </a:rPr>
              <a:t>…………</a:t>
            </a:r>
            <a:r>
              <a:rPr lang="en-US" sz="1800" i="1" dirty="0">
                <a:solidFill>
                  <a:srgbClr val="9AA6B5"/>
                </a:solidFill>
              </a:rPr>
              <a:t>…………</a:t>
            </a:r>
            <a:endParaRPr lang="en-US" sz="1800" dirty="0"/>
          </a:p>
        </p:txBody>
      </p:sp>
      <p:sp>
        <p:nvSpPr>
          <p:cNvPr id="13" name="Shape 9"/>
          <p:cNvSpPr/>
          <p:nvPr/>
        </p:nvSpPr>
        <p:spPr>
          <a:xfrm>
            <a:off x="548640" y="2625344"/>
            <a:ext cx="5120640" cy="564896"/>
          </a:xfrm>
          <a:prstGeom prst="roundRect">
            <a:avLst>
              <a:gd name="adj" fmla="val 16187"/>
            </a:avLst>
          </a:prstGeom>
          <a:solidFill>
            <a:srgbClr val="EEF3F8"/>
          </a:solidFill>
          <a:ln w="12700">
            <a:solidFill>
              <a:srgbClr val="FFFFFF">
                <a:alpha val="0"/>
              </a:srgbClr>
            </a:solidFill>
            <a:prstDash val="solid"/>
          </a:ln>
        </p:spPr>
      </p:sp>
      <p:sp>
        <p:nvSpPr>
          <p:cNvPr id="14" name="Text 10"/>
          <p:cNvSpPr txBox="1"/>
          <p:nvPr/>
        </p:nvSpPr>
        <p:spPr>
          <a:xfrm>
            <a:off x="685800" y="2625344"/>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2</a:t>
            </a:r>
            <a:r>
              <a:rPr lang="en-US" sz="1700" dirty="0">
                <a:solidFill>
                  <a:srgbClr val="17375E"/>
                </a:solidFill>
              </a:rPr>
              <a:t>  « le client </a:t>
            </a:r>
            <a:r>
              <a:rPr lang="en-US" sz="1700" b="1" dirty="0">
                <a:solidFill>
                  <a:srgbClr val="17375E"/>
                </a:solidFill>
              </a:rPr>
              <a:t>que</a:t>
            </a:r>
            <a:r>
              <a:rPr lang="en-US" sz="1700" dirty="0">
                <a:solidFill>
                  <a:srgbClr val="17375E"/>
                </a:solidFill>
              </a:rPr>
              <a:t> j’appelle »</a:t>
            </a:r>
            <a:endParaRPr lang="en-US" sz="1700" dirty="0"/>
          </a:p>
        </p:txBody>
      </p:sp>
      <p:sp>
        <p:nvSpPr>
          <p:cNvPr id="15" name="Text 11"/>
          <p:cNvSpPr txBox="1"/>
          <p:nvPr/>
        </p:nvSpPr>
        <p:spPr>
          <a:xfrm>
            <a:off x="5669280" y="2625344"/>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6" name="Shape 12"/>
          <p:cNvSpPr/>
          <p:nvPr/>
        </p:nvSpPr>
        <p:spPr>
          <a:xfrm>
            <a:off x="6172200" y="2625344"/>
            <a:ext cx="5468112" cy="564896"/>
          </a:xfrm>
          <a:prstGeom prst="roundRect">
            <a:avLst>
              <a:gd name="adj" fmla="val 16187"/>
            </a:avLst>
          </a:prstGeom>
          <a:solidFill>
            <a:srgbClr val="FFFFFF"/>
          </a:solidFill>
          <a:ln w="9525">
            <a:solidFill>
              <a:srgbClr val="D5DCE6"/>
            </a:solidFill>
            <a:prstDash val="solid"/>
          </a:ln>
        </p:spPr>
      </p:sp>
      <p:sp>
        <p:nvSpPr>
          <p:cNvPr id="17" name="Text 13"/>
          <p:cNvSpPr txBox="1"/>
          <p:nvPr/>
        </p:nvSpPr>
        <p:spPr>
          <a:xfrm>
            <a:off x="6309360" y="2625344"/>
            <a:ext cx="5239512" cy="564896"/>
          </a:xfrm>
          <a:prstGeom prst="rect">
            <a:avLst/>
          </a:prstGeom>
          <a:noFill/>
          <a:ln/>
        </p:spPr>
        <p:txBody>
          <a:bodyPr wrap="square" lIns="0" tIns="0" rIns="0" bIns="0" rtlCol="0" anchor="ctr"/>
          <a:lstStyle/>
          <a:p>
            <a:pPr algn="l" indent="0" marL="0">
              <a:buNone/>
            </a:pPr>
            <a:r>
              <a:rPr lang="en-US" sz="1800" i="1" dirty="0">
                <a:solidFill>
                  <a:srgbClr val="9AA6B5"/>
                </a:solidFill>
              </a:rPr>
              <a:t>……………</a:t>
            </a:r>
            <a:r>
              <a:rPr lang="en-US" sz="1800" i="1" dirty="0">
                <a:solidFill>
                  <a:srgbClr val="9AA6B5"/>
                </a:solidFill>
              </a:rPr>
              <a:t>…………</a:t>
            </a:r>
            <a:r>
              <a:rPr lang="en-US" sz="1800" i="1" dirty="0">
                <a:solidFill>
                  <a:srgbClr val="9AA6B5"/>
                </a:solidFill>
              </a:rPr>
              <a:t>…………</a:t>
            </a:r>
            <a:endParaRPr lang="en-US" sz="1800" dirty="0"/>
          </a:p>
        </p:txBody>
      </p:sp>
      <p:sp>
        <p:nvSpPr>
          <p:cNvPr id="18" name="Shape 14"/>
          <p:cNvSpPr/>
          <p:nvPr/>
        </p:nvSpPr>
        <p:spPr>
          <a:xfrm>
            <a:off x="548640" y="3281680"/>
            <a:ext cx="5120640" cy="564896"/>
          </a:xfrm>
          <a:prstGeom prst="roundRect">
            <a:avLst>
              <a:gd name="adj" fmla="val 16187"/>
            </a:avLst>
          </a:prstGeom>
          <a:solidFill>
            <a:srgbClr val="EEF3F8"/>
          </a:solidFill>
          <a:ln w="12700">
            <a:solidFill>
              <a:srgbClr val="FFFFFF">
                <a:alpha val="0"/>
              </a:srgbClr>
            </a:solidFill>
            <a:prstDash val="solid"/>
          </a:ln>
        </p:spPr>
      </p:sp>
      <p:sp>
        <p:nvSpPr>
          <p:cNvPr id="19" name="Text 15"/>
          <p:cNvSpPr txBox="1"/>
          <p:nvPr/>
        </p:nvSpPr>
        <p:spPr>
          <a:xfrm>
            <a:off x="685800" y="3281680"/>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3</a:t>
            </a:r>
            <a:r>
              <a:rPr lang="en-US" sz="1700" dirty="0">
                <a:solidFill>
                  <a:srgbClr val="17375E"/>
                </a:solidFill>
              </a:rPr>
              <a:t>  « le bureau </a:t>
            </a:r>
            <a:r>
              <a:rPr lang="en-US" sz="1700" b="1" dirty="0">
                <a:solidFill>
                  <a:srgbClr val="17375E"/>
                </a:solidFill>
              </a:rPr>
              <a:t>qui</a:t>
            </a:r>
            <a:r>
              <a:rPr lang="en-US" sz="1700" dirty="0">
                <a:solidFill>
                  <a:srgbClr val="17375E"/>
                </a:solidFill>
              </a:rPr>
              <a:t> est libre »</a:t>
            </a:r>
            <a:endParaRPr lang="en-US" sz="1700" dirty="0"/>
          </a:p>
        </p:txBody>
      </p:sp>
      <p:sp>
        <p:nvSpPr>
          <p:cNvPr id="20" name="Text 16"/>
          <p:cNvSpPr txBox="1"/>
          <p:nvPr/>
        </p:nvSpPr>
        <p:spPr>
          <a:xfrm>
            <a:off x="5669280" y="3281680"/>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1" name="Shape 17"/>
          <p:cNvSpPr/>
          <p:nvPr/>
        </p:nvSpPr>
        <p:spPr>
          <a:xfrm>
            <a:off x="6172200" y="3281680"/>
            <a:ext cx="5468112" cy="564896"/>
          </a:xfrm>
          <a:prstGeom prst="roundRect">
            <a:avLst>
              <a:gd name="adj" fmla="val 16187"/>
            </a:avLst>
          </a:prstGeom>
          <a:solidFill>
            <a:srgbClr val="FFFFFF"/>
          </a:solidFill>
          <a:ln w="9525">
            <a:solidFill>
              <a:srgbClr val="D5DCE6"/>
            </a:solidFill>
            <a:prstDash val="solid"/>
          </a:ln>
        </p:spPr>
      </p:sp>
      <p:sp>
        <p:nvSpPr>
          <p:cNvPr id="22" name="Text 18"/>
          <p:cNvSpPr txBox="1"/>
          <p:nvPr/>
        </p:nvSpPr>
        <p:spPr>
          <a:xfrm>
            <a:off x="6309360" y="3281680"/>
            <a:ext cx="5239512" cy="564896"/>
          </a:xfrm>
          <a:prstGeom prst="rect">
            <a:avLst/>
          </a:prstGeom>
          <a:noFill/>
          <a:ln/>
        </p:spPr>
        <p:txBody>
          <a:bodyPr wrap="square" lIns="0" tIns="0" rIns="0" bIns="0" rtlCol="0" anchor="ctr"/>
          <a:lstStyle/>
          <a:p>
            <a:pPr algn="l" indent="0" marL="0">
              <a:buNone/>
            </a:pPr>
            <a:r>
              <a:rPr lang="en-US" sz="1800" i="1" dirty="0">
                <a:solidFill>
                  <a:srgbClr val="9AA6B5"/>
                </a:solidFill>
              </a:rPr>
              <a:t>………………</a:t>
            </a:r>
            <a:r>
              <a:rPr lang="en-US" sz="1800" i="1" dirty="0">
                <a:solidFill>
                  <a:srgbClr val="9AA6B5"/>
                </a:solidFill>
              </a:rPr>
              <a:t>…………</a:t>
            </a:r>
            <a:r>
              <a:rPr lang="en-US" sz="1800" i="1" dirty="0">
                <a:solidFill>
                  <a:srgbClr val="9AA6B5"/>
                </a:solidFill>
              </a:rPr>
              <a:t>…………</a:t>
            </a:r>
            <a:endParaRPr lang="en-US" sz="1800" dirty="0"/>
          </a:p>
        </p:txBody>
      </p:sp>
      <p:sp>
        <p:nvSpPr>
          <p:cNvPr id="23" name="Shape 19"/>
          <p:cNvSpPr/>
          <p:nvPr/>
        </p:nvSpPr>
        <p:spPr>
          <a:xfrm>
            <a:off x="548640" y="3938016"/>
            <a:ext cx="5120640" cy="564896"/>
          </a:xfrm>
          <a:prstGeom prst="roundRect">
            <a:avLst>
              <a:gd name="adj" fmla="val 16187"/>
            </a:avLst>
          </a:prstGeom>
          <a:solidFill>
            <a:srgbClr val="EEF3F8"/>
          </a:solidFill>
          <a:ln w="12700">
            <a:solidFill>
              <a:srgbClr val="FFFFFF">
                <a:alpha val="0"/>
              </a:srgbClr>
            </a:solidFill>
            <a:prstDash val="solid"/>
          </a:ln>
        </p:spPr>
      </p:sp>
      <p:sp>
        <p:nvSpPr>
          <p:cNvPr id="24" name="Text 20"/>
          <p:cNvSpPr txBox="1"/>
          <p:nvPr/>
        </p:nvSpPr>
        <p:spPr>
          <a:xfrm>
            <a:off x="685800" y="3938016"/>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4</a:t>
            </a:r>
            <a:r>
              <a:rPr lang="en-US" sz="1700" dirty="0">
                <a:solidFill>
                  <a:srgbClr val="17375E"/>
                </a:solidFill>
              </a:rPr>
              <a:t>  « le bureau </a:t>
            </a:r>
            <a:r>
              <a:rPr lang="en-US" sz="1700" b="1" dirty="0">
                <a:solidFill>
                  <a:srgbClr val="17375E"/>
                </a:solidFill>
              </a:rPr>
              <a:t>que</a:t>
            </a:r>
            <a:r>
              <a:rPr lang="en-US" sz="1700" dirty="0">
                <a:solidFill>
                  <a:srgbClr val="17375E"/>
                </a:solidFill>
              </a:rPr>
              <a:t> je réserve »</a:t>
            </a:r>
            <a:endParaRPr lang="en-US" sz="1700" dirty="0"/>
          </a:p>
        </p:txBody>
      </p:sp>
      <p:sp>
        <p:nvSpPr>
          <p:cNvPr id="25" name="Text 21"/>
          <p:cNvSpPr txBox="1"/>
          <p:nvPr/>
        </p:nvSpPr>
        <p:spPr>
          <a:xfrm>
            <a:off x="5669280" y="3938016"/>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6" name="Shape 22"/>
          <p:cNvSpPr/>
          <p:nvPr/>
        </p:nvSpPr>
        <p:spPr>
          <a:xfrm>
            <a:off x="6172200" y="3938016"/>
            <a:ext cx="5468112" cy="564896"/>
          </a:xfrm>
          <a:prstGeom prst="roundRect">
            <a:avLst>
              <a:gd name="adj" fmla="val 16187"/>
            </a:avLst>
          </a:prstGeom>
          <a:solidFill>
            <a:srgbClr val="FFFFFF"/>
          </a:solidFill>
          <a:ln w="9525">
            <a:solidFill>
              <a:srgbClr val="D5DCE6"/>
            </a:solidFill>
            <a:prstDash val="solid"/>
          </a:ln>
        </p:spPr>
      </p:sp>
      <p:sp>
        <p:nvSpPr>
          <p:cNvPr id="27" name="Text 23"/>
          <p:cNvSpPr txBox="1"/>
          <p:nvPr/>
        </p:nvSpPr>
        <p:spPr>
          <a:xfrm>
            <a:off x="6309360" y="3938016"/>
            <a:ext cx="5239512" cy="564896"/>
          </a:xfrm>
          <a:prstGeom prst="rect">
            <a:avLst/>
          </a:prstGeom>
          <a:noFill/>
          <a:ln/>
        </p:spPr>
        <p:txBody>
          <a:bodyPr wrap="square" lIns="0" tIns="0" rIns="0" bIns="0" rtlCol="0" anchor="ctr"/>
          <a:lstStyle/>
          <a:p>
            <a:pPr algn="l" indent="0" marL="0">
              <a:buNone/>
            </a:pPr>
            <a:r>
              <a:rPr lang="en-US" sz="1800" i="1" dirty="0">
                <a:solidFill>
                  <a:srgbClr val="9AA6B5"/>
                </a:solidFill>
              </a:rPr>
              <a:t>………………</a:t>
            </a:r>
            <a:r>
              <a:rPr lang="en-US" sz="1800" i="1" dirty="0">
                <a:solidFill>
                  <a:srgbClr val="9AA6B5"/>
                </a:solidFill>
              </a:rPr>
              <a:t>…………</a:t>
            </a:r>
            <a:r>
              <a:rPr lang="en-US" sz="1800" i="1" dirty="0">
                <a:solidFill>
                  <a:srgbClr val="9AA6B5"/>
                </a:solidFill>
              </a:rPr>
              <a:t>…………………</a:t>
            </a:r>
            <a:endParaRPr lang="en-US" sz="1800" dirty="0"/>
          </a:p>
        </p:txBody>
      </p:sp>
      <p:sp>
        <p:nvSpPr>
          <p:cNvPr id="28" name="Shape 24"/>
          <p:cNvSpPr/>
          <p:nvPr/>
        </p:nvSpPr>
        <p:spPr>
          <a:xfrm>
            <a:off x="548640" y="4594352"/>
            <a:ext cx="5120640" cy="564896"/>
          </a:xfrm>
          <a:prstGeom prst="roundRect">
            <a:avLst>
              <a:gd name="adj" fmla="val 16187"/>
            </a:avLst>
          </a:prstGeom>
          <a:solidFill>
            <a:srgbClr val="EEF3F8"/>
          </a:solidFill>
          <a:ln w="12700">
            <a:solidFill>
              <a:srgbClr val="FFFFFF">
                <a:alpha val="0"/>
              </a:srgbClr>
            </a:solidFill>
            <a:prstDash val="solid"/>
          </a:ln>
        </p:spPr>
      </p:sp>
      <p:sp>
        <p:nvSpPr>
          <p:cNvPr id="29" name="Text 25"/>
          <p:cNvSpPr txBox="1"/>
          <p:nvPr/>
        </p:nvSpPr>
        <p:spPr>
          <a:xfrm>
            <a:off x="685800" y="4594352"/>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5</a:t>
            </a:r>
            <a:r>
              <a:rPr lang="en-US" sz="1700" dirty="0">
                <a:solidFill>
                  <a:srgbClr val="17375E"/>
                </a:solidFill>
              </a:rPr>
              <a:t>  « les collègues </a:t>
            </a:r>
            <a:r>
              <a:rPr lang="en-US" sz="1700" b="1" dirty="0">
                <a:solidFill>
                  <a:srgbClr val="17375E"/>
                </a:solidFill>
              </a:rPr>
              <a:t>qui</a:t>
            </a:r>
            <a:r>
              <a:rPr lang="en-US" sz="1700" dirty="0">
                <a:solidFill>
                  <a:srgbClr val="17375E"/>
                </a:solidFill>
              </a:rPr>
              <a:t> m’aident »</a:t>
            </a:r>
            <a:endParaRPr lang="en-US" sz="1700" dirty="0"/>
          </a:p>
        </p:txBody>
      </p:sp>
      <p:sp>
        <p:nvSpPr>
          <p:cNvPr id="30" name="Text 26"/>
          <p:cNvSpPr txBox="1"/>
          <p:nvPr/>
        </p:nvSpPr>
        <p:spPr>
          <a:xfrm>
            <a:off x="5669280" y="4594352"/>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1" name="Shape 27"/>
          <p:cNvSpPr/>
          <p:nvPr/>
        </p:nvSpPr>
        <p:spPr>
          <a:xfrm>
            <a:off x="6172200" y="4594352"/>
            <a:ext cx="5468112" cy="564896"/>
          </a:xfrm>
          <a:prstGeom prst="roundRect">
            <a:avLst>
              <a:gd name="adj" fmla="val 16187"/>
            </a:avLst>
          </a:prstGeom>
          <a:solidFill>
            <a:srgbClr val="FFFFFF"/>
          </a:solidFill>
          <a:ln w="9525">
            <a:solidFill>
              <a:srgbClr val="D5DCE6"/>
            </a:solidFill>
            <a:prstDash val="solid"/>
          </a:ln>
        </p:spPr>
      </p:sp>
      <p:sp>
        <p:nvSpPr>
          <p:cNvPr id="32" name="Text 28"/>
          <p:cNvSpPr txBox="1"/>
          <p:nvPr/>
        </p:nvSpPr>
        <p:spPr>
          <a:xfrm>
            <a:off x="6309360" y="4594352"/>
            <a:ext cx="5239512" cy="564896"/>
          </a:xfrm>
          <a:prstGeom prst="rect">
            <a:avLst/>
          </a:prstGeom>
          <a:noFill/>
          <a:ln/>
        </p:spPr>
        <p:txBody>
          <a:bodyPr wrap="square" lIns="0" tIns="0" rIns="0" bIns="0" rtlCol="0" anchor="ctr"/>
          <a:lstStyle/>
          <a:p>
            <a:pPr algn="l" indent="0" marL="0">
              <a:buNone/>
            </a:pPr>
            <a:r>
              <a:rPr lang="en-US" sz="1800" i="1" dirty="0">
                <a:solidFill>
                  <a:srgbClr val="9AA6B5"/>
                </a:solidFill>
              </a:rPr>
              <a:t>…………………</a:t>
            </a:r>
            <a:r>
              <a:rPr lang="en-US" sz="1800" i="1" dirty="0">
                <a:solidFill>
                  <a:srgbClr val="9AA6B5"/>
                </a:solidFill>
              </a:rPr>
              <a:t>…………</a:t>
            </a:r>
            <a:r>
              <a:rPr lang="en-US" sz="1800" i="1" dirty="0">
                <a:solidFill>
                  <a:srgbClr val="9AA6B5"/>
                </a:solidFill>
              </a:rPr>
              <a:t>………………</a:t>
            </a:r>
            <a:endParaRPr lang="en-US" sz="1800" dirty="0"/>
          </a:p>
        </p:txBody>
      </p:sp>
      <p:sp>
        <p:nvSpPr>
          <p:cNvPr id="33" name="Shape 29"/>
          <p:cNvSpPr/>
          <p:nvPr/>
        </p:nvSpPr>
        <p:spPr>
          <a:xfrm>
            <a:off x="548640" y="5250688"/>
            <a:ext cx="5120640" cy="564896"/>
          </a:xfrm>
          <a:prstGeom prst="roundRect">
            <a:avLst>
              <a:gd name="adj" fmla="val 16187"/>
            </a:avLst>
          </a:prstGeom>
          <a:solidFill>
            <a:srgbClr val="EEF3F8"/>
          </a:solidFill>
          <a:ln w="12700">
            <a:solidFill>
              <a:srgbClr val="FFFFFF">
                <a:alpha val="0"/>
              </a:srgbClr>
            </a:solidFill>
            <a:prstDash val="solid"/>
          </a:ln>
        </p:spPr>
      </p:sp>
      <p:sp>
        <p:nvSpPr>
          <p:cNvPr id="34" name="Text 30"/>
          <p:cNvSpPr txBox="1"/>
          <p:nvPr/>
        </p:nvSpPr>
        <p:spPr>
          <a:xfrm>
            <a:off x="685800" y="5250688"/>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6</a:t>
            </a:r>
            <a:r>
              <a:rPr lang="en-US" sz="1700" dirty="0">
                <a:solidFill>
                  <a:srgbClr val="17375E"/>
                </a:solidFill>
              </a:rPr>
              <a:t>  « les collègues </a:t>
            </a:r>
            <a:r>
              <a:rPr lang="en-US" sz="1700" b="1" dirty="0">
                <a:solidFill>
                  <a:srgbClr val="17375E"/>
                </a:solidFill>
              </a:rPr>
              <a:t>que</a:t>
            </a:r>
            <a:r>
              <a:rPr lang="en-US" sz="1700" dirty="0">
                <a:solidFill>
                  <a:srgbClr val="17375E"/>
                </a:solidFill>
              </a:rPr>
              <a:t> j’aide »</a:t>
            </a:r>
            <a:endParaRPr lang="en-US" sz="1700" dirty="0"/>
          </a:p>
        </p:txBody>
      </p:sp>
      <p:sp>
        <p:nvSpPr>
          <p:cNvPr id="35" name="Text 31"/>
          <p:cNvSpPr txBox="1"/>
          <p:nvPr/>
        </p:nvSpPr>
        <p:spPr>
          <a:xfrm>
            <a:off x="5669280" y="525068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6" name="Shape 32"/>
          <p:cNvSpPr/>
          <p:nvPr/>
        </p:nvSpPr>
        <p:spPr>
          <a:xfrm>
            <a:off x="6172200" y="5250688"/>
            <a:ext cx="5468112" cy="564896"/>
          </a:xfrm>
          <a:prstGeom prst="roundRect">
            <a:avLst>
              <a:gd name="adj" fmla="val 16187"/>
            </a:avLst>
          </a:prstGeom>
          <a:solidFill>
            <a:srgbClr val="FFFFFF"/>
          </a:solidFill>
          <a:ln w="9525">
            <a:solidFill>
              <a:srgbClr val="D5DCE6"/>
            </a:solidFill>
            <a:prstDash val="solid"/>
          </a:ln>
        </p:spPr>
      </p:sp>
      <p:sp>
        <p:nvSpPr>
          <p:cNvPr id="37" name="Text 33"/>
          <p:cNvSpPr txBox="1"/>
          <p:nvPr/>
        </p:nvSpPr>
        <p:spPr>
          <a:xfrm>
            <a:off x="6309360" y="5250688"/>
            <a:ext cx="5239512" cy="564896"/>
          </a:xfrm>
          <a:prstGeom prst="rect">
            <a:avLst/>
          </a:prstGeom>
          <a:noFill/>
          <a:ln/>
        </p:spPr>
        <p:txBody>
          <a:bodyPr wrap="square" lIns="0" tIns="0" rIns="0" bIns="0" rtlCol="0" anchor="ctr"/>
          <a:lstStyle/>
          <a:p>
            <a:pPr algn="l" indent="0" marL="0">
              <a:buNone/>
            </a:pPr>
            <a:r>
              <a:rPr lang="en-US" sz="1800" i="1" dirty="0">
                <a:solidFill>
                  <a:srgbClr val="9AA6B5"/>
                </a:solidFill>
              </a:rPr>
              <a:t>…………………</a:t>
            </a:r>
            <a:r>
              <a:rPr lang="en-US" sz="1800" i="1" dirty="0">
                <a:solidFill>
                  <a:srgbClr val="9AA6B5"/>
                </a:solidFill>
              </a:rPr>
              <a:t>…………</a:t>
            </a:r>
            <a:r>
              <a:rPr lang="en-US" sz="1800" i="1" dirty="0">
                <a:solidFill>
                  <a:srgbClr val="9AA6B5"/>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3 — Qui ou que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Le français change… et le néerlandais ?</a:t>
            </a:r>
            <a:endParaRPr lang="en-US" sz="1700" dirty="0"/>
          </a:p>
        </p:txBody>
      </p:sp>
      <p:sp>
        <p:nvSpPr>
          <p:cNvPr id="9" name="Shape 5"/>
          <p:cNvSpPr/>
          <p:nvPr/>
        </p:nvSpPr>
        <p:spPr>
          <a:xfrm>
            <a:off x="548640" y="1969008"/>
            <a:ext cx="5120640" cy="564896"/>
          </a:xfrm>
          <a:prstGeom prst="roundRect">
            <a:avLst>
              <a:gd name="adj" fmla="val 16187"/>
            </a:avLst>
          </a:prstGeom>
          <a:solidFill>
            <a:srgbClr val="EEF3F8"/>
          </a:solidFill>
          <a:ln w="12700">
            <a:solidFill>
              <a:srgbClr val="FFFFFF">
                <a:alpha val="0"/>
              </a:srgbClr>
            </a:solidFill>
            <a:prstDash val="solid"/>
          </a:ln>
        </p:spPr>
      </p:sp>
      <p:sp>
        <p:nvSpPr>
          <p:cNvPr id="10" name="Text 6"/>
          <p:cNvSpPr txBox="1"/>
          <p:nvPr/>
        </p:nvSpPr>
        <p:spPr>
          <a:xfrm>
            <a:off x="685800" y="1969008"/>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1</a:t>
            </a:r>
            <a:r>
              <a:rPr lang="en-US" sz="1700" dirty="0">
                <a:solidFill>
                  <a:srgbClr val="17375E"/>
                </a:solidFill>
              </a:rPr>
              <a:t>  « le client </a:t>
            </a:r>
            <a:r>
              <a:rPr lang="en-US" sz="1700" b="1" dirty="0">
                <a:solidFill>
                  <a:srgbClr val="17375E"/>
                </a:solidFill>
              </a:rPr>
              <a:t>qui</a:t>
            </a:r>
            <a:r>
              <a:rPr lang="en-US" sz="1700" dirty="0">
                <a:solidFill>
                  <a:srgbClr val="17375E"/>
                </a:solidFill>
              </a:rPr>
              <a:t> appelle »</a:t>
            </a:r>
            <a:endParaRPr lang="en-US" sz="1700" dirty="0"/>
          </a:p>
        </p:txBody>
      </p:sp>
      <p:sp>
        <p:nvSpPr>
          <p:cNvPr id="11" name="Text 7"/>
          <p:cNvSpPr txBox="1"/>
          <p:nvPr/>
        </p:nvSpPr>
        <p:spPr>
          <a:xfrm>
            <a:off x="5669280" y="196900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2" name="Shape 8"/>
          <p:cNvSpPr/>
          <p:nvPr/>
        </p:nvSpPr>
        <p:spPr>
          <a:xfrm>
            <a:off x="6172200" y="1969008"/>
            <a:ext cx="5468112" cy="564896"/>
          </a:xfrm>
          <a:prstGeom prst="roundRect">
            <a:avLst>
              <a:gd name="adj" fmla="val 16187"/>
            </a:avLst>
          </a:prstGeom>
          <a:solidFill>
            <a:srgbClr val="FFFFFF"/>
          </a:solidFill>
          <a:ln w="9525">
            <a:solidFill>
              <a:srgbClr val="D5DCE6"/>
            </a:solidFill>
            <a:prstDash val="solid"/>
          </a:ln>
        </p:spPr>
      </p:sp>
      <p:sp>
        <p:nvSpPr>
          <p:cNvPr id="13" name="Text 9"/>
          <p:cNvSpPr txBox="1"/>
          <p:nvPr/>
        </p:nvSpPr>
        <p:spPr>
          <a:xfrm>
            <a:off x="6309360" y="1969008"/>
            <a:ext cx="5239512" cy="564896"/>
          </a:xfrm>
          <a:prstGeom prst="rect">
            <a:avLst/>
          </a:prstGeom>
          <a:noFill/>
          <a:ln/>
        </p:spPr>
        <p:txBody>
          <a:bodyPr wrap="square" lIns="0" tIns="0" rIns="0" bIns="0" rtlCol="0" anchor="ctr"/>
          <a:lstStyle/>
          <a:p>
            <a:pPr algn="l" indent="0" marL="0">
              <a:buNone/>
            </a:pPr>
            <a:r>
              <a:rPr lang="en-US" sz="1800" b="1" i="1" dirty="0">
                <a:solidFill>
                  <a:srgbClr val="2E7D4F"/>
                </a:solidFill>
              </a:rPr>
              <a:t>de klant </a:t>
            </a:r>
            <a:r>
              <a:rPr lang="en-US" sz="1800" b="1" i="1" dirty="0">
                <a:solidFill>
                  <a:srgbClr val="17375E"/>
                </a:solidFill>
              </a:rPr>
              <a:t>die</a:t>
            </a:r>
            <a:r>
              <a:rPr lang="en-US" sz="1800" b="1" i="1" dirty="0">
                <a:solidFill>
                  <a:srgbClr val="2E7D4F"/>
                </a:solidFill>
              </a:rPr>
              <a:t> belt</a:t>
            </a:r>
            <a:endParaRPr lang="en-US" sz="1800" dirty="0"/>
          </a:p>
        </p:txBody>
      </p:sp>
      <p:sp>
        <p:nvSpPr>
          <p:cNvPr id="14" name="Shape 10"/>
          <p:cNvSpPr/>
          <p:nvPr/>
        </p:nvSpPr>
        <p:spPr>
          <a:xfrm>
            <a:off x="548640" y="2625344"/>
            <a:ext cx="5120640" cy="564896"/>
          </a:xfrm>
          <a:prstGeom prst="roundRect">
            <a:avLst>
              <a:gd name="adj" fmla="val 16187"/>
            </a:avLst>
          </a:prstGeom>
          <a:solidFill>
            <a:srgbClr val="EEF3F8"/>
          </a:solidFill>
          <a:ln w="12700">
            <a:solidFill>
              <a:srgbClr val="FFFFFF">
                <a:alpha val="0"/>
              </a:srgbClr>
            </a:solidFill>
            <a:prstDash val="solid"/>
          </a:ln>
        </p:spPr>
      </p:sp>
      <p:sp>
        <p:nvSpPr>
          <p:cNvPr id="15" name="Text 11"/>
          <p:cNvSpPr txBox="1"/>
          <p:nvPr/>
        </p:nvSpPr>
        <p:spPr>
          <a:xfrm>
            <a:off x="685800" y="2625344"/>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2</a:t>
            </a:r>
            <a:r>
              <a:rPr lang="en-US" sz="1700" dirty="0">
                <a:solidFill>
                  <a:srgbClr val="17375E"/>
                </a:solidFill>
              </a:rPr>
              <a:t>  « le client </a:t>
            </a:r>
            <a:r>
              <a:rPr lang="en-US" sz="1700" b="1" dirty="0">
                <a:solidFill>
                  <a:srgbClr val="17375E"/>
                </a:solidFill>
              </a:rPr>
              <a:t>que</a:t>
            </a:r>
            <a:r>
              <a:rPr lang="en-US" sz="1700" dirty="0">
                <a:solidFill>
                  <a:srgbClr val="17375E"/>
                </a:solidFill>
              </a:rPr>
              <a:t> j’appelle »</a:t>
            </a:r>
            <a:endParaRPr lang="en-US" sz="1700" dirty="0"/>
          </a:p>
        </p:txBody>
      </p:sp>
      <p:sp>
        <p:nvSpPr>
          <p:cNvPr id="16" name="Text 12"/>
          <p:cNvSpPr txBox="1"/>
          <p:nvPr/>
        </p:nvSpPr>
        <p:spPr>
          <a:xfrm>
            <a:off x="5669280" y="2625344"/>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7" name="Shape 13"/>
          <p:cNvSpPr/>
          <p:nvPr/>
        </p:nvSpPr>
        <p:spPr>
          <a:xfrm>
            <a:off x="6172200" y="2625344"/>
            <a:ext cx="5468112" cy="564896"/>
          </a:xfrm>
          <a:prstGeom prst="roundRect">
            <a:avLst>
              <a:gd name="adj" fmla="val 16187"/>
            </a:avLst>
          </a:prstGeom>
          <a:solidFill>
            <a:srgbClr val="FFFFFF"/>
          </a:solidFill>
          <a:ln w="9525">
            <a:solidFill>
              <a:srgbClr val="D5DCE6"/>
            </a:solidFill>
            <a:prstDash val="solid"/>
          </a:ln>
        </p:spPr>
      </p:sp>
      <p:sp>
        <p:nvSpPr>
          <p:cNvPr id="18" name="Text 14"/>
          <p:cNvSpPr txBox="1"/>
          <p:nvPr/>
        </p:nvSpPr>
        <p:spPr>
          <a:xfrm>
            <a:off x="6309360" y="2625344"/>
            <a:ext cx="5239512" cy="564896"/>
          </a:xfrm>
          <a:prstGeom prst="rect">
            <a:avLst/>
          </a:prstGeom>
          <a:noFill/>
          <a:ln/>
        </p:spPr>
        <p:txBody>
          <a:bodyPr wrap="square" lIns="0" tIns="0" rIns="0" bIns="0" rtlCol="0" anchor="ctr"/>
          <a:lstStyle/>
          <a:p>
            <a:pPr algn="l" indent="0" marL="0">
              <a:buNone/>
            </a:pPr>
            <a:r>
              <a:rPr lang="en-US" sz="1800" b="1" i="1" dirty="0">
                <a:solidFill>
                  <a:srgbClr val="2E7D4F"/>
                </a:solidFill>
              </a:rPr>
              <a:t>de klant </a:t>
            </a:r>
            <a:r>
              <a:rPr lang="en-US" sz="1800" b="1" i="1" dirty="0">
                <a:solidFill>
                  <a:srgbClr val="17375E"/>
                </a:solidFill>
              </a:rPr>
              <a:t>die</a:t>
            </a:r>
            <a:r>
              <a:rPr lang="en-US" sz="1800" b="1" i="1" dirty="0">
                <a:solidFill>
                  <a:srgbClr val="2E7D4F"/>
                </a:solidFill>
              </a:rPr>
              <a:t> ik bel</a:t>
            </a:r>
            <a:endParaRPr lang="en-US" sz="1800" dirty="0"/>
          </a:p>
        </p:txBody>
      </p:sp>
      <p:sp>
        <p:nvSpPr>
          <p:cNvPr id="19" name="Shape 15"/>
          <p:cNvSpPr/>
          <p:nvPr/>
        </p:nvSpPr>
        <p:spPr>
          <a:xfrm>
            <a:off x="548640" y="3281680"/>
            <a:ext cx="5120640" cy="564896"/>
          </a:xfrm>
          <a:prstGeom prst="roundRect">
            <a:avLst>
              <a:gd name="adj" fmla="val 16187"/>
            </a:avLst>
          </a:prstGeom>
          <a:solidFill>
            <a:srgbClr val="EEF3F8"/>
          </a:solidFill>
          <a:ln w="12700">
            <a:solidFill>
              <a:srgbClr val="FFFFFF">
                <a:alpha val="0"/>
              </a:srgbClr>
            </a:solidFill>
            <a:prstDash val="solid"/>
          </a:ln>
        </p:spPr>
      </p:sp>
      <p:sp>
        <p:nvSpPr>
          <p:cNvPr id="20" name="Text 16"/>
          <p:cNvSpPr txBox="1"/>
          <p:nvPr/>
        </p:nvSpPr>
        <p:spPr>
          <a:xfrm>
            <a:off x="685800" y="3281680"/>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3</a:t>
            </a:r>
            <a:r>
              <a:rPr lang="en-US" sz="1700" dirty="0">
                <a:solidFill>
                  <a:srgbClr val="17375E"/>
                </a:solidFill>
              </a:rPr>
              <a:t>  « le bureau </a:t>
            </a:r>
            <a:r>
              <a:rPr lang="en-US" sz="1700" b="1" dirty="0">
                <a:solidFill>
                  <a:srgbClr val="17375E"/>
                </a:solidFill>
              </a:rPr>
              <a:t>qui</a:t>
            </a:r>
            <a:r>
              <a:rPr lang="en-US" sz="1700" dirty="0">
                <a:solidFill>
                  <a:srgbClr val="17375E"/>
                </a:solidFill>
              </a:rPr>
              <a:t> est libre »</a:t>
            </a:r>
            <a:endParaRPr lang="en-US" sz="1700" dirty="0"/>
          </a:p>
        </p:txBody>
      </p:sp>
      <p:sp>
        <p:nvSpPr>
          <p:cNvPr id="21" name="Text 17"/>
          <p:cNvSpPr txBox="1"/>
          <p:nvPr/>
        </p:nvSpPr>
        <p:spPr>
          <a:xfrm>
            <a:off x="5669280" y="3281680"/>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2" name="Shape 18"/>
          <p:cNvSpPr/>
          <p:nvPr/>
        </p:nvSpPr>
        <p:spPr>
          <a:xfrm>
            <a:off x="6172200" y="3281680"/>
            <a:ext cx="5468112" cy="564896"/>
          </a:xfrm>
          <a:prstGeom prst="roundRect">
            <a:avLst>
              <a:gd name="adj" fmla="val 16187"/>
            </a:avLst>
          </a:prstGeom>
          <a:solidFill>
            <a:srgbClr val="FFFFFF"/>
          </a:solidFill>
          <a:ln w="9525">
            <a:solidFill>
              <a:srgbClr val="D5DCE6"/>
            </a:solidFill>
            <a:prstDash val="solid"/>
          </a:ln>
        </p:spPr>
      </p:sp>
      <p:sp>
        <p:nvSpPr>
          <p:cNvPr id="23" name="Text 19"/>
          <p:cNvSpPr txBox="1"/>
          <p:nvPr/>
        </p:nvSpPr>
        <p:spPr>
          <a:xfrm>
            <a:off x="6309360" y="3281680"/>
            <a:ext cx="5239512" cy="564896"/>
          </a:xfrm>
          <a:prstGeom prst="rect">
            <a:avLst/>
          </a:prstGeom>
          <a:noFill/>
          <a:ln/>
        </p:spPr>
        <p:txBody>
          <a:bodyPr wrap="square" lIns="0" tIns="0" rIns="0" bIns="0" rtlCol="0" anchor="ctr"/>
          <a:lstStyle/>
          <a:p>
            <a:pPr algn="l" indent="0" marL="0">
              <a:buNone/>
            </a:pPr>
            <a:r>
              <a:rPr lang="en-US" sz="1800" b="1" i="1" dirty="0">
                <a:solidFill>
                  <a:srgbClr val="2E7D4F"/>
                </a:solidFill>
              </a:rPr>
              <a:t>het bureau </a:t>
            </a:r>
            <a:r>
              <a:rPr lang="en-US" sz="1800" b="1" i="1" dirty="0">
                <a:solidFill>
                  <a:srgbClr val="D9700F"/>
                </a:solidFill>
              </a:rPr>
              <a:t>dat</a:t>
            </a:r>
            <a:r>
              <a:rPr lang="en-US" sz="1800" b="1" i="1" dirty="0">
                <a:solidFill>
                  <a:srgbClr val="2E7D4F"/>
                </a:solidFill>
              </a:rPr>
              <a:t> vrij is</a:t>
            </a:r>
            <a:endParaRPr lang="en-US" sz="1800" dirty="0"/>
          </a:p>
        </p:txBody>
      </p:sp>
      <p:sp>
        <p:nvSpPr>
          <p:cNvPr id="24" name="Shape 20"/>
          <p:cNvSpPr/>
          <p:nvPr/>
        </p:nvSpPr>
        <p:spPr>
          <a:xfrm>
            <a:off x="548640" y="3938016"/>
            <a:ext cx="5120640" cy="564896"/>
          </a:xfrm>
          <a:prstGeom prst="roundRect">
            <a:avLst>
              <a:gd name="adj" fmla="val 16187"/>
            </a:avLst>
          </a:prstGeom>
          <a:solidFill>
            <a:srgbClr val="EEF3F8"/>
          </a:solidFill>
          <a:ln w="12700">
            <a:solidFill>
              <a:srgbClr val="FFFFFF">
                <a:alpha val="0"/>
              </a:srgbClr>
            </a:solidFill>
            <a:prstDash val="solid"/>
          </a:ln>
        </p:spPr>
      </p:sp>
      <p:sp>
        <p:nvSpPr>
          <p:cNvPr id="25" name="Text 21"/>
          <p:cNvSpPr txBox="1"/>
          <p:nvPr/>
        </p:nvSpPr>
        <p:spPr>
          <a:xfrm>
            <a:off x="685800" y="3938016"/>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4</a:t>
            </a:r>
            <a:r>
              <a:rPr lang="en-US" sz="1700" dirty="0">
                <a:solidFill>
                  <a:srgbClr val="17375E"/>
                </a:solidFill>
              </a:rPr>
              <a:t>  « le bureau </a:t>
            </a:r>
            <a:r>
              <a:rPr lang="en-US" sz="1700" b="1" dirty="0">
                <a:solidFill>
                  <a:srgbClr val="17375E"/>
                </a:solidFill>
              </a:rPr>
              <a:t>que</a:t>
            </a:r>
            <a:r>
              <a:rPr lang="en-US" sz="1700" dirty="0">
                <a:solidFill>
                  <a:srgbClr val="17375E"/>
                </a:solidFill>
              </a:rPr>
              <a:t> je réserve »</a:t>
            </a:r>
            <a:endParaRPr lang="en-US" sz="1700" dirty="0"/>
          </a:p>
        </p:txBody>
      </p:sp>
      <p:sp>
        <p:nvSpPr>
          <p:cNvPr id="26" name="Text 22"/>
          <p:cNvSpPr txBox="1"/>
          <p:nvPr/>
        </p:nvSpPr>
        <p:spPr>
          <a:xfrm>
            <a:off x="5669280" y="3938016"/>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7" name="Shape 23"/>
          <p:cNvSpPr/>
          <p:nvPr/>
        </p:nvSpPr>
        <p:spPr>
          <a:xfrm>
            <a:off x="6172200" y="3938016"/>
            <a:ext cx="5468112" cy="564896"/>
          </a:xfrm>
          <a:prstGeom prst="roundRect">
            <a:avLst>
              <a:gd name="adj" fmla="val 16187"/>
            </a:avLst>
          </a:prstGeom>
          <a:solidFill>
            <a:srgbClr val="FFFFFF"/>
          </a:solidFill>
          <a:ln w="9525">
            <a:solidFill>
              <a:srgbClr val="D5DCE6"/>
            </a:solidFill>
            <a:prstDash val="solid"/>
          </a:ln>
        </p:spPr>
      </p:sp>
      <p:sp>
        <p:nvSpPr>
          <p:cNvPr id="28" name="Text 24"/>
          <p:cNvSpPr txBox="1"/>
          <p:nvPr/>
        </p:nvSpPr>
        <p:spPr>
          <a:xfrm>
            <a:off x="6309360" y="3938016"/>
            <a:ext cx="5239512" cy="564896"/>
          </a:xfrm>
          <a:prstGeom prst="rect">
            <a:avLst/>
          </a:prstGeom>
          <a:noFill/>
          <a:ln/>
        </p:spPr>
        <p:txBody>
          <a:bodyPr wrap="square" lIns="0" tIns="0" rIns="0" bIns="0" rtlCol="0" anchor="ctr"/>
          <a:lstStyle/>
          <a:p>
            <a:pPr algn="l" indent="0" marL="0">
              <a:buNone/>
            </a:pPr>
            <a:r>
              <a:rPr lang="en-US" sz="1800" b="1" i="1" dirty="0">
                <a:solidFill>
                  <a:srgbClr val="2E7D4F"/>
                </a:solidFill>
              </a:rPr>
              <a:t>het bureau </a:t>
            </a:r>
            <a:r>
              <a:rPr lang="en-US" sz="1800" b="1" i="1" dirty="0">
                <a:solidFill>
                  <a:srgbClr val="D9700F"/>
                </a:solidFill>
              </a:rPr>
              <a:t>dat</a:t>
            </a:r>
            <a:r>
              <a:rPr lang="en-US" sz="1800" b="1" i="1" dirty="0">
                <a:solidFill>
                  <a:srgbClr val="2E7D4F"/>
                </a:solidFill>
              </a:rPr>
              <a:t> ik reserveer</a:t>
            </a:r>
            <a:endParaRPr lang="en-US" sz="1800" dirty="0"/>
          </a:p>
        </p:txBody>
      </p:sp>
      <p:sp>
        <p:nvSpPr>
          <p:cNvPr id="29" name="Shape 25"/>
          <p:cNvSpPr/>
          <p:nvPr/>
        </p:nvSpPr>
        <p:spPr>
          <a:xfrm>
            <a:off x="548640" y="4594352"/>
            <a:ext cx="5120640" cy="564896"/>
          </a:xfrm>
          <a:prstGeom prst="roundRect">
            <a:avLst>
              <a:gd name="adj" fmla="val 16187"/>
            </a:avLst>
          </a:prstGeom>
          <a:solidFill>
            <a:srgbClr val="EEF3F8"/>
          </a:solidFill>
          <a:ln w="12700">
            <a:solidFill>
              <a:srgbClr val="FFFFFF">
                <a:alpha val="0"/>
              </a:srgbClr>
            </a:solidFill>
            <a:prstDash val="solid"/>
          </a:ln>
        </p:spPr>
      </p:sp>
      <p:sp>
        <p:nvSpPr>
          <p:cNvPr id="30" name="Text 26"/>
          <p:cNvSpPr txBox="1"/>
          <p:nvPr/>
        </p:nvSpPr>
        <p:spPr>
          <a:xfrm>
            <a:off x="685800" y="4594352"/>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5</a:t>
            </a:r>
            <a:r>
              <a:rPr lang="en-US" sz="1700" dirty="0">
                <a:solidFill>
                  <a:srgbClr val="17375E"/>
                </a:solidFill>
              </a:rPr>
              <a:t>  « les collègues </a:t>
            </a:r>
            <a:r>
              <a:rPr lang="en-US" sz="1700" b="1" dirty="0">
                <a:solidFill>
                  <a:srgbClr val="17375E"/>
                </a:solidFill>
              </a:rPr>
              <a:t>qui</a:t>
            </a:r>
            <a:r>
              <a:rPr lang="en-US" sz="1700" dirty="0">
                <a:solidFill>
                  <a:srgbClr val="17375E"/>
                </a:solidFill>
              </a:rPr>
              <a:t> m’aident »</a:t>
            </a:r>
            <a:endParaRPr lang="en-US" sz="1700" dirty="0"/>
          </a:p>
        </p:txBody>
      </p:sp>
      <p:sp>
        <p:nvSpPr>
          <p:cNvPr id="31" name="Text 27"/>
          <p:cNvSpPr txBox="1"/>
          <p:nvPr/>
        </p:nvSpPr>
        <p:spPr>
          <a:xfrm>
            <a:off x="5669280" y="4594352"/>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2" name="Shape 28"/>
          <p:cNvSpPr/>
          <p:nvPr/>
        </p:nvSpPr>
        <p:spPr>
          <a:xfrm>
            <a:off x="6172200" y="4594352"/>
            <a:ext cx="5468112" cy="564896"/>
          </a:xfrm>
          <a:prstGeom prst="roundRect">
            <a:avLst>
              <a:gd name="adj" fmla="val 16187"/>
            </a:avLst>
          </a:prstGeom>
          <a:solidFill>
            <a:srgbClr val="FFFFFF"/>
          </a:solidFill>
          <a:ln w="9525">
            <a:solidFill>
              <a:srgbClr val="D5DCE6"/>
            </a:solidFill>
            <a:prstDash val="solid"/>
          </a:ln>
        </p:spPr>
      </p:sp>
      <p:sp>
        <p:nvSpPr>
          <p:cNvPr id="33" name="Text 29"/>
          <p:cNvSpPr txBox="1"/>
          <p:nvPr/>
        </p:nvSpPr>
        <p:spPr>
          <a:xfrm>
            <a:off x="6309360" y="4594352"/>
            <a:ext cx="5239512" cy="564896"/>
          </a:xfrm>
          <a:prstGeom prst="rect">
            <a:avLst/>
          </a:prstGeom>
          <a:noFill/>
          <a:ln/>
        </p:spPr>
        <p:txBody>
          <a:bodyPr wrap="square" lIns="0" tIns="0" rIns="0" bIns="0" rtlCol="0" anchor="ctr"/>
          <a:lstStyle/>
          <a:p>
            <a:pPr algn="l" indent="0" marL="0">
              <a:buNone/>
            </a:pPr>
            <a:r>
              <a:rPr lang="en-US" sz="1800" b="1" i="1" dirty="0">
                <a:solidFill>
                  <a:srgbClr val="2E7D4F"/>
                </a:solidFill>
              </a:rPr>
              <a:t>de collega’s </a:t>
            </a:r>
            <a:r>
              <a:rPr lang="en-US" sz="1800" b="1" i="1" dirty="0">
                <a:solidFill>
                  <a:srgbClr val="17375E"/>
                </a:solidFill>
              </a:rPr>
              <a:t>die</a:t>
            </a:r>
            <a:r>
              <a:rPr lang="en-US" sz="1800" b="1" i="1" dirty="0">
                <a:solidFill>
                  <a:srgbClr val="2E7D4F"/>
                </a:solidFill>
              </a:rPr>
              <a:t> me helpen</a:t>
            </a:r>
            <a:endParaRPr lang="en-US" sz="1800" dirty="0"/>
          </a:p>
        </p:txBody>
      </p:sp>
      <p:sp>
        <p:nvSpPr>
          <p:cNvPr id="34" name="Shape 30"/>
          <p:cNvSpPr/>
          <p:nvPr/>
        </p:nvSpPr>
        <p:spPr>
          <a:xfrm>
            <a:off x="548640" y="5250688"/>
            <a:ext cx="5120640" cy="564896"/>
          </a:xfrm>
          <a:prstGeom prst="roundRect">
            <a:avLst>
              <a:gd name="adj" fmla="val 16187"/>
            </a:avLst>
          </a:prstGeom>
          <a:solidFill>
            <a:srgbClr val="EEF3F8"/>
          </a:solidFill>
          <a:ln w="12700">
            <a:solidFill>
              <a:srgbClr val="FFFFFF">
                <a:alpha val="0"/>
              </a:srgbClr>
            </a:solidFill>
            <a:prstDash val="solid"/>
          </a:ln>
        </p:spPr>
      </p:sp>
      <p:sp>
        <p:nvSpPr>
          <p:cNvPr id="35" name="Text 31"/>
          <p:cNvSpPr txBox="1"/>
          <p:nvPr/>
        </p:nvSpPr>
        <p:spPr>
          <a:xfrm>
            <a:off x="685800" y="5250688"/>
            <a:ext cx="4892040" cy="564896"/>
          </a:xfrm>
          <a:prstGeom prst="rect">
            <a:avLst/>
          </a:prstGeom>
          <a:noFill/>
          <a:ln/>
        </p:spPr>
        <p:txBody>
          <a:bodyPr wrap="square" lIns="0" tIns="0" rIns="0" bIns="0" rtlCol="0" anchor="ctr"/>
          <a:lstStyle/>
          <a:p>
            <a:pPr algn="l" indent="0" marL="0">
              <a:buNone/>
            </a:pPr>
            <a:r>
              <a:rPr lang="en-US" sz="1700" b="1" dirty="0">
                <a:solidFill>
                  <a:srgbClr val="4A5A70"/>
                </a:solidFill>
              </a:rPr>
              <a:t>6</a:t>
            </a:r>
            <a:r>
              <a:rPr lang="en-US" sz="1700" dirty="0">
                <a:solidFill>
                  <a:srgbClr val="17375E"/>
                </a:solidFill>
              </a:rPr>
              <a:t>  « les collègues </a:t>
            </a:r>
            <a:r>
              <a:rPr lang="en-US" sz="1700" b="1" dirty="0">
                <a:solidFill>
                  <a:srgbClr val="17375E"/>
                </a:solidFill>
              </a:rPr>
              <a:t>que</a:t>
            </a:r>
            <a:r>
              <a:rPr lang="en-US" sz="1700" dirty="0">
                <a:solidFill>
                  <a:srgbClr val="17375E"/>
                </a:solidFill>
              </a:rPr>
              <a:t> j’aide »</a:t>
            </a:r>
            <a:endParaRPr lang="en-US" sz="1700" dirty="0"/>
          </a:p>
        </p:txBody>
      </p:sp>
      <p:sp>
        <p:nvSpPr>
          <p:cNvPr id="36" name="Text 32"/>
          <p:cNvSpPr txBox="1"/>
          <p:nvPr/>
        </p:nvSpPr>
        <p:spPr>
          <a:xfrm>
            <a:off x="5669280" y="525068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7" name="Shape 33"/>
          <p:cNvSpPr/>
          <p:nvPr/>
        </p:nvSpPr>
        <p:spPr>
          <a:xfrm>
            <a:off x="6172200" y="5250688"/>
            <a:ext cx="5468112" cy="564896"/>
          </a:xfrm>
          <a:prstGeom prst="roundRect">
            <a:avLst>
              <a:gd name="adj" fmla="val 16187"/>
            </a:avLst>
          </a:prstGeom>
          <a:solidFill>
            <a:srgbClr val="FFFFFF"/>
          </a:solidFill>
          <a:ln w="9525">
            <a:solidFill>
              <a:srgbClr val="D5DCE6"/>
            </a:solidFill>
            <a:prstDash val="solid"/>
          </a:ln>
        </p:spPr>
      </p:sp>
      <p:sp>
        <p:nvSpPr>
          <p:cNvPr id="38" name="Text 34"/>
          <p:cNvSpPr txBox="1"/>
          <p:nvPr/>
        </p:nvSpPr>
        <p:spPr>
          <a:xfrm>
            <a:off x="6309360" y="5250688"/>
            <a:ext cx="5239512" cy="564896"/>
          </a:xfrm>
          <a:prstGeom prst="rect">
            <a:avLst/>
          </a:prstGeom>
          <a:noFill/>
          <a:ln/>
        </p:spPr>
        <p:txBody>
          <a:bodyPr wrap="square" lIns="0" tIns="0" rIns="0" bIns="0" rtlCol="0" anchor="ctr"/>
          <a:lstStyle/>
          <a:p>
            <a:pPr algn="l" indent="0" marL="0">
              <a:buNone/>
            </a:pPr>
            <a:r>
              <a:rPr lang="en-US" sz="1800" b="1" i="1" dirty="0">
                <a:solidFill>
                  <a:srgbClr val="2E7D4F"/>
                </a:solidFill>
              </a:rPr>
              <a:t>de collega’s </a:t>
            </a:r>
            <a:r>
              <a:rPr lang="en-US" sz="1800" b="1" i="1" dirty="0">
                <a:solidFill>
                  <a:srgbClr val="17375E"/>
                </a:solidFill>
              </a:rPr>
              <a:t>die</a:t>
            </a:r>
            <a:r>
              <a:rPr lang="en-US" sz="1800" b="1" i="1" dirty="0">
                <a:solidFill>
                  <a:srgbClr val="2E7D4F"/>
                </a:solidFill>
              </a:rPr>
              <a:t> ik help</a:t>
            </a:r>
            <a:endParaRPr lang="en-US" sz="1800" dirty="0"/>
          </a:p>
        </p:txBody>
      </p:sp>
      <p:sp>
        <p:nvSpPr>
          <p:cNvPr id="39" name="Text 35"/>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Le français change (</a:t>
            </a:r>
            <a:r>
              <a:rPr lang="en-US" sz="1300" i="1" dirty="0">
                <a:solidFill>
                  <a:srgbClr val="4A5A70"/>
                </a:solidFill>
              </a:rPr>
              <a:t>qui / que</a:t>
            </a:r>
            <a:r>
              <a:rPr lang="en-US" sz="1300" i="1" dirty="0">
                <a:solidFill>
                  <a:srgbClr val="4A5A70"/>
                </a:solidFill>
              </a:rPr>
              <a:t>), le néerlandais non : seul le nom décide.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La relative au milieu</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Ajoutez l’information entre parenthèses au milieu de la phrase : verbe, verbe !</a:t>
            </a:r>
            <a:endParaRPr lang="en-US" sz="1700" dirty="0"/>
          </a:p>
        </p:txBody>
      </p:sp>
      <p:sp>
        <p:nvSpPr>
          <p:cNvPr id="8" name="Shape 4"/>
          <p:cNvSpPr/>
          <p:nvPr/>
        </p:nvSpPr>
        <p:spPr>
          <a:xfrm>
            <a:off x="548640" y="1969008"/>
            <a:ext cx="4114800" cy="696163"/>
          </a:xfrm>
          <a:prstGeom prst="roundRect">
            <a:avLst>
              <a:gd name="adj" fmla="val 13135"/>
            </a:avLst>
          </a:prstGeom>
          <a:solidFill>
            <a:srgbClr val="EEF3F8"/>
          </a:solidFill>
          <a:ln w="12700">
            <a:solidFill>
              <a:srgbClr val="FFFFFF">
                <a:alpha val="0"/>
              </a:srgbClr>
            </a:solidFill>
            <a:prstDash val="solid"/>
          </a:ln>
        </p:spPr>
      </p:sp>
      <p:sp>
        <p:nvSpPr>
          <p:cNvPr id="9" name="Text 5"/>
          <p:cNvSpPr txBox="1"/>
          <p:nvPr/>
        </p:nvSpPr>
        <p:spPr>
          <a:xfrm>
            <a:off x="685800" y="1969008"/>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1</a:t>
            </a:r>
            <a:r>
              <a:rPr lang="en-US" sz="1500" dirty="0">
                <a:solidFill>
                  <a:srgbClr val="1B2333"/>
                </a:solidFill>
              </a:rPr>
              <a:t>  </a:t>
            </a:r>
            <a:r>
              <a:rPr lang="en-US" sz="1500" i="1" dirty="0">
                <a:solidFill>
                  <a:srgbClr val="1B2333"/>
                </a:solidFill>
              </a:rPr>
              <a:t>De collega spreekt vijf talen.</a:t>
            </a:r>
            <a:endParaRPr lang="en-US" sz="1500" dirty="0"/>
          </a:p>
          <a:p>
            <a:pPr algn="l" indent="0" marL="0">
              <a:buNone/>
            </a:pPr>
            <a:r>
              <a:rPr lang="en-US" sz="1500" i="1" dirty="0">
                <a:solidFill>
                  <a:srgbClr val="4A5A70"/>
                </a:solidFill>
              </a:rPr>
              <a:t>+ (Ze zit naast me.)</a:t>
            </a:r>
            <a:endParaRPr lang="en-US" sz="1500" dirty="0"/>
          </a:p>
        </p:txBody>
      </p:sp>
      <p:sp>
        <p:nvSpPr>
          <p:cNvPr id="10" name="Text 6"/>
          <p:cNvSpPr txBox="1"/>
          <p:nvPr/>
        </p:nvSpPr>
        <p:spPr>
          <a:xfrm>
            <a:off x="4663440" y="1969008"/>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1" name="Shape 7"/>
          <p:cNvSpPr/>
          <p:nvPr/>
        </p:nvSpPr>
        <p:spPr>
          <a:xfrm>
            <a:off x="5166360" y="1969008"/>
            <a:ext cx="6473952" cy="696163"/>
          </a:xfrm>
          <a:prstGeom prst="roundRect">
            <a:avLst>
              <a:gd name="adj" fmla="val 13135"/>
            </a:avLst>
          </a:prstGeom>
          <a:solidFill>
            <a:srgbClr val="FFFFFF"/>
          </a:solidFill>
          <a:ln w="9525">
            <a:solidFill>
              <a:srgbClr val="D5DCE6"/>
            </a:solidFill>
            <a:prstDash val="solid"/>
          </a:ln>
        </p:spPr>
      </p:sp>
      <p:sp>
        <p:nvSpPr>
          <p:cNvPr id="12" name="Text 8"/>
          <p:cNvSpPr txBox="1"/>
          <p:nvPr/>
        </p:nvSpPr>
        <p:spPr>
          <a:xfrm>
            <a:off x="5303520" y="1969008"/>
            <a:ext cx="6245352" cy="696163"/>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13" name="Shape 9"/>
          <p:cNvSpPr/>
          <p:nvPr/>
        </p:nvSpPr>
        <p:spPr>
          <a:xfrm>
            <a:off x="548640" y="2756611"/>
            <a:ext cx="4114800" cy="696163"/>
          </a:xfrm>
          <a:prstGeom prst="roundRect">
            <a:avLst>
              <a:gd name="adj" fmla="val 13135"/>
            </a:avLst>
          </a:prstGeom>
          <a:solidFill>
            <a:srgbClr val="EEF3F8"/>
          </a:solidFill>
          <a:ln w="12700">
            <a:solidFill>
              <a:srgbClr val="FFFFFF">
                <a:alpha val="0"/>
              </a:srgbClr>
            </a:solidFill>
            <a:prstDash val="solid"/>
          </a:ln>
        </p:spPr>
      </p:sp>
      <p:sp>
        <p:nvSpPr>
          <p:cNvPr id="14" name="Text 10"/>
          <p:cNvSpPr txBox="1"/>
          <p:nvPr/>
        </p:nvSpPr>
        <p:spPr>
          <a:xfrm>
            <a:off x="685800" y="2756611"/>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2</a:t>
            </a:r>
            <a:r>
              <a:rPr lang="en-US" sz="1500" dirty="0">
                <a:solidFill>
                  <a:srgbClr val="1B2333"/>
                </a:solidFill>
              </a:rPr>
              <a:t>  </a:t>
            </a:r>
            <a:r>
              <a:rPr lang="en-US" sz="1500" i="1" dirty="0">
                <a:solidFill>
                  <a:srgbClr val="1B2333"/>
                </a:solidFill>
              </a:rPr>
              <a:t>Het rapport is bijna klaar.</a:t>
            </a:r>
            <a:endParaRPr lang="en-US" sz="1500" dirty="0"/>
          </a:p>
          <a:p>
            <a:pPr algn="l" indent="0" marL="0">
              <a:buNone/>
            </a:pPr>
            <a:r>
              <a:rPr lang="en-US" sz="1500" i="1" dirty="0">
                <a:solidFill>
                  <a:srgbClr val="4A5A70"/>
                </a:solidFill>
              </a:rPr>
              <a:t>+ (Sofie schrijft het.)</a:t>
            </a:r>
            <a:endParaRPr lang="en-US" sz="1500" dirty="0"/>
          </a:p>
        </p:txBody>
      </p:sp>
      <p:sp>
        <p:nvSpPr>
          <p:cNvPr id="15" name="Text 11"/>
          <p:cNvSpPr txBox="1"/>
          <p:nvPr/>
        </p:nvSpPr>
        <p:spPr>
          <a:xfrm>
            <a:off x="4663440" y="2756611"/>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6" name="Shape 12"/>
          <p:cNvSpPr/>
          <p:nvPr/>
        </p:nvSpPr>
        <p:spPr>
          <a:xfrm>
            <a:off x="5166360" y="2756611"/>
            <a:ext cx="6473952" cy="696163"/>
          </a:xfrm>
          <a:prstGeom prst="roundRect">
            <a:avLst>
              <a:gd name="adj" fmla="val 13135"/>
            </a:avLst>
          </a:prstGeom>
          <a:solidFill>
            <a:srgbClr val="FFFFFF"/>
          </a:solidFill>
          <a:ln w="9525">
            <a:solidFill>
              <a:srgbClr val="D5DCE6"/>
            </a:solidFill>
            <a:prstDash val="solid"/>
          </a:ln>
        </p:spPr>
      </p:sp>
      <p:sp>
        <p:nvSpPr>
          <p:cNvPr id="17" name="Text 13"/>
          <p:cNvSpPr txBox="1"/>
          <p:nvPr/>
        </p:nvSpPr>
        <p:spPr>
          <a:xfrm>
            <a:off x="5303520" y="2756611"/>
            <a:ext cx="6245352" cy="696163"/>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18" name="Shape 14"/>
          <p:cNvSpPr/>
          <p:nvPr/>
        </p:nvSpPr>
        <p:spPr>
          <a:xfrm>
            <a:off x="548640" y="3544214"/>
            <a:ext cx="4114800" cy="696163"/>
          </a:xfrm>
          <a:prstGeom prst="roundRect">
            <a:avLst>
              <a:gd name="adj" fmla="val 13135"/>
            </a:avLst>
          </a:prstGeom>
          <a:solidFill>
            <a:srgbClr val="EEF3F8"/>
          </a:solidFill>
          <a:ln w="12700">
            <a:solidFill>
              <a:srgbClr val="FFFFFF">
                <a:alpha val="0"/>
              </a:srgbClr>
            </a:solidFill>
            <a:prstDash val="solid"/>
          </a:ln>
        </p:spPr>
      </p:sp>
      <p:sp>
        <p:nvSpPr>
          <p:cNvPr id="19" name="Text 15"/>
          <p:cNvSpPr txBox="1"/>
          <p:nvPr/>
        </p:nvSpPr>
        <p:spPr>
          <a:xfrm>
            <a:off x="685800" y="3544214"/>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3</a:t>
            </a:r>
            <a:r>
              <a:rPr lang="en-US" sz="1500" dirty="0">
                <a:solidFill>
                  <a:srgbClr val="1B2333"/>
                </a:solidFill>
              </a:rPr>
              <a:t>  </a:t>
            </a:r>
            <a:r>
              <a:rPr lang="en-US" sz="1500" i="1" dirty="0">
                <a:solidFill>
                  <a:srgbClr val="1B2333"/>
                </a:solidFill>
              </a:rPr>
              <a:t>De printer werkt niet.</a:t>
            </a:r>
            <a:endParaRPr lang="en-US" sz="1500" dirty="0"/>
          </a:p>
          <a:p>
            <a:pPr algn="l" indent="0" marL="0">
              <a:buNone/>
            </a:pPr>
            <a:r>
              <a:rPr lang="en-US" sz="1500" i="1" dirty="0">
                <a:solidFill>
                  <a:srgbClr val="4A5A70"/>
                </a:solidFill>
              </a:rPr>
              <a:t>+ (Hij staat op de eerste verdieping.)</a:t>
            </a:r>
            <a:endParaRPr lang="en-US" sz="1500" dirty="0"/>
          </a:p>
        </p:txBody>
      </p:sp>
      <p:sp>
        <p:nvSpPr>
          <p:cNvPr id="20" name="Text 16"/>
          <p:cNvSpPr txBox="1"/>
          <p:nvPr/>
        </p:nvSpPr>
        <p:spPr>
          <a:xfrm>
            <a:off x="4663440" y="3544214"/>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1" name="Shape 17"/>
          <p:cNvSpPr/>
          <p:nvPr/>
        </p:nvSpPr>
        <p:spPr>
          <a:xfrm>
            <a:off x="5166360" y="3544214"/>
            <a:ext cx="6473952" cy="696163"/>
          </a:xfrm>
          <a:prstGeom prst="roundRect">
            <a:avLst>
              <a:gd name="adj" fmla="val 13135"/>
            </a:avLst>
          </a:prstGeom>
          <a:solidFill>
            <a:srgbClr val="FFFFFF"/>
          </a:solidFill>
          <a:ln w="9525">
            <a:solidFill>
              <a:srgbClr val="D5DCE6"/>
            </a:solidFill>
            <a:prstDash val="solid"/>
          </a:ln>
        </p:spPr>
      </p:sp>
      <p:sp>
        <p:nvSpPr>
          <p:cNvPr id="22" name="Text 18"/>
          <p:cNvSpPr txBox="1"/>
          <p:nvPr/>
        </p:nvSpPr>
        <p:spPr>
          <a:xfrm>
            <a:off x="5303520" y="3544214"/>
            <a:ext cx="6245352" cy="696163"/>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3" name="Shape 19"/>
          <p:cNvSpPr/>
          <p:nvPr/>
        </p:nvSpPr>
        <p:spPr>
          <a:xfrm>
            <a:off x="548640" y="4331818"/>
            <a:ext cx="4114800" cy="696163"/>
          </a:xfrm>
          <a:prstGeom prst="roundRect">
            <a:avLst>
              <a:gd name="adj" fmla="val 13135"/>
            </a:avLst>
          </a:prstGeom>
          <a:solidFill>
            <a:srgbClr val="EEF3F8"/>
          </a:solidFill>
          <a:ln w="12700">
            <a:solidFill>
              <a:srgbClr val="FFFFFF">
                <a:alpha val="0"/>
              </a:srgbClr>
            </a:solidFill>
            <a:prstDash val="solid"/>
          </a:ln>
        </p:spPr>
      </p:sp>
      <p:sp>
        <p:nvSpPr>
          <p:cNvPr id="24" name="Text 20"/>
          <p:cNvSpPr txBox="1"/>
          <p:nvPr/>
        </p:nvSpPr>
        <p:spPr>
          <a:xfrm>
            <a:off x="685800" y="4331818"/>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4</a:t>
            </a:r>
            <a:r>
              <a:rPr lang="en-US" sz="1500" dirty="0">
                <a:solidFill>
                  <a:srgbClr val="1B2333"/>
                </a:solidFill>
              </a:rPr>
              <a:t>  </a:t>
            </a:r>
            <a:r>
              <a:rPr lang="en-US" sz="1500" i="1" dirty="0">
                <a:solidFill>
                  <a:srgbClr val="1B2333"/>
                </a:solidFill>
              </a:rPr>
              <a:t>De klanten krijgen een korting.</a:t>
            </a:r>
            <a:endParaRPr lang="en-US" sz="1500" dirty="0"/>
          </a:p>
          <a:p>
            <a:pPr algn="l" indent="0" marL="0">
              <a:buNone/>
            </a:pPr>
            <a:r>
              <a:rPr lang="en-US" sz="1500" i="1" dirty="0">
                <a:solidFill>
                  <a:srgbClr val="4A5A70"/>
                </a:solidFill>
              </a:rPr>
              <a:t>+ (Ze betalen online.)</a:t>
            </a:r>
            <a:endParaRPr lang="en-US" sz="1500" dirty="0"/>
          </a:p>
        </p:txBody>
      </p:sp>
      <p:sp>
        <p:nvSpPr>
          <p:cNvPr id="25" name="Text 21"/>
          <p:cNvSpPr txBox="1"/>
          <p:nvPr/>
        </p:nvSpPr>
        <p:spPr>
          <a:xfrm>
            <a:off x="4663440" y="4331818"/>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6" name="Shape 22"/>
          <p:cNvSpPr/>
          <p:nvPr/>
        </p:nvSpPr>
        <p:spPr>
          <a:xfrm>
            <a:off x="5166360" y="4331818"/>
            <a:ext cx="6473952" cy="696163"/>
          </a:xfrm>
          <a:prstGeom prst="roundRect">
            <a:avLst>
              <a:gd name="adj" fmla="val 13135"/>
            </a:avLst>
          </a:prstGeom>
          <a:solidFill>
            <a:srgbClr val="FFFFFF"/>
          </a:solidFill>
          <a:ln w="9525">
            <a:solidFill>
              <a:srgbClr val="D5DCE6"/>
            </a:solidFill>
            <a:prstDash val="solid"/>
          </a:ln>
        </p:spPr>
      </p:sp>
      <p:sp>
        <p:nvSpPr>
          <p:cNvPr id="27" name="Text 23"/>
          <p:cNvSpPr txBox="1"/>
          <p:nvPr/>
        </p:nvSpPr>
        <p:spPr>
          <a:xfrm>
            <a:off x="5303520" y="4331818"/>
            <a:ext cx="6245352" cy="696163"/>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8" name="Shape 24"/>
          <p:cNvSpPr/>
          <p:nvPr/>
        </p:nvSpPr>
        <p:spPr>
          <a:xfrm>
            <a:off x="548640" y="5119421"/>
            <a:ext cx="4114800" cy="696163"/>
          </a:xfrm>
          <a:prstGeom prst="roundRect">
            <a:avLst>
              <a:gd name="adj" fmla="val 13135"/>
            </a:avLst>
          </a:prstGeom>
          <a:solidFill>
            <a:srgbClr val="EEF3F8"/>
          </a:solidFill>
          <a:ln w="12700">
            <a:solidFill>
              <a:srgbClr val="FFFFFF">
                <a:alpha val="0"/>
              </a:srgbClr>
            </a:solidFill>
            <a:prstDash val="solid"/>
          </a:ln>
        </p:spPr>
      </p:sp>
      <p:sp>
        <p:nvSpPr>
          <p:cNvPr id="29" name="Text 25"/>
          <p:cNvSpPr txBox="1"/>
          <p:nvPr/>
        </p:nvSpPr>
        <p:spPr>
          <a:xfrm>
            <a:off x="685800" y="5119421"/>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5</a:t>
            </a:r>
            <a:r>
              <a:rPr lang="en-US" sz="1500" dirty="0">
                <a:solidFill>
                  <a:srgbClr val="1B2333"/>
                </a:solidFill>
              </a:rPr>
              <a:t>  </a:t>
            </a:r>
            <a:r>
              <a:rPr lang="en-US" sz="1500" i="1" dirty="0">
                <a:solidFill>
                  <a:srgbClr val="1B2333"/>
                </a:solidFill>
              </a:rPr>
              <a:t>Het project begint in mei.</a:t>
            </a:r>
            <a:endParaRPr lang="en-US" sz="1500" dirty="0"/>
          </a:p>
          <a:p>
            <a:pPr algn="l" indent="0" marL="0">
              <a:buNone/>
            </a:pPr>
            <a:r>
              <a:rPr lang="en-US" sz="1500" i="1" dirty="0">
                <a:solidFill>
                  <a:srgbClr val="4A5A70"/>
                </a:solidFill>
              </a:rPr>
              <a:t>+ (We hebben het gisteren besproken.)</a:t>
            </a:r>
            <a:endParaRPr lang="en-US" sz="1500" dirty="0"/>
          </a:p>
        </p:txBody>
      </p:sp>
      <p:sp>
        <p:nvSpPr>
          <p:cNvPr id="30" name="Text 26"/>
          <p:cNvSpPr txBox="1"/>
          <p:nvPr/>
        </p:nvSpPr>
        <p:spPr>
          <a:xfrm>
            <a:off x="4663440" y="5119421"/>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1" name="Shape 27"/>
          <p:cNvSpPr/>
          <p:nvPr/>
        </p:nvSpPr>
        <p:spPr>
          <a:xfrm>
            <a:off x="5166360" y="5119421"/>
            <a:ext cx="6473952" cy="696163"/>
          </a:xfrm>
          <a:prstGeom prst="roundRect">
            <a:avLst>
              <a:gd name="adj" fmla="val 13135"/>
            </a:avLst>
          </a:prstGeom>
          <a:solidFill>
            <a:srgbClr val="FFFFFF"/>
          </a:solidFill>
          <a:ln w="9525">
            <a:solidFill>
              <a:srgbClr val="D5DCE6"/>
            </a:solidFill>
            <a:prstDash val="solid"/>
          </a:ln>
        </p:spPr>
      </p:sp>
      <p:sp>
        <p:nvSpPr>
          <p:cNvPr id="32" name="Text 28"/>
          <p:cNvSpPr txBox="1"/>
          <p:nvPr/>
        </p:nvSpPr>
        <p:spPr>
          <a:xfrm>
            <a:off x="5303520" y="5119421"/>
            <a:ext cx="6245352" cy="696163"/>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4 — La relative au milieu</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Ajoutez l’information entre parenthèses au milieu de la phrase : verbe, verbe !</a:t>
            </a:r>
            <a:endParaRPr lang="en-US" sz="1700" dirty="0"/>
          </a:p>
        </p:txBody>
      </p:sp>
      <p:sp>
        <p:nvSpPr>
          <p:cNvPr id="9" name="Shape 5"/>
          <p:cNvSpPr/>
          <p:nvPr/>
        </p:nvSpPr>
        <p:spPr>
          <a:xfrm>
            <a:off x="548640" y="1969008"/>
            <a:ext cx="4114800" cy="696163"/>
          </a:xfrm>
          <a:prstGeom prst="roundRect">
            <a:avLst>
              <a:gd name="adj" fmla="val 13135"/>
            </a:avLst>
          </a:prstGeom>
          <a:solidFill>
            <a:srgbClr val="EEF3F8"/>
          </a:solidFill>
          <a:ln w="12700">
            <a:solidFill>
              <a:srgbClr val="FFFFFF">
                <a:alpha val="0"/>
              </a:srgbClr>
            </a:solidFill>
            <a:prstDash val="solid"/>
          </a:ln>
        </p:spPr>
      </p:sp>
      <p:sp>
        <p:nvSpPr>
          <p:cNvPr id="10" name="Text 6"/>
          <p:cNvSpPr txBox="1"/>
          <p:nvPr/>
        </p:nvSpPr>
        <p:spPr>
          <a:xfrm>
            <a:off x="685800" y="1969008"/>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1</a:t>
            </a:r>
            <a:r>
              <a:rPr lang="en-US" sz="1500" dirty="0">
                <a:solidFill>
                  <a:srgbClr val="1B2333"/>
                </a:solidFill>
              </a:rPr>
              <a:t>  </a:t>
            </a:r>
            <a:r>
              <a:rPr lang="en-US" sz="1500" i="1" dirty="0">
                <a:solidFill>
                  <a:srgbClr val="1B2333"/>
                </a:solidFill>
              </a:rPr>
              <a:t>De collega spreekt vijf talen.</a:t>
            </a:r>
            <a:endParaRPr lang="en-US" sz="1500" dirty="0"/>
          </a:p>
          <a:p>
            <a:pPr algn="l" indent="0" marL="0">
              <a:buNone/>
            </a:pPr>
            <a:r>
              <a:rPr lang="en-US" sz="1500" i="1" dirty="0">
                <a:solidFill>
                  <a:srgbClr val="4A5A70"/>
                </a:solidFill>
              </a:rPr>
              <a:t>+ (Ze zit naast me.)</a:t>
            </a:r>
            <a:endParaRPr lang="en-US" sz="1500" dirty="0"/>
          </a:p>
        </p:txBody>
      </p:sp>
      <p:sp>
        <p:nvSpPr>
          <p:cNvPr id="11" name="Text 7"/>
          <p:cNvSpPr txBox="1"/>
          <p:nvPr/>
        </p:nvSpPr>
        <p:spPr>
          <a:xfrm>
            <a:off x="4663440" y="1969008"/>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2" name="Shape 8"/>
          <p:cNvSpPr/>
          <p:nvPr/>
        </p:nvSpPr>
        <p:spPr>
          <a:xfrm>
            <a:off x="5166360" y="1969008"/>
            <a:ext cx="6473952" cy="696163"/>
          </a:xfrm>
          <a:prstGeom prst="roundRect">
            <a:avLst>
              <a:gd name="adj" fmla="val 13135"/>
            </a:avLst>
          </a:prstGeom>
          <a:solidFill>
            <a:srgbClr val="FFFFFF"/>
          </a:solidFill>
          <a:ln w="9525">
            <a:solidFill>
              <a:srgbClr val="D5DCE6"/>
            </a:solidFill>
            <a:prstDash val="solid"/>
          </a:ln>
        </p:spPr>
      </p:sp>
      <p:sp>
        <p:nvSpPr>
          <p:cNvPr id="13" name="Text 9"/>
          <p:cNvSpPr txBox="1"/>
          <p:nvPr/>
        </p:nvSpPr>
        <p:spPr>
          <a:xfrm>
            <a:off x="5303520" y="1969008"/>
            <a:ext cx="6245352" cy="696163"/>
          </a:xfrm>
          <a:prstGeom prst="rect">
            <a:avLst/>
          </a:prstGeom>
          <a:noFill/>
          <a:ln/>
        </p:spPr>
        <p:txBody>
          <a:bodyPr wrap="square" lIns="0" tIns="0" rIns="0" bIns="0" rtlCol="0" anchor="ctr"/>
          <a:lstStyle/>
          <a:p>
            <a:pPr algn="l" indent="0" marL="0">
              <a:buNone/>
            </a:pPr>
            <a:r>
              <a:rPr lang="en-US" sz="1600" i="1" dirty="0">
                <a:solidFill>
                  <a:srgbClr val="2E7D4F"/>
                </a:solidFill>
              </a:rPr>
              <a:t>De collega </a:t>
            </a:r>
            <a:r>
              <a:rPr lang="en-US" sz="1600" b="1" i="1" dirty="0">
                <a:solidFill>
                  <a:srgbClr val="17375E"/>
                </a:solidFill>
              </a:rPr>
              <a:t>die</a:t>
            </a:r>
            <a:r>
              <a:rPr lang="en-US" sz="1600" i="1" dirty="0">
                <a:solidFill>
                  <a:srgbClr val="2E7D4F"/>
                </a:solidFill>
              </a:rPr>
              <a:t> naast me </a:t>
            </a:r>
            <a:r>
              <a:rPr lang="en-US" sz="1600" b="1" i="1" dirty="0">
                <a:solidFill>
                  <a:srgbClr val="B83227"/>
                </a:solidFill>
              </a:rPr>
              <a:t>zit</a:t>
            </a:r>
            <a:r>
              <a:rPr lang="en-US" sz="1600" i="1" dirty="0">
                <a:solidFill>
                  <a:srgbClr val="2E7D4F"/>
                </a:solidFill>
              </a:rPr>
              <a:t>, </a:t>
            </a:r>
            <a:r>
              <a:rPr lang="en-US" sz="1600" b="1" i="1" dirty="0">
                <a:solidFill>
                  <a:srgbClr val="B83227"/>
                </a:solidFill>
              </a:rPr>
              <a:t>spreekt</a:t>
            </a:r>
            <a:r>
              <a:rPr lang="en-US" sz="1600" i="1" dirty="0">
                <a:solidFill>
                  <a:srgbClr val="2E7D4F"/>
                </a:solidFill>
              </a:rPr>
              <a:t> vijf talen.</a:t>
            </a:r>
            <a:endParaRPr lang="en-US" sz="1600" dirty="0"/>
          </a:p>
        </p:txBody>
      </p:sp>
      <p:sp>
        <p:nvSpPr>
          <p:cNvPr id="14" name="Shape 10"/>
          <p:cNvSpPr/>
          <p:nvPr/>
        </p:nvSpPr>
        <p:spPr>
          <a:xfrm>
            <a:off x="548640" y="2756611"/>
            <a:ext cx="4114800" cy="696163"/>
          </a:xfrm>
          <a:prstGeom prst="roundRect">
            <a:avLst>
              <a:gd name="adj" fmla="val 13135"/>
            </a:avLst>
          </a:prstGeom>
          <a:solidFill>
            <a:srgbClr val="EEF3F8"/>
          </a:solidFill>
          <a:ln w="12700">
            <a:solidFill>
              <a:srgbClr val="FFFFFF">
                <a:alpha val="0"/>
              </a:srgbClr>
            </a:solidFill>
            <a:prstDash val="solid"/>
          </a:ln>
        </p:spPr>
      </p:sp>
      <p:sp>
        <p:nvSpPr>
          <p:cNvPr id="15" name="Text 11"/>
          <p:cNvSpPr txBox="1"/>
          <p:nvPr/>
        </p:nvSpPr>
        <p:spPr>
          <a:xfrm>
            <a:off x="685800" y="2756611"/>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2</a:t>
            </a:r>
            <a:r>
              <a:rPr lang="en-US" sz="1500" dirty="0">
                <a:solidFill>
                  <a:srgbClr val="1B2333"/>
                </a:solidFill>
              </a:rPr>
              <a:t>  </a:t>
            </a:r>
            <a:r>
              <a:rPr lang="en-US" sz="1500" i="1" dirty="0">
                <a:solidFill>
                  <a:srgbClr val="1B2333"/>
                </a:solidFill>
              </a:rPr>
              <a:t>Het rapport is bijna klaar.</a:t>
            </a:r>
            <a:endParaRPr lang="en-US" sz="1500" dirty="0"/>
          </a:p>
          <a:p>
            <a:pPr algn="l" indent="0" marL="0">
              <a:buNone/>
            </a:pPr>
            <a:r>
              <a:rPr lang="en-US" sz="1500" i="1" dirty="0">
                <a:solidFill>
                  <a:srgbClr val="4A5A70"/>
                </a:solidFill>
              </a:rPr>
              <a:t>+ (Sofie schrijft het.)</a:t>
            </a:r>
            <a:endParaRPr lang="en-US" sz="1500" dirty="0"/>
          </a:p>
        </p:txBody>
      </p:sp>
      <p:sp>
        <p:nvSpPr>
          <p:cNvPr id="16" name="Text 12"/>
          <p:cNvSpPr txBox="1"/>
          <p:nvPr/>
        </p:nvSpPr>
        <p:spPr>
          <a:xfrm>
            <a:off x="4663440" y="2756611"/>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7" name="Shape 13"/>
          <p:cNvSpPr/>
          <p:nvPr/>
        </p:nvSpPr>
        <p:spPr>
          <a:xfrm>
            <a:off x="5166360" y="2756611"/>
            <a:ext cx="6473952" cy="696163"/>
          </a:xfrm>
          <a:prstGeom prst="roundRect">
            <a:avLst>
              <a:gd name="adj" fmla="val 13135"/>
            </a:avLst>
          </a:prstGeom>
          <a:solidFill>
            <a:srgbClr val="FFFFFF"/>
          </a:solidFill>
          <a:ln w="9525">
            <a:solidFill>
              <a:srgbClr val="D5DCE6"/>
            </a:solidFill>
            <a:prstDash val="solid"/>
          </a:ln>
        </p:spPr>
      </p:sp>
      <p:sp>
        <p:nvSpPr>
          <p:cNvPr id="18" name="Text 14"/>
          <p:cNvSpPr txBox="1"/>
          <p:nvPr/>
        </p:nvSpPr>
        <p:spPr>
          <a:xfrm>
            <a:off x="5303520" y="2756611"/>
            <a:ext cx="6245352" cy="696163"/>
          </a:xfrm>
          <a:prstGeom prst="rect">
            <a:avLst/>
          </a:prstGeom>
          <a:noFill/>
          <a:ln/>
        </p:spPr>
        <p:txBody>
          <a:bodyPr wrap="square" lIns="0" tIns="0" rIns="0" bIns="0" rtlCol="0" anchor="ctr"/>
          <a:lstStyle/>
          <a:p>
            <a:pPr algn="l" indent="0" marL="0">
              <a:buNone/>
            </a:pPr>
            <a:r>
              <a:rPr lang="en-US" sz="1600" i="1" dirty="0">
                <a:solidFill>
                  <a:srgbClr val="2E7D4F"/>
                </a:solidFill>
              </a:rPr>
              <a:t>Het rapport </a:t>
            </a:r>
            <a:r>
              <a:rPr lang="en-US" sz="1600" b="1" i="1" dirty="0">
                <a:solidFill>
                  <a:srgbClr val="D9700F"/>
                </a:solidFill>
              </a:rPr>
              <a:t>dat</a:t>
            </a:r>
            <a:r>
              <a:rPr lang="en-US" sz="1600" i="1" dirty="0">
                <a:solidFill>
                  <a:srgbClr val="2E7D4F"/>
                </a:solidFill>
              </a:rPr>
              <a:t> Sofie </a:t>
            </a:r>
            <a:r>
              <a:rPr lang="en-US" sz="1600" b="1" i="1" dirty="0">
                <a:solidFill>
                  <a:srgbClr val="B83227"/>
                </a:solidFill>
              </a:rPr>
              <a:t>schrijft</a:t>
            </a:r>
            <a:r>
              <a:rPr lang="en-US" sz="1600" i="1" dirty="0">
                <a:solidFill>
                  <a:srgbClr val="2E7D4F"/>
                </a:solidFill>
              </a:rPr>
              <a:t>, </a:t>
            </a:r>
            <a:r>
              <a:rPr lang="en-US" sz="1600" b="1" i="1" dirty="0">
                <a:solidFill>
                  <a:srgbClr val="B83227"/>
                </a:solidFill>
              </a:rPr>
              <a:t>is</a:t>
            </a:r>
            <a:r>
              <a:rPr lang="en-US" sz="1600" i="1" dirty="0">
                <a:solidFill>
                  <a:srgbClr val="2E7D4F"/>
                </a:solidFill>
              </a:rPr>
              <a:t> bijna klaar.</a:t>
            </a:r>
            <a:endParaRPr lang="en-US" sz="1600" dirty="0"/>
          </a:p>
        </p:txBody>
      </p:sp>
      <p:sp>
        <p:nvSpPr>
          <p:cNvPr id="19" name="Shape 15"/>
          <p:cNvSpPr/>
          <p:nvPr/>
        </p:nvSpPr>
        <p:spPr>
          <a:xfrm>
            <a:off x="548640" y="3544214"/>
            <a:ext cx="4114800" cy="696163"/>
          </a:xfrm>
          <a:prstGeom prst="roundRect">
            <a:avLst>
              <a:gd name="adj" fmla="val 13135"/>
            </a:avLst>
          </a:prstGeom>
          <a:solidFill>
            <a:srgbClr val="EEF3F8"/>
          </a:solidFill>
          <a:ln w="12700">
            <a:solidFill>
              <a:srgbClr val="FFFFFF">
                <a:alpha val="0"/>
              </a:srgbClr>
            </a:solidFill>
            <a:prstDash val="solid"/>
          </a:ln>
        </p:spPr>
      </p:sp>
      <p:sp>
        <p:nvSpPr>
          <p:cNvPr id="20" name="Text 16"/>
          <p:cNvSpPr txBox="1"/>
          <p:nvPr/>
        </p:nvSpPr>
        <p:spPr>
          <a:xfrm>
            <a:off x="685800" y="3544214"/>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3</a:t>
            </a:r>
            <a:r>
              <a:rPr lang="en-US" sz="1500" dirty="0">
                <a:solidFill>
                  <a:srgbClr val="1B2333"/>
                </a:solidFill>
              </a:rPr>
              <a:t>  </a:t>
            </a:r>
            <a:r>
              <a:rPr lang="en-US" sz="1500" i="1" dirty="0">
                <a:solidFill>
                  <a:srgbClr val="1B2333"/>
                </a:solidFill>
              </a:rPr>
              <a:t>De printer werkt niet.</a:t>
            </a:r>
            <a:endParaRPr lang="en-US" sz="1500" dirty="0"/>
          </a:p>
          <a:p>
            <a:pPr algn="l" indent="0" marL="0">
              <a:buNone/>
            </a:pPr>
            <a:r>
              <a:rPr lang="en-US" sz="1500" i="1" dirty="0">
                <a:solidFill>
                  <a:srgbClr val="4A5A70"/>
                </a:solidFill>
              </a:rPr>
              <a:t>+ (Hij staat op de eerste verdieping.)</a:t>
            </a:r>
            <a:endParaRPr lang="en-US" sz="1500" dirty="0"/>
          </a:p>
        </p:txBody>
      </p:sp>
      <p:sp>
        <p:nvSpPr>
          <p:cNvPr id="21" name="Text 17"/>
          <p:cNvSpPr txBox="1"/>
          <p:nvPr/>
        </p:nvSpPr>
        <p:spPr>
          <a:xfrm>
            <a:off x="4663440" y="3544214"/>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2" name="Shape 18"/>
          <p:cNvSpPr/>
          <p:nvPr/>
        </p:nvSpPr>
        <p:spPr>
          <a:xfrm>
            <a:off x="5166360" y="3544214"/>
            <a:ext cx="6473952" cy="696163"/>
          </a:xfrm>
          <a:prstGeom prst="roundRect">
            <a:avLst>
              <a:gd name="adj" fmla="val 13135"/>
            </a:avLst>
          </a:prstGeom>
          <a:solidFill>
            <a:srgbClr val="FFFFFF"/>
          </a:solidFill>
          <a:ln w="9525">
            <a:solidFill>
              <a:srgbClr val="D5DCE6"/>
            </a:solidFill>
            <a:prstDash val="solid"/>
          </a:ln>
        </p:spPr>
      </p:sp>
      <p:sp>
        <p:nvSpPr>
          <p:cNvPr id="23" name="Text 19"/>
          <p:cNvSpPr txBox="1"/>
          <p:nvPr/>
        </p:nvSpPr>
        <p:spPr>
          <a:xfrm>
            <a:off x="5303520" y="3544214"/>
            <a:ext cx="6245352" cy="696163"/>
          </a:xfrm>
          <a:prstGeom prst="rect">
            <a:avLst/>
          </a:prstGeom>
          <a:noFill/>
          <a:ln/>
        </p:spPr>
        <p:txBody>
          <a:bodyPr wrap="square" lIns="0" tIns="0" rIns="0" bIns="0" rtlCol="0" anchor="ctr"/>
          <a:lstStyle/>
          <a:p>
            <a:pPr algn="l" indent="0" marL="0">
              <a:buNone/>
            </a:pPr>
            <a:r>
              <a:rPr lang="en-US" sz="1600" i="1" dirty="0">
                <a:solidFill>
                  <a:srgbClr val="2E7D4F"/>
                </a:solidFill>
              </a:rPr>
              <a:t>De printer </a:t>
            </a:r>
            <a:r>
              <a:rPr lang="en-US" sz="1600" b="1" i="1" dirty="0">
                <a:solidFill>
                  <a:srgbClr val="17375E"/>
                </a:solidFill>
              </a:rPr>
              <a:t>die</a:t>
            </a:r>
            <a:r>
              <a:rPr lang="en-US" sz="1600" i="1" dirty="0">
                <a:solidFill>
                  <a:srgbClr val="2E7D4F"/>
                </a:solidFill>
              </a:rPr>
              <a:t> op de eerste verdieping </a:t>
            </a:r>
            <a:r>
              <a:rPr lang="en-US" sz="1600" b="1" i="1" dirty="0">
                <a:solidFill>
                  <a:srgbClr val="B83227"/>
                </a:solidFill>
              </a:rPr>
              <a:t>staat</a:t>
            </a:r>
            <a:r>
              <a:rPr lang="en-US" sz="1600" i="1" dirty="0">
                <a:solidFill>
                  <a:srgbClr val="2E7D4F"/>
                </a:solidFill>
              </a:rPr>
              <a:t>, </a:t>
            </a:r>
            <a:r>
              <a:rPr lang="en-US" sz="1600" b="1" i="1" dirty="0">
                <a:solidFill>
                  <a:srgbClr val="B83227"/>
                </a:solidFill>
              </a:rPr>
              <a:t>werkt</a:t>
            </a:r>
            <a:r>
              <a:rPr lang="en-US" sz="1600" i="1" dirty="0">
                <a:solidFill>
                  <a:srgbClr val="2E7D4F"/>
                </a:solidFill>
              </a:rPr>
              <a:t> niet.</a:t>
            </a:r>
            <a:endParaRPr lang="en-US" sz="1600" dirty="0"/>
          </a:p>
        </p:txBody>
      </p:sp>
      <p:sp>
        <p:nvSpPr>
          <p:cNvPr id="24" name="Shape 20"/>
          <p:cNvSpPr/>
          <p:nvPr/>
        </p:nvSpPr>
        <p:spPr>
          <a:xfrm>
            <a:off x="548640" y="4331818"/>
            <a:ext cx="4114800" cy="696163"/>
          </a:xfrm>
          <a:prstGeom prst="roundRect">
            <a:avLst>
              <a:gd name="adj" fmla="val 13135"/>
            </a:avLst>
          </a:prstGeom>
          <a:solidFill>
            <a:srgbClr val="EEF3F8"/>
          </a:solidFill>
          <a:ln w="12700">
            <a:solidFill>
              <a:srgbClr val="FFFFFF">
                <a:alpha val="0"/>
              </a:srgbClr>
            </a:solidFill>
            <a:prstDash val="solid"/>
          </a:ln>
        </p:spPr>
      </p:sp>
      <p:sp>
        <p:nvSpPr>
          <p:cNvPr id="25" name="Text 21"/>
          <p:cNvSpPr txBox="1"/>
          <p:nvPr/>
        </p:nvSpPr>
        <p:spPr>
          <a:xfrm>
            <a:off x="685800" y="4331818"/>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4</a:t>
            </a:r>
            <a:r>
              <a:rPr lang="en-US" sz="1500" dirty="0">
                <a:solidFill>
                  <a:srgbClr val="1B2333"/>
                </a:solidFill>
              </a:rPr>
              <a:t>  </a:t>
            </a:r>
            <a:r>
              <a:rPr lang="en-US" sz="1500" i="1" dirty="0">
                <a:solidFill>
                  <a:srgbClr val="1B2333"/>
                </a:solidFill>
              </a:rPr>
              <a:t>De klanten krijgen een korting.</a:t>
            </a:r>
            <a:endParaRPr lang="en-US" sz="1500" dirty="0"/>
          </a:p>
          <a:p>
            <a:pPr algn="l" indent="0" marL="0">
              <a:buNone/>
            </a:pPr>
            <a:r>
              <a:rPr lang="en-US" sz="1500" i="1" dirty="0">
                <a:solidFill>
                  <a:srgbClr val="4A5A70"/>
                </a:solidFill>
              </a:rPr>
              <a:t>+ (Ze betalen online.)</a:t>
            </a:r>
            <a:endParaRPr lang="en-US" sz="1500" dirty="0"/>
          </a:p>
        </p:txBody>
      </p:sp>
      <p:sp>
        <p:nvSpPr>
          <p:cNvPr id="26" name="Text 22"/>
          <p:cNvSpPr txBox="1"/>
          <p:nvPr/>
        </p:nvSpPr>
        <p:spPr>
          <a:xfrm>
            <a:off x="4663440" y="4331818"/>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7" name="Shape 23"/>
          <p:cNvSpPr/>
          <p:nvPr/>
        </p:nvSpPr>
        <p:spPr>
          <a:xfrm>
            <a:off x="5166360" y="4331818"/>
            <a:ext cx="6473952" cy="696163"/>
          </a:xfrm>
          <a:prstGeom prst="roundRect">
            <a:avLst>
              <a:gd name="adj" fmla="val 13135"/>
            </a:avLst>
          </a:prstGeom>
          <a:solidFill>
            <a:srgbClr val="FFFFFF"/>
          </a:solidFill>
          <a:ln w="9525">
            <a:solidFill>
              <a:srgbClr val="D5DCE6"/>
            </a:solidFill>
            <a:prstDash val="solid"/>
          </a:ln>
        </p:spPr>
      </p:sp>
      <p:sp>
        <p:nvSpPr>
          <p:cNvPr id="28" name="Text 24"/>
          <p:cNvSpPr txBox="1"/>
          <p:nvPr/>
        </p:nvSpPr>
        <p:spPr>
          <a:xfrm>
            <a:off x="5303520" y="4331818"/>
            <a:ext cx="6245352" cy="696163"/>
          </a:xfrm>
          <a:prstGeom prst="rect">
            <a:avLst/>
          </a:prstGeom>
          <a:noFill/>
          <a:ln/>
        </p:spPr>
        <p:txBody>
          <a:bodyPr wrap="square" lIns="0" tIns="0" rIns="0" bIns="0" rtlCol="0" anchor="ctr"/>
          <a:lstStyle/>
          <a:p>
            <a:pPr algn="l" indent="0" marL="0">
              <a:buNone/>
            </a:pPr>
            <a:r>
              <a:rPr lang="en-US" sz="1600" i="1" dirty="0">
                <a:solidFill>
                  <a:srgbClr val="2E7D4F"/>
                </a:solidFill>
              </a:rPr>
              <a:t>De klanten </a:t>
            </a:r>
            <a:r>
              <a:rPr lang="en-US" sz="1600" b="1" i="1" dirty="0">
                <a:solidFill>
                  <a:srgbClr val="17375E"/>
                </a:solidFill>
              </a:rPr>
              <a:t>die</a:t>
            </a:r>
            <a:r>
              <a:rPr lang="en-US" sz="1600" i="1" dirty="0">
                <a:solidFill>
                  <a:srgbClr val="2E7D4F"/>
                </a:solidFill>
              </a:rPr>
              <a:t> online </a:t>
            </a:r>
            <a:r>
              <a:rPr lang="en-US" sz="1600" b="1" i="1" dirty="0">
                <a:solidFill>
                  <a:srgbClr val="B83227"/>
                </a:solidFill>
              </a:rPr>
              <a:t>betalen</a:t>
            </a:r>
            <a:r>
              <a:rPr lang="en-US" sz="1600" i="1" dirty="0">
                <a:solidFill>
                  <a:srgbClr val="2E7D4F"/>
                </a:solidFill>
              </a:rPr>
              <a:t>, </a:t>
            </a:r>
            <a:r>
              <a:rPr lang="en-US" sz="1600" b="1" i="1" dirty="0">
                <a:solidFill>
                  <a:srgbClr val="B83227"/>
                </a:solidFill>
              </a:rPr>
              <a:t>krijgen</a:t>
            </a:r>
            <a:r>
              <a:rPr lang="en-US" sz="1600" i="1" dirty="0">
                <a:solidFill>
                  <a:srgbClr val="2E7D4F"/>
                </a:solidFill>
              </a:rPr>
              <a:t> een korting.</a:t>
            </a:r>
            <a:endParaRPr lang="en-US" sz="1600" dirty="0"/>
          </a:p>
        </p:txBody>
      </p:sp>
      <p:sp>
        <p:nvSpPr>
          <p:cNvPr id="29" name="Shape 25"/>
          <p:cNvSpPr/>
          <p:nvPr/>
        </p:nvSpPr>
        <p:spPr>
          <a:xfrm>
            <a:off x="548640" y="5119421"/>
            <a:ext cx="4114800" cy="696163"/>
          </a:xfrm>
          <a:prstGeom prst="roundRect">
            <a:avLst>
              <a:gd name="adj" fmla="val 13135"/>
            </a:avLst>
          </a:prstGeom>
          <a:solidFill>
            <a:srgbClr val="EEF3F8"/>
          </a:solidFill>
          <a:ln w="12700">
            <a:solidFill>
              <a:srgbClr val="FFFFFF">
                <a:alpha val="0"/>
              </a:srgbClr>
            </a:solidFill>
            <a:prstDash val="solid"/>
          </a:ln>
        </p:spPr>
      </p:sp>
      <p:sp>
        <p:nvSpPr>
          <p:cNvPr id="30" name="Text 26"/>
          <p:cNvSpPr txBox="1"/>
          <p:nvPr/>
        </p:nvSpPr>
        <p:spPr>
          <a:xfrm>
            <a:off x="685800" y="5119421"/>
            <a:ext cx="3886200" cy="696163"/>
          </a:xfrm>
          <a:prstGeom prst="rect">
            <a:avLst/>
          </a:prstGeom>
          <a:noFill/>
          <a:ln/>
        </p:spPr>
        <p:txBody>
          <a:bodyPr wrap="square" lIns="0" tIns="0" rIns="0" bIns="0" rtlCol="0" anchor="ctr"/>
          <a:lstStyle/>
          <a:p>
            <a:pPr algn="l" indent="0" marL="0">
              <a:buNone/>
            </a:pPr>
            <a:r>
              <a:rPr lang="en-US" sz="1500" b="1" dirty="0">
                <a:solidFill>
                  <a:srgbClr val="4A5A70"/>
                </a:solidFill>
              </a:rPr>
              <a:t>5</a:t>
            </a:r>
            <a:r>
              <a:rPr lang="en-US" sz="1500" dirty="0">
                <a:solidFill>
                  <a:srgbClr val="1B2333"/>
                </a:solidFill>
              </a:rPr>
              <a:t>  </a:t>
            </a:r>
            <a:r>
              <a:rPr lang="en-US" sz="1500" i="1" dirty="0">
                <a:solidFill>
                  <a:srgbClr val="1B2333"/>
                </a:solidFill>
              </a:rPr>
              <a:t>Het project begint in mei.</a:t>
            </a:r>
            <a:endParaRPr lang="en-US" sz="1500" dirty="0"/>
          </a:p>
          <a:p>
            <a:pPr algn="l" indent="0" marL="0">
              <a:buNone/>
            </a:pPr>
            <a:r>
              <a:rPr lang="en-US" sz="1500" i="1" dirty="0">
                <a:solidFill>
                  <a:srgbClr val="4A5A70"/>
                </a:solidFill>
              </a:rPr>
              <a:t>+ (We hebben het gisteren besproken.)</a:t>
            </a:r>
            <a:endParaRPr lang="en-US" sz="1500" dirty="0"/>
          </a:p>
        </p:txBody>
      </p:sp>
      <p:sp>
        <p:nvSpPr>
          <p:cNvPr id="31" name="Text 27"/>
          <p:cNvSpPr txBox="1"/>
          <p:nvPr/>
        </p:nvSpPr>
        <p:spPr>
          <a:xfrm>
            <a:off x="4663440" y="5119421"/>
            <a:ext cx="502920" cy="696163"/>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2" name="Shape 28"/>
          <p:cNvSpPr/>
          <p:nvPr/>
        </p:nvSpPr>
        <p:spPr>
          <a:xfrm>
            <a:off x="5166360" y="5119421"/>
            <a:ext cx="6473952" cy="696163"/>
          </a:xfrm>
          <a:prstGeom prst="roundRect">
            <a:avLst>
              <a:gd name="adj" fmla="val 13135"/>
            </a:avLst>
          </a:prstGeom>
          <a:solidFill>
            <a:srgbClr val="FFFFFF"/>
          </a:solidFill>
          <a:ln w="9525">
            <a:solidFill>
              <a:srgbClr val="D5DCE6"/>
            </a:solidFill>
            <a:prstDash val="solid"/>
          </a:ln>
        </p:spPr>
      </p:sp>
      <p:sp>
        <p:nvSpPr>
          <p:cNvPr id="33" name="Text 29"/>
          <p:cNvSpPr txBox="1"/>
          <p:nvPr/>
        </p:nvSpPr>
        <p:spPr>
          <a:xfrm>
            <a:off x="5303520" y="5119421"/>
            <a:ext cx="6245352" cy="696163"/>
          </a:xfrm>
          <a:prstGeom prst="rect">
            <a:avLst/>
          </a:prstGeom>
          <a:noFill/>
          <a:ln/>
        </p:spPr>
        <p:txBody>
          <a:bodyPr wrap="square" lIns="0" tIns="0" rIns="0" bIns="0" rtlCol="0" anchor="ctr"/>
          <a:lstStyle/>
          <a:p>
            <a:pPr algn="l" indent="0" marL="0">
              <a:buNone/>
            </a:pPr>
            <a:r>
              <a:rPr lang="en-US" sz="1600" i="1" dirty="0">
                <a:solidFill>
                  <a:srgbClr val="2E7D4F"/>
                </a:solidFill>
              </a:rPr>
              <a:t>Het project </a:t>
            </a:r>
            <a:r>
              <a:rPr lang="en-US" sz="1600" b="1" i="1" dirty="0">
                <a:solidFill>
                  <a:srgbClr val="D9700F"/>
                </a:solidFill>
              </a:rPr>
              <a:t>dat</a:t>
            </a:r>
            <a:r>
              <a:rPr lang="en-US" sz="1600" i="1" dirty="0">
                <a:solidFill>
                  <a:srgbClr val="2E7D4F"/>
                </a:solidFill>
              </a:rPr>
              <a:t> we gisteren </a:t>
            </a:r>
            <a:r>
              <a:rPr lang="en-US" sz="1600" b="1" i="1" dirty="0">
                <a:solidFill>
                  <a:srgbClr val="B83227"/>
                </a:solidFill>
              </a:rPr>
              <a:t>hebben besproken</a:t>
            </a:r>
            <a:r>
              <a:rPr lang="en-US" sz="1600" i="1" dirty="0">
                <a:solidFill>
                  <a:srgbClr val="2E7D4F"/>
                </a:solidFill>
              </a:rPr>
              <a:t>, </a:t>
            </a:r>
            <a:r>
              <a:rPr lang="en-US" sz="1600" b="1" i="1" dirty="0">
                <a:solidFill>
                  <a:srgbClr val="B83227"/>
                </a:solidFill>
              </a:rPr>
              <a:t>begint</a:t>
            </a:r>
            <a:r>
              <a:rPr lang="en-US" sz="1600" i="1" dirty="0">
                <a:solidFill>
                  <a:srgbClr val="2E7D4F"/>
                </a:solidFill>
              </a:rPr>
              <a:t> in mei.</a:t>
            </a:r>
            <a:endParaRPr lang="en-US" sz="1600" dirty="0"/>
          </a:p>
        </p:txBody>
      </p:sp>
      <p:sp>
        <p:nvSpPr>
          <p:cNvPr id="34" name="Text 30"/>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N° 4 : sans virgule avant </a:t>
            </a:r>
            <a:r>
              <a:rPr lang="en-US" sz="1300" b="1" i="1" dirty="0">
                <a:solidFill>
                  <a:srgbClr val="17375E"/>
                </a:solidFill>
              </a:rPr>
              <a:t>die</a:t>
            </a:r>
            <a:r>
              <a:rPr lang="en-US" sz="1300" i="1" dirty="0">
                <a:solidFill>
                  <a:srgbClr val="4A5A70"/>
                </a:solidFill>
              </a:rPr>
              <a:t>, seuls les clients qui paient en ligne ont la réduction · n° 5 : </a:t>
            </a:r>
            <a:r>
              <a:rPr lang="en-US" sz="1300" i="1" dirty="0">
                <a:solidFill>
                  <a:srgbClr val="4A5A70"/>
                </a:solidFill>
              </a:rPr>
              <a:t>besproken hebben</a:t>
            </a:r>
            <a:r>
              <a:rPr lang="en-US" sz="1300" i="1" dirty="0">
                <a:solidFill>
                  <a:srgbClr val="4A5A70"/>
                </a:solidFill>
              </a:rPr>
              <a:t> est aussi correct.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Avec ou sans virgules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Qui est concerné ? Tous, ou seulement certains ?</a:t>
            </a:r>
            <a:endParaRPr lang="en-US" sz="1700" dirty="0"/>
          </a:p>
        </p:txBody>
      </p:sp>
      <p:sp>
        <p:nvSpPr>
          <p:cNvPr id="8" name="Shape 4"/>
          <p:cNvSpPr/>
          <p:nvPr/>
        </p:nvSpPr>
        <p:spPr>
          <a:xfrm>
            <a:off x="548640" y="1969008"/>
            <a:ext cx="5852160" cy="564896"/>
          </a:xfrm>
          <a:prstGeom prst="roundRect">
            <a:avLst>
              <a:gd name="adj" fmla="val 16187"/>
            </a:avLst>
          </a:prstGeom>
          <a:solidFill>
            <a:srgbClr val="EEF3F8"/>
          </a:solidFill>
          <a:ln w="12700">
            <a:solidFill>
              <a:srgbClr val="FFFFFF">
                <a:alpha val="0"/>
              </a:srgbClr>
            </a:solidFill>
            <a:prstDash val="solid"/>
          </a:ln>
        </p:spPr>
      </p:sp>
      <p:sp>
        <p:nvSpPr>
          <p:cNvPr id="9" name="Text 5"/>
          <p:cNvSpPr txBox="1"/>
          <p:nvPr/>
        </p:nvSpPr>
        <p:spPr>
          <a:xfrm>
            <a:off x="685800" y="1969008"/>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1</a:t>
            </a:r>
            <a:r>
              <a:rPr lang="en-US" sz="1550" dirty="0">
                <a:solidFill>
                  <a:srgbClr val="1B2333"/>
                </a:solidFill>
              </a:rPr>
              <a:t>  </a:t>
            </a:r>
            <a:r>
              <a:rPr lang="en-US" sz="1550" i="1" dirty="0">
                <a:solidFill>
                  <a:srgbClr val="1B2333"/>
                </a:solidFill>
              </a:rPr>
              <a:t>De collega’s </a:t>
            </a:r>
            <a:r>
              <a:rPr lang="en-US" sz="1550" b="1" i="1" dirty="0">
                <a:solidFill>
                  <a:srgbClr val="17375E"/>
                </a:solidFill>
              </a:rPr>
              <a:t>die</a:t>
            </a:r>
            <a:r>
              <a:rPr lang="en-US" sz="1550" i="1" dirty="0">
                <a:solidFill>
                  <a:srgbClr val="1B2333"/>
                </a:solidFill>
              </a:rPr>
              <a:t> thuiswerken, krijgen een laptop.</a:t>
            </a:r>
            <a:endParaRPr lang="en-US" sz="1550" dirty="0"/>
          </a:p>
        </p:txBody>
      </p:sp>
      <p:sp>
        <p:nvSpPr>
          <p:cNvPr id="10" name="Text 6"/>
          <p:cNvSpPr txBox="1"/>
          <p:nvPr/>
        </p:nvSpPr>
        <p:spPr>
          <a:xfrm>
            <a:off x="6400800" y="196900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1" name="Shape 7"/>
          <p:cNvSpPr/>
          <p:nvPr/>
        </p:nvSpPr>
        <p:spPr>
          <a:xfrm>
            <a:off x="6903720" y="1969008"/>
            <a:ext cx="4736592" cy="564896"/>
          </a:xfrm>
          <a:prstGeom prst="roundRect">
            <a:avLst>
              <a:gd name="adj" fmla="val 16187"/>
            </a:avLst>
          </a:prstGeom>
          <a:solidFill>
            <a:srgbClr val="FFFFFF"/>
          </a:solidFill>
          <a:ln w="9525">
            <a:solidFill>
              <a:srgbClr val="D5DCE6"/>
            </a:solidFill>
            <a:prstDash val="solid"/>
          </a:ln>
        </p:spPr>
      </p:sp>
      <p:sp>
        <p:nvSpPr>
          <p:cNvPr id="12" name="Text 8"/>
          <p:cNvSpPr txBox="1"/>
          <p:nvPr/>
        </p:nvSpPr>
        <p:spPr>
          <a:xfrm>
            <a:off x="7040880" y="1969008"/>
            <a:ext cx="4507992" cy="564896"/>
          </a:xfrm>
          <a:prstGeom prst="rect">
            <a:avLst/>
          </a:prstGeom>
          <a:noFill/>
          <a:ln/>
        </p:spPr>
        <p:txBody>
          <a:bodyPr wrap="square" lIns="0" tIns="0" rIns="0" bIns="0" rtlCol="0" anchor="ctr"/>
          <a:lstStyle/>
          <a:p>
            <a:pPr algn="l" indent="0" marL="0">
              <a:buNone/>
            </a:pPr>
            <a:r>
              <a:rPr lang="en-US" sz="1550" dirty="0">
                <a:solidFill>
                  <a:srgbClr val="9AA6B5"/>
                </a:solidFill>
              </a:rPr>
              <a:t>……………………………………………………………</a:t>
            </a:r>
            <a:endParaRPr lang="en-US" sz="1550" dirty="0"/>
          </a:p>
        </p:txBody>
      </p:sp>
      <p:sp>
        <p:nvSpPr>
          <p:cNvPr id="13" name="Shape 9"/>
          <p:cNvSpPr/>
          <p:nvPr/>
        </p:nvSpPr>
        <p:spPr>
          <a:xfrm>
            <a:off x="548640" y="2625344"/>
            <a:ext cx="5852160" cy="564896"/>
          </a:xfrm>
          <a:prstGeom prst="roundRect">
            <a:avLst>
              <a:gd name="adj" fmla="val 16187"/>
            </a:avLst>
          </a:prstGeom>
          <a:solidFill>
            <a:srgbClr val="EEF3F8"/>
          </a:solidFill>
          <a:ln w="12700">
            <a:solidFill>
              <a:srgbClr val="FFFFFF">
                <a:alpha val="0"/>
              </a:srgbClr>
            </a:solidFill>
            <a:prstDash val="solid"/>
          </a:ln>
        </p:spPr>
      </p:sp>
      <p:sp>
        <p:nvSpPr>
          <p:cNvPr id="14" name="Text 10"/>
          <p:cNvSpPr txBox="1"/>
          <p:nvPr/>
        </p:nvSpPr>
        <p:spPr>
          <a:xfrm>
            <a:off x="685800" y="2625344"/>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2</a:t>
            </a:r>
            <a:r>
              <a:rPr lang="en-US" sz="1550" dirty="0">
                <a:solidFill>
                  <a:srgbClr val="1B2333"/>
                </a:solidFill>
              </a:rPr>
              <a:t>  </a:t>
            </a:r>
            <a:r>
              <a:rPr lang="en-US" sz="1550" i="1" dirty="0">
                <a:solidFill>
                  <a:srgbClr val="1B2333"/>
                </a:solidFill>
              </a:rPr>
              <a:t>De collega’s, </a:t>
            </a:r>
            <a:r>
              <a:rPr lang="en-US" sz="1550" b="1" i="1" dirty="0">
                <a:solidFill>
                  <a:srgbClr val="17375E"/>
                </a:solidFill>
              </a:rPr>
              <a:t>die</a:t>
            </a:r>
            <a:r>
              <a:rPr lang="en-US" sz="1550" i="1" dirty="0">
                <a:solidFill>
                  <a:srgbClr val="1B2333"/>
                </a:solidFill>
              </a:rPr>
              <a:t> thuiswerken, krijgen een laptop.</a:t>
            </a:r>
            <a:endParaRPr lang="en-US" sz="1550" dirty="0"/>
          </a:p>
        </p:txBody>
      </p:sp>
      <p:sp>
        <p:nvSpPr>
          <p:cNvPr id="15" name="Text 11"/>
          <p:cNvSpPr txBox="1"/>
          <p:nvPr/>
        </p:nvSpPr>
        <p:spPr>
          <a:xfrm>
            <a:off x="6400800" y="2625344"/>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6" name="Shape 12"/>
          <p:cNvSpPr/>
          <p:nvPr/>
        </p:nvSpPr>
        <p:spPr>
          <a:xfrm>
            <a:off x="6903720" y="2625344"/>
            <a:ext cx="4736592" cy="564896"/>
          </a:xfrm>
          <a:prstGeom prst="roundRect">
            <a:avLst>
              <a:gd name="adj" fmla="val 16187"/>
            </a:avLst>
          </a:prstGeom>
          <a:solidFill>
            <a:srgbClr val="FFFFFF"/>
          </a:solidFill>
          <a:ln w="9525">
            <a:solidFill>
              <a:srgbClr val="D5DCE6"/>
            </a:solidFill>
            <a:prstDash val="solid"/>
          </a:ln>
        </p:spPr>
      </p:sp>
      <p:sp>
        <p:nvSpPr>
          <p:cNvPr id="17" name="Text 13"/>
          <p:cNvSpPr txBox="1"/>
          <p:nvPr/>
        </p:nvSpPr>
        <p:spPr>
          <a:xfrm>
            <a:off x="7040880" y="2625344"/>
            <a:ext cx="4507992" cy="564896"/>
          </a:xfrm>
          <a:prstGeom prst="rect">
            <a:avLst/>
          </a:prstGeom>
          <a:noFill/>
          <a:ln/>
        </p:spPr>
        <p:txBody>
          <a:bodyPr wrap="square" lIns="0" tIns="0" rIns="0" bIns="0" rtlCol="0" anchor="ctr"/>
          <a:lstStyle/>
          <a:p>
            <a:pPr algn="l" indent="0" marL="0">
              <a:buNone/>
            </a:pPr>
            <a:r>
              <a:rPr lang="en-US" sz="1550" dirty="0">
                <a:solidFill>
                  <a:srgbClr val="9AA6B5"/>
                </a:solidFill>
              </a:rPr>
              <a:t>……………………………………………………</a:t>
            </a:r>
            <a:endParaRPr lang="en-US" sz="1550" dirty="0"/>
          </a:p>
        </p:txBody>
      </p:sp>
      <p:sp>
        <p:nvSpPr>
          <p:cNvPr id="18" name="Shape 14"/>
          <p:cNvSpPr/>
          <p:nvPr/>
        </p:nvSpPr>
        <p:spPr>
          <a:xfrm>
            <a:off x="548640" y="3281680"/>
            <a:ext cx="5852160" cy="564896"/>
          </a:xfrm>
          <a:prstGeom prst="roundRect">
            <a:avLst>
              <a:gd name="adj" fmla="val 16187"/>
            </a:avLst>
          </a:prstGeom>
          <a:solidFill>
            <a:srgbClr val="EEF3F8"/>
          </a:solidFill>
          <a:ln w="12700">
            <a:solidFill>
              <a:srgbClr val="FFFFFF">
                <a:alpha val="0"/>
              </a:srgbClr>
            </a:solidFill>
            <a:prstDash val="solid"/>
          </a:ln>
        </p:spPr>
      </p:sp>
      <p:sp>
        <p:nvSpPr>
          <p:cNvPr id="19" name="Text 15"/>
          <p:cNvSpPr txBox="1"/>
          <p:nvPr/>
        </p:nvSpPr>
        <p:spPr>
          <a:xfrm>
            <a:off x="685800" y="3281680"/>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3</a:t>
            </a:r>
            <a:r>
              <a:rPr lang="en-US" sz="1550" dirty="0">
                <a:solidFill>
                  <a:srgbClr val="1B2333"/>
                </a:solidFill>
              </a:rPr>
              <a:t>  </a:t>
            </a:r>
            <a:r>
              <a:rPr lang="en-US" sz="1550" i="1" dirty="0">
                <a:solidFill>
                  <a:srgbClr val="1B2333"/>
                </a:solidFill>
              </a:rPr>
              <a:t>Mijn zus </a:t>
            </a:r>
            <a:r>
              <a:rPr lang="en-US" sz="1550" b="1" i="1" dirty="0">
                <a:solidFill>
                  <a:srgbClr val="17375E"/>
                </a:solidFill>
              </a:rPr>
              <a:t>die</a:t>
            </a:r>
            <a:r>
              <a:rPr lang="en-US" sz="1550" i="1" dirty="0">
                <a:solidFill>
                  <a:srgbClr val="1B2333"/>
                </a:solidFill>
              </a:rPr>
              <a:t> in Brussel woont, komt morgen.</a:t>
            </a:r>
            <a:endParaRPr lang="en-US" sz="1550" dirty="0"/>
          </a:p>
        </p:txBody>
      </p:sp>
      <p:sp>
        <p:nvSpPr>
          <p:cNvPr id="20" name="Text 16"/>
          <p:cNvSpPr txBox="1"/>
          <p:nvPr/>
        </p:nvSpPr>
        <p:spPr>
          <a:xfrm>
            <a:off x="6400800" y="3281680"/>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1" name="Shape 17"/>
          <p:cNvSpPr/>
          <p:nvPr/>
        </p:nvSpPr>
        <p:spPr>
          <a:xfrm>
            <a:off x="6903720" y="3281680"/>
            <a:ext cx="4736592" cy="564896"/>
          </a:xfrm>
          <a:prstGeom prst="roundRect">
            <a:avLst>
              <a:gd name="adj" fmla="val 16187"/>
            </a:avLst>
          </a:prstGeom>
          <a:solidFill>
            <a:srgbClr val="FFFFFF"/>
          </a:solidFill>
          <a:ln w="9525">
            <a:solidFill>
              <a:srgbClr val="D5DCE6"/>
            </a:solidFill>
            <a:prstDash val="solid"/>
          </a:ln>
        </p:spPr>
      </p:sp>
      <p:sp>
        <p:nvSpPr>
          <p:cNvPr id="22" name="Text 18"/>
          <p:cNvSpPr txBox="1"/>
          <p:nvPr/>
        </p:nvSpPr>
        <p:spPr>
          <a:xfrm>
            <a:off x="7040880" y="3281680"/>
            <a:ext cx="4507992" cy="564896"/>
          </a:xfrm>
          <a:prstGeom prst="rect">
            <a:avLst/>
          </a:prstGeom>
          <a:noFill/>
          <a:ln/>
        </p:spPr>
        <p:txBody>
          <a:bodyPr wrap="square" lIns="0" tIns="0" rIns="0" bIns="0" rtlCol="0" anchor="ctr"/>
          <a:lstStyle/>
          <a:p>
            <a:pPr algn="l" indent="0" marL="0">
              <a:buNone/>
            </a:pPr>
            <a:r>
              <a:rPr lang="en-US" sz="1550" dirty="0">
                <a:solidFill>
                  <a:srgbClr val="9AA6B5"/>
                </a:solidFill>
              </a:rPr>
              <a:t>……………………………………………………………</a:t>
            </a:r>
            <a:endParaRPr lang="en-US" sz="1550" dirty="0"/>
          </a:p>
        </p:txBody>
      </p:sp>
      <p:sp>
        <p:nvSpPr>
          <p:cNvPr id="23" name="Shape 19"/>
          <p:cNvSpPr/>
          <p:nvPr/>
        </p:nvSpPr>
        <p:spPr>
          <a:xfrm>
            <a:off x="548640" y="3938016"/>
            <a:ext cx="5852160" cy="564896"/>
          </a:xfrm>
          <a:prstGeom prst="roundRect">
            <a:avLst>
              <a:gd name="adj" fmla="val 16187"/>
            </a:avLst>
          </a:prstGeom>
          <a:solidFill>
            <a:srgbClr val="EEF3F8"/>
          </a:solidFill>
          <a:ln w="12700">
            <a:solidFill>
              <a:srgbClr val="FFFFFF">
                <a:alpha val="0"/>
              </a:srgbClr>
            </a:solidFill>
            <a:prstDash val="solid"/>
          </a:ln>
        </p:spPr>
      </p:sp>
      <p:sp>
        <p:nvSpPr>
          <p:cNvPr id="24" name="Text 20"/>
          <p:cNvSpPr txBox="1"/>
          <p:nvPr/>
        </p:nvSpPr>
        <p:spPr>
          <a:xfrm>
            <a:off x="685800" y="3938016"/>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4</a:t>
            </a:r>
            <a:r>
              <a:rPr lang="en-US" sz="1550" dirty="0">
                <a:solidFill>
                  <a:srgbClr val="1B2333"/>
                </a:solidFill>
              </a:rPr>
              <a:t>  </a:t>
            </a:r>
            <a:r>
              <a:rPr lang="en-US" sz="1550" i="1" dirty="0">
                <a:solidFill>
                  <a:srgbClr val="1B2333"/>
                </a:solidFill>
              </a:rPr>
              <a:t>Mijn zus, </a:t>
            </a:r>
            <a:r>
              <a:rPr lang="en-US" sz="1550" b="1" i="1" dirty="0">
                <a:solidFill>
                  <a:srgbClr val="17375E"/>
                </a:solidFill>
              </a:rPr>
              <a:t>die</a:t>
            </a:r>
            <a:r>
              <a:rPr lang="en-US" sz="1550" i="1" dirty="0">
                <a:solidFill>
                  <a:srgbClr val="1B2333"/>
                </a:solidFill>
              </a:rPr>
              <a:t> in Brussel woont, komt morgen.</a:t>
            </a:r>
            <a:endParaRPr lang="en-US" sz="1550" dirty="0"/>
          </a:p>
        </p:txBody>
      </p:sp>
      <p:sp>
        <p:nvSpPr>
          <p:cNvPr id="25" name="Text 21"/>
          <p:cNvSpPr txBox="1"/>
          <p:nvPr/>
        </p:nvSpPr>
        <p:spPr>
          <a:xfrm>
            <a:off x="6400800" y="3938016"/>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6" name="Shape 22"/>
          <p:cNvSpPr/>
          <p:nvPr/>
        </p:nvSpPr>
        <p:spPr>
          <a:xfrm>
            <a:off x="6903720" y="3938016"/>
            <a:ext cx="4736592" cy="564896"/>
          </a:xfrm>
          <a:prstGeom prst="roundRect">
            <a:avLst>
              <a:gd name="adj" fmla="val 16187"/>
            </a:avLst>
          </a:prstGeom>
          <a:solidFill>
            <a:srgbClr val="FFFFFF"/>
          </a:solidFill>
          <a:ln w="9525">
            <a:solidFill>
              <a:srgbClr val="D5DCE6"/>
            </a:solidFill>
            <a:prstDash val="solid"/>
          </a:ln>
        </p:spPr>
      </p:sp>
      <p:sp>
        <p:nvSpPr>
          <p:cNvPr id="27" name="Text 23"/>
          <p:cNvSpPr txBox="1"/>
          <p:nvPr/>
        </p:nvSpPr>
        <p:spPr>
          <a:xfrm>
            <a:off x="7040880" y="3938016"/>
            <a:ext cx="4507992" cy="564896"/>
          </a:xfrm>
          <a:prstGeom prst="rect">
            <a:avLst/>
          </a:prstGeom>
          <a:noFill/>
          <a:ln/>
        </p:spPr>
        <p:txBody>
          <a:bodyPr wrap="square" lIns="0" tIns="0" rIns="0" bIns="0" rtlCol="0" anchor="ctr"/>
          <a:lstStyle/>
          <a:p>
            <a:pPr algn="l" indent="0" marL="0">
              <a:buNone/>
            </a:pPr>
            <a:r>
              <a:rPr lang="en-US" sz="1550" dirty="0">
                <a:solidFill>
                  <a:srgbClr val="9AA6B5"/>
                </a:solidFill>
              </a:rPr>
              <a:t>……………………………………………………</a:t>
            </a:r>
            <a:endParaRPr lang="en-US" sz="1550" dirty="0"/>
          </a:p>
        </p:txBody>
      </p:sp>
      <p:sp>
        <p:nvSpPr>
          <p:cNvPr id="28" name="Shape 24"/>
          <p:cNvSpPr/>
          <p:nvPr/>
        </p:nvSpPr>
        <p:spPr>
          <a:xfrm>
            <a:off x="548640" y="4594352"/>
            <a:ext cx="5852160" cy="564896"/>
          </a:xfrm>
          <a:prstGeom prst="roundRect">
            <a:avLst>
              <a:gd name="adj" fmla="val 16187"/>
            </a:avLst>
          </a:prstGeom>
          <a:solidFill>
            <a:srgbClr val="EEF3F8"/>
          </a:solidFill>
          <a:ln w="12700">
            <a:solidFill>
              <a:srgbClr val="FFFFFF">
                <a:alpha val="0"/>
              </a:srgbClr>
            </a:solidFill>
            <a:prstDash val="solid"/>
          </a:ln>
        </p:spPr>
      </p:sp>
      <p:sp>
        <p:nvSpPr>
          <p:cNvPr id="29" name="Text 25"/>
          <p:cNvSpPr txBox="1"/>
          <p:nvPr/>
        </p:nvSpPr>
        <p:spPr>
          <a:xfrm>
            <a:off x="685800" y="4594352"/>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5</a:t>
            </a:r>
            <a:r>
              <a:rPr lang="en-US" sz="1550" dirty="0">
                <a:solidFill>
                  <a:srgbClr val="1B2333"/>
                </a:solidFill>
              </a:rPr>
              <a:t>  </a:t>
            </a:r>
            <a:r>
              <a:rPr lang="en-US" sz="1550" i="1" dirty="0">
                <a:solidFill>
                  <a:srgbClr val="1B2333"/>
                </a:solidFill>
              </a:rPr>
              <a:t>De treinen </a:t>
            </a:r>
            <a:r>
              <a:rPr lang="en-US" sz="1550" b="1" i="1" dirty="0">
                <a:solidFill>
                  <a:srgbClr val="17375E"/>
                </a:solidFill>
              </a:rPr>
              <a:t>die</a:t>
            </a:r>
            <a:r>
              <a:rPr lang="en-US" sz="1550" i="1" dirty="0">
                <a:solidFill>
                  <a:srgbClr val="1B2333"/>
                </a:solidFill>
              </a:rPr>
              <a:t> vertraging hebben, staan op het bord.</a:t>
            </a:r>
            <a:endParaRPr lang="en-US" sz="1550" dirty="0"/>
          </a:p>
        </p:txBody>
      </p:sp>
      <p:sp>
        <p:nvSpPr>
          <p:cNvPr id="30" name="Text 26"/>
          <p:cNvSpPr txBox="1"/>
          <p:nvPr/>
        </p:nvSpPr>
        <p:spPr>
          <a:xfrm>
            <a:off x="6400800" y="4594352"/>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1" name="Shape 27"/>
          <p:cNvSpPr/>
          <p:nvPr/>
        </p:nvSpPr>
        <p:spPr>
          <a:xfrm>
            <a:off x="6903720" y="4594352"/>
            <a:ext cx="4736592" cy="564896"/>
          </a:xfrm>
          <a:prstGeom prst="roundRect">
            <a:avLst>
              <a:gd name="adj" fmla="val 16187"/>
            </a:avLst>
          </a:prstGeom>
          <a:solidFill>
            <a:srgbClr val="FFFFFF"/>
          </a:solidFill>
          <a:ln w="9525">
            <a:solidFill>
              <a:srgbClr val="D5DCE6"/>
            </a:solidFill>
            <a:prstDash val="solid"/>
          </a:ln>
        </p:spPr>
      </p:sp>
      <p:sp>
        <p:nvSpPr>
          <p:cNvPr id="32" name="Text 28"/>
          <p:cNvSpPr txBox="1"/>
          <p:nvPr/>
        </p:nvSpPr>
        <p:spPr>
          <a:xfrm>
            <a:off x="7040880" y="4594352"/>
            <a:ext cx="4507992" cy="564896"/>
          </a:xfrm>
          <a:prstGeom prst="rect">
            <a:avLst/>
          </a:prstGeom>
          <a:noFill/>
          <a:ln/>
        </p:spPr>
        <p:txBody>
          <a:bodyPr wrap="square" lIns="0" tIns="0" rIns="0" bIns="0" rtlCol="0" anchor="ctr"/>
          <a:lstStyle/>
          <a:p>
            <a:pPr algn="l" indent="0" marL="0">
              <a:buNone/>
            </a:pPr>
            <a:r>
              <a:rPr lang="en-US" sz="1550" dirty="0">
                <a:solidFill>
                  <a:srgbClr val="9AA6B5"/>
                </a:solidFill>
              </a:rPr>
              <a:t>……………………………………………</a:t>
            </a:r>
            <a:endParaRPr lang="en-US" sz="1550" dirty="0"/>
          </a:p>
        </p:txBody>
      </p:sp>
      <p:sp>
        <p:nvSpPr>
          <p:cNvPr id="33" name="Shape 29"/>
          <p:cNvSpPr/>
          <p:nvPr/>
        </p:nvSpPr>
        <p:spPr>
          <a:xfrm>
            <a:off x="548640" y="5250688"/>
            <a:ext cx="5852160" cy="564896"/>
          </a:xfrm>
          <a:prstGeom prst="roundRect">
            <a:avLst>
              <a:gd name="adj" fmla="val 16187"/>
            </a:avLst>
          </a:prstGeom>
          <a:solidFill>
            <a:srgbClr val="EEF3F8"/>
          </a:solidFill>
          <a:ln w="12700">
            <a:solidFill>
              <a:srgbClr val="FFFFFF">
                <a:alpha val="0"/>
              </a:srgbClr>
            </a:solidFill>
            <a:prstDash val="solid"/>
          </a:ln>
        </p:spPr>
      </p:sp>
      <p:sp>
        <p:nvSpPr>
          <p:cNvPr id="34" name="Text 30"/>
          <p:cNvSpPr txBox="1"/>
          <p:nvPr/>
        </p:nvSpPr>
        <p:spPr>
          <a:xfrm>
            <a:off x="685800" y="5250688"/>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6</a:t>
            </a:r>
            <a:r>
              <a:rPr lang="en-US" sz="1550" dirty="0">
                <a:solidFill>
                  <a:srgbClr val="1B2333"/>
                </a:solidFill>
              </a:rPr>
              <a:t>  </a:t>
            </a:r>
            <a:r>
              <a:rPr lang="en-US" sz="1550" i="1" dirty="0">
                <a:solidFill>
                  <a:srgbClr val="1B2333"/>
                </a:solidFill>
              </a:rPr>
              <a:t>Sofie, </a:t>
            </a:r>
            <a:r>
              <a:rPr lang="en-US" sz="1550" b="1" i="1" dirty="0">
                <a:solidFill>
                  <a:srgbClr val="17375E"/>
                </a:solidFill>
              </a:rPr>
              <a:t>die</a:t>
            </a:r>
            <a:r>
              <a:rPr lang="en-US" sz="1550" i="1" dirty="0">
                <a:solidFill>
                  <a:srgbClr val="1B2333"/>
                </a:solidFill>
              </a:rPr>
              <a:t> net terug is uit Gent, geeft de presentatie.</a:t>
            </a:r>
            <a:endParaRPr lang="en-US" sz="1550" dirty="0"/>
          </a:p>
        </p:txBody>
      </p:sp>
      <p:sp>
        <p:nvSpPr>
          <p:cNvPr id="35" name="Text 31"/>
          <p:cNvSpPr txBox="1"/>
          <p:nvPr/>
        </p:nvSpPr>
        <p:spPr>
          <a:xfrm>
            <a:off x="6400800" y="525068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6" name="Shape 32"/>
          <p:cNvSpPr/>
          <p:nvPr/>
        </p:nvSpPr>
        <p:spPr>
          <a:xfrm>
            <a:off x="6903720" y="5250688"/>
            <a:ext cx="4736592" cy="564896"/>
          </a:xfrm>
          <a:prstGeom prst="roundRect">
            <a:avLst>
              <a:gd name="adj" fmla="val 16187"/>
            </a:avLst>
          </a:prstGeom>
          <a:solidFill>
            <a:srgbClr val="FFFFFF"/>
          </a:solidFill>
          <a:ln w="9525">
            <a:solidFill>
              <a:srgbClr val="D5DCE6"/>
            </a:solidFill>
            <a:prstDash val="solid"/>
          </a:ln>
        </p:spPr>
      </p:sp>
      <p:sp>
        <p:nvSpPr>
          <p:cNvPr id="37" name="Text 33"/>
          <p:cNvSpPr txBox="1"/>
          <p:nvPr/>
        </p:nvSpPr>
        <p:spPr>
          <a:xfrm>
            <a:off x="7040880" y="5250688"/>
            <a:ext cx="4507992" cy="564896"/>
          </a:xfrm>
          <a:prstGeom prst="rect">
            <a:avLst/>
          </a:prstGeom>
          <a:noFill/>
          <a:ln/>
        </p:spPr>
        <p:txBody>
          <a:bodyPr wrap="square" lIns="0" tIns="0" rIns="0" bIns="0" rtlCol="0" anchor="ctr"/>
          <a:lstStyle/>
          <a:p>
            <a:pPr algn="l" indent="0" marL="0">
              <a:buNone/>
            </a:pPr>
            <a:r>
              <a:rPr lang="en-US" sz="1550" dirty="0">
                <a:solidFill>
                  <a:srgbClr val="9AA6B5"/>
                </a:solidFill>
              </a:rPr>
              <a:t>……………………………………………………</a:t>
            </a:r>
            <a:endParaRPr lang="en-US" sz="15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5 — Avec ou sans virgules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Qui est concerné ? Tous, ou seulement certains ?</a:t>
            </a:r>
            <a:endParaRPr lang="en-US" sz="1700" dirty="0"/>
          </a:p>
        </p:txBody>
      </p:sp>
      <p:sp>
        <p:nvSpPr>
          <p:cNvPr id="9" name="Shape 5"/>
          <p:cNvSpPr/>
          <p:nvPr/>
        </p:nvSpPr>
        <p:spPr>
          <a:xfrm>
            <a:off x="548640" y="1969008"/>
            <a:ext cx="5852160" cy="564896"/>
          </a:xfrm>
          <a:prstGeom prst="roundRect">
            <a:avLst>
              <a:gd name="adj" fmla="val 16187"/>
            </a:avLst>
          </a:prstGeom>
          <a:solidFill>
            <a:srgbClr val="EEF3F8"/>
          </a:solidFill>
          <a:ln w="12700">
            <a:solidFill>
              <a:srgbClr val="FFFFFF">
                <a:alpha val="0"/>
              </a:srgbClr>
            </a:solidFill>
            <a:prstDash val="solid"/>
          </a:ln>
        </p:spPr>
      </p:sp>
      <p:sp>
        <p:nvSpPr>
          <p:cNvPr id="10" name="Text 6"/>
          <p:cNvSpPr txBox="1"/>
          <p:nvPr/>
        </p:nvSpPr>
        <p:spPr>
          <a:xfrm>
            <a:off x="685800" y="1969008"/>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1</a:t>
            </a:r>
            <a:r>
              <a:rPr lang="en-US" sz="1550" dirty="0">
                <a:solidFill>
                  <a:srgbClr val="1B2333"/>
                </a:solidFill>
              </a:rPr>
              <a:t>  </a:t>
            </a:r>
            <a:r>
              <a:rPr lang="en-US" sz="1550" i="1" dirty="0">
                <a:solidFill>
                  <a:srgbClr val="1B2333"/>
                </a:solidFill>
              </a:rPr>
              <a:t>De collega’s </a:t>
            </a:r>
            <a:r>
              <a:rPr lang="en-US" sz="1550" b="1" i="1" dirty="0">
                <a:solidFill>
                  <a:srgbClr val="17375E"/>
                </a:solidFill>
              </a:rPr>
              <a:t>die</a:t>
            </a:r>
            <a:r>
              <a:rPr lang="en-US" sz="1550" i="1" dirty="0">
                <a:solidFill>
                  <a:srgbClr val="1B2333"/>
                </a:solidFill>
              </a:rPr>
              <a:t> thuiswerken, krijgen een laptop.</a:t>
            </a:r>
            <a:endParaRPr lang="en-US" sz="1550" dirty="0"/>
          </a:p>
        </p:txBody>
      </p:sp>
      <p:sp>
        <p:nvSpPr>
          <p:cNvPr id="11" name="Text 7"/>
          <p:cNvSpPr txBox="1"/>
          <p:nvPr/>
        </p:nvSpPr>
        <p:spPr>
          <a:xfrm>
            <a:off x="6400800" y="196900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2" name="Shape 8"/>
          <p:cNvSpPr/>
          <p:nvPr/>
        </p:nvSpPr>
        <p:spPr>
          <a:xfrm>
            <a:off x="6903720" y="1969008"/>
            <a:ext cx="4736592" cy="564896"/>
          </a:xfrm>
          <a:prstGeom prst="roundRect">
            <a:avLst>
              <a:gd name="adj" fmla="val 16187"/>
            </a:avLst>
          </a:prstGeom>
          <a:solidFill>
            <a:srgbClr val="FFFFFF"/>
          </a:solidFill>
          <a:ln w="9525">
            <a:solidFill>
              <a:srgbClr val="D5DCE6"/>
            </a:solidFill>
            <a:prstDash val="solid"/>
          </a:ln>
        </p:spPr>
      </p:sp>
      <p:sp>
        <p:nvSpPr>
          <p:cNvPr id="13" name="Text 9"/>
          <p:cNvSpPr txBox="1"/>
          <p:nvPr/>
        </p:nvSpPr>
        <p:spPr>
          <a:xfrm>
            <a:off x="7040880" y="1969008"/>
            <a:ext cx="4507992" cy="564896"/>
          </a:xfrm>
          <a:prstGeom prst="rect">
            <a:avLst/>
          </a:prstGeom>
          <a:noFill/>
          <a:ln/>
        </p:spPr>
        <p:txBody>
          <a:bodyPr wrap="square" lIns="0" tIns="0" rIns="0" bIns="0" rtlCol="0" anchor="ctr"/>
          <a:lstStyle/>
          <a:p>
            <a:pPr algn="l" indent="0" marL="0">
              <a:buNone/>
            </a:pPr>
            <a:r>
              <a:rPr lang="en-US" sz="1550" dirty="0">
                <a:solidFill>
                  <a:srgbClr val="2A6FB0"/>
                </a:solidFill>
              </a:rPr>
              <a:t>seulement ceux qui travaillent à domicile</a:t>
            </a:r>
            <a:endParaRPr lang="en-US" sz="1550" dirty="0"/>
          </a:p>
        </p:txBody>
      </p:sp>
      <p:sp>
        <p:nvSpPr>
          <p:cNvPr id="14" name="Shape 10"/>
          <p:cNvSpPr/>
          <p:nvPr/>
        </p:nvSpPr>
        <p:spPr>
          <a:xfrm>
            <a:off x="548640" y="2625344"/>
            <a:ext cx="5852160" cy="564896"/>
          </a:xfrm>
          <a:prstGeom prst="roundRect">
            <a:avLst>
              <a:gd name="adj" fmla="val 16187"/>
            </a:avLst>
          </a:prstGeom>
          <a:solidFill>
            <a:srgbClr val="EEF3F8"/>
          </a:solidFill>
          <a:ln w="12700">
            <a:solidFill>
              <a:srgbClr val="FFFFFF">
                <a:alpha val="0"/>
              </a:srgbClr>
            </a:solidFill>
            <a:prstDash val="solid"/>
          </a:ln>
        </p:spPr>
      </p:sp>
      <p:sp>
        <p:nvSpPr>
          <p:cNvPr id="15" name="Text 11"/>
          <p:cNvSpPr txBox="1"/>
          <p:nvPr/>
        </p:nvSpPr>
        <p:spPr>
          <a:xfrm>
            <a:off x="685800" y="2625344"/>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2</a:t>
            </a:r>
            <a:r>
              <a:rPr lang="en-US" sz="1550" dirty="0">
                <a:solidFill>
                  <a:srgbClr val="1B2333"/>
                </a:solidFill>
              </a:rPr>
              <a:t>  </a:t>
            </a:r>
            <a:r>
              <a:rPr lang="en-US" sz="1550" i="1" dirty="0">
                <a:solidFill>
                  <a:srgbClr val="1B2333"/>
                </a:solidFill>
              </a:rPr>
              <a:t>De collega’s, </a:t>
            </a:r>
            <a:r>
              <a:rPr lang="en-US" sz="1550" b="1" i="1" dirty="0">
                <a:solidFill>
                  <a:srgbClr val="17375E"/>
                </a:solidFill>
              </a:rPr>
              <a:t>die</a:t>
            </a:r>
            <a:r>
              <a:rPr lang="en-US" sz="1550" i="1" dirty="0">
                <a:solidFill>
                  <a:srgbClr val="1B2333"/>
                </a:solidFill>
              </a:rPr>
              <a:t> thuiswerken, krijgen een laptop.</a:t>
            </a:r>
            <a:endParaRPr lang="en-US" sz="1550" dirty="0"/>
          </a:p>
        </p:txBody>
      </p:sp>
      <p:sp>
        <p:nvSpPr>
          <p:cNvPr id="16" name="Text 12"/>
          <p:cNvSpPr txBox="1"/>
          <p:nvPr/>
        </p:nvSpPr>
        <p:spPr>
          <a:xfrm>
            <a:off x="6400800" y="2625344"/>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7" name="Shape 13"/>
          <p:cNvSpPr/>
          <p:nvPr/>
        </p:nvSpPr>
        <p:spPr>
          <a:xfrm>
            <a:off x="6903720" y="2625344"/>
            <a:ext cx="4736592" cy="564896"/>
          </a:xfrm>
          <a:prstGeom prst="roundRect">
            <a:avLst>
              <a:gd name="adj" fmla="val 16187"/>
            </a:avLst>
          </a:prstGeom>
          <a:solidFill>
            <a:srgbClr val="FFFFFF"/>
          </a:solidFill>
          <a:ln w="9525">
            <a:solidFill>
              <a:srgbClr val="D5DCE6"/>
            </a:solidFill>
            <a:prstDash val="solid"/>
          </a:ln>
        </p:spPr>
      </p:sp>
      <p:sp>
        <p:nvSpPr>
          <p:cNvPr id="18" name="Text 14"/>
          <p:cNvSpPr txBox="1"/>
          <p:nvPr/>
        </p:nvSpPr>
        <p:spPr>
          <a:xfrm>
            <a:off x="7040880" y="2625344"/>
            <a:ext cx="4507992" cy="564896"/>
          </a:xfrm>
          <a:prstGeom prst="rect">
            <a:avLst/>
          </a:prstGeom>
          <a:noFill/>
          <a:ln/>
        </p:spPr>
        <p:txBody>
          <a:bodyPr wrap="square" lIns="0" tIns="0" rIns="0" bIns="0" rtlCol="0" anchor="ctr"/>
          <a:lstStyle/>
          <a:p>
            <a:pPr algn="l" indent="0" marL="0">
              <a:buNone/>
            </a:pPr>
            <a:r>
              <a:rPr lang="en-US" sz="1550" dirty="0">
                <a:solidFill>
                  <a:srgbClr val="2A6FB0"/>
                </a:solidFill>
              </a:rPr>
              <a:t>tous (et tous travaillent à domicile)</a:t>
            </a:r>
            <a:endParaRPr lang="en-US" sz="1550" dirty="0"/>
          </a:p>
        </p:txBody>
      </p:sp>
      <p:sp>
        <p:nvSpPr>
          <p:cNvPr id="19" name="Shape 15"/>
          <p:cNvSpPr/>
          <p:nvPr/>
        </p:nvSpPr>
        <p:spPr>
          <a:xfrm>
            <a:off x="548640" y="3281680"/>
            <a:ext cx="5852160" cy="564896"/>
          </a:xfrm>
          <a:prstGeom prst="roundRect">
            <a:avLst>
              <a:gd name="adj" fmla="val 16187"/>
            </a:avLst>
          </a:prstGeom>
          <a:solidFill>
            <a:srgbClr val="EEF3F8"/>
          </a:solidFill>
          <a:ln w="12700">
            <a:solidFill>
              <a:srgbClr val="FFFFFF">
                <a:alpha val="0"/>
              </a:srgbClr>
            </a:solidFill>
            <a:prstDash val="solid"/>
          </a:ln>
        </p:spPr>
      </p:sp>
      <p:sp>
        <p:nvSpPr>
          <p:cNvPr id="20" name="Text 16"/>
          <p:cNvSpPr txBox="1"/>
          <p:nvPr/>
        </p:nvSpPr>
        <p:spPr>
          <a:xfrm>
            <a:off x="685800" y="3281680"/>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3</a:t>
            </a:r>
            <a:r>
              <a:rPr lang="en-US" sz="1550" dirty="0">
                <a:solidFill>
                  <a:srgbClr val="1B2333"/>
                </a:solidFill>
              </a:rPr>
              <a:t>  </a:t>
            </a:r>
            <a:r>
              <a:rPr lang="en-US" sz="1550" i="1" dirty="0">
                <a:solidFill>
                  <a:srgbClr val="1B2333"/>
                </a:solidFill>
              </a:rPr>
              <a:t>Mijn zus </a:t>
            </a:r>
            <a:r>
              <a:rPr lang="en-US" sz="1550" b="1" i="1" dirty="0">
                <a:solidFill>
                  <a:srgbClr val="17375E"/>
                </a:solidFill>
              </a:rPr>
              <a:t>die</a:t>
            </a:r>
            <a:r>
              <a:rPr lang="en-US" sz="1550" i="1" dirty="0">
                <a:solidFill>
                  <a:srgbClr val="1B2333"/>
                </a:solidFill>
              </a:rPr>
              <a:t> in Brussel woont, komt morgen.</a:t>
            </a:r>
            <a:endParaRPr lang="en-US" sz="1550" dirty="0"/>
          </a:p>
        </p:txBody>
      </p:sp>
      <p:sp>
        <p:nvSpPr>
          <p:cNvPr id="21" name="Text 17"/>
          <p:cNvSpPr txBox="1"/>
          <p:nvPr/>
        </p:nvSpPr>
        <p:spPr>
          <a:xfrm>
            <a:off x="6400800" y="3281680"/>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2" name="Shape 18"/>
          <p:cNvSpPr/>
          <p:nvPr/>
        </p:nvSpPr>
        <p:spPr>
          <a:xfrm>
            <a:off x="6903720" y="3281680"/>
            <a:ext cx="4736592" cy="564896"/>
          </a:xfrm>
          <a:prstGeom prst="roundRect">
            <a:avLst>
              <a:gd name="adj" fmla="val 16187"/>
            </a:avLst>
          </a:prstGeom>
          <a:solidFill>
            <a:srgbClr val="FFFFFF"/>
          </a:solidFill>
          <a:ln w="9525">
            <a:solidFill>
              <a:srgbClr val="D5DCE6"/>
            </a:solidFill>
            <a:prstDash val="solid"/>
          </a:ln>
        </p:spPr>
      </p:sp>
      <p:sp>
        <p:nvSpPr>
          <p:cNvPr id="23" name="Text 19"/>
          <p:cNvSpPr txBox="1"/>
          <p:nvPr/>
        </p:nvSpPr>
        <p:spPr>
          <a:xfrm>
            <a:off x="7040880" y="3281680"/>
            <a:ext cx="4507992" cy="564896"/>
          </a:xfrm>
          <a:prstGeom prst="rect">
            <a:avLst/>
          </a:prstGeom>
          <a:noFill/>
          <a:ln/>
        </p:spPr>
        <p:txBody>
          <a:bodyPr wrap="square" lIns="0" tIns="0" rIns="0" bIns="0" rtlCol="0" anchor="ctr"/>
          <a:lstStyle/>
          <a:p>
            <a:pPr algn="l" indent="0" marL="0">
              <a:buNone/>
            </a:pPr>
            <a:r>
              <a:rPr lang="en-US" sz="1550" dirty="0">
                <a:solidFill>
                  <a:srgbClr val="2A6FB0"/>
                </a:solidFill>
              </a:rPr>
              <a:t>j’ai plusieurs sœurs : celle de Bruxelles</a:t>
            </a:r>
            <a:endParaRPr lang="en-US" sz="1550" dirty="0"/>
          </a:p>
        </p:txBody>
      </p:sp>
      <p:sp>
        <p:nvSpPr>
          <p:cNvPr id="24" name="Shape 20"/>
          <p:cNvSpPr/>
          <p:nvPr/>
        </p:nvSpPr>
        <p:spPr>
          <a:xfrm>
            <a:off x="548640" y="3938016"/>
            <a:ext cx="5852160" cy="564896"/>
          </a:xfrm>
          <a:prstGeom prst="roundRect">
            <a:avLst>
              <a:gd name="adj" fmla="val 16187"/>
            </a:avLst>
          </a:prstGeom>
          <a:solidFill>
            <a:srgbClr val="EEF3F8"/>
          </a:solidFill>
          <a:ln w="12700">
            <a:solidFill>
              <a:srgbClr val="FFFFFF">
                <a:alpha val="0"/>
              </a:srgbClr>
            </a:solidFill>
            <a:prstDash val="solid"/>
          </a:ln>
        </p:spPr>
      </p:sp>
      <p:sp>
        <p:nvSpPr>
          <p:cNvPr id="25" name="Text 21"/>
          <p:cNvSpPr txBox="1"/>
          <p:nvPr/>
        </p:nvSpPr>
        <p:spPr>
          <a:xfrm>
            <a:off x="685800" y="3938016"/>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4</a:t>
            </a:r>
            <a:r>
              <a:rPr lang="en-US" sz="1550" dirty="0">
                <a:solidFill>
                  <a:srgbClr val="1B2333"/>
                </a:solidFill>
              </a:rPr>
              <a:t>  </a:t>
            </a:r>
            <a:r>
              <a:rPr lang="en-US" sz="1550" i="1" dirty="0">
                <a:solidFill>
                  <a:srgbClr val="1B2333"/>
                </a:solidFill>
              </a:rPr>
              <a:t>Mijn zus, </a:t>
            </a:r>
            <a:r>
              <a:rPr lang="en-US" sz="1550" b="1" i="1" dirty="0">
                <a:solidFill>
                  <a:srgbClr val="17375E"/>
                </a:solidFill>
              </a:rPr>
              <a:t>die</a:t>
            </a:r>
            <a:r>
              <a:rPr lang="en-US" sz="1550" i="1" dirty="0">
                <a:solidFill>
                  <a:srgbClr val="1B2333"/>
                </a:solidFill>
              </a:rPr>
              <a:t> in Brussel woont, komt morgen.</a:t>
            </a:r>
            <a:endParaRPr lang="en-US" sz="1550" dirty="0"/>
          </a:p>
        </p:txBody>
      </p:sp>
      <p:sp>
        <p:nvSpPr>
          <p:cNvPr id="26" name="Text 22"/>
          <p:cNvSpPr txBox="1"/>
          <p:nvPr/>
        </p:nvSpPr>
        <p:spPr>
          <a:xfrm>
            <a:off x="6400800" y="3938016"/>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7" name="Shape 23"/>
          <p:cNvSpPr/>
          <p:nvPr/>
        </p:nvSpPr>
        <p:spPr>
          <a:xfrm>
            <a:off x="6903720" y="3938016"/>
            <a:ext cx="4736592" cy="564896"/>
          </a:xfrm>
          <a:prstGeom prst="roundRect">
            <a:avLst>
              <a:gd name="adj" fmla="val 16187"/>
            </a:avLst>
          </a:prstGeom>
          <a:solidFill>
            <a:srgbClr val="FFFFFF"/>
          </a:solidFill>
          <a:ln w="9525">
            <a:solidFill>
              <a:srgbClr val="D5DCE6"/>
            </a:solidFill>
            <a:prstDash val="solid"/>
          </a:ln>
        </p:spPr>
      </p:sp>
      <p:sp>
        <p:nvSpPr>
          <p:cNvPr id="28" name="Text 24"/>
          <p:cNvSpPr txBox="1"/>
          <p:nvPr/>
        </p:nvSpPr>
        <p:spPr>
          <a:xfrm>
            <a:off x="7040880" y="3938016"/>
            <a:ext cx="4507992" cy="564896"/>
          </a:xfrm>
          <a:prstGeom prst="rect">
            <a:avLst/>
          </a:prstGeom>
          <a:noFill/>
          <a:ln/>
        </p:spPr>
        <p:txBody>
          <a:bodyPr wrap="square" lIns="0" tIns="0" rIns="0" bIns="0" rtlCol="0" anchor="ctr"/>
          <a:lstStyle/>
          <a:p>
            <a:pPr algn="l" indent="0" marL="0">
              <a:buNone/>
            </a:pPr>
            <a:r>
              <a:rPr lang="en-US" sz="1550" dirty="0">
                <a:solidFill>
                  <a:srgbClr val="2A6FB0"/>
                </a:solidFill>
              </a:rPr>
              <a:t>j’ai une sœur ; elle habite Bruxelles</a:t>
            </a:r>
            <a:endParaRPr lang="en-US" sz="1550" dirty="0"/>
          </a:p>
        </p:txBody>
      </p:sp>
      <p:sp>
        <p:nvSpPr>
          <p:cNvPr id="29" name="Shape 25"/>
          <p:cNvSpPr/>
          <p:nvPr/>
        </p:nvSpPr>
        <p:spPr>
          <a:xfrm>
            <a:off x="548640" y="4594352"/>
            <a:ext cx="5852160" cy="564896"/>
          </a:xfrm>
          <a:prstGeom prst="roundRect">
            <a:avLst>
              <a:gd name="adj" fmla="val 16187"/>
            </a:avLst>
          </a:prstGeom>
          <a:solidFill>
            <a:srgbClr val="EEF3F8"/>
          </a:solidFill>
          <a:ln w="12700">
            <a:solidFill>
              <a:srgbClr val="FFFFFF">
                <a:alpha val="0"/>
              </a:srgbClr>
            </a:solidFill>
            <a:prstDash val="solid"/>
          </a:ln>
        </p:spPr>
      </p:sp>
      <p:sp>
        <p:nvSpPr>
          <p:cNvPr id="30" name="Text 26"/>
          <p:cNvSpPr txBox="1"/>
          <p:nvPr/>
        </p:nvSpPr>
        <p:spPr>
          <a:xfrm>
            <a:off x="685800" y="4594352"/>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5</a:t>
            </a:r>
            <a:r>
              <a:rPr lang="en-US" sz="1550" dirty="0">
                <a:solidFill>
                  <a:srgbClr val="1B2333"/>
                </a:solidFill>
              </a:rPr>
              <a:t>  </a:t>
            </a:r>
            <a:r>
              <a:rPr lang="en-US" sz="1550" i="1" dirty="0">
                <a:solidFill>
                  <a:srgbClr val="1B2333"/>
                </a:solidFill>
              </a:rPr>
              <a:t>De treinen </a:t>
            </a:r>
            <a:r>
              <a:rPr lang="en-US" sz="1550" b="1" i="1" dirty="0">
                <a:solidFill>
                  <a:srgbClr val="17375E"/>
                </a:solidFill>
              </a:rPr>
              <a:t>die</a:t>
            </a:r>
            <a:r>
              <a:rPr lang="en-US" sz="1550" i="1" dirty="0">
                <a:solidFill>
                  <a:srgbClr val="1B2333"/>
                </a:solidFill>
              </a:rPr>
              <a:t> vertraging hebben, staan op het bord.</a:t>
            </a:r>
            <a:endParaRPr lang="en-US" sz="1550" dirty="0"/>
          </a:p>
        </p:txBody>
      </p:sp>
      <p:sp>
        <p:nvSpPr>
          <p:cNvPr id="31" name="Text 27"/>
          <p:cNvSpPr txBox="1"/>
          <p:nvPr/>
        </p:nvSpPr>
        <p:spPr>
          <a:xfrm>
            <a:off x="6400800" y="4594352"/>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2" name="Shape 28"/>
          <p:cNvSpPr/>
          <p:nvPr/>
        </p:nvSpPr>
        <p:spPr>
          <a:xfrm>
            <a:off x="6903720" y="4594352"/>
            <a:ext cx="4736592" cy="564896"/>
          </a:xfrm>
          <a:prstGeom prst="roundRect">
            <a:avLst>
              <a:gd name="adj" fmla="val 16187"/>
            </a:avLst>
          </a:prstGeom>
          <a:solidFill>
            <a:srgbClr val="FFFFFF"/>
          </a:solidFill>
          <a:ln w="9525">
            <a:solidFill>
              <a:srgbClr val="D5DCE6"/>
            </a:solidFill>
            <a:prstDash val="solid"/>
          </a:ln>
        </p:spPr>
      </p:sp>
      <p:sp>
        <p:nvSpPr>
          <p:cNvPr id="33" name="Text 29"/>
          <p:cNvSpPr txBox="1"/>
          <p:nvPr/>
        </p:nvSpPr>
        <p:spPr>
          <a:xfrm>
            <a:off x="7040880" y="4594352"/>
            <a:ext cx="4507992" cy="564896"/>
          </a:xfrm>
          <a:prstGeom prst="rect">
            <a:avLst/>
          </a:prstGeom>
          <a:noFill/>
          <a:ln/>
        </p:spPr>
        <p:txBody>
          <a:bodyPr wrap="square" lIns="0" tIns="0" rIns="0" bIns="0" rtlCol="0" anchor="ctr"/>
          <a:lstStyle/>
          <a:p>
            <a:pPr algn="l" indent="0" marL="0">
              <a:buNone/>
            </a:pPr>
            <a:r>
              <a:rPr lang="en-US" sz="1550" dirty="0">
                <a:solidFill>
                  <a:srgbClr val="2A6FB0"/>
                </a:solidFill>
              </a:rPr>
              <a:t>seulement les trains en retard</a:t>
            </a:r>
            <a:endParaRPr lang="en-US" sz="1550" dirty="0"/>
          </a:p>
        </p:txBody>
      </p:sp>
      <p:sp>
        <p:nvSpPr>
          <p:cNvPr id="34" name="Shape 30"/>
          <p:cNvSpPr/>
          <p:nvPr/>
        </p:nvSpPr>
        <p:spPr>
          <a:xfrm>
            <a:off x="548640" y="5250688"/>
            <a:ext cx="5852160" cy="564896"/>
          </a:xfrm>
          <a:prstGeom prst="roundRect">
            <a:avLst>
              <a:gd name="adj" fmla="val 16187"/>
            </a:avLst>
          </a:prstGeom>
          <a:solidFill>
            <a:srgbClr val="EEF3F8"/>
          </a:solidFill>
          <a:ln w="12700">
            <a:solidFill>
              <a:srgbClr val="FFFFFF">
                <a:alpha val="0"/>
              </a:srgbClr>
            </a:solidFill>
            <a:prstDash val="solid"/>
          </a:ln>
        </p:spPr>
      </p:sp>
      <p:sp>
        <p:nvSpPr>
          <p:cNvPr id="35" name="Text 31"/>
          <p:cNvSpPr txBox="1"/>
          <p:nvPr/>
        </p:nvSpPr>
        <p:spPr>
          <a:xfrm>
            <a:off x="685800" y="5250688"/>
            <a:ext cx="5623560" cy="564896"/>
          </a:xfrm>
          <a:prstGeom prst="rect">
            <a:avLst/>
          </a:prstGeom>
          <a:noFill/>
          <a:ln/>
        </p:spPr>
        <p:txBody>
          <a:bodyPr wrap="square" lIns="0" tIns="0" rIns="0" bIns="0" rtlCol="0" anchor="ctr"/>
          <a:lstStyle/>
          <a:p>
            <a:pPr algn="l" indent="0" marL="0">
              <a:buNone/>
            </a:pPr>
            <a:r>
              <a:rPr lang="en-US" sz="1550" b="1" dirty="0">
                <a:solidFill>
                  <a:srgbClr val="4A5A70"/>
                </a:solidFill>
              </a:rPr>
              <a:t>6</a:t>
            </a:r>
            <a:r>
              <a:rPr lang="en-US" sz="1550" dirty="0">
                <a:solidFill>
                  <a:srgbClr val="1B2333"/>
                </a:solidFill>
              </a:rPr>
              <a:t>  </a:t>
            </a:r>
            <a:r>
              <a:rPr lang="en-US" sz="1550" i="1" dirty="0">
                <a:solidFill>
                  <a:srgbClr val="1B2333"/>
                </a:solidFill>
              </a:rPr>
              <a:t>Sofie, </a:t>
            </a:r>
            <a:r>
              <a:rPr lang="en-US" sz="1550" b="1" i="1" dirty="0">
                <a:solidFill>
                  <a:srgbClr val="17375E"/>
                </a:solidFill>
              </a:rPr>
              <a:t>die</a:t>
            </a:r>
            <a:r>
              <a:rPr lang="en-US" sz="1550" i="1" dirty="0">
                <a:solidFill>
                  <a:srgbClr val="1B2333"/>
                </a:solidFill>
              </a:rPr>
              <a:t> net terug is uit Gent, geeft de presentatie.</a:t>
            </a:r>
            <a:endParaRPr lang="en-US" sz="1550" dirty="0"/>
          </a:p>
        </p:txBody>
      </p:sp>
      <p:sp>
        <p:nvSpPr>
          <p:cNvPr id="36" name="Text 32"/>
          <p:cNvSpPr txBox="1"/>
          <p:nvPr/>
        </p:nvSpPr>
        <p:spPr>
          <a:xfrm>
            <a:off x="6400800" y="5250688"/>
            <a:ext cx="502920" cy="564896"/>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7" name="Shape 33"/>
          <p:cNvSpPr/>
          <p:nvPr/>
        </p:nvSpPr>
        <p:spPr>
          <a:xfrm>
            <a:off x="6903720" y="5250688"/>
            <a:ext cx="4736592" cy="564896"/>
          </a:xfrm>
          <a:prstGeom prst="roundRect">
            <a:avLst>
              <a:gd name="adj" fmla="val 16187"/>
            </a:avLst>
          </a:prstGeom>
          <a:solidFill>
            <a:srgbClr val="FFFFFF"/>
          </a:solidFill>
          <a:ln w="9525">
            <a:solidFill>
              <a:srgbClr val="D5DCE6"/>
            </a:solidFill>
            <a:prstDash val="solid"/>
          </a:ln>
        </p:spPr>
      </p:sp>
      <p:sp>
        <p:nvSpPr>
          <p:cNvPr id="38" name="Text 34"/>
          <p:cNvSpPr txBox="1"/>
          <p:nvPr/>
        </p:nvSpPr>
        <p:spPr>
          <a:xfrm>
            <a:off x="7040880" y="5250688"/>
            <a:ext cx="4507992" cy="564896"/>
          </a:xfrm>
          <a:prstGeom prst="rect">
            <a:avLst/>
          </a:prstGeom>
          <a:noFill/>
          <a:ln/>
        </p:spPr>
        <p:txBody>
          <a:bodyPr wrap="square" lIns="0" tIns="0" rIns="0" bIns="0" rtlCol="0" anchor="ctr"/>
          <a:lstStyle/>
          <a:p>
            <a:pPr algn="l" indent="0" marL="0">
              <a:buNone/>
            </a:pPr>
            <a:r>
              <a:rPr lang="en-US" sz="1550" dirty="0">
                <a:solidFill>
                  <a:srgbClr val="2A6FB0"/>
                </a:solidFill>
              </a:rPr>
              <a:t>une information en plus (nom propre)</a:t>
            </a:r>
            <a:endParaRPr lang="en-US" sz="1550" dirty="0"/>
          </a:p>
        </p:txBody>
      </p:sp>
      <p:sp>
        <p:nvSpPr>
          <p:cNvPr id="39" name="Text 35"/>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La virgule </a:t>
            </a:r>
            <a:r>
              <a:rPr lang="en-US" sz="1300" b="1" i="1" dirty="0">
                <a:solidFill>
                  <a:srgbClr val="4A5A70"/>
                </a:solidFill>
              </a:rPr>
              <a:t>avant</a:t>
            </a:r>
            <a:r>
              <a:rPr lang="en-US" sz="1300" i="1" dirty="0">
                <a:solidFill>
                  <a:srgbClr val="4A5A70"/>
                </a:solidFill>
              </a:rPr>
              <a:t> </a:t>
            </a:r>
            <a:r>
              <a:rPr lang="en-US" sz="1300" b="1" i="1" dirty="0">
                <a:solidFill>
                  <a:srgbClr val="17375E"/>
                </a:solidFill>
              </a:rPr>
              <a:t>die</a:t>
            </a:r>
            <a:r>
              <a:rPr lang="en-US" sz="1300" i="1" dirty="0">
                <a:solidFill>
                  <a:srgbClr val="4A5A70"/>
                </a:solidFill>
              </a:rPr>
              <a:t> fait la différence · la virgule après la relative (</a:t>
            </a:r>
            <a:r>
              <a:rPr lang="en-US" sz="1300" i="1" dirty="0">
                <a:solidFill>
                  <a:srgbClr val="4A5A70"/>
                </a:solidFill>
              </a:rPr>
              <a:t>thuiswerken, krijgen</a:t>
            </a:r>
            <a:r>
              <a:rPr lang="en-US" sz="1300" i="1" dirty="0">
                <a:solidFill>
                  <a:srgbClr val="4A5A70"/>
                </a:solidFill>
              </a:rPr>
              <a:t>) est la virgule « verbe, verbe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die, dat ou wat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a:t>
            </a:r>
            <a:r>
              <a:rPr lang="en-US" sz="1700" i="1" dirty="0">
                <a:solidFill>
                  <a:schemeClr val="accent5"/>
                </a:solidFill>
              </a:rPr>
              <a:t>die</a:t>
            </a:r>
            <a:r>
              <a:rPr lang="en-US" sz="1700" i="1" dirty="0">
                <a:solidFill>
                  <a:schemeClr val="accent5"/>
                </a:solidFill>
              </a:rPr>
              <a:t>, </a:t>
            </a:r>
            <a:r>
              <a:rPr lang="en-US" sz="1700" i="1" dirty="0">
                <a:solidFill>
                  <a:schemeClr val="accent5"/>
                </a:solidFill>
              </a:rPr>
              <a:t>dat</a:t>
            </a:r>
            <a:r>
              <a:rPr lang="en-US" sz="1700" i="1" dirty="0">
                <a:solidFill>
                  <a:schemeClr val="accent5"/>
                </a:solidFill>
              </a:rPr>
              <a:t> ou </a:t>
            </a:r>
            <a:r>
              <a:rPr lang="en-US" sz="1700" i="1" dirty="0">
                <a:solidFill>
                  <a:schemeClr val="accent5"/>
                </a:solidFill>
              </a:rPr>
              <a:t>wat</a:t>
            </a:r>
            <a:r>
              <a:rPr lang="en-US" sz="1700" i="1" dirty="0">
                <a:solidFill>
                  <a:schemeClr val="accent5"/>
                </a:solidFill>
              </a:rPr>
              <a:t>. Utilisez l’arbre de décision !</a:t>
            </a:r>
            <a:endParaRPr lang="en-US" sz="1700" dirty="0"/>
          </a:p>
        </p:txBody>
      </p:sp>
      <p:sp>
        <p:nvSpPr>
          <p:cNvPr id="8" name="Shape 4"/>
          <p:cNvSpPr/>
          <p:nvPr/>
        </p:nvSpPr>
        <p:spPr>
          <a:xfrm>
            <a:off x="548640" y="1969008"/>
            <a:ext cx="5454396" cy="765658"/>
          </a:xfrm>
          <a:prstGeom prst="roundRect">
            <a:avLst>
              <a:gd name="adj" fmla="val 11943"/>
            </a:avLst>
          </a:prstGeom>
          <a:solidFill>
            <a:srgbClr val="EEF3F8"/>
          </a:solidFill>
          <a:ln w="9525">
            <a:solidFill>
              <a:srgbClr val="D5DCE6"/>
            </a:solidFill>
            <a:prstDash val="solid"/>
          </a:ln>
        </p:spPr>
      </p:sp>
      <p:sp>
        <p:nvSpPr>
          <p:cNvPr id="9" name="Text 5"/>
          <p:cNvSpPr txBox="1"/>
          <p:nvPr/>
        </p:nvSpPr>
        <p:spPr>
          <a:xfrm>
            <a:off x="685800" y="1969008"/>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1</a:t>
            </a:r>
            <a:r>
              <a:rPr lang="en-US" sz="1650" dirty="0">
                <a:solidFill>
                  <a:srgbClr val="1B2333"/>
                </a:solidFill>
              </a:rPr>
              <a:t>  </a:t>
            </a:r>
            <a:r>
              <a:rPr lang="en-US" sz="1650" i="1" dirty="0">
                <a:solidFill>
                  <a:srgbClr val="1B2333"/>
                </a:solidFill>
              </a:rPr>
              <a:t>Alles </a:t>
            </a:r>
            <a:r>
              <a:rPr lang="en-US" sz="1650" i="1" dirty="0">
                <a:solidFill>
                  <a:srgbClr val="9AA6B5"/>
                </a:solidFill>
              </a:rPr>
              <a:t>…………</a:t>
            </a:r>
            <a:r>
              <a:rPr lang="en-US" sz="1650" i="1" dirty="0">
                <a:solidFill>
                  <a:srgbClr val="1B2333"/>
                </a:solidFill>
              </a:rPr>
              <a:t> je zegt, klopt.</a:t>
            </a:r>
            <a:endParaRPr lang="en-US" sz="1650" dirty="0"/>
          </a:p>
        </p:txBody>
      </p:sp>
      <p:sp>
        <p:nvSpPr>
          <p:cNvPr id="10" name="Shape 6"/>
          <p:cNvSpPr/>
          <p:nvPr/>
        </p:nvSpPr>
        <p:spPr>
          <a:xfrm>
            <a:off x="548640" y="2826106"/>
            <a:ext cx="5454396" cy="765658"/>
          </a:xfrm>
          <a:prstGeom prst="roundRect">
            <a:avLst>
              <a:gd name="adj" fmla="val 11943"/>
            </a:avLst>
          </a:prstGeom>
          <a:solidFill>
            <a:srgbClr val="FFFFFF"/>
          </a:solidFill>
          <a:ln w="9525">
            <a:solidFill>
              <a:srgbClr val="D5DCE6"/>
            </a:solidFill>
            <a:prstDash val="solid"/>
          </a:ln>
        </p:spPr>
      </p:sp>
      <p:sp>
        <p:nvSpPr>
          <p:cNvPr id="11" name="Text 7"/>
          <p:cNvSpPr txBox="1"/>
          <p:nvPr/>
        </p:nvSpPr>
        <p:spPr>
          <a:xfrm>
            <a:off x="685800" y="2826106"/>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2</a:t>
            </a:r>
            <a:r>
              <a:rPr lang="en-US" sz="1650" dirty="0">
                <a:solidFill>
                  <a:srgbClr val="1B2333"/>
                </a:solidFill>
              </a:rPr>
              <a:t>  </a:t>
            </a:r>
            <a:r>
              <a:rPr lang="en-US" sz="1650" i="1" dirty="0">
                <a:solidFill>
                  <a:srgbClr val="1B2333"/>
                </a:solidFill>
              </a:rPr>
              <a:t>Is er iets </a:t>
            </a:r>
            <a:r>
              <a:rPr lang="en-US" sz="1650" i="1" dirty="0">
                <a:solidFill>
                  <a:srgbClr val="9AA6B5"/>
                </a:solidFill>
              </a:rPr>
              <a:t>…………</a:t>
            </a:r>
            <a:r>
              <a:rPr lang="en-US" sz="1650" i="1" dirty="0">
                <a:solidFill>
                  <a:srgbClr val="1B2333"/>
                </a:solidFill>
              </a:rPr>
              <a:t> ik voor je kan doen?</a:t>
            </a:r>
            <a:endParaRPr lang="en-US" sz="1650" dirty="0"/>
          </a:p>
        </p:txBody>
      </p:sp>
      <p:sp>
        <p:nvSpPr>
          <p:cNvPr id="12" name="Shape 8"/>
          <p:cNvSpPr/>
          <p:nvPr/>
        </p:nvSpPr>
        <p:spPr>
          <a:xfrm>
            <a:off x="548640" y="3683203"/>
            <a:ext cx="5454396" cy="765658"/>
          </a:xfrm>
          <a:prstGeom prst="roundRect">
            <a:avLst>
              <a:gd name="adj" fmla="val 11943"/>
            </a:avLst>
          </a:prstGeom>
          <a:solidFill>
            <a:srgbClr val="EEF3F8"/>
          </a:solidFill>
          <a:ln w="9525">
            <a:solidFill>
              <a:srgbClr val="D5DCE6"/>
            </a:solidFill>
            <a:prstDash val="solid"/>
          </a:ln>
        </p:spPr>
      </p:sp>
      <p:sp>
        <p:nvSpPr>
          <p:cNvPr id="13" name="Text 9"/>
          <p:cNvSpPr txBox="1"/>
          <p:nvPr/>
        </p:nvSpPr>
        <p:spPr>
          <a:xfrm>
            <a:off x="685800" y="3683203"/>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3</a:t>
            </a:r>
            <a:r>
              <a:rPr lang="en-US" sz="1650" dirty="0">
                <a:solidFill>
                  <a:srgbClr val="1B2333"/>
                </a:solidFill>
              </a:rPr>
              <a:t>  </a:t>
            </a:r>
            <a:r>
              <a:rPr lang="en-US" sz="1650" i="1" dirty="0">
                <a:solidFill>
                  <a:srgbClr val="1B2333"/>
                </a:solidFill>
              </a:rPr>
              <a:t>Dat is het enige </a:t>
            </a:r>
            <a:r>
              <a:rPr lang="en-US" sz="1650" i="1" dirty="0">
                <a:solidFill>
                  <a:srgbClr val="9AA6B5"/>
                </a:solidFill>
              </a:rPr>
              <a:t>…………</a:t>
            </a:r>
            <a:r>
              <a:rPr lang="en-US" sz="1650" i="1" dirty="0">
                <a:solidFill>
                  <a:srgbClr val="1B2333"/>
                </a:solidFill>
              </a:rPr>
              <a:t> ik weet.</a:t>
            </a:r>
            <a:endParaRPr lang="en-US" sz="1650" dirty="0"/>
          </a:p>
        </p:txBody>
      </p:sp>
      <p:sp>
        <p:nvSpPr>
          <p:cNvPr id="14" name="Shape 10"/>
          <p:cNvSpPr/>
          <p:nvPr/>
        </p:nvSpPr>
        <p:spPr>
          <a:xfrm>
            <a:off x="548640" y="4540301"/>
            <a:ext cx="5454396" cy="765658"/>
          </a:xfrm>
          <a:prstGeom prst="roundRect">
            <a:avLst>
              <a:gd name="adj" fmla="val 11943"/>
            </a:avLst>
          </a:prstGeom>
          <a:solidFill>
            <a:srgbClr val="FFFFFF"/>
          </a:solidFill>
          <a:ln w="9525">
            <a:solidFill>
              <a:srgbClr val="D5DCE6"/>
            </a:solidFill>
            <a:prstDash val="solid"/>
          </a:ln>
        </p:spPr>
      </p:sp>
      <p:sp>
        <p:nvSpPr>
          <p:cNvPr id="15" name="Text 11"/>
          <p:cNvSpPr txBox="1"/>
          <p:nvPr/>
        </p:nvSpPr>
        <p:spPr>
          <a:xfrm>
            <a:off x="685800" y="4540301"/>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4</a:t>
            </a:r>
            <a:r>
              <a:rPr lang="en-US" sz="1650" dirty="0">
                <a:solidFill>
                  <a:srgbClr val="1B2333"/>
                </a:solidFill>
              </a:rPr>
              <a:t>  </a:t>
            </a:r>
            <a:r>
              <a:rPr lang="en-US" sz="1650" i="1" dirty="0">
                <a:solidFill>
                  <a:srgbClr val="1B2333"/>
                </a:solidFill>
              </a:rPr>
              <a:t>Het rapport </a:t>
            </a:r>
            <a:r>
              <a:rPr lang="en-US" sz="1650" i="1" dirty="0">
                <a:solidFill>
                  <a:srgbClr val="9AA6B5"/>
                </a:solidFill>
              </a:rPr>
              <a:t>…………</a:t>
            </a:r>
            <a:r>
              <a:rPr lang="en-US" sz="1650" i="1" dirty="0">
                <a:solidFill>
                  <a:srgbClr val="1B2333"/>
                </a:solidFill>
              </a:rPr>
              <a:t> je stuurde, is perfect.</a:t>
            </a:r>
            <a:endParaRPr lang="en-US" sz="1650" dirty="0"/>
          </a:p>
        </p:txBody>
      </p:sp>
      <p:sp>
        <p:nvSpPr>
          <p:cNvPr id="16" name="Shape 12"/>
          <p:cNvSpPr/>
          <p:nvPr/>
        </p:nvSpPr>
        <p:spPr>
          <a:xfrm>
            <a:off x="548640" y="5397398"/>
            <a:ext cx="5454396" cy="765658"/>
          </a:xfrm>
          <a:prstGeom prst="roundRect">
            <a:avLst>
              <a:gd name="adj" fmla="val 11943"/>
            </a:avLst>
          </a:prstGeom>
          <a:solidFill>
            <a:srgbClr val="EEF3F8"/>
          </a:solidFill>
          <a:ln w="9525">
            <a:solidFill>
              <a:srgbClr val="D5DCE6"/>
            </a:solidFill>
            <a:prstDash val="solid"/>
          </a:ln>
        </p:spPr>
      </p:sp>
      <p:sp>
        <p:nvSpPr>
          <p:cNvPr id="17" name="Text 13"/>
          <p:cNvSpPr txBox="1"/>
          <p:nvPr/>
        </p:nvSpPr>
        <p:spPr>
          <a:xfrm>
            <a:off x="685800" y="5397398"/>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5</a:t>
            </a:r>
            <a:r>
              <a:rPr lang="en-US" sz="1650" dirty="0">
                <a:solidFill>
                  <a:srgbClr val="1B2333"/>
                </a:solidFill>
              </a:rPr>
              <a:t>  </a:t>
            </a:r>
            <a:r>
              <a:rPr lang="en-US" sz="1650" i="1" dirty="0">
                <a:solidFill>
                  <a:srgbClr val="1B2333"/>
                </a:solidFill>
              </a:rPr>
              <a:t>Hij komt altijd te laat, </a:t>
            </a:r>
            <a:r>
              <a:rPr lang="en-US" sz="1650" i="1" dirty="0">
                <a:solidFill>
                  <a:srgbClr val="9AA6B5"/>
                </a:solidFill>
              </a:rPr>
              <a:t>…………</a:t>
            </a:r>
            <a:r>
              <a:rPr lang="en-US" sz="1650" i="1" dirty="0">
                <a:solidFill>
                  <a:srgbClr val="1B2333"/>
                </a:solidFill>
              </a:rPr>
              <a:t> ik vervelend vind.</a:t>
            </a:r>
            <a:endParaRPr lang="en-US" sz="1650" dirty="0"/>
          </a:p>
        </p:txBody>
      </p:sp>
      <p:sp>
        <p:nvSpPr>
          <p:cNvPr id="18" name="Shape 14"/>
          <p:cNvSpPr/>
          <p:nvPr/>
        </p:nvSpPr>
        <p:spPr>
          <a:xfrm>
            <a:off x="6185916" y="1969008"/>
            <a:ext cx="5454396" cy="765658"/>
          </a:xfrm>
          <a:prstGeom prst="roundRect">
            <a:avLst>
              <a:gd name="adj" fmla="val 11943"/>
            </a:avLst>
          </a:prstGeom>
          <a:solidFill>
            <a:srgbClr val="FFFFFF"/>
          </a:solidFill>
          <a:ln w="9525">
            <a:solidFill>
              <a:srgbClr val="D5DCE6"/>
            </a:solidFill>
            <a:prstDash val="solid"/>
          </a:ln>
        </p:spPr>
      </p:sp>
      <p:sp>
        <p:nvSpPr>
          <p:cNvPr id="19" name="Text 15"/>
          <p:cNvSpPr txBox="1"/>
          <p:nvPr/>
        </p:nvSpPr>
        <p:spPr>
          <a:xfrm>
            <a:off x="6323076" y="1969008"/>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6</a:t>
            </a:r>
            <a:r>
              <a:rPr lang="en-US" sz="1650" dirty="0">
                <a:solidFill>
                  <a:srgbClr val="1B2333"/>
                </a:solidFill>
              </a:rPr>
              <a:t>  </a:t>
            </a:r>
            <a:r>
              <a:rPr lang="en-US" sz="1650" i="1" dirty="0">
                <a:solidFill>
                  <a:srgbClr val="1B2333"/>
                </a:solidFill>
              </a:rPr>
              <a:t>De vergadering </a:t>
            </a:r>
            <a:r>
              <a:rPr lang="en-US" sz="1650" i="1" dirty="0">
                <a:solidFill>
                  <a:srgbClr val="9AA6B5"/>
                </a:solidFill>
              </a:rPr>
              <a:t>…………</a:t>
            </a:r>
            <a:r>
              <a:rPr lang="en-US" sz="1650" i="1" dirty="0">
                <a:solidFill>
                  <a:srgbClr val="1B2333"/>
                </a:solidFill>
              </a:rPr>
              <a:t> om 10 uur begint, duurt lang.</a:t>
            </a:r>
            <a:endParaRPr lang="en-US" sz="1650" dirty="0"/>
          </a:p>
        </p:txBody>
      </p:sp>
      <p:sp>
        <p:nvSpPr>
          <p:cNvPr id="20" name="Shape 16"/>
          <p:cNvSpPr/>
          <p:nvPr/>
        </p:nvSpPr>
        <p:spPr>
          <a:xfrm>
            <a:off x="6185916" y="2826106"/>
            <a:ext cx="5454396" cy="765658"/>
          </a:xfrm>
          <a:prstGeom prst="roundRect">
            <a:avLst>
              <a:gd name="adj" fmla="val 11943"/>
            </a:avLst>
          </a:prstGeom>
          <a:solidFill>
            <a:srgbClr val="EEF3F8"/>
          </a:solidFill>
          <a:ln w="9525">
            <a:solidFill>
              <a:srgbClr val="D5DCE6"/>
            </a:solidFill>
            <a:prstDash val="solid"/>
          </a:ln>
        </p:spPr>
      </p:sp>
      <p:sp>
        <p:nvSpPr>
          <p:cNvPr id="21" name="Text 17"/>
          <p:cNvSpPr txBox="1"/>
          <p:nvPr/>
        </p:nvSpPr>
        <p:spPr>
          <a:xfrm>
            <a:off x="6323076" y="2826106"/>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7</a:t>
            </a:r>
            <a:r>
              <a:rPr lang="en-US" sz="1650" dirty="0">
                <a:solidFill>
                  <a:srgbClr val="1B2333"/>
                </a:solidFill>
              </a:rPr>
              <a:t>  </a:t>
            </a:r>
            <a:r>
              <a:rPr lang="en-US" sz="1650" i="1" dirty="0">
                <a:solidFill>
                  <a:srgbClr val="1B2333"/>
                </a:solidFill>
              </a:rPr>
              <a:t>Er is niets </a:t>
            </a:r>
            <a:r>
              <a:rPr lang="en-US" sz="1650" i="1" dirty="0">
                <a:solidFill>
                  <a:srgbClr val="9AA6B5"/>
                </a:solidFill>
              </a:rPr>
              <a:t>…………</a:t>
            </a:r>
            <a:r>
              <a:rPr lang="en-US" sz="1650" i="1" dirty="0">
                <a:solidFill>
                  <a:srgbClr val="1B2333"/>
                </a:solidFill>
              </a:rPr>
              <a:t> hij niet kan.</a:t>
            </a:r>
            <a:endParaRPr lang="en-US" sz="1650" dirty="0"/>
          </a:p>
        </p:txBody>
      </p:sp>
      <p:sp>
        <p:nvSpPr>
          <p:cNvPr id="22" name="Shape 18"/>
          <p:cNvSpPr/>
          <p:nvPr/>
        </p:nvSpPr>
        <p:spPr>
          <a:xfrm>
            <a:off x="6185916" y="3683203"/>
            <a:ext cx="5454396" cy="765658"/>
          </a:xfrm>
          <a:prstGeom prst="roundRect">
            <a:avLst>
              <a:gd name="adj" fmla="val 11943"/>
            </a:avLst>
          </a:prstGeom>
          <a:solidFill>
            <a:srgbClr val="FFFFFF"/>
          </a:solidFill>
          <a:ln w="9525">
            <a:solidFill>
              <a:srgbClr val="D5DCE6"/>
            </a:solidFill>
            <a:prstDash val="solid"/>
          </a:ln>
        </p:spPr>
      </p:sp>
      <p:sp>
        <p:nvSpPr>
          <p:cNvPr id="23" name="Text 19"/>
          <p:cNvSpPr txBox="1"/>
          <p:nvPr/>
        </p:nvSpPr>
        <p:spPr>
          <a:xfrm>
            <a:off x="6323076" y="3683203"/>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8</a:t>
            </a:r>
            <a:r>
              <a:rPr lang="en-US" sz="1650" dirty="0">
                <a:solidFill>
                  <a:srgbClr val="1B2333"/>
                </a:solidFill>
              </a:rPr>
              <a:t>  </a:t>
            </a:r>
            <a:r>
              <a:rPr lang="en-US" sz="1650" i="1" dirty="0">
                <a:solidFill>
                  <a:srgbClr val="1B2333"/>
                </a:solidFill>
              </a:rPr>
              <a:t>Het nieuwe kantoor, </a:t>
            </a:r>
            <a:r>
              <a:rPr lang="en-US" sz="1650" i="1" dirty="0">
                <a:solidFill>
                  <a:srgbClr val="9AA6B5"/>
                </a:solidFill>
              </a:rPr>
              <a:t>…………</a:t>
            </a:r>
            <a:r>
              <a:rPr lang="en-US" sz="1650" i="1" dirty="0">
                <a:solidFill>
                  <a:srgbClr val="1B2333"/>
                </a:solidFill>
              </a:rPr>
              <a:t> in het centrum ligt, is mooi.</a:t>
            </a:r>
            <a:endParaRPr lang="en-US" sz="1650" dirty="0"/>
          </a:p>
        </p:txBody>
      </p:sp>
      <p:sp>
        <p:nvSpPr>
          <p:cNvPr id="24" name="Shape 20"/>
          <p:cNvSpPr/>
          <p:nvPr/>
        </p:nvSpPr>
        <p:spPr>
          <a:xfrm>
            <a:off x="6185916" y="4540301"/>
            <a:ext cx="5454396" cy="765658"/>
          </a:xfrm>
          <a:prstGeom prst="roundRect">
            <a:avLst>
              <a:gd name="adj" fmla="val 11943"/>
            </a:avLst>
          </a:prstGeom>
          <a:solidFill>
            <a:srgbClr val="EEF3F8"/>
          </a:solidFill>
          <a:ln w="9525">
            <a:solidFill>
              <a:srgbClr val="D5DCE6"/>
            </a:solidFill>
            <a:prstDash val="solid"/>
          </a:ln>
        </p:spPr>
      </p:sp>
      <p:sp>
        <p:nvSpPr>
          <p:cNvPr id="25" name="Text 21"/>
          <p:cNvSpPr txBox="1"/>
          <p:nvPr/>
        </p:nvSpPr>
        <p:spPr>
          <a:xfrm>
            <a:off x="6323076" y="4540301"/>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9</a:t>
            </a:r>
            <a:r>
              <a:rPr lang="en-US" sz="1650" dirty="0">
                <a:solidFill>
                  <a:srgbClr val="1B2333"/>
                </a:solidFill>
              </a:rPr>
              <a:t>  </a:t>
            </a:r>
            <a:r>
              <a:rPr lang="en-US" sz="1650" i="1" dirty="0">
                <a:solidFill>
                  <a:srgbClr val="1B2333"/>
                </a:solidFill>
              </a:rPr>
              <a:t>Stel niet uit tot morgen </a:t>
            </a:r>
            <a:r>
              <a:rPr lang="en-US" sz="1650" i="1" dirty="0">
                <a:solidFill>
                  <a:srgbClr val="9AA6B5"/>
                </a:solidFill>
              </a:rPr>
              <a:t>…………</a:t>
            </a:r>
            <a:r>
              <a:rPr lang="en-US" sz="1650" i="1" dirty="0">
                <a:solidFill>
                  <a:srgbClr val="1B2333"/>
                </a:solidFill>
              </a:rPr>
              <a:t> je vandaag kunt doen.</a:t>
            </a:r>
            <a:endParaRPr lang="en-US" sz="1650" dirty="0"/>
          </a:p>
        </p:txBody>
      </p:sp>
      <p:sp>
        <p:nvSpPr>
          <p:cNvPr id="26" name="Shape 22"/>
          <p:cNvSpPr/>
          <p:nvPr/>
        </p:nvSpPr>
        <p:spPr>
          <a:xfrm>
            <a:off x="6185916" y="5397398"/>
            <a:ext cx="5454396" cy="765658"/>
          </a:xfrm>
          <a:prstGeom prst="roundRect">
            <a:avLst>
              <a:gd name="adj" fmla="val 11943"/>
            </a:avLst>
          </a:prstGeom>
          <a:solidFill>
            <a:srgbClr val="FFFFFF"/>
          </a:solidFill>
          <a:ln w="9525">
            <a:solidFill>
              <a:srgbClr val="D5DCE6"/>
            </a:solidFill>
            <a:prstDash val="solid"/>
          </a:ln>
        </p:spPr>
      </p:sp>
      <p:sp>
        <p:nvSpPr>
          <p:cNvPr id="27" name="Text 23"/>
          <p:cNvSpPr txBox="1"/>
          <p:nvPr/>
        </p:nvSpPr>
        <p:spPr>
          <a:xfrm>
            <a:off x="6323076" y="5397398"/>
            <a:ext cx="5180076" cy="765658"/>
          </a:xfrm>
          <a:prstGeom prst="rect">
            <a:avLst/>
          </a:prstGeom>
          <a:noFill/>
          <a:ln/>
        </p:spPr>
        <p:txBody>
          <a:bodyPr wrap="square" lIns="0" tIns="0" rIns="0" bIns="0" rtlCol="0" anchor="ctr"/>
          <a:lstStyle/>
          <a:p>
            <a:pPr algn="l" indent="0" marL="0">
              <a:buNone/>
            </a:pPr>
            <a:r>
              <a:rPr lang="en-US" sz="1650" b="1" dirty="0">
                <a:solidFill>
                  <a:srgbClr val="4A5A70"/>
                </a:solidFill>
              </a:rPr>
              <a:t>10</a:t>
            </a:r>
            <a:r>
              <a:rPr lang="en-US" sz="1650" dirty="0">
                <a:solidFill>
                  <a:srgbClr val="1B2333"/>
                </a:solidFill>
              </a:rPr>
              <a:t>  </a:t>
            </a:r>
            <a:r>
              <a:rPr lang="en-US" sz="1650" i="1" dirty="0">
                <a:solidFill>
                  <a:srgbClr val="1B2333"/>
                </a:solidFill>
              </a:rPr>
              <a:t>Dat is het mooiste </a:t>
            </a:r>
            <a:r>
              <a:rPr lang="en-US" sz="1650" i="1" dirty="0">
                <a:solidFill>
                  <a:srgbClr val="9AA6B5"/>
                </a:solidFill>
              </a:rPr>
              <a:t>…………</a:t>
            </a:r>
            <a:r>
              <a:rPr lang="en-US" sz="1650" i="1" dirty="0">
                <a:solidFill>
                  <a:srgbClr val="1B2333"/>
                </a:solidFill>
              </a:rPr>
              <a:t> ik ooit gezien heb.</a:t>
            </a:r>
            <a:endParaRPr lang="en-US" sz="16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6 — die, dat ou wat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a:t>
            </a:r>
            <a:r>
              <a:rPr lang="en-US" sz="1700" i="1" dirty="0">
                <a:solidFill>
                  <a:schemeClr val="accent5"/>
                </a:solidFill>
              </a:rPr>
              <a:t>die</a:t>
            </a:r>
            <a:r>
              <a:rPr lang="en-US" sz="1700" i="1" dirty="0">
                <a:solidFill>
                  <a:schemeClr val="accent5"/>
                </a:solidFill>
              </a:rPr>
              <a:t>, </a:t>
            </a:r>
            <a:r>
              <a:rPr lang="en-US" sz="1700" i="1" dirty="0">
                <a:solidFill>
                  <a:schemeClr val="accent5"/>
                </a:solidFill>
              </a:rPr>
              <a:t>dat</a:t>
            </a:r>
            <a:r>
              <a:rPr lang="en-US" sz="1700" i="1" dirty="0">
                <a:solidFill>
                  <a:schemeClr val="accent5"/>
                </a:solidFill>
              </a:rPr>
              <a:t> ou </a:t>
            </a:r>
            <a:r>
              <a:rPr lang="en-US" sz="1700" i="1" dirty="0">
                <a:solidFill>
                  <a:schemeClr val="accent5"/>
                </a:solidFill>
              </a:rPr>
              <a:t>wat</a:t>
            </a:r>
            <a:r>
              <a:rPr lang="en-US" sz="1700" i="1" dirty="0">
                <a:solidFill>
                  <a:schemeClr val="accent5"/>
                </a:solidFill>
              </a:rPr>
              <a:t>. Utilisez l’arbre de décision !</a:t>
            </a:r>
            <a:endParaRPr lang="en-US" sz="1700" dirty="0"/>
          </a:p>
        </p:txBody>
      </p:sp>
      <p:sp>
        <p:nvSpPr>
          <p:cNvPr id="9" name="Shape 5"/>
          <p:cNvSpPr/>
          <p:nvPr/>
        </p:nvSpPr>
        <p:spPr>
          <a:xfrm>
            <a:off x="548640" y="1969008"/>
            <a:ext cx="5454396" cy="696163"/>
          </a:xfrm>
          <a:prstGeom prst="roundRect">
            <a:avLst>
              <a:gd name="adj" fmla="val 13135"/>
            </a:avLst>
          </a:prstGeom>
          <a:solidFill>
            <a:srgbClr val="EEF3F8"/>
          </a:solidFill>
          <a:ln w="9525">
            <a:solidFill>
              <a:srgbClr val="D5DCE6"/>
            </a:solidFill>
            <a:prstDash val="solid"/>
          </a:ln>
        </p:spPr>
      </p:sp>
      <p:sp>
        <p:nvSpPr>
          <p:cNvPr id="10" name="Text 6"/>
          <p:cNvSpPr txBox="1"/>
          <p:nvPr/>
        </p:nvSpPr>
        <p:spPr>
          <a:xfrm>
            <a:off x="685800" y="1969008"/>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1</a:t>
            </a:r>
            <a:r>
              <a:rPr lang="en-US" sz="1650" dirty="0">
                <a:solidFill>
                  <a:srgbClr val="1B2333"/>
                </a:solidFill>
              </a:rPr>
              <a:t>  </a:t>
            </a:r>
            <a:r>
              <a:rPr lang="en-US" sz="1650" i="1" dirty="0">
                <a:solidFill>
                  <a:srgbClr val="1B2333"/>
                </a:solidFill>
              </a:rPr>
              <a:t>Alles </a:t>
            </a:r>
            <a:r>
              <a:rPr lang="en-US" sz="1650" b="1" i="1" dirty="0">
                <a:solidFill>
                  <a:srgbClr val="2E7D4F"/>
                </a:solidFill>
              </a:rPr>
              <a:t>wat</a:t>
            </a:r>
            <a:r>
              <a:rPr lang="en-US" sz="1650" i="1" dirty="0">
                <a:solidFill>
                  <a:srgbClr val="1B2333"/>
                </a:solidFill>
              </a:rPr>
              <a:t> je zegt, klopt.</a:t>
            </a:r>
            <a:endParaRPr lang="en-US" sz="1650" dirty="0"/>
          </a:p>
        </p:txBody>
      </p:sp>
      <p:sp>
        <p:nvSpPr>
          <p:cNvPr id="11" name="Shape 7"/>
          <p:cNvSpPr/>
          <p:nvPr/>
        </p:nvSpPr>
        <p:spPr>
          <a:xfrm>
            <a:off x="548640" y="2756611"/>
            <a:ext cx="5454396" cy="696163"/>
          </a:xfrm>
          <a:prstGeom prst="roundRect">
            <a:avLst>
              <a:gd name="adj" fmla="val 13135"/>
            </a:avLst>
          </a:prstGeom>
          <a:solidFill>
            <a:srgbClr val="FFFFFF"/>
          </a:solidFill>
          <a:ln w="9525">
            <a:solidFill>
              <a:srgbClr val="D5DCE6"/>
            </a:solidFill>
            <a:prstDash val="solid"/>
          </a:ln>
        </p:spPr>
      </p:sp>
      <p:sp>
        <p:nvSpPr>
          <p:cNvPr id="12" name="Text 8"/>
          <p:cNvSpPr txBox="1"/>
          <p:nvPr/>
        </p:nvSpPr>
        <p:spPr>
          <a:xfrm>
            <a:off x="685800" y="2756611"/>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2</a:t>
            </a:r>
            <a:r>
              <a:rPr lang="en-US" sz="1650" dirty="0">
                <a:solidFill>
                  <a:srgbClr val="1B2333"/>
                </a:solidFill>
              </a:rPr>
              <a:t>  </a:t>
            </a:r>
            <a:r>
              <a:rPr lang="en-US" sz="1650" i="1" dirty="0">
                <a:solidFill>
                  <a:srgbClr val="1B2333"/>
                </a:solidFill>
              </a:rPr>
              <a:t>Is er iets </a:t>
            </a:r>
            <a:r>
              <a:rPr lang="en-US" sz="1650" b="1" i="1" dirty="0">
                <a:solidFill>
                  <a:srgbClr val="2E7D4F"/>
                </a:solidFill>
              </a:rPr>
              <a:t>wat</a:t>
            </a:r>
            <a:r>
              <a:rPr lang="en-US" sz="1650" i="1" dirty="0">
                <a:solidFill>
                  <a:srgbClr val="1B2333"/>
                </a:solidFill>
              </a:rPr>
              <a:t> ik voor je kan doen?</a:t>
            </a:r>
            <a:endParaRPr lang="en-US" sz="1650" dirty="0"/>
          </a:p>
        </p:txBody>
      </p:sp>
      <p:sp>
        <p:nvSpPr>
          <p:cNvPr id="13" name="Shape 9"/>
          <p:cNvSpPr/>
          <p:nvPr/>
        </p:nvSpPr>
        <p:spPr>
          <a:xfrm>
            <a:off x="548640" y="3544214"/>
            <a:ext cx="5454396" cy="696163"/>
          </a:xfrm>
          <a:prstGeom prst="roundRect">
            <a:avLst>
              <a:gd name="adj" fmla="val 13135"/>
            </a:avLst>
          </a:prstGeom>
          <a:solidFill>
            <a:srgbClr val="EEF3F8"/>
          </a:solidFill>
          <a:ln w="9525">
            <a:solidFill>
              <a:srgbClr val="D5DCE6"/>
            </a:solidFill>
            <a:prstDash val="solid"/>
          </a:ln>
        </p:spPr>
      </p:sp>
      <p:sp>
        <p:nvSpPr>
          <p:cNvPr id="14" name="Text 10"/>
          <p:cNvSpPr txBox="1"/>
          <p:nvPr/>
        </p:nvSpPr>
        <p:spPr>
          <a:xfrm>
            <a:off x="685800" y="3544214"/>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3</a:t>
            </a:r>
            <a:r>
              <a:rPr lang="en-US" sz="1650" dirty="0">
                <a:solidFill>
                  <a:srgbClr val="1B2333"/>
                </a:solidFill>
              </a:rPr>
              <a:t>  </a:t>
            </a:r>
            <a:r>
              <a:rPr lang="en-US" sz="1650" i="1" dirty="0">
                <a:solidFill>
                  <a:srgbClr val="1B2333"/>
                </a:solidFill>
              </a:rPr>
              <a:t>Dat is het enige </a:t>
            </a:r>
            <a:r>
              <a:rPr lang="en-US" sz="1650" b="1" i="1" dirty="0">
                <a:solidFill>
                  <a:srgbClr val="2E7D4F"/>
                </a:solidFill>
              </a:rPr>
              <a:t>wat</a:t>
            </a:r>
            <a:r>
              <a:rPr lang="en-US" sz="1650" i="1" dirty="0">
                <a:solidFill>
                  <a:srgbClr val="1B2333"/>
                </a:solidFill>
              </a:rPr>
              <a:t> ik weet.</a:t>
            </a:r>
            <a:endParaRPr lang="en-US" sz="1650" dirty="0"/>
          </a:p>
        </p:txBody>
      </p:sp>
      <p:sp>
        <p:nvSpPr>
          <p:cNvPr id="15" name="Shape 11"/>
          <p:cNvSpPr/>
          <p:nvPr/>
        </p:nvSpPr>
        <p:spPr>
          <a:xfrm>
            <a:off x="548640" y="4331818"/>
            <a:ext cx="5454396" cy="696163"/>
          </a:xfrm>
          <a:prstGeom prst="roundRect">
            <a:avLst>
              <a:gd name="adj" fmla="val 13135"/>
            </a:avLst>
          </a:prstGeom>
          <a:solidFill>
            <a:srgbClr val="FFFFFF"/>
          </a:solidFill>
          <a:ln w="9525">
            <a:solidFill>
              <a:srgbClr val="D5DCE6"/>
            </a:solidFill>
            <a:prstDash val="solid"/>
          </a:ln>
        </p:spPr>
      </p:sp>
      <p:sp>
        <p:nvSpPr>
          <p:cNvPr id="16" name="Text 12"/>
          <p:cNvSpPr txBox="1"/>
          <p:nvPr/>
        </p:nvSpPr>
        <p:spPr>
          <a:xfrm>
            <a:off x="685800" y="4331818"/>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4</a:t>
            </a:r>
            <a:r>
              <a:rPr lang="en-US" sz="1650" dirty="0">
                <a:solidFill>
                  <a:srgbClr val="1B2333"/>
                </a:solidFill>
              </a:rPr>
              <a:t>  </a:t>
            </a:r>
            <a:r>
              <a:rPr lang="en-US" sz="1650" i="1" dirty="0">
                <a:solidFill>
                  <a:srgbClr val="1B2333"/>
                </a:solidFill>
              </a:rPr>
              <a:t>Het rapport </a:t>
            </a:r>
            <a:r>
              <a:rPr lang="en-US" sz="1650" b="1" i="1" dirty="0">
                <a:solidFill>
                  <a:srgbClr val="D9700F"/>
                </a:solidFill>
              </a:rPr>
              <a:t>dat</a:t>
            </a:r>
            <a:r>
              <a:rPr lang="en-US" sz="1650" i="1" dirty="0">
                <a:solidFill>
                  <a:srgbClr val="1B2333"/>
                </a:solidFill>
              </a:rPr>
              <a:t> je stuurde, is perfect.</a:t>
            </a:r>
            <a:endParaRPr lang="en-US" sz="1650" dirty="0"/>
          </a:p>
        </p:txBody>
      </p:sp>
      <p:sp>
        <p:nvSpPr>
          <p:cNvPr id="17" name="Shape 13"/>
          <p:cNvSpPr/>
          <p:nvPr/>
        </p:nvSpPr>
        <p:spPr>
          <a:xfrm>
            <a:off x="548640" y="5119421"/>
            <a:ext cx="5454396" cy="696163"/>
          </a:xfrm>
          <a:prstGeom prst="roundRect">
            <a:avLst>
              <a:gd name="adj" fmla="val 13135"/>
            </a:avLst>
          </a:prstGeom>
          <a:solidFill>
            <a:srgbClr val="EEF3F8"/>
          </a:solidFill>
          <a:ln w="9525">
            <a:solidFill>
              <a:srgbClr val="D5DCE6"/>
            </a:solidFill>
            <a:prstDash val="solid"/>
          </a:ln>
        </p:spPr>
      </p:sp>
      <p:sp>
        <p:nvSpPr>
          <p:cNvPr id="18" name="Text 14"/>
          <p:cNvSpPr txBox="1"/>
          <p:nvPr/>
        </p:nvSpPr>
        <p:spPr>
          <a:xfrm>
            <a:off x="685800" y="5119421"/>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5</a:t>
            </a:r>
            <a:r>
              <a:rPr lang="en-US" sz="1650" dirty="0">
                <a:solidFill>
                  <a:srgbClr val="1B2333"/>
                </a:solidFill>
              </a:rPr>
              <a:t>  </a:t>
            </a:r>
            <a:r>
              <a:rPr lang="en-US" sz="1650" i="1" dirty="0">
                <a:solidFill>
                  <a:srgbClr val="1B2333"/>
                </a:solidFill>
              </a:rPr>
              <a:t>Hij komt altijd te laat, </a:t>
            </a:r>
            <a:r>
              <a:rPr lang="en-US" sz="1650" b="1" i="1" dirty="0">
                <a:solidFill>
                  <a:srgbClr val="2E7D4F"/>
                </a:solidFill>
              </a:rPr>
              <a:t>wat</a:t>
            </a:r>
            <a:r>
              <a:rPr lang="en-US" sz="1650" i="1" dirty="0">
                <a:solidFill>
                  <a:srgbClr val="1B2333"/>
                </a:solidFill>
              </a:rPr>
              <a:t> ik vervelend vind.</a:t>
            </a:r>
            <a:endParaRPr lang="en-US" sz="1650" dirty="0"/>
          </a:p>
        </p:txBody>
      </p:sp>
      <p:sp>
        <p:nvSpPr>
          <p:cNvPr id="19" name="Shape 15"/>
          <p:cNvSpPr/>
          <p:nvPr/>
        </p:nvSpPr>
        <p:spPr>
          <a:xfrm>
            <a:off x="6185916" y="1969008"/>
            <a:ext cx="5454396" cy="696163"/>
          </a:xfrm>
          <a:prstGeom prst="roundRect">
            <a:avLst>
              <a:gd name="adj" fmla="val 13135"/>
            </a:avLst>
          </a:prstGeom>
          <a:solidFill>
            <a:srgbClr val="FFFFFF"/>
          </a:solidFill>
          <a:ln w="9525">
            <a:solidFill>
              <a:srgbClr val="D5DCE6"/>
            </a:solidFill>
            <a:prstDash val="solid"/>
          </a:ln>
        </p:spPr>
      </p:sp>
      <p:sp>
        <p:nvSpPr>
          <p:cNvPr id="20" name="Text 16"/>
          <p:cNvSpPr txBox="1"/>
          <p:nvPr/>
        </p:nvSpPr>
        <p:spPr>
          <a:xfrm>
            <a:off x="6323076" y="1969008"/>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6</a:t>
            </a:r>
            <a:r>
              <a:rPr lang="en-US" sz="1650" dirty="0">
                <a:solidFill>
                  <a:srgbClr val="1B2333"/>
                </a:solidFill>
              </a:rPr>
              <a:t>  </a:t>
            </a:r>
            <a:r>
              <a:rPr lang="en-US" sz="1650" i="1" dirty="0">
                <a:solidFill>
                  <a:srgbClr val="1B2333"/>
                </a:solidFill>
              </a:rPr>
              <a:t>De vergadering </a:t>
            </a:r>
            <a:r>
              <a:rPr lang="en-US" sz="1650" b="1" i="1" dirty="0">
                <a:solidFill>
                  <a:srgbClr val="17375E"/>
                </a:solidFill>
              </a:rPr>
              <a:t>die</a:t>
            </a:r>
            <a:r>
              <a:rPr lang="en-US" sz="1650" i="1" dirty="0">
                <a:solidFill>
                  <a:srgbClr val="1B2333"/>
                </a:solidFill>
              </a:rPr>
              <a:t> om 10 uur begint, duurt lang.</a:t>
            </a:r>
            <a:endParaRPr lang="en-US" sz="1650" dirty="0"/>
          </a:p>
        </p:txBody>
      </p:sp>
      <p:sp>
        <p:nvSpPr>
          <p:cNvPr id="21" name="Shape 17"/>
          <p:cNvSpPr/>
          <p:nvPr/>
        </p:nvSpPr>
        <p:spPr>
          <a:xfrm>
            <a:off x="6185916" y="2756611"/>
            <a:ext cx="5454396" cy="696163"/>
          </a:xfrm>
          <a:prstGeom prst="roundRect">
            <a:avLst>
              <a:gd name="adj" fmla="val 13135"/>
            </a:avLst>
          </a:prstGeom>
          <a:solidFill>
            <a:srgbClr val="EEF3F8"/>
          </a:solidFill>
          <a:ln w="9525">
            <a:solidFill>
              <a:srgbClr val="D5DCE6"/>
            </a:solidFill>
            <a:prstDash val="solid"/>
          </a:ln>
        </p:spPr>
      </p:sp>
      <p:sp>
        <p:nvSpPr>
          <p:cNvPr id="22" name="Text 18"/>
          <p:cNvSpPr txBox="1"/>
          <p:nvPr/>
        </p:nvSpPr>
        <p:spPr>
          <a:xfrm>
            <a:off x="6323076" y="2756611"/>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7</a:t>
            </a:r>
            <a:r>
              <a:rPr lang="en-US" sz="1650" dirty="0">
                <a:solidFill>
                  <a:srgbClr val="1B2333"/>
                </a:solidFill>
              </a:rPr>
              <a:t>  </a:t>
            </a:r>
            <a:r>
              <a:rPr lang="en-US" sz="1650" i="1" dirty="0">
                <a:solidFill>
                  <a:srgbClr val="1B2333"/>
                </a:solidFill>
              </a:rPr>
              <a:t>Er is niets </a:t>
            </a:r>
            <a:r>
              <a:rPr lang="en-US" sz="1650" b="1" i="1" dirty="0">
                <a:solidFill>
                  <a:srgbClr val="2E7D4F"/>
                </a:solidFill>
              </a:rPr>
              <a:t>wat</a:t>
            </a:r>
            <a:r>
              <a:rPr lang="en-US" sz="1650" i="1" dirty="0">
                <a:solidFill>
                  <a:srgbClr val="1B2333"/>
                </a:solidFill>
              </a:rPr>
              <a:t> hij niet kan.</a:t>
            </a:r>
            <a:endParaRPr lang="en-US" sz="1650" dirty="0"/>
          </a:p>
        </p:txBody>
      </p:sp>
      <p:sp>
        <p:nvSpPr>
          <p:cNvPr id="23" name="Shape 19"/>
          <p:cNvSpPr/>
          <p:nvPr/>
        </p:nvSpPr>
        <p:spPr>
          <a:xfrm>
            <a:off x="6185916" y="3544214"/>
            <a:ext cx="5454396" cy="696163"/>
          </a:xfrm>
          <a:prstGeom prst="roundRect">
            <a:avLst>
              <a:gd name="adj" fmla="val 13135"/>
            </a:avLst>
          </a:prstGeom>
          <a:solidFill>
            <a:srgbClr val="FFFFFF"/>
          </a:solidFill>
          <a:ln w="9525">
            <a:solidFill>
              <a:srgbClr val="D5DCE6"/>
            </a:solidFill>
            <a:prstDash val="solid"/>
          </a:ln>
        </p:spPr>
      </p:sp>
      <p:sp>
        <p:nvSpPr>
          <p:cNvPr id="24" name="Text 20"/>
          <p:cNvSpPr txBox="1"/>
          <p:nvPr/>
        </p:nvSpPr>
        <p:spPr>
          <a:xfrm>
            <a:off x="6323076" y="3544214"/>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8</a:t>
            </a:r>
            <a:r>
              <a:rPr lang="en-US" sz="1650" dirty="0">
                <a:solidFill>
                  <a:srgbClr val="1B2333"/>
                </a:solidFill>
              </a:rPr>
              <a:t>  </a:t>
            </a:r>
            <a:r>
              <a:rPr lang="en-US" sz="1650" i="1" dirty="0">
                <a:solidFill>
                  <a:srgbClr val="1B2333"/>
                </a:solidFill>
              </a:rPr>
              <a:t>Het nieuwe kantoor, </a:t>
            </a:r>
            <a:r>
              <a:rPr lang="en-US" sz="1650" b="1" i="1" dirty="0">
                <a:solidFill>
                  <a:srgbClr val="D9700F"/>
                </a:solidFill>
              </a:rPr>
              <a:t>dat</a:t>
            </a:r>
            <a:r>
              <a:rPr lang="en-US" sz="1650" i="1" dirty="0">
                <a:solidFill>
                  <a:srgbClr val="1B2333"/>
                </a:solidFill>
              </a:rPr>
              <a:t> in het centrum ligt, is mooi.</a:t>
            </a:r>
            <a:endParaRPr lang="en-US" sz="1650" dirty="0"/>
          </a:p>
        </p:txBody>
      </p:sp>
      <p:sp>
        <p:nvSpPr>
          <p:cNvPr id="25" name="Shape 21"/>
          <p:cNvSpPr/>
          <p:nvPr/>
        </p:nvSpPr>
        <p:spPr>
          <a:xfrm>
            <a:off x="6185916" y="4331818"/>
            <a:ext cx="5454396" cy="696163"/>
          </a:xfrm>
          <a:prstGeom prst="roundRect">
            <a:avLst>
              <a:gd name="adj" fmla="val 13135"/>
            </a:avLst>
          </a:prstGeom>
          <a:solidFill>
            <a:srgbClr val="EEF3F8"/>
          </a:solidFill>
          <a:ln w="9525">
            <a:solidFill>
              <a:srgbClr val="D5DCE6"/>
            </a:solidFill>
            <a:prstDash val="solid"/>
          </a:ln>
        </p:spPr>
      </p:sp>
      <p:sp>
        <p:nvSpPr>
          <p:cNvPr id="26" name="Text 22"/>
          <p:cNvSpPr txBox="1"/>
          <p:nvPr/>
        </p:nvSpPr>
        <p:spPr>
          <a:xfrm>
            <a:off x="6323076" y="4331818"/>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9</a:t>
            </a:r>
            <a:r>
              <a:rPr lang="en-US" sz="1650" dirty="0">
                <a:solidFill>
                  <a:srgbClr val="1B2333"/>
                </a:solidFill>
              </a:rPr>
              <a:t>  </a:t>
            </a:r>
            <a:r>
              <a:rPr lang="en-US" sz="1650" i="1" dirty="0">
                <a:solidFill>
                  <a:srgbClr val="1B2333"/>
                </a:solidFill>
              </a:rPr>
              <a:t>Stel niet uit tot morgen </a:t>
            </a:r>
            <a:r>
              <a:rPr lang="en-US" sz="1650" b="1" i="1" dirty="0">
                <a:solidFill>
                  <a:srgbClr val="2E7D4F"/>
                </a:solidFill>
              </a:rPr>
              <a:t>wat</a:t>
            </a:r>
            <a:r>
              <a:rPr lang="en-US" sz="1650" i="1" dirty="0">
                <a:solidFill>
                  <a:srgbClr val="1B2333"/>
                </a:solidFill>
              </a:rPr>
              <a:t> je vandaag kunt doen.</a:t>
            </a:r>
            <a:endParaRPr lang="en-US" sz="1650" dirty="0"/>
          </a:p>
        </p:txBody>
      </p:sp>
      <p:sp>
        <p:nvSpPr>
          <p:cNvPr id="27" name="Shape 23"/>
          <p:cNvSpPr/>
          <p:nvPr/>
        </p:nvSpPr>
        <p:spPr>
          <a:xfrm>
            <a:off x="6185916" y="5119421"/>
            <a:ext cx="5454396" cy="696163"/>
          </a:xfrm>
          <a:prstGeom prst="roundRect">
            <a:avLst>
              <a:gd name="adj" fmla="val 13135"/>
            </a:avLst>
          </a:prstGeom>
          <a:solidFill>
            <a:srgbClr val="FFFFFF"/>
          </a:solidFill>
          <a:ln w="9525">
            <a:solidFill>
              <a:srgbClr val="D5DCE6"/>
            </a:solidFill>
            <a:prstDash val="solid"/>
          </a:ln>
        </p:spPr>
      </p:sp>
      <p:sp>
        <p:nvSpPr>
          <p:cNvPr id="28" name="Text 24"/>
          <p:cNvSpPr txBox="1"/>
          <p:nvPr/>
        </p:nvSpPr>
        <p:spPr>
          <a:xfrm>
            <a:off x="6323076" y="5119421"/>
            <a:ext cx="5180076" cy="696163"/>
          </a:xfrm>
          <a:prstGeom prst="rect">
            <a:avLst/>
          </a:prstGeom>
          <a:noFill/>
          <a:ln/>
        </p:spPr>
        <p:txBody>
          <a:bodyPr wrap="square" lIns="0" tIns="0" rIns="0" bIns="0" rtlCol="0" anchor="ctr"/>
          <a:lstStyle/>
          <a:p>
            <a:pPr algn="l" indent="0" marL="0">
              <a:buNone/>
            </a:pPr>
            <a:r>
              <a:rPr lang="en-US" sz="1650" b="1" dirty="0">
                <a:solidFill>
                  <a:srgbClr val="4A5A70"/>
                </a:solidFill>
              </a:rPr>
              <a:t>10</a:t>
            </a:r>
            <a:r>
              <a:rPr lang="en-US" sz="1650" dirty="0">
                <a:solidFill>
                  <a:srgbClr val="1B2333"/>
                </a:solidFill>
              </a:rPr>
              <a:t>  </a:t>
            </a:r>
            <a:r>
              <a:rPr lang="en-US" sz="1650" i="1" dirty="0">
                <a:solidFill>
                  <a:srgbClr val="1B2333"/>
                </a:solidFill>
              </a:rPr>
              <a:t>Dat is het mooiste </a:t>
            </a:r>
            <a:r>
              <a:rPr lang="en-US" sz="1650" b="1" i="1" dirty="0">
                <a:solidFill>
                  <a:srgbClr val="2E7D4F"/>
                </a:solidFill>
              </a:rPr>
              <a:t>wat</a:t>
            </a:r>
            <a:r>
              <a:rPr lang="en-US" sz="1650" i="1" dirty="0">
                <a:solidFill>
                  <a:srgbClr val="1B2333"/>
                </a:solidFill>
              </a:rPr>
              <a:t> ik ooit gezien heb.</a:t>
            </a:r>
            <a:endParaRPr lang="en-US" sz="1650" dirty="0"/>
          </a:p>
        </p:txBody>
      </p:sp>
      <p:sp>
        <p:nvSpPr>
          <p:cNvPr id="29" name="Text 25"/>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N° 2, 7 et 10 : on entend aussi </a:t>
            </a:r>
            <a:r>
              <a:rPr lang="en-US" sz="1300" i="1" dirty="0">
                <a:solidFill>
                  <a:srgbClr val="4A5A70"/>
                </a:solidFill>
              </a:rPr>
              <a:t>dat</a:t>
            </a:r>
            <a:r>
              <a:rPr lang="en-US" sz="1300" i="1" dirty="0">
                <a:solidFill>
                  <a:srgbClr val="4A5A70"/>
                </a:solidFill>
              </a:rPr>
              <a:t> ; </a:t>
            </a:r>
            <a:r>
              <a:rPr lang="en-US" sz="1300" b="1" i="1" dirty="0">
                <a:solidFill>
                  <a:srgbClr val="2E7D4F"/>
                </a:solidFill>
              </a:rPr>
              <a:t>wat</a:t>
            </a:r>
            <a:r>
              <a:rPr lang="en-US" sz="1300" i="1" dirty="0">
                <a:solidFill>
                  <a:srgbClr val="4A5A70"/>
                </a:solidFill>
              </a:rPr>
              <a:t> est toujours juste · n° 5 : toute la phrase · n° 9 : sans nom (« ce que »).</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Avec une préposition : wie ou waar-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la préposition donnée : préposition + </a:t>
            </a:r>
            <a:r>
              <a:rPr lang="en-US" sz="1700" i="1" dirty="0">
                <a:solidFill>
                  <a:schemeClr val="accent5"/>
                </a:solidFill>
              </a:rPr>
              <a:t>wie</a:t>
            </a:r>
            <a:r>
              <a:rPr lang="en-US" sz="1700" i="1" dirty="0">
                <a:solidFill>
                  <a:schemeClr val="accent5"/>
                </a:solidFill>
              </a:rPr>
              <a:t> (personne) ou </a:t>
            </a:r>
            <a:r>
              <a:rPr lang="en-US" sz="1700" i="1" dirty="0">
                <a:solidFill>
                  <a:schemeClr val="accent5"/>
                </a:solidFill>
              </a:rPr>
              <a:t>waar</a:t>
            </a:r>
            <a:r>
              <a:rPr lang="en-US" sz="1700" i="1" dirty="0">
                <a:solidFill>
                  <a:schemeClr val="accent5"/>
                </a:solidFill>
              </a:rPr>
              <a:t> + préposition (chose).</a:t>
            </a:r>
            <a:endParaRPr lang="en-US" sz="1700" dirty="0"/>
          </a:p>
        </p:txBody>
      </p:sp>
      <p:sp>
        <p:nvSpPr>
          <p:cNvPr id="8" name="Shape 4"/>
          <p:cNvSpPr/>
          <p:nvPr/>
        </p:nvSpPr>
        <p:spPr>
          <a:xfrm>
            <a:off x="548640" y="1969008"/>
            <a:ext cx="5454396" cy="979932"/>
          </a:xfrm>
          <a:prstGeom prst="roundRect">
            <a:avLst>
              <a:gd name="adj" fmla="val 9331"/>
            </a:avLst>
          </a:prstGeom>
          <a:solidFill>
            <a:srgbClr val="EEF3F8"/>
          </a:solidFill>
          <a:ln w="9525">
            <a:solidFill>
              <a:srgbClr val="D5DCE6"/>
            </a:solidFill>
            <a:prstDash val="solid"/>
          </a:ln>
        </p:spPr>
      </p:sp>
      <p:sp>
        <p:nvSpPr>
          <p:cNvPr id="9" name="Text 5"/>
          <p:cNvSpPr txBox="1"/>
          <p:nvPr/>
        </p:nvSpPr>
        <p:spPr>
          <a:xfrm>
            <a:off x="685800" y="1969008"/>
            <a:ext cx="4265676" cy="979932"/>
          </a:xfrm>
          <a:prstGeom prst="rect">
            <a:avLst/>
          </a:prstGeom>
          <a:noFill/>
          <a:ln/>
        </p:spPr>
        <p:txBody>
          <a:bodyPr wrap="square" lIns="0" tIns="0" rIns="0" bIns="0" rtlCol="0" anchor="ctr"/>
          <a:lstStyle/>
          <a:p>
            <a:pPr algn="l" indent="0" marL="0">
              <a:buNone/>
            </a:pPr>
            <a:r>
              <a:rPr lang="en-US" sz="1650" b="1" dirty="0">
                <a:solidFill>
                  <a:srgbClr val="4A5A70"/>
                </a:solidFill>
              </a:rPr>
              <a:t>1</a:t>
            </a:r>
            <a:r>
              <a:rPr lang="en-US" sz="1650" dirty="0">
                <a:solidFill>
                  <a:srgbClr val="1B2333"/>
                </a:solidFill>
              </a:rPr>
              <a:t>  </a:t>
            </a:r>
            <a:r>
              <a:rPr lang="en-US" sz="1650" i="1" dirty="0">
                <a:solidFill>
                  <a:srgbClr val="1B2333"/>
                </a:solidFill>
              </a:rPr>
              <a:t>de collega </a:t>
            </a:r>
            <a:r>
              <a:rPr lang="en-US" sz="1650" i="1" dirty="0">
                <a:solidFill>
                  <a:srgbClr val="9AA6B5"/>
                </a:solidFill>
              </a:rPr>
              <a:t>…………</a:t>
            </a:r>
            <a:r>
              <a:rPr lang="en-US" sz="1650" i="1" dirty="0">
                <a:solidFill>
                  <a:srgbClr val="1B2333"/>
                </a:solidFill>
              </a:rPr>
              <a:t> ik samenwerk</a:t>
            </a:r>
            <a:endParaRPr lang="en-US" sz="1650" dirty="0"/>
          </a:p>
        </p:txBody>
      </p:sp>
      <p:sp>
        <p:nvSpPr>
          <p:cNvPr id="10" name="Shape 6"/>
          <p:cNvSpPr/>
          <p:nvPr/>
        </p:nvSpPr>
        <p:spPr>
          <a:xfrm>
            <a:off x="5042916" y="2257806"/>
            <a:ext cx="822960" cy="365760"/>
          </a:xfrm>
          <a:prstGeom prst="roundRect">
            <a:avLst>
              <a:gd name="adj" fmla="val 30000"/>
            </a:avLst>
          </a:prstGeom>
          <a:solidFill>
            <a:srgbClr val="F1F3F6"/>
          </a:solidFill>
          <a:ln w="22225">
            <a:solidFill>
              <a:srgbClr val="4A5A70"/>
            </a:solidFill>
            <a:prstDash val="solid"/>
          </a:ln>
        </p:spPr>
      </p:sp>
      <p:sp>
        <p:nvSpPr>
          <p:cNvPr id="11" name="Text 7"/>
          <p:cNvSpPr txBox="1"/>
          <p:nvPr/>
        </p:nvSpPr>
        <p:spPr>
          <a:xfrm>
            <a:off x="5042916" y="2257806"/>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met</a:t>
            </a:r>
            <a:endParaRPr lang="en-US" sz="1400" dirty="0"/>
          </a:p>
        </p:txBody>
      </p:sp>
      <p:sp>
        <p:nvSpPr>
          <p:cNvPr id="12" name="Shape 8"/>
          <p:cNvSpPr/>
          <p:nvPr/>
        </p:nvSpPr>
        <p:spPr>
          <a:xfrm>
            <a:off x="548640" y="3040380"/>
            <a:ext cx="5454396" cy="979932"/>
          </a:xfrm>
          <a:prstGeom prst="roundRect">
            <a:avLst>
              <a:gd name="adj" fmla="val 9331"/>
            </a:avLst>
          </a:prstGeom>
          <a:solidFill>
            <a:srgbClr val="FFFFFF"/>
          </a:solidFill>
          <a:ln w="9525">
            <a:solidFill>
              <a:srgbClr val="D5DCE6"/>
            </a:solidFill>
            <a:prstDash val="solid"/>
          </a:ln>
        </p:spPr>
      </p:sp>
      <p:sp>
        <p:nvSpPr>
          <p:cNvPr id="13" name="Text 9"/>
          <p:cNvSpPr txBox="1"/>
          <p:nvPr/>
        </p:nvSpPr>
        <p:spPr>
          <a:xfrm>
            <a:off x="685800" y="3040380"/>
            <a:ext cx="4265676" cy="979932"/>
          </a:xfrm>
          <a:prstGeom prst="rect">
            <a:avLst/>
          </a:prstGeom>
          <a:noFill/>
          <a:ln/>
        </p:spPr>
        <p:txBody>
          <a:bodyPr wrap="square" lIns="0" tIns="0" rIns="0" bIns="0" rtlCol="0" anchor="ctr"/>
          <a:lstStyle/>
          <a:p>
            <a:pPr algn="l" indent="0" marL="0">
              <a:buNone/>
            </a:pPr>
            <a:r>
              <a:rPr lang="en-US" sz="1650" b="1" dirty="0">
                <a:solidFill>
                  <a:srgbClr val="4A5A70"/>
                </a:solidFill>
              </a:rPr>
              <a:t>2</a:t>
            </a:r>
            <a:r>
              <a:rPr lang="en-US" sz="1650" dirty="0">
                <a:solidFill>
                  <a:srgbClr val="1B2333"/>
                </a:solidFill>
              </a:rPr>
              <a:t>  </a:t>
            </a:r>
            <a:r>
              <a:rPr lang="en-US" sz="1650" i="1" dirty="0">
                <a:solidFill>
                  <a:srgbClr val="1B2333"/>
                </a:solidFill>
              </a:rPr>
              <a:t>de laptop </a:t>
            </a:r>
            <a:r>
              <a:rPr lang="en-US" sz="1650" i="1" dirty="0">
                <a:solidFill>
                  <a:srgbClr val="9AA6B5"/>
                </a:solidFill>
              </a:rPr>
              <a:t>…………</a:t>
            </a:r>
            <a:r>
              <a:rPr lang="en-US" sz="1650" i="1" dirty="0">
                <a:solidFill>
                  <a:srgbClr val="1B2333"/>
                </a:solidFill>
              </a:rPr>
              <a:t> ik werk</a:t>
            </a:r>
            <a:endParaRPr lang="en-US" sz="1650" dirty="0"/>
          </a:p>
        </p:txBody>
      </p:sp>
      <p:sp>
        <p:nvSpPr>
          <p:cNvPr id="14" name="Shape 10"/>
          <p:cNvSpPr/>
          <p:nvPr/>
        </p:nvSpPr>
        <p:spPr>
          <a:xfrm>
            <a:off x="5042916" y="3329178"/>
            <a:ext cx="822960" cy="365760"/>
          </a:xfrm>
          <a:prstGeom prst="roundRect">
            <a:avLst>
              <a:gd name="adj" fmla="val 30000"/>
            </a:avLst>
          </a:prstGeom>
          <a:solidFill>
            <a:srgbClr val="F1F3F6"/>
          </a:solidFill>
          <a:ln w="22225">
            <a:solidFill>
              <a:srgbClr val="4A5A70"/>
            </a:solidFill>
            <a:prstDash val="solid"/>
          </a:ln>
        </p:spPr>
      </p:sp>
      <p:sp>
        <p:nvSpPr>
          <p:cNvPr id="15" name="Text 11"/>
          <p:cNvSpPr txBox="1"/>
          <p:nvPr/>
        </p:nvSpPr>
        <p:spPr>
          <a:xfrm>
            <a:off x="5042916" y="3329178"/>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met</a:t>
            </a:r>
            <a:endParaRPr lang="en-US" sz="1400" dirty="0"/>
          </a:p>
        </p:txBody>
      </p:sp>
      <p:sp>
        <p:nvSpPr>
          <p:cNvPr id="16" name="Shape 12"/>
          <p:cNvSpPr/>
          <p:nvPr/>
        </p:nvSpPr>
        <p:spPr>
          <a:xfrm>
            <a:off x="548640" y="4111752"/>
            <a:ext cx="5454396" cy="979932"/>
          </a:xfrm>
          <a:prstGeom prst="roundRect">
            <a:avLst>
              <a:gd name="adj" fmla="val 9331"/>
            </a:avLst>
          </a:prstGeom>
          <a:solidFill>
            <a:srgbClr val="EEF3F8"/>
          </a:solidFill>
          <a:ln w="9525">
            <a:solidFill>
              <a:srgbClr val="D5DCE6"/>
            </a:solidFill>
            <a:prstDash val="solid"/>
          </a:ln>
        </p:spPr>
      </p:sp>
      <p:sp>
        <p:nvSpPr>
          <p:cNvPr id="17" name="Text 13"/>
          <p:cNvSpPr txBox="1"/>
          <p:nvPr/>
        </p:nvSpPr>
        <p:spPr>
          <a:xfrm>
            <a:off x="685800" y="4111752"/>
            <a:ext cx="4265676" cy="979932"/>
          </a:xfrm>
          <a:prstGeom prst="rect">
            <a:avLst/>
          </a:prstGeom>
          <a:noFill/>
          <a:ln/>
        </p:spPr>
        <p:txBody>
          <a:bodyPr wrap="square" lIns="0" tIns="0" rIns="0" bIns="0" rtlCol="0" anchor="ctr"/>
          <a:lstStyle/>
          <a:p>
            <a:pPr algn="l" indent="0" marL="0">
              <a:buNone/>
            </a:pPr>
            <a:r>
              <a:rPr lang="en-US" sz="1650" b="1" dirty="0">
                <a:solidFill>
                  <a:srgbClr val="4A5A70"/>
                </a:solidFill>
              </a:rPr>
              <a:t>3</a:t>
            </a:r>
            <a:r>
              <a:rPr lang="en-US" sz="1650" dirty="0">
                <a:solidFill>
                  <a:srgbClr val="1B2333"/>
                </a:solidFill>
              </a:rPr>
              <a:t>  </a:t>
            </a:r>
            <a:r>
              <a:rPr lang="en-US" sz="1650" i="1" dirty="0">
                <a:solidFill>
                  <a:srgbClr val="1B2333"/>
                </a:solidFill>
              </a:rPr>
              <a:t>de bus </a:t>
            </a:r>
            <a:r>
              <a:rPr lang="en-US" sz="1650" i="1" dirty="0">
                <a:solidFill>
                  <a:srgbClr val="9AA6B5"/>
                </a:solidFill>
              </a:rPr>
              <a:t>…………</a:t>
            </a:r>
            <a:r>
              <a:rPr lang="en-US" sz="1650" i="1" dirty="0">
                <a:solidFill>
                  <a:srgbClr val="1B2333"/>
                </a:solidFill>
              </a:rPr>
              <a:t> ik elke dag wacht</a:t>
            </a:r>
            <a:endParaRPr lang="en-US" sz="1650" dirty="0"/>
          </a:p>
        </p:txBody>
      </p:sp>
      <p:sp>
        <p:nvSpPr>
          <p:cNvPr id="18" name="Shape 14"/>
          <p:cNvSpPr/>
          <p:nvPr/>
        </p:nvSpPr>
        <p:spPr>
          <a:xfrm>
            <a:off x="5042916" y="4400550"/>
            <a:ext cx="822960" cy="365760"/>
          </a:xfrm>
          <a:prstGeom prst="roundRect">
            <a:avLst>
              <a:gd name="adj" fmla="val 30000"/>
            </a:avLst>
          </a:prstGeom>
          <a:solidFill>
            <a:srgbClr val="F1F3F6"/>
          </a:solidFill>
          <a:ln w="22225">
            <a:solidFill>
              <a:srgbClr val="4A5A70"/>
            </a:solidFill>
            <a:prstDash val="solid"/>
          </a:ln>
        </p:spPr>
      </p:sp>
      <p:sp>
        <p:nvSpPr>
          <p:cNvPr id="19" name="Text 15"/>
          <p:cNvSpPr txBox="1"/>
          <p:nvPr/>
        </p:nvSpPr>
        <p:spPr>
          <a:xfrm>
            <a:off x="5042916" y="4400550"/>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op</a:t>
            </a:r>
            <a:endParaRPr lang="en-US" sz="1400" dirty="0"/>
          </a:p>
        </p:txBody>
      </p:sp>
      <p:sp>
        <p:nvSpPr>
          <p:cNvPr id="20" name="Shape 16"/>
          <p:cNvSpPr/>
          <p:nvPr/>
        </p:nvSpPr>
        <p:spPr>
          <a:xfrm>
            <a:off x="548640" y="5183124"/>
            <a:ext cx="5454396" cy="979932"/>
          </a:xfrm>
          <a:prstGeom prst="roundRect">
            <a:avLst>
              <a:gd name="adj" fmla="val 9331"/>
            </a:avLst>
          </a:prstGeom>
          <a:solidFill>
            <a:srgbClr val="FFFFFF"/>
          </a:solidFill>
          <a:ln w="9525">
            <a:solidFill>
              <a:srgbClr val="D5DCE6"/>
            </a:solidFill>
            <a:prstDash val="solid"/>
          </a:ln>
        </p:spPr>
      </p:sp>
      <p:sp>
        <p:nvSpPr>
          <p:cNvPr id="21" name="Text 17"/>
          <p:cNvSpPr txBox="1"/>
          <p:nvPr/>
        </p:nvSpPr>
        <p:spPr>
          <a:xfrm>
            <a:off x="685800" y="5183124"/>
            <a:ext cx="4265676" cy="979932"/>
          </a:xfrm>
          <a:prstGeom prst="rect">
            <a:avLst/>
          </a:prstGeom>
          <a:noFill/>
          <a:ln/>
        </p:spPr>
        <p:txBody>
          <a:bodyPr wrap="square" lIns="0" tIns="0" rIns="0" bIns="0" rtlCol="0" anchor="ctr"/>
          <a:lstStyle/>
          <a:p>
            <a:pPr algn="l" indent="0" marL="0">
              <a:buNone/>
            </a:pPr>
            <a:r>
              <a:rPr lang="en-US" sz="1650" b="1" dirty="0">
                <a:solidFill>
                  <a:srgbClr val="4A5A70"/>
                </a:solidFill>
              </a:rPr>
              <a:t>4</a:t>
            </a:r>
            <a:r>
              <a:rPr lang="en-US" sz="1650" dirty="0">
                <a:solidFill>
                  <a:srgbClr val="1B2333"/>
                </a:solidFill>
              </a:rPr>
              <a:t>  </a:t>
            </a:r>
            <a:r>
              <a:rPr lang="en-US" sz="1650" i="1" dirty="0">
                <a:solidFill>
                  <a:srgbClr val="1B2333"/>
                </a:solidFill>
              </a:rPr>
              <a:t>de klant </a:t>
            </a:r>
            <a:r>
              <a:rPr lang="en-US" sz="1650" i="1" dirty="0">
                <a:solidFill>
                  <a:srgbClr val="9AA6B5"/>
                </a:solidFill>
              </a:rPr>
              <a:t>…………</a:t>
            </a:r>
            <a:r>
              <a:rPr lang="en-US" sz="1650" i="1" dirty="0">
                <a:solidFill>
                  <a:srgbClr val="1B2333"/>
                </a:solidFill>
              </a:rPr>
              <a:t> we het gisteren hadden</a:t>
            </a:r>
            <a:endParaRPr lang="en-US" sz="1650" dirty="0"/>
          </a:p>
        </p:txBody>
      </p:sp>
      <p:sp>
        <p:nvSpPr>
          <p:cNvPr id="22" name="Shape 18"/>
          <p:cNvSpPr/>
          <p:nvPr/>
        </p:nvSpPr>
        <p:spPr>
          <a:xfrm>
            <a:off x="5042916" y="5471922"/>
            <a:ext cx="822960" cy="365760"/>
          </a:xfrm>
          <a:prstGeom prst="roundRect">
            <a:avLst>
              <a:gd name="adj" fmla="val 30000"/>
            </a:avLst>
          </a:prstGeom>
          <a:solidFill>
            <a:srgbClr val="F1F3F6"/>
          </a:solidFill>
          <a:ln w="22225">
            <a:solidFill>
              <a:srgbClr val="4A5A70"/>
            </a:solidFill>
            <a:prstDash val="solid"/>
          </a:ln>
        </p:spPr>
      </p:sp>
      <p:sp>
        <p:nvSpPr>
          <p:cNvPr id="23" name="Text 19"/>
          <p:cNvSpPr txBox="1"/>
          <p:nvPr/>
        </p:nvSpPr>
        <p:spPr>
          <a:xfrm>
            <a:off x="5042916" y="5471922"/>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over</a:t>
            </a:r>
            <a:endParaRPr lang="en-US" sz="1400" dirty="0"/>
          </a:p>
        </p:txBody>
      </p:sp>
      <p:sp>
        <p:nvSpPr>
          <p:cNvPr id="24" name="Shape 20"/>
          <p:cNvSpPr/>
          <p:nvPr/>
        </p:nvSpPr>
        <p:spPr>
          <a:xfrm>
            <a:off x="6185916" y="1969008"/>
            <a:ext cx="5454396" cy="979932"/>
          </a:xfrm>
          <a:prstGeom prst="roundRect">
            <a:avLst>
              <a:gd name="adj" fmla="val 9331"/>
            </a:avLst>
          </a:prstGeom>
          <a:solidFill>
            <a:srgbClr val="EEF3F8"/>
          </a:solidFill>
          <a:ln w="9525">
            <a:solidFill>
              <a:srgbClr val="D5DCE6"/>
            </a:solidFill>
            <a:prstDash val="solid"/>
          </a:ln>
        </p:spPr>
      </p:sp>
      <p:sp>
        <p:nvSpPr>
          <p:cNvPr id="25" name="Text 21"/>
          <p:cNvSpPr txBox="1"/>
          <p:nvPr/>
        </p:nvSpPr>
        <p:spPr>
          <a:xfrm>
            <a:off x="6323076" y="1969008"/>
            <a:ext cx="4265676" cy="979932"/>
          </a:xfrm>
          <a:prstGeom prst="rect">
            <a:avLst/>
          </a:prstGeom>
          <a:noFill/>
          <a:ln/>
        </p:spPr>
        <p:txBody>
          <a:bodyPr wrap="square" lIns="0" tIns="0" rIns="0" bIns="0" rtlCol="0" anchor="ctr"/>
          <a:lstStyle/>
          <a:p>
            <a:pPr algn="l" indent="0" marL="0">
              <a:buNone/>
            </a:pPr>
            <a:r>
              <a:rPr lang="en-US" sz="1650" b="1" dirty="0">
                <a:solidFill>
                  <a:srgbClr val="4A5A70"/>
                </a:solidFill>
              </a:rPr>
              <a:t>5</a:t>
            </a:r>
            <a:r>
              <a:rPr lang="en-US" sz="1650" dirty="0">
                <a:solidFill>
                  <a:srgbClr val="1B2333"/>
                </a:solidFill>
              </a:rPr>
              <a:t>  </a:t>
            </a:r>
            <a:r>
              <a:rPr lang="en-US" sz="1650" i="1" dirty="0">
                <a:solidFill>
                  <a:srgbClr val="1B2333"/>
                </a:solidFill>
              </a:rPr>
              <a:t>het project </a:t>
            </a:r>
            <a:r>
              <a:rPr lang="en-US" sz="1650" i="1" dirty="0">
                <a:solidFill>
                  <a:srgbClr val="9AA6B5"/>
                </a:solidFill>
              </a:rPr>
              <a:t>…………</a:t>
            </a:r>
            <a:r>
              <a:rPr lang="en-US" sz="1650" i="1" dirty="0">
                <a:solidFill>
                  <a:srgbClr val="1B2333"/>
                </a:solidFill>
              </a:rPr>
              <a:t> ze denkt</a:t>
            </a:r>
            <a:endParaRPr lang="en-US" sz="1650" dirty="0"/>
          </a:p>
        </p:txBody>
      </p:sp>
      <p:sp>
        <p:nvSpPr>
          <p:cNvPr id="26" name="Shape 22"/>
          <p:cNvSpPr/>
          <p:nvPr/>
        </p:nvSpPr>
        <p:spPr>
          <a:xfrm>
            <a:off x="10680192" y="2257806"/>
            <a:ext cx="822960" cy="365760"/>
          </a:xfrm>
          <a:prstGeom prst="roundRect">
            <a:avLst>
              <a:gd name="adj" fmla="val 30000"/>
            </a:avLst>
          </a:prstGeom>
          <a:solidFill>
            <a:srgbClr val="F1F3F6"/>
          </a:solidFill>
          <a:ln w="22225">
            <a:solidFill>
              <a:srgbClr val="4A5A70"/>
            </a:solidFill>
            <a:prstDash val="solid"/>
          </a:ln>
        </p:spPr>
      </p:sp>
      <p:sp>
        <p:nvSpPr>
          <p:cNvPr id="27" name="Text 23"/>
          <p:cNvSpPr txBox="1"/>
          <p:nvPr/>
        </p:nvSpPr>
        <p:spPr>
          <a:xfrm>
            <a:off x="10680192" y="2257806"/>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aan</a:t>
            </a:r>
            <a:endParaRPr lang="en-US" sz="1400" dirty="0"/>
          </a:p>
        </p:txBody>
      </p:sp>
      <p:sp>
        <p:nvSpPr>
          <p:cNvPr id="28" name="Shape 24"/>
          <p:cNvSpPr/>
          <p:nvPr/>
        </p:nvSpPr>
        <p:spPr>
          <a:xfrm>
            <a:off x="6185916" y="3040380"/>
            <a:ext cx="5454396" cy="979932"/>
          </a:xfrm>
          <a:prstGeom prst="roundRect">
            <a:avLst>
              <a:gd name="adj" fmla="val 9331"/>
            </a:avLst>
          </a:prstGeom>
          <a:solidFill>
            <a:srgbClr val="FFFFFF"/>
          </a:solidFill>
          <a:ln w="9525">
            <a:solidFill>
              <a:srgbClr val="D5DCE6"/>
            </a:solidFill>
            <a:prstDash val="solid"/>
          </a:ln>
        </p:spPr>
      </p:sp>
      <p:sp>
        <p:nvSpPr>
          <p:cNvPr id="29" name="Text 25"/>
          <p:cNvSpPr txBox="1"/>
          <p:nvPr/>
        </p:nvSpPr>
        <p:spPr>
          <a:xfrm>
            <a:off x="6323076" y="3040380"/>
            <a:ext cx="4265676" cy="979932"/>
          </a:xfrm>
          <a:prstGeom prst="rect">
            <a:avLst/>
          </a:prstGeom>
          <a:noFill/>
          <a:ln/>
        </p:spPr>
        <p:txBody>
          <a:bodyPr wrap="square" lIns="0" tIns="0" rIns="0" bIns="0" rtlCol="0" anchor="ctr"/>
          <a:lstStyle/>
          <a:p>
            <a:pPr algn="l" indent="0" marL="0">
              <a:buNone/>
            </a:pPr>
            <a:r>
              <a:rPr lang="en-US" sz="1650" b="1" dirty="0">
                <a:solidFill>
                  <a:srgbClr val="4A5A70"/>
                </a:solidFill>
              </a:rPr>
              <a:t>6</a:t>
            </a:r>
            <a:r>
              <a:rPr lang="en-US" sz="1650" dirty="0">
                <a:solidFill>
                  <a:srgbClr val="1B2333"/>
                </a:solidFill>
              </a:rPr>
              <a:t>  </a:t>
            </a:r>
            <a:r>
              <a:rPr lang="en-US" sz="1650" i="1" dirty="0">
                <a:solidFill>
                  <a:srgbClr val="1B2333"/>
                </a:solidFill>
              </a:rPr>
              <a:t>de manager </a:t>
            </a:r>
            <a:r>
              <a:rPr lang="en-US" sz="1650" i="1" dirty="0">
                <a:solidFill>
                  <a:srgbClr val="9AA6B5"/>
                </a:solidFill>
              </a:rPr>
              <a:t>…………</a:t>
            </a:r>
            <a:r>
              <a:rPr lang="en-US" sz="1650" i="1" dirty="0">
                <a:solidFill>
                  <a:srgbClr val="1B2333"/>
                </a:solidFill>
              </a:rPr>
              <a:t> je het formulier geeft</a:t>
            </a:r>
            <a:endParaRPr lang="en-US" sz="1650" dirty="0"/>
          </a:p>
        </p:txBody>
      </p:sp>
      <p:sp>
        <p:nvSpPr>
          <p:cNvPr id="30" name="Shape 26"/>
          <p:cNvSpPr/>
          <p:nvPr/>
        </p:nvSpPr>
        <p:spPr>
          <a:xfrm>
            <a:off x="10680192" y="3329178"/>
            <a:ext cx="822960" cy="365760"/>
          </a:xfrm>
          <a:prstGeom prst="roundRect">
            <a:avLst>
              <a:gd name="adj" fmla="val 30000"/>
            </a:avLst>
          </a:prstGeom>
          <a:solidFill>
            <a:srgbClr val="F1F3F6"/>
          </a:solidFill>
          <a:ln w="22225">
            <a:solidFill>
              <a:srgbClr val="4A5A70"/>
            </a:solidFill>
            <a:prstDash val="solid"/>
          </a:ln>
        </p:spPr>
      </p:sp>
      <p:sp>
        <p:nvSpPr>
          <p:cNvPr id="31" name="Text 27"/>
          <p:cNvSpPr txBox="1"/>
          <p:nvPr/>
        </p:nvSpPr>
        <p:spPr>
          <a:xfrm>
            <a:off x="10680192" y="3329178"/>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aan</a:t>
            </a:r>
            <a:endParaRPr lang="en-US" sz="1400" dirty="0"/>
          </a:p>
        </p:txBody>
      </p:sp>
      <p:sp>
        <p:nvSpPr>
          <p:cNvPr id="32" name="Shape 28"/>
          <p:cNvSpPr/>
          <p:nvPr/>
        </p:nvSpPr>
        <p:spPr>
          <a:xfrm>
            <a:off x="6185916" y="4111752"/>
            <a:ext cx="5454396" cy="979932"/>
          </a:xfrm>
          <a:prstGeom prst="roundRect">
            <a:avLst>
              <a:gd name="adj" fmla="val 9331"/>
            </a:avLst>
          </a:prstGeom>
          <a:solidFill>
            <a:srgbClr val="EEF3F8"/>
          </a:solidFill>
          <a:ln w="9525">
            <a:solidFill>
              <a:srgbClr val="D5DCE6"/>
            </a:solidFill>
            <a:prstDash val="solid"/>
          </a:ln>
        </p:spPr>
      </p:sp>
      <p:sp>
        <p:nvSpPr>
          <p:cNvPr id="33" name="Text 29"/>
          <p:cNvSpPr txBox="1"/>
          <p:nvPr/>
        </p:nvSpPr>
        <p:spPr>
          <a:xfrm>
            <a:off x="6323076" y="4111752"/>
            <a:ext cx="4265676" cy="979932"/>
          </a:xfrm>
          <a:prstGeom prst="rect">
            <a:avLst/>
          </a:prstGeom>
          <a:noFill/>
          <a:ln/>
        </p:spPr>
        <p:txBody>
          <a:bodyPr wrap="square" lIns="0" tIns="0" rIns="0" bIns="0" rtlCol="0" anchor="ctr"/>
          <a:lstStyle/>
          <a:p>
            <a:pPr algn="l" indent="0" marL="0">
              <a:buNone/>
            </a:pPr>
            <a:r>
              <a:rPr lang="en-US" sz="1650" b="1" dirty="0">
                <a:solidFill>
                  <a:srgbClr val="4A5A70"/>
                </a:solidFill>
              </a:rPr>
              <a:t>7</a:t>
            </a:r>
            <a:r>
              <a:rPr lang="en-US" sz="1650" dirty="0">
                <a:solidFill>
                  <a:srgbClr val="1B2333"/>
                </a:solidFill>
              </a:rPr>
              <a:t>  </a:t>
            </a:r>
            <a:r>
              <a:rPr lang="en-US" sz="1650" i="1" dirty="0">
                <a:solidFill>
                  <a:srgbClr val="1B2333"/>
                </a:solidFill>
              </a:rPr>
              <a:t>de reden </a:t>
            </a:r>
            <a:r>
              <a:rPr lang="en-US" sz="1650" i="1" dirty="0">
                <a:solidFill>
                  <a:srgbClr val="9AA6B5"/>
                </a:solidFill>
              </a:rPr>
              <a:t>…………</a:t>
            </a:r>
            <a:r>
              <a:rPr lang="en-US" sz="1650" i="1" dirty="0">
                <a:solidFill>
                  <a:srgbClr val="1B2333"/>
                </a:solidFill>
              </a:rPr>
              <a:t> hij vertrekt</a:t>
            </a:r>
            <a:endParaRPr lang="en-US" sz="1650" dirty="0"/>
          </a:p>
        </p:txBody>
      </p:sp>
      <p:sp>
        <p:nvSpPr>
          <p:cNvPr id="34" name="Shape 30"/>
          <p:cNvSpPr/>
          <p:nvPr/>
        </p:nvSpPr>
        <p:spPr>
          <a:xfrm>
            <a:off x="10680192" y="4400550"/>
            <a:ext cx="822960" cy="365760"/>
          </a:xfrm>
          <a:prstGeom prst="roundRect">
            <a:avLst>
              <a:gd name="adj" fmla="val 30000"/>
            </a:avLst>
          </a:prstGeom>
          <a:solidFill>
            <a:srgbClr val="F1F3F6"/>
          </a:solidFill>
          <a:ln w="22225">
            <a:solidFill>
              <a:srgbClr val="4A5A70"/>
            </a:solidFill>
            <a:prstDash val="solid"/>
          </a:ln>
        </p:spPr>
      </p:sp>
      <p:sp>
        <p:nvSpPr>
          <p:cNvPr id="35" name="Text 31"/>
          <p:cNvSpPr txBox="1"/>
          <p:nvPr/>
        </p:nvSpPr>
        <p:spPr>
          <a:xfrm>
            <a:off x="10680192" y="4400550"/>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om</a:t>
            </a:r>
            <a:endParaRPr lang="en-US" sz="1400" dirty="0"/>
          </a:p>
        </p:txBody>
      </p:sp>
      <p:sp>
        <p:nvSpPr>
          <p:cNvPr id="36" name="Shape 32"/>
          <p:cNvSpPr/>
          <p:nvPr/>
        </p:nvSpPr>
        <p:spPr>
          <a:xfrm>
            <a:off x="6185916" y="5183124"/>
            <a:ext cx="5454396" cy="979932"/>
          </a:xfrm>
          <a:prstGeom prst="roundRect">
            <a:avLst>
              <a:gd name="adj" fmla="val 9331"/>
            </a:avLst>
          </a:prstGeom>
          <a:solidFill>
            <a:srgbClr val="FFFFFF"/>
          </a:solidFill>
          <a:ln w="9525">
            <a:solidFill>
              <a:srgbClr val="D5DCE6"/>
            </a:solidFill>
            <a:prstDash val="solid"/>
          </a:ln>
        </p:spPr>
      </p:sp>
      <p:sp>
        <p:nvSpPr>
          <p:cNvPr id="37" name="Text 33"/>
          <p:cNvSpPr txBox="1"/>
          <p:nvPr/>
        </p:nvSpPr>
        <p:spPr>
          <a:xfrm>
            <a:off x="6323076" y="5183124"/>
            <a:ext cx="4265676" cy="979932"/>
          </a:xfrm>
          <a:prstGeom prst="rect">
            <a:avLst/>
          </a:prstGeom>
          <a:noFill/>
          <a:ln/>
        </p:spPr>
        <p:txBody>
          <a:bodyPr wrap="square" lIns="0" tIns="0" rIns="0" bIns="0" rtlCol="0" anchor="ctr"/>
          <a:lstStyle/>
          <a:p>
            <a:pPr algn="l" indent="0" marL="0">
              <a:buNone/>
            </a:pPr>
            <a:r>
              <a:rPr lang="en-US" sz="1650" b="1" dirty="0">
                <a:solidFill>
                  <a:srgbClr val="4A5A70"/>
                </a:solidFill>
              </a:rPr>
              <a:t>8</a:t>
            </a:r>
            <a:r>
              <a:rPr lang="en-US" sz="1650" dirty="0">
                <a:solidFill>
                  <a:srgbClr val="1B2333"/>
                </a:solidFill>
              </a:rPr>
              <a:t>  </a:t>
            </a:r>
            <a:r>
              <a:rPr lang="en-US" sz="1650" i="1" dirty="0">
                <a:solidFill>
                  <a:srgbClr val="1B2333"/>
                </a:solidFill>
              </a:rPr>
              <a:t>het bedrijf </a:t>
            </a:r>
            <a:r>
              <a:rPr lang="en-US" sz="1650" i="1" dirty="0">
                <a:solidFill>
                  <a:srgbClr val="9AA6B5"/>
                </a:solidFill>
              </a:rPr>
              <a:t>…………</a:t>
            </a:r>
            <a:r>
              <a:rPr lang="en-US" sz="1650" i="1" dirty="0">
                <a:solidFill>
                  <a:srgbClr val="1B2333"/>
                </a:solidFill>
              </a:rPr>
              <a:t> ik werk</a:t>
            </a:r>
            <a:endParaRPr lang="en-US" sz="1650" dirty="0"/>
          </a:p>
        </p:txBody>
      </p:sp>
      <p:sp>
        <p:nvSpPr>
          <p:cNvPr id="38" name="Shape 34"/>
          <p:cNvSpPr/>
          <p:nvPr/>
        </p:nvSpPr>
        <p:spPr>
          <a:xfrm>
            <a:off x="10680192" y="5471922"/>
            <a:ext cx="822960" cy="365760"/>
          </a:xfrm>
          <a:prstGeom prst="roundRect">
            <a:avLst>
              <a:gd name="adj" fmla="val 30000"/>
            </a:avLst>
          </a:prstGeom>
          <a:solidFill>
            <a:srgbClr val="F1F3F6"/>
          </a:solidFill>
          <a:ln w="22225">
            <a:solidFill>
              <a:srgbClr val="4A5A70"/>
            </a:solidFill>
            <a:prstDash val="solid"/>
          </a:ln>
        </p:spPr>
      </p:sp>
      <p:sp>
        <p:nvSpPr>
          <p:cNvPr id="39" name="Text 35"/>
          <p:cNvSpPr txBox="1"/>
          <p:nvPr/>
        </p:nvSpPr>
        <p:spPr>
          <a:xfrm>
            <a:off x="10680192" y="5471922"/>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voor</a:t>
            </a:r>
            <a:endParaRPr lang="en-US" sz="14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7 — Avec une préposition : wie ou waar-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Complétez avec la préposition donnée : préposition + </a:t>
            </a:r>
            <a:r>
              <a:rPr lang="en-US" sz="1700" i="1" dirty="0">
                <a:solidFill>
                  <a:schemeClr val="accent5"/>
                </a:solidFill>
              </a:rPr>
              <a:t>wie</a:t>
            </a:r>
            <a:r>
              <a:rPr lang="en-US" sz="1700" i="1" dirty="0">
                <a:solidFill>
                  <a:schemeClr val="accent5"/>
                </a:solidFill>
              </a:rPr>
              <a:t> (personne) ou </a:t>
            </a:r>
            <a:r>
              <a:rPr lang="en-US" sz="1700" i="1" dirty="0">
                <a:solidFill>
                  <a:schemeClr val="accent5"/>
                </a:solidFill>
              </a:rPr>
              <a:t>waar</a:t>
            </a:r>
            <a:r>
              <a:rPr lang="en-US" sz="1700" i="1" dirty="0">
                <a:solidFill>
                  <a:schemeClr val="accent5"/>
                </a:solidFill>
              </a:rPr>
              <a:t> + préposition (chose).</a:t>
            </a:r>
            <a:endParaRPr lang="en-US" sz="1700" dirty="0"/>
          </a:p>
        </p:txBody>
      </p:sp>
      <p:sp>
        <p:nvSpPr>
          <p:cNvPr id="9" name="Shape 5"/>
          <p:cNvSpPr/>
          <p:nvPr/>
        </p:nvSpPr>
        <p:spPr>
          <a:xfrm>
            <a:off x="548640" y="1969008"/>
            <a:ext cx="5454396" cy="893064"/>
          </a:xfrm>
          <a:prstGeom prst="roundRect">
            <a:avLst>
              <a:gd name="adj" fmla="val 10239"/>
            </a:avLst>
          </a:prstGeom>
          <a:solidFill>
            <a:srgbClr val="EEF3F8"/>
          </a:solidFill>
          <a:ln w="9525">
            <a:solidFill>
              <a:srgbClr val="D5DCE6"/>
            </a:solidFill>
            <a:prstDash val="solid"/>
          </a:ln>
        </p:spPr>
      </p:sp>
      <p:sp>
        <p:nvSpPr>
          <p:cNvPr id="10" name="Text 6"/>
          <p:cNvSpPr txBox="1"/>
          <p:nvPr/>
        </p:nvSpPr>
        <p:spPr>
          <a:xfrm>
            <a:off x="685800" y="1969008"/>
            <a:ext cx="4265676" cy="893064"/>
          </a:xfrm>
          <a:prstGeom prst="rect">
            <a:avLst/>
          </a:prstGeom>
          <a:noFill/>
          <a:ln/>
        </p:spPr>
        <p:txBody>
          <a:bodyPr wrap="square" lIns="0" tIns="0" rIns="0" bIns="0" rtlCol="0" anchor="ctr"/>
          <a:lstStyle/>
          <a:p>
            <a:pPr algn="l" indent="0" marL="0">
              <a:buNone/>
            </a:pPr>
            <a:r>
              <a:rPr lang="en-US" sz="1650" b="1" dirty="0">
                <a:solidFill>
                  <a:srgbClr val="4A5A70"/>
                </a:solidFill>
              </a:rPr>
              <a:t>1</a:t>
            </a:r>
            <a:r>
              <a:rPr lang="en-US" sz="1650" dirty="0">
                <a:solidFill>
                  <a:srgbClr val="1B2333"/>
                </a:solidFill>
              </a:rPr>
              <a:t>  </a:t>
            </a:r>
            <a:r>
              <a:rPr lang="en-US" sz="1650" i="1" dirty="0">
                <a:solidFill>
                  <a:srgbClr val="1B2333"/>
                </a:solidFill>
              </a:rPr>
              <a:t>de collega </a:t>
            </a:r>
            <a:r>
              <a:rPr lang="en-US" sz="1650" b="1" i="1" dirty="0">
                <a:solidFill>
                  <a:srgbClr val="B4236A"/>
                </a:solidFill>
              </a:rPr>
              <a:t>met wie</a:t>
            </a:r>
            <a:r>
              <a:rPr lang="en-US" sz="1650" i="1" dirty="0">
                <a:solidFill>
                  <a:srgbClr val="1B2333"/>
                </a:solidFill>
              </a:rPr>
              <a:t> ik samenwerk</a:t>
            </a:r>
            <a:endParaRPr lang="en-US" sz="1650" dirty="0"/>
          </a:p>
        </p:txBody>
      </p:sp>
      <p:sp>
        <p:nvSpPr>
          <p:cNvPr id="11" name="Shape 7"/>
          <p:cNvSpPr/>
          <p:nvPr/>
        </p:nvSpPr>
        <p:spPr>
          <a:xfrm>
            <a:off x="5042916" y="2214372"/>
            <a:ext cx="822960" cy="365760"/>
          </a:xfrm>
          <a:prstGeom prst="roundRect">
            <a:avLst>
              <a:gd name="adj" fmla="val 30000"/>
            </a:avLst>
          </a:prstGeom>
          <a:solidFill>
            <a:srgbClr val="F1F3F6"/>
          </a:solidFill>
          <a:ln w="22225">
            <a:solidFill>
              <a:srgbClr val="4A5A70"/>
            </a:solidFill>
            <a:prstDash val="solid"/>
          </a:ln>
        </p:spPr>
      </p:sp>
      <p:sp>
        <p:nvSpPr>
          <p:cNvPr id="12" name="Text 8"/>
          <p:cNvSpPr txBox="1"/>
          <p:nvPr/>
        </p:nvSpPr>
        <p:spPr>
          <a:xfrm>
            <a:off x="5042916" y="2214372"/>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met</a:t>
            </a:r>
            <a:endParaRPr lang="en-US" sz="1400" dirty="0"/>
          </a:p>
        </p:txBody>
      </p:sp>
      <p:sp>
        <p:nvSpPr>
          <p:cNvPr id="13" name="Shape 9"/>
          <p:cNvSpPr/>
          <p:nvPr/>
        </p:nvSpPr>
        <p:spPr>
          <a:xfrm>
            <a:off x="548640" y="2953512"/>
            <a:ext cx="5454396" cy="893064"/>
          </a:xfrm>
          <a:prstGeom prst="roundRect">
            <a:avLst>
              <a:gd name="adj" fmla="val 10239"/>
            </a:avLst>
          </a:prstGeom>
          <a:solidFill>
            <a:srgbClr val="FFFFFF"/>
          </a:solidFill>
          <a:ln w="9525">
            <a:solidFill>
              <a:srgbClr val="D5DCE6"/>
            </a:solidFill>
            <a:prstDash val="solid"/>
          </a:ln>
        </p:spPr>
      </p:sp>
      <p:sp>
        <p:nvSpPr>
          <p:cNvPr id="14" name="Text 10"/>
          <p:cNvSpPr txBox="1"/>
          <p:nvPr/>
        </p:nvSpPr>
        <p:spPr>
          <a:xfrm>
            <a:off x="685800" y="2953512"/>
            <a:ext cx="4265676" cy="893064"/>
          </a:xfrm>
          <a:prstGeom prst="rect">
            <a:avLst/>
          </a:prstGeom>
          <a:noFill/>
          <a:ln/>
        </p:spPr>
        <p:txBody>
          <a:bodyPr wrap="square" lIns="0" tIns="0" rIns="0" bIns="0" rtlCol="0" anchor="ctr"/>
          <a:lstStyle/>
          <a:p>
            <a:pPr algn="l" indent="0" marL="0">
              <a:buNone/>
            </a:pPr>
            <a:r>
              <a:rPr lang="en-US" sz="1650" b="1" dirty="0">
                <a:solidFill>
                  <a:srgbClr val="4A5A70"/>
                </a:solidFill>
              </a:rPr>
              <a:t>2</a:t>
            </a:r>
            <a:r>
              <a:rPr lang="en-US" sz="1650" dirty="0">
                <a:solidFill>
                  <a:srgbClr val="1B2333"/>
                </a:solidFill>
              </a:rPr>
              <a:t>  </a:t>
            </a:r>
            <a:r>
              <a:rPr lang="en-US" sz="1650" i="1" dirty="0">
                <a:solidFill>
                  <a:srgbClr val="1B2333"/>
                </a:solidFill>
              </a:rPr>
              <a:t>de laptop </a:t>
            </a:r>
            <a:r>
              <a:rPr lang="en-US" sz="1650" b="1" i="1" dirty="0">
                <a:solidFill>
                  <a:srgbClr val="6E4A9E"/>
                </a:solidFill>
              </a:rPr>
              <a:t>waarmee</a:t>
            </a:r>
            <a:r>
              <a:rPr lang="en-US" sz="1650" i="1" dirty="0">
                <a:solidFill>
                  <a:srgbClr val="1B2333"/>
                </a:solidFill>
              </a:rPr>
              <a:t> ik werk</a:t>
            </a:r>
            <a:endParaRPr lang="en-US" sz="1650" dirty="0"/>
          </a:p>
        </p:txBody>
      </p:sp>
      <p:sp>
        <p:nvSpPr>
          <p:cNvPr id="15" name="Shape 11"/>
          <p:cNvSpPr/>
          <p:nvPr/>
        </p:nvSpPr>
        <p:spPr>
          <a:xfrm>
            <a:off x="5042916" y="3198876"/>
            <a:ext cx="822960" cy="365760"/>
          </a:xfrm>
          <a:prstGeom prst="roundRect">
            <a:avLst>
              <a:gd name="adj" fmla="val 30000"/>
            </a:avLst>
          </a:prstGeom>
          <a:solidFill>
            <a:srgbClr val="F1F3F6"/>
          </a:solidFill>
          <a:ln w="22225">
            <a:solidFill>
              <a:srgbClr val="4A5A70"/>
            </a:solidFill>
            <a:prstDash val="solid"/>
          </a:ln>
        </p:spPr>
      </p:sp>
      <p:sp>
        <p:nvSpPr>
          <p:cNvPr id="16" name="Text 12"/>
          <p:cNvSpPr txBox="1"/>
          <p:nvPr/>
        </p:nvSpPr>
        <p:spPr>
          <a:xfrm>
            <a:off x="5042916" y="3198876"/>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met</a:t>
            </a:r>
            <a:endParaRPr lang="en-US" sz="1400" dirty="0"/>
          </a:p>
        </p:txBody>
      </p:sp>
      <p:sp>
        <p:nvSpPr>
          <p:cNvPr id="17" name="Shape 13"/>
          <p:cNvSpPr/>
          <p:nvPr/>
        </p:nvSpPr>
        <p:spPr>
          <a:xfrm>
            <a:off x="548640" y="3938016"/>
            <a:ext cx="5454396" cy="893064"/>
          </a:xfrm>
          <a:prstGeom prst="roundRect">
            <a:avLst>
              <a:gd name="adj" fmla="val 10239"/>
            </a:avLst>
          </a:prstGeom>
          <a:solidFill>
            <a:srgbClr val="EEF3F8"/>
          </a:solidFill>
          <a:ln w="9525">
            <a:solidFill>
              <a:srgbClr val="D5DCE6"/>
            </a:solidFill>
            <a:prstDash val="solid"/>
          </a:ln>
        </p:spPr>
      </p:sp>
      <p:sp>
        <p:nvSpPr>
          <p:cNvPr id="18" name="Text 14"/>
          <p:cNvSpPr txBox="1"/>
          <p:nvPr/>
        </p:nvSpPr>
        <p:spPr>
          <a:xfrm>
            <a:off x="685800" y="3938016"/>
            <a:ext cx="4265676" cy="893064"/>
          </a:xfrm>
          <a:prstGeom prst="rect">
            <a:avLst/>
          </a:prstGeom>
          <a:noFill/>
          <a:ln/>
        </p:spPr>
        <p:txBody>
          <a:bodyPr wrap="square" lIns="0" tIns="0" rIns="0" bIns="0" rtlCol="0" anchor="ctr"/>
          <a:lstStyle/>
          <a:p>
            <a:pPr algn="l" indent="0" marL="0">
              <a:buNone/>
            </a:pPr>
            <a:r>
              <a:rPr lang="en-US" sz="1650" b="1" dirty="0">
                <a:solidFill>
                  <a:srgbClr val="4A5A70"/>
                </a:solidFill>
              </a:rPr>
              <a:t>3</a:t>
            </a:r>
            <a:r>
              <a:rPr lang="en-US" sz="1650" dirty="0">
                <a:solidFill>
                  <a:srgbClr val="1B2333"/>
                </a:solidFill>
              </a:rPr>
              <a:t>  </a:t>
            </a:r>
            <a:r>
              <a:rPr lang="en-US" sz="1650" i="1" dirty="0">
                <a:solidFill>
                  <a:srgbClr val="1B2333"/>
                </a:solidFill>
              </a:rPr>
              <a:t>de bus </a:t>
            </a:r>
            <a:r>
              <a:rPr lang="en-US" sz="1650" b="1" i="1" dirty="0">
                <a:solidFill>
                  <a:srgbClr val="6E4A9E"/>
                </a:solidFill>
              </a:rPr>
              <a:t>waarop</a:t>
            </a:r>
            <a:r>
              <a:rPr lang="en-US" sz="1650" i="1" dirty="0">
                <a:solidFill>
                  <a:srgbClr val="1B2333"/>
                </a:solidFill>
              </a:rPr>
              <a:t> ik elke dag wacht</a:t>
            </a:r>
            <a:endParaRPr lang="en-US" sz="1650" dirty="0"/>
          </a:p>
        </p:txBody>
      </p:sp>
      <p:sp>
        <p:nvSpPr>
          <p:cNvPr id="19" name="Shape 15"/>
          <p:cNvSpPr/>
          <p:nvPr/>
        </p:nvSpPr>
        <p:spPr>
          <a:xfrm>
            <a:off x="5042916" y="4183380"/>
            <a:ext cx="822960" cy="365760"/>
          </a:xfrm>
          <a:prstGeom prst="roundRect">
            <a:avLst>
              <a:gd name="adj" fmla="val 30000"/>
            </a:avLst>
          </a:prstGeom>
          <a:solidFill>
            <a:srgbClr val="F1F3F6"/>
          </a:solidFill>
          <a:ln w="22225">
            <a:solidFill>
              <a:srgbClr val="4A5A70"/>
            </a:solidFill>
            <a:prstDash val="solid"/>
          </a:ln>
        </p:spPr>
      </p:sp>
      <p:sp>
        <p:nvSpPr>
          <p:cNvPr id="20" name="Text 16"/>
          <p:cNvSpPr txBox="1"/>
          <p:nvPr/>
        </p:nvSpPr>
        <p:spPr>
          <a:xfrm>
            <a:off x="5042916" y="4183380"/>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op</a:t>
            </a:r>
            <a:endParaRPr lang="en-US" sz="1400" dirty="0"/>
          </a:p>
        </p:txBody>
      </p:sp>
      <p:sp>
        <p:nvSpPr>
          <p:cNvPr id="21" name="Shape 17"/>
          <p:cNvSpPr/>
          <p:nvPr/>
        </p:nvSpPr>
        <p:spPr>
          <a:xfrm>
            <a:off x="548640" y="4922520"/>
            <a:ext cx="5454396" cy="893064"/>
          </a:xfrm>
          <a:prstGeom prst="roundRect">
            <a:avLst>
              <a:gd name="adj" fmla="val 10239"/>
            </a:avLst>
          </a:prstGeom>
          <a:solidFill>
            <a:srgbClr val="FFFFFF"/>
          </a:solidFill>
          <a:ln w="9525">
            <a:solidFill>
              <a:srgbClr val="D5DCE6"/>
            </a:solidFill>
            <a:prstDash val="solid"/>
          </a:ln>
        </p:spPr>
      </p:sp>
      <p:sp>
        <p:nvSpPr>
          <p:cNvPr id="22" name="Text 18"/>
          <p:cNvSpPr txBox="1"/>
          <p:nvPr/>
        </p:nvSpPr>
        <p:spPr>
          <a:xfrm>
            <a:off x="685800" y="4922520"/>
            <a:ext cx="4265676" cy="893064"/>
          </a:xfrm>
          <a:prstGeom prst="rect">
            <a:avLst/>
          </a:prstGeom>
          <a:noFill/>
          <a:ln/>
        </p:spPr>
        <p:txBody>
          <a:bodyPr wrap="square" lIns="0" tIns="0" rIns="0" bIns="0" rtlCol="0" anchor="ctr"/>
          <a:lstStyle/>
          <a:p>
            <a:pPr algn="l" indent="0" marL="0">
              <a:buNone/>
            </a:pPr>
            <a:r>
              <a:rPr lang="en-US" sz="1650" b="1" dirty="0">
                <a:solidFill>
                  <a:srgbClr val="4A5A70"/>
                </a:solidFill>
              </a:rPr>
              <a:t>4</a:t>
            </a:r>
            <a:r>
              <a:rPr lang="en-US" sz="1650" dirty="0">
                <a:solidFill>
                  <a:srgbClr val="1B2333"/>
                </a:solidFill>
              </a:rPr>
              <a:t>  </a:t>
            </a:r>
            <a:r>
              <a:rPr lang="en-US" sz="1650" i="1" dirty="0">
                <a:solidFill>
                  <a:srgbClr val="1B2333"/>
                </a:solidFill>
              </a:rPr>
              <a:t>de klant </a:t>
            </a:r>
            <a:r>
              <a:rPr lang="en-US" sz="1650" b="1" i="1" dirty="0">
                <a:solidFill>
                  <a:srgbClr val="B4236A"/>
                </a:solidFill>
              </a:rPr>
              <a:t>over wie</a:t>
            </a:r>
            <a:r>
              <a:rPr lang="en-US" sz="1650" i="1" dirty="0">
                <a:solidFill>
                  <a:srgbClr val="1B2333"/>
                </a:solidFill>
              </a:rPr>
              <a:t> we het gisteren hadden</a:t>
            </a:r>
            <a:endParaRPr lang="en-US" sz="1650" dirty="0"/>
          </a:p>
        </p:txBody>
      </p:sp>
      <p:sp>
        <p:nvSpPr>
          <p:cNvPr id="23" name="Shape 19"/>
          <p:cNvSpPr/>
          <p:nvPr/>
        </p:nvSpPr>
        <p:spPr>
          <a:xfrm>
            <a:off x="5042916" y="5167884"/>
            <a:ext cx="822960" cy="365760"/>
          </a:xfrm>
          <a:prstGeom prst="roundRect">
            <a:avLst>
              <a:gd name="adj" fmla="val 30000"/>
            </a:avLst>
          </a:prstGeom>
          <a:solidFill>
            <a:srgbClr val="F1F3F6"/>
          </a:solidFill>
          <a:ln w="22225">
            <a:solidFill>
              <a:srgbClr val="4A5A70"/>
            </a:solidFill>
            <a:prstDash val="solid"/>
          </a:ln>
        </p:spPr>
      </p:sp>
      <p:sp>
        <p:nvSpPr>
          <p:cNvPr id="24" name="Text 20"/>
          <p:cNvSpPr txBox="1"/>
          <p:nvPr/>
        </p:nvSpPr>
        <p:spPr>
          <a:xfrm>
            <a:off x="5042916" y="5167884"/>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over</a:t>
            </a:r>
            <a:endParaRPr lang="en-US" sz="1400" dirty="0"/>
          </a:p>
        </p:txBody>
      </p:sp>
      <p:sp>
        <p:nvSpPr>
          <p:cNvPr id="25" name="Shape 21"/>
          <p:cNvSpPr/>
          <p:nvPr/>
        </p:nvSpPr>
        <p:spPr>
          <a:xfrm>
            <a:off x="6185916" y="1969008"/>
            <a:ext cx="5454396" cy="893064"/>
          </a:xfrm>
          <a:prstGeom prst="roundRect">
            <a:avLst>
              <a:gd name="adj" fmla="val 10239"/>
            </a:avLst>
          </a:prstGeom>
          <a:solidFill>
            <a:srgbClr val="EEF3F8"/>
          </a:solidFill>
          <a:ln w="9525">
            <a:solidFill>
              <a:srgbClr val="D5DCE6"/>
            </a:solidFill>
            <a:prstDash val="solid"/>
          </a:ln>
        </p:spPr>
      </p:sp>
      <p:sp>
        <p:nvSpPr>
          <p:cNvPr id="26" name="Text 22"/>
          <p:cNvSpPr txBox="1"/>
          <p:nvPr/>
        </p:nvSpPr>
        <p:spPr>
          <a:xfrm>
            <a:off x="6323076" y="1969008"/>
            <a:ext cx="4265676" cy="893064"/>
          </a:xfrm>
          <a:prstGeom prst="rect">
            <a:avLst/>
          </a:prstGeom>
          <a:noFill/>
          <a:ln/>
        </p:spPr>
        <p:txBody>
          <a:bodyPr wrap="square" lIns="0" tIns="0" rIns="0" bIns="0" rtlCol="0" anchor="ctr"/>
          <a:lstStyle/>
          <a:p>
            <a:pPr algn="l" indent="0" marL="0">
              <a:buNone/>
            </a:pPr>
            <a:r>
              <a:rPr lang="en-US" sz="1650" b="1" dirty="0">
                <a:solidFill>
                  <a:srgbClr val="4A5A70"/>
                </a:solidFill>
              </a:rPr>
              <a:t>5</a:t>
            </a:r>
            <a:r>
              <a:rPr lang="en-US" sz="1650" dirty="0">
                <a:solidFill>
                  <a:srgbClr val="1B2333"/>
                </a:solidFill>
              </a:rPr>
              <a:t>  </a:t>
            </a:r>
            <a:r>
              <a:rPr lang="en-US" sz="1650" i="1" dirty="0">
                <a:solidFill>
                  <a:srgbClr val="1B2333"/>
                </a:solidFill>
              </a:rPr>
              <a:t>het project </a:t>
            </a:r>
            <a:r>
              <a:rPr lang="en-US" sz="1650" b="1" i="1" dirty="0">
                <a:solidFill>
                  <a:srgbClr val="6E4A9E"/>
                </a:solidFill>
              </a:rPr>
              <a:t>waaraan</a:t>
            </a:r>
            <a:r>
              <a:rPr lang="en-US" sz="1650" i="1" dirty="0">
                <a:solidFill>
                  <a:srgbClr val="1B2333"/>
                </a:solidFill>
              </a:rPr>
              <a:t> ze denkt</a:t>
            </a:r>
            <a:endParaRPr lang="en-US" sz="1650" dirty="0"/>
          </a:p>
        </p:txBody>
      </p:sp>
      <p:sp>
        <p:nvSpPr>
          <p:cNvPr id="27" name="Shape 23"/>
          <p:cNvSpPr/>
          <p:nvPr/>
        </p:nvSpPr>
        <p:spPr>
          <a:xfrm>
            <a:off x="10680192" y="2214372"/>
            <a:ext cx="822960" cy="365760"/>
          </a:xfrm>
          <a:prstGeom prst="roundRect">
            <a:avLst>
              <a:gd name="adj" fmla="val 30000"/>
            </a:avLst>
          </a:prstGeom>
          <a:solidFill>
            <a:srgbClr val="F1F3F6"/>
          </a:solidFill>
          <a:ln w="22225">
            <a:solidFill>
              <a:srgbClr val="4A5A70"/>
            </a:solidFill>
            <a:prstDash val="solid"/>
          </a:ln>
        </p:spPr>
      </p:sp>
      <p:sp>
        <p:nvSpPr>
          <p:cNvPr id="28" name="Text 24"/>
          <p:cNvSpPr txBox="1"/>
          <p:nvPr/>
        </p:nvSpPr>
        <p:spPr>
          <a:xfrm>
            <a:off x="10680192" y="2214372"/>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aan</a:t>
            </a:r>
            <a:endParaRPr lang="en-US" sz="1400" dirty="0"/>
          </a:p>
        </p:txBody>
      </p:sp>
      <p:sp>
        <p:nvSpPr>
          <p:cNvPr id="29" name="Shape 25"/>
          <p:cNvSpPr/>
          <p:nvPr/>
        </p:nvSpPr>
        <p:spPr>
          <a:xfrm>
            <a:off x="6185916" y="2953512"/>
            <a:ext cx="5454396" cy="893064"/>
          </a:xfrm>
          <a:prstGeom prst="roundRect">
            <a:avLst>
              <a:gd name="adj" fmla="val 10239"/>
            </a:avLst>
          </a:prstGeom>
          <a:solidFill>
            <a:srgbClr val="FFFFFF"/>
          </a:solidFill>
          <a:ln w="9525">
            <a:solidFill>
              <a:srgbClr val="D5DCE6"/>
            </a:solidFill>
            <a:prstDash val="solid"/>
          </a:ln>
        </p:spPr>
      </p:sp>
      <p:sp>
        <p:nvSpPr>
          <p:cNvPr id="30" name="Text 26"/>
          <p:cNvSpPr txBox="1"/>
          <p:nvPr/>
        </p:nvSpPr>
        <p:spPr>
          <a:xfrm>
            <a:off x="6323076" y="2953512"/>
            <a:ext cx="4265676" cy="893064"/>
          </a:xfrm>
          <a:prstGeom prst="rect">
            <a:avLst/>
          </a:prstGeom>
          <a:noFill/>
          <a:ln/>
        </p:spPr>
        <p:txBody>
          <a:bodyPr wrap="square" lIns="0" tIns="0" rIns="0" bIns="0" rtlCol="0" anchor="ctr"/>
          <a:lstStyle/>
          <a:p>
            <a:pPr algn="l" indent="0" marL="0">
              <a:buNone/>
            </a:pPr>
            <a:r>
              <a:rPr lang="en-US" sz="1650" b="1" dirty="0">
                <a:solidFill>
                  <a:srgbClr val="4A5A70"/>
                </a:solidFill>
              </a:rPr>
              <a:t>6</a:t>
            </a:r>
            <a:r>
              <a:rPr lang="en-US" sz="1650" dirty="0">
                <a:solidFill>
                  <a:srgbClr val="1B2333"/>
                </a:solidFill>
              </a:rPr>
              <a:t>  </a:t>
            </a:r>
            <a:r>
              <a:rPr lang="en-US" sz="1650" i="1" dirty="0">
                <a:solidFill>
                  <a:srgbClr val="1B2333"/>
                </a:solidFill>
              </a:rPr>
              <a:t>de manager </a:t>
            </a:r>
            <a:r>
              <a:rPr lang="en-US" sz="1650" b="1" i="1" dirty="0">
                <a:solidFill>
                  <a:srgbClr val="B4236A"/>
                </a:solidFill>
              </a:rPr>
              <a:t>aan wie</a:t>
            </a:r>
            <a:r>
              <a:rPr lang="en-US" sz="1650" i="1" dirty="0">
                <a:solidFill>
                  <a:srgbClr val="1B2333"/>
                </a:solidFill>
              </a:rPr>
              <a:t> je het formulier geeft</a:t>
            </a:r>
            <a:endParaRPr lang="en-US" sz="1650" dirty="0"/>
          </a:p>
        </p:txBody>
      </p:sp>
      <p:sp>
        <p:nvSpPr>
          <p:cNvPr id="31" name="Shape 27"/>
          <p:cNvSpPr/>
          <p:nvPr/>
        </p:nvSpPr>
        <p:spPr>
          <a:xfrm>
            <a:off x="10680192" y="3198876"/>
            <a:ext cx="822960" cy="365760"/>
          </a:xfrm>
          <a:prstGeom prst="roundRect">
            <a:avLst>
              <a:gd name="adj" fmla="val 30000"/>
            </a:avLst>
          </a:prstGeom>
          <a:solidFill>
            <a:srgbClr val="F1F3F6"/>
          </a:solidFill>
          <a:ln w="22225">
            <a:solidFill>
              <a:srgbClr val="4A5A70"/>
            </a:solidFill>
            <a:prstDash val="solid"/>
          </a:ln>
        </p:spPr>
      </p:sp>
      <p:sp>
        <p:nvSpPr>
          <p:cNvPr id="32" name="Text 28"/>
          <p:cNvSpPr txBox="1"/>
          <p:nvPr/>
        </p:nvSpPr>
        <p:spPr>
          <a:xfrm>
            <a:off x="10680192" y="3198876"/>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aan</a:t>
            </a:r>
            <a:endParaRPr lang="en-US" sz="1400" dirty="0"/>
          </a:p>
        </p:txBody>
      </p:sp>
      <p:sp>
        <p:nvSpPr>
          <p:cNvPr id="33" name="Shape 29"/>
          <p:cNvSpPr/>
          <p:nvPr/>
        </p:nvSpPr>
        <p:spPr>
          <a:xfrm>
            <a:off x="6185916" y="3938016"/>
            <a:ext cx="5454396" cy="893064"/>
          </a:xfrm>
          <a:prstGeom prst="roundRect">
            <a:avLst>
              <a:gd name="adj" fmla="val 10239"/>
            </a:avLst>
          </a:prstGeom>
          <a:solidFill>
            <a:srgbClr val="EEF3F8"/>
          </a:solidFill>
          <a:ln w="9525">
            <a:solidFill>
              <a:srgbClr val="D5DCE6"/>
            </a:solidFill>
            <a:prstDash val="solid"/>
          </a:ln>
        </p:spPr>
      </p:sp>
      <p:sp>
        <p:nvSpPr>
          <p:cNvPr id="34" name="Text 30"/>
          <p:cNvSpPr txBox="1"/>
          <p:nvPr/>
        </p:nvSpPr>
        <p:spPr>
          <a:xfrm>
            <a:off x="6323076" y="3938016"/>
            <a:ext cx="4265676" cy="893064"/>
          </a:xfrm>
          <a:prstGeom prst="rect">
            <a:avLst/>
          </a:prstGeom>
          <a:noFill/>
          <a:ln/>
        </p:spPr>
        <p:txBody>
          <a:bodyPr wrap="square" lIns="0" tIns="0" rIns="0" bIns="0" rtlCol="0" anchor="ctr"/>
          <a:lstStyle/>
          <a:p>
            <a:pPr algn="l" indent="0" marL="0">
              <a:buNone/>
            </a:pPr>
            <a:r>
              <a:rPr lang="en-US" sz="1650" b="1" dirty="0">
                <a:solidFill>
                  <a:srgbClr val="4A5A70"/>
                </a:solidFill>
              </a:rPr>
              <a:t>7</a:t>
            </a:r>
            <a:r>
              <a:rPr lang="en-US" sz="1650" dirty="0">
                <a:solidFill>
                  <a:srgbClr val="1B2333"/>
                </a:solidFill>
              </a:rPr>
              <a:t>  </a:t>
            </a:r>
            <a:r>
              <a:rPr lang="en-US" sz="1650" i="1" dirty="0">
                <a:solidFill>
                  <a:srgbClr val="1B2333"/>
                </a:solidFill>
              </a:rPr>
              <a:t>de reden </a:t>
            </a:r>
            <a:r>
              <a:rPr lang="en-US" sz="1650" b="1" i="1" dirty="0">
                <a:solidFill>
                  <a:srgbClr val="6E4A9E"/>
                </a:solidFill>
              </a:rPr>
              <a:t>waarom</a:t>
            </a:r>
            <a:r>
              <a:rPr lang="en-US" sz="1650" i="1" dirty="0">
                <a:solidFill>
                  <a:srgbClr val="1B2333"/>
                </a:solidFill>
              </a:rPr>
              <a:t> hij vertrekt</a:t>
            </a:r>
            <a:endParaRPr lang="en-US" sz="1650" dirty="0"/>
          </a:p>
        </p:txBody>
      </p:sp>
      <p:sp>
        <p:nvSpPr>
          <p:cNvPr id="35" name="Shape 31"/>
          <p:cNvSpPr/>
          <p:nvPr/>
        </p:nvSpPr>
        <p:spPr>
          <a:xfrm>
            <a:off x="10680192" y="4183380"/>
            <a:ext cx="822960" cy="365760"/>
          </a:xfrm>
          <a:prstGeom prst="roundRect">
            <a:avLst>
              <a:gd name="adj" fmla="val 30000"/>
            </a:avLst>
          </a:prstGeom>
          <a:solidFill>
            <a:srgbClr val="F1F3F6"/>
          </a:solidFill>
          <a:ln w="22225">
            <a:solidFill>
              <a:srgbClr val="4A5A70"/>
            </a:solidFill>
            <a:prstDash val="solid"/>
          </a:ln>
        </p:spPr>
      </p:sp>
      <p:sp>
        <p:nvSpPr>
          <p:cNvPr id="36" name="Text 32"/>
          <p:cNvSpPr txBox="1"/>
          <p:nvPr/>
        </p:nvSpPr>
        <p:spPr>
          <a:xfrm>
            <a:off x="10680192" y="4183380"/>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om</a:t>
            </a:r>
            <a:endParaRPr lang="en-US" sz="1400" dirty="0"/>
          </a:p>
        </p:txBody>
      </p:sp>
      <p:sp>
        <p:nvSpPr>
          <p:cNvPr id="37" name="Shape 33"/>
          <p:cNvSpPr/>
          <p:nvPr/>
        </p:nvSpPr>
        <p:spPr>
          <a:xfrm>
            <a:off x="6185916" y="4922520"/>
            <a:ext cx="5454396" cy="893064"/>
          </a:xfrm>
          <a:prstGeom prst="roundRect">
            <a:avLst>
              <a:gd name="adj" fmla="val 10239"/>
            </a:avLst>
          </a:prstGeom>
          <a:solidFill>
            <a:srgbClr val="FFFFFF"/>
          </a:solidFill>
          <a:ln w="9525">
            <a:solidFill>
              <a:srgbClr val="D5DCE6"/>
            </a:solidFill>
            <a:prstDash val="solid"/>
          </a:ln>
        </p:spPr>
      </p:sp>
      <p:sp>
        <p:nvSpPr>
          <p:cNvPr id="38" name="Text 34"/>
          <p:cNvSpPr txBox="1"/>
          <p:nvPr/>
        </p:nvSpPr>
        <p:spPr>
          <a:xfrm>
            <a:off x="6323076" y="4922520"/>
            <a:ext cx="4265676" cy="893064"/>
          </a:xfrm>
          <a:prstGeom prst="rect">
            <a:avLst/>
          </a:prstGeom>
          <a:noFill/>
          <a:ln/>
        </p:spPr>
        <p:txBody>
          <a:bodyPr wrap="square" lIns="0" tIns="0" rIns="0" bIns="0" rtlCol="0" anchor="ctr"/>
          <a:lstStyle/>
          <a:p>
            <a:pPr algn="l" indent="0" marL="0">
              <a:buNone/>
            </a:pPr>
            <a:r>
              <a:rPr lang="en-US" sz="1650" b="1" dirty="0">
                <a:solidFill>
                  <a:srgbClr val="4A5A70"/>
                </a:solidFill>
              </a:rPr>
              <a:t>8</a:t>
            </a:r>
            <a:r>
              <a:rPr lang="en-US" sz="1650" dirty="0">
                <a:solidFill>
                  <a:srgbClr val="1B2333"/>
                </a:solidFill>
              </a:rPr>
              <a:t>  </a:t>
            </a:r>
            <a:r>
              <a:rPr lang="en-US" sz="1650" i="1" dirty="0">
                <a:solidFill>
                  <a:srgbClr val="1B2333"/>
                </a:solidFill>
              </a:rPr>
              <a:t>het bedrijf </a:t>
            </a:r>
            <a:r>
              <a:rPr lang="en-US" sz="1650" b="1" i="1" dirty="0">
                <a:solidFill>
                  <a:srgbClr val="6E4A9E"/>
                </a:solidFill>
              </a:rPr>
              <a:t>waarvoor</a:t>
            </a:r>
            <a:r>
              <a:rPr lang="en-US" sz="1650" i="1" dirty="0">
                <a:solidFill>
                  <a:srgbClr val="1B2333"/>
                </a:solidFill>
              </a:rPr>
              <a:t> ik werk</a:t>
            </a:r>
            <a:endParaRPr lang="en-US" sz="1650" dirty="0"/>
          </a:p>
        </p:txBody>
      </p:sp>
      <p:sp>
        <p:nvSpPr>
          <p:cNvPr id="39" name="Shape 35"/>
          <p:cNvSpPr/>
          <p:nvPr/>
        </p:nvSpPr>
        <p:spPr>
          <a:xfrm>
            <a:off x="10680192" y="5167884"/>
            <a:ext cx="822960" cy="365760"/>
          </a:xfrm>
          <a:prstGeom prst="roundRect">
            <a:avLst>
              <a:gd name="adj" fmla="val 30000"/>
            </a:avLst>
          </a:prstGeom>
          <a:solidFill>
            <a:srgbClr val="F1F3F6"/>
          </a:solidFill>
          <a:ln w="22225">
            <a:solidFill>
              <a:srgbClr val="4A5A70"/>
            </a:solidFill>
            <a:prstDash val="solid"/>
          </a:ln>
        </p:spPr>
      </p:sp>
      <p:sp>
        <p:nvSpPr>
          <p:cNvPr id="40" name="Text 36"/>
          <p:cNvSpPr txBox="1"/>
          <p:nvPr/>
        </p:nvSpPr>
        <p:spPr>
          <a:xfrm>
            <a:off x="10680192" y="5167884"/>
            <a:ext cx="822960" cy="365760"/>
          </a:xfrm>
          <a:prstGeom prst="rect">
            <a:avLst/>
          </a:prstGeom>
          <a:noFill/>
          <a:ln/>
        </p:spPr>
        <p:txBody>
          <a:bodyPr wrap="square" lIns="0" tIns="0" rIns="0" bIns="0" rtlCol="0" anchor="ctr"/>
          <a:lstStyle/>
          <a:p>
            <a:pPr algn="ctr" indent="0" marL="0">
              <a:buNone/>
            </a:pPr>
            <a:r>
              <a:rPr lang="en-US" sz="1400" b="1" i="1" dirty="0">
                <a:solidFill>
                  <a:srgbClr val="4A5A70"/>
                </a:solidFill>
              </a:rPr>
              <a:t>voor</a:t>
            </a:r>
            <a:endParaRPr lang="en-US" sz="1400" dirty="0"/>
          </a:p>
        </p:txBody>
      </p:sp>
      <p:sp>
        <p:nvSpPr>
          <p:cNvPr id="41" name="Text 37"/>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N° 3, 5 et 8 : la pince est aussi correcte (</a:t>
            </a:r>
            <a:r>
              <a:rPr lang="en-US" sz="1300" b="1" i="1" dirty="0">
                <a:solidFill>
                  <a:srgbClr val="6E4A9E"/>
                </a:solidFill>
              </a:rPr>
              <a:t>waar</a:t>
            </a:r>
            <a:r>
              <a:rPr lang="en-US" sz="1300" i="1" dirty="0">
                <a:solidFill>
                  <a:srgbClr val="4A5A70"/>
                </a:solidFill>
              </a:rPr>
              <a:t> ik elke dag </a:t>
            </a:r>
            <a:r>
              <a:rPr lang="en-US" sz="1300" b="1" i="1" dirty="0">
                <a:solidFill>
                  <a:srgbClr val="6E4A9E"/>
                </a:solidFill>
              </a:rPr>
              <a:t>op</a:t>
            </a:r>
            <a:r>
              <a:rPr lang="en-US" sz="1300" i="1" dirty="0">
                <a:solidFill>
                  <a:srgbClr val="4A5A70"/>
                </a:solidFill>
              </a:rPr>
              <a:t> wacht</a:t>
            </a:r>
            <a:r>
              <a:rPr lang="en-US" sz="1300" i="1" dirty="0">
                <a:solidFill>
                  <a:srgbClr val="4A5A70"/>
                </a:solidFill>
              </a:rPr>
              <a:t>) · n° 4 : </a:t>
            </a:r>
            <a:r>
              <a:rPr lang="en-US" sz="1300" i="1" dirty="0">
                <a:solidFill>
                  <a:srgbClr val="4A5A70"/>
                </a:solidFill>
              </a:rPr>
              <a:t>het hebben over</a:t>
            </a:r>
            <a:r>
              <a:rPr lang="en-US" sz="1300" i="1" dirty="0">
                <a:solidFill>
                  <a:srgbClr val="4A5A70"/>
                </a:solidFill>
              </a:rPr>
              <a:t> = parler de.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8 — La pince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Passez d’une forme à l’autre : en un mot ⇄ avec la pince.</a:t>
            </a:r>
            <a:endParaRPr lang="en-US" sz="1700" dirty="0"/>
          </a:p>
        </p:txBody>
      </p:sp>
      <p:sp>
        <p:nvSpPr>
          <p:cNvPr id="8" name="Shape 4"/>
          <p:cNvSpPr/>
          <p:nvPr/>
        </p:nvSpPr>
        <p:spPr>
          <a:xfrm>
            <a:off x="548640" y="1969008"/>
            <a:ext cx="5212080" cy="564896"/>
          </a:xfrm>
          <a:prstGeom prst="roundRect">
            <a:avLst>
              <a:gd name="adj" fmla="val 16187"/>
            </a:avLst>
          </a:prstGeom>
          <a:solidFill>
            <a:srgbClr val="EEF3F8"/>
          </a:solidFill>
          <a:ln w="12700">
            <a:solidFill>
              <a:srgbClr val="FFFFFF">
                <a:alpha val="0"/>
              </a:srgbClr>
            </a:solidFill>
            <a:prstDash val="solid"/>
          </a:ln>
        </p:spPr>
      </p:sp>
      <p:sp>
        <p:nvSpPr>
          <p:cNvPr id="9" name="Text 5"/>
          <p:cNvSpPr txBox="1"/>
          <p:nvPr/>
        </p:nvSpPr>
        <p:spPr>
          <a:xfrm>
            <a:off x="685800" y="1969008"/>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1</a:t>
            </a:r>
            <a:r>
              <a:rPr lang="en-US" sz="1650" dirty="0">
                <a:solidFill>
                  <a:srgbClr val="1B2333"/>
                </a:solidFill>
              </a:rPr>
              <a:t>  </a:t>
            </a:r>
            <a:r>
              <a:rPr lang="en-US" sz="1650" i="1" dirty="0">
                <a:solidFill>
                  <a:srgbClr val="1B2333"/>
                </a:solidFill>
              </a:rPr>
              <a:t>de pen </a:t>
            </a:r>
            <a:r>
              <a:rPr lang="en-US" sz="1650" b="1" i="1" dirty="0">
                <a:solidFill>
                  <a:srgbClr val="6E4A9E"/>
                </a:solidFill>
              </a:rPr>
              <a:t>waarmee</a:t>
            </a:r>
            <a:r>
              <a:rPr lang="en-US" sz="1650" i="1" dirty="0">
                <a:solidFill>
                  <a:srgbClr val="1B2333"/>
                </a:solidFill>
              </a:rPr>
              <a:t> ik schrijf</a:t>
            </a:r>
            <a:endParaRPr lang="en-US" sz="1650" dirty="0"/>
          </a:p>
        </p:txBody>
      </p:sp>
      <p:sp>
        <p:nvSpPr>
          <p:cNvPr id="10" name="Text 6"/>
          <p:cNvSpPr txBox="1"/>
          <p:nvPr/>
        </p:nvSpPr>
        <p:spPr>
          <a:xfrm>
            <a:off x="5760720" y="1969008"/>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11" name="Shape 7"/>
          <p:cNvSpPr/>
          <p:nvPr/>
        </p:nvSpPr>
        <p:spPr>
          <a:xfrm>
            <a:off x="6263640" y="1969008"/>
            <a:ext cx="5376672" cy="564896"/>
          </a:xfrm>
          <a:prstGeom prst="roundRect">
            <a:avLst>
              <a:gd name="adj" fmla="val 16187"/>
            </a:avLst>
          </a:prstGeom>
          <a:solidFill>
            <a:srgbClr val="FFFFFF"/>
          </a:solidFill>
          <a:ln w="9525">
            <a:solidFill>
              <a:srgbClr val="D5DCE6"/>
            </a:solidFill>
            <a:prstDash val="solid"/>
          </a:ln>
        </p:spPr>
      </p:sp>
      <p:sp>
        <p:nvSpPr>
          <p:cNvPr id="12" name="Text 8"/>
          <p:cNvSpPr txBox="1"/>
          <p:nvPr/>
        </p:nvSpPr>
        <p:spPr>
          <a:xfrm>
            <a:off x="6400800" y="1969008"/>
            <a:ext cx="5148072" cy="564896"/>
          </a:xfrm>
          <a:prstGeom prst="rect">
            <a:avLst/>
          </a:prstGeom>
          <a:noFill/>
          <a:ln/>
        </p:spPr>
        <p:txBody>
          <a:bodyPr wrap="square" lIns="0" tIns="0" rIns="0" bIns="0" rtlCol="0" anchor="ctr"/>
          <a:lstStyle/>
          <a:p>
            <a:pPr algn="l" indent="0" marL="0">
              <a:buNone/>
            </a:pPr>
            <a:r>
              <a:rPr lang="en-US" sz="1650" i="1" dirty="0">
                <a:solidFill>
                  <a:srgbClr val="9AA6B5"/>
                </a:solidFill>
              </a:rPr>
              <a:t>…………</a:t>
            </a:r>
            <a:r>
              <a:rPr lang="en-US" sz="1650" i="1" dirty="0">
                <a:solidFill>
                  <a:srgbClr val="9AA6B5"/>
                </a:solidFill>
              </a:rPr>
              <a:t>…………</a:t>
            </a:r>
            <a:r>
              <a:rPr lang="en-US" sz="1650" i="1" dirty="0">
                <a:solidFill>
                  <a:srgbClr val="9AA6B5"/>
                </a:solidFill>
              </a:rPr>
              <a:t>…………</a:t>
            </a:r>
            <a:r>
              <a:rPr lang="en-US" sz="1650" i="1" dirty="0">
                <a:solidFill>
                  <a:srgbClr val="9AA6B5"/>
                </a:solidFill>
              </a:rPr>
              <a:t>…………</a:t>
            </a:r>
            <a:r>
              <a:rPr lang="en-US" sz="1650" i="1" dirty="0">
                <a:solidFill>
                  <a:srgbClr val="9AA6B5"/>
                </a:solidFill>
              </a:rPr>
              <a:t>…………</a:t>
            </a:r>
            <a:endParaRPr lang="en-US" sz="1650" dirty="0"/>
          </a:p>
        </p:txBody>
      </p:sp>
      <p:sp>
        <p:nvSpPr>
          <p:cNvPr id="13" name="Shape 9"/>
          <p:cNvSpPr/>
          <p:nvPr/>
        </p:nvSpPr>
        <p:spPr>
          <a:xfrm>
            <a:off x="548640" y="2625344"/>
            <a:ext cx="5212080" cy="564896"/>
          </a:xfrm>
          <a:prstGeom prst="roundRect">
            <a:avLst>
              <a:gd name="adj" fmla="val 16187"/>
            </a:avLst>
          </a:prstGeom>
          <a:solidFill>
            <a:srgbClr val="EEF3F8"/>
          </a:solidFill>
          <a:ln w="12700">
            <a:solidFill>
              <a:srgbClr val="FFFFFF">
                <a:alpha val="0"/>
              </a:srgbClr>
            </a:solidFill>
            <a:prstDash val="solid"/>
          </a:ln>
        </p:spPr>
      </p:sp>
      <p:sp>
        <p:nvSpPr>
          <p:cNvPr id="14" name="Text 10"/>
          <p:cNvSpPr txBox="1"/>
          <p:nvPr/>
        </p:nvSpPr>
        <p:spPr>
          <a:xfrm>
            <a:off x="685800" y="2625344"/>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2</a:t>
            </a:r>
            <a:r>
              <a:rPr lang="en-US" sz="1650" dirty="0">
                <a:solidFill>
                  <a:srgbClr val="1B2333"/>
                </a:solidFill>
              </a:rPr>
              <a:t>  </a:t>
            </a:r>
            <a:r>
              <a:rPr lang="en-US" sz="1650" i="1" dirty="0">
                <a:solidFill>
                  <a:srgbClr val="1B2333"/>
                </a:solidFill>
              </a:rPr>
              <a:t>het project </a:t>
            </a:r>
            <a:r>
              <a:rPr lang="en-US" sz="1650" b="1" i="1" dirty="0">
                <a:solidFill>
                  <a:srgbClr val="6E4A9E"/>
                </a:solidFill>
              </a:rPr>
              <a:t>waaraan</a:t>
            </a:r>
            <a:r>
              <a:rPr lang="en-US" sz="1650" i="1" dirty="0">
                <a:solidFill>
                  <a:srgbClr val="1B2333"/>
                </a:solidFill>
              </a:rPr>
              <a:t> we werken</a:t>
            </a:r>
            <a:endParaRPr lang="en-US" sz="1650" dirty="0"/>
          </a:p>
        </p:txBody>
      </p:sp>
      <p:sp>
        <p:nvSpPr>
          <p:cNvPr id="15" name="Text 11"/>
          <p:cNvSpPr txBox="1"/>
          <p:nvPr/>
        </p:nvSpPr>
        <p:spPr>
          <a:xfrm>
            <a:off x="5760720" y="2625344"/>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16" name="Shape 12"/>
          <p:cNvSpPr/>
          <p:nvPr/>
        </p:nvSpPr>
        <p:spPr>
          <a:xfrm>
            <a:off x="6263640" y="2625344"/>
            <a:ext cx="5376672" cy="564896"/>
          </a:xfrm>
          <a:prstGeom prst="roundRect">
            <a:avLst>
              <a:gd name="adj" fmla="val 16187"/>
            </a:avLst>
          </a:prstGeom>
          <a:solidFill>
            <a:srgbClr val="FFFFFF"/>
          </a:solidFill>
          <a:ln w="9525">
            <a:solidFill>
              <a:srgbClr val="D5DCE6"/>
            </a:solidFill>
            <a:prstDash val="solid"/>
          </a:ln>
        </p:spPr>
      </p:sp>
      <p:sp>
        <p:nvSpPr>
          <p:cNvPr id="17" name="Text 13"/>
          <p:cNvSpPr txBox="1"/>
          <p:nvPr/>
        </p:nvSpPr>
        <p:spPr>
          <a:xfrm>
            <a:off x="6400800" y="2625344"/>
            <a:ext cx="5148072" cy="564896"/>
          </a:xfrm>
          <a:prstGeom prst="rect">
            <a:avLst/>
          </a:prstGeom>
          <a:noFill/>
          <a:ln/>
        </p:spPr>
        <p:txBody>
          <a:bodyPr wrap="square" lIns="0" tIns="0" rIns="0" bIns="0" rtlCol="0" anchor="ctr"/>
          <a:lstStyle/>
          <a:p>
            <a:pPr algn="l" indent="0" marL="0">
              <a:buNone/>
            </a:pPr>
            <a:r>
              <a:rPr lang="en-US" sz="1650" i="1" dirty="0">
                <a:solidFill>
                  <a:srgbClr val="9AA6B5"/>
                </a:solidFill>
              </a:rPr>
              <a:t>…………………</a:t>
            </a:r>
            <a:r>
              <a:rPr lang="en-US" sz="1650" i="1" dirty="0">
                <a:solidFill>
                  <a:srgbClr val="9AA6B5"/>
                </a:solidFill>
              </a:rPr>
              <a:t>…………</a:t>
            </a:r>
            <a:r>
              <a:rPr lang="en-US" sz="1650" i="1" dirty="0">
                <a:solidFill>
                  <a:srgbClr val="9AA6B5"/>
                </a:solidFill>
              </a:rPr>
              <a:t>…………</a:t>
            </a:r>
            <a:r>
              <a:rPr lang="en-US" sz="1650" i="1" dirty="0">
                <a:solidFill>
                  <a:srgbClr val="9AA6B5"/>
                </a:solidFill>
              </a:rPr>
              <a:t>…………</a:t>
            </a:r>
            <a:r>
              <a:rPr lang="en-US" sz="1650" i="1" dirty="0">
                <a:solidFill>
                  <a:srgbClr val="9AA6B5"/>
                </a:solidFill>
              </a:rPr>
              <a:t>…………</a:t>
            </a:r>
            <a:endParaRPr lang="en-US" sz="1650" dirty="0"/>
          </a:p>
        </p:txBody>
      </p:sp>
      <p:sp>
        <p:nvSpPr>
          <p:cNvPr id="18" name="Shape 14"/>
          <p:cNvSpPr/>
          <p:nvPr/>
        </p:nvSpPr>
        <p:spPr>
          <a:xfrm>
            <a:off x="548640" y="3281680"/>
            <a:ext cx="5212080" cy="564896"/>
          </a:xfrm>
          <a:prstGeom prst="roundRect">
            <a:avLst>
              <a:gd name="adj" fmla="val 16187"/>
            </a:avLst>
          </a:prstGeom>
          <a:solidFill>
            <a:srgbClr val="EEF3F8"/>
          </a:solidFill>
          <a:ln w="12700">
            <a:solidFill>
              <a:srgbClr val="FFFFFF">
                <a:alpha val="0"/>
              </a:srgbClr>
            </a:solidFill>
            <a:prstDash val="solid"/>
          </a:ln>
        </p:spPr>
      </p:sp>
      <p:sp>
        <p:nvSpPr>
          <p:cNvPr id="19" name="Text 15"/>
          <p:cNvSpPr txBox="1"/>
          <p:nvPr/>
        </p:nvSpPr>
        <p:spPr>
          <a:xfrm>
            <a:off x="685800" y="3281680"/>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3</a:t>
            </a:r>
            <a:r>
              <a:rPr lang="en-US" sz="1650" dirty="0">
                <a:solidFill>
                  <a:srgbClr val="1B2333"/>
                </a:solidFill>
              </a:rPr>
              <a:t>  </a:t>
            </a:r>
            <a:r>
              <a:rPr lang="en-US" sz="1650" i="1" dirty="0">
                <a:solidFill>
                  <a:srgbClr val="1B2333"/>
                </a:solidFill>
              </a:rPr>
              <a:t>de vergadering </a:t>
            </a:r>
            <a:r>
              <a:rPr lang="en-US" sz="1650" b="1" i="1" dirty="0">
                <a:solidFill>
                  <a:srgbClr val="6E4A9E"/>
                </a:solidFill>
              </a:rPr>
              <a:t>waarover</a:t>
            </a:r>
            <a:r>
              <a:rPr lang="en-US" sz="1650" i="1" dirty="0">
                <a:solidFill>
                  <a:srgbClr val="1B2333"/>
                </a:solidFill>
              </a:rPr>
              <a:t> hij praat</a:t>
            </a:r>
            <a:endParaRPr lang="en-US" sz="1650" dirty="0"/>
          </a:p>
        </p:txBody>
      </p:sp>
      <p:sp>
        <p:nvSpPr>
          <p:cNvPr id="20" name="Text 16"/>
          <p:cNvSpPr txBox="1"/>
          <p:nvPr/>
        </p:nvSpPr>
        <p:spPr>
          <a:xfrm>
            <a:off x="5760720" y="3281680"/>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21" name="Shape 17"/>
          <p:cNvSpPr/>
          <p:nvPr/>
        </p:nvSpPr>
        <p:spPr>
          <a:xfrm>
            <a:off x="6263640" y="3281680"/>
            <a:ext cx="5376672" cy="564896"/>
          </a:xfrm>
          <a:prstGeom prst="roundRect">
            <a:avLst>
              <a:gd name="adj" fmla="val 16187"/>
            </a:avLst>
          </a:prstGeom>
          <a:solidFill>
            <a:srgbClr val="FFFFFF"/>
          </a:solidFill>
          <a:ln w="9525">
            <a:solidFill>
              <a:srgbClr val="D5DCE6"/>
            </a:solidFill>
            <a:prstDash val="solid"/>
          </a:ln>
        </p:spPr>
      </p:sp>
      <p:sp>
        <p:nvSpPr>
          <p:cNvPr id="22" name="Text 18"/>
          <p:cNvSpPr txBox="1"/>
          <p:nvPr/>
        </p:nvSpPr>
        <p:spPr>
          <a:xfrm>
            <a:off x="6400800" y="3281680"/>
            <a:ext cx="5148072" cy="564896"/>
          </a:xfrm>
          <a:prstGeom prst="rect">
            <a:avLst/>
          </a:prstGeom>
          <a:noFill/>
          <a:ln/>
        </p:spPr>
        <p:txBody>
          <a:bodyPr wrap="square" lIns="0" tIns="0" rIns="0" bIns="0" rtlCol="0" anchor="ctr"/>
          <a:lstStyle/>
          <a:p>
            <a:pPr algn="l" indent="0" marL="0">
              <a:buNone/>
            </a:pPr>
            <a:r>
              <a:rPr lang="en-US" sz="1650" i="1" dirty="0">
                <a:solidFill>
                  <a:srgbClr val="9AA6B5"/>
                </a:solidFill>
              </a:rPr>
              <a:t>……………………</a:t>
            </a:r>
            <a:r>
              <a:rPr lang="en-US" sz="1650" i="1" dirty="0">
                <a:solidFill>
                  <a:srgbClr val="9AA6B5"/>
                </a:solidFill>
              </a:rPr>
              <a:t>…………</a:t>
            </a:r>
            <a:r>
              <a:rPr lang="en-US" sz="1650" i="1" dirty="0">
                <a:solidFill>
                  <a:srgbClr val="9AA6B5"/>
                </a:solidFill>
              </a:rPr>
              <a:t>…………</a:t>
            </a:r>
            <a:r>
              <a:rPr lang="en-US" sz="1650" i="1" dirty="0">
                <a:solidFill>
                  <a:srgbClr val="9AA6B5"/>
                </a:solidFill>
              </a:rPr>
              <a:t>…………</a:t>
            </a:r>
            <a:r>
              <a:rPr lang="en-US" sz="1650" i="1" dirty="0">
                <a:solidFill>
                  <a:srgbClr val="9AA6B5"/>
                </a:solidFill>
              </a:rPr>
              <a:t>…………</a:t>
            </a:r>
            <a:endParaRPr lang="en-US" sz="1650" dirty="0"/>
          </a:p>
        </p:txBody>
      </p:sp>
      <p:sp>
        <p:nvSpPr>
          <p:cNvPr id="23" name="Shape 19"/>
          <p:cNvSpPr/>
          <p:nvPr/>
        </p:nvSpPr>
        <p:spPr>
          <a:xfrm>
            <a:off x="548640" y="3938016"/>
            <a:ext cx="5212080" cy="564896"/>
          </a:xfrm>
          <a:prstGeom prst="roundRect">
            <a:avLst>
              <a:gd name="adj" fmla="val 16187"/>
            </a:avLst>
          </a:prstGeom>
          <a:solidFill>
            <a:srgbClr val="EEF3F8"/>
          </a:solidFill>
          <a:ln w="12700">
            <a:solidFill>
              <a:srgbClr val="FFFFFF">
                <a:alpha val="0"/>
              </a:srgbClr>
            </a:solidFill>
            <a:prstDash val="solid"/>
          </a:ln>
        </p:spPr>
      </p:sp>
      <p:sp>
        <p:nvSpPr>
          <p:cNvPr id="24" name="Text 20"/>
          <p:cNvSpPr txBox="1"/>
          <p:nvPr/>
        </p:nvSpPr>
        <p:spPr>
          <a:xfrm>
            <a:off x="685800" y="3938016"/>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4</a:t>
            </a:r>
            <a:r>
              <a:rPr lang="en-US" sz="1650" dirty="0">
                <a:solidFill>
                  <a:srgbClr val="1B2333"/>
                </a:solidFill>
              </a:rPr>
              <a:t>  </a:t>
            </a:r>
            <a:r>
              <a:rPr lang="en-US" sz="1650" i="1" dirty="0">
                <a:solidFill>
                  <a:srgbClr val="1B2333"/>
                </a:solidFill>
              </a:rPr>
              <a:t>de bus </a:t>
            </a:r>
            <a:r>
              <a:rPr lang="en-US" sz="1650" b="1" i="1" dirty="0">
                <a:solidFill>
                  <a:srgbClr val="6E4A9E"/>
                </a:solidFill>
              </a:rPr>
              <a:t>waarop</a:t>
            </a:r>
            <a:r>
              <a:rPr lang="en-US" sz="1650" i="1" dirty="0">
                <a:solidFill>
                  <a:srgbClr val="1B2333"/>
                </a:solidFill>
              </a:rPr>
              <a:t> ik al een uur wacht</a:t>
            </a:r>
            <a:endParaRPr lang="en-US" sz="1650" dirty="0"/>
          </a:p>
        </p:txBody>
      </p:sp>
      <p:sp>
        <p:nvSpPr>
          <p:cNvPr id="25" name="Text 21"/>
          <p:cNvSpPr txBox="1"/>
          <p:nvPr/>
        </p:nvSpPr>
        <p:spPr>
          <a:xfrm>
            <a:off x="5760720" y="3938016"/>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26" name="Shape 22"/>
          <p:cNvSpPr/>
          <p:nvPr/>
        </p:nvSpPr>
        <p:spPr>
          <a:xfrm>
            <a:off x="6263640" y="3938016"/>
            <a:ext cx="5376672" cy="564896"/>
          </a:xfrm>
          <a:prstGeom prst="roundRect">
            <a:avLst>
              <a:gd name="adj" fmla="val 16187"/>
            </a:avLst>
          </a:prstGeom>
          <a:solidFill>
            <a:srgbClr val="FFFFFF"/>
          </a:solidFill>
          <a:ln w="9525">
            <a:solidFill>
              <a:srgbClr val="D5DCE6"/>
            </a:solidFill>
            <a:prstDash val="solid"/>
          </a:ln>
        </p:spPr>
      </p:sp>
      <p:sp>
        <p:nvSpPr>
          <p:cNvPr id="27" name="Text 23"/>
          <p:cNvSpPr txBox="1"/>
          <p:nvPr/>
        </p:nvSpPr>
        <p:spPr>
          <a:xfrm>
            <a:off x="6400800" y="3938016"/>
            <a:ext cx="5148072" cy="564896"/>
          </a:xfrm>
          <a:prstGeom prst="rect">
            <a:avLst/>
          </a:prstGeom>
          <a:noFill/>
          <a:ln/>
        </p:spPr>
        <p:txBody>
          <a:bodyPr wrap="square" lIns="0" tIns="0" rIns="0" bIns="0" rtlCol="0" anchor="ctr"/>
          <a:lstStyle/>
          <a:p>
            <a:pPr algn="l" indent="0" marL="0">
              <a:buNone/>
            </a:pPr>
            <a:r>
              <a:rPr lang="en-US" sz="1650" i="1" dirty="0">
                <a:solidFill>
                  <a:srgbClr val="9AA6B5"/>
                </a:solidFill>
              </a:rPr>
              <a:t>…………</a:t>
            </a:r>
            <a:r>
              <a:rPr lang="en-US" sz="1650" i="1" dirty="0">
                <a:solidFill>
                  <a:srgbClr val="9AA6B5"/>
                </a:solidFill>
              </a:rPr>
              <a:t>…………</a:t>
            </a:r>
            <a:r>
              <a:rPr lang="en-US" sz="1650" i="1" dirty="0">
                <a:solidFill>
                  <a:srgbClr val="9AA6B5"/>
                </a:solidFill>
              </a:rPr>
              <a:t>……………………</a:t>
            </a:r>
            <a:r>
              <a:rPr lang="en-US" sz="1650" i="1" dirty="0">
                <a:solidFill>
                  <a:srgbClr val="9AA6B5"/>
                </a:solidFill>
              </a:rPr>
              <a:t>…………</a:t>
            </a:r>
            <a:r>
              <a:rPr lang="en-US" sz="1650" i="1" dirty="0">
                <a:solidFill>
                  <a:srgbClr val="9AA6B5"/>
                </a:solidFill>
              </a:rPr>
              <a:t>…………</a:t>
            </a:r>
            <a:endParaRPr lang="en-US" sz="1650" dirty="0"/>
          </a:p>
        </p:txBody>
      </p:sp>
      <p:sp>
        <p:nvSpPr>
          <p:cNvPr id="28" name="Shape 24"/>
          <p:cNvSpPr/>
          <p:nvPr/>
        </p:nvSpPr>
        <p:spPr>
          <a:xfrm>
            <a:off x="548640" y="4594352"/>
            <a:ext cx="5212080" cy="564896"/>
          </a:xfrm>
          <a:prstGeom prst="roundRect">
            <a:avLst>
              <a:gd name="adj" fmla="val 16187"/>
            </a:avLst>
          </a:prstGeom>
          <a:solidFill>
            <a:srgbClr val="EEF3F8"/>
          </a:solidFill>
          <a:ln w="12700">
            <a:solidFill>
              <a:srgbClr val="FFFFFF">
                <a:alpha val="0"/>
              </a:srgbClr>
            </a:solidFill>
            <a:prstDash val="solid"/>
          </a:ln>
        </p:spPr>
      </p:sp>
      <p:sp>
        <p:nvSpPr>
          <p:cNvPr id="29" name="Text 25"/>
          <p:cNvSpPr txBox="1"/>
          <p:nvPr/>
        </p:nvSpPr>
        <p:spPr>
          <a:xfrm>
            <a:off x="685800" y="4594352"/>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5</a:t>
            </a:r>
            <a:r>
              <a:rPr lang="en-US" sz="1650" dirty="0">
                <a:solidFill>
                  <a:srgbClr val="1B2333"/>
                </a:solidFill>
              </a:rPr>
              <a:t>  </a:t>
            </a:r>
            <a:r>
              <a:rPr lang="en-US" sz="1650" i="1" dirty="0">
                <a:solidFill>
                  <a:srgbClr val="9AA6B5"/>
                </a:solidFill>
              </a:rPr>
              <a:t>……………………</a:t>
            </a:r>
            <a:r>
              <a:rPr lang="en-US" sz="1650" i="1" dirty="0">
                <a:solidFill>
                  <a:srgbClr val="9AA6B5"/>
                </a:solidFill>
              </a:rPr>
              <a:t>…………</a:t>
            </a:r>
            <a:r>
              <a:rPr lang="en-US" sz="1650" i="1" dirty="0">
                <a:solidFill>
                  <a:srgbClr val="9AA6B5"/>
                </a:solidFill>
              </a:rPr>
              <a:t>……………</a:t>
            </a:r>
            <a:endParaRPr lang="en-US" sz="1650" dirty="0"/>
          </a:p>
        </p:txBody>
      </p:sp>
      <p:sp>
        <p:nvSpPr>
          <p:cNvPr id="30" name="Text 26"/>
          <p:cNvSpPr txBox="1"/>
          <p:nvPr/>
        </p:nvSpPr>
        <p:spPr>
          <a:xfrm>
            <a:off x="5760720" y="4594352"/>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31" name="Shape 27"/>
          <p:cNvSpPr/>
          <p:nvPr/>
        </p:nvSpPr>
        <p:spPr>
          <a:xfrm>
            <a:off x="6263640" y="4594352"/>
            <a:ext cx="5376672" cy="564896"/>
          </a:xfrm>
          <a:prstGeom prst="roundRect">
            <a:avLst>
              <a:gd name="adj" fmla="val 16187"/>
            </a:avLst>
          </a:prstGeom>
          <a:solidFill>
            <a:srgbClr val="FFFFFF"/>
          </a:solidFill>
          <a:ln w="9525">
            <a:solidFill>
              <a:srgbClr val="D5DCE6"/>
            </a:solidFill>
            <a:prstDash val="solid"/>
          </a:ln>
        </p:spPr>
      </p:sp>
      <p:sp>
        <p:nvSpPr>
          <p:cNvPr id="32" name="Text 28"/>
          <p:cNvSpPr txBox="1"/>
          <p:nvPr/>
        </p:nvSpPr>
        <p:spPr>
          <a:xfrm>
            <a:off x="6400800" y="4594352"/>
            <a:ext cx="5148072" cy="564896"/>
          </a:xfrm>
          <a:prstGeom prst="rect">
            <a:avLst/>
          </a:prstGeom>
          <a:noFill/>
          <a:ln/>
        </p:spPr>
        <p:txBody>
          <a:bodyPr wrap="square" lIns="0" tIns="0" rIns="0" bIns="0" rtlCol="0" anchor="ctr"/>
          <a:lstStyle/>
          <a:p>
            <a:pPr algn="l" indent="0" marL="0">
              <a:buNone/>
            </a:pPr>
            <a:r>
              <a:rPr lang="en-US" sz="1650" i="1" dirty="0">
                <a:solidFill>
                  <a:srgbClr val="1B2333"/>
                </a:solidFill>
              </a:rPr>
              <a:t>de documenten </a:t>
            </a:r>
            <a:r>
              <a:rPr lang="en-US" sz="1650" b="1" i="1" dirty="0">
                <a:solidFill>
                  <a:srgbClr val="6E4A9E"/>
                </a:solidFill>
              </a:rPr>
              <a:t>waar</a:t>
            </a:r>
            <a:r>
              <a:rPr lang="en-US" sz="1650" i="1" dirty="0">
                <a:solidFill>
                  <a:srgbClr val="1B2333"/>
                </a:solidFill>
              </a:rPr>
              <a:t> je </a:t>
            </a:r>
            <a:r>
              <a:rPr lang="en-US" sz="1650" b="1" i="1" dirty="0">
                <a:solidFill>
                  <a:srgbClr val="6E4A9E"/>
                </a:solidFill>
              </a:rPr>
              <a:t>naar</a:t>
            </a:r>
            <a:r>
              <a:rPr lang="en-US" sz="1650" i="1" dirty="0">
                <a:solidFill>
                  <a:srgbClr val="1B2333"/>
                </a:solidFill>
              </a:rPr>
              <a:t> zoekt</a:t>
            </a:r>
            <a:endParaRPr lang="en-US" sz="1650" dirty="0"/>
          </a:p>
        </p:txBody>
      </p:sp>
      <p:sp>
        <p:nvSpPr>
          <p:cNvPr id="33" name="Shape 29"/>
          <p:cNvSpPr/>
          <p:nvPr/>
        </p:nvSpPr>
        <p:spPr>
          <a:xfrm>
            <a:off x="548640" y="5250688"/>
            <a:ext cx="5212080" cy="564896"/>
          </a:xfrm>
          <a:prstGeom prst="roundRect">
            <a:avLst>
              <a:gd name="adj" fmla="val 16187"/>
            </a:avLst>
          </a:prstGeom>
          <a:solidFill>
            <a:srgbClr val="EEF3F8"/>
          </a:solidFill>
          <a:ln w="12700">
            <a:solidFill>
              <a:srgbClr val="FFFFFF">
                <a:alpha val="0"/>
              </a:srgbClr>
            </a:solidFill>
            <a:prstDash val="solid"/>
          </a:ln>
        </p:spPr>
      </p:sp>
      <p:sp>
        <p:nvSpPr>
          <p:cNvPr id="34" name="Text 30"/>
          <p:cNvSpPr txBox="1"/>
          <p:nvPr/>
        </p:nvSpPr>
        <p:spPr>
          <a:xfrm>
            <a:off x="685800" y="5250688"/>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6</a:t>
            </a:r>
            <a:r>
              <a:rPr lang="en-US" sz="1650" dirty="0">
                <a:solidFill>
                  <a:srgbClr val="1B2333"/>
                </a:solidFill>
              </a:rPr>
              <a:t>  </a:t>
            </a:r>
            <a:r>
              <a:rPr lang="en-US" sz="1650" i="1" dirty="0">
                <a:solidFill>
                  <a:srgbClr val="9AA6B5"/>
                </a:solidFill>
              </a:rPr>
              <a:t>…………………</a:t>
            </a:r>
            <a:r>
              <a:rPr lang="en-US" sz="1650" i="1" dirty="0">
                <a:solidFill>
                  <a:srgbClr val="9AA6B5"/>
                </a:solidFill>
              </a:rPr>
              <a:t>…………</a:t>
            </a:r>
            <a:r>
              <a:rPr lang="en-US" sz="1650" i="1" dirty="0">
                <a:solidFill>
                  <a:srgbClr val="9AA6B5"/>
                </a:solidFill>
              </a:rPr>
              <a:t>…………</a:t>
            </a:r>
            <a:endParaRPr lang="en-US" sz="1650" dirty="0"/>
          </a:p>
        </p:txBody>
      </p:sp>
      <p:sp>
        <p:nvSpPr>
          <p:cNvPr id="35" name="Text 31"/>
          <p:cNvSpPr txBox="1"/>
          <p:nvPr/>
        </p:nvSpPr>
        <p:spPr>
          <a:xfrm>
            <a:off x="5760720" y="5250688"/>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36" name="Shape 32"/>
          <p:cNvSpPr/>
          <p:nvPr/>
        </p:nvSpPr>
        <p:spPr>
          <a:xfrm>
            <a:off x="6263640" y="5250688"/>
            <a:ext cx="5376672" cy="564896"/>
          </a:xfrm>
          <a:prstGeom prst="roundRect">
            <a:avLst>
              <a:gd name="adj" fmla="val 16187"/>
            </a:avLst>
          </a:prstGeom>
          <a:solidFill>
            <a:srgbClr val="FFFFFF"/>
          </a:solidFill>
          <a:ln w="9525">
            <a:solidFill>
              <a:srgbClr val="D5DCE6"/>
            </a:solidFill>
            <a:prstDash val="solid"/>
          </a:ln>
        </p:spPr>
      </p:sp>
      <p:sp>
        <p:nvSpPr>
          <p:cNvPr id="37" name="Text 33"/>
          <p:cNvSpPr txBox="1"/>
          <p:nvPr/>
        </p:nvSpPr>
        <p:spPr>
          <a:xfrm>
            <a:off x="6400800" y="5250688"/>
            <a:ext cx="5148072" cy="564896"/>
          </a:xfrm>
          <a:prstGeom prst="rect">
            <a:avLst/>
          </a:prstGeom>
          <a:noFill/>
          <a:ln/>
        </p:spPr>
        <p:txBody>
          <a:bodyPr wrap="square" lIns="0" tIns="0" rIns="0" bIns="0" rtlCol="0" anchor="ctr"/>
          <a:lstStyle/>
          <a:p>
            <a:pPr algn="l" indent="0" marL="0">
              <a:buNone/>
            </a:pPr>
            <a:r>
              <a:rPr lang="en-US" sz="1650" i="1" dirty="0">
                <a:solidFill>
                  <a:srgbClr val="1B2333"/>
                </a:solidFill>
              </a:rPr>
              <a:t>het bedrijf </a:t>
            </a:r>
            <a:r>
              <a:rPr lang="en-US" sz="1650" b="1" i="1" dirty="0">
                <a:solidFill>
                  <a:srgbClr val="6E4A9E"/>
                </a:solidFill>
              </a:rPr>
              <a:t>waar</a:t>
            </a:r>
            <a:r>
              <a:rPr lang="en-US" sz="1650" i="1" dirty="0">
                <a:solidFill>
                  <a:srgbClr val="1B2333"/>
                </a:solidFill>
              </a:rPr>
              <a:t> ik </a:t>
            </a:r>
            <a:r>
              <a:rPr lang="en-US" sz="1650" b="1" i="1" dirty="0">
                <a:solidFill>
                  <a:srgbClr val="6E4A9E"/>
                </a:solidFill>
              </a:rPr>
              <a:t>voor</a:t>
            </a:r>
            <a:r>
              <a:rPr lang="en-US" sz="1650" i="1" dirty="0">
                <a:solidFill>
                  <a:srgbClr val="1B2333"/>
                </a:solidFill>
              </a:rPr>
              <a:t> werk</a:t>
            </a:r>
            <a:endParaRPr lang="en-US" sz="165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8 — La pince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Passez d’une forme à l’autre : en un mot ⇄ avec la pince.</a:t>
            </a:r>
            <a:endParaRPr lang="en-US" sz="1700" dirty="0"/>
          </a:p>
        </p:txBody>
      </p:sp>
      <p:sp>
        <p:nvSpPr>
          <p:cNvPr id="9" name="Shape 5"/>
          <p:cNvSpPr/>
          <p:nvPr/>
        </p:nvSpPr>
        <p:spPr>
          <a:xfrm>
            <a:off x="548640" y="1969008"/>
            <a:ext cx="5212080" cy="564896"/>
          </a:xfrm>
          <a:prstGeom prst="roundRect">
            <a:avLst>
              <a:gd name="adj" fmla="val 16187"/>
            </a:avLst>
          </a:prstGeom>
          <a:solidFill>
            <a:srgbClr val="EEF3F8"/>
          </a:solidFill>
          <a:ln w="12700">
            <a:solidFill>
              <a:srgbClr val="FFFFFF">
                <a:alpha val="0"/>
              </a:srgbClr>
            </a:solidFill>
            <a:prstDash val="solid"/>
          </a:ln>
        </p:spPr>
      </p:sp>
      <p:sp>
        <p:nvSpPr>
          <p:cNvPr id="10" name="Text 6"/>
          <p:cNvSpPr txBox="1"/>
          <p:nvPr/>
        </p:nvSpPr>
        <p:spPr>
          <a:xfrm>
            <a:off x="685800" y="1969008"/>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1</a:t>
            </a:r>
            <a:r>
              <a:rPr lang="en-US" sz="1650" dirty="0">
                <a:solidFill>
                  <a:srgbClr val="1B2333"/>
                </a:solidFill>
              </a:rPr>
              <a:t>  </a:t>
            </a:r>
            <a:r>
              <a:rPr lang="en-US" sz="1650" i="1" dirty="0">
                <a:solidFill>
                  <a:srgbClr val="1B2333"/>
                </a:solidFill>
              </a:rPr>
              <a:t>de pen </a:t>
            </a:r>
            <a:r>
              <a:rPr lang="en-US" sz="1650" b="1" i="1" dirty="0">
                <a:solidFill>
                  <a:srgbClr val="6E4A9E"/>
                </a:solidFill>
              </a:rPr>
              <a:t>waarmee</a:t>
            </a:r>
            <a:r>
              <a:rPr lang="en-US" sz="1650" i="1" dirty="0">
                <a:solidFill>
                  <a:srgbClr val="1B2333"/>
                </a:solidFill>
              </a:rPr>
              <a:t> ik schrijf</a:t>
            </a:r>
            <a:endParaRPr lang="en-US" sz="1650" dirty="0"/>
          </a:p>
        </p:txBody>
      </p:sp>
      <p:sp>
        <p:nvSpPr>
          <p:cNvPr id="11" name="Text 7"/>
          <p:cNvSpPr txBox="1"/>
          <p:nvPr/>
        </p:nvSpPr>
        <p:spPr>
          <a:xfrm>
            <a:off x="5760720" y="1969008"/>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12" name="Shape 8"/>
          <p:cNvSpPr/>
          <p:nvPr/>
        </p:nvSpPr>
        <p:spPr>
          <a:xfrm>
            <a:off x="6263640" y="1969008"/>
            <a:ext cx="5376672" cy="564896"/>
          </a:xfrm>
          <a:prstGeom prst="roundRect">
            <a:avLst>
              <a:gd name="adj" fmla="val 16187"/>
            </a:avLst>
          </a:prstGeom>
          <a:solidFill>
            <a:srgbClr val="FFFFFF"/>
          </a:solidFill>
          <a:ln w="9525">
            <a:solidFill>
              <a:srgbClr val="D5DCE6"/>
            </a:solidFill>
            <a:prstDash val="solid"/>
          </a:ln>
        </p:spPr>
      </p:sp>
      <p:sp>
        <p:nvSpPr>
          <p:cNvPr id="13" name="Text 9"/>
          <p:cNvSpPr txBox="1"/>
          <p:nvPr/>
        </p:nvSpPr>
        <p:spPr>
          <a:xfrm>
            <a:off x="6400800" y="1969008"/>
            <a:ext cx="5148072" cy="564896"/>
          </a:xfrm>
          <a:prstGeom prst="rect">
            <a:avLst/>
          </a:prstGeom>
          <a:noFill/>
          <a:ln/>
        </p:spPr>
        <p:txBody>
          <a:bodyPr wrap="square" lIns="0" tIns="0" rIns="0" bIns="0" rtlCol="0" anchor="ctr"/>
          <a:lstStyle/>
          <a:p>
            <a:pPr algn="l" indent="0" marL="0">
              <a:buNone/>
            </a:pPr>
            <a:r>
              <a:rPr lang="en-US" sz="1650" i="1" dirty="0">
                <a:solidFill>
                  <a:srgbClr val="2E7D4F"/>
                </a:solidFill>
              </a:rPr>
              <a:t>de pen </a:t>
            </a:r>
            <a:r>
              <a:rPr lang="en-US" sz="1650" b="1" i="1" dirty="0">
                <a:solidFill>
                  <a:srgbClr val="6E4A9E"/>
                </a:solidFill>
              </a:rPr>
              <a:t>waar</a:t>
            </a:r>
            <a:r>
              <a:rPr lang="en-US" sz="1650" i="1" dirty="0">
                <a:solidFill>
                  <a:srgbClr val="2E7D4F"/>
                </a:solidFill>
              </a:rPr>
              <a:t> ik </a:t>
            </a:r>
            <a:r>
              <a:rPr lang="en-US" sz="1650" b="1" i="1" dirty="0">
                <a:solidFill>
                  <a:srgbClr val="6E4A9E"/>
                </a:solidFill>
              </a:rPr>
              <a:t>mee</a:t>
            </a:r>
            <a:r>
              <a:rPr lang="en-US" sz="1650" i="1" dirty="0">
                <a:solidFill>
                  <a:srgbClr val="2E7D4F"/>
                </a:solidFill>
              </a:rPr>
              <a:t> schrijf</a:t>
            </a:r>
            <a:endParaRPr lang="en-US" sz="1650" dirty="0"/>
          </a:p>
        </p:txBody>
      </p:sp>
      <p:sp>
        <p:nvSpPr>
          <p:cNvPr id="14" name="Shape 10"/>
          <p:cNvSpPr/>
          <p:nvPr/>
        </p:nvSpPr>
        <p:spPr>
          <a:xfrm>
            <a:off x="548640" y="2625344"/>
            <a:ext cx="5212080" cy="564896"/>
          </a:xfrm>
          <a:prstGeom prst="roundRect">
            <a:avLst>
              <a:gd name="adj" fmla="val 16187"/>
            </a:avLst>
          </a:prstGeom>
          <a:solidFill>
            <a:srgbClr val="EEF3F8"/>
          </a:solidFill>
          <a:ln w="12700">
            <a:solidFill>
              <a:srgbClr val="FFFFFF">
                <a:alpha val="0"/>
              </a:srgbClr>
            </a:solidFill>
            <a:prstDash val="solid"/>
          </a:ln>
        </p:spPr>
      </p:sp>
      <p:sp>
        <p:nvSpPr>
          <p:cNvPr id="15" name="Text 11"/>
          <p:cNvSpPr txBox="1"/>
          <p:nvPr/>
        </p:nvSpPr>
        <p:spPr>
          <a:xfrm>
            <a:off x="685800" y="2625344"/>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2</a:t>
            </a:r>
            <a:r>
              <a:rPr lang="en-US" sz="1650" dirty="0">
                <a:solidFill>
                  <a:srgbClr val="1B2333"/>
                </a:solidFill>
              </a:rPr>
              <a:t>  </a:t>
            </a:r>
            <a:r>
              <a:rPr lang="en-US" sz="1650" i="1" dirty="0">
                <a:solidFill>
                  <a:srgbClr val="1B2333"/>
                </a:solidFill>
              </a:rPr>
              <a:t>het project </a:t>
            </a:r>
            <a:r>
              <a:rPr lang="en-US" sz="1650" b="1" i="1" dirty="0">
                <a:solidFill>
                  <a:srgbClr val="6E4A9E"/>
                </a:solidFill>
              </a:rPr>
              <a:t>waaraan</a:t>
            </a:r>
            <a:r>
              <a:rPr lang="en-US" sz="1650" i="1" dirty="0">
                <a:solidFill>
                  <a:srgbClr val="1B2333"/>
                </a:solidFill>
              </a:rPr>
              <a:t> we werken</a:t>
            </a:r>
            <a:endParaRPr lang="en-US" sz="1650" dirty="0"/>
          </a:p>
        </p:txBody>
      </p:sp>
      <p:sp>
        <p:nvSpPr>
          <p:cNvPr id="16" name="Text 12"/>
          <p:cNvSpPr txBox="1"/>
          <p:nvPr/>
        </p:nvSpPr>
        <p:spPr>
          <a:xfrm>
            <a:off x="5760720" y="2625344"/>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17" name="Shape 13"/>
          <p:cNvSpPr/>
          <p:nvPr/>
        </p:nvSpPr>
        <p:spPr>
          <a:xfrm>
            <a:off x="6263640" y="2625344"/>
            <a:ext cx="5376672" cy="564896"/>
          </a:xfrm>
          <a:prstGeom prst="roundRect">
            <a:avLst>
              <a:gd name="adj" fmla="val 16187"/>
            </a:avLst>
          </a:prstGeom>
          <a:solidFill>
            <a:srgbClr val="FFFFFF"/>
          </a:solidFill>
          <a:ln w="9525">
            <a:solidFill>
              <a:srgbClr val="D5DCE6"/>
            </a:solidFill>
            <a:prstDash val="solid"/>
          </a:ln>
        </p:spPr>
      </p:sp>
      <p:sp>
        <p:nvSpPr>
          <p:cNvPr id="18" name="Text 14"/>
          <p:cNvSpPr txBox="1"/>
          <p:nvPr/>
        </p:nvSpPr>
        <p:spPr>
          <a:xfrm>
            <a:off x="6400800" y="2625344"/>
            <a:ext cx="5148072" cy="564896"/>
          </a:xfrm>
          <a:prstGeom prst="rect">
            <a:avLst/>
          </a:prstGeom>
          <a:noFill/>
          <a:ln/>
        </p:spPr>
        <p:txBody>
          <a:bodyPr wrap="square" lIns="0" tIns="0" rIns="0" bIns="0" rtlCol="0" anchor="ctr"/>
          <a:lstStyle/>
          <a:p>
            <a:pPr algn="l" indent="0" marL="0">
              <a:buNone/>
            </a:pPr>
            <a:r>
              <a:rPr lang="en-US" sz="1650" i="1" dirty="0">
                <a:solidFill>
                  <a:srgbClr val="2E7D4F"/>
                </a:solidFill>
              </a:rPr>
              <a:t>het project </a:t>
            </a:r>
            <a:r>
              <a:rPr lang="en-US" sz="1650" b="1" i="1" dirty="0">
                <a:solidFill>
                  <a:srgbClr val="6E4A9E"/>
                </a:solidFill>
              </a:rPr>
              <a:t>waar</a:t>
            </a:r>
            <a:r>
              <a:rPr lang="en-US" sz="1650" i="1" dirty="0">
                <a:solidFill>
                  <a:srgbClr val="2E7D4F"/>
                </a:solidFill>
              </a:rPr>
              <a:t> we </a:t>
            </a:r>
            <a:r>
              <a:rPr lang="en-US" sz="1650" b="1" i="1" dirty="0">
                <a:solidFill>
                  <a:srgbClr val="6E4A9E"/>
                </a:solidFill>
              </a:rPr>
              <a:t>aan</a:t>
            </a:r>
            <a:r>
              <a:rPr lang="en-US" sz="1650" i="1" dirty="0">
                <a:solidFill>
                  <a:srgbClr val="2E7D4F"/>
                </a:solidFill>
              </a:rPr>
              <a:t> werken</a:t>
            </a:r>
            <a:endParaRPr lang="en-US" sz="1650" dirty="0"/>
          </a:p>
        </p:txBody>
      </p:sp>
      <p:sp>
        <p:nvSpPr>
          <p:cNvPr id="19" name="Shape 15"/>
          <p:cNvSpPr/>
          <p:nvPr/>
        </p:nvSpPr>
        <p:spPr>
          <a:xfrm>
            <a:off x="548640" y="3281680"/>
            <a:ext cx="5212080" cy="564896"/>
          </a:xfrm>
          <a:prstGeom prst="roundRect">
            <a:avLst>
              <a:gd name="adj" fmla="val 16187"/>
            </a:avLst>
          </a:prstGeom>
          <a:solidFill>
            <a:srgbClr val="EEF3F8"/>
          </a:solidFill>
          <a:ln w="12700">
            <a:solidFill>
              <a:srgbClr val="FFFFFF">
                <a:alpha val="0"/>
              </a:srgbClr>
            </a:solidFill>
            <a:prstDash val="solid"/>
          </a:ln>
        </p:spPr>
      </p:sp>
      <p:sp>
        <p:nvSpPr>
          <p:cNvPr id="20" name="Text 16"/>
          <p:cNvSpPr txBox="1"/>
          <p:nvPr/>
        </p:nvSpPr>
        <p:spPr>
          <a:xfrm>
            <a:off x="685800" y="3281680"/>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3</a:t>
            </a:r>
            <a:r>
              <a:rPr lang="en-US" sz="1650" dirty="0">
                <a:solidFill>
                  <a:srgbClr val="1B2333"/>
                </a:solidFill>
              </a:rPr>
              <a:t>  </a:t>
            </a:r>
            <a:r>
              <a:rPr lang="en-US" sz="1650" i="1" dirty="0">
                <a:solidFill>
                  <a:srgbClr val="1B2333"/>
                </a:solidFill>
              </a:rPr>
              <a:t>de vergadering </a:t>
            </a:r>
            <a:r>
              <a:rPr lang="en-US" sz="1650" b="1" i="1" dirty="0">
                <a:solidFill>
                  <a:srgbClr val="6E4A9E"/>
                </a:solidFill>
              </a:rPr>
              <a:t>waarover</a:t>
            </a:r>
            <a:r>
              <a:rPr lang="en-US" sz="1650" i="1" dirty="0">
                <a:solidFill>
                  <a:srgbClr val="1B2333"/>
                </a:solidFill>
              </a:rPr>
              <a:t> hij praat</a:t>
            </a:r>
            <a:endParaRPr lang="en-US" sz="1650" dirty="0"/>
          </a:p>
        </p:txBody>
      </p:sp>
      <p:sp>
        <p:nvSpPr>
          <p:cNvPr id="21" name="Text 17"/>
          <p:cNvSpPr txBox="1"/>
          <p:nvPr/>
        </p:nvSpPr>
        <p:spPr>
          <a:xfrm>
            <a:off x="5760720" y="3281680"/>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22" name="Shape 18"/>
          <p:cNvSpPr/>
          <p:nvPr/>
        </p:nvSpPr>
        <p:spPr>
          <a:xfrm>
            <a:off x="6263640" y="3281680"/>
            <a:ext cx="5376672" cy="564896"/>
          </a:xfrm>
          <a:prstGeom prst="roundRect">
            <a:avLst>
              <a:gd name="adj" fmla="val 16187"/>
            </a:avLst>
          </a:prstGeom>
          <a:solidFill>
            <a:srgbClr val="FFFFFF"/>
          </a:solidFill>
          <a:ln w="9525">
            <a:solidFill>
              <a:srgbClr val="D5DCE6"/>
            </a:solidFill>
            <a:prstDash val="solid"/>
          </a:ln>
        </p:spPr>
      </p:sp>
      <p:sp>
        <p:nvSpPr>
          <p:cNvPr id="23" name="Text 19"/>
          <p:cNvSpPr txBox="1"/>
          <p:nvPr/>
        </p:nvSpPr>
        <p:spPr>
          <a:xfrm>
            <a:off x="6400800" y="3281680"/>
            <a:ext cx="5148072" cy="564896"/>
          </a:xfrm>
          <a:prstGeom prst="rect">
            <a:avLst/>
          </a:prstGeom>
          <a:noFill/>
          <a:ln/>
        </p:spPr>
        <p:txBody>
          <a:bodyPr wrap="square" lIns="0" tIns="0" rIns="0" bIns="0" rtlCol="0" anchor="ctr"/>
          <a:lstStyle/>
          <a:p>
            <a:pPr algn="l" indent="0" marL="0">
              <a:buNone/>
            </a:pPr>
            <a:r>
              <a:rPr lang="en-US" sz="1650" i="1" dirty="0">
                <a:solidFill>
                  <a:srgbClr val="2E7D4F"/>
                </a:solidFill>
              </a:rPr>
              <a:t>de vergadering </a:t>
            </a:r>
            <a:r>
              <a:rPr lang="en-US" sz="1650" b="1" i="1" dirty="0">
                <a:solidFill>
                  <a:srgbClr val="6E4A9E"/>
                </a:solidFill>
              </a:rPr>
              <a:t>waar</a:t>
            </a:r>
            <a:r>
              <a:rPr lang="en-US" sz="1650" i="1" dirty="0">
                <a:solidFill>
                  <a:srgbClr val="2E7D4F"/>
                </a:solidFill>
              </a:rPr>
              <a:t> hij </a:t>
            </a:r>
            <a:r>
              <a:rPr lang="en-US" sz="1650" b="1" i="1" dirty="0">
                <a:solidFill>
                  <a:srgbClr val="6E4A9E"/>
                </a:solidFill>
              </a:rPr>
              <a:t>over</a:t>
            </a:r>
            <a:r>
              <a:rPr lang="en-US" sz="1650" i="1" dirty="0">
                <a:solidFill>
                  <a:srgbClr val="2E7D4F"/>
                </a:solidFill>
              </a:rPr>
              <a:t> praat</a:t>
            </a:r>
            <a:endParaRPr lang="en-US" sz="1650" dirty="0"/>
          </a:p>
        </p:txBody>
      </p:sp>
      <p:sp>
        <p:nvSpPr>
          <p:cNvPr id="24" name="Shape 20"/>
          <p:cNvSpPr/>
          <p:nvPr/>
        </p:nvSpPr>
        <p:spPr>
          <a:xfrm>
            <a:off x="548640" y="3938016"/>
            <a:ext cx="5212080" cy="564896"/>
          </a:xfrm>
          <a:prstGeom prst="roundRect">
            <a:avLst>
              <a:gd name="adj" fmla="val 16187"/>
            </a:avLst>
          </a:prstGeom>
          <a:solidFill>
            <a:srgbClr val="EEF3F8"/>
          </a:solidFill>
          <a:ln w="12700">
            <a:solidFill>
              <a:srgbClr val="FFFFFF">
                <a:alpha val="0"/>
              </a:srgbClr>
            </a:solidFill>
            <a:prstDash val="solid"/>
          </a:ln>
        </p:spPr>
      </p:sp>
      <p:sp>
        <p:nvSpPr>
          <p:cNvPr id="25" name="Text 21"/>
          <p:cNvSpPr txBox="1"/>
          <p:nvPr/>
        </p:nvSpPr>
        <p:spPr>
          <a:xfrm>
            <a:off x="685800" y="3938016"/>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4</a:t>
            </a:r>
            <a:r>
              <a:rPr lang="en-US" sz="1650" dirty="0">
                <a:solidFill>
                  <a:srgbClr val="1B2333"/>
                </a:solidFill>
              </a:rPr>
              <a:t>  </a:t>
            </a:r>
            <a:r>
              <a:rPr lang="en-US" sz="1650" i="1" dirty="0">
                <a:solidFill>
                  <a:srgbClr val="1B2333"/>
                </a:solidFill>
              </a:rPr>
              <a:t>de bus </a:t>
            </a:r>
            <a:r>
              <a:rPr lang="en-US" sz="1650" b="1" i="1" dirty="0">
                <a:solidFill>
                  <a:srgbClr val="6E4A9E"/>
                </a:solidFill>
              </a:rPr>
              <a:t>waarop</a:t>
            </a:r>
            <a:r>
              <a:rPr lang="en-US" sz="1650" i="1" dirty="0">
                <a:solidFill>
                  <a:srgbClr val="1B2333"/>
                </a:solidFill>
              </a:rPr>
              <a:t> ik al een uur wacht</a:t>
            </a:r>
            <a:endParaRPr lang="en-US" sz="1650" dirty="0"/>
          </a:p>
        </p:txBody>
      </p:sp>
      <p:sp>
        <p:nvSpPr>
          <p:cNvPr id="26" name="Text 22"/>
          <p:cNvSpPr txBox="1"/>
          <p:nvPr/>
        </p:nvSpPr>
        <p:spPr>
          <a:xfrm>
            <a:off x="5760720" y="3938016"/>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27" name="Shape 23"/>
          <p:cNvSpPr/>
          <p:nvPr/>
        </p:nvSpPr>
        <p:spPr>
          <a:xfrm>
            <a:off x="6263640" y="3938016"/>
            <a:ext cx="5376672" cy="564896"/>
          </a:xfrm>
          <a:prstGeom prst="roundRect">
            <a:avLst>
              <a:gd name="adj" fmla="val 16187"/>
            </a:avLst>
          </a:prstGeom>
          <a:solidFill>
            <a:srgbClr val="FFFFFF"/>
          </a:solidFill>
          <a:ln w="9525">
            <a:solidFill>
              <a:srgbClr val="D5DCE6"/>
            </a:solidFill>
            <a:prstDash val="solid"/>
          </a:ln>
        </p:spPr>
      </p:sp>
      <p:sp>
        <p:nvSpPr>
          <p:cNvPr id="28" name="Text 24"/>
          <p:cNvSpPr txBox="1"/>
          <p:nvPr/>
        </p:nvSpPr>
        <p:spPr>
          <a:xfrm>
            <a:off x="6400800" y="3938016"/>
            <a:ext cx="5148072" cy="564896"/>
          </a:xfrm>
          <a:prstGeom prst="rect">
            <a:avLst/>
          </a:prstGeom>
          <a:noFill/>
          <a:ln/>
        </p:spPr>
        <p:txBody>
          <a:bodyPr wrap="square" lIns="0" tIns="0" rIns="0" bIns="0" rtlCol="0" anchor="ctr"/>
          <a:lstStyle/>
          <a:p>
            <a:pPr algn="l" indent="0" marL="0">
              <a:buNone/>
            </a:pPr>
            <a:r>
              <a:rPr lang="en-US" sz="1650" i="1" dirty="0">
                <a:solidFill>
                  <a:srgbClr val="2E7D4F"/>
                </a:solidFill>
              </a:rPr>
              <a:t>de bus </a:t>
            </a:r>
            <a:r>
              <a:rPr lang="en-US" sz="1650" b="1" i="1" dirty="0">
                <a:solidFill>
                  <a:srgbClr val="6E4A9E"/>
                </a:solidFill>
              </a:rPr>
              <a:t>waar</a:t>
            </a:r>
            <a:r>
              <a:rPr lang="en-US" sz="1650" i="1" dirty="0">
                <a:solidFill>
                  <a:srgbClr val="2E7D4F"/>
                </a:solidFill>
              </a:rPr>
              <a:t> ik al een uur </a:t>
            </a:r>
            <a:r>
              <a:rPr lang="en-US" sz="1650" b="1" i="1" dirty="0">
                <a:solidFill>
                  <a:srgbClr val="6E4A9E"/>
                </a:solidFill>
              </a:rPr>
              <a:t>op</a:t>
            </a:r>
            <a:r>
              <a:rPr lang="en-US" sz="1650" i="1" dirty="0">
                <a:solidFill>
                  <a:srgbClr val="2E7D4F"/>
                </a:solidFill>
              </a:rPr>
              <a:t> wacht</a:t>
            </a:r>
            <a:endParaRPr lang="en-US" sz="1650" dirty="0"/>
          </a:p>
        </p:txBody>
      </p:sp>
      <p:sp>
        <p:nvSpPr>
          <p:cNvPr id="29" name="Shape 25"/>
          <p:cNvSpPr/>
          <p:nvPr/>
        </p:nvSpPr>
        <p:spPr>
          <a:xfrm>
            <a:off x="548640" y="4594352"/>
            <a:ext cx="5212080" cy="564896"/>
          </a:xfrm>
          <a:prstGeom prst="roundRect">
            <a:avLst>
              <a:gd name="adj" fmla="val 16187"/>
            </a:avLst>
          </a:prstGeom>
          <a:solidFill>
            <a:srgbClr val="EEF3F8"/>
          </a:solidFill>
          <a:ln w="12700">
            <a:solidFill>
              <a:srgbClr val="FFFFFF">
                <a:alpha val="0"/>
              </a:srgbClr>
            </a:solidFill>
            <a:prstDash val="solid"/>
          </a:ln>
        </p:spPr>
      </p:sp>
      <p:sp>
        <p:nvSpPr>
          <p:cNvPr id="30" name="Text 26"/>
          <p:cNvSpPr txBox="1"/>
          <p:nvPr/>
        </p:nvSpPr>
        <p:spPr>
          <a:xfrm>
            <a:off x="685800" y="4594352"/>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5</a:t>
            </a:r>
            <a:r>
              <a:rPr lang="en-US" sz="1650" dirty="0">
                <a:solidFill>
                  <a:srgbClr val="1B2333"/>
                </a:solidFill>
              </a:rPr>
              <a:t>  </a:t>
            </a:r>
            <a:r>
              <a:rPr lang="en-US" sz="1650" i="1" dirty="0">
                <a:solidFill>
                  <a:srgbClr val="2E7D4F"/>
                </a:solidFill>
              </a:rPr>
              <a:t>de documenten </a:t>
            </a:r>
            <a:r>
              <a:rPr lang="en-US" sz="1650" b="1" i="1" dirty="0">
                <a:solidFill>
                  <a:srgbClr val="6E4A9E"/>
                </a:solidFill>
              </a:rPr>
              <a:t>waarnaar</a:t>
            </a:r>
            <a:r>
              <a:rPr lang="en-US" sz="1650" i="1" dirty="0">
                <a:solidFill>
                  <a:srgbClr val="2E7D4F"/>
                </a:solidFill>
              </a:rPr>
              <a:t> je zoekt</a:t>
            </a:r>
            <a:endParaRPr lang="en-US" sz="1650" dirty="0"/>
          </a:p>
        </p:txBody>
      </p:sp>
      <p:sp>
        <p:nvSpPr>
          <p:cNvPr id="31" name="Text 27"/>
          <p:cNvSpPr txBox="1"/>
          <p:nvPr/>
        </p:nvSpPr>
        <p:spPr>
          <a:xfrm>
            <a:off x="5760720" y="4594352"/>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32" name="Shape 28"/>
          <p:cNvSpPr/>
          <p:nvPr/>
        </p:nvSpPr>
        <p:spPr>
          <a:xfrm>
            <a:off x="6263640" y="4594352"/>
            <a:ext cx="5376672" cy="564896"/>
          </a:xfrm>
          <a:prstGeom prst="roundRect">
            <a:avLst>
              <a:gd name="adj" fmla="val 16187"/>
            </a:avLst>
          </a:prstGeom>
          <a:solidFill>
            <a:srgbClr val="FFFFFF"/>
          </a:solidFill>
          <a:ln w="9525">
            <a:solidFill>
              <a:srgbClr val="D5DCE6"/>
            </a:solidFill>
            <a:prstDash val="solid"/>
          </a:ln>
        </p:spPr>
      </p:sp>
      <p:sp>
        <p:nvSpPr>
          <p:cNvPr id="33" name="Text 29"/>
          <p:cNvSpPr txBox="1"/>
          <p:nvPr/>
        </p:nvSpPr>
        <p:spPr>
          <a:xfrm>
            <a:off x="6400800" y="4594352"/>
            <a:ext cx="5148072" cy="564896"/>
          </a:xfrm>
          <a:prstGeom prst="rect">
            <a:avLst/>
          </a:prstGeom>
          <a:noFill/>
          <a:ln/>
        </p:spPr>
        <p:txBody>
          <a:bodyPr wrap="square" lIns="0" tIns="0" rIns="0" bIns="0" rtlCol="0" anchor="ctr"/>
          <a:lstStyle/>
          <a:p>
            <a:pPr algn="l" indent="0" marL="0">
              <a:buNone/>
            </a:pPr>
            <a:r>
              <a:rPr lang="en-US" sz="1650" i="1" dirty="0">
                <a:solidFill>
                  <a:srgbClr val="1B2333"/>
                </a:solidFill>
              </a:rPr>
              <a:t>de documenten </a:t>
            </a:r>
            <a:r>
              <a:rPr lang="en-US" sz="1650" b="1" i="1" dirty="0">
                <a:solidFill>
                  <a:srgbClr val="6E4A9E"/>
                </a:solidFill>
              </a:rPr>
              <a:t>waar</a:t>
            </a:r>
            <a:r>
              <a:rPr lang="en-US" sz="1650" i="1" dirty="0">
                <a:solidFill>
                  <a:srgbClr val="1B2333"/>
                </a:solidFill>
              </a:rPr>
              <a:t> je </a:t>
            </a:r>
            <a:r>
              <a:rPr lang="en-US" sz="1650" b="1" i="1" dirty="0">
                <a:solidFill>
                  <a:srgbClr val="6E4A9E"/>
                </a:solidFill>
              </a:rPr>
              <a:t>naar</a:t>
            </a:r>
            <a:r>
              <a:rPr lang="en-US" sz="1650" i="1" dirty="0">
                <a:solidFill>
                  <a:srgbClr val="1B2333"/>
                </a:solidFill>
              </a:rPr>
              <a:t> zoekt</a:t>
            </a:r>
            <a:endParaRPr lang="en-US" sz="1650" dirty="0"/>
          </a:p>
        </p:txBody>
      </p:sp>
      <p:sp>
        <p:nvSpPr>
          <p:cNvPr id="34" name="Shape 30"/>
          <p:cNvSpPr/>
          <p:nvPr/>
        </p:nvSpPr>
        <p:spPr>
          <a:xfrm>
            <a:off x="548640" y="5250688"/>
            <a:ext cx="5212080" cy="564896"/>
          </a:xfrm>
          <a:prstGeom prst="roundRect">
            <a:avLst>
              <a:gd name="adj" fmla="val 16187"/>
            </a:avLst>
          </a:prstGeom>
          <a:solidFill>
            <a:srgbClr val="EEF3F8"/>
          </a:solidFill>
          <a:ln w="12700">
            <a:solidFill>
              <a:srgbClr val="FFFFFF">
                <a:alpha val="0"/>
              </a:srgbClr>
            </a:solidFill>
            <a:prstDash val="solid"/>
          </a:ln>
        </p:spPr>
      </p:sp>
      <p:sp>
        <p:nvSpPr>
          <p:cNvPr id="35" name="Text 31"/>
          <p:cNvSpPr txBox="1"/>
          <p:nvPr/>
        </p:nvSpPr>
        <p:spPr>
          <a:xfrm>
            <a:off x="685800" y="5250688"/>
            <a:ext cx="4983480" cy="564896"/>
          </a:xfrm>
          <a:prstGeom prst="rect">
            <a:avLst/>
          </a:prstGeom>
          <a:noFill/>
          <a:ln/>
        </p:spPr>
        <p:txBody>
          <a:bodyPr wrap="square" lIns="0" tIns="0" rIns="0" bIns="0" rtlCol="0" anchor="ctr"/>
          <a:lstStyle/>
          <a:p>
            <a:pPr algn="l" indent="0" marL="0">
              <a:buNone/>
            </a:pPr>
            <a:r>
              <a:rPr lang="en-US" sz="1650" b="1" dirty="0">
                <a:solidFill>
                  <a:srgbClr val="4A5A70"/>
                </a:solidFill>
              </a:rPr>
              <a:t>6</a:t>
            </a:r>
            <a:r>
              <a:rPr lang="en-US" sz="1650" dirty="0">
                <a:solidFill>
                  <a:srgbClr val="1B2333"/>
                </a:solidFill>
              </a:rPr>
              <a:t>  </a:t>
            </a:r>
            <a:r>
              <a:rPr lang="en-US" sz="1650" i="1" dirty="0">
                <a:solidFill>
                  <a:srgbClr val="2E7D4F"/>
                </a:solidFill>
              </a:rPr>
              <a:t>het bedrijf </a:t>
            </a:r>
            <a:r>
              <a:rPr lang="en-US" sz="1650" b="1" i="1" dirty="0">
                <a:solidFill>
                  <a:srgbClr val="6E4A9E"/>
                </a:solidFill>
              </a:rPr>
              <a:t>waarvoor</a:t>
            </a:r>
            <a:r>
              <a:rPr lang="en-US" sz="1650" i="1" dirty="0">
                <a:solidFill>
                  <a:srgbClr val="2E7D4F"/>
                </a:solidFill>
              </a:rPr>
              <a:t> ik werk</a:t>
            </a:r>
            <a:endParaRPr lang="en-US" sz="1650" dirty="0"/>
          </a:p>
        </p:txBody>
      </p:sp>
      <p:sp>
        <p:nvSpPr>
          <p:cNvPr id="36" name="Text 32"/>
          <p:cNvSpPr txBox="1"/>
          <p:nvPr/>
        </p:nvSpPr>
        <p:spPr>
          <a:xfrm>
            <a:off x="5760720" y="5250688"/>
            <a:ext cx="502920" cy="564896"/>
          </a:xfrm>
          <a:prstGeom prst="rect">
            <a:avLst/>
          </a:prstGeom>
          <a:noFill/>
          <a:ln/>
        </p:spPr>
        <p:txBody>
          <a:bodyPr wrap="square" lIns="0" tIns="0" rIns="0" bIns="0" rtlCol="0" anchor="ctr"/>
          <a:lstStyle/>
          <a:p>
            <a:pPr algn="ctr" indent="0" marL="0">
              <a:buNone/>
            </a:pPr>
            <a:r>
              <a:rPr lang="en-US" sz="1800" b="1" dirty="0">
                <a:solidFill>
                  <a:srgbClr val="6E4A9E"/>
                </a:solidFill>
              </a:rPr>
              <a:t>⇄</a:t>
            </a:r>
            <a:endParaRPr lang="en-US" sz="1800" dirty="0"/>
          </a:p>
        </p:txBody>
      </p:sp>
      <p:sp>
        <p:nvSpPr>
          <p:cNvPr id="37" name="Shape 33"/>
          <p:cNvSpPr/>
          <p:nvPr/>
        </p:nvSpPr>
        <p:spPr>
          <a:xfrm>
            <a:off x="6263640" y="5250688"/>
            <a:ext cx="5376672" cy="564896"/>
          </a:xfrm>
          <a:prstGeom prst="roundRect">
            <a:avLst>
              <a:gd name="adj" fmla="val 16187"/>
            </a:avLst>
          </a:prstGeom>
          <a:solidFill>
            <a:srgbClr val="FFFFFF"/>
          </a:solidFill>
          <a:ln w="9525">
            <a:solidFill>
              <a:srgbClr val="D5DCE6"/>
            </a:solidFill>
            <a:prstDash val="solid"/>
          </a:ln>
        </p:spPr>
      </p:sp>
      <p:sp>
        <p:nvSpPr>
          <p:cNvPr id="38" name="Text 34"/>
          <p:cNvSpPr txBox="1"/>
          <p:nvPr/>
        </p:nvSpPr>
        <p:spPr>
          <a:xfrm>
            <a:off x="6400800" y="5250688"/>
            <a:ext cx="5148072" cy="564896"/>
          </a:xfrm>
          <a:prstGeom prst="rect">
            <a:avLst/>
          </a:prstGeom>
          <a:noFill/>
          <a:ln/>
        </p:spPr>
        <p:txBody>
          <a:bodyPr wrap="square" lIns="0" tIns="0" rIns="0" bIns="0" rtlCol="0" anchor="ctr"/>
          <a:lstStyle/>
          <a:p>
            <a:pPr algn="l" indent="0" marL="0">
              <a:buNone/>
            </a:pPr>
            <a:r>
              <a:rPr lang="en-US" sz="1650" i="1" dirty="0">
                <a:solidFill>
                  <a:srgbClr val="1B2333"/>
                </a:solidFill>
              </a:rPr>
              <a:t>het bedrijf </a:t>
            </a:r>
            <a:r>
              <a:rPr lang="en-US" sz="1650" b="1" i="1" dirty="0">
                <a:solidFill>
                  <a:srgbClr val="6E4A9E"/>
                </a:solidFill>
              </a:rPr>
              <a:t>waar</a:t>
            </a:r>
            <a:r>
              <a:rPr lang="en-US" sz="1650" i="1" dirty="0">
                <a:solidFill>
                  <a:srgbClr val="1B2333"/>
                </a:solidFill>
              </a:rPr>
              <a:t> ik </a:t>
            </a:r>
            <a:r>
              <a:rPr lang="en-US" sz="1650" b="1" i="1" dirty="0">
                <a:solidFill>
                  <a:srgbClr val="6E4A9E"/>
                </a:solidFill>
              </a:rPr>
              <a:t>voor</a:t>
            </a:r>
            <a:r>
              <a:rPr lang="en-US" sz="1650" i="1" dirty="0">
                <a:solidFill>
                  <a:srgbClr val="1B2333"/>
                </a:solidFill>
              </a:rPr>
              <a:t> werk</a:t>
            </a:r>
            <a:endParaRPr lang="en-US" sz="1650" dirty="0"/>
          </a:p>
        </p:txBody>
      </p:sp>
      <p:sp>
        <p:nvSpPr>
          <p:cNvPr id="39" name="Text 35"/>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N° 4 : la préposition se place juste avant le verbe, après </a:t>
            </a:r>
            <a:r>
              <a:rPr lang="en-US" sz="1300" i="1" dirty="0">
                <a:solidFill>
                  <a:srgbClr val="4A5A70"/>
                </a:solidFill>
              </a:rPr>
              <a:t>al een uur</a:t>
            </a:r>
            <a:r>
              <a:rPr lang="en-US" sz="1300" i="1" dirty="0">
                <a:solidFill>
                  <a:srgbClr val="4A5A70"/>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9 — Traduire « dont » et « où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Pour « dont », cherchez d’abord le verbe néerlandais !</a:t>
            </a:r>
            <a:endParaRPr lang="en-US" sz="1700" dirty="0"/>
          </a:p>
        </p:txBody>
      </p:sp>
      <p:sp>
        <p:nvSpPr>
          <p:cNvPr id="8" name="Shape 4"/>
          <p:cNvSpPr/>
          <p:nvPr/>
        </p:nvSpPr>
        <p:spPr>
          <a:xfrm>
            <a:off x="548640" y="1969008"/>
            <a:ext cx="4846320" cy="400812"/>
          </a:xfrm>
          <a:prstGeom prst="roundRect">
            <a:avLst>
              <a:gd name="adj" fmla="val 22814"/>
            </a:avLst>
          </a:prstGeom>
          <a:solidFill>
            <a:srgbClr val="EEF3F8"/>
          </a:solidFill>
          <a:ln w="12700">
            <a:solidFill>
              <a:srgbClr val="FFFFFF">
                <a:alpha val="0"/>
              </a:srgbClr>
            </a:solidFill>
            <a:prstDash val="solid"/>
          </a:ln>
        </p:spPr>
      </p:sp>
      <p:sp>
        <p:nvSpPr>
          <p:cNvPr id="9" name="Text 5"/>
          <p:cNvSpPr txBox="1"/>
          <p:nvPr/>
        </p:nvSpPr>
        <p:spPr>
          <a:xfrm>
            <a:off x="685800" y="1969008"/>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1</a:t>
            </a:r>
            <a:r>
              <a:rPr lang="en-US" sz="1550" dirty="0">
                <a:solidFill>
                  <a:srgbClr val="17375E"/>
                </a:solidFill>
              </a:rPr>
              <a:t>  « le bureau </a:t>
            </a:r>
            <a:r>
              <a:rPr lang="en-US" sz="1550" b="1" dirty="0">
                <a:solidFill>
                  <a:srgbClr val="17375E"/>
                </a:solidFill>
              </a:rPr>
              <a:t>où</a:t>
            </a:r>
            <a:r>
              <a:rPr lang="en-US" sz="1550" dirty="0">
                <a:solidFill>
                  <a:srgbClr val="17375E"/>
                </a:solidFill>
              </a:rPr>
              <a:t> je travaille »</a:t>
            </a:r>
            <a:endParaRPr lang="en-US" sz="1550" dirty="0"/>
          </a:p>
        </p:txBody>
      </p:sp>
      <p:sp>
        <p:nvSpPr>
          <p:cNvPr id="10" name="Text 6"/>
          <p:cNvSpPr txBox="1"/>
          <p:nvPr/>
        </p:nvSpPr>
        <p:spPr>
          <a:xfrm>
            <a:off x="5394960" y="1969008"/>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1" name="Shape 7"/>
          <p:cNvSpPr/>
          <p:nvPr/>
        </p:nvSpPr>
        <p:spPr>
          <a:xfrm>
            <a:off x="5897880" y="1969008"/>
            <a:ext cx="5742432" cy="400812"/>
          </a:xfrm>
          <a:prstGeom prst="roundRect">
            <a:avLst>
              <a:gd name="adj" fmla="val 22814"/>
            </a:avLst>
          </a:prstGeom>
          <a:solidFill>
            <a:srgbClr val="FFFFFF"/>
          </a:solidFill>
          <a:ln w="9525">
            <a:solidFill>
              <a:srgbClr val="D5DCE6"/>
            </a:solidFill>
            <a:prstDash val="solid"/>
          </a:ln>
        </p:spPr>
      </p:sp>
      <p:sp>
        <p:nvSpPr>
          <p:cNvPr id="12" name="Text 8"/>
          <p:cNvSpPr txBox="1"/>
          <p:nvPr/>
        </p:nvSpPr>
        <p:spPr>
          <a:xfrm>
            <a:off x="6035040" y="1969008"/>
            <a:ext cx="5513832" cy="400812"/>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13" name="Shape 9"/>
          <p:cNvSpPr/>
          <p:nvPr/>
        </p:nvSpPr>
        <p:spPr>
          <a:xfrm>
            <a:off x="548640" y="2461260"/>
            <a:ext cx="4846320" cy="400812"/>
          </a:xfrm>
          <a:prstGeom prst="roundRect">
            <a:avLst>
              <a:gd name="adj" fmla="val 22814"/>
            </a:avLst>
          </a:prstGeom>
          <a:solidFill>
            <a:srgbClr val="EEF3F8"/>
          </a:solidFill>
          <a:ln w="12700">
            <a:solidFill>
              <a:srgbClr val="FFFFFF">
                <a:alpha val="0"/>
              </a:srgbClr>
            </a:solidFill>
            <a:prstDash val="solid"/>
          </a:ln>
        </p:spPr>
      </p:sp>
      <p:sp>
        <p:nvSpPr>
          <p:cNvPr id="14" name="Text 10"/>
          <p:cNvSpPr txBox="1"/>
          <p:nvPr/>
        </p:nvSpPr>
        <p:spPr>
          <a:xfrm>
            <a:off x="685800" y="2461260"/>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2</a:t>
            </a:r>
            <a:r>
              <a:rPr lang="en-US" sz="1550" dirty="0">
                <a:solidFill>
                  <a:srgbClr val="17375E"/>
                </a:solidFill>
              </a:rPr>
              <a:t>  « le jour </a:t>
            </a:r>
            <a:r>
              <a:rPr lang="en-US" sz="1550" b="1" dirty="0">
                <a:solidFill>
                  <a:srgbClr val="17375E"/>
                </a:solidFill>
              </a:rPr>
              <a:t>où</a:t>
            </a:r>
            <a:r>
              <a:rPr lang="en-US" sz="1550" dirty="0">
                <a:solidFill>
                  <a:srgbClr val="17375E"/>
                </a:solidFill>
              </a:rPr>
              <a:t> j’ai commencé »</a:t>
            </a:r>
            <a:endParaRPr lang="en-US" sz="1550" dirty="0"/>
          </a:p>
        </p:txBody>
      </p:sp>
      <p:sp>
        <p:nvSpPr>
          <p:cNvPr id="15" name="Text 11"/>
          <p:cNvSpPr txBox="1"/>
          <p:nvPr/>
        </p:nvSpPr>
        <p:spPr>
          <a:xfrm>
            <a:off x="5394960" y="2461260"/>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6" name="Shape 12"/>
          <p:cNvSpPr/>
          <p:nvPr/>
        </p:nvSpPr>
        <p:spPr>
          <a:xfrm>
            <a:off x="5897880" y="2461260"/>
            <a:ext cx="5742432" cy="400812"/>
          </a:xfrm>
          <a:prstGeom prst="roundRect">
            <a:avLst>
              <a:gd name="adj" fmla="val 22814"/>
            </a:avLst>
          </a:prstGeom>
          <a:solidFill>
            <a:srgbClr val="FFFFFF"/>
          </a:solidFill>
          <a:ln w="9525">
            <a:solidFill>
              <a:srgbClr val="D5DCE6"/>
            </a:solidFill>
            <a:prstDash val="solid"/>
          </a:ln>
        </p:spPr>
      </p:sp>
      <p:sp>
        <p:nvSpPr>
          <p:cNvPr id="17" name="Text 13"/>
          <p:cNvSpPr txBox="1"/>
          <p:nvPr/>
        </p:nvSpPr>
        <p:spPr>
          <a:xfrm>
            <a:off x="6035040" y="2461260"/>
            <a:ext cx="5513832" cy="400812"/>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18" name="Shape 14"/>
          <p:cNvSpPr/>
          <p:nvPr/>
        </p:nvSpPr>
        <p:spPr>
          <a:xfrm>
            <a:off x="548640" y="2953512"/>
            <a:ext cx="4846320" cy="400812"/>
          </a:xfrm>
          <a:prstGeom prst="roundRect">
            <a:avLst>
              <a:gd name="adj" fmla="val 22814"/>
            </a:avLst>
          </a:prstGeom>
          <a:solidFill>
            <a:srgbClr val="EEF3F8"/>
          </a:solidFill>
          <a:ln w="12700">
            <a:solidFill>
              <a:srgbClr val="FFFFFF">
                <a:alpha val="0"/>
              </a:srgbClr>
            </a:solidFill>
            <a:prstDash val="solid"/>
          </a:ln>
        </p:spPr>
      </p:sp>
      <p:sp>
        <p:nvSpPr>
          <p:cNvPr id="19" name="Text 15"/>
          <p:cNvSpPr txBox="1"/>
          <p:nvPr/>
        </p:nvSpPr>
        <p:spPr>
          <a:xfrm>
            <a:off x="685800" y="2953512"/>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3</a:t>
            </a:r>
            <a:r>
              <a:rPr lang="en-US" sz="1550" dirty="0">
                <a:solidFill>
                  <a:srgbClr val="17375E"/>
                </a:solidFill>
              </a:rPr>
              <a:t>  « le dossier </a:t>
            </a:r>
            <a:r>
              <a:rPr lang="en-US" sz="1550" b="1" dirty="0">
                <a:solidFill>
                  <a:srgbClr val="17375E"/>
                </a:solidFill>
              </a:rPr>
              <a:t>dont</a:t>
            </a:r>
            <a:r>
              <a:rPr lang="en-US" sz="1550" dirty="0">
                <a:solidFill>
                  <a:srgbClr val="17375E"/>
                </a:solidFill>
              </a:rPr>
              <a:t> j’ai besoin »</a:t>
            </a:r>
            <a:endParaRPr lang="en-US" sz="1550" dirty="0"/>
          </a:p>
        </p:txBody>
      </p:sp>
      <p:sp>
        <p:nvSpPr>
          <p:cNvPr id="20" name="Text 16"/>
          <p:cNvSpPr txBox="1"/>
          <p:nvPr/>
        </p:nvSpPr>
        <p:spPr>
          <a:xfrm>
            <a:off x="5394960" y="2953512"/>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1" name="Shape 17"/>
          <p:cNvSpPr/>
          <p:nvPr/>
        </p:nvSpPr>
        <p:spPr>
          <a:xfrm>
            <a:off x="5897880" y="2953512"/>
            <a:ext cx="5742432" cy="400812"/>
          </a:xfrm>
          <a:prstGeom prst="roundRect">
            <a:avLst>
              <a:gd name="adj" fmla="val 22814"/>
            </a:avLst>
          </a:prstGeom>
          <a:solidFill>
            <a:srgbClr val="FFFFFF"/>
          </a:solidFill>
          <a:ln w="9525">
            <a:solidFill>
              <a:srgbClr val="D5DCE6"/>
            </a:solidFill>
            <a:prstDash val="solid"/>
          </a:ln>
        </p:spPr>
      </p:sp>
      <p:sp>
        <p:nvSpPr>
          <p:cNvPr id="22" name="Text 18"/>
          <p:cNvSpPr txBox="1"/>
          <p:nvPr/>
        </p:nvSpPr>
        <p:spPr>
          <a:xfrm>
            <a:off x="6035040" y="2953512"/>
            <a:ext cx="5513832" cy="400812"/>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3" name="Shape 19"/>
          <p:cNvSpPr/>
          <p:nvPr/>
        </p:nvSpPr>
        <p:spPr>
          <a:xfrm>
            <a:off x="548640" y="3445764"/>
            <a:ext cx="4846320" cy="400812"/>
          </a:xfrm>
          <a:prstGeom prst="roundRect">
            <a:avLst>
              <a:gd name="adj" fmla="val 22814"/>
            </a:avLst>
          </a:prstGeom>
          <a:solidFill>
            <a:srgbClr val="EEF3F8"/>
          </a:solidFill>
          <a:ln w="12700">
            <a:solidFill>
              <a:srgbClr val="FFFFFF">
                <a:alpha val="0"/>
              </a:srgbClr>
            </a:solidFill>
            <a:prstDash val="solid"/>
          </a:ln>
        </p:spPr>
      </p:sp>
      <p:sp>
        <p:nvSpPr>
          <p:cNvPr id="24" name="Text 20"/>
          <p:cNvSpPr txBox="1"/>
          <p:nvPr/>
        </p:nvSpPr>
        <p:spPr>
          <a:xfrm>
            <a:off x="685800" y="3445764"/>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4</a:t>
            </a:r>
            <a:r>
              <a:rPr lang="en-US" sz="1550" dirty="0">
                <a:solidFill>
                  <a:srgbClr val="17375E"/>
                </a:solidFill>
              </a:rPr>
              <a:t>  « le collègue </a:t>
            </a:r>
            <a:r>
              <a:rPr lang="en-US" sz="1550" b="1" dirty="0">
                <a:solidFill>
                  <a:srgbClr val="17375E"/>
                </a:solidFill>
              </a:rPr>
              <a:t>dont</a:t>
            </a:r>
            <a:r>
              <a:rPr lang="en-US" sz="1550" dirty="0">
                <a:solidFill>
                  <a:srgbClr val="17375E"/>
                </a:solidFill>
              </a:rPr>
              <a:t> je parle »</a:t>
            </a:r>
            <a:endParaRPr lang="en-US" sz="1550" dirty="0"/>
          </a:p>
        </p:txBody>
      </p:sp>
      <p:sp>
        <p:nvSpPr>
          <p:cNvPr id="25" name="Text 21"/>
          <p:cNvSpPr txBox="1"/>
          <p:nvPr/>
        </p:nvSpPr>
        <p:spPr>
          <a:xfrm>
            <a:off x="5394960" y="3445764"/>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6" name="Shape 22"/>
          <p:cNvSpPr/>
          <p:nvPr/>
        </p:nvSpPr>
        <p:spPr>
          <a:xfrm>
            <a:off x="5897880" y="3445764"/>
            <a:ext cx="5742432" cy="400812"/>
          </a:xfrm>
          <a:prstGeom prst="roundRect">
            <a:avLst>
              <a:gd name="adj" fmla="val 22814"/>
            </a:avLst>
          </a:prstGeom>
          <a:solidFill>
            <a:srgbClr val="FFFFFF"/>
          </a:solidFill>
          <a:ln w="9525">
            <a:solidFill>
              <a:srgbClr val="D5DCE6"/>
            </a:solidFill>
            <a:prstDash val="solid"/>
          </a:ln>
        </p:spPr>
      </p:sp>
      <p:sp>
        <p:nvSpPr>
          <p:cNvPr id="27" name="Text 23"/>
          <p:cNvSpPr txBox="1"/>
          <p:nvPr/>
        </p:nvSpPr>
        <p:spPr>
          <a:xfrm>
            <a:off x="6035040" y="3445764"/>
            <a:ext cx="5513832" cy="400812"/>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8" name="Shape 24"/>
          <p:cNvSpPr/>
          <p:nvPr/>
        </p:nvSpPr>
        <p:spPr>
          <a:xfrm>
            <a:off x="548640" y="3938016"/>
            <a:ext cx="4846320" cy="400812"/>
          </a:xfrm>
          <a:prstGeom prst="roundRect">
            <a:avLst>
              <a:gd name="adj" fmla="val 22814"/>
            </a:avLst>
          </a:prstGeom>
          <a:solidFill>
            <a:srgbClr val="EEF3F8"/>
          </a:solidFill>
          <a:ln w="12700">
            <a:solidFill>
              <a:srgbClr val="FFFFFF">
                <a:alpha val="0"/>
              </a:srgbClr>
            </a:solidFill>
            <a:prstDash val="solid"/>
          </a:ln>
        </p:spPr>
      </p:sp>
      <p:sp>
        <p:nvSpPr>
          <p:cNvPr id="29" name="Text 25"/>
          <p:cNvSpPr txBox="1"/>
          <p:nvPr/>
        </p:nvSpPr>
        <p:spPr>
          <a:xfrm>
            <a:off x="685800" y="3938016"/>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5</a:t>
            </a:r>
            <a:r>
              <a:rPr lang="en-US" sz="1550" dirty="0">
                <a:solidFill>
                  <a:srgbClr val="17375E"/>
                </a:solidFill>
              </a:rPr>
              <a:t>  « le projet </a:t>
            </a:r>
            <a:r>
              <a:rPr lang="en-US" sz="1550" b="1" dirty="0">
                <a:solidFill>
                  <a:srgbClr val="17375E"/>
                </a:solidFill>
              </a:rPr>
              <a:t>dont</a:t>
            </a:r>
            <a:r>
              <a:rPr lang="en-US" sz="1550" dirty="0">
                <a:solidFill>
                  <a:srgbClr val="17375E"/>
                </a:solidFill>
              </a:rPr>
              <a:t> je suis fier·e »</a:t>
            </a:r>
            <a:endParaRPr lang="en-US" sz="1550" dirty="0"/>
          </a:p>
        </p:txBody>
      </p:sp>
      <p:sp>
        <p:nvSpPr>
          <p:cNvPr id="30" name="Text 26"/>
          <p:cNvSpPr txBox="1"/>
          <p:nvPr/>
        </p:nvSpPr>
        <p:spPr>
          <a:xfrm>
            <a:off x="5394960" y="3938016"/>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1" name="Shape 27"/>
          <p:cNvSpPr/>
          <p:nvPr/>
        </p:nvSpPr>
        <p:spPr>
          <a:xfrm>
            <a:off x="5897880" y="3938016"/>
            <a:ext cx="5742432" cy="400812"/>
          </a:xfrm>
          <a:prstGeom prst="roundRect">
            <a:avLst>
              <a:gd name="adj" fmla="val 22814"/>
            </a:avLst>
          </a:prstGeom>
          <a:solidFill>
            <a:srgbClr val="FFFFFF"/>
          </a:solidFill>
          <a:ln w="9525">
            <a:solidFill>
              <a:srgbClr val="D5DCE6"/>
            </a:solidFill>
            <a:prstDash val="solid"/>
          </a:ln>
        </p:spPr>
      </p:sp>
      <p:sp>
        <p:nvSpPr>
          <p:cNvPr id="32" name="Text 28"/>
          <p:cNvSpPr txBox="1"/>
          <p:nvPr/>
        </p:nvSpPr>
        <p:spPr>
          <a:xfrm>
            <a:off x="6035040" y="3938016"/>
            <a:ext cx="5513832" cy="400812"/>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33" name="Shape 29"/>
          <p:cNvSpPr/>
          <p:nvPr/>
        </p:nvSpPr>
        <p:spPr>
          <a:xfrm>
            <a:off x="548640" y="4430268"/>
            <a:ext cx="4846320" cy="400812"/>
          </a:xfrm>
          <a:prstGeom prst="roundRect">
            <a:avLst>
              <a:gd name="adj" fmla="val 22814"/>
            </a:avLst>
          </a:prstGeom>
          <a:solidFill>
            <a:srgbClr val="EEF3F8"/>
          </a:solidFill>
          <a:ln w="12700">
            <a:solidFill>
              <a:srgbClr val="FFFFFF">
                <a:alpha val="0"/>
              </a:srgbClr>
            </a:solidFill>
            <a:prstDash val="solid"/>
          </a:ln>
        </p:spPr>
      </p:sp>
      <p:sp>
        <p:nvSpPr>
          <p:cNvPr id="34" name="Text 30"/>
          <p:cNvSpPr txBox="1"/>
          <p:nvPr/>
        </p:nvSpPr>
        <p:spPr>
          <a:xfrm>
            <a:off x="685800" y="4430268"/>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6</a:t>
            </a:r>
            <a:r>
              <a:rPr lang="en-US" sz="1550" dirty="0">
                <a:solidFill>
                  <a:srgbClr val="17375E"/>
                </a:solidFill>
              </a:rPr>
              <a:t>  « l’année </a:t>
            </a:r>
            <a:r>
              <a:rPr lang="en-US" sz="1550" b="1" dirty="0">
                <a:solidFill>
                  <a:srgbClr val="17375E"/>
                </a:solidFill>
              </a:rPr>
              <a:t>où</a:t>
            </a:r>
            <a:r>
              <a:rPr lang="en-US" sz="1550" dirty="0">
                <a:solidFill>
                  <a:srgbClr val="17375E"/>
                </a:solidFill>
              </a:rPr>
              <a:t> nous avons déménagé »</a:t>
            </a:r>
            <a:endParaRPr lang="en-US" sz="1550" dirty="0"/>
          </a:p>
        </p:txBody>
      </p:sp>
      <p:sp>
        <p:nvSpPr>
          <p:cNvPr id="35" name="Text 31"/>
          <p:cNvSpPr txBox="1"/>
          <p:nvPr/>
        </p:nvSpPr>
        <p:spPr>
          <a:xfrm>
            <a:off x="5394960" y="4430268"/>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6" name="Shape 32"/>
          <p:cNvSpPr/>
          <p:nvPr/>
        </p:nvSpPr>
        <p:spPr>
          <a:xfrm>
            <a:off x="5897880" y="4430268"/>
            <a:ext cx="5742432" cy="400812"/>
          </a:xfrm>
          <a:prstGeom prst="roundRect">
            <a:avLst>
              <a:gd name="adj" fmla="val 22814"/>
            </a:avLst>
          </a:prstGeom>
          <a:solidFill>
            <a:srgbClr val="FFFFFF"/>
          </a:solidFill>
          <a:ln w="9525">
            <a:solidFill>
              <a:srgbClr val="D5DCE6"/>
            </a:solidFill>
            <a:prstDash val="solid"/>
          </a:ln>
        </p:spPr>
      </p:sp>
      <p:sp>
        <p:nvSpPr>
          <p:cNvPr id="37" name="Text 33"/>
          <p:cNvSpPr txBox="1"/>
          <p:nvPr/>
        </p:nvSpPr>
        <p:spPr>
          <a:xfrm>
            <a:off x="6035040" y="4430268"/>
            <a:ext cx="5513832" cy="400812"/>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38" name="Shape 34"/>
          <p:cNvSpPr/>
          <p:nvPr/>
        </p:nvSpPr>
        <p:spPr>
          <a:xfrm>
            <a:off x="548640" y="4922520"/>
            <a:ext cx="4846320" cy="400812"/>
          </a:xfrm>
          <a:prstGeom prst="roundRect">
            <a:avLst>
              <a:gd name="adj" fmla="val 22814"/>
            </a:avLst>
          </a:prstGeom>
          <a:solidFill>
            <a:srgbClr val="EEF3F8"/>
          </a:solidFill>
          <a:ln w="12700">
            <a:solidFill>
              <a:srgbClr val="FFFFFF">
                <a:alpha val="0"/>
              </a:srgbClr>
            </a:solidFill>
            <a:prstDash val="solid"/>
          </a:ln>
        </p:spPr>
      </p:sp>
      <p:sp>
        <p:nvSpPr>
          <p:cNvPr id="39" name="Text 35"/>
          <p:cNvSpPr txBox="1"/>
          <p:nvPr/>
        </p:nvSpPr>
        <p:spPr>
          <a:xfrm>
            <a:off x="685800" y="4922520"/>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7</a:t>
            </a:r>
            <a:r>
              <a:rPr lang="en-US" sz="1550" dirty="0">
                <a:solidFill>
                  <a:srgbClr val="17375E"/>
                </a:solidFill>
              </a:rPr>
              <a:t>  « la collègue </a:t>
            </a:r>
            <a:r>
              <a:rPr lang="en-US" sz="1550" b="1" dirty="0">
                <a:solidFill>
                  <a:srgbClr val="17375E"/>
                </a:solidFill>
              </a:rPr>
              <a:t>dont</a:t>
            </a:r>
            <a:r>
              <a:rPr lang="en-US" sz="1550" dirty="0">
                <a:solidFill>
                  <a:srgbClr val="17375E"/>
                </a:solidFill>
              </a:rPr>
              <a:t> la voiture est en panne »</a:t>
            </a:r>
            <a:endParaRPr lang="en-US" sz="1550" dirty="0"/>
          </a:p>
        </p:txBody>
      </p:sp>
      <p:sp>
        <p:nvSpPr>
          <p:cNvPr id="40" name="Text 36"/>
          <p:cNvSpPr txBox="1"/>
          <p:nvPr/>
        </p:nvSpPr>
        <p:spPr>
          <a:xfrm>
            <a:off x="5394960" y="4922520"/>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41" name="Shape 37"/>
          <p:cNvSpPr/>
          <p:nvPr/>
        </p:nvSpPr>
        <p:spPr>
          <a:xfrm>
            <a:off x="5897880" y="4922520"/>
            <a:ext cx="5742432" cy="400812"/>
          </a:xfrm>
          <a:prstGeom prst="roundRect">
            <a:avLst>
              <a:gd name="adj" fmla="val 22814"/>
            </a:avLst>
          </a:prstGeom>
          <a:solidFill>
            <a:srgbClr val="FFFFFF"/>
          </a:solidFill>
          <a:ln w="9525">
            <a:solidFill>
              <a:srgbClr val="D5DCE6"/>
            </a:solidFill>
            <a:prstDash val="solid"/>
          </a:ln>
        </p:spPr>
      </p:sp>
      <p:sp>
        <p:nvSpPr>
          <p:cNvPr id="42" name="Text 38"/>
          <p:cNvSpPr txBox="1"/>
          <p:nvPr/>
        </p:nvSpPr>
        <p:spPr>
          <a:xfrm>
            <a:off x="6035040" y="4922520"/>
            <a:ext cx="5513832" cy="400812"/>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43" name="Shape 39"/>
          <p:cNvSpPr/>
          <p:nvPr/>
        </p:nvSpPr>
        <p:spPr>
          <a:xfrm>
            <a:off x="548640" y="5414772"/>
            <a:ext cx="4846320" cy="400812"/>
          </a:xfrm>
          <a:prstGeom prst="roundRect">
            <a:avLst>
              <a:gd name="adj" fmla="val 22814"/>
            </a:avLst>
          </a:prstGeom>
          <a:solidFill>
            <a:srgbClr val="EEF3F8"/>
          </a:solidFill>
          <a:ln w="12700">
            <a:solidFill>
              <a:srgbClr val="FFFFFF">
                <a:alpha val="0"/>
              </a:srgbClr>
            </a:solidFill>
            <a:prstDash val="solid"/>
          </a:ln>
        </p:spPr>
      </p:sp>
      <p:sp>
        <p:nvSpPr>
          <p:cNvPr id="44" name="Text 40"/>
          <p:cNvSpPr txBox="1"/>
          <p:nvPr/>
        </p:nvSpPr>
        <p:spPr>
          <a:xfrm>
            <a:off x="685800" y="5414772"/>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8</a:t>
            </a:r>
            <a:r>
              <a:rPr lang="en-US" sz="1550" dirty="0">
                <a:solidFill>
                  <a:srgbClr val="17375E"/>
                </a:solidFill>
              </a:rPr>
              <a:t>  « la salle </a:t>
            </a:r>
            <a:r>
              <a:rPr lang="en-US" sz="1550" b="1" dirty="0">
                <a:solidFill>
                  <a:srgbClr val="17375E"/>
                </a:solidFill>
              </a:rPr>
              <a:t>où</a:t>
            </a:r>
            <a:r>
              <a:rPr lang="en-US" sz="1550" dirty="0">
                <a:solidFill>
                  <a:srgbClr val="17375E"/>
                </a:solidFill>
              </a:rPr>
              <a:t> nous nous réunissons »</a:t>
            </a:r>
            <a:endParaRPr lang="en-US" sz="1550" dirty="0"/>
          </a:p>
        </p:txBody>
      </p:sp>
      <p:sp>
        <p:nvSpPr>
          <p:cNvPr id="45" name="Text 41"/>
          <p:cNvSpPr txBox="1"/>
          <p:nvPr/>
        </p:nvSpPr>
        <p:spPr>
          <a:xfrm>
            <a:off x="5394960" y="5414772"/>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46" name="Shape 42"/>
          <p:cNvSpPr/>
          <p:nvPr/>
        </p:nvSpPr>
        <p:spPr>
          <a:xfrm>
            <a:off x="5897880" y="5414772"/>
            <a:ext cx="5742432" cy="400812"/>
          </a:xfrm>
          <a:prstGeom prst="roundRect">
            <a:avLst>
              <a:gd name="adj" fmla="val 22814"/>
            </a:avLst>
          </a:prstGeom>
          <a:solidFill>
            <a:srgbClr val="FFFFFF"/>
          </a:solidFill>
          <a:ln w="9525">
            <a:solidFill>
              <a:srgbClr val="D5DCE6"/>
            </a:solidFill>
            <a:prstDash val="solid"/>
          </a:ln>
        </p:spPr>
      </p:sp>
      <p:sp>
        <p:nvSpPr>
          <p:cNvPr id="47" name="Text 43"/>
          <p:cNvSpPr txBox="1"/>
          <p:nvPr/>
        </p:nvSpPr>
        <p:spPr>
          <a:xfrm>
            <a:off x="6035040" y="5414772"/>
            <a:ext cx="5513832" cy="400812"/>
          </a:xfrm>
          <a:prstGeom prst="rect">
            <a:avLst/>
          </a:prstGeom>
          <a:noFill/>
          <a:ln/>
        </p:spPr>
        <p:txBody>
          <a:bodyPr wrap="square" lIns="0" tIns="0" rIns="0" bIns="0" rtlCol="0" anchor="ctr"/>
          <a:lstStyle/>
          <a:p>
            <a:pPr algn="l" indent="0" marL="0">
              <a:buNone/>
            </a:pP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r>
              <a:rPr lang="en-US" sz="1600" i="1" dirty="0">
                <a:solidFill>
                  <a:srgbClr val="9AA6B5"/>
                </a:solidFill>
              </a:rPr>
              <a:t>……………………</a:t>
            </a:r>
            <a:endParaRPr lang="en-US" sz="16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9 — Traduire « dont » et « où »</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Traduisez. Pour « dont », cherchez d’abord le verbe néerlandais !</a:t>
            </a:r>
            <a:endParaRPr lang="en-US" sz="1700" dirty="0"/>
          </a:p>
        </p:txBody>
      </p:sp>
      <p:sp>
        <p:nvSpPr>
          <p:cNvPr id="9" name="Shape 5"/>
          <p:cNvSpPr/>
          <p:nvPr/>
        </p:nvSpPr>
        <p:spPr>
          <a:xfrm>
            <a:off x="548640" y="1969008"/>
            <a:ext cx="4846320" cy="400812"/>
          </a:xfrm>
          <a:prstGeom prst="roundRect">
            <a:avLst>
              <a:gd name="adj" fmla="val 22814"/>
            </a:avLst>
          </a:prstGeom>
          <a:solidFill>
            <a:srgbClr val="EEF3F8"/>
          </a:solidFill>
          <a:ln w="12700">
            <a:solidFill>
              <a:srgbClr val="FFFFFF">
                <a:alpha val="0"/>
              </a:srgbClr>
            </a:solidFill>
            <a:prstDash val="solid"/>
          </a:ln>
        </p:spPr>
      </p:sp>
      <p:sp>
        <p:nvSpPr>
          <p:cNvPr id="10" name="Text 6"/>
          <p:cNvSpPr txBox="1"/>
          <p:nvPr/>
        </p:nvSpPr>
        <p:spPr>
          <a:xfrm>
            <a:off x="685800" y="1969008"/>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1</a:t>
            </a:r>
            <a:r>
              <a:rPr lang="en-US" sz="1550" dirty="0">
                <a:solidFill>
                  <a:srgbClr val="17375E"/>
                </a:solidFill>
              </a:rPr>
              <a:t>  « le bureau </a:t>
            </a:r>
            <a:r>
              <a:rPr lang="en-US" sz="1550" b="1" dirty="0">
                <a:solidFill>
                  <a:srgbClr val="17375E"/>
                </a:solidFill>
              </a:rPr>
              <a:t>où</a:t>
            </a:r>
            <a:r>
              <a:rPr lang="en-US" sz="1550" dirty="0">
                <a:solidFill>
                  <a:srgbClr val="17375E"/>
                </a:solidFill>
              </a:rPr>
              <a:t> je travaille »</a:t>
            </a:r>
            <a:endParaRPr lang="en-US" sz="1550" dirty="0"/>
          </a:p>
        </p:txBody>
      </p:sp>
      <p:sp>
        <p:nvSpPr>
          <p:cNvPr id="11" name="Text 7"/>
          <p:cNvSpPr txBox="1"/>
          <p:nvPr/>
        </p:nvSpPr>
        <p:spPr>
          <a:xfrm>
            <a:off x="5394960" y="1969008"/>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2" name="Shape 8"/>
          <p:cNvSpPr/>
          <p:nvPr/>
        </p:nvSpPr>
        <p:spPr>
          <a:xfrm>
            <a:off x="5897880" y="1969008"/>
            <a:ext cx="5742432" cy="400812"/>
          </a:xfrm>
          <a:prstGeom prst="roundRect">
            <a:avLst>
              <a:gd name="adj" fmla="val 22814"/>
            </a:avLst>
          </a:prstGeom>
          <a:solidFill>
            <a:srgbClr val="FFFFFF"/>
          </a:solidFill>
          <a:ln w="9525">
            <a:solidFill>
              <a:srgbClr val="D5DCE6"/>
            </a:solidFill>
            <a:prstDash val="solid"/>
          </a:ln>
        </p:spPr>
      </p:sp>
      <p:sp>
        <p:nvSpPr>
          <p:cNvPr id="13" name="Text 9"/>
          <p:cNvSpPr txBox="1"/>
          <p:nvPr/>
        </p:nvSpPr>
        <p:spPr>
          <a:xfrm>
            <a:off x="6035040" y="1969008"/>
            <a:ext cx="5513832" cy="400812"/>
          </a:xfrm>
          <a:prstGeom prst="rect">
            <a:avLst/>
          </a:prstGeom>
          <a:noFill/>
          <a:ln/>
        </p:spPr>
        <p:txBody>
          <a:bodyPr wrap="square" lIns="0" tIns="0" rIns="0" bIns="0" rtlCol="0" anchor="ctr"/>
          <a:lstStyle/>
          <a:p>
            <a:pPr algn="l" indent="0" marL="0">
              <a:buNone/>
            </a:pPr>
            <a:r>
              <a:rPr lang="en-US" sz="1600" i="1" dirty="0">
                <a:solidFill>
                  <a:srgbClr val="2E7D4F"/>
                </a:solidFill>
              </a:rPr>
              <a:t>het kantoor </a:t>
            </a:r>
            <a:r>
              <a:rPr lang="en-US" sz="1600" b="1" i="1" dirty="0">
                <a:solidFill>
                  <a:srgbClr val="6E4A9E"/>
                </a:solidFill>
              </a:rPr>
              <a:t>waar</a:t>
            </a:r>
            <a:r>
              <a:rPr lang="en-US" sz="1600" i="1" dirty="0">
                <a:solidFill>
                  <a:srgbClr val="2E7D4F"/>
                </a:solidFill>
              </a:rPr>
              <a:t> ik werk</a:t>
            </a:r>
            <a:endParaRPr lang="en-US" sz="1600" dirty="0"/>
          </a:p>
        </p:txBody>
      </p:sp>
      <p:sp>
        <p:nvSpPr>
          <p:cNvPr id="14" name="Shape 10"/>
          <p:cNvSpPr/>
          <p:nvPr/>
        </p:nvSpPr>
        <p:spPr>
          <a:xfrm>
            <a:off x="548640" y="2461260"/>
            <a:ext cx="4846320" cy="400812"/>
          </a:xfrm>
          <a:prstGeom prst="roundRect">
            <a:avLst>
              <a:gd name="adj" fmla="val 22814"/>
            </a:avLst>
          </a:prstGeom>
          <a:solidFill>
            <a:srgbClr val="EEF3F8"/>
          </a:solidFill>
          <a:ln w="12700">
            <a:solidFill>
              <a:srgbClr val="FFFFFF">
                <a:alpha val="0"/>
              </a:srgbClr>
            </a:solidFill>
            <a:prstDash val="solid"/>
          </a:ln>
        </p:spPr>
      </p:sp>
      <p:sp>
        <p:nvSpPr>
          <p:cNvPr id="15" name="Text 11"/>
          <p:cNvSpPr txBox="1"/>
          <p:nvPr/>
        </p:nvSpPr>
        <p:spPr>
          <a:xfrm>
            <a:off x="685800" y="2461260"/>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2</a:t>
            </a:r>
            <a:r>
              <a:rPr lang="en-US" sz="1550" dirty="0">
                <a:solidFill>
                  <a:srgbClr val="17375E"/>
                </a:solidFill>
              </a:rPr>
              <a:t>  « le jour </a:t>
            </a:r>
            <a:r>
              <a:rPr lang="en-US" sz="1550" b="1" dirty="0">
                <a:solidFill>
                  <a:srgbClr val="17375E"/>
                </a:solidFill>
              </a:rPr>
              <a:t>où</a:t>
            </a:r>
            <a:r>
              <a:rPr lang="en-US" sz="1550" dirty="0">
                <a:solidFill>
                  <a:srgbClr val="17375E"/>
                </a:solidFill>
              </a:rPr>
              <a:t> j’ai commencé »</a:t>
            </a:r>
            <a:endParaRPr lang="en-US" sz="1550" dirty="0"/>
          </a:p>
        </p:txBody>
      </p:sp>
      <p:sp>
        <p:nvSpPr>
          <p:cNvPr id="16" name="Text 12"/>
          <p:cNvSpPr txBox="1"/>
          <p:nvPr/>
        </p:nvSpPr>
        <p:spPr>
          <a:xfrm>
            <a:off x="5394960" y="2461260"/>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17" name="Shape 13"/>
          <p:cNvSpPr/>
          <p:nvPr/>
        </p:nvSpPr>
        <p:spPr>
          <a:xfrm>
            <a:off x="5897880" y="2461260"/>
            <a:ext cx="5742432" cy="400812"/>
          </a:xfrm>
          <a:prstGeom prst="roundRect">
            <a:avLst>
              <a:gd name="adj" fmla="val 22814"/>
            </a:avLst>
          </a:prstGeom>
          <a:solidFill>
            <a:srgbClr val="FFFFFF"/>
          </a:solidFill>
          <a:ln w="9525">
            <a:solidFill>
              <a:srgbClr val="D5DCE6"/>
            </a:solidFill>
            <a:prstDash val="solid"/>
          </a:ln>
        </p:spPr>
      </p:sp>
      <p:sp>
        <p:nvSpPr>
          <p:cNvPr id="18" name="Text 14"/>
          <p:cNvSpPr txBox="1"/>
          <p:nvPr/>
        </p:nvSpPr>
        <p:spPr>
          <a:xfrm>
            <a:off x="6035040" y="2461260"/>
            <a:ext cx="5513832" cy="400812"/>
          </a:xfrm>
          <a:prstGeom prst="rect">
            <a:avLst/>
          </a:prstGeom>
          <a:noFill/>
          <a:ln/>
        </p:spPr>
        <p:txBody>
          <a:bodyPr wrap="square" lIns="0" tIns="0" rIns="0" bIns="0" rtlCol="0" anchor="ctr"/>
          <a:lstStyle/>
          <a:p>
            <a:pPr algn="l" indent="0" marL="0">
              <a:buNone/>
            </a:pPr>
            <a:r>
              <a:rPr lang="en-US" sz="1600" i="1" dirty="0">
                <a:solidFill>
                  <a:srgbClr val="2E7D4F"/>
                </a:solidFill>
              </a:rPr>
              <a:t>de dag </a:t>
            </a:r>
            <a:r>
              <a:rPr lang="en-US" sz="1600" b="1" i="1" dirty="0">
                <a:solidFill>
                  <a:srgbClr val="2A6FB0"/>
                </a:solidFill>
              </a:rPr>
              <a:t>dat</a:t>
            </a:r>
            <a:r>
              <a:rPr lang="en-US" sz="1600" i="1" dirty="0">
                <a:solidFill>
                  <a:srgbClr val="2E7D4F"/>
                </a:solidFill>
              </a:rPr>
              <a:t> (</a:t>
            </a:r>
            <a:r>
              <a:rPr lang="en-US" sz="1600" b="1" i="1" dirty="0">
                <a:solidFill>
                  <a:srgbClr val="2A6FB0"/>
                </a:solidFill>
              </a:rPr>
              <a:t>waarop</a:t>
            </a:r>
            <a:r>
              <a:rPr lang="en-US" sz="1600" i="1" dirty="0">
                <a:solidFill>
                  <a:srgbClr val="2E7D4F"/>
                </a:solidFill>
              </a:rPr>
              <a:t>) ik begonnen ben</a:t>
            </a:r>
            <a:endParaRPr lang="en-US" sz="1600" dirty="0"/>
          </a:p>
        </p:txBody>
      </p:sp>
      <p:sp>
        <p:nvSpPr>
          <p:cNvPr id="19" name="Shape 15"/>
          <p:cNvSpPr/>
          <p:nvPr/>
        </p:nvSpPr>
        <p:spPr>
          <a:xfrm>
            <a:off x="548640" y="2953512"/>
            <a:ext cx="4846320" cy="400812"/>
          </a:xfrm>
          <a:prstGeom prst="roundRect">
            <a:avLst>
              <a:gd name="adj" fmla="val 22814"/>
            </a:avLst>
          </a:prstGeom>
          <a:solidFill>
            <a:srgbClr val="EEF3F8"/>
          </a:solidFill>
          <a:ln w="12700">
            <a:solidFill>
              <a:srgbClr val="FFFFFF">
                <a:alpha val="0"/>
              </a:srgbClr>
            </a:solidFill>
            <a:prstDash val="solid"/>
          </a:ln>
        </p:spPr>
      </p:sp>
      <p:sp>
        <p:nvSpPr>
          <p:cNvPr id="20" name="Text 16"/>
          <p:cNvSpPr txBox="1"/>
          <p:nvPr/>
        </p:nvSpPr>
        <p:spPr>
          <a:xfrm>
            <a:off x="685800" y="2953512"/>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3</a:t>
            </a:r>
            <a:r>
              <a:rPr lang="en-US" sz="1550" dirty="0">
                <a:solidFill>
                  <a:srgbClr val="17375E"/>
                </a:solidFill>
              </a:rPr>
              <a:t>  « le dossier </a:t>
            </a:r>
            <a:r>
              <a:rPr lang="en-US" sz="1550" b="1" dirty="0">
                <a:solidFill>
                  <a:srgbClr val="17375E"/>
                </a:solidFill>
              </a:rPr>
              <a:t>dont</a:t>
            </a:r>
            <a:r>
              <a:rPr lang="en-US" sz="1550" dirty="0">
                <a:solidFill>
                  <a:srgbClr val="17375E"/>
                </a:solidFill>
              </a:rPr>
              <a:t> j’ai besoin »</a:t>
            </a:r>
            <a:endParaRPr lang="en-US" sz="1550" dirty="0"/>
          </a:p>
        </p:txBody>
      </p:sp>
      <p:sp>
        <p:nvSpPr>
          <p:cNvPr id="21" name="Text 17"/>
          <p:cNvSpPr txBox="1"/>
          <p:nvPr/>
        </p:nvSpPr>
        <p:spPr>
          <a:xfrm>
            <a:off x="5394960" y="2953512"/>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2" name="Shape 18"/>
          <p:cNvSpPr/>
          <p:nvPr/>
        </p:nvSpPr>
        <p:spPr>
          <a:xfrm>
            <a:off x="5897880" y="2953512"/>
            <a:ext cx="5742432" cy="400812"/>
          </a:xfrm>
          <a:prstGeom prst="roundRect">
            <a:avLst>
              <a:gd name="adj" fmla="val 22814"/>
            </a:avLst>
          </a:prstGeom>
          <a:solidFill>
            <a:srgbClr val="FFFFFF"/>
          </a:solidFill>
          <a:ln w="9525">
            <a:solidFill>
              <a:srgbClr val="D5DCE6"/>
            </a:solidFill>
            <a:prstDash val="solid"/>
          </a:ln>
        </p:spPr>
      </p:sp>
      <p:sp>
        <p:nvSpPr>
          <p:cNvPr id="23" name="Text 19"/>
          <p:cNvSpPr txBox="1"/>
          <p:nvPr/>
        </p:nvSpPr>
        <p:spPr>
          <a:xfrm>
            <a:off x="6035040" y="2953512"/>
            <a:ext cx="5513832" cy="400812"/>
          </a:xfrm>
          <a:prstGeom prst="rect">
            <a:avLst/>
          </a:prstGeom>
          <a:noFill/>
          <a:ln/>
        </p:spPr>
        <p:txBody>
          <a:bodyPr wrap="square" lIns="0" tIns="0" rIns="0" bIns="0" rtlCol="0" anchor="ctr"/>
          <a:lstStyle/>
          <a:p>
            <a:pPr algn="l" indent="0" marL="0">
              <a:buNone/>
            </a:pPr>
            <a:r>
              <a:rPr lang="en-US" sz="1600" i="1" dirty="0">
                <a:solidFill>
                  <a:srgbClr val="2E7D4F"/>
                </a:solidFill>
              </a:rPr>
              <a:t>het dossier </a:t>
            </a:r>
            <a:r>
              <a:rPr lang="en-US" sz="1600" b="1" i="1" dirty="0">
                <a:solidFill>
                  <a:srgbClr val="D9700F"/>
                </a:solidFill>
              </a:rPr>
              <a:t>dat</a:t>
            </a:r>
            <a:r>
              <a:rPr lang="en-US" sz="1600" i="1" dirty="0">
                <a:solidFill>
                  <a:srgbClr val="2E7D4F"/>
                </a:solidFill>
              </a:rPr>
              <a:t> ik nodig heb</a:t>
            </a:r>
            <a:endParaRPr lang="en-US" sz="1600" dirty="0"/>
          </a:p>
        </p:txBody>
      </p:sp>
      <p:sp>
        <p:nvSpPr>
          <p:cNvPr id="24" name="Shape 20"/>
          <p:cNvSpPr/>
          <p:nvPr/>
        </p:nvSpPr>
        <p:spPr>
          <a:xfrm>
            <a:off x="548640" y="3445764"/>
            <a:ext cx="4846320" cy="400812"/>
          </a:xfrm>
          <a:prstGeom prst="roundRect">
            <a:avLst>
              <a:gd name="adj" fmla="val 22814"/>
            </a:avLst>
          </a:prstGeom>
          <a:solidFill>
            <a:srgbClr val="EEF3F8"/>
          </a:solidFill>
          <a:ln w="12700">
            <a:solidFill>
              <a:srgbClr val="FFFFFF">
                <a:alpha val="0"/>
              </a:srgbClr>
            </a:solidFill>
            <a:prstDash val="solid"/>
          </a:ln>
        </p:spPr>
      </p:sp>
      <p:sp>
        <p:nvSpPr>
          <p:cNvPr id="25" name="Text 21"/>
          <p:cNvSpPr txBox="1"/>
          <p:nvPr/>
        </p:nvSpPr>
        <p:spPr>
          <a:xfrm>
            <a:off x="685800" y="3445764"/>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4</a:t>
            </a:r>
            <a:r>
              <a:rPr lang="en-US" sz="1550" dirty="0">
                <a:solidFill>
                  <a:srgbClr val="17375E"/>
                </a:solidFill>
              </a:rPr>
              <a:t>  « le collègue </a:t>
            </a:r>
            <a:r>
              <a:rPr lang="en-US" sz="1550" b="1" dirty="0">
                <a:solidFill>
                  <a:srgbClr val="17375E"/>
                </a:solidFill>
              </a:rPr>
              <a:t>dont</a:t>
            </a:r>
            <a:r>
              <a:rPr lang="en-US" sz="1550" dirty="0">
                <a:solidFill>
                  <a:srgbClr val="17375E"/>
                </a:solidFill>
              </a:rPr>
              <a:t> je parle »</a:t>
            </a:r>
            <a:endParaRPr lang="en-US" sz="1550" dirty="0"/>
          </a:p>
        </p:txBody>
      </p:sp>
      <p:sp>
        <p:nvSpPr>
          <p:cNvPr id="26" name="Text 22"/>
          <p:cNvSpPr txBox="1"/>
          <p:nvPr/>
        </p:nvSpPr>
        <p:spPr>
          <a:xfrm>
            <a:off x="5394960" y="3445764"/>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27" name="Shape 23"/>
          <p:cNvSpPr/>
          <p:nvPr/>
        </p:nvSpPr>
        <p:spPr>
          <a:xfrm>
            <a:off x="5897880" y="3445764"/>
            <a:ext cx="5742432" cy="400812"/>
          </a:xfrm>
          <a:prstGeom prst="roundRect">
            <a:avLst>
              <a:gd name="adj" fmla="val 22814"/>
            </a:avLst>
          </a:prstGeom>
          <a:solidFill>
            <a:srgbClr val="FFFFFF"/>
          </a:solidFill>
          <a:ln w="9525">
            <a:solidFill>
              <a:srgbClr val="D5DCE6"/>
            </a:solidFill>
            <a:prstDash val="solid"/>
          </a:ln>
        </p:spPr>
      </p:sp>
      <p:sp>
        <p:nvSpPr>
          <p:cNvPr id="28" name="Text 24"/>
          <p:cNvSpPr txBox="1"/>
          <p:nvPr/>
        </p:nvSpPr>
        <p:spPr>
          <a:xfrm>
            <a:off x="6035040" y="3445764"/>
            <a:ext cx="5513832" cy="400812"/>
          </a:xfrm>
          <a:prstGeom prst="rect">
            <a:avLst/>
          </a:prstGeom>
          <a:noFill/>
          <a:ln/>
        </p:spPr>
        <p:txBody>
          <a:bodyPr wrap="square" lIns="0" tIns="0" rIns="0" bIns="0" rtlCol="0" anchor="ctr"/>
          <a:lstStyle/>
          <a:p>
            <a:pPr algn="l" indent="0" marL="0">
              <a:buNone/>
            </a:pPr>
            <a:r>
              <a:rPr lang="en-US" sz="1600" i="1" dirty="0">
                <a:solidFill>
                  <a:srgbClr val="2E7D4F"/>
                </a:solidFill>
              </a:rPr>
              <a:t>de collega </a:t>
            </a:r>
            <a:r>
              <a:rPr lang="en-US" sz="1600" b="1" i="1" dirty="0">
                <a:solidFill>
                  <a:srgbClr val="B4236A"/>
                </a:solidFill>
              </a:rPr>
              <a:t>over wie</a:t>
            </a:r>
            <a:r>
              <a:rPr lang="en-US" sz="1600" i="1" dirty="0">
                <a:solidFill>
                  <a:srgbClr val="2E7D4F"/>
                </a:solidFill>
              </a:rPr>
              <a:t> ik praat</a:t>
            </a:r>
            <a:endParaRPr lang="en-US" sz="1600" dirty="0"/>
          </a:p>
        </p:txBody>
      </p:sp>
      <p:sp>
        <p:nvSpPr>
          <p:cNvPr id="29" name="Shape 25"/>
          <p:cNvSpPr/>
          <p:nvPr/>
        </p:nvSpPr>
        <p:spPr>
          <a:xfrm>
            <a:off x="548640" y="3938016"/>
            <a:ext cx="4846320" cy="400812"/>
          </a:xfrm>
          <a:prstGeom prst="roundRect">
            <a:avLst>
              <a:gd name="adj" fmla="val 22814"/>
            </a:avLst>
          </a:prstGeom>
          <a:solidFill>
            <a:srgbClr val="EEF3F8"/>
          </a:solidFill>
          <a:ln w="12700">
            <a:solidFill>
              <a:srgbClr val="FFFFFF">
                <a:alpha val="0"/>
              </a:srgbClr>
            </a:solidFill>
            <a:prstDash val="solid"/>
          </a:ln>
        </p:spPr>
      </p:sp>
      <p:sp>
        <p:nvSpPr>
          <p:cNvPr id="30" name="Text 26"/>
          <p:cNvSpPr txBox="1"/>
          <p:nvPr/>
        </p:nvSpPr>
        <p:spPr>
          <a:xfrm>
            <a:off x="685800" y="3938016"/>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5</a:t>
            </a:r>
            <a:r>
              <a:rPr lang="en-US" sz="1550" dirty="0">
                <a:solidFill>
                  <a:srgbClr val="17375E"/>
                </a:solidFill>
              </a:rPr>
              <a:t>  « le projet </a:t>
            </a:r>
            <a:r>
              <a:rPr lang="en-US" sz="1550" b="1" dirty="0">
                <a:solidFill>
                  <a:srgbClr val="17375E"/>
                </a:solidFill>
              </a:rPr>
              <a:t>dont</a:t>
            </a:r>
            <a:r>
              <a:rPr lang="en-US" sz="1550" dirty="0">
                <a:solidFill>
                  <a:srgbClr val="17375E"/>
                </a:solidFill>
              </a:rPr>
              <a:t> je suis fier·e »</a:t>
            </a:r>
            <a:endParaRPr lang="en-US" sz="1550" dirty="0"/>
          </a:p>
        </p:txBody>
      </p:sp>
      <p:sp>
        <p:nvSpPr>
          <p:cNvPr id="31" name="Text 27"/>
          <p:cNvSpPr txBox="1"/>
          <p:nvPr/>
        </p:nvSpPr>
        <p:spPr>
          <a:xfrm>
            <a:off x="5394960" y="3938016"/>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2" name="Shape 28"/>
          <p:cNvSpPr/>
          <p:nvPr/>
        </p:nvSpPr>
        <p:spPr>
          <a:xfrm>
            <a:off x="5897880" y="3938016"/>
            <a:ext cx="5742432" cy="400812"/>
          </a:xfrm>
          <a:prstGeom prst="roundRect">
            <a:avLst>
              <a:gd name="adj" fmla="val 22814"/>
            </a:avLst>
          </a:prstGeom>
          <a:solidFill>
            <a:srgbClr val="FFFFFF"/>
          </a:solidFill>
          <a:ln w="9525">
            <a:solidFill>
              <a:srgbClr val="D5DCE6"/>
            </a:solidFill>
            <a:prstDash val="solid"/>
          </a:ln>
        </p:spPr>
      </p:sp>
      <p:sp>
        <p:nvSpPr>
          <p:cNvPr id="33" name="Text 29"/>
          <p:cNvSpPr txBox="1"/>
          <p:nvPr/>
        </p:nvSpPr>
        <p:spPr>
          <a:xfrm>
            <a:off x="6035040" y="3938016"/>
            <a:ext cx="5513832" cy="400812"/>
          </a:xfrm>
          <a:prstGeom prst="rect">
            <a:avLst/>
          </a:prstGeom>
          <a:noFill/>
          <a:ln/>
        </p:spPr>
        <p:txBody>
          <a:bodyPr wrap="square" lIns="0" tIns="0" rIns="0" bIns="0" rtlCol="0" anchor="ctr"/>
          <a:lstStyle/>
          <a:p>
            <a:pPr algn="l" indent="0" marL="0">
              <a:buNone/>
            </a:pPr>
            <a:r>
              <a:rPr lang="en-US" sz="1600" i="1" dirty="0">
                <a:solidFill>
                  <a:srgbClr val="2E7D4F"/>
                </a:solidFill>
              </a:rPr>
              <a:t>het project </a:t>
            </a:r>
            <a:r>
              <a:rPr lang="en-US" sz="1600" b="1" i="1" dirty="0">
                <a:solidFill>
                  <a:srgbClr val="6E4A9E"/>
                </a:solidFill>
              </a:rPr>
              <a:t>waarop</a:t>
            </a:r>
            <a:r>
              <a:rPr lang="en-US" sz="1600" i="1" dirty="0">
                <a:solidFill>
                  <a:srgbClr val="2E7D4F"/>
                </a:solidFill>
              </a:rPr>
              <a:t> ik trots ben</a:t>
            </a:r>
            <a:endParaRPr lang="en-US" sz="1600" dirty="0"/>
          </a:p>
        </p:txBody>
      </p:sp>
      <p:sp>
        <p:nvSpPr>
          <p:cNvPr id="34" name="Shape 30"/>
          <p:cNvSpPr/>
          <p:nvPr/>
        </p:nvSpPr>
        <p:spPr>
          <a:xfrm>
            <a:off x="548640" y="4430268"/>
            <a:ext cx="4846320" cy="400812"/>
          </a:xfrm>
          <a:prstGeom prst="roundRect">
            <a:avLst>
              <a:gd name="adj" fmla="val 22814"/>
            </a:avLst>
          </a:prstGeom>
          <a:solidFill>
            <a:srgbClr val="EEF3F8"/>
          </a:solidFill>
          <a:ln w="12700">
            <a:solidFill>
              <a:srgbClr val="FFFFFF">
                <a:alpha val="0"/>
              </a:srgbClr>
            </a:solidFill>
            <a:prstDash val="solid"/>
          </a:ln>
        </p:spPr>
      </p:sp>
      <p:sp>
        <p:nvSpPr>
          <p:cNvPr id="35" name="Text 31"/>
          <p:cNvSpPr txBox="1"/>
          <p:nvPr/>
        </p:nvSpPr>
        <p:spPr>
          <a:xfrm>
            <a:off x="685800" y="4430268"/>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6</a:t>
            </a:r>
            <a:r>
              <a:rPr lang="en-US" sz="1550" dirty="0">
                <a:solidFill>
                  <a:srgbClr val="17375E"/>
                </a:solidFill>
              </a:rPr>
              <a:t>  « l’année </a:t>
            </a:r>
            <a:r>
              <a:rPr lang="en-US" sz="1550" b="1" dirty="0">
                <a:solidFill>
                  <a:srgbClr val="17375E"/>
                </a:solidFill>
              </a:rPr>
              <a:t>où</a:t>
            </a:r>
            <a:r>
              <a:rPr lang="en-US" sz="1550" dirty="0">
                <a:solidFill>
                  <a:srgbClr val="17375E"/>
                </a:solidFill>
              </a:rPr>
              <a:t> nous avons déménagé »</a:t>
            </a:r>
            <a:endParaRPr lang="en-US" sz="1550" dirty="0"/>
          </a:p>
        </p:txBody>
      </p:sp>
      <p:sp>
        <p:nvSpPr>
          <p:cNvPr id="36" name="Text 32"/>
          <p:cNvSpPr txBox="1"/>
          <p:nvPr/>
        </p:nvSpPr>
        <p:spPr>
          <a:xfrm>
            <a:off x="5394960" y="4430268"/>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37" name="Shape 33"/>
          <p:cNvSpPr/>
          <p:nvPr/>
        </p:nvSpPr>
        <p:spPr>
          <a:xfrm>
            <a:off x="5897880" y="4430268"/>
            <a:ext cx="5742432" cy="400812"/>
          </a:xfrm>
          <a:prstGeom prst="roundRect">
            <a:avLst>
              <a:gd name="adj" fmla="val 22814"/>
            </a:avLst>
          </a:prstGeom>
          <a:solidFill>
            <a:srgbClr val="FFFFFF"/>
          </a:solidFill>
          <a:ln w="9525">
            <a:solidFill>
              <a:srgbClr val="D5DCE6"/>
            </a:solidFill>
            <a:prstDash val="solid"/>
          </a:ln>
        </p:spPr>
      </p:sp>
      <p:sp>
        <p:nvSpPr>
          <p:cNvPr id="38" name="Text 34"/>
          <p:cNvSpPr txBox="1"/>
          <p:nvPr/>
        </p:nvSpPr>
        <p:spPr>
          <a:xfrm>
            <a:off x="6035040" y="4430268"/>
            <a:ext cx="5513832" cy="400812"/>
          </a:xfrm>
          <a:prstGeom prst="rect">
            <a:avLst/>
          </a:prstGeom>
          <a:noFill/>
          <a:ln/>
        </p:spPr>
        <p:txBody>
          <a:bodyPr wrap="square" lIns="0" tIns="0" rIns="0" bIns="0" rtlCol="0" anchor="ctr"/>
          <a:lstStyle/>
          <a:p>
            <a:pPr algn="l" indent="0" marL="0">
              <a:buNone/>
            </a:pPr>
            <a:r>
              <a:rPr lang="en-US" sz="1600" i="1" dirty="0">
                <a:solidFill>
                  <a:srgbClr val="2E7D4F"/>
                </a:solidFill>
              </a:rPr>
              <a:t>het jaar </a:t>
            </a:r>
            <a:r>
              <a:rPr lang="en-US" sz="1600" b="1" i="1" dirty="0">
                <a:solidFill>
                  <a:srgbClr val="2A6FB0"/>
                </a:solidFill>
              </a:rPr>
              <a:t>dat</a:t>
            </a:r>
            <a:r>
              <a:rPr lang="en-US" sz="1600" i="1" dirty="0">
                <a:solidFill>
                  <a:srgbClr val="2E7D4F"/>
                </a:solidFill>
              </a:rPr>
              <a:t> (</a:t>
            </a:r>
            <a:r>
              <a:rPr lang="en-US" sz="1600" b="1" i="1" dirty="0">
                <a:solidFill>
                  <a:srgbClr val="2A6FB0"/>
                </a:solidFill>
              </a:rPr>
              <a:t>waarin</a:t>
            </a:r>
            <a:r>
              <a:rPr lang="en-US" sz="1600" i="1" dirty="0">
                <a:solidFill>
                  <a:srgbClr val="2E7D4F"/>
                </a:solidFill>
              </a:rPr>
              <a:t>) we verhuisd zijn</a:t>
            </a:r>
            <a:endParaRPr lang="en-US" sz="1600" dirty="0"/>
          </a:p>
        </p:txBody>
      </p:sp>
      <p:sp>
        <p:nvSpPr>
          <p:cNvPr id="39" name="Shape 35"/>
          <p:cNvSpPr/>
          <p:nvPr/>
        </p:nvSpPr>
        <p:spPr>
          <a:xfrm>
            <a:off x="548640" y="4922520"/>
            <a:ext cx="4846320" cy="400812"/>
          </a:xfrm>
          <a:prstGeom prst="roundRect">
            <a:avLst>
              <a:gd name="adj" fmla="val 22814"/>
            </a:avLst>
          </a:prstGeom>
          <a:solidFill>
            <a:srgbClr val="EEF3F8"/>
          </a:solidFill>
          <a:ln w="12700">
            <a:solidFill>
              <a:srgbClr val="FFFFFF">
                <a:alpha val="0"/>
              </a:srgbClr>
            </a:solidFill>
            <a:prstDash val="solid"/>
          </a:ln>
        </p:spPr>
      </p:sp>
      <p:sp>
        <p:nvSpPr>
          <p:cNvPr id="40" name="Text 36"/>
          <p:cNvSpPr txBox="1"/>
          <p:nvPr/>
        </p:nvSpPr>
        <p:spPr>
          <a:xfrm>
            <a:off x="685800" y="4922520"/>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7</a:t>
            </a:r>
            <a:r>
              <a:rPr lang="en-US" sz="1550" dirty="0">
                <a:solidFill>
                  <a:srgbClr val="17375E"/>
                </a:solidFill>
              </a:rPr>
              <a:t>  « la collègue </a:t>
            </a:r>
            <a:r>
              <a:rPr lang="en-US" sz="1550" b="1" dirty="0">
                <a:solidFill>
                  <a:srgbClr val="17375E"/>
                </a:solidFill>
              </a:rPr>
              <a:t>dont</a:t>
            </a:r>
            <a:r>
              <a:rPr lang="en-US" sz="1550" dirty="0">
                <a:solidFill>
                  <a:srgbClr val="17375E"/>
                </a:solidFill>
              </a:rPr>
              <a:t> la voiture est en panne »</a:t>
            </a:r>
            <a:endParaRPr lang="en-US" sz="1550" dirty="0"/>
          </a:p>
        </p:txBody>
      </p:sp>
      <p:sp>
        <p:nvSpPr>
          <p:cNvPr id="41" name="Text 37"/>
          <p:cNvSpPr txBox="1"/>
          <p:nvPr/>
        </p:nvSpPr>
        <p:spPr>
          <a:xfrm>
            <a:off x="5394960" y="4922520"/>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42" name="Shape 38"/>
          <p:cNvSpPr/>
          <p:nvPr/>
        </p:nvSpPr>
        <p:spPr>
          <a:xfrm>
            <a:off x="5897880" y="4922520"/>
            <a:ext cx="5742432" cy="400812"/>
          </a:xfrm>
          <a:prstGeom prst="roundRect">
            <a:avLst>
              <a:gd name="adj" fmla="val 22814"/>
            </a:avLst>
          </a:prstGeom>
          <a:solidFill>
            <a:srgbClr val="FFFFFF"/>
          </a:solidFill>
          <a:ln w="9525">
            <a:solidFill>
              <a:srgbClr val="D5DCE6"/>
            </a:solidFill>
            <a:prstDash val="solid"/>
          </a:ln>
        </p:spPr>
      </p:sp>
      <p:sp>
        <p:nvSpPr>
          <p:cNvPr id="43" name="Text 39"/>
          <p:cNvSpPr txBox="1"/>
          <p:nvPr/>
        </p:nvSpPr>
        <p:spPr>
          <a:xfrm>
            <a:off x="6035040" y="4922520"/>
            <a:ext cx="5513832" cy="400812"/>
          </a:xfrm>
          <a:prstGeom prst="rect">
            <a:avLst/>
          </a:prstGeom>
          <a:noFill/>
          <a:ln/>
        </p:spPr>
        <p:txBody>
          <a:bodyPr wrap="square" lIns="0" tIns="0" rIns="0" bIns="0" rtlCol="0" anchor="ctr"/>
          <a:lstStyle/>
          <a:p>
            <a:pPr algn="l" indent="0" marL="0">
              <a:buNone/>
            </a:pPr>
            <a:r>
              <a:rPr lang="en-US" sz="1600" i="1" dirty="0">
                <a:solidFill>
                  <a:srgbClr val="2E7D4F"/>
                </a:solidFill>
              </a:rPr>
              <a:t>de collega </a:t>
            </a:r>
            <a:r>
              <a:rPr lang="en-US" sz="1600" b="1" i="1" dirty="0">
                <a:solidFill>
                  <a:srgbClr val="B4236A"/>
                </a:solidFill>
              </a:rPr>
              <a:t>van wie</a:t>
            </a:r>
            <a:r>
              <a:rPr lang="en-US" sz="1600" i="1" dirty="0">
                <a:solidFill>
                  <a:srgbClr val="2E7D4F"/>
                </a:solidFill>
              </a:rPr>
              <a:t> de auto kapot is</a:t>
            </a:r>
            <a:endParaRPr lang="en-US" sz="1600" dirty="0"/>
          </a:p>
        </p:txBody>
      </p:sp>
      <p:sp>
        <p:nvSpPr>
          <p:cNvPr id="44" name="Shape 40"/>
          <p:cNvSpPr/>
          <p:nvPr/>
        </p:nvSpPr>
        <p:spPr>
          <a:xfrm>
            <a:off x="548640" y="5414772"/>
            <a:ext cx="4846320" cy="400812"/>
          </a:xfrm>
          <a:prstGeom prst="roundRect">
            <a:avLst>
              <a:gd name="adj" fmla="val 22814"/>
            </a:avLst>
          </a:prstGeom>
          <a:solidFill>
            <a:srgbClr val="EEF3F8"/>
          </a:solidFill>
          <a:ln w="12700">
            <a:solidFill>
              <a:srgbClr val="FFFFFF">
                <a:alpha val="0"/>
              </a:srgbClr>
            </a:solidFill>
            <a:prstDash val="solid"/>
          </a:ln>
        </p:spPr>
      </p:sp>
      <p:sp>
        <p:nvSpPr>
          <p:cNvPr id="45" name="Text 41"/>
          <p:cNvSpPr txBox="1"/>
          <p:nvPr/>
        </p:nvSpPr>
        <p:spPr>
          <a:xfrm>
            <a:off x="685800" y="5414772"/>
            <a:ext cx="4617720" cy="400812"/>
          </a:xfrm>
          <a:prstGeom prst="rect">
            <a:avLst/>
          </a:prstGeom>
          <a:noFill/>
          <a:ln/>
        </p:spPr>
        <p:txBody>
          <a:bodyPr wrap="square" lIns="0" tIns="0" rIns="0" bIns="0" rtlCol="0" anchor="ctr"/>
          <a:lstStyle/>
          <a:p>
            <a:pPr algn="l" indent="0" marL="0">
              <a:buNone/>
            </a:pPr>
            <a:r>
              <a:rPr lang="en-US" sz="1550" b="1" dirty="0">
                <a:solidFill>
                  <a:srgbClr val="4A5A70"/>
                </a:solidFill>
              </a:rPr>
              <a:t>8</a:t>
            </a:r>
            <a:r>
              <a:rPr lang="en-US" sz="1550" dirty="0">
                <a:solidFill>
                  <a:srgbClr val="17375E"/>
                </a:solidFill>
              </a:rPr>
              <a:t>  « la salle </a:t>
            </a:r>
            <a:r>
              <a:rPr lang="en-US" sz="1550" b="1" dirty="0">
                <a:solidFill>
                  <a:srgbClr val="17375E"/>
                </a:solidFill>
              </a:rPr>
              <a:t>où</a:t>
            </a:r>
            <a:r>
              <a:rPr lang="en-US" sz="1550" dirty="0">
                <a:solidFill>
                  <a:srgbClr val="17375E"/>
                </a:solidFill>
              </a:rPr>
              <a:t> nous nous réunissons »</a:t>
            </a:r>
            <a:endParaRPr lang="en-US" sz="1550" dirty="0"/>
          </a:p>
        </p:txBody>
      </p:sp>
      <p:sp>
        <p:nvSpPr>
          <p:cNvPr id="46" name="Text 42"/>
          <p:cNvSpPr txBox="1"/>
          <p:nvPr/>
        </p:nvSpPr>
        <p:spPr>
          <a:xfrm>
            <a:off x="5394960" y="5414772"/>
            <a:ext cx="502920" cy="400812"/>
          </a:xfrm>
          <a:prstGeom prst="rect">
            <a:avLst/>
          </a:prstGeom>
          <a:noFill/>
          <a:ln/>
        </p:spPr>
        <p:txBody>
          <a:bodyPr wrap="square" lIns="0" tIns="0" rIns="0" bIns="0" rtlCol="0" anchor="ctr"/>
          <a:lstStyle/>
          <a:p>
            <a:pPr algn="ctr" indent="0" marL="0">
              <a:buNone/>
            </a:pPr>
            <a:r>
              <a:rPr lang="en-US" sz="1800" b="1" dirty="0">
                <a:solidFill>
                  <a:srgbClr val="4A5A70"/>
                </a:solidFill>
              </a:rPr>
              <a:t>➜</a:t>
            </a:r>
            <a:endParaRPr lang="en-US" sz="1800" dirty="0"/>
          </a:p>
        </p:txBody>
      </p:sp>
      <p:sp>
        <p:nvSpPr>
          <p:cNvPr id="47" name="Shape 43"/>
          <p:cNvSpPr/>
          <p:nvPr/>
        </p:nvSpPr>
        <p:spPr>
          <a:xfrm>
            <a:off x="5897880" y="5414772"/>
            <a:ext cx="5742432" cy="400812"/>
          </a:xfrm>
          <a:prstGeom prst="roundRect">
            <a:avLst>
              <a:gd name="adj" fmla="val 22814"/>
            </a:avLst>
          </a:prstGeom>
          <a:solidFill>
            <a:srgbClr val="FFFFFF"/>
          </a:solidFill>
          <a:ln w="9525">
            <a:solidFill>
              <a:srgbClr val="D5DCE6"/>
            </a:solidFill>
            <a:prstDash val="solid"/>
          </a:ln>
        </p:spPr>
      </p:sp>
      <p:sp>
        <p:nvSpPr>
          <p:cNvPr id="48" name="Text 44"/>
          <p:cNvSpPr txBox="1"/>
          <p:nvPr/>
        </p:nvSpPr>
        <p:spPr>
          <a:xfrm>
            <a:off x="6035040" y="5414772"/>
            <a:ext cx="5513832" cy="400812"/>
          </a:xfrm>
          <a:prstGeom prst="rect">
            <a:avLst/>
          </a:prstGeom>
          <a:noFill/>
          <a:ln/>
        </p:spPr>
        <p:txBody>
          <a:bodyPr wrap="square" lIns="0" tIns="0" rIns="0" bIns="0" rtlCol="0" anchor="ctr"/>
          <a:lstStyle/>
          <a:p>
            <a:pPr algn="l" indent="0" marL="0">
              <a:buNone/>
            </a:pPr>
            <a:r>
              <a:rPr lang="en-US" sz="1600" i="1" dirty="0">
                <a:solidFill>
                  <a:srgbClr val="2E7D4F"/>
                </a:solidFill>
              </a:rPr>
              <a:t>de zaal </a:t>
            </a:r>
            <a:r>
              <a:rPr lang="en-US" sz="1600" b="1" i="1" dirty="0">
                <a:solidFill>
                  <a:srgbClr val="6E4A9E"/>
                </a:solidFill>
              </a:rPr>
              <a:t>waar</a:t>
            </a:r>
            <a:r>
              <a:rPr lang="en-US" sz="1600" i="1" dirty="0">
                <a:solidFill>
                  <a:srgbClr val="2E7D4F"/>
                </a:solidFill>
              </a:rPr>
              <a:t> (</a:t>
            </a:r>
            <a:r>
              <a:rPr lang="en-US" sz="1600" b="1" i="1" dirty="0">
                <a:solidFill>
                  <a:srgbClr val="6E4A9E"/>
                </a:solidFill>
              </a:rPr>
              <a:t>waarin</a:t>
            </a:r>
            <a:r>
              <a:rPr lang="en-US" sz="1600" i="1" dirty="0">
                <a:solidFill>
                  <a:srgbClr val="2E7D4F"/>
                </a:solidFill>
              </a:rPr>
              <a:t>) we vergaderen</a:t>
            </a:r>
            <a:endParaRPr lang="en-US" sz="1600" dirty="0"/>
          </a:p>
        </p:txBody>
      </p:sp>
      <p:sp>
        <p:nvSpPr>
          <p:cNvPr id="49" name="Text 45"/>
          <p:cNvSpPr txBox="1"/>
          <p:nvPr/>
        </p:nvSpPr>
        <p:spPr>
          <a:xfrm>
            <a:off x="548640" y="5943600"/>
            <a:ext cx="11091672" cy="329184"/>
          </a:xfrm>
          <a:prstGeom prst="rect">
            <a:avLst/>
          </a:prstGeom>
          <a:noFill/>
          <a:ln/>
        </p:spPr>
        <p:txBody>
          <a:bodyPr wrap="square" lIns="0" tIns="0" rIns="0" bIns="0" rtlCol="0" anchor="ctr"/>
          <a:lstStyle/>
          <a:p>
            <a:pPr algn="ctr" indent="0" marL="0">
              <a:buNone/>
            </a:pPr>
            <a:r>
              <a:rPr lang="en-US" sz="1300" i="1" dirty="0">
                <a:solidFill>
                  <a:srgbClr val="4A5A70"/>
                </a:solidFill>
              </a:rPr>
              <a:t>N° 3 : </a:t>
            </a:r>
            <a:r>
              <a:rPr lang="en-US" sz="1300" i="1" dirty="0">
                <a:solidFill>
                  <a:srgbClr val="4A5A70"/>
                </a:solidFill>
              </a:rPr>
              <a:t>nodig hebben</a:t>
            </a:r>
            <a:r>
              <a:rPr lang="en-US" sz="1300" i="1" dirty="0">
                <a:solidFill>
                  <a:srgbClr val="4A5A70"/>
                </a:solidFill>
              </a:rPr>
              <a:t>, sans préposition · n° 4 : </a:t>
            </a:r>
            <a:r>
              <a:rPr lang="en-US" sz="1300" i="1" dirty="0">
                <a:solidFill>
                  <a:srgbClr val="4A5A70"/>
                </a:solidFill>
              </a:rPr>
              <a:t>praten over</a:t>
            </a:r>
            <a:r>
              <a:rPr lang="en-US" sz="1300" i="1" dirty="0">
                <a:solidFill>
                  <a:srgbClr val="4A5A70"/>
                </a:solidFill>
              </a:rPr>
              <a:t> · n° 5 : </a:t>
            </a:r>
            <a:r>
              <a:rPr lang="en-US" sz="1300" i="1" dirty="0">
                <a:solidFill>
                  <a:srgbClr val="4A5A70"/>
                </a:solidFill>
              </a:rPr>
              <a:t>trots zijn op</a:t>
            </a:r>
            <a:r>
              <a:rPr lang="en-US" sz="1300" i="1" dirty="0">
                <a:solidFill>
                  <a:srgbClr val="4A5A70"/>
                </a:solidFill>
              </a:rPr>
              <a:t> · n° 2 et 6 : aussi </a:t>
            </a:r>
            <a:r>
              <a:rPr lang="en-US" sz="1300" i="1" dirty="0">
                <a:solidFill>
                  <a:srgbClr val="4A5A70"/>
                </a:solidFill>
              </a:rPr>
              <a:t>ik begon, we verhuisden</a:t>
            </a:r>
            <a:r>
              <a:rPr lang="en-US" sz="1300" i="1" dirty="0">
                <a:solidFill>
                  <a:srgbClr val="4A5A70"/>
                </a:solidFill>
              </a:rPr>
              <a:t>.</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10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7" name="Text 3"/>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Lotte. Trouvez les 5 erreurs de relatifs.</a:t>
            </a:r>
            <a:endParaRPr lang="en-US" sz="1700" dirty="0"/>
          </a:p>
        </p:txBody>
      </p:sp>
      <p:sp>
        <p:nvSpPr>
          <p:cNvPr id="8" name="Shape 4"/>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9" name="Shape 5"/>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0" name="Text 6"/>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rgbClr val="4A5A70"/>
                </a:solidFill>
              </a:rPr>
              <a:t>Van: Karim Benali · Aan: Lotte Maes · Onderwerp: nieuws van kantoor</a:t>
            </a:r>
            <a:endParaRPr lang="en-US" sz="1300" dirty="0"/>
          </a:p>
        </p:txBody>
      </p:sp>
      <p:sp>
        <p:nvSpPr>
          <p:cNvPr id="11" name="Text 7"/>
          <p:cNvSpPr txBox="1"/>
          <p:nvPr/>
        </p:nvSpPr>
        <p:spPr>
          <a:xfrm>
            <a:off x="868680" y="2526792"/>
            <a:ext cx="7589520" cy="3627120"/>
          </a:xfrm>
          <a:prstGeom prst="rect">
            <a:avLst/>
          </a:prstGeom>
          <a:noFill/>
          <a:ln/>
        </p:spPr>
        <p:txBody>
          <a:bodyPr wrap="square" lIns="0" tIns="0" rIns="0" bIns="0" rtlCol="0" anchor="t"/>
          <a:lstStyle/>
          <a:p>
            <a:pPr algn="l" indent="0" marL="0">
              <a:lnSpc>
                <a:spcPct val="112000"/>
              </a:lnSpc>
              <a:spcAft>
                <a:spcPts val="600"/>
              </a:spcAft>
              <a:buNone/>
            </a:pPr>
            <a:r>
              <a:rPr lang="en-US" sz="1700" i="1" dirty="0">
                <a:solidFill>
                  <a:srgbClr val="1B2333"/>
                </a:solidFill>
              </a:rPr>
              <a:t>Beste Lotte,</a:t>
            </a:r>
            <a:endParaRPr lang="en-US" sz="1700" dirty="0"/>
          </a:p>
          <a:p>
            <a:pPr algn="l" indent="0" marL="0">
              <a:lnSpc>
                <a:spcPct val="112000"/>
              </a:lnSpc>
              <a:spcAft>
                <a:spcPts val="600"/>
              </a:spcAft>
              <a:buNone/>
            </a:pPr>
            <a:r>
              <a:rPr lang="en-US" sz="1700" i="1" dirty="0">
                <a:solidFill>
                  <a:srgbClr val="1B2333"/>
                </a:solidFill>
              </a:rPr>
              <a:t>Bedankt voor het rapport die je gisteren hebt gestuurd. De printer die staat op de tweede verdieping, is nog altijd kapot. De klant met wat ik vorige week vergaderd heb, wil het contract tekenen. Vrijdag is de dag waar we de nieuwe stagiair ontmoeten. O ja, de lift werkt nog altijd niet, dat erg lastig is.</a:t>
            </a:r>
            <a:endParaRPr lang="en-US" sz="1700" dirty="0"/>
          </a:p>
          <a:p>
            <a:pPr algn="l" indent="0" marL="0">
              <a:lnSpc>
                <a:spcPct val="112000"/>
              </a:lnSpc>
              <a:spcAft>
                <a:spcPts val="600"/>
              </a:spcAft>
              <a:buNone/>
            </a:pPr>
            <a:r>
              <a:rPr lang="en-US" sz="1700" i="1" dirty="0">
                <a:solidFill>
                  <a:srgbClr val="1B2333"/>
                </a:solidFill>
              </a:rPr>
              <a:t>Groetjes,</a:t>
            </a:r>
            <a:endParaRPr lang="en-US" sz="1700" dirty="0"/>
          </a:p>
          <a:p>
            <a:pPr algn="l" indent="0" marL="0">
              <a:lnSpc>
                <a:spcPct val="112000"/>
              </a:lnSpc>
              <a:spcAft>
                <a:spcPts val="600"/>
              </a:spcAft>
              <a:buNone/>
            </a:pPr>
            <a:r>
              <a:rPr lang="en-US" sz="1700" i="1" dirty="0">
                <a:solidFill>
                  <a:srgbClr val="1B2333"/>
                </a:solidFill>
              </a:rPr>
              <a:t>Karim</a:t>
            </a:r>
            <a:endParaRPr lang="en-US" sz="1700" dirty="0"/>
          </a:p>
        </p:txBody>
      </p:sp>
      <p:pic>
        <p:nvPicPr>
          <p:cNvPr id="12"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3" name="Shape 8"/>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4" name="Text 9"/>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rgbClr val="FFFFFF"/>
                </a:solidFill>
              </a:rPr>
              <a:t>5 erreurs ?</a:t>
            </a:r>
            <a:endParaRPr lang="en-US" sz="22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10 — Le détective</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ag"/>
          <p:cNvSpPr/>
          <p:nvPr/>
        </p:nvSpPr>
        <p:spPr>
          <a:xfrm>
            <a:off x="1887322" y="237744"/>
            <a:ext cx="1662379" cy="310896"/>
          </a:xfrm>
          <a:prstGeom prst="roundRect">
            <a:avLst>
              <a:gd name="adj" fmla="val 14706"/>
            </a:avLst>
          </a:prstGeom>
          <a:solidFill>
            <a:schemeClr val="accent3"/>
          </a:solidFill>
          <a:ln/>
        </p:spPr>
        <p:txBody>
          <a:bodyPr wrap="square" lIns="0" tIns="0" rIns="0" bIns="0" rtlCol="0" anchor="ctr"/>
          <a:lstStyle/>
          <a:p>
            <a:pPr algn="ctr" indent="0" marL="0">
              <a:buNone/>
            </a:pPr>
            <a:r>
              <a:rPr lang="en-US" sz="1200" b="1" spc="100" kern="0" dirty="0">
                <a:solidFill>
                  <a:srgbClr val="FFFFFF"/>
                </a:solidFill>
              </a:rPr>
              <a:t>✓ CORRECTIE</a:t>
            </a:r>
            <a:endParaRPr lang="en-US" sz="1200" dirty="0"/>
          </a:p>
        </p:txBody>
      </p:sp>
      <p:sp>
        <p:nvSpPr>
          <p:cNvPr id="5" name="Text 3"/>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7" name="Image 0" descr="HandPointRight">    </p:cNvPr>
          <p:cNvPicPr>
            <a:picLocks noChangeAspect="1"/>
          </p:cNvPicPr>
          <p:nvPr/>
        </p:nvPicPr>
        <p:blipFill>
          <a:blip r:embed="rId1"/>
          <a:stretch>
            <a:fillRect/>
          </a:stretch>
        </p:blipFill>
        <p:spPr>
          <a:xfrm>
            <a:off x="548640" y="1517904"/>
            <a:ext cx="274320" cy="274320"/>
          </a:xfrm>
          <a:prstGeom prst="rect">
            <a:avLst/>
          </a:prstGeom>
        </p:spPr>
      </p:pic>
      <p:sp>
        <p:nvSpPr>
          <p:cNvPr id="8" name="Text 4"/>
          <p:cNvSpPr txBox="1"/>
          <p:nvPr/>
        </p:nvSpPr>
        <p:spPr>
          <a:xfrm>
            <a:off x="960120" y="1481328"/>
            <a:ext cx="10680192" cy="313944"/>
          </a:xfrm>
          <a:prstGeom prst="rect">
            <a:avLst/>
          </a:prstGeom>
          <a:noFill/>
          <a:ln/>
        </p:spPr>
        <p:txBody>
          <a:bodyPr wrap="square" lIns="0" tIns="0" rIns="0" bIns="0" rtlCol="0" anchor="t"/>
          <a:lstStyle/>
          <a:p>
            <a:pPr algn="l" indent="0" marL="0">
              <a:buNone/>
            </a:pPr>
            <a:r>
              <a:rPr lang="en-US" sz="1700" i="1" dirty="0">
                <a:solidFill>
                  <a:schemeClr val="accent5"/>
                </a:solidFill>
              </a:rPr>
              <a:t>Karim écrit à Lotte. Trouvez les 5 erreurs de relatifs.</a:t>
            </a:r>
            <a:endParaRPr lang="en-US" sz="1700" dirty="0"/>
          </a:p>
        </p:txBody>
      </p:sp>
      <p:sp>
        <p:nvSpPr>
          <p:cNvPr id="9" name="Shape 5"/>
          <p:cNvSpPr/>
          <p:nvPr/>
        </p:nvSpPr>
        <p:spPr>
          <a:xfrm>
            <a:off x="548640" y="1932432"/>
            <a:ext cx="8229600" cy="4358640"/>
          </a:xfrm>
          <a:prstGeom prst="roundRect">
            <a:avLst>
              <a:gd name="adj" fmla="val 1678"/>
            </a:avLst>
          </a:prstGeom>
          <a:solidFill>
            <a:srgbClr val="FFFFFF"/>
          </a:solidFill>
          <a:ln w="15875">
            <a:solidFill>
              <a:srgbClr val="4A5A70"/>
            </a:solidFill>
            <a:prstDash val="solid"/>
          </a:ln>
          <a:effectLst>
            <a:outerShdw sx="100000" sy="100000" kx="0" ky="0" algn="bl" rotWithShape="0" blurRad="101600" dist="25400" dir="3600000">
              <a:srgbClr val="000000">
                <a:alpha val="16000"/>
              </a:srgbClr>
            </a:outerShdw>
          </a:effectLst>
        </p:spPr>
      </p:sp>
      <p:sp>
        <p:nvSpPr>
          <p:cNvPr id="10" name="Shape 6"/>
          <p:cNvSpPr/>
          <p:nvPr/>
        </p:nvSpPr>
        <p:spPr>
          <a:xfrm>
            <a:off x="548640" y="1932432"/>
            <a:ext cx="8229600" cy="457200"/>
          </a:xfrm>
          <a:prstGeom prst="roundRect">
            <a:avLst>
              <a:gd name="adj" fmla="val 8000"/>
            </a:avLst>
          </a:prstGeom>
          <a:solidFill>
            <a:srgbClr val="E6EBF2"/>
          </a:solidFill>
          <a:ln w="12700">
            <a:solidFill>
              <a:srgbClr val="FFFFFF">
                <a:alpha val="0"/>
              </a:srgbClr>
            </a:solidFill>
            <a:prstDash val="solid"/>
          </a:ln>
        </p:spPr>
      </p:sp>
      <p:sp>
        <p:nvSpPr>
          <p:cNvPr id="11" name="Text 7"/>
          <p:cNvSpPr txBox="1"/>
          <p:nvPr/>
        </p:nvSpPr>
        <p:spPr>
          <a:xfrm>
            <a:off x="777240" y="1932432"/>
            <a:ext cx="7772400" cy="457200"/>
          </a:xfrm>
          <a:prstGeom prst="rect">
            <a:avLst/>
          </a:prstGeom>
          <a:noFill/>
          <a:ln/>
        </p:spPr>
        <p:txBody>
          <a:bodyPr wrap="square" lIns="0" tIns="0" rIns="0" bIns="0" rtlCol="0" anchor="ctr"/>
          <a:lstStyle/>
          <a:p>
            <a:pPr algn="l" indent="0" marL="0">
              <a:buNone/>
            </a:pPr>
            <a:r>
              <a:rPr lang="en-US" sz="1300" dirty="0">
                <a:solidFill>
                  <a:srgbClr val="4A5A70"/>
                </a:solidFill>
              </a:rPr>
              <a:t>Van: Karim Benali · Aan: Lotte Maes · Onderwerp: nieuws van kantoor</a:t>
            </a:r>
            <a:endParaRPr lang="en-US" sz="1300" dirty="0"/>
          </a:p>
        </p:txBody>
      </p:sp>
      <p:sp>
        <p:nvSpPr>
          <p:cNvPr id="12" name="Text 8"/>
          <p:cNvSpPr txBox="1"/>
          <p:nvPr/>
        </p:nvSpPr>
        <p:spPr>
          <a:xfrm>
            <a:off x="868680" y="2526792"/>
            <a:ext cx="7589520" cy="3627120"/>
          </a:xfrm>
          <a:prstGeom prst="rect">
            <a:avLst/>
          </a:prstGeom>
          <a:noFill/>
          <a:ln/>
        </p:spPr>
        <p:txBody>
          <a:bodyPr wrap="square" lIns="0" tIns="0" rIns="0" bIns="0" rtlCol="0" anchor="t"/>
          <a:lstStyle/>
          <a:p>
            <a:pPr algn="l" indent="0" marL="0">
              <a:lnSpc>
                <a:spcPct val="112000"/>
              </a:lnSpc>
              <a:spcAft>
                <a:spcPts val="600"/>
              </a:spcAft>
              <a:buNone/>
            </a:pPr>
            <a:r>
              <a:rPr lang="en-US" sz="1700" i="1" dirty="0">
                <a:solidFill>
                  <a:srgbClr val="1B2333"/>
                </a:solidFill>
              </a:rPr>
              <a:t>Beste Lotte,</a:t>
            </a:r>
            <a:endParaRPr lang="en-US" sz="1700" dirty="0"/>
          </a:p>
          <a:p>
            <a:pPr algn="l" indent="0" marL="0">
              <a:lnSpc>
                <a:spcPct val="112000"/>
              </a:lnSpc>
              <a:spcAft>
                <a:spcPts val="600"/>
              </a:spcAft>
              <a:buNone/>
            </a:pPr>
            <a:r>
              <a:rPr lang="en-US" sz="1700" i="1" dirty="0">
                <a:solidFill>
                  <a:srgbClr val="1B2333"/>
                </a:solidFill>
              </a:rPr>
              <a:t>Bedankt voor het rapport </a:t>
            </a:r>
            <a:r>
              <a:rPr lang="en-US" sz="1700" i="1" strike="sngStrike" dirty="0">
                <a:solidFill>
                  <a:srgbClr val="B83227"/>
                </a:solidFill>
              </a:rPr>
              <a:t>die</a:t>
            </a:r>
            <a:r>
              <a:rPr lang="en-US" sz="1700" i="1" dirty="0">
                <a:solidFill>
                  <a:srgbClr val="1B2333"/>
                </a:solidFill>
              </a:rPr>
              <a:t> </a:t>
            </a:r>
            <a:r>
              <a:rPr lang="en-US" sz="1700" b="1" i="1" dirty="0">
                <a:solidFill>
                  <a:srgbClr val="D9700F"/>
                </a:solidFill>
              </a:rPr>
              <a:t>dat</a:t>
            </a:r>
            <a:r>
              <a:rPr lang="en-US" sz="1700" i="1" dirty="0">
                <a:solidFill>
                  <a:srgbClr val="1B2333"/>
                </a:solidFill>
              </a:rPr>
              <a:t> je gisteren hebt gestuurd. De printer </a:t>
            </a:r>
            <a:r>
              <a:rPr lang="en-US" sz="1700" i="1" strike="sngStrike" dirty="0">
                <a:solidFill>
                  <a:srgbClr val="B83227"/>
                </a:solidFill>
              </a:rPr>
              <a:t>die staat op de tweede verdieping</a:t>
            </a:r>
            <a:r>
              <a:rPr lang="en-US" sz="1700" i="1" dirty="0">
                <a:solidFill>
                  <a:srgbClr val="1B2333"/>
                </a:solidFill>
              </a:rPr>
              <a:t> </a:t>
            </a:r>
            <a:r>
              <a:rPr lang="en-US" sz="1700" b="1" i="1" dirty="0">
                <a:solidFill>
                  <a:srgbClr val="17375E"/>
                </a:solidFill>
              </a:rPr>
              <a:t>die</a:t>
            </a:r>
            <a:r>
              <a:rPr lang="en-US" sz="1700" i="1" dirty="0">
                <a:solidFill>
                  <a:srgbClr val="1B2333"/>
                </a:solidFill>
              </a:rPr>
              <a:t> op de tweede verdieping </a:t>
            </a:r>
            <a:r>
              <a:rPr lang="en-US" sz="1700" b="1" i="1" dirty="0">
                <a:solidFill>
                  <a:srgbClr val="B83227"/>
                </a:solidFill>
              </a:rPr>
              <a:t>staat</a:t>
            </a:r>
            <a:r>
              <a:rPr lang="en-US" sz="1700" i="1" dirty="0">
                <a:solidFill>
                  <a:srgbClr val="1B2333"/>
                </a:solidFill>
              </a:rPr>
              <a:t>, is nog altijd kapot. De klant </a:t>
            </a:r>
            <a:r>
              <a:rPr lang="en-US" sz="1700" i="1" strike="sngStrike" dirty="0">
                <a:solidFill>
                  <a:srgbClr val="B83227"/>
                </a:solidFill>
              </a:rPr>
              <a:t>met wat</a:t>
            </a:r>
            <a:r>
              <a:rPr lang="en-US" sz="1700" i="1" dirty="0">
                <a:solidFill>
                  <a:srgbClr val="1B2333"/>
                </a:solidFill>
              </a:rPr>
              <a:t> </a:t>
            </a:r>
            <a:r>
              <a:rPr lang="en-US" sz="1700" b="1" i="1" dirty="0">
                <a:solidFill>
                  <a:srgbClr val="B4236A"/>
                </a:solidFill>
              </a:rPr>
              <a:t>met wie</a:t>
            </a:r>
            <a:r>
              <a:rPr lang="en-US" sz="1700" i="1" dirty="0">
                <a:solidFill>
                  <a:srgbClr val="1B2333"/>
                </a:solidFill>
              </a:rPr>
              <a:t> ik vorige week vergaderd heb, wil het contract tekenen. Vrijdag is de dag </a:t>
            </a:r>
            <a:r>
              <a:rPr lang="en-US" sz="1700" i="1" strike="sngStrike" dirty="0">
                <a:solidFill>
                  <a:srgbClr val="B83227"/>
                </a:solidFill>
              </a:rPr>
              <a:t>waar</a:t>
            </a:r>
            <a:r>
              <a:rPr lang="en-US" sz="1700" i="1" dirty="0">
                <a:solidFill>
                  <a:srgbClr val="1B2333"/>
                </a:solidFill>
              </a:rPr>
              <a:t> </a:t>
            </a:r>
            <a:r>
              <a:rPr lang="en-US" sz="1700" b="1" i="1" dirty="0">
                <a:solidFill>
                  <a:srgbClr val="2A6FB0"/>
                </a:solidFill>
              </a:rPr>
              <a:t>dat</a:t>
            </a:r>
            <a:r>
              <a:rPr lang="en-US" sz="1700" i="1" dirty="0">
                <a:solidFill>
                  <a:srgbClr val="1B2333"/>
                </a:solidFill>
              </a:rPr>
              <a:t> we de nieuwe stagiair ontmoeten. O ja, de lift werkt nog altijd niet, </a:t>
            </a:r>
            <a:r>
              <a:rPr lang="en-US" sz="1700" i="1" strike="sngStrike" dirty="0">
                <a:solidFill>
                  <a:srgbClr val="B83227"/>
                </a:solidFill>
              </a:rPr>
              <a:t>dat</a:t>
            </a:r>
            <a:r>
              <a:rPr lang="en-US" sz="1700" i="1" dirty="0">
                <a:solidFill>
                  <a:srgbClr val="1B2333"/>
                </a:solidFill>
              </a:rPr>
              <a:t> </a:t>
            </a:r>
            <a:r>
              <a:rPr lang="en-US" sz="1700" b="1" i="1" dirty="0">
                <a:solidFill>
                  <a:srgbClr val="2E7D4F"/>
                </a:solidFill>
              </a:rPr>
              <a:t>wat</a:t>
            </a:r>
            <a:r>
              <a:rPr lang="en-US" sz="1700" i="1" dirty="0">
                <a:solidFill>
                  <a:srgbClr val="1B2333"/>
                </a:solidFill>
              </a:rPr>
              <a:t> erg lastig is.</a:t>
            </a:r>
            <a:endParaRPr lang="en-US" sz="1700" dirty="0"/>
          </a:p>
          <a:p>
            <a:pPr algn="l" indent="0" marL="0">
              <a:lnSpc>
                <a:spcPct val="112000"/>
              </a:lnSpc>
              <a:spcAft>
                <a:spcPts val="600"/>
              </a:spcAft>
              <a:buNone/>
            </a:pPr>
            <a:r>
              <a:rPr lang="en-US" sz="1700" i="1" dirty="0">
                <a:solidFill>
                  <a:srgbClr val="1B2333"/>
                </a:solidFill>
              </a:rPr>
              <a:t>Groetjes,</a:t>
            </a:r>
            <a:endParaRPr lang="en-US" sz="1700" dirty="0"/>
          </a:p>
          <a:p>
            <a:pPr algn="l" indent="0" marL="0">
              <a:lnSpc>
                <a:spcPct val="112000"/>
              </a:lnSpc>
              <a:spcAft>
                <a:spcPts val="600"/>
              </a:spcAft>
              <a:buNone/>
            </a:pPr>
            <a:r>
              <a:rPr lang="en-US" sz="1700" i="1" dirty="0">
                <a:solidFill>
                  <a:srgbClr val="1B2333"/>
                </a:solidFill>
              </a:rPr>
              <a:t>Karim</a:t>
            </a:r>
            <a:endParaRPr lang="en-US" sz="1700" dirty="0"/>
          </a:p>
        </p:txBody>
      </p:sp>
      <p:pic>
        <p:nvPicPr>
          <p:cNvPr id="13" name="Image 1" descr="magnifying glass tilted left">    </p:cNvPr>
          <p:cNvPicPr>
            <a:picLocks noChangeAspect="1"/>
          </p:cNvPicPr>
          <p:nvPr/>
        </p:nvPicPr>
        <p:blipFill>
          <a:blip r:embed="rId2"/>
          <a:stretch>
            <a:fillRect/>
          </a:stretch>
        </p:blipFill>
        <p:spPr>
          <a:xfrm>
            <a:off x="9509760" y="2023872"/>
            <a:ext cx="1463040" cy="1463040"/>
          </a:xfrm>
          <a:prstGeom prst="rect">
            <a:avLst/>
          </a:prstGeom>
        </p:spPr>
      </p:pic>
      <p:sp>
        <p:nvSpPr>
          <p:cNvPr id="14" name="Shape 9"/>
          <p:cNvSpPr/>
          <p:nvPr/>
        </p:nvSpPr>
        <p:spPr>
          <a:xfrm>
            <a:off x="9052560" y="3715512"/>
            <a:ext cx="2587752" cy="822960"/>
          </a:xfrm>
          <a:prstGeom prst="roundRect">
            <a:avLst>
              <a:gd name="adj" fmla="val 8889"/>
            </a:avLst>
          </a:prstGeom>
          <a:solidFill>
            <a:schemeClr val="accent6"/>
          </a:solidFill>
          <a:ln w="12700">
            <a:solidFill>
              <a:srgbClr val="FFFFFF">
                <a:alpha val="0"/>
              </a:srgbClr>
            </a:solidFill>
            <a:prstDash val="solid"/>
          </a:ln>
        </p:spPr>
      </p:sp>
      <p:sp>
        <p:nvSpPr>
          <p:cNvPr id="15" name="Text 10"/>
          <p:cNvSpPr txBox="1"/>
          <p:nvPr/>
        </p:nvSpPr>
        <p:spPr>
          <a:xfrm>
            <a:off x="9052560" y="3715512"/>
            <a:ext cx="2587752" cy="822960"/>
          </a:xfrm>
          <a:prstGeom prst="rect">
            <a:avLst/>
          </a:prstGeom>
          <a:noFill/>
          <a:ln/>
        </p:spPr>
        <p:txBody>
          <a:bodyPr wrap="square" lIns="0" tIns="0" rIns="0" bIns="0" rtlCol="0" anchor="ctr"/>
          <a:lstStyle/>
          <a:p>
            <a:pPr algn="ctr" indent="0" marL="0">
              <a:buNone/>
            </a:pPr>
            <a:r>
              <a:rPr lang="en-US" sz="2200" b="1" dirty="0">
                <a:solidFill>
                  <a:srgbClr val="FFFFFF"/>
                </a:solidFill>
              </a:rPr>
              <a:t>5 erreurs ✓</a:t>
            </a:r>
            <a:endParaRPr lang="en-US" sz="2200" dirty="0"/>
          </a:p>
        </p:txBody>
      </p:sp>
      <p:sp>
        <p:nvSpPr>
          <p:cNvPr id="16" name="Text 11"/>
          <p:cNvSpPr txBox="1"/>
          <p:nvPr/>
        </p:nvSpPr>
        <p:spPr>
          <a:xfrm>
            <a:off x="9052560" y="4721352"/>
            <a:ext cx="2587752" cy="2011680"/>
          </a:xfrm>
          <a:prstGeom prst="rect">
            <a:avLst/>
          </a:prstGeom>
          <a:noFill/>
          <a:ln/>
        </p:spPr>
        <p:txBody>
          <a:bodyPr wrap="square" lIns="0" tIns="0" rIns="0" bIns="0" rtlCol="0" anchor="t"/>
          <a:lstStyle/>
          <a:p>
            <a:pPr algn="l" indent="0" marL="0">
              <a:buNone/>
            </a:pPr>
            <a:r>
              <a:rPr lang="en-US" sz="1300" i="1" dirty="0">
                <a:solidFill>
                  <a:srgbClr val="4A5A70"/>
                </a:solidFill>
              </a:rPr>
              <a:t>Les règles : diapos 5 (</a:t>
            </a:r>
            <a:r>
              <a:rPr lang="en-US" sz="1300" i="1" dirty="0">
                <a:solidFill>
                  <a:srgbClr val="4A5A70"/>
                </a:solidFill>
              </a:rPr>
              <a:t>het</a:t>
            </a:r>
            <a:r>
              <a:rPr lang="en-US" sz="1300" i="1" dirty="0">
                <a:solidFill>
                  <a:srgbClr val="4A5A70"/>
                </a:solidFill>
              </a:rPr>
              <a:t>), 7 (le verbe), 14 (personne), 18 (le temps : aussi </a:t>
            </a:r>
            <a:r>
              <a:rPr lang="en-US" sz="1300" b="1" i="1" dirty="0">
                <a:solidFill>
                  <a:srgbClr val="2A6FB0"/>
                </a:solidFill>
              </a:rPr>
              <a:t>waarop</a:t>
            </a:r>
            <a:r>
              <a:rPr lang="en-US" sz="1300" i="1" dirty="0">
                <a:solidFill>
                  <a:srgbClr val="4A5A70"/>
                </a:solidFill>
              </a:rPr>
              <a:t>), 12 (toute la phrase).</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11 — Taboe ! Définissez sans nommer</a:t>
            </a:r>
            <a:endParaRPr lang="en-US" sz="3000" dirty="0"/>
          </a:p>
        </p:txBody>
      </p:sp>
      <p:sp>
        <p:nvSpPr>
          <p:cNvPr id="3" name="tag"/>
          <p:cNvSpPr/>
          <p:nvPr/>
        </p:nvSpPr>
        <p:spPr>
          <a:xfrm>
            <a:off x="548640" y="237744"/>
            <a:ext cx="1228954" cy="310896"/>
          </a:xfrm>
          <a:prstGeom prst="roundRect">
            <a:avLst>
              <a:gd name="adj" fmla="val 14706"/>
            </a:avLst>
          </a:prstGeom>
          <a:solidFill>
            <a:schemeClr val="accent1"/>
          </a:solidFill>
          <a:ln/>
        </p:spPr>
        <p:txBody>
          <a:bodyPr wrap="square" lIns="0" tIns="0" rIns="0" bIns="0" rtlCol="0" anchor="ctr"/>
          <a:lstStyle/>
          <a:p>
            <a:pPr algn="ctr" indent="0" marL="0">
              <a:buNone/>
            </a:pPr>
            <a:r>
              <a:rPr lang="en-US" sz="1200" b="1" spc="100" kern="0" dirty="0">
                <a:solidFill>
                  <a:srgbClr val="FFFFFF"/>
                </a:solidFill>
              </a:rPr>
              <a:t>JIJ NU !</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pic>
        <p:nvPicPr>
          <p:cNvPr id="6" name="Image 0" descr="speech balloon">    </p:cNvPr>
          <p:cNvPicPr>
            <a:picLocks noChangeAspect="1"/>
          </p:cNvPicPr>
          <p:nvPr/>
        </p:nvPicPr>
        <p:blipFill>
          <a:blip r:embed="rId1"/>
          <a:stretch>
            <a:fillRect/>
          </a:stretch>
        </p:blipFill>
        <p:spPr>
          <a:xfrm>
            <a:off x="548640" y="1371600"/>
            <a:ext cx="731520" cy="731520"/>
          </a:xfrm>
          <a:prstGeom prst="rect">
            <a:avLst/>
          </a:prstGeom>
        </p:spPr>
      </p:pic>
      <p:sp>
        <p:nvSpPr>
          <p:cNvPr id="7" name="Text 3"/>
          <p:cNvSpPr txBox="1"/>
          <p:nvPr/>
        </p:nvSpPr>
        <p:spPr>
          <a:xfrm>
            <a:off x="1417320" y="1371600"/>
            <a:ext cx="10149840" cy="731520"/>
          </a:xfrm>
          <a:prstGeom prst="rect">
            <a:avLst/>
          </a:prstGeom>
          <a:noFill/>
          <a:ln/>
        </p:spPr>
        <p:txBody>
          <a:bodyPr wrap="square" lIns="0" tIns="0" rIns="0" bIns="0" rtlCol="0" anchor="ctr"/>
          <a:lstStyle/>
          <a:p>
            <a:pPr algn="l" indent="0" marL="0">
              <a:buNone/>
            </a:pPr>
            <a:r>
              <a:rPr lang="en-US" sz="1600" dirty="0">
                <a:solidFill>
                  <a:srgbClr val="1B2333"/>
                </a:solidFill>
              </a:rPr>
              <a:t>Par deux : A tire une carte et la définit avec une </a:t>
            </a:r>
            <a:r>
              <a:rPr lang="en-US" sz="1600" b="1" dirty="0">
                <a:solidFill>
                  <a:srgbClr val="1B2333"/>
                </a:solidFill>
              </a:rPr>
              <a:t>relative</a:t>
            </a:r>
            <a:r>
              <a:rPr lang="en-US" sz="1600" dirty="0">
                <a:solidFill>
                  <a:srgbClr val="1B2333"/>
                </a:solidFill>
              </a:rPr>
              <a:t> ; B devine. 1 minute par carte.</a:t>
            </a:r>
            <a:endParaRPr lang="en-US" sz="1600" dirty="0"/>
          </a:p>
        </p:txBody>
      </p:sp>
      <p:sp>
        <p:nvSpPr>
          <p:cNvPr id="8" name="Shape 4"/>
          <p:cNvSpPr/>
          <p:nvPr/>
        </p:nvSpPr>
        <p:spPr>
          <a:xfrm>
            <a:off x="548640" y="2240280"/>
            <a:ext cx="2649474" cy="502920"/>
          </a:xfrm>
          <a:prstGeom prst="roundRect">
            <a:avLst>
              <a:gd name="adj" fmla="val 21818"/>
            </a:avLst>
          </a:prstGeom>
          <a:solidFill>
            <a:srgbClr val="E6EBF2"/>
          </a:solidFill>
          <a:ln w="19050">
            <a:solidFill>
              <a:srgbClr val="17375E"/>
            </a:solidFill>
            <a:prstDash val="solid"/>
          </a:ln>
        </p:spPr>
      </p:sp>
      <p:sp>
        <p:nvSpPr>
          <p:cNvPr id="9" name="Text 5"/>
          <p:cNvSpPr txBox="1"/>
          <p:nvPr/>
        </p:nvSpPr>
        <p:spPr>
          <a:xfrm>
            <a:off x="548640" y="2240280"/>
            <a:ext cx="2649474" cy="502920"/>
          </a:xfrm>
          <a:prstGeom prst="rect">
            <a:avLst/>
          </a:prstGeom>
          <a:noFill/>
          <a:ln/>
        </p:spPr>
        <p:txBody>
          <a:bodyPr wrap="square" lIns="0" tIns="0" rIns="0" bIns="0" rtlCol="0" anchor="ctr"/>
          <a:lstStyle/>
          <a:p>
            <a:pPr algn="ctr" indent="0" marL="0">
              <a:buNone/>
            </a:pPr>
            <a:r>
              <a:rPr lang="en-US" sz="1650" i="1" dirty="0">
                <a:solidFill>
                  <a:srgbClr val="1B2333"/>
                </a:solidFill>
              </a:rPr>
              <a:t>Het is iemand </a:t>
            </a:r>
            <a:r>
              <a:rPr lang="en-US" sz="1650" b="1" i="1" dirty="0">
                <a:solidFill>
                  <a:srgbClr val="17375E"/>
                </a:solidFill>
              </a:rPr>
              <a:t>die</a:t>
            </a:r>
            <a:r>
              <a:rPr lang="en-US" sz="1650" i="1" dirty="0">
                <a:solidFill>
                  <a:srgbClr val="1B2333"/>
                </a:solidFill>
              </a:rPr>
              <a:t>…</a:t>
            </a:r>
            <a:endParaRPr lang="en-US" sz="1650" dirty="0"/>
          </a:p>
        </p:txBody>
      </p:sp>
      <p:sp>
        <p:nvSpPr>
          <p:cNvPr id="10" name="Shape 6"/>
          <p:cNvSpPr/>
          <p:nvPr/>
        </p:nvSpPr>
        <p:spPr>
          <a:xfrm>
            <a:off x="3362706" y="2240280"/>
            <a:ext cx="2649474" cy="502920"/>
          </a:xfrm>
          <a:prstGeom prst="roundRect">
            <a:avLst>
              <a:gd name="adj" fmla="val 21818"/>
            </a:avLst>
          </a:prstGeom>
          <a:solidFill>
            <a:srgbClr val="F1ECF7"/>
          </a:solidFill>
          <a:ln w="19050">
            <a:solidFill>
              <a:srgbClr val="6E4A9E"/>
            </a:solidFill>
            <a:prstDash val="solid"/>
          </a:ln>
        </p:spPr>
      </p:sp>
      <p:sp>
        <p:nvSpPr>
          <p:cNvPr id="11" name="Text 7"/>
          <p:cNvSpPr txBox="1"/>
          <p:nvPr/>
        </p:nvSpPr>
        <p:spPr>
          <a:xfrm>
            <a:off x="3362706" y="2240280"/>
            <a:ext cx="2649474" cy="502920"/>
          </a:xfrm>
          <a:prstGeom prst="rect">
            <a:avLst/>
          </a:prstGeom>
          <a:noFill/>
          <a:ln/>
        </p:spPr>
        <p:txBody>
          <a:bodyPr wrap="square" lIns="0" tIns="0" rIns="0" bIns="0" rtlCol="0" anchor="ctr"/>
          <a:lstStyle/>
          <a:p>
            <a:pPr algn="ctr" indent="0" marL="0">
              <a:buNone/>
            </a:pPr>
            <a:r>
              <a:rPr lang="en-US" sz="1650" i="1" dirty="0">
                <a:solidFill>
                  <a:srgbClr val="1B2333"/>
                </a:solidFill>
              </a:rPr>
              <a:t>Het is iets </a:t>
            </a:r>
            <a:r>
              <a:rPr lang="en-US" sz="1650" b="1" i="1" dirty="0">
                <a:solidFill>
                  <a:srgbClr val="6E4A9E"/>
                </a:solidFill>
              </a:rPr>
              <a:t>waarmee</a:t>
            </a:r>
            <a:r>
              <a:rPr lang="en-US" sz="1650" i="1" dirty="0">
                <a:solidFill>
                  <a:srgbClr val="1B2333"/>
                </a:solidFill>
              </a:rPr>
              <a:t>…</a:t>
            </a:r>
            <a:endParaRPr lang="en-US" sz="1650" dirty="0"/>
          </a:p>
        </p:txBody>
      </p:sp>
      <p:sp>
        <p:nvSpPr>
          <p:cNvPr id="12" name="Shape 8"/>
          <p:cNvSpPr/>
          <p:nvPr/>
        </p:nvSpPr>
        <p:spPr>
          <a:xfrm>
            <a:off x="6176772" y="2240280"/>
            <a:ext cx="2649474" cy="502920"/>
          </a:xfrm>
          <a:prstGeom prst="roundRect">
            <a:avLst>
              <a:gd name="adj" fmla="val 21818"/>
            </a:avLst>
          </a:prstGeom>
          <a:solidFill>
            <a:srgbClr val="F1ECF7"/>
          </a:solidFill>
          <a:ln w="19050">
            <a:solidFill>
              <a:srgbClr val="6E4A9E"/>
            </a:solidFill>
            <a:prstDash val="solid"/>
          </a:ln>
        </p:spPr>
      </p:sp>
      <p:sp>
        <p:nvSpPr>
          <p:cNvPr id="13" name="Text 9"/>
          <p:cNvSpPr txBox="1"/>
          <p:nvPr/>
        </p:nvSpPr>
        <p:spPr>
          <a:xfrm>
            <a:off x="6176772" y="2240280"/>
            <a:ext cx="2649474" cy="502920"/>
          </a:xfrm>
          <a:prstGeom prst="rect">
            <a:avLst/>
          </a:prstGeom>
          <a:noFill/>
          <a:ln/>
        </p:spPr>
        <p:txBody>
          <a:bodyPr wrap="square" lIns="0" tIns="0" rIns="0" bIns="0" rtlCol="0" anchor="ctr"/>
          <a:lstStyle/>
          <a:p>
            <a:pPr algn="ctr" indent="0" marL="0">
              <a:buNone/>
            </a:pPr>
            <a:r>
              <a:rPr lang="en-US" sz="1650" i="1" dirty="0">
                <a:solidFill>
                  <a:srgbClr val="1B2333"/>
                </a:solidFill>
              </a:rPr>
              <a:t>Het is een plek </a:t>
            </a:r>
            <a:r>
              <a:rPr lang="en-US" sz="1650" b="1" i="1" dirty="0">
                <a:solidFill>
                  <a:srgbClr val="6E4A9E"/>
                </a:solidFill>
              </a:rPr>
              <a:t>waar</a:t>
            </a:r>
            <a:r>
              <a:rPr lang="en-US" sz="1650" i="1" dirty="0">
                <a:solidFill>
                  <a:srgbClr val="1B2333"/>
                </a:solidFill>
              </a:rPr>
              <a:t>…</a:t>
            </a:r>
            <a:endParaRPr lang="en-US" sz="1650" dirty="0"/>
          </a:p>
        </p:txBody>
      </p:sp>
      <p:sp>
        <p:nvSpPr>
          <p:cNvPr id="14" name="Shape 10"/>
          <p:cNvSpPr/>
          <p:nvPr/>
        </p:nvSpPr>
        <p:spPr>
          <a:xfrm>
            <a:off x="8990838" y="2240280"/>
            <a:ext cx="2649474" cy="502920"/>
          </a:xfrm>
          <a:prstGeom prst="roundRect">
            <a:avLst>
              <a:gd name="adj" fmla="val 21818"/>
            </a:avLst>
          </a:prstGeom>
          <a:solidFill>
            <a:srgbClr val="EAF2FB"/>
          </a:solidFill>
          <a:ln w="19050">
            <a:solidFill>
              <a:srgbClr val="2A6FB0"/>
            </a:solidFill>
            <a:prstDash val="solid"/>
          </a:ln>
        </p:spPr>
      </p:sp>
      <p:sp>
        <p:nvSpPr>
          <p:cNvPr id="15" name="Text 11"/>
          <p:cNvSpPr txBox="1"/>
          <p:nvPr/>
        </p:nvSpPr>
        <p:spPr>
          <a:xfrm>
            <a:off x="8990838" y="2240280"/>
            <a:ext cx="2649474" cy="502920"/>
          </a:xfrm>
          <a:prstGeom prst="rect">
            <a:avLst/>
          </a:prstGeom>
          <a:noFill/>
          <a:ln/>
        </p:spPr>
        <p:txBody>
          <a:bodyPr wrap="square" lIns="0" tIns="0" rIns="0" bIns="0" rtlCol="0" anchor="ctr"/>
          <a:lstStyle/>
          <a:p>
            <a:pPr algn="ctr" indent="0" marL="0">
              <a:buNone/>
            </a:pPr>
            <a:r>
              <a:rPr lang="en-US" sz="1650" i="1" dirty="0">
                <a:solidFill>
                  <a:srgbClr val="1B2333"/>
                </a:solidFill>
              </a:rPr>
              <a:t>Het is de dag </a:t>
            </a:r>
            <a:r>
              <a:rPr lang="en-US" sz="1650" b="1" i="1" dirty="0">
                <a:solidFill>
                  <a:srgbClr val="2A6FB0"/>
                </a:solidFill>
              </a:rPr>
              <a:t>waarop</a:t>
            </a:r>
            <a:r>
              <a:rPr lang="en-US" sz="1650" i="1" dirty="0">
                <a:solidFill>
                  <a:srgbClr val="1B2333"/>
                </a:solidFill>
              </a:rPr>
              <a:t>…</a:t>
            </a:r>
            <a:endParaRPr lang="en-US" sz="1650" dirty="0"/>
          </a:p>
        </p:txBody>
      </p:sp>
      <p:sp>
        <p:nvSpPr>
          <p:cNvPr id="16" name="Shape 12"/>
          <p:cNvSpPr/>
          <p:nvPr/>
        </p:nvSpPr>
        <p:spPr>
          <a:xfrm rot="-120000">
            <a:off x="548640" y="2926080"/>
            <a:ext cx="2635758" cy="1234440"/>
          </a:xfrm>
          <a:prstGeom prst="roundRect">
            <a:avLst>
              <a:gd name="adj" fmla="val 8889"/>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pic>
        <p:nvPicPr>
          <p:cNvPr id="17" name="Image 1" descr="woman office worker">    </p:cNvPr>
          <p:cNvPicPr>
            <a:picLocks noChangeAspect="1"/>
          </p:cNvPicPr>
          <p:nvPr/>
        </p:nvPicPr>
        <p:blipFill>
          <a:blip r:embed="rId2"/>
          <a:stretch>
            <a:fillRect/>
          </a:stretch>
        </p:blipFill>
        <p:spPr>
          <a:xfrm>
            <a:off x="731520" y="3200400"/>
            <a:ext cx="685800" cy="685800"/>
          </a:xfrm>
          <a:prstGeom prst="rect">
            <a:avLst/>
          </a:prstGeom>
        </p:spPr>
      </p:pic>
      <p:sp>
        <p:nvSpPr>
          <p:cNvPr id="18" name="Text 13"/>
          <p:cNvSpPr txBox="1"/>
          <p:nvPr/>
        </p:nvSpPr>
        <p:spPr>
          <a:xfrm rot="-120000">
            <a:off x="1508760" y="2926080"/>
            <a:ext cx="1584198" cy="1234440"/>
          </a:xfrm>
          <a:prstGeom prst="rect">
            <a:avLst/>
          </a:prstGeom>
          <a:noFill/>
          <a:ln/>
        </p:spPr>
        <p:txBody>
          <a:bodyPr wrap="square" lIns="0" tIns="0" rIns="0" bIns="0" rtlCol="0" anchor="ctr"/>
          <a:lstStyle/>
          <a:p>
            <a:pPr algn="l" indent="0" marL="0">
              <a:buNone/>
            </a:pPr>
            <a:r>
              <a:rPr lang="en-US" sz="1650" b="1" i="1" dirty="0">
                <a:solidFill>
                  <a:srgbClr val="17375E"/>
                </a:solidFill>
              </a:rPr>
              <a:t>de</a:t>
            </a:r>
            <a:r>
              <a:rPr lang="en-US" sz="1650" b="1" i="1" dirty="0">
                <a:solidFill>
                  <a:srgbClr val="17375E"/>
                </a:solidFill>
              </a:rPr>
              <a:t> receptionist</a:t>
            </a:r>
            <a:endParaRPr lang="en-US" sz="1650" dirty="0"/>
          </a:p>
        </p:txBody>
      </p:sp>
      <p:sp>
        <p:nvSpPr>
          <p:cNvPr id="19" name="Shape 14"/>
          <p:cNvSpPr/>
          <p:nvPr/>
        </p:nvSpPr>
        <p:spPr>
          <a:xfrm rot="90000">
            <a:off x="3367278" y="2926080"/>
            <a:ext cx="2635758" cy="1234440"/>
          </a:xfrm>
          <a:prstGeom prst="roundRect">
            <a:avLst>
              <a:gd name="adj" fmla="val 8889"/>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pic>
        <p:nvPicPr>
          <p:cNvPr id="20" name="Image 2" descr="printer">    </p:cNvPr>
          <p:cNvPicPr>
            <a:picLocks noChangeAspect="1"/>
          </p:cNvPicPr>
          <p:nvPr/>
        </p:nvPicPr>
        <p:blipFill>
          <a:blip r:embed="rId3"/>
          <a:stretch>
            <a:fillRect/>
          </a:stretch>
        </p:blipFill>
        <p:spPr>
          <a:xfrm>
            <a:off x="3550158" y="3200400"/>
            <a:ext cx="685800" cy="685800"/>
          </a:xfrm>
          <a:prstGeom prst="rect">
            <a:avLst/>
          </a:prstGeom>
        </p:spPr>
      </p:pic>
      <p:sp>
        <p:nvSpPr>
          <p:cNvPr id="21" name="Text 15"/>
          <p:cNvSpPr txBox="1"/>
          <p:nvPr/>
        </p:nvSpPr>
        <p:spPr>
          <a:xfrm rot="90000">
            <a:off x="4327398" y="2926080"/>
            <a:ext cx="1584198" cy="1234440"/>
          </a:xfrm>
          <a:prstGeom prst="rect">
            <a:avLst/>
          </a:prstGeom>
          <a:noFill/>
          <a:ln/>
        </p:spPr>
        <p:txBody>
          <a:bodyPr wrap="square" lIns="0" tIns="0" rIns="0" bIns="0" rtlCol="0" anchor="ctr"/>
          <a:lstStyle/>
          <a:p>
            <a:pPr algn="l" indent="0" marL="0">
              <a:buNone/>
            </a:pPr>
            <a:r>
              <a:rPr lang="en-US" sz="1650" b="1" i="1" dirty="0">
                <a:solidFill>
                  <a:srgbClr val="17375E"/>
                </a:solidFill>
              </a:rPr>
              <a:t>de</a:t>
            </a:r>
            <a:r>
              <a:rPr lang="en-US" sz="1650" b="1" i="1" dirty="0">
                <a:solidFill>
                  <a:srgbClr val="17375E"/>
                </a:solidFill>
              </a:rPr>
              <a:t> printer</a:t>
            </a:r>
            <a:endParaRPr lang="en-US" sz="1650" dirty="0"/>
          </a:p>
        </p:txBody>
      </p:sp>
      <p:sp>
        <p:nvSpPr>
          <p:cNvPr id="22" name="Shape 16"/>
          <p:cNvSpPr/>
          <p:nvPr/>
        </p:nvSpPr>
        <p:spPr>
          <a:xfrm rot="-60000">
            <a:off x="6185916" y="2926080"/>
            <a:ext cx="2635758" cy="1234440"/>
          </a:xfrm>
          <a:prstGeom prst="roundRect">
            <a:avLst>
              <a:gd name="adj" fmla="val 8889"/>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pic>
        <p:nvPicPr>
          <p:cNvPr id="23" name="Image 3" descr="fork and knife with plate">    </p:cNvPr>
          <p:cNvPicPr>
            <a:picLocks noChangeAspect="1"/>
          </p:cNvPicPr>
          <p:nvPr/>
        </p:nvPicPr>
        <p:blipFill>
          <a:blip r:embed="rId4"/>
          <a:stretch>
            <a:fillRect/>
          </a:stretch>
        </p:blipFill>
        <p:spPr>
          <a:xfrm>
            <a:off x="6368796" y="3200400"/>
            <a:ext cx="685800" cy="685800"/>
          </a:xfrm>
          <a:prstGeom prst="rect">
            <a:avLst/>
          </a:prstGeom>
        </p:spPr>
      </p:pic>
      <p:sp>
        <p:nvSpPr>
          <p:cNvPr id="24" name="Text 17"/>
          <p:cNvSpPr txBox="1"/>
          <p:nvPr/>
        </p:nvSpPr>
        <p:spPr>
          <a:xfrm rot="-60000">
            <a:off x="7146036" y="2926080"/>
            <a:ext cx="1584198" cy="1234440"/>
          </a:xfrm>
          <a:prstGeom prst="rect">
            <a:avLst/>
          </a:prstGeom>
          <a:noFill/>
          <a:ln/>
        </p:spPr>
        <p:txBody>
          <a:bodyPr wrap="square" lIns="0" tIns="0" rIns="0" bIns="0" rtlCol="0" anchor="ctr"/>
          <a:lstStyle/>
          <a:p>
            <a:pPr algn="l" indent="0" marL="0">
              <a:buNone/>
            </a:pPr>
            <a:r>
              <a:rPr lang="en-US" sz="1650" b="1" i="1" dirty="0">
                <a:solidFill>
                  <a:srgbClr val="17375E"/>
                </a:solidFill>
              </a:rPr>
              <a:t>de</a:t>
            </a:r>
            <a:r>
              <a:rPr lang="en-US" sz="1650" b="1" i="1" dirty="0">
                <a:solidFill>
                  <a:srgbClr val="17375E"/>
                </a:solidFill>
              </a:rPr>
              <a:t> refter</a:t>
            </a:r>
            <a:endParaRPr lang="en-US" sz="1650" dirty="0"/>
          </a:p>
        </p:txBody>
      </p:sp>
      <p:sp>
        <p:nvSpPr>
          <p:cNvPr id="25" name="Shape 18"/>
          <p:cNvSpPr/>
          <p:nvPr/>
        </p:nvSpPr>
        <p:spPr>
          <a:xfrm rot="120000">
            <a:off x="9004554" y="2926080"/>
            <a:ext cx="2635758" cy="1234440"/>
          </a:xfrm>
          <a:prstGeom prst="roundRect">
            <a:avLst>
              <a:gd name="adj" fmla="val 8889"/>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pic>
        <p:nvPicPr>
          <p:cNvPr id="26" name="Image 4" descr="identification card">    </p:cNvPr>
          <p:cNvPicPr>
            <a:picLocks noChangeAspect="1"/>
          </p:cNvPicPr>
          <p:nvPr/>
        </p:nvPicPr>
        <p:blipFill>
          <a:blip r:embed="rId5"/>
          <a:stretch>
            <a:fillRect/>
          </a:stretch>
        </p:blipFill>
        <p:spPr>
          <a:xfrm>
            <a:off x="9187434" y="3200400"/>
            <a:ext cx="685800" cy="685800"/>
          </a:xfrm>
          <a:prstGeom prst="rect">
            <a:avLst/>
          </a:prstGeom>
        </p:spPr>
      </p:pic>
      <p:sp>
        <p:nvSpPr>
          <p:cNvPr id="27" name="Text 19"/>
          <p:cNvSpPr txBox="1"/>
          <p:nvPr/>
        </p:nvSpPr>
        <p:spPr>
          <a:xfrm rot="120000">
            <a:off x="9964674" y="2926080"/>
            <a:ext cx="1584198" cy="1234440"/>
          </a:xfrm>
          <a:prstGeom prst="rect">
            <a:avLst/>
          </a:prstGeom>
          <a:noFill/>
          <a:ln/>
        </p:spPr>
        <p:txBody>
          <a:bodyPr wrap="square" lIns="0" tIns="0" rIns="0" bIns="0" rtlCol="0" anchor="ctr"/>
          <a:lstStyle/>
          <a:p>
            <a:pPr algn="l" indent="0" marL="0">
              <a:buNone/>
            </a:pPr>
            <a:r>
              <a:rPr lang="en-US" sz="1650" b="1" i="1" dirty="0">
                <a:solidFill>
                  <a:srgbClr val="17375E"/>
                </a:solidFill>
              </a:rPr>
              <a:t>de</a:t>
            </a:r>
            <a:r>
              <a:rPr lang="en-US" sz="1650" b="1" i="1" dirty="0">
                <a:solidFill>
                  <a:srgbClr val="17375E"/>
                </a:solidFill>
              </a:rPr>
              <a:t> badge</a:t>
            </a:r>
            <a:endParaRPr lang="en-US" sz="1650" dirty="0"/>
          </a:p>
        </p:txBody>
      </p:sp>
      <p:sp>
        <p:nvSpPr>
          <p:cNvPr id="28" name="Shape 20"/>
          <p:cNvSpPr/>
          <p:nvPr/>
        </p:nvSpPr>
        <p:spPr>
          <a:xfrm rot="-120000">
            <a:off x="548640" y="4343400"/>
            <a:ext cx="2635758" cy="1234440"/>
          </a:xfrm>
          <a:prstGeom prst="roundRect">
            <a:avLst>
              <a:gd name="adj" fmla="val 8889"/>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pic>
        <p:nvPicPr>
          <p:cNvPr id="29" name="Image 5" descr="backpack">    </p:cNvPr>
          <p:cNvPicPr>
            <a:picLocks noChangeAspect="1"/>
          </p:cNvPicPr>
          <p:nvPr/>
        </p:nvPicPr>
        <p:blipFill>
          <a:blip r:embed="rId6"/>
          <a:stretch>
            <a:fillRect/>
          </a:stretch>
        </p:blipFill>
        <p:spPr>
          <a:xfrm>
            <a:off x="731520" y="4617720"/>
            <a:ext cx="685800" cy="685800"/>
          </a:xfrm>
          <a:prstGeom prst="rect">
            <a:avLst/>
          </a:prstGeom>
        </p:spPr>
      </p:pic>
      <p:sp>
        <p:nvSpPr>
          <p:cNvPr id="30" name="Text 21"/>
          <p:cNvSpPr txBox="1"/>
          <p:nvPr/>
        </p:nvSpPr>
        <p:spPr>
          <a:xfrm rot="-120000">
            <a:off x="1508760" y="4343400"/>
            <a:ext cx="1584198" cy="1234440"/>
          </a:xfrm>
          <a:prstGeom prst="rect">
            <a:avLst/>
          </a:prstGeom>
          <a:noFill/>
          <a:ln/>
        </p:spPr>
        <p:txBody>
          <a:bodyPr wrap="square" lIns="0" tIns="0" rIns="0" bIns="0" rtlCol="0" anchor="ctr"/>
          <a:lstStyle/>
          <a:p>
            <a:pPr algn="l" indent="0" marL="0">
              <a:buNone/>
            </a:pPr>
            <a:r>
              <a:rPr lang="en-US" sz="1650" b="1" i="1" dirty="0">
                <a:solidFill>
                  <a:srgbClr val="17375E"/>
                </a:solidFill>
              </a:rPr>
              <a:t>de</a:t>
            </a:r>
            <a:r>
              <a:rPr lang="en-US" sz="1650" b="1" i="1" dirty="0">
                <a:solidFill>
                  <a:srgbClr val="17375E"/>
                </a:solidFill>
              </a:rPr>
              <a:t> stagiair</a:t>
            </a:r>
            <a:endParaRPr lang="en-US" sz="1650" dirty="0"/>
          </a:p>
        </p:txBody>
      </p:sp>
      <p:sp>
        <p:nvSpPr>
          <p:cNvPr id="31" name="Shape 22"/>
          <p:cNvSpPr/>
          <p:nvPr/>
        </p:nvSpPr>
        <p:spPr>
          <a:xfrm rot="90000">
            <a:off x="3367278" y="4343400"/>
            <a:ext cx="2635758" cy="1234440"/>
          </a:xfrm>
          <a:prstGeom prst="roundRect">
            <a:avLst>
              <a:gd name="adj" fmla="val 8889"/>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pic>
        <p:nvPicPr>
          <p:cNvPr id="32" name="Image 6" descr="spiral calendar">    </p:cNvPr>
          <p:cNvPicPr>
            <a:picLocks noChangeAspect="1"/>
          </p:cNvPicPr>
          <p:nvPr/>
        </p:nvPicPr>
        <p:blipFill>
          <a:blip r:embed="rId7"/>
          <a:stretch>
            <a:fillRect/>
          </a:stretch>
        </p:blipFill>
        <p:spPr>
          <a:xfrm>
            <a:off x="3550158" y="4617720"/>
            <a:ext cx="685800" cy="685800"/>
          </a:xfrm>
          <a:prstGeom prst="rect">
            <a:avLst/>
          </a:prstGeom>
        </p:spPr>
      </p:pic>
      <p:sp>
        <p:nvSpPr>
          <p:cNvPr id="33" name="Text 23"/>
          <p:cNvSpPr txBox="1"/>
          <p:nvPr/>
        </p:nvSpPr>
        <p:spPr>
          <a:xfrm rot="90000">
            <a:off x="4327398" y="4343400"/>
            <a:ext cx="1584198" cy="1234440"/>
          </a:xfrm>
          <a:prstGeom prst="rect">
            <a:avLst/>
          </a:prstGeom>
          <a:noFill/>
          <a:ln/>
        </p:spPr>
        <p:txBody>
          <a:bodyPr wrap="square" lIns="0" tIns="0" rIns="0" bIns="0" rtlCol="0" anchor="ctr"/>
          <a:lstStyle/>
          <a:p>
            <a:pPr algn="l" indent="0" marL="0">
              <a:buNone/>
            </a:pPr>
            <a:r>
              <a:rPr lang="en-US" sz="1650" b="1" i="1" dirty="0">
                <a:solidFill>
                  <a:srgbClr val="17375E"/>
                </a:solidFill>
              </a:rPr>
              <a:t>de</a:t>
            </a:r>
            <a:r>
              <a:rPr lang="en-US" sz="1650" b="1" i="1" dirty="0">
                <a:solidFill>
                  <a:srgbClr val="17375E"/>
                </a:solidFill>
              </a:rPr>
              <a:t> deadline</a:t>
            </a:r>
            <a:endParaRPr lang="en-US" sz="1650" dirty="0"/>
          </a:p>
        </p:txBody>
      </p:sp>
      <p:sp>
        <p:nvSpPr>
          <p:cNvPr id="34" name="Shape 24"/>
          <p:cNvSpPr/>
          <p:nvPr/>
        </p:nvSpPr>
        <p:spPr>
          <a:xfrm rot="-60000">
            <a:off x="6185916" y="4343400"/>
            <a:ext cx="2635758" cy="1234440"/>
          </a:xfrm>
          <a:prstGeom prst="roundRect">
            <a:avLst>
              <a:gd name="adj" fmla="val 8889"/>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pic>
        <p:nvPicPr>
          <p:cNvPr id="35" name="Image 7" descr="key">    </p:cNvPr>
          <p:cNvPicPr>
            <a:picLocks noChangeAspect="1"/>
          </p:cNvPicPr>
          <p:nvPr/>
        </p:nvPicPr>
        <p:blipFill>
          <a:blip r:embed="rId8"/>
          <a:stretch>
            <a:fillRect/>
          </a:stretch>
        </p:blipFill>
        <p:spPr>
          <a:xfrm>
            <a:off x="6368796" y="4617720"/>
            <a:ext cx="685800" cy="685800"/>
          </a:xfrm>
          <a:prstGeom prst="rect">
            <a:avLst/>
          </a:prstGeom>
        </p:spPr>
      </p:pic>
      <p:sp>
        <p:nvSpPr>
          <p:cNvPr id="36" name="Text 25"/>
          <p:cNvSpPr txBox="1"/>
          <p:nvPr/>
        </p:nvSpPr>
        <p:spPr>
          <a:xfrm rot="-60000">
            <a:off x="7146036" y="4343400"/>
            <a:ext cx="1584198" cy="1234440"/>
          </a:xfrm>
          <a:prstGeom prst="rect">
            <a:avLst/>
          </a:prstGeom>
          <a:noFill/>
          <a:ln/>
        </p:spPr>
        <p:txBody>
          <a:bodyPr wrap="square" lIns="0" tIns="0" rIns="0" bIns="0" rtlCol="0" anchor="ctr"/>
          <a:lstStyle/>
          <a:p>
            <a:pPr algn="l" indent="0" marL="0">
              <a:buNone/>
            </a:pPr>
            <a:r>
              <a:rPr lang="en-US" sz="1650" b="1" i="1" dirty="0">
                <a:solidFill>
                  <a:srgbClr val="D9700F"/>
                </a:solidFill>
              </a:rPr>
              <a:t>het</a:t>
            </a:r>
            <a:r>
              <a:rPr lang="en-US" sz="1650" b="1" i="1" dirty="0">
                <a:solidFill>
                  <a:srgbClr val="17375E"/>
                </a:solidFill>
              </a:rPr>
              <a:t> wachtwoord</a:t>
            </a:r>
            <a:endParaRPr lang="en-US" sz="1650" dirty="0"/>
          </a:p>
        </p:txBody>
      </p:sp>
      <p:sp>
        <p:nvSpPr>
          <p:cNvPr id="37" name="Shape 26"/>
          <p:cNvSpPr/>
          <p:nvPr/>
        </p:nvSpPr>
        <p:spPr>
          <a:xfrm rot="120000">
            <a:off x="9004554" y="4343400"/>
            <a:ext cx="2635758" cy="1234440"/>
          </a:xfrm>
          <a:prstGeom prst="roundRect">
            <a:avLst>
              <a:gd name="adj" fmla="val 8889"/>
            </a:avLst>
          </a:prstGeom>
          <a:solidFill>
            <a:srgbClr val="FFFFFF"/>
          </a:solidFill>
          <a:ln w="19050">
            <a:solidFill>
              <a:srgbClr val="17375E"/>
            </a:solidFill>
            <a:prstDash val="solid"/>
          </a:ln>
          <a:effectLst>
            <a:outerShdw sx="100000" sy="100000" kx="0" ky="0" algn="bl" rotWithShape="0" blurRad="101600" dist="25400" dir="3600000">
              <a:srgbClr val="000000">
                <a:alpha val="16000"/>
              </a:srgbClr>
            </a:outerShdw>
          </a:effectLst>
        </p:spPr>
      </p:sp>
      <p:pic>
        <p:nvPicPr>
          <p:cNvPr id="38" name="Image 8" descr="chair">    </p:cNvPr>
          <p:cNvPicPr>
            <a:picLocks noChangeAspect="1"/>
          </p:cNvPicPr>
          <p:nvPr/>
        </p:nvPicPr>
        <p:blipFill>
          <a:blip r:embed="rId9"/>
          <a:stretch>
            <a:fillRect/>
          </a:stretch>
        </p:blipFill>
        <p:spPr>
          <a:xfrm>
            <a:off x="9187434" y="4617720"/>
            <a:ext cx="685800" cy="685800"/>
          </a:xfrm>
          <a:prstGeom prst="rect">
            <a:avLst/>
          </a:prstGeom>
        </p:spPr>
      </p:pic>
      <p:sp>
        <p:nvSpPr>
          <p:cNvPr id="39" name="Text 27"/>
          <p:cNvSpPr txBox="1"/>
          <p:nvPr/>
        </p:nvSpPr>
        <p:spPr>
          <a:xfrm rot="120000">
            <a:off x="9964674" y="4343400"/>
            <a:ext cx="1584198" cy="1234440"/>
          </a:xfrm>
          <a:prstGeom prst="rect">
            <a:avLst/>
          </a:prstGeom>
          <a:noFill/>
          <a:ln/>
        </p:spPr>
        <p:txBody>
          <a:bodyPr wrap="square" lIns="0" tIns="0" rIns="0" bIns="0" rtlCol="0" anchor="ctr"/>
          <a:lstStyle/>
          <a:p>
            <a:pPr algn="l" indent="0" marL="0">
              <a:buNone/>
            </a:pPr>
            <a:r>
              <a:rPr lang="en-US" sz="1650" b="1" i="1" dirty="0">
                <a:solidFill>
                  <a:srgbClr val="17375E"/>
                </a:solidFill>
              </a:rPr>
              <a:t>de</a:t>
            </a:r>
            <a:r>
              <a:rPr lang="en-US" sz="1650" b="1" i="1" dirty="0">
                <a:solidFill>
                  <a:srgbClr val="17375E"/>
                </a:solidFill>
              </a:rPr>
              <a:t> vergaderzaal</a:t>
            </a:r>
            <a:endParaRPr lang="en-US" sz="1650" dirty="0"/>
          </a:p>
        </p:txBody>
      </p:sp>
      <p:sp>
        <p:nvSpPr>
          <p:cNvPr id="40" name="Shape 28"/>
          <p:cNvSpPr/>
          <p:nvPr/>
        </p:nvSpPr>
        <p:spPr>
          <a:xfrm>
            <a:off x="548640" y="5779008"/>
            <a:ext cx="11091672" cy="475488"/>
          </a:xfrm>
          <a:prstGeom prst="roundRect">
            <a:avLst>
              <a:gd name="adj" fmla="val 23077"/>
            </a:avLst>
          </a:prstGeom>
          <a:solidFill>
            <a:schemeClr val="bg2"/>
          </a:solidFill>
          <a:ln w="12700">
            <a:solidFill>
              <a:srgbClr val="D5DCE6"/>
            </a:solidFill>
            <a:prstDash val="solid"/>
          </a:ln>
        </p:spPr>
      </p:sp>
      <p:sp>
        <p:nvSpPr>
          <p:cNvPr id="41" name="Text 29"/>
          <p:cNvSpPr txBox="1"/>
          <p:nvPr/>
        </p:nvSpPr>
        <p:spPr>
          <a:xfrm>
            <a:off x="777240" y="5779008"/>
            <a:ext cx="10698480" cy="475488"/>
          </a:xfrm>
          <a:prstGeom prst="rect">
            <a:avLst/>
          </a:prstGeom>
          <a:noFill/>
          <a:ln/>
        </p:spPr>
        <p:txBody>
          <a:bodyPr wrap="square" lIns="0" tIns="0" rIns="0" bIns="0" rtlCol="0" anchor="ctr"/>
          <a:lstStyle/>
          <a:p>
            <a:pPr algn="l" indent="0" marL="0">
              <a:buNone/>
            </a:pPr>
            <a:r>
              <a:rPr lang="en-US" sz="1500" b="1" dirty="0">
                <a:solidFill>
                  <a:srgbClr val="1B2333"/>
                </a:solidFill>
              </a:rPr>
              <a:t>1 point</a:t>
            </a:r>
            <a:r>
              <a:rPr lang="en-US" sz="1500" dirty="0">
                <a:solidFill>
                  <a:srgbClr val="1B2333"/>
                </a:solidFill>
              </a:rPr>
              <a:t> par mot deviné · </a:t>
            </a:r>
            <a:r>
              <a:rPr lang="en-US" sz="1500" b="1" dirty="0">
                <a:solidFill>
                  <a:srgbClr val="1B2333"/>
                </a:solidFill>
              </a:rPr>
              <a:t>−1</a:t>
            </a:r>
            <a:r>
              <a:rPr lang="en-US" sz="1500" dirty="0">
                <a:solidFill>
                  <a:srgbClr val="1B2333"/>
                </a:solidFill>
              </a:rPr>
              <a:t> si le mot de la carte est prononcé</a:t>
            </a:r>
            <a:endParaRPr lang="en-US" sz="15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Exercice 12 — La photo d’équipe</a:t>
            </a:r>
            <a:endParaRPr lang="en-US" sz="3000" dirty="0"/>
          </a:p>
        </p:txBody>
      </p:sp>
      <p:sp>
        <p:nvSpPr>
          <p:cNvPr id="3" name="tag"/>
          <p:cNvSpPr/>
          <p:nvPr/>
        </p:nvSpPr>
        <p:spPr>
          <a:xfrm>
            <a:off x="548640" y="237744"/>
            <a:ext cx="2200046" cy="310896"/>
          </a:xfrm>
          <a:prstGeom prst="roundRect">
            <a:avLst>
              <a:gd name="adj" fmla="val 14706"/>
            </a:avLst>
          </a:prstGeom>
          <a:solidFill>
            <a:srgbClr val="6E4A9E"/>
          </a:solidFill>
          <a:ln/>
        </p:spPr>
        <p:txBody>
          <a:bodyPr wrap="square" lIns="0" tIns="0" rIns="0" bIns="0" rtlCol="0" anchor="ctr"/>
          <a:lstStyle/>
          <a:p>
            <a:pPr algn="ctr" indent="0" marL="0">
              <a:buNone/>
            </a:pPr>
            <a:r>
              <a:rPr lang="en-US" sz="1200" b="1" spc="100" kern="0" dirty="0">
                <a:solidFill>
                  <a:srgbClr val="FFFFFF"/>
                </a:solidFill>
              </a:rPr>
              <a:t>MISE EN SITUATION</a:t>
            </a:r>
            <a:endParaRPr lang="en-US" sz="1200" dirty="0"/>
          </a:p>
        </p:txBody>
      </p:sp>
      <p:sp>
        <p:nvSpPr>
          <p:cNvPr id="4" name="Text 2"/>
          <p:cNvSpPr txBox="1"/>
          <p:nvPr/>
        </p:nvSpPr>
        <p:spPr>
          <a:xfrm>
            <a:off x="10177272" y="219456"/>
            <a:ext cx="1463040" cy="347472"/>
          </a:xfrm>
          <a:prstGeom prst="rect">
            <a:avLst/>
          </a:prstGeom>
          <a:noFill/>
          <a:ln/>
        </p:spPr>
        <p:txBody>
          <a:bodyPr wrap="square" lIns="0" tIns="0" rIns="0" bIns="0" rtlCol="0" anchor="ctr"/>
          <a:lstStyle/>
          <a:p>
            <a:pPr algn="r" indent="0" marL="0">
              <a:buNone/>
            </a:pPr>
            <a:r>
              <a:rPr lang="en-US" sz="1600" b="1" dirty="0">
                <a:solidFill>
                  <a:schemeClr val="accent1"/>
                </a:solidFill>
              </a:rPr>
              <a:t>★★★</a:t>
            </a:r>
            <a:endParaRPr lang="en-US" sz="1600" dirty="0"/>
          </a:p>
        </p:txBody>
      </p:sp>
      <p:sp>
        <p:nvSpPr>
          <p:cNvPr id="6" name="Shape 3"/>
          <p:cNvSpPr/>
          <p:nvPr/>
        </p:nvSpPr>
        <p:spPr>
          <a:xfrm>
            <a:off x="548640" y="1481328"/>
            <a:ext cx="7315200" cy="566928"/>
          </a:xfrm>
          <a:prstGeom prst="roundRect">
            <a:avLst>
              <a:gd name="adj" fmla="val 12903"/>
            </a:avLst>
          </a:prstGeom>
          <a:solidFill>
            <a:srgbClr val="6E4A9E">
              <a:alpha val="10000"/>
            </a:srgbClr>
          </a:solidFill>
          <a:ln w="12700">
            <a:solidFill>
              <a:srgbClr val="6E4A9E"/>
            </a:solidFill>
            <a:prstDash val="solid"/>
          </a:ln>
        </p:spPr>
      </p:sp>
      <p:sp>
        <p:nvSpPr>
          <p:cNvPr id="7" name="Text 4"/>
          <p:cNvSpPr txBox="1"/>
          <p:nvPr/>
        </p:nvSpPr>
        <p:spPr>
          <a:xfrm>
            <a:off x="777240" y="1481328"/>
            <a:ext cx="6858000" cy="566928"/>
          </a:xfrm>
          <a:prstGeom prst="rect">
            <a:avLst/>
          </a:prstGeom>
          <a:noFill/>
          <a:ln/>
        </p:spPr>
        <p:txBody>
          <a:bodyPr wrap="square" lIns="0" tIns="0" rIns="0" bIns="0" rtlCol="0" anchor="ctr"/>
          <a:lstStyle/>
          <a:p>
            <a:pPr algn="l" indent="0" marL="0">
              <a:buNone/>
            </a:pPr>
            <a:r>
              <a:rPr lang="en-US" sz="1600" dirty="0">
                <a:solidFill>
                  <a:srgbClr val="1B2333"/>
                </a:solidFill>
              </a:rPr>
              <a:t>Qui est qui chez Peeters &amp; Co ? A décrit une personne de la photo en trois relatives ; B devine.</a:t>
            </a:r>
            <a:endParaRPr lang="en-US" sz="1600" dirty="0"/>
          </a:p>
        </p:txBody>
      </p:sp>
      <p:sp>
        <p:nvSpPr>
          <p:cNvPr id="8" name="Shape 5"/>
          <p:cNvSpPr/>
          <p:nvPr/>
        </p:nvSpPr>
        <p:spPr>
          <a:xfrm>
            <a:off x="548640" y="2240280"/>
            <a:ext cx="3520440" cy="1828800"/>
          </a:xfrm>
          <a:prstGeom prst="roundRect">
            <a:avLst>
              <a:gd name="adj" fmla="val 4000"/>
            </a:avLst>
          </a:prstGeom>
          <a:solidFill>
            <a:srgbClr val="FFFFFF"/>
          </a:solidFill>
          <a:ln w="19050">
            <a:solidFill>
              <a:srgbClr val="2A6FB0"/>
            </a:solidFill>
            <a:prstDash val="solid"/>
          </a:ln>
          <a:effectLst>
            <a:outerShdw sx="100000" sy="100000" kx="0" ky="0" algn="bl" rotWithShape="0" blurRad="101600" dist="25400" dir="3600000">
              <a:srgbClr val="000000">
                <a:alpha val="16000"/>
              </a:srgbClr>
            </a:outerShdw>
          </a:effectLst>
        </p:spPr>
      </p:sp>
      <p:sp>
        <p:nvSpPr>
          <p:cNvPr id="9" name="Shape 6"/>
          <p:cNvSpPr/>
          <p:nvPr/>
        </p:nvSpPr>
        <p:spPr>
          <a:xfrm>
            <a:off x="713232" y="2377440"/>
            <a:ext cx="457200" cy="457200"/>
          </a:xfrm>
          <a:prstGeom prst="ellipse">
            <a:avLst/>
          </a:prstGeom>
          <a:solidFill>
            <a:srgbClr val="2A6FB0"/>
          </a:solidFill>
          <a:ln w="12700">
            <a:solidFill>
              <a:srgbClr val="FFFFFF">
                <a:alpha val="0"/>
              </a:srgbClr>
            </a:solidFill>
            <a:prstDash val="solid"/>
          </a:ln>
        </p:spPr>
      </p:sp>
      <p:sp>
        <p:nvSpPr>
          <p:cNvPr id="10" name="Text 7"/>
          <p:cNvSpPr txBox="1"/>
          <p:nvPr/>
        </p:nvSpPr>
        <p:spPr>
          <a:xfrm>
            <a:off x="713232"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A</a:t>
            </a:r>
            <a:endParaRPr lang="en-US" sz="1800" dirty="0"/>
          </a:p>
        </p:txBody>
      </p:sp>
      <p:sp>
        <p:nvSpPr>
          <p:cNvPr id="11" name="Text 8"/>
          <p:cNvSpPr txBox="1"/>
          <p:nvPr/>
        </p:nvSpPr>
        <p:spPr>
          <a:xfrm>
            <a:off x="1325880" y="2377440"/>
            <a:ext cx="2606040" cy="457200"/>
          </a:xfrm>
          <a:prstGeom prst="rect">
            <a:avLst/>
          </a:prstGeom>
          <a:noFill/>
          <a:ln/>
        </p:spPr>
        <p:txBody>
          <a:bodyPr wrap="square" lIns="0" tIns="0" rIns="0" bIns="0" rtlCol="0" anchor="ctr"/>
          <a:lstStyle/>
          <a:p>
            <a:pPr algn="l" indent="0" marL="0">
              <a:buNone/>
            </a:pPr>
            <a:r>
              <a:rPr lang="en-US" sz="1700" b="1" dirty="0">
                <a:solidFill>
                  <a:srgbClr val="2A6FB0"/>
                </a:solidFill>
              </a:rPr>
              <a:t>Je décris</a:t>
            </a:r>
            <a:endParaRPr lang="en-US" sz="1700" dirty="0"/>
          </a:p>
        </p:txBody>
      </p:sp>
      <p:sp>
        <p:nvSpPr>
          <p:cNvPr id="12" name="Text 9"/>
          <p:cNvSpPr txBox="1"/>
          <p:nvPr/>
        </p:nvSpPr>
        <p:spPr>
          <a:xfrm>
            <a:off x="777240" y="2926080"/>
            <a:ext cx="3108960" cy="1051560"/>
          </a:xfrm>
          <a:prstGeom prst="rect">
            <a:avLst/>
          </a:prstGeom>
          <a:noFill/>
          <a:ln/>
        </p:spPr>
        <p:txBody>
          <a:bodyPr wrap="square" lIns="0" tIns="0" rIns="0" bIns="0" rtlCol="0" anchor="t"/>
          <a:lstStyle/>
          <a:p>
            <a:pPr algn="l" indent="0" marL="0">
              <a:buNone/>
            </a:pPr>
            <a:r>
              <a:rPr lang="en-US" sz="1600" i="1" dirty="0">
                <a:solidFill>
                  <a:srgbClr val="1B2333"/>
                </a:solidFill>
              </a:rPr>
              <a:t>Ik zoek de collega </a:t>
            </a:r>
            <a:r>
              <a:rPr lang="en-US" sz="1600" b="1" i="1" dirty="0">
                <a:solidFill>
                  <a:srgbClr val="17375E"/>
                </a:solidFill>
              </a:rPr>
              <a:t>die</a:t>
            </a:r>
            <a:r>
              <a:rPr lang="en-US" sz="1600" i="1" dirty="0">
                <a:solidFill>
                  <a:srgbClr val="1B2333"/>
                </a:solidFill>
              </a:rPr>
              <a:t>… · </a:t>
            </a:r>
            <a:r>
              <a:rPr lang="en-US" sz="1600" b="1" i="1" dirty="0">
                <a:solidFill>
                  <a:srgbClr val="B4236A"/>
                </a:solidFill>
              </a:rPr>
              <a:t>met wie</a:t>
            </a:r>
            <a:r>
              <a:rPr lang="en-US" sz="1600" i="1" dirty="0">
                <a:solidFill>
                  <a:srgbClr val="1B2333"/>
                </a:solidFill>
              </a:rPr>
              <a:t>… · </a:t>
            </a:r>
            <a:r>
              <a:rPr lang="en-US" sz="1600" b="1" i="1" dirty="0">
                <a:solidFill>
                  <a:srgbClr val="B4236A"/>
                </a:solidFill>
              </a:rPr>
              <a:t>naast wie</a:t>
            </a:r>
            <a:r>
              <a:rPr lang="en-US" sz="1600" i="1" dirty="0">
                <a:solidFill>
                  <a:srgbClr val="1B2333"/>
                </a:solidFill>
              </a:rPr>
              <a:t>…</a:t>
            </a:r>
            <a:endParaRPr lang="en-US" sz="1600" dirty="0"/>
          </a:p>
        </p:txBody>
      </p:sp>
      <p:sp>
        <p:nvSpPr>
          <p:cNvPr id="13" name="Shape 10"/>
          <p:cNvSpPr/>
          <p:nvPr/>
        </p:nvSpPr>
        <p:spPr>
          <a:xfrm>
            <a:off x="4343400" y="2240280"/>
            <a:ext cx="3520440" cy="1828800"/>
          </a:xfrm>
          <a:prstGeom prst="roundRect">
            <a:avLst>
              <a:gd name="adj" fmla="val 4000"/>
            </a:avLst>
          </a:prstGeom>
          <a:solidFill>
            <a:srgbClr val="FFFFFF"/>
          </a:solidFill>
          <a:ln w="19050">
            <a:solidFill>
              <a:srgbClr val="6E4A9E"/>
            </a:solidFill>
            <a:prstDash val="solid"/>
          </a:ln>
          <a:effectLst>
            <a:outerShdw sx="100000" sy="100000" kx="0" ky="0" algn="bl" rotWithShape="0" blurRad="101600" dist="25400" dir="3600000">
              <a:srgbClr val="000000">
                <a:alpha val="16000"/>
              </a:srgbClr>
            </a:outerShdw>
          </a:effectLst>
        </p:spPr>
      </p:sp>
      <p:sp>
        <p:nvSpPr>
          <p:cNvPr id="14" name="Shape 11"/>
          <p:cNvSpPr/>
          <p:nvPr/>
        </p:nvSpPr>
        <p:spPr>
          <a:xfrm>
            <a:off x="4507992" y="2377440"/>
            <a:ext cx="457200" cy="457200"/>
          </a:xfrm>
          <a:prstGeom prst="ellipse">
            <a:avLst/>
          </a:prstGeom>
          <a:solidFill>
            <a:srgbClr val="6E4A9E"/>
          </a:solidFill>
          <a:ln w="12700">
            <a:solidFill>
              <a:srgbClr val="FFFFFF">
                <a:alpha val="0"/>
              </a:srgbClr>
            </a:solidFill>
            <a:prstDash val="solid"/>
          </a:ln>
        </p:spPr>
      </p:sp>
      <p:sp>
        <p:nvSpPr>
          <p:cNvPr id="15" name="Text 12"/>
          <p:cNvSpPr txBox="1"/>
          <p:nvPr/>
        </p:nvSpPr>
        <p:spPr>
          <a:xfrm>
            <a:off x="4507992" y="23774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B</a:t>
            </a:r>
            <a:endParaRPr lang="en-US" sz="1800" dirty="0"/>
          </a:p>
        </p:txBody>
      </p:sp>
      <p:sp>
        <p:nvSpPr>
          <p:cNvPr id="16" name="Text 13"/>
          <p:cNvSpPr txBox="1"/>
          <p:nvPr/>
        </p:nvSpPr>
        <p:spPr>
          <a:xfrm>
            <a:off x="5120640" y="2377440"/>
            <a:ext cx="2606040" cy="457200"/>
          </a:xfrm>
          <a:prstGeom prst="rect">
            <a:avLst/>
          </a:prstGeom>
          <a:noFill/>
          <a:ln/>
        </p:spPr>
        <p:txBody>
          <a:bodyPr wrap="square" lIns="0" tIns="0" rIns="0" bIns="0" rtlCol="0" anchor="ctr"/>
          <a:lstStyle/>
          <a:p>
            <a:pPr algn="l" indent="0" marL="0">
              <a:buNone/>
            </a:pPr>
            <a:r>
              <a:rPr lang="en-US" sz="1700" b="1" dirty="0">
                <a:solidFill>
                  <a:srgbClr val="6E4A9E"/>
                </a:solidFill>
              </a:rPr>
              <a:t>Je devine</a:t>
            </a:r>
            <a:endParaRPr lang="en-US" sz="1700" dirty="0"/>
          </a:p>
        </p:txBody>
      </p:sp>
      <p:sp>
        <p:nvSpPr>
          <p:cNvPr id="17" name="Text 14"/>
          <p:cNvSpPr txBox="1"/>
          <p:nvPr/>
        </p:nvSpPr>
        <p:spPr>
          <a:xfrm>
            <a:off x="4572000" y="2926080"/>
            <a:ext cx="3108960" cy="1051560"/>
          </a:xfrm>
          <a:prstGeom prst="rect">
            <a:avLst/>
          </a:prstGeom>
          <a:noFill/>
          <a:ln/>
        </p:spPr>
        <p:txBody>
          <a:bodyPr wrap="square" lIns="0" tIns="0" rIns="0" bIns="0" rtlCol="0" anchor="t"/>
          <a:lstStyle/>
          <a:p>
            <a:pPr algn="l" indent="0" marL="0">
              <a:buNone/>
            </a:pPr>
            <a:r>
              <a:rPr lang="en-US" sz="1600" i="1" dirty="0">
                <a:solidFill>
                  <a:srgbClr val="1B2333"/>
                </a:solidFill>
              </a:rPr>
              <a:t>Is het de collega </a:t>
            </a:r>
            <a:r>
              <a:rPr lang="en-US" sz="1600" b="1" i="1" dirty="0">
                <a:solidFill>
                  <a:srgbClr val="17375E"/>
                </a:solidFill>
              </a:rPr>
              <a:t>die</a:t>
            </a:r>
            <a:r>
              <a:rPr lang="en-US" sz="1600" i="1" dirty="0">
                <a:solidFill>
                  <a:srgbClr val="1B2333"/>
                </a:solidFill>
              </a:rPr>
              <a:t> een koffie drinkt? Puis on échange les rôles.</a:t>
            </a:r>
            <a:endParaRPr lang="en-US" sz="1600" dirty="0"/>
          </a:p>
        </p:txBody>
      </p:sp>
      <p:sp>
        <p:nvSpPr>
          <p:cNvPr id="18" name="Shape 15"/>
          <p:cNvSpPr/>
          <p:nvPr/>
        </p:nvSpPr>
        <p:spPr>
          <a:xfrm>
            <a:off x="548640" y="4251960"/>
            <a:ext cx="7315200" cy="2011680"/>
          </a:xfrm>
          <a:prstGeom prst="roundRect">
            <a:avLst>
              <a:gd name="adj" fmla="val 3636"/>
            </a:avLst>
          </a:prstGeom>
          <a:solidFill>
            <a:schemeClr val="bg2"/>
          </a:solidFill>
          <a:ln w="12700">
            <a:solidFill>
              <a:srgbClr val="D5DCE6"/>
            </a:solidFill>
            <a:prstDash val="solid"/>
          </a:ln>
        </p:spPr>
      </p:sp>
      <p:sp>
        <p:nvSpPr>
          <p:cNvPr id="19" name="Text 16"/>
          <p:cNvSpPr txBox="1"/>
          <p:nvPr/>
        </p:nvSpPr>
        <p:spPr>
          <a:xfrm>
            <a:off x="731520" y="4325112"/>
            <a:ext cx="4572000" cy="274320"/>
          </a:xfrm>
          <a:prstGeom prst="rect">
            <a:avLst/>
          </a:prstGeom>
          <a:noFill/>
          <a:ln/>
        </p:spPr>
        <p:txBody>
          <a:bodyPr wrap="square" lIns="0" tIns="0" rIns="0" bIns="0" rtlCol="0" anchor="ctr"/>
          <a:lstStyle/>
          <a:p>
            <a:pPr algn="l" indent="0" marL="0">
              <a:buNone/>
            </a:pPr>
            <a:r>
              <a:rPr lang="en-US" sz="1200" b="1" spc="200" kern="0" dirty="0">
                <a:solidFill>
                  <a:srgbClr val="4A5A70"/>
                </a:solidFill>
              </a:rPr>
              <a:t>BANQUE DE RELATIVES</a:t>
            </a:r>
            <a:endParaRPr lang="en-US" sz="1200" dirty="0"/>
          </a:p>
        </p:txBody>
      </p:sp>
      <p:sp>
        <p:nvSpPr>
          <p:cNvPr id="20" name="Text 17"/>
          <p:cNvSpPr txBox="1"/>
          <p:nvPr/>
        </p:nvSpPr>
        <p:spPr>
          <a:xfrm>
            <a:off x="731520" y="4645152"/>
            <a:ext cx="6949440" cy="1554480"/>
          </a:xfrm>
          <a:prstGeom prst="rect">
            <a:avLst/>
          </a:prstGeom>
          <a:noFill/>
          <a:ln/>
        </p:spPr>
        <p:txBody>
          <a:bodyPr wrap="square" lIns="0" tIns="0" rIns="0" bIns="0" rtlCol="0" anchor="t"/>
          <a:lstStyle/>
          <a:p>
            <a:pPr algn="l" indent="0" marL="0">
              <a:spcAft>
                <a:spcPts val="300"/>
              </a:spcAft>
              <a:buNone/>
            </a:pPr>
            <a:r>
              <a:rPr lang="en-US" sz="1600" i="1" dirty="0">
                <a:solidFill>
                  <a:srgbClr val="17375E"/>
                </a:solidFill>
              </a:rPr>
              <a:t>die</a:t>
            </a:r>
            <a:r>
              <a:rPr lang="en-US" sz="1600" i="1" dirty="0">
                <a:solidFill>
                  <a:srgbClr val="1B2333"/>
                </a:solidFill>
              </a:rPr>
              <a:t> een koffie drinkt · </a:t>
            </a:r>
            <a:r>
              <a:rPr lang="en-US" sz="1600" i="1" dirty="0">
                <a:solidFill>
                  <a:srgbClr val="17375E"/>
                </a:solidFill>
              </a:rPr>
              <a:t>die</a:t>
            </a:r>
            <a:r>
              <a:rPr lang="en-US" sz="1600" i="1" dirty="0">
                <a:solidFill>
                  <a:srgbClr val="1B2333"/>
                </a:solidFill>
              </a:rPr>
              <a:t> aan de telefoon is · </a:t>
            </a:r>
            <a:r>
              <a:rPr lang="en-US" sz="1600" i="1" dirty="0">
                <a:solidFill>
                  <a:srgbClr val="17375E"/>
                </a:solidFill>
              </a:rPr>
              <a:t>die</a:t>
            </a:r>
            <a:r>
              <a:rPr lang="en-US" sz="1600" i="1" dirty="0">
                <a:solidFill>
                  <a:srgbClr val="1B2333"/>
                </a:solidFill>
              </a:rPr>
              <a:t> met de fiets komt · </a:t>
            </a:r>
            <a:r>
              <a:rPr lang="en-US" sz="1600" i="1" dirty="0">
                <a:solidFill>
                  <a:srgbClr val="17375E"/>
                </a:solidFill>
              </a:rPr>
              <a:t>die</a:t>
            </a:r>
            <a:r>
              <a:rPr lang="en-US" sz="1600" i="1" dirty="0">
                <a:solidFill>
                  <a:srgbClr val="1B2333"/>
                </a:solidFill>
              </a:rPr>
              <a:t> naast de plant staat · </a:t>
            </a:r>
            <a:r>
              <a:rPr lang="en-US" sz="1600" i="1" dirty="0">
                <a:solidFill>
                  <a:srgbClr val="17375E"/>
                </a:solidFill>
              </a:rPr>
              <a:t>die</a:t>
            </a:r>
            <a:r>
              <a:rPr lang="en-US" sz="1600" i="1" dirty="0">
                <a:solidFill>
                  <a:srgbClr val="1B2333"/>
                </a:solidFill>
              </a:rPr>
              <a:t> een laptop heeft · </a:t>
            </a:r>
            <a:r>
              <a:rPr lang="en-US" sz="1600" i="1" dirty="0">
                <a:solidFill>
                  <a:srgbClr val="B4236A"/>
                </a:solidFill>
              </a:rPr>
              <a:t>met wie</a:t>
            </a:r>
            <a:r>
              <a:rPr lang="en-US" sz="1600" i="1" dirty="0">
                <a:solidFill>
                  <a:srgbClr val="1B2333"/>
                </a:solidFill>
              </a:rPr>
              <a:t> ik lunch · </a:t>
            </a:r>
            <a:r>
              <a:rPr lang="en-US" sz="1600" i="1" dirty="0">
                <a:solidFill>
                  <a:srgbClr val="B4236A"/>
                </a:solidFill>
              </a:rPr>
              <a:t>naast wie</a:t>
            </a:r>
            <a:r>
              <a:rPr lang="en-US" sz="1600" i="1" dirty="0">
                <a:solidFill>
                  <a:srgbClr val="1B2333"/>
                </a:solidFill>
              </a:rPr>
              <a:t> ik zit · </a:t>
            </a:r>
            <a:r>
              <a:rPr lang="en-US" sz="1600" i="1" dirty="0">
                <a:solidFill>
                  <a:srgbClr val="6E4A9E"/>
                </a:solidFill>
              </a:rPr>
              <a:t>waarmee</a:t>
            </a:r>
            <a:r>
              <a:rPr lang="en-US" sz="1600" i="1" dirty="0">
                <a:solidFill>
                  <a:srgbClr val="1B2333"/>
                </a:solidFill>
              </a:rPr>
              <a:t> hij werkt · </a:t>
            </a:r>
            <a:r>
              <a:rPr lang="en-US" sz="1600" i="1" dirty="0">
                <a:solidFill>
                  <a:srgbClr val="2E7D4F"/>
                </a:solidFill>
              </a:rPr>
              <a:t>wat</a:t>
            </a:r>
            <a:r>
              <a:rPr lang="en-US" sz="1600" i="1" dirty="0">
                <a:solidFill>
                  <a:srgbClr val="1B2333"/>
                </a:solidFill>
              </a:rPr>
              <a:t> ik grappig vind</a:t>
            </a:r>
            <a:endParaRPr lang="en-US" sz="1600" dirty="0"/>
          </a:p>
        </p:txBody>
      </p:sp>
      <p:sp>
        <p:nvSpPr>
          <p:cNvPr id="21" name="Shape 18"/>
          <p:cNvSpPr/>
          <p:nvPr/>
        </p:nvSpPr>
        <p:spPr>
          <a:xfrm>
            <a:off x="8138160" y="1481328"/>
            <a:ext cx="3502152" cy="4782312"/>
          </a:xfrm>
          <a:prstGeom prst="roundRect">
            <a:avLst>
              <a:gd name="adj" fmla="val 1044"/>
            </a:avLst>
          </a:prstGeom>
          <a:solidFill>
            <a:srgbClr val="FFFFFF"/>
          </a:solidFill>
          <a:ln w="12700">
            <a:solidFill>
              <a:srgbClr val="4A5A70"/>
            </a:solidFill>
            <a:prstDash val="solid"/>
          </a:ln>
          <a:effectLst>
            <a:outerShdw sx="100000" sy="100000" kx="0" ky="0" algn="bl" rotWithShape="0" blurRad="101600" dist="25400" dir="3600000">
              <a:srgbClr val="000000">
                <a:alpha val="16000"/>
              </a:srgbClr>
            </a:outerShdw>
          </a:effectLst>
        </p:spPr>
      </p:sp>
      <p:sp>
        <p:nvSpPr>
          <p:cNvPr id="22" name="Shape 19"/>
          <p:cNvSpPr/>
          <p:nvPr/>
        </p:nvSpPr>
        <p:spPr>
          <a:xfrm>
            <a:off x="8275320" y="1618488"/>
            <a:ext cx="3227832" cy="4507992"/>
          </a:xfrm>
          <a:prstGeom prst="roundRect">
            <a:avLst>
              <a:gd name="adj" fmla="val 567"/>
            </a:avLst>
          </a:prstGeom>
          <a:solidFill>
            <a:srgbClr val="EAF2FB"/>
          </a:solidFill>
          <a:ln w="12700">
            <a:solidFill>
              <a:srgbClr val="FFFFFF">
                <a:alpha val="0"/>
              </a:srgbClr>
            </a:solidFill>
            <a:prstDash val="solid"/>
          </a:ln>
        </p:spPr>
      </p:sp>
      <p:pic>
        <p:nvPicPr>
          <p:cNvPr id="23" name="Image 0" descr="woman office worker">    </p:cNvPr>
          <p:cNvPicPr>
            <a:picLocks noChangeAspect="1"/>
          </p:cNvPicPr>
          <p:nvPr/>
        </p:nvPicPr>
        <p:blipFill>
          <a:blip r:embed="rId1"/>
          <a:stretch>
            <a:fillRect/>
          </a:stretch>
        </p:blipFill>
        <p:spPr>
          <a:xfrm>
            <a:off x="8503920" y="1874520"/>
            <a:ext cx="1005840" cy="1005840"/>
          </a:xfrm>
          <a:prstGeom prst="rect">
            <a:avLst/>
          </a:prstGeom>
        </p:spPr>
      </p:pic>
      <p:pic>
        <p:nvPicPr>
          <p:cNvPr id="24" name="Image 1" descr="hot beverage">    </p:cNvPr>
          <p:cNvPicPr>
            <a:picLocks noChangeAspect="1"/>
          </p:cNvPicPr>
          <p:nvPr/>
        </p:nvPicPr>
        <p:blipFill>
          <a:blip r:embed="rId2"/>
          <a:stretch>
            <a:fillRect/>
          </a:stretch>
        </p:blipFill>
        <p:spPr>
          <a:xfrm>
            <a:off x="9372600" y="2468880"/>
            <a:ext cx="457200" cy="457200"/>
          </a:xfrm>
          <a:prstGeom prst="rect">
            <a:avLst/>
          </a:prstGeom>
        </p:spPr>
      </p:pic>
      <p:sp>
        <p:nvSpPr>
          <p:cNvPr id="25" name="Shape 20"/>
          <p:cNvSpPr/>
          <p:nvPr/>
        </p:nvSpPr>
        <p:spPr>
          <a:xfrm>
            <a:off x="8412480" y="1783080"/>
            <a:ext cx="329184" cy="329184"/>
          </a:xfrm>
          <a:prstGeom prst="ellipse">
            <a:avLst/>
          </a:prstGeom>
          <a:solidFill>
            <a:schemeClr val="tx2"/>
          </a:solidFill>
          <a:ln w="12700">
            <a:solidFill>
              <a:srgbClr val="FFFFFF">
                <a:alpha val="0"/>
              </a:srgbClr>
            </a:solidFill>
            <a:prstDash val="solid"/>
          </a:ln>
        </p:spPr>
      </p:sp>
      <p:sp>
        <p:nvSpPr>
          <p:cNvPr id="26" name="Text 21"/>
          <p:cNvSpPr txBox="1"/>
          <p:nvPr/>
        </p:nvSpPr>
        <p:spPr>
          <a:xfrm>
            <a:off x="8412480" y="17830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pic>
        <p:nvPicPr>
          <p:cNvPr id="27" name="Image 2" descr="man office worker">    </p:cNvPr>
          <p:cNvPicPr>
            <a:picLocks noChangeAspect="1"/>
          </p:cNvPicPr>
          <p:nvPr/>
        </p:nvPicPr>
        <p:blipFill>
          <a:blip r:embed="rId3"/>
          <a:stretch>
            <a:fillRect/>
          </a:stretch>
        </p:blipFill>
        <p:spPr>
          <a:xfrm>
            <a:off x="10104120" y="1874520"/>
            <a:ext cx="1005840" cy="1005840"/>
          </a:xfrm>
          <a:prstGeom prst="rect">
            <a:avLst/>
          </a:prstGeom>
        </p:spPr>
      </p:pic>
      <p:pic>
        <p:nvPicPr>
          <p:cNvPr id="28" name="Image 3" descr="laptop">    </p:cNvPr>
          <p:cNvPicPr>
            <a:picLocks noChangeAspect="1"/>
          </p:cNvPicPr>
          <p:nvPr/>
        </p:nvPicPr>
        <p:blipFill>
          <a:blip r:embed="rId4"/>
          <a:stretch>
            <a:fillRect/>
          </a:stretch>
        </p:blipFill>
        <p:spPr>
          <a:xfrm>
            <a:off x="10972800" y="2468880"/>
            <a:ext cx="457200" cy="457200"/>
          </a:xfrm>
          <a:prstGeom prst="rect">
            <a:avLst/>
          </a:prstGeom>
        </p:spPr>
      </p:pic>
      <p:sp>
        <p:nvSpPr>
          <p:cNvPr id="29" name="Shape 22"/>
          <p:cNvSpPr/>
          <p:nvPr/>
        </p:nvSpPr>
        <p:spPr>
          <a:xfrm>
            <a:off x="10012680" y="1783080"/>
            <a:ext cx="329184" cy="329184"/>
          </a:xfrm>
          <a:prstGeom prst="ellipse">
            <a:avLst/>
          </a:prstGeom>
          <a:solidFill>
            <a:schemeClr val="tx2"/>
          </a:solidFill>
          <a:ln w="12700">
            <a:solidFill>
              <a:srgbClr val="FFFFFF">
                <a:alpha val="0"/>
              </a:srgbClr>
            </a:solidFill>
            <a:prstDash val="solid"/>
          </a:ln>
        </p:spPr>
      </p:sp>
      <p:sp>
        <p:nvSpPr>
          <p:cNvPr id="30" name="Text 23"/>
          <p:cNvSpPr txBox="1"/>
          <p:nvPr/>
        </p:nvSpPr>
        <p:spPr>
          <a:xfrm>
            <a:off x="10012680" y="1783080"/>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pic>
        <p:nvPicPr>
          <p:cNvPr id="31" name="Image 4" descr="woman technologist">    </p:cNvPr>
          <p:cNvPicPr>
            <a:picLocks noChangeAspect="1"/>
          </p:cNvPicPr>
          <p:nvPr/>
        </p:nvPicPr>
        <p:blipFill>
          <a:blip r:embed="rId5"/>
          <a:stretch>
            <a:fillRect/>
          </a:stretch>
        </p:blipFill>
        <p:spPr>
          <a:xfrm>
            <a:off x="8503920" y="3319272"/>
            <a:ext cx="1005840" cy="1005840"/>
          </a:xfrm>
          <a:prstGeom prst="rect">
            <a:avLst/>
          </a:prstGeom>
        </p:spPr>
      </p:pic>
      <p:pic>
        <p:nvPicPr>
          <p:cNvPr id="32" name="Image 5" descr="telephone receiver">    </p:cNvPr>
          <p:cNvPicPr>
            <a:picLocks noChangeAspect="1"/>
          </p:cNvPicPr>
          <p:nvPr/>
        </p:nvPicPr>
        <p:blipFill>
          <a:blip r:embed="rId6"/>
          <a:stretch>
            <a:fillRect/>
          </a:stretch>
        </p:blipFill>
        <p:spPr>
          <a:xfrm>
            <a:off x="9372600" y="3913632"/>
            <a:ext cx="457200" cy="457200"/>
          </a:xfrm>
          <a:prstGeom prst="rect">
            <a:avLst/>
          </a:prstGeom>
        </p:spPr>
      </p:pic>
      <p:sp>
        <p:nvSpPr>
          <p:cNvPr id="33" name="Shape 24"/>
          <p:cNvSpPr/>
          <p:nvPr/>
        </p:nvSpPr>
        <p:spPr>
          <a:xfrm>
            <a:off x="8412480" y="3227832"/>
            <a:ext cx="329184" cy="329184"/>
          </a:xfrm>
          <a:prstGeom prst="ellipse">
            <a:avLst/>
          </a:prstGeom>
          <a:solidFill>
            <a:schemeClr val="tx2"/>
          </a:solidFill>
          <a:ln w="12700">
            <a:solidFill>
              <a:srgbClr val="FFFFFF">
                <a:alpha val="0"/>
              </a:srgbClr>
            </a:solidFill>
            <a:prstDash val="solid"/>
          </a:ln>
        </p:spPr>
      </p:sp>
      <p:sp>
        <p:nvSpPr>
          <p:cNvPr id="34" name="Text 25"/>
          <p:cNvSpPr txBox="1"/>
          <p:nvPr/>
        </p:nvSpPr>
        <p:spPr>
          <a:xfrm>
            <a:off x="8412480" y="32278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pic>
        <p:nvPicPr>
          <p:cNvPr id="35" name="Image 6" descr="man technologist">    </p:cNvPr>
          <p:cNvPicPr>
            <a:picLocks noChangeAspect="1"/>
          </p:cNvPicPr>
          <p:nvPr/>
        </p:nvPicPr>
        <p:blipFill>
          <a:blip r:embed="rId7"/>
          <a:stretch>
            <a:fillRect/>
          </a:stretch>
        </p:blipFill>
        <p:spPr>
          <a:xfrm>
            <a:off x="10104120" y="3319272"/>
            <a:ext cx="1005840" cy="1005840"/>
          </a:xfrm>
          <a:prstGeom prst="rect">
            <a:avLst/>
          </a:prstGeom>
        </p:spPr>
      </p:pic>
      <p:pic>
        <p:nvPicPr>
          <p:cNvPr id="36" name="Image 7" descr="potted plant">    </p:cNvPr>
          <p:cNvPicPr>
            <a:picLocks noChangeAspect="1"/>
          </p:cNvPicPr>
          <p:nvPr/>
        </p:nvPicPr>
        <p:blipFill>
          <a:blip r:embed="rId8"/>
          <a:stretch>
            <a:fillRect/>
          </a:stretch>
        </p:blipFill>
        <p:spPr>
          <a:xfrm>
            <a:off x="10972800" y="3913632"/>
            <a:ext cx="457200" cy="457200"/>
          </a:xfrm>
          <a:prstGeom prst="rect">
            <a:avLst/>
          </a:prstGeom>
        </p:spPr>
      </p:pic>
      <p:sp>
        <p:nvSpPr>
          <p:cNvPr id="37" name="Shape 26"/>
          <p:cNvSpPr/>
          <p:nvPr/>
        </p:nvSpPr>
        <p:spPr>
          <a:xfrm>
            <a:off x="10012680" y="3227832"/>
            <a:ext cx="329184" cy="329184"/>
          </a:xfrm>
          <a:prstGeom prst="ellipse">
            <a:avLst/>
          </a:prstGeom>
          <a:solidFill>
            <a:schemeClr val="tx2"/>
          </a:solidFill>
          <a:ln w="12700">
            <a:solidFill>
              <a:srgbClr val="FFFFFF">
                <a:alpha val="0"/>
              </a:srgbClr>
            </a:solidFill>
            <a:prstDash val="solid"/>
          </a:ln>
        </p:spPr>
      </p:sp>
      <p:sp>
        <p:nvSpPr>
          <p:cNvPr id="38" name="Text 27"/>
          <p:cNvSpPr txBox="1"/>
          <p:nvPr/>
        </p:nvSpPr>
        <p:spPr>
          <a:xfrm>
            <a:off x="10012680" y="3227832"/>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4</a:t>
            </a:r>
            <a:endParaRPr lang="en-US" sz="1300" dirty="0"/>
          </a:p>
        </p:txBody>
      </p:sp>
      <p:pic>
        <p:nvPicPr>
          <p:cNvPr id="39" name="Image 8" descr="woman cook">    </p:cNvPr>
          <p:cNvPicPr>
            <a:picLocks noChangeAspect="1"/>
          </p:cNvPicPr>
          <p:nvPr/>
        </p:nvPicPr>
        <p:blipFill>
          <a:blip r:embed="rId9"/>
          <a:stretch>
            <a:fillRect/>
          </a:stretch>
        </p:blipFill>
        <p:spPr>
          <a:xfrm>
            <a:off x="8503920" y="4764024"/>
            <a:ext cx="1005840" cy="1005840"/>
          </a:xfrm>
          <a:prstGeom prst="rect">
            <a:avLst/>
          </a:prstGeom>
        </p:spPr>
      </p:pic>
      <p:pic>
        <p:nvPicPr>
          <p:cNvPr id="40" name="Image 9" descr="bicycle">    </p:cNvPr>
          <p:cNvPicPr>
            <a:picLocks noChangeAspect="1"/>
          </p:cNvPicPr>
          <p:nvPr/>
        </p:nvPicPr>
        <p:blipFill>
          <a:blip r:embed="rId10"/>
          <a:stretch>
            <a:fillRect/>
          </a:stretch>
        </p:blipFill>
        <p:spPr>
          <a:xfrm>
            <a:off x="9372600" y="5358384"/>
            <a:ext cx="457200" cy="457200"/>
          </a:xfrm>
          <a:prstGeom prst="rect">
            <a:avLst/>
          </a:prstGeom>
        </p:spPr>
      </p:pic>
      <p:sp>
        <p:nvSpPr>
          <p:cNvPr id="41" name="Shape 28"/>
          <p:cNvSpPr/>
          <p:nvPr/>
        </p:nvSpPr>
        <p:spPr>
          <a:xfrm>
            <a:off x="8412480" y="4672584"/>
            <a:ext cx="329184" cy="329184"/>
          </a:xfrm>
          <a:prstGeom prst="ellipse">
            <a:avLst/>
          </a:prstGeom>
          <a:solidFill>
            <a:schemeClr val="tx2"/>
          </a:solidFill>
          <a:ln w="12700">
            <a:solidFill>
              <a:srgbClr val="FFFFFF">
                <a:alpha val="0"/>
              </a:srgbClr>
            </a:solidFill>
            <a:prstDash val="solid"/>
          </a:ln>
        </p:spPr>
      </p:sp>
      <p:sp>
        <p:nvSpPr>
          <p:cNvPr id="42" name="Text 29"/>
          <p:cNvSpPr txBox="1"/>
          <p:nvPr/>
        </p:nvSpPr>
        <p:spPr>
          <a:xfrm>
            <a:off x="8412480" y="467258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5</a:t>
            </a:r>
            <a:endParaRPr lang="en-US" sz="1300" dirty="0"/>
          </a:p>
        </p:txBody>
      </p:sp>
      <p:pic>
        <p:nvPicPr>
          <p:cNvPr id="43" name="Image 10" descr="man mechanic">    </p:cNvPr>
          <p:cNvPicPr>
            <a:picLocks noChangeAspect="1"/>
          </p:cNvPicPr>
          <p:nvPr/>
        </p:nvPicPr>
        <p:blipFill>
          <a:blip r:embed="rId11"/>
          <a:stretch>
            <a:fillRect/>
          </a:stretch>
        </p:blipFill>
        <p:spPr>
          <a:xfrm>
            <a:off x="10104120" y="4764024"/>
            <a:ext cx="1005840" cy="1005840"/>
          </a:xfrm>
          <a:prstGeom prst="rect">
            <a:avLst/>
          </a:prstGeom>
        </p:spPr>
      </p:pic>
      <p:pic>
        <p:nvPicPr>
          <p:cNvPr id="44" name="Image 11" descr="file folder">    </p:cNvPr>
          <p:cNvPicPr>
            <a:picLocks noChangeAspect="1"/>
          </p:cNvPicPr>
          <p:nvPr/>
        </p:nvPicPr>
        <p:blipFill>
          <a:blip r:embed="rId12"/>
          <a:stretch>
            <a:fillRect/>
          </a:stretch>
        </p:blipFill>
        <p:spPr>
          <a:xfrm>
            <a:off x="10972800" y="5358384"/>
            <a:ext cx="457200" cy="457200"/>
          </a:xfrm>
          <a:prstGeom prst="rect">
            <a:avLst/>
          </a:prstGeom>
        </p:spPr>
      </p:pic>
      <p:sp>
        <p:nvSpPr>
          <p:cNvPr id="45" name="Shape 30"/>
          <p:cNvSpPr/>
          <p:nvPr/>
        </p:nvSpPr>
        <p:spPr>
          <a:xfrm>
            <a:off x="10012680" y="4672584"/>
            <a:ext cx="329184" cy="329184"/>
          </a:xfrm>
          <a:prstGeom prst="ellipse">
            <a:avLst/>
          </a:prstGeom>
          <a:solidFill>
            <a:schemeClr val="tx2"/>
          </a:solidFill>
          <a:ln w="12700">
            <a:solidFill>
              <a:srgbClr val="FFFFFF">
                <a:alpha val="0"/>
              </a:srgbClr>
            </a:solidFill>
            <a:prstDash val="solid"/>
          </a:ln>
        </p:spPr>
      </p:sp>
      <p:sp>
        <p:nvSpPr>
          <p:cNvPr id="46" name="Text 31"/>
          <p:cNvSpPr txBox="1"/>
          <p:nvPr/>
        </p:nvSpPr>
        <p:spPr>
          <a:xfrm>
            <a:off x="10012680" y="4672584"/>
            <a:ext cx="329184" cy="329184"/>
          </a:xfrm>
          <a:prstGeom prst="rect">
            <a:avLst/>
          </a:prstGeom>
          <a:noFill/>
          <a:ln/>
        </p:spPr>
        <p:txBody>
          <a:bodyPr wrap="square" lIns="0" tIns="0" rIns="0" bIns="0" rtlCol="0" anchor="ctr"/>
          <a:lstStyle/>
          <a:p>
            <a:pPr algn="ctr" indent="0" marL="0">
              <a:buNone/>
            </a:pPr>
            <a:r>
              <a:rPr lang="en-US" sz="1300" b="1" dirty="0">
                <a:solidFill>
                  <a:schemeClr val="bg1"/>
                </a:solidFill>
              </a:rPr>
              <a:t>6</a:t>
            </a:r>
            <a:endParaRPr lang="en-US" sz="13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1"/>
          <p:cNvSpPr/>
          <p:nvPr>
            <p:ph idx="101" type="title" hasCustomPrompt="1"/>
          </p:nvPr>
        </p:nvSpPr>
        <p:spPr>
          <a:xfrm>
            <a:off x="548640" y="621792"/>
            <a:ext cx="11091672" cy="713232"/>
          </a:xfrm>
          <a:prstGeom prst="rect">
            <a:avLst/>
          </a:prstGeom>
          <a:noFill/>
          <a:ln/>
        </p:spPr>
        <p:txBody>
          <a:bodyPr wrap="square" lIns="0" tIns="0" rIns="0" bIns="0" rtlCol="0" anchor="ctr"/>
          <a:lstStyle/>
          <a:p>
            <a:pPr algn="l" indent="0" marL="0">
              <a:buNone/>
            </a:pPr>
            <a:r>
              <a:rPr lang="en-US" sz="3000" b="1" dirty="0">
                <a:solidFill>
                  <a:schemeClr val="tx2"/>
                </a:solidFill>
              </a:rPr>
              <a:t>Ticket de sortie</a:t>
            </a:r>
            <a:endParaRPr lang="en-US" sz="3000" dirty="0"/>
          </a:p>
        </p:txBody>
      </p:sp>
      <p:sp>
        <p:nvSpPr>
          <p:cNvPr id="3" name="tag"/>
          <p:cNvSpPr/>
          <p:nvPr/>
        </p:nvSpPr>
        <p:spPr>
          <a:xfrm>
            <a:off x="548640" y="237744"/>
            <a:ext cx="2092147" cy="310896"/>
          </a:xfrm>
          <a:prstGeom prst="roundRect">
            <a:avLst>
              <a:gd name="adj" fmla="val 14706"/>
            </a:avLst>
          </a:prstGeom>
          <a:solidFill>
            <a:schemeClr val="accent5"/>
          </a:solidFill>
          <a:ln/>
        </p:spPr>
        <p:txBody>
          <a:bodyPr wrap="square" lIns="0" tIns="0" rIns="0" bIns="0" rtlCol="0" anchor="ctr"/>
          <a:lstStyle/>
          <a:p>
            <a:pPr algn="ctr" indent="0" marL="0">
              <a:buNone/>
            </a:pPr>
            <a:r>
              <a:rPr lang="en-US" sz="1200" b="1" spc="100" kern="0" dirty="0">
                <a:solidFill>
                  <a:srgbClr val="FFFFFF"/>
                </a:solidFill>
              </a:rPr>
              <a:t>TICKET DE SORTIE</a:t>
            </a:r>
            <a:endParaRPr lang="en-US" sz="1200" dirty="0"/>
          </a:p>
        </p:txBody>
      </p:sp>
      <p:sp>
        <p:nvSpPr>
          <p:cNvPr id="5" name="Shape 2"/>
          <p:cNvSpPr/>
          <p:nvPr/>
        </p:nvSpPr>
        <p:spPr>
          <a:xfrm>
            <a:off x="548640" y="1554480"/>
            <a:ext cx="6035040" cy="1127760"/>
          </a:xfrm>
          <a:prstGeom prst="roundRect">
            <a:avLst>
              <a:gd name="adj" fmla="val 6486"/>
            </a:avLst>
          </a:prstGeom>
          <a:solidFill>
            <a:schemeClr val="bg2"/>
          </a:solidFill>
          <a:ln w="12700">
            <a:solidFill>
              <a:srgbClr val="D5DCE6"/>
            </a:solidFill>
            <a:prstDash val="solid"/>
          </a:ln>
        </p:spPr>
      </p:sp>
      <p:sp>
        <p:nvSpPr>
          <p:cNvPr id="6" name="Shape 3"/>
          <p:cNvSpPr/>
          <p:nvPr/>
        </p:nvSpPr>
        <p:spPr>
          <a:xfrm>
            <a:off x="731520" y="1889760"/>
            <a:ext cx="457200" cy="457200"/>
          </a:xfrm>
          <a:prstGeom prst="ellipse">
            <a:avLst/>
          </a:prstGeom>
          <a:solidFill>
            <a:schemeClr val="accent1"/>
          </a:solidFill>
          <a:ln w="12700">
            <a:solidFill>
              <a:srgbClr val="FFFFFF">
                <a:alpha val="0"/>
              </a:srgbClr>
            </a:solidFill>
            <a:prstDash val="solid"/>
          </a:ln>
        </p:spPr>
      </p:sp>
      <p:sp>
        <p:nvSpPr>
          <p:cNvPr id="7" name="Text 4"/>
          <p:cNvSpPr txBox="1"/>
          <p:nvPr/>
        </p:nvSpPr>
        <p:spPr>
          <a:xfrm>
            <a:off x="731520" y="188976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1</a:t>
            </a:r>
            <a:endParaRPr lang="en-US" sz="1800" dirty="0"/>
          </a:p>
        </p:txBody>
      </p:sp>
      <p:sp>
        <p:nvSpPr>
          <p:cNvPr id="8" name="Text 5"/>
          <p:cNvSpPr txBox="1"/>
          <p:nvPr/>
        </p:nvSpPr>
        <p:spPr>
          <a:xfrm>
            <a:off x="1371600" y="162763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Complétez : </a:t>
            </a:r>
            <a:r>
              <a:rPr lang="en-US" sz="2000" i="1" dirty="0">
                <a:solidFill>
                  <a:schemeClr val="tx1"/>
                </a:solidFill>
              </a:rPr>
              <a:t>het meisje … aan de balie werkt</a:t>
            </a:r>
            <a:endParaRPr lang="en-US" sz="2000" dirty="0"/>
          </a:p>
        </p:txBody>
      </p:sp>
      <p:sp>
        <p:nvSpPr>
          <p:cNvPr id="9" name="Shape 6"/>
          <p:cNvSpPr/>
          <p:nvPr/>
        </p:nvSpPr>
        <p:spPr>
          <a:xfrm>
            <a:off x="548640" y="2865120"/>
            <a:ext cx="6035040" cy="1127760"/>
          </a:xfrm>
          <a:prstGeom prst="roundRect">
            <a:avLst>
              <a:gd name="adj" fmla="val 6486"/>
            </a:avLst>
          </a:prstGeom>
          <a:solidFill>
            <a:schemeClr val="bg2"/>
          </a:solidFill>
          <a:ln w="12700">
            <a:solidFill>
              <a:srgbClr val="D5DCE6"/>
            </a:solidFill>
            <a:prstDash val="solid"/>
          </a:ln>
        </p:spPr>
      </p:sp>
      <p:sp>
        <p:nvSpPr>
          <p:cNvPr id="10" name="Shape 7"/>
          <p:cNvSpPr/>
          <p:nvPr/>
        </p:nvSpPr>
        <p:spPr>
          <a:xfrm>
            <a:off x="731520" y="3200400"/>
            <a:ext cx="457200" cy="457200"/>
          </a:xfrm>
          <a:prstGeom prst="ellipse">
            <a:avLst/>
          </a:prstGeom>
          <a:solidFill>
            <a:schemeClr val="accent1"/>
          </a:solidFill>
          <a:ln w="12700">
            <a:solidFill>
              <a:srgbClr val="FFFFFF">
                <a:alpha val="0"/>
              </a:srgbClr>
            </a:solidFill>
            <a:prstDash val="solid"/>
          </a:ln>
        </p:spPr>
      </p:sp>
      <p:sp>
        <p:nvSpPr>
          <p:cNvPr id="11" name="Text 8"/>
          <p:cNvSpPr txBox="1"/>
          <p:nvPr/>
        </p:nvSpPr>
        <p:spPr>
          <a:xfrm>
            <a:off x="731520" y="320040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2</a:t>
            </a:r>
            <a:endParaRPr lang="en-US" sz="1800" dirty="0"/>
          </a:p>
        </p:txBody>
      </p:sp>
      <p:sp>
        <p:nvSpPr>
          <p:cNvPr id="12" name="Text 9"/>
          <p:cNvSpPr txBox="1"/>
          <p:nvPr/>
        </p:nvSpPr>
        <p:spPr>
          <a:xfrm>
            <a:off x="1371600" y="293827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a:t>
            </a:r>
            <a:r>
              <a:rPr lang="en-US" sz="2000" i="1" dirty="0">
                <a:solidFill>
                  <a:schemeClr val="tx1"/>
                </a:solidFill>
              </a:rPr>
              <a:t>la collègue avec qui je travaille</a:t>
            </a:r>
            <a:endParaRPr lang="en-US" sz="2000" dirty="0"/>
          </a:p>
        </p:txBody>
      </p:sp>
      <p:sp>
        <p:nvSpPr>
          <p:cNvPr id="13" name="Shape 10"/>
          <p:cNvSpPr/>
          <p:nvPr/>
        </p:nvSpPr>
        <p:spPr>
          <a:xfrm>
            <a:off x="548640" y="4175760"/>
            <a:ext cx="6035040" cy="1127760"/>
          </a:xfrm>
          <a:prstGeom prst="roundRect">
            <a:avLst>
              <a:gd name="adj" fmla="val 6486"/>
            </a:avLst>
          </a:prstGeom>
          <a:solidFill>
            <a:schemeClr val="bg2"/>
          </a:solidFill>
          <a:ln w="12700">
            <a:solidFill>
              <a:srgbClr val="D5DCE6"/>
            </a:solidFill>
            <a:prstDash val="solid"/>
          </a:ln>
        </p:spPr>
      </p:sp>
      <p:sp>
        <p:nvSpPr>
          <p:cNvPr id="14" name="Shape 11"/>
          <p:cNvSpPr/>
          <p:nvPr/>
        </p:nvSpPr>
        <p:spPr>
          <a:xfrm>
            <a:off x="731520" y="4511040"/>
            <a:ext cx="457200" cy="457200"/>
          </a:xfrm>
          <a:prstGeom prst="ellipse">
            <a:avLst/>
          </a:prstGeom>
          <a:solidFill>
            <a:schemeClr val="accent1"/>
          </a:solidFill>
          <a:ln w="12700">
            <a:solidFill>
              <a:srgbClr val="FFFFFF">
                <a:alpha val="0"/>
              </a:srgbClr>
            </a:solidFill>
            <a:prstDash val="solid"/>
          </a:ln>
        </p:spPr>
      </p:sp>
      <p:sp>
        <p:nvSpPr>
          <p:cNvPr id="15" name="Text 12"/>
          <p:cNvSpPr txBox="1"/>
          <p:nvPr/>
        </p:nvSpPr>
        <p:spPr>
          <a:xfrm>
            <a:off x="731520" y="4511040"/>
            <a:ext cx="457200" cy="457200"/>
          </a:xfrm>
          <a:prstGeom prst="rect">
            <a:avLst/>
          </a:prstGeom>
          <a:noFill/>
          <a:ln/>
        </p:spPr>
        <p:txBody>
          <a:bodyPr wrap="square" lIns="0" tIns="0" rIns="0" bIns="0" rtlCol="0" anchor="ctr"/>
          <a:lstStyle/>
          <a:p>
            <a:pPr algn="ctr" indent="0" marL="0">
              <a:buNone/>
            </a:pPr>
            <a:r>
              <a:rPr lang="en-US" sz="1800" b="1" dirty="0">
                <a:solidFill>
                  <a:schemeClr val="bg1"/>
                </a:solidFill>
              </a:rPr>
              <a:t>3</a:t>
            </a:r>
            <a:endParaRPr lang="en-US" sz="1800" dirty="0"/>
          </a:p>
        </p:txBody>
      </p:sp>
      <p:sp>
        <p:nvSpPr>
          <p:cNvPr id="16" name="Text 13"/>
          <p:cNvSpPr txBox="1"/>
          <p:nvPr/>
        </p:nvSpPr>
        <p:spPr>
          <a:xfrm>
            <a:off x="1371600" y="4248912"/>
            <a:ext cx="5074920" cy="981456"/>
          </a:xfrm>
          <a:prstGeom prst="rect">
            <a:avLst/>
          </a:prstGeom>
          <a:noFill/>
          <a:ln/>
        </p:spPr>
        <p:txBody>
          <a:bodyPr wrap="square" lIns="0" tIns="0" rIns="0" bIns="0" rtlCol="0" anchor="ctr"/>
          <a:lstStyle/>
          <a:p>
            <a:pPr algn="l" indent="0" marL="0">
              <a:buNone/>
            </a:pPr>
            <a:r>
              <a:rPr lang="en-US" sz="2000" dirty="0">
                <a:solidFill>
                  <a:schemeClr val="tx1"/>
                </a:solidFill>
              </a:rPr>
              <a:t>Traduisez : </a:t>
            </a:r>
            <a:r>
              <a:rPr lang="en-US" sz="2000" i="1" dirty="0">
                <a:solidFill>
                  <a:schemeClr val="tx1"/>
                </a:solidFill>
              </a:rPr>
              <a:t>tout ce que tu dis</a:t>
            </a:r>
            <a:endParaRPr lang="en-US" sz="2000" dirty="0"/>
          </a:p>
        </p:txBody>
      </p:sp>
      <p:sp>
        <p:nvSpPr>
          <p:cNvPr id="17" name="Text 14"/>
          <p:cNvSpPr txBox="1"/>
          <p:nvPr/>
        </p:nvSpPr>
        <p:spPr>
          <a:xfrm>
            <a:off x="6949440" y="1554480"/>
            <a:ext cx="4663440" cy="365760"/>
          </a:xfrm>
          <a:prstGeom prst="rect">
            <a:avLst/>
          </a:prstGeom>
          <a:noFill/>
          <a:ln/>
        </p:spPr>
        <p:txBody>
          <a:bodyPr wrap="square" lIns="0" tIns="0" rIns="0" bIns="0" rtlCol="0" anchor="t"/>
          <a:lstStyle/>
          <a:p>
            <a:pPr algn="l" indent="0" marL="0">
              <a:buNone/>
            </a:pPr>
            <a:r>
              <a:rPr lang="en-US" sz="1400" b="1" spc="200" kern="0" dirty="0">
                <a:solidFill>
                  <a:schemeClr val="accent5"/>
                </a:solidFill>
              </a:rPr>
              <a:t>AUTO-ÉVALUATION</a:t>
            </a:r>
            <a:endParaRPr lang="en-US" sz="1400" dirty="0"/>
          </a:p>
        </p:txBody>
      </p:sp>
      <p:sp>
        <p:nvSpPr>
          <p:cNvPr id="18" name="Shape 15"/>
          <p:cNvSpPr/>
          <p:nvPr/>
        </p:nvSpPr>
        <p:spPr>
          <a:xfrm>
            <a:off x="6949440" y="2011680"/>
            <a:ext cx="4690872" cy="758952"/>
          </a:xfrm>
          <a:prstGeom prst="roundRect">
            <a:avLst>
              <a:gd name="adj" fmla="val 9639"/>
            </a:avLst>
          </a:prstGeom>
          <a:solidFill>
            <a:schemeClr val="bg2"/>
          </a:solidFill>
          <a:ln w="6350">
            <a:solidFill>
              <a:srgbClr val="D5DCE6"/>
            </a:solidFill>
            <a:prstDash val="solid"/>
          </a:ln>
        </p:spPr>
      </p:sp>
      <p:sp>
        <p:nvSpPr>
          <p:cNvPr id="19" name="Text 16"/>
          <p:cNvSpPr txBox="1"/>
          <p:nvPr/>
        </p:nvSpPr>
        <p:spPr>
          <a:xfrm>
            <a:off x="7132320" y="201168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Choisir</a:t>
            </a:r>
            <a:endParaRPr lang="en-US" sz="1600" dirty="0"/>
          </a:p>
        </p:txBody>
      </p:sp>
      <p:pic>
        <p:nvPicPr>
          <p:cNvPr id="20" name="Image 0" descr="RegFrown">    </p:cNvPr>
          <p:cNvPicPr>
            <a:picLocks noChangeAspect="1"/>
          </p:cNvPicPr>
          <p:nvPr/>
        </p:nvPicPr>
        <p:blipFill>
          <a:blip r:embed="rId1"/>
          <a:stretch>
            <a:fillRect/>
          </a:stretch>
        </p:blipFill>
        <p:spPr>
          <a:xfrm>
            <a:off x="9555480" y="2162556"/>
            <a:ext cx="457200" cy="457200"/>
          </a:xfrm>
          <a:prstGeom prst="rect">
            <a:avLst/>
          </a:prstGeom>
        </p:spPr>
      </p:pic>
      <p:pic>
        <p:nvPicPr>
          <p:cNvPr id="21" name="Image 1" descr="RegMeh">    </p:cNvPr>
          <p:cNvPicPr>
            <a:picLocks noChangeAspect="1"/>
          </p:cNvPicPr>
          <p:nvPr/>
        </p:nvPicPr>
        <p:blipFill>
          <a:blip r:embed="rId2"/>
          <a:stretch>
            <a:fillRect/>
          </a:stretch>
        </p:blipFill>
        <p:spPr>
          <a:xfrm>
            <a:off x="10241280" y="2162556"/>
            <a:ext cx="457200" cy="457200"/>
          </a:xfrm>
          <a:prstGeom prst="rect">
            <a:avLst/>
          </a:prstGeom>
        </p:spPr>
      </p:pic>
      <p:pic>
        <p:nvPicPr>
          <p:cNvPr id="22" name="Image 2" descr="RegSmile">    </p:cNvPr>
          <p:cNvPicPr>
            <a:picLocks noChangeAspect="1"/>
          </p:cNvPicPr>
          <p:nvPr/>
        </p:nvPicPr>
        <p:blipFill>
          <a:blip r:embed="rId3"/>
          <a:stretch>
            <a:fillRect/>
          </a:stretch>
        </p:blipFill>
        <p:spPr>
          <a:xfrm>
            <a:off x="10927080" y="2162556"/>
            <a:ext cx="457200" cy="457200"/>
          </a:xfrm>
          <a:prstGeom prst="rect">
            <a:avLst/>
          </a:prstGeom>
        </p:spPr>
      </p:pic>
      <p:sp>
        <p:nvSpPr>
          <p:cNvPr id="23" name="Shape 17"/>
          <p:cNvSpPr/>
          <p:nvPr/>
        </p:nvSpPr>
        <p:spPr>
          <a:xfrm>
            <a:off x="6949440" y="2880360"/>
            <a:ext cx="4690872" cy="758952"/>
          </a:xfrm>
          <a:prstGeom prst="roundRect">
            <a:avLst>
              <a:gd name="adj" fmla="val 9639"/>
            </a:avLst>
          </a:prstGeom>
          <a:solidFill>
            <a:schemeClr val="bg1"/>
          </a:solidFill>
          <a:ln w="6350">
            <a:solidFill>
              <a:srgbClr val="D5DCE6"/>
            </a:solidFill>
            <a:prstDash val="solid"/>
          </a:ln>
        </p:spPr>
      </p:sp>
      <p:sp>
        <p:nvSpPr>
          <p:cNvPr id="24" name="Text 18"/>
          <p:cNvSpPr txBox="1"/>
          <p:nvPr/>
        </p:nvSpPr>
        <p:spPr>
          <a:xfrm>
            <a:off x="7132320" y="288036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Construire</a:t>
            </a:r>
            <a:endParaRPr lang="en-US" sz="1600" dirty="0"/>
          </a:p>
        </p:txBody>
      </p:sp>
      <p:pic>
        <p:nvPicPr>
          <p:cNvPr id="25" name="Image 3" descr="RegFrown">    </p:cNvPr>
          <p:cNvPicPr>
            <a:picLocks noChangeAspect="1"/>
          </p:cNvPicPr>
          <p:nvPr/>
        </p:nvPicPr>
        <p:blipFill>
          <a:blip r:embed="rId4"/>
          <a:stretch>
            <a:fillRect/>
          </a:stretch>
        </p:blipFill>
        <p:spPr>
          <a:xfrm>
            <a:off x="9555480" y="3031236"/>
            <a:ext cx="457200" cy="457200"/>
          </a:xfrm>
          <a:prstGeom prst="rect">
            <a:avLst/>
          </a:prstGeom>
        </p:spPr>
      </p:pic>
      <p:pic>
        <p:nvPicPr>
          <p:cNvPr id="26" name="Image 4" descr="RegMeh">    </p:cNvPr>
          <p:cNvPicPr>
            <a:picLocks noChangeAspect="1"/>
          </p:cNvPicPr>
          <p:nvPr/>
        </p:nvPicPr>
        <p:blipFill>
          <a:blip r:embed="rId5"/>
          <a:stretch>
            <a:fillRect/>
          </a:stretch>
        </p:blipFill>
        <p:spPr>
          <a:xfrm>
            <a:off x="10241280" y="3031236"/>
            <a:ext cx="457200" cy="457200"/>
          </a:xfrm>
          <a:prstGeom prst="rect">
            <a:avLst/>
          </a:prstGeom>
        </p:spPr>
      </p:pic>
      <p:pic>
        <p:nvPicPr>
          <p:cNvPr id="27" name="Image 5" descr="RegSmile">    </p:cNvPr>
          <p:cNvPicPr>
            <a:picLocks noChangeAspect="1"/>
          </p:cNvPicPr>
          <p:nvPr/>
        </p:nvPicPr>
        <p:blipFill>
          <a:blip r:embed="rId6"/>
          <a:stretch>
            <a:fillRect/>
          </a:stretch>
        </p:blipFill>
        <p:spPr>
          <a:xfrm>
            <a:off x="10927080" y="3031236"/>
            <a:ext cx="457200" cy="457200"/>
          </a:xfrm>
          <a:prstGeom prst="rect">
            <a:avLst/>
          </a:prstGeom>
        </p:spPr>
      </p:pic>
      <p:sp>
        <p:nvSpPr>
          <p:cNvPr id="28" name="Shape 19"/>
          <p:cNvSpPr/>
          <p:nvPr/>
        </p:nvSpPr>
        <p:spPr>
          <a:xfrm>
            <a:off x="6949440" y="3749040"/>
            <a:ext cx="4690872" cy="758952"/>
          </a:xfrm>
          <a:prstGeom prst="roundRect">
            <a:avLst>
              <a:gd name="adj" fmla="val 9639"/>
            </a:avLst>
          </a:prstGeom>
          <a:solidFill>
            <a:schemeClr val="bg2"/>
          </a:solidFill>
          <a:ln w="6350">
            <a:solidFill>
              <a:srgbClr val="D5DCE6"/>
            </a:solidFill>
            <a:prstDash val="solid"/>
          </a:ln>
        </p:spPr>
      </p:sp>
      <p:sp>
        <p:nvSpPr>
          <p:cNvPr id="29" name="Text 20"/>
          <p:cNvSpPr txBox="1"/>
          <p:nvPr/>
        </p:nvSpPr>
        <p:spPr>
          <a:xfrm>
            <a:off x="7132320" y="3749040"/>
            <a:ext cx="2331720" cy="758952"/>
          </a:xfrm>
          <a:prstGeom prst="rect">
            <a:avLst/>
          </a:prstGeom>
          <a:noFill/>
          <a:ln/>
        </p:spPr>
        <p:txBody>
          <a:bodyPr wrap="square" lIns="0" tIns="0" rIns="0" bIns="0" rtlCol="0" anchor="ctr"/>
          <a:lstStyle/>
          <a:p>
            <a:pPr algn="l" indent="0" marL="0">
              <a:buNone/>
            </a:pPr>
            <a:r>
              <a:rPr lang="en-US" sz="1600" b="1" dirty="0">
                <a:solidFill>
                  <a:schemeClr val="tx2"/>
                </a:solidFill>
              </a:rPr>
              <a:t>Traduire</a:t>
            </a:r>
            <a:endParaRPr lang="en-US" sz="1600" dirty="0"/>
          </a:p>
        </p:txBody>
      </p:sp>
      <p:pic>
        <p:nvPicPr>
          <p:cNvPr id="30" name="Image 6" descr="RegFrown">    </p:cNvPr>
          <p:cNvPicPr>
            <a:picLocks noChangeAspect="1"/>
          </p:cNvPicPr>
          <p:nvPr/>
        </p:nvPicPr>
        <p:blipFill>
          <a:blip r:embed="rId7"/>
          <a:stretch>
            <a:fillRect/>
          </a:stretch>
        </p:blipFill>
        <p:spPr>
          <a:xfrm>
            <a:off x="9555480" y="3899916"/>
            <a:ext cx="457200" cy="457200"/>
          </a:xfrm>
          <a:prstGeom prst="rect">
            <a:avLst/>
          </a:prstGeom>
        </p:spPr>
      </p:pic>
      <p:pic>
        <p:nvPicPr>
          <p:cNvPr id="31" name="Image 7" descr="RegMeh">    </p:cNvPr>
          <p:cNvPicPr>
            <a:picLocks noChangeAspect="1"/>
          </p:cNvPicPr>
          <p:nvPr/>
        </p:nvPicPr>
        <p:blipFill>
          <a:blip r:embed="rId8"/>
          <a:stretch>
            <a:fillRect/>
          </a:stretch>
        </p:blipFill>
        <p:spPr>
          <a:xfrm>
            <a:off x="10241280" y="3899916"/>
            <a:ext cx="457200" cy="457200"/>
          </a:xfrm>
          <a:prstGeom prst="rect">
            <a:avLst/>
          </a:prstGeom>
        </p:spPr>
      </p:pic>
      <p:pic>
        <p:nvPicPr>
          <p:cNvPr id="32" name="Image 8" descr="RegSmile">    </p:cNvPr>
          <p:cNvPicPr>
            <a:picLocks noChangeAspect="1"/>
          </p:cNvPicPr>
          <p:nvPr/>
        </p:nvPicPr>
        <p:blipFill>
          <a:blip r:embed="rId9"/>
          <a:stretch>
            <a:fillRect/>
          </a:stretch>
        </p:blipFill>
        <p:spPr>
          <a:xfrm>
            <a:off x="10927080" y="3899916"/>
            <a:ext cx="457200" cy="457200"/>
          </a:xfrm>
          <a:prstGeom prst="rect">
            <a:avLst/>
          </a:prstGeom>
        </p:spPr>
      </p:pic>
      <p:sp>
        <p:nvSpPr>
          <p:cNvPr id="33" name="Shape 21"/>
          <p:cNvSpPr/>
          <p:nvPr/>
        </p:nvSpPr>
        <p:spPr>
          <a:xfrm>
            <a:off x="548640" y="5532120"/>
            <a:ext cx="11091672" cy="731520"/>
          </a:xfrm>
          <a:prstGeom prst="roundRect">
            <a:avLst>
              <a:gd name="adj" fmla="val 10000"/>
            </a:avLst>
          </a:prstGeom>
          <a:solidFill>
            <a:schemeClr val="tx2"/>
          </a:solidFill>
          <a:ln w="12700">
            <a:solidFill>
              <a:srgbClr val="FFFFFF">
                <a:alpha val="0"/>
              </a:srgbClr>
            </a:solidFill>
            <a:prstDash val="solid"/>
          </a:ln>
        </p:spPr>
      </p:sp>
      <p:pic>
        <p:nvPicPr>
          <p:cNvPr id="34" name="Image 9" descr="Book">    </p:cNvPr>
          <p:cNvPicPr>
            <a:picLocks noChangeAspect="1"/>
          </p:cNvPicPr>
          <p:nvPr/>
        </p:nvPicPr>
        <p:blipFill>
          <a:blip r:embed="rId10"/>
          <a:stretch>
            <a:fillRect/>
          </a:stretch>
        </p:blipFill>
        <p:spPr>
          <a:xfrm>
            <a:off x="777240" y="5715000"/>
            <a:ext cx="365760" cy="365760"/>
          </a:xfrm>
          <a:prstGeom prst="rect">
            <a:avLst/>
          </a:prstGeom>
        </p:spPr>
      </p:pic>
      <p:sp>
        <p:nvSpPr>
          <p:cNvPr id="35" name="Text 22"/>
          <p:cNvSpPr txBox="1"/>
          <p:nvPr/>
        </p:nvSpPr>
        <p:spPr>
          <a:xfrm>
            <a:off x="1325880" y="5532120"/>
            <a:ext cx="10149840" cy="731520"/>
          </a:xfrm>
          <a:prstGeom prst="rect">
            <a:avLst/>
          </a:prstGeom>
          <a:noFill/>
          <a:ln/>
        </p:spPr>
        <p:txBody>
          <a:bodyPr wrap="square" lIns="0" tIns="0" rIns="0" bIns="0" rtlCol="0" anchor="ctr"/>
          <a:lstStyle/>
          <a:p>
            <a:pPr algn="l" indent="0" marL="0">
              <a:buNone/>
            </a:pPr>
            <a:r>
              <a:rPr lang="en-US" sz="1800" b="1" dirty="0">
                <a:solidFill>
                  <a:schemeClr val="bg1"/>
                </a:solidFill>
              </a:rPr>
              <a:t>Défi de la semaine</a:t>
            </a:r>
            <a:r>
              <a:rPr lang="en-US" sz="1800" dirty="0">
                <a:solidFill>
                  <a:schemeClr val="bg1"/>
                </a:solidFill>
              </a:rPr>
              <a:t> : définissez trois mots de votre métier avec une relative (</a:t>
            </a:r>
            <a:r>
              <a:rPr lang="en-US" sz="1800" i="1" dirty="0">
                <a:solidFill>
                  <a:schemeClr val="bg1"/>
                </a:solidFill>
              </a:rPr>
              <a:t>Het is iemand die… · iets waarmee…</a:t>
            </a:r>
            <a:r>
              <a:rPr lang="en-US" sz="1800" dirty="0">
                <a:solidFill>
                  <a:schemeClr val="bg1"/>
                </a:solidFill>
              </a:rPr>
              <a:t>).</a:t>
            </a:r>
            <a:endParaRPr lang="en-US" sz="1800" dirty="0"/>
          </a:p>
        </p:txBody>
      </p:sp>
      <p:sp>
        <p:nvSpPr>
          <p:cNvPr id="25" name="Slide Number Placeholder 0"/>
          <p:cNvSpPr>
            <a:spLocks noGrp="1"/>
          </p:cNvSpPr>
          <p:nvPr>
            <p:ph type="sldNum" sz="quarter" idx="4294967295"/>
          </p:nvPr>
        </p:nvSpPr>
        <p:spPr>
          <a:xfrm>
            <a:off x="11091672" y="644652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4A5A70"/>
                </a:solidFill>
              </a:defRPr>
            </a:lvl1pPr>
          </a:lstStyle>
          <a:p>
            <a:pPr algn="r"/>
            <a:fld id="{F7021451-1387-4CA6-816F-3879F97B5CBC}" type="slidenum">
              <a:rPr b="0" lang="en-US"/>
              <a:t>47</a:t>
            </a:fld>
            <a:endParaRPr lang="en-US"/>
          </a:p>
        </p:txBody>
      </p:sp>
    </p:spTree>
  </p:cSld>
  <p:clrMapOvr>
    <a:masterClrMapping/>
  </p:clrMapOvr>
</p:sld>
</file>

<file path=ppt/theme/theme1.xml><?xml version="1.0" encoding="utf-8"?>
<a:theme xmlns:a="http://schemas.openxmlformats.org/drawingml/2006/main" name="Nederlands 1">
  <a:themeElements>
    <a:clrScheme name="Nederlands 1">
      <a:dk1>
        <a:srgbClr val="1B2333"/>
      </a:dk1>
      <a:lt1>
        <a:srgbClr val="FFFFFF"/>
      </a:lt1>
      <a:dk2>
        <a:srgbClr val="17375E"/>
      </a:dk2>
      <a:lt2>
        <a:srgbClr val="EEF3F8"/>
      </a:lt2>
      <a:accent1>
        <a:srgbClr val="D9700F"/>
      </a:accent1>
      <a:accent2>
        <a:srgbClr val="2A6FB0"/>
      </a:accent2>
      <a:accent3>
        <a:srgbClr val="2E7D4F"/>
      </a:accent3>
      <a:accent4>
        <a:srgbClr val="B4236A"/>
      </a:accent4>
      <a:accent5>
        <a:srgbClr val="4A5A70"/>
      </a:accent5>
      <a:accent6>
        <a:srgbClr val="B83227"/>
      </a:accent6>
      <a:hlink>
        <a:srgbClr val="2A6FB0"/>
      </a:hlink>
      <a:folHlink>
        <a:srgbClr val="B4236A"/>
      </a:folHlink>
    </a:clrScheme>
    <a:fontScheme name="Nederlands 1">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IRAM — Néerlandais 1 (UE1)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Die, dat, wat, waar… — Les pronoms relatifs : relier une information à un nom</dc:title>
  <dc:subject>Néerlandais 1 — Langue en situation, en milieu professionnel</dc:subject>
  <dc:creator>A. Jouniaux</dc:creator>
  <cp:lastModifiedBy>A. Jouniaux</cp:lastModifiedBy>
  <cp:revision>1</cp:revision>
  <dcterms:created xsi:type="dcterms:W3CDTF">2026-10-14T08:33:39Z</dcterms:created>
  <dcterms:modified xsi:type="dcterms:W3CDTF">2026-10-14T08:33:39Z</dcterms:modified>
</cp:coreProperties>
</file>
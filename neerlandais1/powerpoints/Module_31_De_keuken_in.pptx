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726ad15-35ce-4e47-c0f9-e250b6c21b7e}">
          <p14:sldIdLst>
            <p14:sldId id="256"/>
          </p14:sldIdLst>
        </p14:section>
        <p14:section name="Découvrir" id="{0160c881-06ac-77ca-97ee-4247938b7e5c}">
          <p14:sldIdLst>
            <p14:sldId id="257"/>
            <p14:sldId id="258"/>
          </p14:sldIdLst>
        </p14:section>
        <p14:section name="Comprendre" id="{40982ef8-a74f-6963-407d-7b1b9a44b728}">
          <p14:sldIdLst>
            <p14:sldId id="259"/>
            <p14:sldId id="260"/>
            <p14:sldId id="261"/>
            <p14:sldId id="262"/>
            <p14:sldId id="263"/>
            <p14:sldId id="264"/>
            <p14:sldId id="265"/>
            <p14:sldId id="266"/>
            <p14:sldId id="267"/>
            <p14:sldId id="268"/>
            <p14:sldId id="269"/>
            <p14:sldId id="270"/>
            <p14:sldId id="271"/>
          </p14:sldIdLst>
        </p14:section>
        <p14:section name="JIJ NU ! — Oefeningen" id="{c665d448-0d9d-c2ac-1178-5d0af89d728f}">
          <p14:sldIdLst>
            <p14:sldId id="272"/>
            <p14:sldId id="273"/>
            <p14:sldId id="274"/>
            <p14:sldId id="275"/>
            <p14:sldId id="276"/>
            <p14:sldId id="277"/>
            <p14:sldId id="278"/>
            <p14:sldId id="279"/>
            <p14:sldId id="280"/>
            <p14:sldId id="281"/>
            <p14:sldId id="282"/>
            <p14:sldId id="283"/>
            <p14:sldId id="284"/>
          </p14:sldIdLst>
        </p14:section>
        <p14:section name="Clôture" id="{4c82b507-64f4-7d22-a2ea-3d17e9402507}">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2026-10-05T10:51:23Z</dcterms:created>
  <dcterms:modified xsi:type="dcterms:W3CDTF">2026-10-05T10:51:23Z</dcterms:modified>
</cp:coreProperties>
</file>
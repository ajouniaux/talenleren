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e6698f8-888f-e757-d74c-dbef5363e2d3}">
          <p14:sldIdLst>
            <p14:sldId id="256"/>
          </p14:sldIdLst>
        </p14:section>
        <p14:section name="Découvrir" id="{43ca1c17-5e26-e09d-4e2e-9a583c921adf}">
          <p14:sldIdLst>
            <p14:sldId id="257"/>
            <p14:sldId id="258"/>
          </p14:sldIdLst>
        </p14:section>
        <p14:section name="Comprendre" id="{321b2ebc-977b-2c05-54bd-8329222d1773}">
          <p14:sldIdLst>
            <p14:sldId id="259"/>
            <p14:sldId id="260"/>
            <p14:sldId id="261"/>
            <p14:sldId id="262"/>
            <p14:sldId id="263"/>
            <p14:sldId id="264"/>
            <p14:sldId id="265"/>
            <p14:sldId id="266"/>
            <p14:sldId id="267"/>
            <p14:sldId id="268"/>
            <p14:sldId id="269"/>
            <p14:sldId id="270"/>
            <p14:sldId id="271"/>
          </p14:sldIdLst>
        </p14:section>
        <p14:section name="JIJ NU ! — Oefeningen" id="{b2c5ab36-863f-90a0-16a0-0c28f087ca47}">
          <p14:sldIdLst>
            <p14:sldId id="272"/>
            <p14:sldId id="273"/>
            <p14:sldId id="274"/>
            <p14:sldId id="275"/>
            <p14:sldId id="276"/>
            <p14:sldId id="277"/>
            <p14:sldId id="278"/>
            <p14:sldId id="279"/>
            <p14:sldId id="280"/>
            <p14:sldId id="281"/>
            <p14:sldId id="282"/>
            <p14:sldId id="283"/>
            <p14:sldId id="284"/>
          </p14:sldIdLst>
        </p14:section>
        <p14:section name="Clôture" id="{4ca4f94f-d910-caa3-e202-28e44432a9d7}">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2026-10-05T15:46:50Z</dcterms:created>
  <dcterms:modified xsi:type="dcterms:W3CDTF">2026-10-05T15:46:50Z</dcterms:modified>
</cp:coreProperties>
</file>
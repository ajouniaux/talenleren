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12ccd9f-8ec3-6656-84b5-31c6de9c21da}">
          <p14:sldIdLst>
            <p14:sldId id="256"/>
          </p14:sldIdLst>
        </p14:section>
        <p14:section name="Découvrir" id="{69690840-17c0-6d88-39b2-2c575d444d8d}">
          <p14:sldIdLst>
            <p14:sldId id="257"/>
            <p14:sldId id="258"/>
          </p14:sldIdLst>
        </p14:section>
        <p14:section name="Comprendre" id="{5ec45369-af86-4f48-002b-4a6011a1a547}">
          <p14:sldIdLst>
            <p14:sldId id="259"/>
            <p14:sldId id="260"/>
            <p14:sldId id="261"/>
            <p14:sldId id="262"/>
            <p14:sldId id="263"/>
            <p14:sldId id="264"/>
            <p14:sldId id="265"/>
            <p14:sldId id="266"/>
            <p14:sldId id="267"/>
            <p14:sldId id="268"/>
            <p14:sldId id="269"/>
            <p14:sldId id="270"/>
            <p14:sldId id="271"/>
          </p14:sldIdLst>
        </p14:section>
        <p14:section name="JIJ NU ! — Oefeningen" id="{07dc13dc-5f4b-ce4c-06d7-2a0f4a1bd3de}">
          <p14:sldIdLst>
            <p14:sldId id="272"/>
            <p14:sldId id="273"/>
            <p14:sldId id="274"/>
            <p14:sldId id="275"/>
            <p14:sldId id="276"/>
            <p14:sldId id="277"/>
            <p14:sldId id="278"/>
            <p14:sldId id="279"/>
            <p14:sldId id="280"/>
            <p14:sldId id="281"/>
            <p14:sldId id="282"/>
            <p14:sldId id="283"/>
            <p14:sldId id="284"/>
          </p14:sldIdLst>
        </p14:section>
        <p14:section name="Clôture" id="{21522feb-e88a-3b2e-28d6-f58bf3cd2375}">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2026-10-05T07:24:48Z</dcterms:created>
  <dcterms:modified xsi:type="dcterms:W3CDTF">2026-10-05T07:24:48Z</dcterms:modified>
</cp:coreProperties>
</file>
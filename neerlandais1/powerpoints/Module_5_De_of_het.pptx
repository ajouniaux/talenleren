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e4e56ae1-25ec-6d9f-a68a-4bce1e500d72}">
          <p14:sldIdLst>
            <p14:sldId id="256"/>
          </p14:sldIdLst>
        </p14:section>
        <p14:section name="Découvrir" id="{b9dafc9c-b013-8c4d-24ee-d144d52123a5}">
          <p14:sldIdLst>
            <p14:sldId id="257"/>
            <p14:sldId id="258"/>
          </p14:sldIdLst>
        </p14:section>
        <p14:section name="Le système" id="{79e1bd39-4b3d-44e8-e807-23979208b1e5}">
          <p14:sldIdLst>
            <p14:sldId id="259"/>
            <p14:sldId id="260"/>
            <p14:sldId id="261"/>
            <p14:sldId id="262"/>
          </p14:sldIdLst>
        </p14:section>
        <p14:section name="Les familles DE" id="{7ef373cb-59f7-42f5-abf5-ca32231229d1}">
          <p14:sldIdLst>
            <p14:sldId id="263"/>
            <p14:sldId id="264"/>
            <p14:sldId id="265"/>
            <p14:sldId id="266"/>
          </p14:sldIdLst>
        </p14:section>
        <p14:section name="Les familles HET · mots composés" id="{7077a799-9914-b23e-f53f-2a6a131e33b1}">
          <p14:sldIdLst>
            <p14:sldId id="267"/>
            <p14:sldId id="268"/>
            <p14:sldId id="269"/>
            <p14:sldId id="270"/>
            <p14:sldId id="271"/>
            <p14:sldId id="272"/>
            <p14:sldId id="273"/>
          </p14:sldIdLst>
        </p14:section>
        <p14:section name="JIJ NU ! — Oefeningen" id="{79b6be47-c917-0b37-d9a0-108680647dca}">
          <p14:sldIdLst>
            <p14:sldId id="274"/>
            <p14:sldId id="275"/>
            <p14:sldId id="276"/>
            <p14:sldId id="277"/>
            <p14:sldId id="278"/>
            <p14:sldId id="279"/>
            <p14:sldId id="280"/>
            <p14:sldId id="281"/>
            <p14:sldId id="282"/>
            <p14:sldId id="283"/>
            <p14:sldId id="284"/>
            <p14:sldId id="285"/>
            <p14:sldId id="286"/>
            <p14:sldId id="287"/>
          </p14:sldIdLst>
        </p14:section>
        <p14:section name="Clôture" id="{7392635b-157d-fd35-e8da-19e3e2b60513}">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bloc 1 (M1–M5) par une auto-évaluation globale.
Réponses :
1. het (ge-) · de (-ing) · het (-je).
2. de boeken.
3. de kantoordeur.
Les résultats du bilan orientent la révision avant le bloc 2 (M6–M10), qui reprend chaque thème en spirale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bloc 1</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bloc 2</a:t>
            </a:r>
            <a:r>
              <a:rPr lang="en-US" sz="1800" dirty="0">
                <a:solidFill>
                  <a:schemeClr val="bg1"/>
                </a:solidFill>
              </a:rPr>
              <a:t> — M6 Tweeklanken : les sons doubles (</a:t>
            </a:r>
            <a:r>
              <a:rPr lang="en-US" sz="1800" i="1" dirty="0">
                <a:solidFill>
                  <a:schemeClr val="bg1"/>
                </a:solidFill>
              </a:rPr>
              <a:t>huis, tijd, keuken</a:t>
            </a:r>
            <a:r>
              <a:rPr lang="en-US" sz="1800" dirty="0">
                <a:solidFill>
                  <a:schemeClr val="bg1"/>
                </a:solidFill>
              </a:rPr>
              <a:t>)</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2026-10-05T07:24:41Z</dcterms:created>
  <dcterms:modified xsi:type="dcterms:W3CDTF">2026-10-05T07:24:41Z</dcterms:modified>
</cp:coreProperties>
</file>
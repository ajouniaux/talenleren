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eb569c9-b6fd-5e19-7f91-5422488ad019}">
          <p14:sldIdLst>
            <p14:sldId id="256"/>
          </p14:sldIdLst>
        </p14:section>
        <p14:section name="Découvrir" id="{a102fabf-f3d1-64cb-f512-194c951b21e9}">
          <p14:sldIdLst>
            <p14:sldId id="257"/>
            <p14:sldId id="258"/>
          </p14:sldIdLst>
        </p14:section>
        <p14:section name="Le système" id="{9a96af0e-762a-c017-978d-aabab3d65c00}">
          <p14:sldIdLst>
            <p14:sldId id="259"/>
            <p14:sldId id="260"/>
            <p14:sldId id="261"/>
            <p14:sldId id="262"/>
          </p14:sldIdLst>
        </p14:section>
        <p14:section name="Les familles DE" id="{e9899535-6875-e437-dd91-430e37576765}">
          <p14:sldIdLst>
            <p14:sldId id="263"/>
            <p14:sldId id="264"/>
            <p14:sldId id="265"/>
            <p14:sldId id="266"/>
          </p14:sldIdLst>
        </p14:section>
        <p14:section name="Les familles HET · mots composés" id="{11ed0dfa-85d9-aeb1-3a58-83cce30b57ad}">
          <p14:sldIdLst>
            <p14:sldId id="267"/>
            <p14:sldId id="268"/>
            <p14:sldId id="269"/>
            <p14:sldId id="270"/>
            <p14:sldId id="271"/>
            <p14:sldId id="272"/>
            <p14:sldId id="273"/>
          </p14:sldIdLst>
        </p14:section>
        <p14:section name="JIJ NU ! — Oefeningen" id="{d09bae83-be01-9614-d6a9-f8644dde3a2b}">
          <p14:sldIdLst>
            <p14:sldId id="274"/>
            <p14:sldId id="275"/>
            <p14:sldId id="276"/>
            <p14:sldId id="277"/>
            <p14:sldId id="278"/>
            <p14:sldId id="279"/>
            <p14:sldId id="280"/>
            <p14:sldId id="281"/>
            <p14:sldId id="282"/>
            <p14:sldId id="283"/>
            <p14:sldId id="284"/>
            <p14:sldId id="285"/>
            <p14:sldId id="286"/>
            <p14:sldId id="287"/>
          </p14:sldIdLst>
        </p14:section>
        <p14:section name="Clôture" id="{b65cd73a-9e3f-15ab-eeea-af78fc14c9b4}">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2026-10-06T11:49:58Z</dcterms:created>
  <dcterms:modified xsi:type="dcterms:W3CDTF">2026-10-06T11:49:58Z</dcterms:modified>
</cp:coreProperties>
</file>
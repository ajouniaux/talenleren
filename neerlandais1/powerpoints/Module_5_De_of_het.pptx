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7208678-2d31-ce90-8d6d-b058f311662f}">
          <p14:sldIdLst>
            <p14:sldId id="256"/>
          </p14:sldIdLst>
        </p14:section>
        <p14:section name="Découvrir" id="{50713169-d242-a34e-605b-10148ca8ca11}">
          <p14:sldIdLst>
            <p14:sldId id="257"/>
            <p14:sldId id="258"/>
          </p14:sldIdLst>
        </p14:section>
        <p14:section name="Le système" id="{53a7b623-1017-028d-c4d4-a670c278d5c1}">
          <p14:sldIdLst>
            <p14:sldId id="259"/>
            <p14:sldId id="260"/>
            <p14:sldId id="261"/>
            <p14:sldId id="262"/>
          </p14:sldIdLst>
        </p14:section>
        <p14:section name="Les familles DE" id="{451c78cc-2900-8dff-2a46-9d67ea46af08}">
          <p14:sldIdLst>
            <p14:sldId id="263"/>
            <p14:sldId id="264"/>
            <p14:sldId id="265"/>
            <p14:sldId id="266"/>
          </p14:sldIdLst>
        </p14:section>
        <p14:section name="Les familles HET · mots composés" id="{59e209e5-c6b9-72aa-58a7-9f3143eef408}">
          <p14:sldIdLst>
            <p14:sldId id="267"/>
            <p14:sldId id="268"/>
            <p14:sldId id="269"/>
            <p14:sldId id="270"/>
            <p14:sldId id="271"/>
            <p14:sldId id="272"/>
            <p14:sldId id="273"/>
          </p14:sldIdLst>
        </p14:section>
        <p14:section name="JIJ NU ! — Oefeningen" id="{3196492c-cb04-669d-86e8-63e614621db0}">
          <p14:sldIdLst>
            <p14:sldId id="274"/>
            <p14:sldId id="275"/>
            <p14:sldId id="276"/>
            <p14:sldId id="277"/>
            <p14:sldId id="278"/>
            <p14:sldId id="279"/>
            <p14:sldId id="280"/>
            <p14:sldId id="281"/>
            <p14:sldId id="282"/>
            <p14:sldId id="283"/>
            <p14:sldId id="284"/>
            <p14:sldId id="285"/>
            <p14:sldId id="286"/>
            <p14:sldId id="287"/>
          </p14:sldIdLst>
        </p14:section>
        <p14:section name="Clôture" id="{36ef4ba4-5b6d-06d2-5400-76ca70ca2eb4}">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10</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2026-10-04T07:55:11Z</dcterms:created>
  <dcterms:modified xsi:type="dcterms:W3CDTF">2026-10-04T07:55:11Z</dcterms:modified>
</cp:coreProperties>
</file>
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52b3ccb-d609-95a9-2eb6-65e2b7ed168d}">
          <p14:sldIdLst>
            <p14:sldId id="256"/>
          </p14:sldIdLst>
        </p14:section>
        <p14:section name="Découvrir" id="{741eec37-636e-5179-49a4-c7382e27f730}">
          <p14:sldIdLst>
            <p14:sldId id="257"/>
            <p14:sldId id="258"/>
          </p14:sldIdLst>
        </p14:section>
        <p14:section name="Le système" id="{ad6b1fc5-a9e1-be3f-5331-d885c2c438bb}">
          <p14:sldIdLst>
            <p14:sldId id="259"/>
            <p14:sldId id="260"/>
            <p14:sldId id="261"/>
            <p14:sldId id="262"/>
          </p14:sldIdLst>
        </p14:section>
        <p14:section name="Les familles DE" id="{8e415d43-e841-63fe-6083-a7093af35688}">
          <p14:sldIdLst>
            <p14:sldId id="263"/>
            <p14:sldId id="264"/>
            <p14:sldId id="265"/>
            <p14:sldId id="266"/>
          </p14:sldIdLst>
        </p14:section>
        <p14:section name="Les familles HET · mots composés" id="{aab8bfcc-a730-7b06-2f97-7100457a8dd5}">
          <p14:sldIdLst>
            <p14:sldId id="267"/>
            <p14:sldId id="268"/>
            <p14:sldId id="269"/>
            <p14:sldId id="270"/>
            <p14:sldId id="271"/>
            <p14:sldId id="272"/>
            <p14:sldId id="273"/>
          </p14:sldIdLst>
        </p14:section>
        <p14:section name="JIJ NU ! — Oefeningen" id="{0f65fb2c-70a8-b7ba-5033-034a35b8f6f0}">
          <p14:sldIdLst>
            <p14:sldId id="274"/>
            <p14:sldId id="275"/>
            <p14:sldId id="276"/>
            <p14:sldId id="277"/>
            <p14:sldId id="278"/>
            <p14:sldId id="279"/>
            <p14:sldId id="280"/>
            <p14:sldId id="281"/>
            <p14:sldId id="282"/>
            <p14:sldId id="283"/>
            <p14:sldId id="284"/>
            <p14:sldId id="285"/>
            <p14:sldId id="286"/>
            <p14:sldId id="287"/>
          </p14:sldIdLst>
        </p14:section>
        <p14:section name="Clôture" id="{c5968633-ba9c-2fc1-49ca-670e1687958e}">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2026-10-05T15:46:40Z</dcterms:created>
  <dcterms:modified xsi:type="dcterms:W3CDTF">2026-10-05T15:46:40Z</dcterms:modified>
</cp:coreProperties>
</file>
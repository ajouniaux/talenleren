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f395463e-de8b-d3b4-e980-434b9b0a400b}">
          <p14:sldIdLst>
            <p14:sldId id="256"/>
          </p14:sldIdLst>
        </p14:section>
        <p14:section name="Découvrir" id="{5d24a6a2-741b-0046-3e78-81b91fa00bbd}">
          <p14:sldIdLst>
            <p14:sldId id="257"/>
            <p14:sldId id="258"/>
          </p14:sldIdLst>
        </p14:section>
        <p14:section name="Le système" id="{7430d89f-bb99-e30a-39f9-b3229ac87f5f}">
          <p14:sldIdLst>
            <p14:sldId id="259"/>
            <p14:sldId id="260"/>
            <p14:sldId id="261"/>
            <p14:sldId id="262"/>
          </p14:sldIdLst>
        </p14:section>
        <p14:section name="Les familles DE" id="{6c878e38-7220-1333-2404-03bb7f9147a4}">
          <p14:sldIdLst>
            <p14:sldId id="263"/>
            <p14:sldId id="264"/>
            <p14:sldId id="265"/>
            <p14:sldId id="266"/>
          </p14:sldIdLst>
        </p14:section>
        <p14:section name="Les familles HET · mots composés" id="{91b41d30-243d-fb6f-c47f-46eb0cd1c8cf}">
          <p14:sldIdLst>
            <p14:sldId id="267"/>
            <p14:sldId id="268"/>
            <p14:sldId id="269"/>
            <p14:sldId id="270"/>
            <p14:sldId id="271"/>
            <p14:sldId id="272"/>
            <p14:sldId id="273"/>
          </p14:sldIdLst>
        </p14:section>
        <p14:section name="JIJ NU ! — Oefeningen" id="{db8604af-7dd6-f5e1-12dc-dc739995f2ab}">
          <p14:sldIdLst>
            <p14:sldId id="274"/>
            <p14:sldId id="275"/>
            <p14:sldId id="276"/>
            <p14:sldId id="277"/>
            <p14:sldId id="278"/>
            <p14:sldId id="279"/>
            <p14:sldId id="280"/>
            <p14:sldId id="281"/>
            <p14:sldId id="282"/>
            <p14:sldId id="283"/>
            <p14:sldId id="284"/>
            <p14:sldId id="285"/>
            <p14:sldId id="286"/>
            <p14:sldId id="287"/>
          </p14:sldIdLst>
        </p14:section>
        <p14:section name="Clôture" id="{b4219ef4-f32f-57ca-994e-f85f820e7046}">
          <p14:sldIdLst>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2"/>
          <c:y val="0.02"/>
          <c:w val="0.96"/>
          <c:h val="0.96"/>
        </c:manualLayout>
      </c:layout>
      <c:doughnutChart>
        <c:varyColors val="1"/>
        <c:ser>
          <c:idx val="0"/>
          <c:order val="0"/>
          <c:tx>
            <c:strRef>
              <c:f>Sheet1!$B$1</c:f>
              <c:strCache>
                <c:ptCount val="1"/>
                <c:pt idx="0">
                  <c:v>Noms</c:v>
                </c:pt>
              </c:strCache>
            </c:strRef>
          </c:tx>
          <c:spPr>
            <a:solidFill>
              <a:schemeClr val="accent1"/>
            </a:solidFill>
            <a:ln w="9525" cap="flat">
              <a:solidFill>
                <a:srgbClr val="F9F9F9"/>
              </a:solidFill>
              <a:prstDash val="solid"/>
              <a:round/>
            </a:ln>
            <a:effectLst/>
          </c:spPr>
          <c:dPt>
            <c:idx val="0"/>
            <c:bubble3D val="0"/>
            <c:spPr>
              <a:solidFill>
                <a:srgbClr val="17375E"/>
              </a:solidFill>
              <a:ln w="38100" cap="flat">
                <a:solidFill>
                  <a:srgbClr val="FFFFFF"/>
                </a:solidFill>
                <a:prstDash val="solid"/>
                <a:round/>
              </a:ln>
              <a:effectLst/>
            </c:spPr>
          </c:dPt>
          <c:dPt>
            <c:idx val="1"/>
            <c:bubble3D val="0"/>
            <c:spPr>
              <a:solidFill>
                <a:srgbClr val="D9700F"/>
              </a:solidFill>
              <a:ln w="381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DE</c:v>
                </c:pt>
                <c:pt idx="1">
                  <c:v>HET</c:v>
                </c:pt>
              </c:strCache>
            </c:strRef>
          </c:cat>
          <c:val>
            <c:numRef>
              <c:f>Sheet1!$B$2:$B$3</c:f>
              <c:numCache>
                <c:ptCount val="2"/>
                <c:pt idx="0">
                  <c:v>2</c:v>
                </c:pt>
                <c:pt idx="1">
                  <c:v>1</c:v>
                </c:pt>
              </c:numCache>
            </c:numRef>
          </c:val>
        </c:ser>
        <c:firstSliceAng val="0"/>
        <c:holeSize val="60"/>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Poser la question centrale du module, celle que tout apprenant du néerlandais se pose.
Demandez : « Comment dit-on la maison ? » Les réponses seront partagées. Annoncez : « Il n'y a pas de règle unique, mais il y a des familles, une stratégie, et une règle très simple pour le pluriel.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Rendre les objectifs explicites.
Distribuez maintenant les palettes (deux cartons, bleu DE et orange HET) : elles servent aux exercices 1 et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Découvrir les 3 situations de base par contraste avec le français (reprise de la diapo 2 de l'archive, traduction corrigée).
Question : « Que devient des en néerlandais ? » Réponse : rien. Correction par rapport à l'archive : la traduction « Nous étudions les langues » masquait le phénomène. Le Ø néerlandais correspond au des / du / de la français. Ne parlez pas encore de het.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Visualiser la correspondance entre les 8 articles français et les 4 solutions néerlandaises.
Bonne nouvelle : 3 sorties sur 4 sont automatiques. Toute la difficulté est concentrée dans la flèche qui se divise. Prononciation : de « deu », het « ət » (le h est souvent muet à l'oral : 't), een « eun » (≠ één, le chiffre, M2).
⚠ Piège classique : l'article générique français (« J'aime le café », « Les chats… ») devient Ø en néerlandais : Ik hou van Ø koffie. Ø Katten zijn lief. On le retravaille diapo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Neutraliser le réflexe « masculin → de, féminin → het » (diapo 4 de l'archive restructurée).
Dans l'archive, ces libellés étaient barrés sans explication et les textes se chevauchaient. La matrice rend la démonstration évidente. Conseil pratique : dans le carnet de vocabulaire, on n'écrit jamais un nom sans son article (het huis, pas huis).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Donner la règle la plus fiable du système (diapo 5 de l'archive, enrichie).
Lien avec M1 : huis → huizen (s → z). La phrase de l'archive (Mijn kinderen eten graag ijsjes) illustre à la fois le DE implicite du pluriel et le Ø. kinderen est un pluriel irrégulier, à signaler sans plus. Au pluriel, il n'y a jamais d'hésitation.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Donner une stratégie de repli statistiquement rentable (lacune de l'archive).
Le chiffre exact varie selon les décomptes (entre deux tiers et trois quarts) : retenez « la majorité ». Dans les dictionnaires, m (masculin) et v (vrouwelijk, féminin) = de ; o (onzijdig, neutre) = het. Cette information est utile pour lire un dictionnaire.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Fixer la famille la plus intuitive et ses exceptions (diapo 6 de l'archive).
het meisje n'est pas une vraie exception : c'est un diminutif (-je → HET, diapo 12). Faites-le deviner : c'est une belle passerelle. de juf = l'institutrice (familier).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Fournir la règle la plus productive : les suffixes (diapos 12–13 de l'archive, fusionnées).
Ces suffixes sont très fiables, mais pas à 100 %. Exceptions à connaître : het ding (la chose), het einde (la fin), het gemiddelde (la moyenne), het ministerie (fréquent dans l'administration belge), et deux mots juridiques en -nis (het vonnis, het getuigenis). Coquille de l'archive corrigée : « les mots par -ie » devient « en -ie ». Les deux phrases-exemples de l'archive sont conservées.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Regrouper les catégories sémantiques « nature » de l'archive (diapos 7, 8, 9) en une seule diapo, avec leurs exceptions.
Corrections par rapport à l'archive :
• l'exception het fruit est ajoutée ;
• la parenthèse non fermée de la diapo 9 est corrigée ;
• ooit al de Mount Everest est simplifié en ooit de Mont Blanc (plus proche du public belge).
Ces familles sont moins utiles au travail : survolez-les en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Traiter les 3 dernières catégories de l'archive en corrigeant leurs généralisations abusives.
Corrections par rapport à l'archive :
• l'exemple de derde straat illustrait un ordinal, pas un nom de chiffre : il est remplacé ;
• het schip est ajouté aux exceptions des transports ;
• « les mots qui expriment le temps » était trop large : het jaar, het uur, het weekend sont parmi les mots les plus fréquents de la langue.
Conseil : mémoriser ces 5 exceptions en bloc, du plus long au plus court : het jaar → het seizoen → het weekend → het uur → het kwartier. het voorjaar / het najaar (printemps / automne) ne contredisent pas la règle des saisons : ce sont des mots composés en -jaar (diapo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Enseigner la règle HET la plus fiable (100 %), absente de l'archive.
C'est la règle la plus fiable du module. Lien avec M3 (Ik eet een koekje) et avec la diapo 8 (het meisje). het broodje (le petit pain garni) est le roi de la pause de midi en Belgique. La formation des diminutifs (-je / -tje / -pje) sera étudiée en Néerlandais 2. Ici, on retient seulement : finale en -je → HET.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Fournir des catégories HET fiables et fréquentes.
L'infinitif nominalisé est fiable à 100 % : Het eten is lekker (la nourriture), Het werken in Brussel is leuk (le fait de travailler). Pour les langues, on utilise rarement l'article (Ik spreek Ø Frans), mais on dit Het Nederlands is moeilijk.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Reconnaître les préfixes ge-, be-, ver-, ont- et les finales -ment, -um, -isme, et savoir que la terminaison l'emporte.
Plusieurs mots de M2 en profitent : het beroep, het gezin, et de gemeente (exception par la terminaison -te). Ces préfixes sont des tendances fortes, pas des lois, et ils ne valent que pour un préfixe suivi d'un radical de verbe (ge·spreken → het gesprek). Un mot qui commence simplement par ces lettres n'est pas concerné (de berg, de bel). Ces préfixes ne s'appliquent ni aux personnes (de verkoper, de bezoeker, de bediende sont des personnes → DE), ni aux mots composés (de vergaderzaal, de verjaardag : c'est le dernier mot qui décide). het verlof (le congé) est le mot belge courant au bureau. Faites deviner l'article de het bericht (le message) et de beslissing (la décision).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Donner la règle des mots composés, très fréquents en néerlandais (lacune de l'archive).
Le dernier mot est aussi celui qui porte le sens principal (treinstation est une sorte de station). Contraste avec le français, où c'est souvent l'inverse (« la porte de la maison »). Faites décomposer des mots longs affichés dans les gares ou les bureaux (het informatiebord, de vergaderzaal).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Maîtriser l'usage défini / indéfini, et l'absence d'article à la place du partitif.
Le fonctionnement een → de / het est identique au français. Seul le partitif pose problème : l'erreur van de calquée sur « du » est fréquente chez les débutants. een n'a pas de pluriel : een appel → Ø appels. Au bar ou à la machine, een koffie (« un café ») est parfaitement correct. Le sens général prend aussi Ø : Ik hou van koffie, Katten zijn lief.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Motiver l'effort de mémorisation en montrant ce qui dépend de l'article (passerelle vers Néerlandais 2).
À présenter comme un aperçu seulement, sans exercice. Ces points sont travaillés en Néerlandais 2 (séances « Deze · dit · mijn » et « Adjectief »). L'objectif est purement motivationnel : expliquer pourquoi on insiste.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Synthétiser tout le module en un outil de décision.
L'ordre des questions est important :
• le mot composé (2) passe d'abord : de vergaderzaal se décide sur zaal, pas sur ver- ;
• la personne (4) passe avant le préfixe : de verkoper, de bezoeker ;
• le suffixe (6) passe avant le préfixe (7) : de vergadering.
Testez l'organigramme en direct sur 5 mots tirés au sort parmi ceux de l'exercice 1. À imprimer au format A5 avec l'organigramme de M4.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la séquence d'exercices.
Les palettes DE / HET doivent être sur les tables. L'exercice 1 peut clore la séance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Appliquer les familles sur 16 mots, avec une contrainte de temps.
Version individuelle sur fiche, ou version collective où l'enseignant dit le mot et la classe lève la palette. Exigez la justification par la famille. vliegtuig et jaar sont des exceptions à connaître (diapo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Appliquer les familles sur 16 mots, avec une contrainte de temps.
Version individuelle sur fiche, ou version collective où l'enseignant dit le mot et la classe lève la palette. Exigez la justification par la famille. vliegtuig et jaar sont des exceptions à connaître (diapo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Réinvestir le pluriel des noms (M1) et la règle « pluriel = DE ».
Points d'attention :
• collega's (apostrophe après une voyelle longue finale a, i, o, u, y : collega's, foto's, menu's) ;
• meisjes (-s après -je) ;
• lessen et ramen : la règle de M1 (doubler / simplifier).
Ces nuances du pluriel (-s / -en) sont approfondies en Néerlandais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Réinvestir le pluriel des noms (M1) et la règle « pluriel = DE ».
Points d'attention :
• collega's (apostrophe après une voyelle longue finale a, i, o, u, y : collega's, foto's, menu's) ;
• meisjes (-s après -je) ;
• lessen et ramen : la règle de M1 (doubler / simplifier).
Ces nuances du pluriel (-s / -en) sont approfondies en Néerlandais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entre les 4 solutions en contexte, y compris le Ø du partitif.
Faites justifier :
• n° 1 et 5 : partitif ou pluriel indéfini (diapo 16) ;
• n° 4 : -je ;
• n° 8 : -ie ;
• n° 10 : pluriel.
op tafel (sans article) est une expression figée, comme op kantoor : à signaler si la question se 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Choisir entre les 4 solutions en contexte, y compris le Ø du partitif.
Faites justifier :
• n° 1 et 5 : partitif ou pluriel indéfini (diapo 16) ;
• n° 4 : -je ;
• n° 8 : -ie ;
• n° 10 : pluriel.
op tafel (sans article) est une expression figée, comme op kantoor : à signaler si la question se 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Construire des mots composés et en déduire l'article.
Le n° 6 combine deux règles : mot composé et diminutif (kaartje). Défi bonus : chaque binôme invente un mot composé « du bureau » et la classe devine son article (de koffiemachine, het vergaderlokaal…).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Construire des mots composés et en déduire l'article.
Le n° 6 combine deux règles : mot composé et diminutif (kaartje). Défi bonus : chaque binôme invente un mot composé « du bureau » et la classe devine son article (de koffiemachine, het vergaderlokaal…).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Automatiser le choix de l'article par la vitesse et la compétition, en justifiant par les familles.
Deux équipes ; à chaque mot, un représentant par équipe se lève et lève sa palette au signal. En cas d'égalité, l'équipe la plus rapide à donner la famille gagne. 10 minutes. Ce jeu peut être repris en ouverture de séance pendant tout le reste du cursus.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Automatiser le choix de l'article par la vitesse et la compétition, en justifiant par les familles.
Deux équipes ; à chaque mot, un représentant par équipe se lève et lève sa palette au signal. En cas d'égalité, l'équipe la plus rapide à donner la famille gagne. 10 minutes. Ce jeu peut être repris en ouverture de séance pendant tout le reste du cursus.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Repérer les erreurs d'articles dans un court récit, et ne pas « corriger » ce qui est juste.
Les 3 leurres sont aussi importants que les erreurs : ils montrent que les familles permettent de confirmer un article. het kantoor n'appartient à aucune famille : c'est un mot à apprendre par cœur, et c'est une bonne occasion de rappeler la stratégie du carnet (diapo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Repérer les erreurs d'articles dans un court récit, et ne pas « corriger » ce qui est juste.
Les 3 leurres sont aussi importants que les erreurs : ils montrent que les familles permettent de confirmer un article. het kantoor n'appartient à aucune famille : c'est un mot à apprendre par cœur, et c'est une bonne occasion de rappeler la stratégie du carnet (diapo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Utiliser een puis de / het dans une description orale, en situation professionnelle.
Les apprenants ne voient pas l'image de leur partenaire. Ils décrivent, posent des questions (Heb je een printer? Is de lamp groot?), puis comparent. Les adjectifs sont utilisés après le verbe (De stoel is nieuw), donc sans accord. L'accord devant le nom (een grote stoel) reste pour Néerlandais 2. Les binômes rapides décrivent ensuite leur vrai lieu de travail.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les objectifs du module et clore le bloc 1 (M1–M5) par une auto-évaluation globale.
Réponses :
1. het (ge-) · de (-ing) · het (-je).
2. de boeken.
3. de kantoordeur.
Les résultats du bilan orientent la révision avant le bloc 2 (M6–M10), qui reprend chaque thème en spirale : renvoyez chaque apprenant à la diapo « À retenir » du module où il a coché 😟 (M1 d. 9, M2 d. 13, M3 d. 19, M4 d. 15, M5 d.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1 · UE1 · Module 5 · De of het?</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1 · UE1 · Module 5 · De of het?</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Néerlandais 1 · UE1 · Langue en situation, en milieu professionnel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2.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slideLayout" Target="../slideLayouts/slideLayout2.xml"/><Relationship Id="rId2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slideLayout" Target="../slideLayouts/slideLayout2.xml"/><Relationship Id="rId1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2.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slideLayout" Target="../slideLayouts/slideLayout2.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3.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image" Target="../media/image-28-11.png"/><Relationship Id="rId12" Type="http://schemas.openxmlformats.org/officeDocument/2006/relationships/image" Target="../media/image-28-12.png"/><Relationship Id="rId13" Type="http://schemas.openxmlformats.org/officeDocument/2006/relationships/image" Target="../media/image-28-13.png"/><Relationship Id="rId14" Type="http://schemas.openxmlformats.org/officeDocument/2006/relationships/image" Target="../media/image-28-14.png"/><Relationship Id="rId15" Type="http://schemas.openxmlformats.org/officeDocument/2006/relationships/image" Target="../media/image-28-15.png"/><Relationship Id="rId16" Type="http://schemas.openxmlformats.org/officeDocument/2006/relationships/image" Target="../media/image-28-16.png"/><Relationship Id="rId17" Type="http://schemas.openxmlformats.org/officeDocument/2006/relationships/image" Target="../media/image-28-17.png"/><Relationship Id="rId18" Type="http://schemas.openxmlformats.org/officeDocument/2006/relationships/image" Target="../media/image-28-18.png"/><Relationship Id="rId19" Type="http://schemas.openxmlformats.org/officeDocument/2006/relationships/slideLayout" Target="../slideLayouts/slideLayout2.xml"/><Relationship Id="rId2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2.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image" Target="../media/image-32-10.png"/><Relationship Id="rId11" Type="http://schemas.openxmlformats.org/officeDocument/2006/relationships/image" Target="../media/image-32-11.png"/><Relationship Id="rId12" Type="http://schemas.openxmlformats.org/officeDocument/2006/relationships/image" Target="../media/image-32-12.png"/><Relationship Id="rId13" Type="http://schemas.openxmlformats.org/officeDocument/2006/relationships/slideLayout" Target="../slideLayouts/slideLayout2.xml"/><Relationship Id="rId1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image" Target="../media/image-33-10.png"/><Relationship Id="rId11" Type="http://schemas.openxmlformats.org/officeDocument/2006/relationships/image" Target="../media/image-33-11.png"/><Relationship Id="rId12" Type="http://schemas.openxmlformats.org/officeDocument/2006/relationships/image" Target="../media/image-33-12.png"/><Relationship Id="rId13" Type="http://schemas.openxmlformats.org/officeDocument/2006/relationships/image" Target="../media/image-33-13.png"/><Relationship Id="rId14" Type="http://schemas.openxmlformats.org/officeDocument/2006/relationships/image" Target="../media/image-33-14.png"/><Relationship Id="rId15" Type="http://schemas.openxmlformats.org/officeDocument/2006/relationships/image" Target="../media/image-33-15.png"/><Relationship Id="rId16" Type="http://schemas.openxmlformats.org/officeDocument/2006/relationships/image" Target="../media/image-33-16.png"/><Relationship Id="rId17" Type="http://schemas.openxmlformats.org/officeDocument/2006/relationships/image" Target="../media/image-33-17.png"/><Relationship Id="rId18" Type="http://schemas.openxmlformats.org/officeDocument/2006/relationships/image" Target="../media/image-33-18.png"/><Relationship Id="rId19" Type="http://schemas.openxmlformats.org/officeDocument/2006/relationships/image" Target="../media/image-33-19.png"/><Relationship Id="rId20" Type="http://schemas.openxmlformats.org/officeDocument/2006/relationships/image" Target="../media/image-33-20.png"/><Relationship Id="rId21" Type="http://schemas.openxmlformats.org/officeDocument/2006/relationships/slideLayout" Target="../slideLayouts/slideLayout2.xml"/><Relationship Id="rId2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002231"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MODULE 5 / 19</a:t>
            </a:r>
            <a:endParaRPr lang="en-US" sz="1400" dirty="0"/>
          </a:p>
        </p:txBody>
      </p:sp>
      <p:sp>
        <p:nvSpPr>
          <p:cNvPr id="3"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De of het?</a:t>
            </a: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spcAft>
                <a:spcPts val="1200"/>
              </a:spcAft>
              <a:buNone/>
            </a:pPr>
            <a:r>
              <a:rPr lang="en-US" sz="2000" i="1" dirty="0">
                <a:solidFill>
                  <a:schemeClr val="bg2"/>
                </a:solidFill>
              </a:rPr>
              <a:t>Les articles</a:t>
            </a:r>
            <a:endParaRPr lang="en-US" sz="2000" dirty="0"/>
          </a:p>
          <a:p>
            <a:pPr algn="l" indent="0" marL="0">
              <a:buNone/>
            </a:pPr>
            <a:r>
              <a:rPr lang="en-US" sz="2000" b="1" dirty="0">
                <a:solidFill>
                  <a:srgbClr val="FFFFFF"/>
                </a:solidFill>
              </a:rPr>
              <a:t>Choisir l’article — et savoir quoi faire dans le doute</a:t>
            </a:r>
            <a:endParaRPr lang="en-US" sz="2000" dirty="0"/>
          </a:p>
        </p:txBody>
      </p:sp>
      <p:sp>
        <p:nvSpPr>
          <p:cNvPr id="5" name="Shape 3"/>
          <p:cNvSpPr/>
          <p:nvPr/>
        </p:nvSpPr>
        <p:spPr>
          <a:xfrm>
            <a:off x="7726680" y="2743200"/>
            <a:ext cx="3200400" cy="3246120"/>
          </a:xfrm>
          <a:prstGeom prst="roundRect">
            <a:avLst>
              <a:gd name="adj" fmla="val 3429"/>
            </a:avLst>
          </a:prstGeom>
          <a:solidFill>
            <a:srgbClr val="FFFFFF"/>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pic>
        <p:nvPicPr>
          <p:cNvPr id="6" name="Image 0" descr="house with garden">    </p:cNvPr>
          <p:cNvPicPr>
            <a:picLocks noChangeAspect="1"/>
          </p:cNvPicPr>
          <p:nvPr/>
        </p:nvPicPr>
        <p:blipFill>
          <a:blip r:embed="rId1"/>
          <a:stretch>
            <a:fillRect/>
          </a:stretch>
        </p:blipFill>
        <p:spPr>
          <a:xfrm>
            <a:off x="8206740" y="2880360"/>
            <a:ext cx="2240280" cy="2240280"/>
          </a:xfrm>
          <a:prstGeom prst="rect">
            <a:avLst/>
          </a:prstGeom>
        </p:spPr>
      </p:pic>
      <p:sp>
        <p:nvSpPr>
          <p:cNvPr id="7" name="Text 4"/>
          <p:cNvSpPr txBox="1"/>
          <p:nvPr/>
        </p:nvSpPr>
        <p:spPr>
          <a:xfrm>
            <a:off x="7726680" y="5166360"/>
            <a:ext cx="3200400" cy="685800"/>
          </a:xfrm>
          <a:prstGeom prst="rect">
            <a:avLst/>
          </a:prstGeom>
          <a:noFill/>
          <a:ln/>
        </p:spPr>
        <p:txBody>
          <a:bodyPr wrap="square" lIns="0" tIns="0" rIns="0" bIns="0" rtlCol="0" anchor="ctr"/>
          <a:lstStyle/>
          <a:p>
            <a:pPr algn="ctr" indent="0" marL="0">
              <a:buNone/>
            </a:pPr>
            <a:r>
              <a:rPr lang="en-US" sz="3600" b="1" dirty="0">
                <a:solidFill>
                  <a:schemeClr val="tx1"/>
                </a:solidFill>
                <a:latin typeface="+mj-lt" pitchFamily="34" charset="0"/>
                <a:ea typeface="+mj-lt" pitchFamily="34" charset="-122"/>
                <a:cs typeface="+mj-lt" pitchFamily="34" charset="-120"/>
              </a:rPr>
              <a:t>huis</a:t>
            </a:r>
            <a:endParaRPr lang="en-US" sz="3600" dirty="0"/>
          </a:p>
        </p:txBody>
      </p:sp>
      <p:sp>
        <p:nvSpPr>
          <p:cNvPr id="8" name="Shape 5"/>
          <p:cNvSpPr/>
          <p:nvPr/>
        </p:nvSpPr>
        <p:spPr>
          <a:xfrm>
            <a:off x="8001000" y="2331720"/>
            <a:ext cx="548640" cy="365760"/>
          </a:xfrm>
          <a:prstGeom prst="line">
            <a:avLst/>
          </a:prstGeom>
          <a:noFill/>
          <a:ln w="22225">
            <a:solidFill>
              <a:srgbClr val="FFFFFF"/>
            </a:solidFill>
            <a:prstDash val="dash"/>
            <a:tailEnd type="triangle"/>
          </a:ln>
        </p:spPr>
      </p:sp>
      <p:sp>
        <p:nvSpPr>
          <p:cNvPr id="9" name="Shape 6"/>
          <p:cNvSpPr/>
          <p:nvPr/>
        </p:nvSpPr>
        <p:spPr>
          <a:xfrm flipH="1">
            <a:off x="10104120" y="2331720"/>
            <a:ext cx="548640" cy="365760"/>
          </a:xfrm>
          <a:prstGeom prst="line">
            <a:avLst/>
          </a:prstGeom>
          <a:noFill/>
          <a:ln w="22225">
            <a:solidFill>
              <a:srgbClr val="FFFFFF"/>
            </a:solidFill>
            <a:prstDash val="dash"/>
            <a:tailEnd type="triangle"/>
          </a:ln>
        </p:spPr>
      </p:sp>
      <p:sp>
        <p:nvSpPr>
          <p:cNvPr id="10" name="Text 7"/>
          <p:cNvSpPr/>
          <p:nvPr/>
        </p:nvSpPr>
        <p:spPr>
          <a:xfrm rot="-600000">
            <a:off x="6720840" y="1005840"/>
            <a:ext cx="1920240" cy="1143000"/>
          </a:xfrm>
          <a:prstGeom prst="roundRect">
            <a:avLst>
              <a:gd name="adj" fmla="val 8000"/>
            </a:avLst>
          </a:prstGeom>
          <a:solidFill>
            <a:schemeClr val="tx2"/>
          </a:solidFill>
          <a:ln w="38100">
            <a:solidFill>
              <a:srgbClr val="FFFFFF"/>
            </a:solidFill>
          </a:ln>
          <a:effectLst>
            <a:outerShdw sx="100000" sy="100000" kx="0" ky="0" algn="bl" rotWithShape="0" blurRad="101600" dist="38100" dir="3600000">
              <a:srgbClr val="000000">
                <a:alpha val="30000"/>
              </a:srgbClr>
            </a:outerShdw>
          </a:effectLst>
        </p:spPr>
        <p:txBody>
          <a:bodyPr wrap="square" lIns="0" tIns="0" rIns="0" bIns="0" rtlCol="0" anchor="ctr"/>
          <a:lstStyle/>
          <a:p>
            <a:pPr algn="ctr" indent="0" marL="0">
              <a:buNone/>
            </a:pPr>
            <a:r>
              <a:rPr lang="en-US" sz="4400" b="1" dirty="0">
                <a:solidFill>
                  <a:srgbClr val="FFFFFF"/>
                </a:solidFill>
                <a:latin typeface="+mj-lt" pitchFamily="34" charset="0"/>
                <a:ea typeface="+mj-lt" pitchFamily="34" charset="-122"/>
                <a:cs typeface="+mj-lt" pitchFamily="34" charset="-120"/>
              </a:rPr>
              <a:t>DE</a:t>
            </a:r>
            <a:endParaRPr lang="en-US" sz="4400" dirty="0"/>
          </a:p>
        </p:txBody>
      </p:sp>
      <p:sp>
        <p:nvSpPr>
          <p:cNvPr id="11" name="Text 8"/>
          <p:cNvSpPr/>
          <p:nvPr/>
        </p:nvSpPr>
        <p:spPr>
          <a:xfrm rot="600000">
            <a:off x="10012680" y="1005840"/>
            <a:ext cx="1920240" cy="1143000"/>
          </a:xfrm>
          <a:prstGeom prst="roundRect">
            <a:avLst>
              <a:gd name="adj" fmla="val 8000"/>
            </a:avLst>
          </a:prstGeom>
          <a:solidFill>
            <a:schemeClr val="accent1"/>
          </a:solidFill>
          <a:ln w="38100">
            <a:solidFill>
              <a:srgbClr val="FFFFFF"/>
            </a:solidFill>
          </a:ln>
          <a:effectLst>
            <a:outerShdw sx="100000" sy="100000" kx="0" ky="0" algn="bl" rotWithShape="0" blurRad="101600" dist="38100" dir="3600000">
              <a:srgbClr val="000000">
                <a:alpha val="30000"/>
              </a:srgbClr>
            </a:outerShdw>
          </a:effectLst>
        </p:spPr>
        <p:txBody>
          <a:bodyPr wrap="square" lIns="0" tIns="0" rIns="0" bIns="0" rtlCol="0" anchor="ctr"/>
          <a:lstStyle/>
          <a:p>
            <a:pPr algn="ctr" indent="0" marL="0">
              <a:buNone/>
            </a:pPr>
            <a:r>
              <a:rPr lang="en-US" sz="4400" b="1" dirty="0">
                <a:solidFill>
                  <a:srgbClr val="FFFFFF"/>
                </a:solidFill>
                <a:latin typeface="+mj-lt" pitchFamily="34" charset="0"/>
                <a:ea typeface="+mj-lt" pitchFamily="34" charset="-122"/>
                <a:cs typeface="+mj-lt" pitchFamily="34" charset="-120"/>
              </a:rPr>
              <a:t>HET</a:t>
            </a:r>
            <a:endParaRPr lang="en-US" sz="4400" dirty="0"/>
          </a:p>
        </p:txBody>
      </p:sp>
      <p:sp>
        <p:nvSpPr>
          <p:cNvPr id="12" name="Text 9"/>
          <p:cNvSpPr txBox="1"/>
          <p:nvPr/>
        </p:nvSpPr>
        <p:spPr>
          <a:xfrm>
            <a:off x="8732520" y="777240"/>
            <a:ext cx="1188720" cy="1463040"/>
          </a:xfrm>
          <a:prstGeom prst="rect">
            <a:avLst/>
          </a:prstGeom>
          <a:noFill/>
          <a:ln/>
        </p:spPr>
        <p:txBody>
          <a:bodyPr wrap="square" lIns="0" tIns="0" rIns="0" bIns="0" rtlCol="0" anchor="ctr"/>
          <a:lstStyle/>
          <a:p>
            <a:pPr algn="ctr" indent="0" marL="0">
              <a:buNone/>
            </a:pPr>
            <a:r>
              <a:rPr lang="en-US" sz="8800" b="1" dirty="0">
                <a:solidFill>
                  <a:srgbClr val="FFFFFF"/>
                </a:solidFill>
                <a:latin typeface="+mj-lt" pitchFamily="34" charset="0"/>
                <a:ea typeface="+mj-lt" pitchFamily="34" charset="-122"/>
                <a:cs typeface="+mj-lt" pitchFamily="34" charset="-120"/>
              </a:rPr>
              <a:t>?</a:t>
            </a:r>
            <a:endParaRPr lang="en-US" sz="8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Missie van vandaag</a:t>
            </a:r>
            <a:endParaRPr lang="en-US" sz="3000" dirty="0"/>
          </a:p>
        </p:txBody>
      </p:sp>
      <p:sp>
        <p:nvSpPr>
          <p:cNvPr id="3" name="tag"/>
          <p:cNvSpPr/>
          <p:nvPr/>
        </p:nvSpPr>
        <p:spPr>
          <a:xfrm>
            <a:off x="548640" y="237744"/>
            <a:ext cx="1013155"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MISSIE</a:t>
            </a:r>
            <a:endParaRPr lang="en-US" sz="1200" dirty="0"/>
          </a:p>
        </p:txBody>
      </p:sp>
      <p:sp>
        <p:nvSpPr>
          <p:cNvPr id="5" name="Shape 2"/>
          <p:cNvSpPr/>
          <p:nvPr/>
        </p:nvSpPr>
        <p:spPr>
          <a:xfrm>
            <a:off x="548640" y="1554480"/>
            <a:ext cx="2865120" cy="3931920"/>
          </a:xfrm>
          <a:prstGeom prst="roundRect">
            <a:avLst>
              <a:gd name="adj" fmla="val 2553"/>
            </a:avLst>
          </a:prstGeom>
          <a:solidFill>
            <a:schemeClr val="bg2"/>
          </a:solidFill>
          <a:ln w="12700">
            <a:solidFill>
              <a:srgbClr val="D5DCE6"/>
            </a:solidFill>
            <a:prstDash val="solid"/>
          </a:ln>
        </p:spPr>
      </p:sp>
      <p:sp>
        <p:nvSpPr>
          <p:cNvPr id="6" name="Shape 3"/>
          <p:cNvSpPr/>
          <p:nvPr/>
        </p:nvSpPr>
        <p:spPr>
          <a:xfrm>
            <a:off x="1524000" y="1874520"/>
            <a:ext cx="914400" cy="914400"/>
          </a:xfrm>
          <a:prstGeom prst="ellipse">
            <a:avLst/>
          </a:prstGeom>
          <a:solidFill>
            <a:schemeClr val="accent3"/>
          </a:solidFill>
          <a:ln w="12700">
            <a:solidFill>
              <a:srgbClr val="FFFFFF">
                <a:alpha val="0"/>
              </a:srgbClr>
            </a:solidFill>
            <a:prstDash val="solid"/>
          </a:ln>
        </p:spPr>
      </p:sp>
      <p:pic>
        <p:nvPicPr>
          <p:cNvPr id="7" name="Image 0" descr="CheckCircle">    </p:cNvPr>
          <p:cNvPicPr>
            <a:picLocks noChangeAspect="1"/>
          </p:cNvPicPr>
          <p:nvPr/>
        </p:nvPicPr>
        <p:blipFill>
          <a:blip r:embed="rId1"/>
          <a:stretch>
            <a:fillRect/>
          </a:stretch>
        </p:blipFill>
        <p:spPr>
          <a:xfrm>
            <a:off x="1743456" y="2093976"/>
            <a:ext cx="475488" cy="475488"/>
          </a:xfrm>
          <a:prstGeom prst="rect">
            <a:avLst/>
          </a:prstGeom>
        </p:spPr>
      </p:pic>
      <p:sp>
        <p:nvSpPr>
          <p:cNvPr id="8" name="Text 4"/>
          <p:cNvSpPr txBox="1"/>
          <p:nvPr/>
        </p:nvSpPr>
        <p:spPr>
          <a:xfrm>
            <a:off x="73152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3"/>
                </a:solidFill>
                <a:latin typeface="+mj-lt" pitchFamily="34" charset="0"/>
                <a:ea typeface="+mj-lt" pitchFamily="34" charset="-122"/>
                <a:cs typeface="+mj-lt" pitchFamily="34" charset="-120"/>
              </a:rPr>
              <a:t>Choisir</a:t>
            </a:r>
            <a:endParaRPr lang="en-US" sz="2400" dirty="0"/>
          </a:p>
        </p:txBody>
      </p:sp>
      <p:sp>
        <p:nvSpPr>
          <p:cNvPr id="9" name="Text 5"/>
          <p:cNvSpPr txBox="1"/>
          <p:nvPr/>
        </p:nvSpPr>
        <p:spPr>
          <a:xfrm>
            <a:off x="777240" y="3566160"/>
            <a:ext cx="2407920" cy="1737360"/>
          </a:xfrm>
          <a:prstGeom prst="rect">
            <a:avLst/>
          </a:prstGeom>
          <a:noFill/>
          <a:ln/>
        </p:spPr>
        <p:txBody>
          <a:bodyPr wrap="square" lIns="0" tIns="0" rIns="0" bIns="0" rtlCol="0" anchor="t"/>
          <a:lstStyle/>
          <a:p>
            <a:pPr algn="ctr" indent="0" marL="0">
              <a:buNone/>
            </a:pPr>
            <a:r>
              <a:rPr lang="en-US" sz="2000" b="1" i="1" dirty="0">
                <a:solidFill>
                  <a:schemeClr val="tx2"/>
                </a:solidFill>
              </a:rPr>
              <a:t>de</a:t>
            </a:r>
            <a:r>
              <a:rPr lang="en-US" sz="2000" i="1" dirty="0">
                <a:solidFill>
                  <a:schemeClr val="tx1"/>
                </a:solidFill>
              </a:rPr>
              <a:t>, </a:t>
            </a:r>
            <a:r>
              <a:rPr lang="en-US" sz="2000" b="1" i="1" dirty="0">
                <a:solidFill>
                  <a:schemeClr val="accent1"/>
                </a:solidFill>
              </a:rPr>
              <a:t>het</a:t>
            </a:r>
            <a:r>
              <a:rPr lang="en-US" sz="2000" i="1" dirty="0">
                <a:solidFill>
                  <a:schemeClr val="tx1"/>
                </a:solidFill>
              </a:rPr>
              <a:t>, een</a:t>
            </a:r>
            <a:r>
              <a:rPr lang="en-US" sz="2000" dirty="0">
                <a:solidFill>
                  <a:schemeClr val="tx1"/>
                </a:solidFill>
              </a:rPr>
              <a:t> ou rien du tout.</a:t>
            </a:r>
            <a:endParaRPr lang="en-US" sz="2000" dirty="0"/>
          </a:p>
        </p:txBody>
      </p:sp>
      <p:sp>
        <p:nvSpPr>
          <p:cNvPr id="10" name="Shape 6"/>
          <p:cNvSpPr/>
          <p:nvPr/>
        </p:nvSpPr>
        <p:spPr>
          <a:xfrm>
            <a:off x="3688080" y="1554480"/>
            <a:ext cx="2865120" cy="3931920"/>
          </a:xfrm>
          <a:prstGeom prst="roundRect">
            <a:avLst>
              <a:gd name="adj" fmla="val 2553"/>
            </a:avLst>
          </a:prstGeom>
          <a:solidFill>
            <a:schemeClr val="bg2"/>
          </a:solidFill>
          <a:ln w="12700">
            <a:solidFill>
              <a:srgbClr val="D5DCE6"/>
            </a:solidFill>
            <a:prstDash val="solid"/>
          </a:ln>
        </p:spPr>
      </p:sp>
      <p:sp>
        <p:nvSpPr>
          <p:cNvPr id="11" name="Shape 7"/>
          <p:cNvSpPr/>
          <p:nvPr/>
        </p:nvSpPr>
        <p:spPr>
          <a:xfrm>
            <a:off x="4663440" y="1874520"/>
            <a:ext cx="914400" cy="914400"/>
          </a:xfrm>
          <a:prstGeom prst="ellipse">
            <a:avLst/>
          </a:prstGeom>
          <a:solidFill>
            <a:schemeClr val="accent2"/>
          </a:solidFill>
          <a:ln w="12700">
            <a:solidFill>
              <a:srgbClr val="FFFFFF">
                <a:alpha val="0"/>
              </a:srgbClr>
            </a:solidFill>
            <a:prstDash val="solid"/>
          </a:ln>
        </p:spPr>
      </p:sp>
      <p:pic>
        <p:nvPicPr>
          <p:cNvPr id="12" name="Image 1" descr="Search">    </p:cNvPr>
          <p:cNvPicPr>
            <a:picLocks noChangeAspect="1"/>
          </p:cNvPicPr>
          <p:nvPr/>
        </p:nvPicPr>
        <p:blipFill>
          <a:blip r:embed="rId2"/>
          <a:stretch>
            <a:fillRect/>
          </a:stretch>
        </p:blipFill>
        <p:spPr>
          <a:xfrm>
            <a:off x="4882896" y="2093976"/>
            <a:ext cx="475488" cy="475488"/>
          </a:xfrm>
          <a:prstGeom prst="rect">
            <a:avLst/>
          </a:prstGeom>
        </p:spPr>
      </p:pic>
      <p:sp>
        <p:nvSpPr>
          <p:cNvPr id="13" name="Text 8"/>
          <p:cNvSpPr txBox="1"/>
          <p:nvPr/>
        </p:nvSpPr>
        <p:spPr>
          <a:xfrm>
            <a:off x="387096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2"/>
                </a:solidFill>
                <a:latin typeface="+mj-lt" pitchFamily="34" charset="0"/>
                <a:ea typeface="+mj-lt" pitchFamily="34" charset="-122"/>
                <a:cs typeface="+mj-lt" pitchFamily="34" charset="-120"/>
              </a:rPr>
              <a:t>Deviner</a:t>
            </a:r>
            <a:endParaRPr lang="en-US" sz="2400" dirty="0"/>
          </a:p>
        </p:txBody>
      </p:sp>
      <p:sp>
        <p:nvSpPr>
          <p:cNvPr id="14" name="Text 9"/>
          <p:cNvSpPr txBox="1"/>
          <p:nvPr/>
        </p:nvSpPr>
        <p:spPr>
          <a:xfrm>
            <a:off x="391668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l’article d’un mot nouveau grâce à sa « famille ».</a:t>
            </a:r>
            <a:endParaRPr lang="en-US" sz="2000" dirty="0"/>
          </a:p>
        </p:txBody>
      </p:sp>
      <p:sp>
        <p:nvSpPr>
          <p:cNvPr id="15" name="Shape 10"/>
          <p:cNvSpPr/>
          <p:nvPr/>
        </p:nvSpPr>
        <p:spPr>
          <a:xfrm>
            <a:off x="6827520" y="1554480"/>
            <a:ext cx="2865120" cy="3931920"/>
          </a:xfrm>
          <a:prstGeom prst="roundRect">
            <a:avLst>
              <a:gd name="adj" fmla="val 2553"/>
            </a:avLst>
          </a:prstGeom>
          <a:solidFill>
            <a:schemeClr val="bg2"/>
          </a:solidFill>
          <a:ln w="12700">
            <a:solidFill>
              <a:srgbClr val="D5DCE6"/>
            </a:solidFill>
            <a:prstDash val="solid"/>
          </a:ln>
        </p:spPr>
      </p:sp>
      <p:sp>
        <p:nvSpPr>
          <p:cNvPr id="16" name="Shape 11"/>
          <p:cNvSpPr/>
          <p:nvPr/>
        </p:nvSpPr>
        <p:spPr>
          <a:xfrm>
            <a:off x="7802880" y="1874520"/>
            <a:ext cx="914400" cy="914400"/>
          </a:xfrm>
          <a:prstGeom prst="ellipse">
            <a:avLst/>
          </a:prstGeom>
          <a:solidFill>
            <a:srgbClr val="6E4A9E"/>
          </a:solidFill>
          <a:ln w="12700">
            <a:solidFill>
              <a:srgbClr val="FFFFFF">
                <a:alpha val="0"/>
              </a:srgbClr>
            </a:solidFill>
            <a:prstDash val="solid"/>
          </a:ln>
        </p:spPr>
      </p:sp>
      <p:pic>
        <p:nvPicPr>
          <p:cNvPr id="17" name="Image 2" descr="LifeBuoy">    </p:cNvPr>
          <p:cNvPicPr>
            <a:picLocks noChangeAspect="1"/>
          </p:cNvPicPr>
          <p:nvPr/>
        </p:nvPicPr>
        <p:blipFill>
          <a:blip r:embed="rId3"/>
          <a:stretch>
            <a:fillRect/>
          </a:stretch>
        </p:blipFill>
        <p:spPr>
          <a:xfrm>
            <a:off x="8022336" y="2093976"/>
            <a:ext cx="475488" cy="475488"/>
          </a:xfrm>
          <a:prstGeom prst="rect">
            <a:avLst/>
          </a:prstGeom>
        </p:spPr>
      </p:pic>
      <p:sp>
        <p:nvSpPr>
          <p:cNvPr id="18" name="Text 12"/>
          <p:cNvSpPr txBox="1"/>
          <p:nvPr/>
        </p:nvSpPr>
        <p:spPr>
          <a:xfrm>
            <a:off x="7010400" y="2926080"/>
            <a:ext cx="2499360" cy="548640"/>
          </a:xfrm>
          <a:prstGeom prst="rect">
            <a:avLst/>
          </a:prstGeom>
          <a:noFill/>
          <a:ln/>
        </p:spPr>
        <p:txBody>
          <a:bodyPr wrap="square" lIns="0" tIns="0" rIns="0" bIns="0" rtlCol="0" anchor="ctr"/>
          <a:lstStyle/>
          <a:p>
            <a:pPr algn="ctr" indent="0" marL="0">
              <a:buNone/>
            </a:pPr>
            <a:r>
              <a:rPr lang="en-US" sz="2400" b="1" dirty="0">
                <a:solidFill>
                  <a:srgbClr val="6E4A9E"/>
                </a:solidFill>
                <a:latin typeface="+mj-lt" pitchFamily="34" charset="0"/>
                <a:ea typeface="+mj-lt" pitchFamily="34" charset="-122"/>
                <a:cs typeface="+mj-lt" pitchFamily="34" charset="-120"/>
              </a:rPr>
              <a:t>Se débrouiller</a:t>
            </a:r>
            <a:endParaRPr lang="en-US" sz="2400" dirty="0"/>
          </a:p>
        </p:txBody>
      </p:sp>
      <p:sp>
        <p:nvSpPr>
          <p:cNvPr id="19" name="Text 13"/>
          <p:cNvSpPr txBox="1"/>
          <p:nvPr/>
        </p:nvSpPr>
        <p:spPr>
          <a:xfrm>
            <a:off x="705612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la bonne stratégie quand on ne sait pas.</a:t>
            </a:r>
            <a:endParaRPr lang="en-US" sz="2000" dirty="0"/>
          </a:p>
        </p:txBody>
      </p:sp>
      <p:pic>
        <p:nvPicPr>
          <p:cNvPr id="20" name="Image 3" descr="man teacher">    </p:cNvPr>
          <p:cNvPicPr>
            <a:picLocks noChangeAspect="1"/>
          </p:cNvPicPr>
          <p:nvPr/>
        </p:nvPicPr>
        <p:blipFill>
          <a:blip r:embed="rId4"/>
          <a:stretch>
            <a:fillRect/>
          </a:stretch>
        </p:blipFill>
        <p:spPr>
          <a:xfrm>
            <a:off x="9921240" y="1737360"/>
            <a:ext cx="1737360" cy="1737360"/>
          </a:xfrm>
          <a:prstGeom prst="rect">
            <a:avLst/>
          </a:prstGeom>
        </p:spPr>
      </p:pic>
      <p:pic>
        <p:nvPicPr>
          <p:cNvPr id="21" name="Image 4" descr="speech balloon">    </p:cNvPr>
          <p:cNvPicPr>
            <a:picLocks noChangeAspect="1"/>
          </p:cNvPicPr>
          <p:nvPr/>
        </p:nvPicPr>
        <p:blipFill>
          <a:blip r:embed="rId5"/>
          <a:stretch>
            <a:fillRect/>
          </a:stretch>
        </p:blipFill>
        <p:spPr>
          <a:xfrm>
            <a:off x="10881360" y="1463040"/>
            <a:ext cx="731520" cy="731520"/>
          </a:xfrm>
          <a:prstGeom prst="rect">
            <a:avLst/>
          </a:prstGeom>
        </p:spPr>
      </p:pic>
      <p:sp>
        <p:nvSpPr>
          <p:cNvPr id="22" name="Shape 14"/>
          <p:cNvSpPr/>
          <p:nvPr/>
        </p:nvSpPr>
        <p:spPr>
          <a:xfrm>
            <a:off x="548640" y="5669280"/>
            <a:ext cx="11091672" cy="566928"/>
          </a:xfrm>
          <a:prstGeom prst="roundRect">
            <a:avLst>
              <a:gd name="adj" fmla="val 12903"/>
            </a:avLst>
          </a:prstGeom>
          <a:solidFill>
            <a:schemeClr val="bg2"/>
          </a:solidFill>
          <a:ln w="9525">
            <a:solidFill>
              <a:srgbClr val="17375E"/>
            </a:solidFill>
            <a:prstDash val="solid"/>
          </a:ln>
        </p:spPr>
      </p:sp>
      <p:pic>
        <p:nvPicPr>
          <p:cNvPr id="23" name="Image 5" descr="Lightbulb">    </p:cNvPr>
          <p:cNvPicPr>
            <a:picLocks noChangeAspect="1"/>
          </p:cNvPicPr>
          <p:nvPr/>
        </p:nvPicPr>
        <p:blipFill>
          <a:blip r:embed="rId6"/>
          <a:stretch>
            <a:fillRect/>
          </a:stretch>
        </p:blipFill>
        <p:spPr>
          <a:xfrm>
            <a:off x="731520" y="5788152"/>
            <a:ext cx="329184" cy="329184"/>
          </a:xfrm>
          <a:prstGeom prst="rect">
            <a:avLst/>
          </a:prstGeom>
        </p:spPr>
      </p:pic>
      <p:sp>
        <p:nvSpPr>
          <p:cNvPr id="24" name="Text 15"/>
          <p:cNvSpPr txBox="1"/>
          <p:nvPr/>
        </p:nvSpPr>
        <p:spPr>
          <a:xfrm>
            <a:off x="1188720" y="5669280"/>
            <a:ext cx="10241280" cy="566928"/>
          </a:xfrm>
          <a:prstGeom prst="rect">
            <a:avLst/>
          </a:prstGeom>
          <a:noFill/>
          <a:ln/>
        </p:spPr>
        <p:txBody>
          <a:bodyPr wrap="square" lIns="0" tIns="0" rIns="0" bIns="0" rtlCol="0" anchor="ctr"/>
          <a:lstStyle/>
          <a:p>
            <a:pPr algn="l" indent="0" marL="0">
              <a:buNone/>
            </a:pPr>
            <a:r>
              <a:rPr lang="en-US" sz="1700" dirty="0">
                <a:solidFill>
                  <a:schemeClr val="tx1"/>
                </a:solidFill>
              </a:rPr>
              <a:t>Prenez vos deux palettes : </a:t>
            </a:r>
            <a:r>
              <a:rPr lang="en-US" sz="1700" b="1" dirty="0">
                <a:solidFill>
                  <a:schemeClr val="tx2"/>
                </a:solidFill>
              </a:rPr>
              <a:t>DE</a:t>
            </a:r>
            <a:r>
              <a:rPr lang="en-US" sz="1700" dirty="0">
                <a:solidFill>
                  <a:schemeClr val="tx1"/>
                </a:solidFill>
              </a:rPr>
              <a:t> (bleu nuit) et </a:t>
            </a:r>
            <a:r>
              <a:rPr lang="en-US" sz="1700" b="1" dirty="0">
                <a:solidFill>
                  <a:schemeClr val="accent1"/>
                </a:solidFill>
              </a:rPr>
              <a:t>HET</a:t>
            </a:r>
            <a:r>
              <a:rPr lang="en-US" sz="1700" dirty="0">
                <a:solidFill>
                  <a:schemeClr val="tx1"/>
                </a:solidFill>
              </a:rPr>
              <a:t> (orange) — elles servent aux exercices 1 et 5.</a:t>
            </a:r>
            <a:endParaRPr lang="en-US" sz="1700" dirty="0"/>
          </a:p>
        </p:txBody>
      </p:sp>
      <p:sp>
        <p:nvSpPr>
          <p:cNvPr id="25" name="Shape 16"/>
          <p:cNvSpPr/>
          <p:nvPr/>
        </p:nvSpPr>
        <p:spPr>
          <a:xfrm>
            <a:off x="673608" y="4572000"/>
            <a:ext cx="585216" cy="438912"/>
          </a:xfrm>
          <a:prstGeom prst="roundRect">
            <a:avLst>
              <a:gd name="adj" fmla="val 12500"/>
            </a:avLst>
          </a:prstGeom>
          <a:solidFill>
            <a:schemeClr val="tx2"/>
          </a:solidFill>
          <a:ln w="12700">
            <a:solidFill>
              <a:srgbClr val="FFFFFF">
                <a:alpha val="0"/>
              </a:srgbClr>
            </a:solidFill>
            <a:prstDash val="solid"/>
          </a:ln>
        </p:spPr>
      </p:sp>
      <p:sp>
        <p:nvSpPr>
          <p:cNvPr id="26" name="Text 17"/>
          <p:cNvSpPr txBox="1"/>
          <p:nvPr/>
        </p:nvSpPr>
        <p:spPr>
          <a:xfrm>
            <a:off x="673608" y="4572000"/>
            <a:ext cx="585216"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mj-lt" pitchFamily="34" charset="0"/>
                <a:ea typeface="+mj-lt" pitchFamily="34" charset="-122"/>
                <a:cs typeface="+mj-lt" pitchFamily="34" charset="-120"/>
              </a:rPr>
              <a:t>DE</a:t>
            </a:r>
            <a:endParaRPr lang="en-US" sz="1300" dirty="0"/>
          </a:p>
        </p:txBody>
      </p:sp>
      <p:sp>
        <p:nvSpPr>
          <p:cNvPr id="27" name="Shape 18"/>
          <p:cNvSpPr/>
          <p:nvPr/>
        </p:nvSpPr>
        <p:spPr>
          <a:xfrm>
            <a:off x="1350264" y="4572000"/>
            <a:ext cx="585216" cy="438912"/>
          </a:xfrm>
          <a:prstGeom prst="roundRect">
            <a:avLst>
              <a:gd name="adj" fmla="val 12500"/>
            </a:avLst>
          </a:prstGeom>
          <a:solidFill>
            <a:schemeClr val="accent1"/>
          </a:solidFill>
          <a:ln w="12700">
            <a:solidFill>
              <a:srgbClr val="FFFFFF">
                <a:alpha val="0"/>
              </a:srgbClr>
            </a:solidFill>
            <a:prstDash val="solid"/>
          </a:ln>
        </p:spPr>
      </p:sp>
      <p:sp>
        <p:nvSpPr>
          <p:cNvPr id="28" name="Text 19"/>
          <p:cNvSpPr txBox="1"/>
          <p:nvPr/>
        </p:nvSpPr>
        <p:spPr>
          <a:xfrm>
            <a:off x="1350264" y="4572000"/>
            <a:ext cx="585216"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mj-lt" pitchFamily="34" charset="0"/>
                <a:ea typeface="+mj-lt" pitchFamily="34" charset="-122"/>
                <a:cs typeface="+mj-lt" pitchFamily="34" charset="-120"/>
              </a:rPr>
              <a:t>HET</a:t>
            </a:r>
            <a:endParaRPr lang="en-US" sz="1300" dirty="0"/>
          </a:p>
        </p:txBody>
      </p:sp>
      <p:sp>
        <p:nvSpPr>
          <p:cNvPr id="29" name="Shape 20"/>
          <p:cNvSpPr/>
          <p:nvPr/>
        </p:nvSpPr>
        <p:spPr>
          <a:xfrm>
            <a:off x="2026920" y="4572000"/>
            <a:ext cx="585216" cy="438912"/>
          </a:xfrm>
          <a:prstGeom prst="roundRect">
            <a:avLst>
              <a:gd name="adj" fmla="val 12500"/>
            </a:avLst>
          </a:prstGeom>
          <a:solidFill>
            <a:schemeClr val="accent5"/>
          </a:solidFill>
          <a:ln w="12700">
            <a:solidFill>
              <a:srgbClr val="FFFFFF">
                <a:alpha val="0"/>
              </a:srgbClr>
            </a:solidFill>
            <a:prstDash val="solid"/>
          </a:ln>
        </p:spPr>
      </p:sp>
      <p:sp>
        <p:nvSpPr>
          <p:cNvPr id="30" name="Text 21"/>
          <p:cNvSpPr txBox="1"/>
          <p:nvPr/>
        </p:nvSpPr>
        <p:spPr>
          <a:xfrm>
            <a:off x="2026920" y="4572000"/>
            <a:ext cx="585216"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mj-lt" pitchFamily="34" charset="0"/>
                <a:ea typeface="+mj-lt" pitchFamily="34" charset="-122"/>
                <a:cs typeface="+mj-lt" pitchFamily="34" charset="-120"/>
              </a:rPr>
              <a:t>EEN</a:t>
            </a:r>
            <a:endParaRPr lang="en-US" sz="1300" dirty="0"/>
          </a:p>
        </p:txBody>
      </p:sp>
      <p:sp>
        <p:nvSpPr>
          <p:cNvPr id="31" name="Shape 22"/>
          <p:cNvSpPr/>
          <p:nvPr/>
        </p:nvSpPr>
        <p:spPr>
          <a:xfrm>
            <a:off x="2703576" y="4572000"/>
            <a:ext cx="585216" cy="438912"/>
          </a:xfrm>
          <a:prstGeom prst="roundRect">
            <a:avLst>
              <a:gd name="adj" fmla="val 12500"/>
            </a:avLst>
          </a:prstGeom>
          <a:noFill/>
          <a:ln w="22225">
            <a:solidFill>
              <a:srgbClr val="7F8C9E"/>
            </a:solidFill>
            <a:prstDash val="dash"/>
          </a:ln>
        </p:spPr>
      </p:sp>
      <p:sp>
        <p:nvSpPr>
          <p:cNvPr id="32" name="Text 23"/>
          <p:cNvSpPr txBox="1"/>
          <p:nvPr/>
        </p:nvSpPr>
        <p:spPr>
          <a:xfrm>
            <a:off x="2703576" y="4572000"/>
            <a:ext cx="585216" cy="438912"/>
          </a:xfrm>
          <a:prstGeom prst="rect">
            <a:avLst/>
          </a:prstGeom>
          <a:noFill/>
          <a:ln/>
        </p:spPr>
        <p:txBody>
          <a:bodyPr wrap="square" lIns="0" tIns="0" rIns="0" bIns="0" rtlCol="0" anchor="ctr"/>
          <a:lstStyle/>
          <a:p>
            <a:pPr algn="ctr" indent="0" marL="0">
              <a:buNone/>
            </a:pPr>
            <a:r>
              <a:rPr lang="en-US" sz="1300" b="1" dirty="0">
                <a:solidFill>
                  <a:srgbClr val="7F8C9E"/>
                </a:solidFill>
                <a:latin typeface="+mj-lt" pitchFamily="34" charset="0"/>
                <a:ea typeface="+mj-lt" pitchFamily="34" charset="-122"/>
                <a:cs typeface="+mj-lt" pitchFamily="34" charset="-120"/>
              </a:rPr>
              <a:t>Ø</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Échauffement — Observez les articles</a:t>
            </a:r>
            <a:endParaRPr lang="en-US" sz="3000" dirty="0"/>
          </a:p>
        </p:txBody>
      </p:sp>
      <p:sp>
        <p:nvSpPr>
          <p:cNvPr id="3" name="tag"/>
          <p:cNvSpPr/>
          <p:nvPr/>
        </p:nvSpPr>
        <p:spPr>
          <a:xfrm>
            <a:off x="548640" y="237744"/>
            <a:ext cx="1770278"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ÉCHAUFFEMENT</a:t>
            </a:r>
            <a:endParaRPr lang="en-US" sz="1200" dirty="0"/>
          </a:p>
        </p:txBody>
      </p:sp>
      <p:sp>
        <p:nvSpPr>
          <p:cNvPr id="5" name="Shape 2"/>
          <p:cNvSpPr/>
          <p:nvPr/>
        </p:nvSpPr>
        <p:spPr>
          <a:xfrm>
            <a:off x="548640" y="1481328"/>
            <a:ext cx="8686800" cy="4489704"/>
          </a:xfrm>
          <a:prstGeom prst="roundRect">
            <a:avLst>
              <a:gd name="adj" fmla="val 815"/>
            </a:avLst>
          </a:prstGeom>
          <a:solidFill>
            <a:srgbClr val="FFFFFF"/>
          </a:solidFill>
          <a:ln w="76200">
            <a:solidFill>
              <a:srgbClr val="8B6B43"/>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3154680" y="5943600"/>
            <a:ext cx="3474720" cy="109728"/>
          </a:xfrm>
          <a:prstGeom prst="roundRect">
            <a:avLst>
              <a:gd name="adj" fmla="val 16667"/>
            </a:avLst>
          </a:prstGeom>
          <a:solidFill>
            <a:srgbClr val="8B6B43"/>
          </a:solidFill>
          <a:ln w="12700">
            <a:solidFill>
              <a:srgbClr val="FFFFFF">
                <a:alpha val="0"/>
              </a:srgbClr>
            </a:solidFill>
            <a:prstDash val="solid"/>
          </a:ln>
        </p:spPr>
      </p:sp>
      <p:sp>
        <p:nvSpPr>
          <p:cNvPr id="7" name="tag"/>
          <p:cNvSpPr/>
          <p:nvPr/>
        </p:nvSpPr>
        <p:spPr>
          <a:xfrm>
            <a:off x="2359152" y="1767535"/>
            <a:ext cx="1354836" cy="292608"/>
          </a:xfrm>
          <a:prstGeom prst="roundRect">
            <a:avLst>
              <a:gd name="adj" fmla="val 15625"/>
            </a:avLst>
          </a:prstGeom>
          <a:solidFill>
            <a:schemeClr val="tx2"/>
          </a:solidFill>
          <a:ln/>
        </p:spPr>
        <p:txBody>
          <a:bodyPr wrap="square" lIns="0" tIns="0" rIns="0" bIns="0" rtlCol="0" anchor="ctr"/>
          <a:lstStyle/>
          <a:p>
            <a:pPr algn="ctr" indent="0" marL="0">
              <a:buNone/>
            </a:pPr>
            <a:r>
              <a:rPr lang="en-US" sz="1100" b="1" spc="100" kern="0" dirty="0">
                <a:solidFill>
                  <a:srgbClr val="FFFFFF"/>
                </a:solidFill>
              </a:rPr>
              <a:t>NEDERLANDS</a:t>
            </a:r>
            <a:endParaRPr lang="en-US" sz="1100" dirty="0"/>
          </a:p>
        </p:txBody>
      </p:sp>
      <p:sp>
        <p:nvSpPr>
          <p:cNvPr id="8" name="tag"/>
          <p:cNvSpPr/>
          <p:nvPr/>
        </p:nvSpPr>
        <p:spPr>
          <a:xfrm>
            <a:off x="6428232" y="1767535"/>
            <a:ext cx="1266749" cy="292608"/>
          </a:xfrm>
          <a:prstGeom prst="roundRect">
            <a:avLst>
              <a:gd name="adj" fmla="val 15625"/>
            </a:avLst>
          </a:prstGeom>
          <a:solidFill>
            <a:schemeClr val="accent5"/>
          </a:solidFill>
          <a:ln/>
        </p:spPr>
        <p:txBody>
          <a:bodyPr wrap="square" lIns="0" tIns="0" rIns="0" bIns="0" rtlCol="0" anchor="ctr"/>
          <a:lstStyle/>
          <a:p>
            <a:pPr algn="ctr" indent="0" marL="0">
              <a:buNone/>
            </a:pPr>
            <a:r>
              <a:rPr lang="en-US" sz="1100" b="1" spc="100" kern="0" dirty="0">
                <a:solidFill>
                  <a:srgbClr val="FFFFFF"/>
                </a:solidFill>
              </a:rPr>
              <a:t>FRANÇAIS</a:t>
            </a:r>
            <a:endParaRPr lang="en-US" sz="1100" dirty="0"/>
          </a:p>
        </p:txBody>
      </p:sp>
      <p:sp>
        <p:nvSpPr>
          <p:cNvPr id="9" name="Shape 6"/>
          <p:cNvSpPr/>
          <p:nvPr/>
        </p:nvSpPr>
        <p:spPr>
          <a:xfrm>
            <a:off x="5056632" y="2224735"/>
            <a:ext cx="914" cy="2514600"/>
          </a:xfrm>
          <a:prstGeom prst="line">
            <a:avLst/>
          </a:prstGeom>
          <a:noFill/>
          <a:ln w="12700">
            <a:solidFill>
              <a:srgbClr val="B8C2CF"/>
            </a:solidFill>
            <a:prstDash val="dash"/>
          </a:ln>
        </p:spPr>
      </p:sp>
      <p:sp>
        <p:nvSpPr>
          <p:cNvPr id="10" name="Shape 7"/>
          <p:cNvSpPr/>
          <p:nvPr/>
        </p:nvSpPr>
        <p:spPr>
          <a:xfrm>
            <a:off x="941832" y="2398471"/>
            <a:ext cx="420624" cy="420624"/>
          </a:xfrm>
          <a:prstGeom prst="ellipse">
            <a:avLst/>
          </a:prstGeom>
          <a:solidFill>
            <a:schemeClr val="tx2"/>
          </a:solidFill>
          <a:ln w="12700">
            <a:solidFill>
              <a:srgbClr val="FFFFFF">
                <a:alpha val="0"/>
              </a:srgbClr>
            </a:solidFill>
            <a:prstDash val="solid"/>
          </a:ln>
        </p:spPr>
      </p:sp>
      <p:sp>
        <p:nvSpPr>
          <p:cNvPr id="11" name="Text 8"/>
          <p:cNvSpPr txBox="1"/>
          <p:nvPr/>
        </p:nvSpPr>
        <p:spPr>
          <a:xfrm>
            <a:off x="941832" y="2398471"/>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2" name="Text 9"/>
          <p:cNvSpPr txBox="1"/>
          <p:nvPr/>
        </p:nvSpPr>
        <p:spPr>
          <a:xfrm>
            <a:off x="1307592" y="2270455"/>
            <a:ext cx="1508760" cy="685800"/>
          </a:xfrm>
          <a:prstGeom prst="rect">
            <a:avLst/>
          </a:prstGeom>
          <a:noFill/>
          <a:ln/>
        </p:spPr>
        <p:txBody>
          <a:bodyPr wrap="square" lIns="0" tIns="0" rIns="0" bIns="0" rtlCol="0" anchor="ctr"/>
          <a:lstStyle/>
          <a:p>
            <a:pPr algn="r" indent="0" marL="0">
              <a:buNone/>
            </a:pPr>
            <a:r>
              <a:rPr lang="en-US" sz="2100" dirty="0">
                <a:solidFill>
                  <a:schemeClr val="tx1"/>
                </a:solidFill>
              </a:rPr>
              <a:t>Ik eet</a:t>
            </a:r>
            <a:endParaRPr lang="en-US" sz="2100" dirty="0"/>
          </a:p>
        </p:txBody>
      </p:sp>
      <p:sp>
        <p:nvSpPr>
          <p:cNvPr id="13" name="Shape 10"/>
          <p:cNvSpPr/>
          <p:nvPr/>
        </p:nvSpPr>
        <p:spPr>
          <a:xfrm>
            <a:off x="2889504" y="2361895"/>
            <a:ext cx="713232" cy="502920"/>
          </a:xfrm>
          <a:prstGeom prst="roundRect">
            <a:avLst>
              <a:gd name="adj" fmla="val 9091"/>
            </a:avLst>
          </a:prstGeom>
          <a:solidFill>
            <a:srgbClr val="FFE07A"/>
          </a:solidFill>
          <a:ln w="12700">
            <a:solidFill>
              <a:srgbClr val="FFFFFF">
                <a:alpha val="0"/>
              </a:srgbClr>
            </a:solidFill>
            <a:prstDash val="solid"/>
          </a:ln>
        </p:spPr>
      </p:sp>
      <p:sp>
        <p:nvSpPr>
          <p:cNvPr id="14" name="Text 11"/>
          <p:cNvSpPr txBox="1"/>
          <p:nvPr/>
        </p:nvSpPr>
        <p:spPr>
          <a:xfrm>
            <a:off x="2889504" y="2361895"/>
            <a:ext cx="713232" cy="502920"/>
          </a:xfrm>
          <a:prstGeom prst="rect">
            <a:avLst/>
          </a:prstGeom>
          <a:noFill/>
          <a:ln/>
        </p:spPr>
        <p:txBody>
          <a:bodyPr wrap="square" lIns="0" tIns="0" rIns="0" bIns="0" rtlCol="0" anchor="ctr"/>
          <a:lstStyle/>
          <a:p>
            <a:pPr algn="ctr" indent="0" marL="0">
              <a:buNone/>
            </a:pPr>
            <a:r>
              <a:rPr lang="en-US" sz="2400" b="1" dirty="0">
                <a:solidFill>
                  <a:schemeClr val="tx1"/>
                </a:solidFill>
              </a:rPr>
              <a:t>een</a:t>
            </a:r>
            <a:endParaRPr lang="en-US" sz="2400" dirty="0"/>
          </a:p>
        </p:txBody>
      </p:sp>
      <p:sp>
        <p:nvSpPr>
          <p:cNvPr id="15" name="Text 12"/>
          <p:cNvSpPr txBox="1"/>
          <p:nvPr/>
        </p:nvSpPr>
        <p:spPr>
          <a:xfrm>
            <a:off x="3675888" y="2270455"/>
            <a:ext cx="1280160" cy="685800"/>
          </a:xfrm>
          <a:prstGeom prst="rect">
            <a:avLst/>
          </a:prstGeom>
          <a:noFill/>
          <a:ln/>
        </p:spPr>
        <p:txBody>
          <a:bodyPr wrap="square" lIns="0" tIns="0" rIns="0" bIns="0" rtlCol="0" anchor="ctr"/>
          <a:lstStyle/>
          <a:p>
            <a:pPr algn="l" indent="0" marL="0">
              <a:buNone/>
            </a:pPr>
            <a:r>
              <a:rPr lang="en-US" sz="2400" dirty="0">
                <a:solidFill>
                  <a:schemeClr val="tx1"/>
                </a:solidFill>
              </a:rPr>
              <a:t>appel.</a:t>
            </a:r>
            <a:endParaRPr lang="en-US" sz="2400" dirty="0"/>
          </a:p>
        </p:txBody>
      </p:sp>
      <p:sp>
        <p:nvSpPr>
          <p:cNvPr id="16" name="Text 13"/>
          <p:cNvSpPr txBox="1"/>
          <p:nvPr/>
        </p:nvSpPr>
        <p:spPr>
          <a:xfrm>
            <a:off x="5148072" y="2270455"/>
            <a:ext cx="1920240" cy="685800"/>
          </a:xfrm>
          <a:prstGeom prst="rect">
            <a:avLst/>
          </a:prstGeom>
          <a:noFill/>
          <a:ln/>
        </p:spPr>
        <p:txBody>
          <a:bodyPr wrap="square" lIns="0" tIns="0" rIns="0" bIns="0" rtlCol="0" anchor="ctr"/>
          <a:lstStyle/>
          <a:p>
            <a:pPr algn="r" indent="0" marL="0">
              <a:buNone/>
            </a:pPr>
            <a:r>
              <a:rPr lang="en-US" sz="2000" i="1" dirty="0">
                <a:solidFill>
                  <a:schemeClr val="accent5"/>
                </a:solidFill>
              </a:rPr>
              <a:t>Je mange</a:t>
            </a:r>
            <a:endParaRPr lang="en-US" sz="2000" dirty="0"/>
          </a:p>
        </p:txBody>
      </p:sp>
      <p:sp>
        <p:nvSpPr>
          <p:cNvPr id="17" name="Shape 14"/>
          <p:cNvSpPr/>
          <p:nvPr/>
        </p:nvSpPr>
        <p:spPr>
          <a:xfrm>
            <a:off x="7132320" y="2380183"/>
            <a:ext cx="640080" cy="466344"/>
          </a:xfrm>
          <a:prstGeom prst="roundRect">
            <a:avLst>
              <a:gd name="adj" fmla="val 9804"/>
            </a:avLst>
          </a:prstGeom>
          <a:solidFill>
            <a:srgbClr val="FFE07A"/>
          </a:solidFill>
          <a:ln w="12700">
            <a:solidFill>
              <a:srgbClr val="FFFFFF">
                <a:alpha val="0"/>
              </a:srgbClr>
            </a:solidFill>
            <a:prstDash val="solid"/>
          </a:ln>
        </p:spPr>
      </p:sp>
      <p:sp>
        <p:nvSpPr>
          <p:cNvPr id="18" name="Text 15"/>
          <p:cNvSpPr txBox="1"/>
          <p:nvPr/>
        </p:nvSpPr>
        <p:spPr>
          <a:xfrm>
            <a:off x="7132320" y="2380183"/>
            <a:ext cx="640080" cy="466344"/>
          </a:xfrm>
          <a:prstGeom prst="rect">
            <a:avLst/>
          </a:prstGeom>
          <a:noFill/>
          <a:ln/>
        </p:spPr>
        <p:txBody>
          <a:bodyPr wrap="square" lIns="0" tIns="0" rIns="0" bIns="0" rtlCol="0" anchor="ctr"/>
          <a:lstStyle/>
          <a:p>
            <a:pPr algn="ctr" indent="0" marL="0">
              <a:buNone/>
            </a:pPr>
            <a:r>
              <a:rPr lang="en-US" sz="2000" b="1" i="1" dirty="0">
                <a:solidFill>
                  <a:schemeClr val="tx1"/>
                </a:solidFill>
              </a:rPr>
              <a:t>une</a:t>
            </a:r>
            <a:endParaRPr lang="en-US" sz="2000" dirty="0"/>
          </a:p>
        </p:txBody>
      </p:sp>
      <p:sp>
        <p:nvSpPr>
          <p:cNvPr id="19" name="Text 16"/>
          <p:cNvSpPr txBox="1"/>
          <p:nvPr/>
        </p:nvSpPr>
        <p:spPr>
          <a:xfrm>
            <a:off x="7845552" y="2270455"/>
            <a:ext cx="1143000" cy="685800"/>
          </a:xfrm>
          <a:prstGeom prst="rect">
            <a:avLst/>
          </a:prstGeom>
          <a:noFill/>
          <a:ln/>
        </p:spPr>
        <p:txBody>
          <a:bodyPr wrap="square" lIns="0" tIns="0" rIns="0" bIns="0" rtlCol="0" anchor="ctr"/>
          <a:lstStyle/>
          <a:p>
            <a:pPr algn="l" indent="0" marL="0">
              <a:buNone/>
            </a:pPr>
            <a:r>
              <a:rPr lang="en-US" sz="2000" i="1" dirty="0">
                <a:solidFill>
                  <a:schemeClr val="accent5"/>
                </a:solidFill>
              </a:rPr>
              <a:t>pomme.</a:t>
            </a:r>
            <a:endParaRPr lang="en-US" sz="2000" dirty="0"/>
          </a:p>
        </p:txBody>
      </p:sp>
      <p:sp>
        <p:nvSpPr>
          <p:cNvPr id="20" name="Shape 17"/>
          <p:cNvSpPr/>
          <p:nvPr/>
        </p:nvSpPr>
        <p:spPr>
          <a:xfrm>
            <a:off x="941832" y="3267151"/>
            <a:ext cx="420624" cy="420624"/>
          </a:xfrm>
          <a:prstGeom prst="ellipse">
            <a:avLst/>
          </a:prstGeom>
          <a:solidFill>
            <a:schemeClr val="tx2"/>
          </a:solidFill>
          <a:ln w="12700">
            <a:solidFill>
              <a:srgbClr val="FFFFFF">
                <a:alpha val="0"/>
              </a:srgbClr>
            </a:solidFill>
            <a:prstDash val="solid"/>
          </a:ln>
        </p:spPr>
      </p:sp>
      <p:sp>
        <p:nvSpPr>
          <p:cNvPr id="21" name="Text 18"/>
          <p:cNvSpPr txBox="1"/>
          <p:nvPr/>
        </p:nvSpPr>
        <p:spPr>
          <a:xfrm>
            <a:off x="941832" y="3267151"/>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22" name="Text 19"/>
          <p:cNvSpPr txBox="1"/>
          <p:nvPr/>
        </p:nvSpPr>
        <p:spPr>
          <a:xfrm>
            <a:off x="1307592" y="3139135"/>
            <a:ext cx="1508760" cy="685800"/>
          </a:xfrm>
          <a:prstGeom prst="rect">
            <a:avLst/>
          </a:prstGeom>
          <a:noFill/>
          <a:ln/>
        </p:spPr>
        <p:txBody>
          <a:bodyPr wrap="square" lIns="0" tIns="0" rIns="0" bIns="0" rtlCol="0" anchor="ctr"/>
          <a:lstStyle/>
          <a:p>
            <a:pPr algn="r" indent="0" marL="0">
              <a:buNone/>
            </a:pPr>
            <a:r>
              <a:rPr lang="en-US" sz="2100" dirty="0">
                <a:solidFill>
                  <a:schemeClr val="tx1"/>
                </a:solidFill>
              </a:rPr>
              <a:t>Ze neemt</a:t>
            </a:r>
            <a:endParaRPr lang="en-US" sz="2100" dirty="0"/>
          </a:p>
        </p:txBody>
      </p:sp>
      <p:sp>
        <p:nvSpPr>
          <p:cNvPr id="23" name="Shape 20"/>
          <p:cNvSpPr/>
          <p:nvPr/>
        </p:nvSpPr>
        <p:spPr>
          <a:xfrm>
            <a:off x="2889504" y="3230575"/>
            <a:ext cx="713232" cy="502920"/>
          </a:xfrm>
          <a:prstGeom prst="roundRect">
            <a:avLst>
              <a:gd name="adj" fmla="val 9091"/>
            </a:avLst>
          </a:prstGeom>
          <a:solidFill>
            <a:srgbClr val="FFE07A"/>
          </a:solidFill>
          <a:ln w="12700">
            <a:solidFill>
              <a:srgbClr val="FFFFFF">
                <a:alpha val="0"/>
              </a:srgbClr>
            </a:solidFill>
            <a:prstDash val="solid"/>
          </a:ln>
        </p:spPr>
      </p:sp>
      <p:sp>
        <p:nvSpPr>
          <p:cNvPr id="24" name="Text 21"/>
          <p:cNvSpPr txBox="1"/>
          <p:nvPr/>
        </p:nvSpPr>
        <p:spPr>
          <a:xfrm>
            <a:off x="2889504" y="3230575"/>
            <a:ext cx="713232" cy="502920"/>
          </a:xfrm>
          <a:prstGeom prst="rect">
            <a:avLst/>
          </a:prstGeom>
          <a:noFill/>
          <a:ln/>
        </p:spPr>
        <p:txBody>
          <a:bodyPr wrap="square" lIns="0" tIns="0" rIns="0" bIns="0" rtlCol="0" anchor="ctr"/>
          <a:lstStyle/>
          <a:p>
            <a:pPr algn="ctr" indent="0" marL="0">
              <a:buNone/>
            </a:pPr>
            <a:r>
              <a:rPr lang="en-US" sz="2400" b="1" dirty="0">
                <a:solidFill>
                  <a:schemeClr val="tx1"/>
                </a:solidFill>
              </a:rPr>
              <a:t>de</a:t>
            </a:r>
            <a:endParaRPr lang="en-US" sz="2400" dirty="0"/>
          </a:p>
        </p:txBody>
      </p:sp>
      <p:sp>
        <p:nvSpPr>
          <p:cNvPr id="25" name="Text 22"/>
          <p:cNvSpPr txBox="1"/>
          <p:nvPr/>
        </p:nvSpPr>
        <p:spPr>
          <a:xfrm>
            <a:off x="3675888" y="3139135"/>
            <a:ext cx="1280160" cy="685800"/>
          </a:xfrm>
          <a:prstGeom prst="rect">
            <a:avLst/>
          </a:prstGeom>
          <a:noFill/>
          <a:ln/>
        </p:spPr>
        <p:txBody>
          <a:bodyPr wrap="square" lIns="0" tIns="0" rIns="0" bIns="0" rtlCol="0" anchor="ctr"/>
          <a:lstStyle/>
          <a:p>
            <a:pPr algn="l" indent="0" marL="0">
              <a:buNone/>
            </a:pPr>
            <a:r>
              <a:rPr lang="en-US" sz="2400" dirty="0">
                <a:solidFill>
                  <a:schemeClr val="tx1"/>
                </a:solidFill>
              </a:rPr>
              <a:t>trein.</a:t>
            </a:r>
            <a:endParaRPr lang="en-US" sz="2400" dirty="0"/>
          </a:p>
        </p:txBody>
      </p:sp>
      <p:sp>
        <p:nvSpPr>
          <p:cNvPr id="26" name="Text 23"/>
          <p:cNvSpPr txBox="1"/>
          <p:nvPr/>
        </p:nvSpPr>
        <p:spPr>
          <a:xfrm>
            <a:off x="5148072" y="3139135"/>
            <a:ext cx="1920240" cy="685800"/>
          </a:xfrm>
          <a:prstGeom prst="rect">
            <a:avLst/>
          </a:prstGeom>
          <a:noFill/>
          <a:ln/>
        </p:spPr>
        <p:txBody>
          <a:bodyPr wrap="square" lIns="0" tIns="0" rIns="0" bIns="0" rtlCol="0" anchor="ctr"/>
          <a:lstStyle/>
          <a:p>
            <a:pPr algn="r" indent="0" marL="0">
              <a:buNone/>
            </a:pPr>
            <a:r>
              <a:rPr lang="en-US" sz="2000" i="1" dirty="0">
                <a:solidFill>
                  <a:schemeClr val="accent5"/>
                </a:solidFill>
              </a:rPr>
              <a:t>Elle prend</a:t>
            </a:r>
            <a:endParaRPr lang="en-US" sz="2000" dirty="0"/>
          </a:p>
        </p:txBody>
      </p:sp>
      <p:sp>
        <p:nvSpPr>
          <p:cNvPr id="27" name="Shape 24"/>
          <p:cNvSpPr/>
          <p:nvPr/>
        </p:nvSpPr>
        <p:spPr>
          <a:xfrm>
            <a:off x="7132320" y="3248863"/>
            <a:ext cx="640080" cy="466344"/>
          </a:xfrm>
          <a:prstGeom prst="roundRect">
            <a:avLst>
              <a:gd name="adj" fmla="val 9804"/>
            </a:avLst>
          </a:prstGeom>
          <a:solidFill>
            <a:srgbClr val="FFE07A"/>
          </a:solidFill>
          <a:ln w="12700">
            <a:solidFill>
              <a:srgbClr val="FFFFFF">
                <a:alpha val="0"/>
              </a:srgbClr>
            </a:solidFill>
            <a:prstDash val="solid"/>
          </a:ln>
        </p:spPr>
      </p:sp>
      <p:sp>
        <p:nvSpPr>
          <p:cNvPr id="28" name="Text 25"/>
          <p:cNvSpPr txBox="1"/>
          <p:nvPr/>
        </p:nvSpPr>
        <p:spPr>
          <a:xfrm>
            <a:off x="7132320" y="3248863"/>
            <a:ext cx="640080" cy="466344"/>
          </a:xfrm>
          <a:prstGeom prst="rect">
            <a:avLst/>
          </a:prstGeom>
          <a:noFill/>
          <a:ln/>
        </p:spPr>
        <p:txBody>
          <a:bodyPr wrap="square" lIns="0" tIns="0" rIns="0" bIns="0" rtlCol="0" anchor="ctr"/>
          <a:lstStyle/>
          <a:p>
            <a:pPr algn="ctr" indent="0" marL="0">
              <a:buNone/>
            </a:pPr>
            <a:r>
              <a:rPr lang="en-US" sz="2000" b="1" i="1" dirty="0">
                <a:solidFill>
                  <a:schemeClr val="tx1"/>
                </a:solidFill>
              </a:rPr>
              <a:t>le</a:t>
            </a:r>
            <a:endParaRPr lang="en-US" sz="2000" dirty="0"/>
          </a:p>
        </p:txBody>
      </p:sp>
      <p:sp>
        <p:nvSpPr>
          <p:cNvPr id="29" name="Text 26"/>
          <p:cNvSpPr txBox="1"/>
          <p:nvPr/>
        </p:nvSpPr>
        <p:spPr>
          <a:xfrm>
            <a:off x="7845552" y="3139135"/>
            <a:ext cx="1143000" cy="685800"/>
          </a:xfrm>
          <a:prstGeom prst="rect">
            <a:avLst/>
          </a:prstGeom>
          <a:noFill/>
          <a:ln/>
        </p:spPr>
        <p:txBody>
          <a:bodyPr wrap="square" lIns="0" tIns="0" rIns="0" bIns="0" rtlCol="0" anchor="ctr"/>
          <a:lstStyle/>
          <a:p>
            <a:pPr algn="l" indent="0" marL="0">
              <a:buNone/>
            </a:pPr>
            <a:r>
              <a:rPr lang="en-US" sz="2000" i="1" dirty="0">
                <a:solidFill>
                  <a:schemeClr val="accent5"/>
                </a:solidFill>
              </a:rPr>
              <a:t>train.</a:t>
            </a:r>
            <a:endParaRPr lang="en-US" sz="2000" dirty="0"/>
          </a:p>
        </p:txBody>
      </p:sp>
      <p:sp>
        <p:nvSpPr>
          <p:cNvPr id="30" name="Shape 27"/>
          <p:cNvSpPr/>
          <p:nvPr/>
        </p:nvSpPr>
        <p:spPr>
          <a:xfrm>
            <a:off x="941832" y="4135831"/>
            <a:ext cx="420624" cy="420624"/>
          </a:xfrm>
          <a:prstGeom prst="ellipse">
            <a:avLst/>
          </a:prstGeom>
          <a:solidFill>
            <a:schemeClr val="tx2"/>
          </a:solidFill>
          <a:ln w="12700">
            <a:solidFill>
              <a:srgbClr val="FFFFFF">
                <a:alpha val="0"/>
              </a:srgbClr>
            </a:solidFill>
            <a:prstDash val="solid"/>
          </a:ln>
        </p:spPr>
      </p:sp>
      <p:sp>
        <p:nvSpPr>
          <p:cNvPr id="31" name="Text 28"/>
          <p:cNvSpPr txBox="1"/>
          <p:nvPr/>
        </p:nvSpPr>
        <p:spPr>
          <a:xfrm>
            <a:off x="941832" y="4135831"/>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32" name="Text 29"/>
          <p:cNvSpPr txBox="1"/>
          <p:nvPr/>
        </p:nvSpPr>
        <p:spPr>
          <a:xfrm>
            <a:off x="1307592" y="4007815"/>
            <a:ext cx="1508760" cy="685800"/>
          </a:xfrm>
          <a:prstGeom prst="rect">
            <a:avLst/>
          </a:prstGeom>
          <a:noFill/>
          <a:ln/>
        </p:spPr>
        <p:txBody>
          <a:bodyPr wrap="square" lIns="0" tIns="0" rIns="0" bIns="0" rtlCol="0" anchor="ctr"/>
          <a:lstStyle/>
          <a:p>
            <a:pPr algn="r" indent="0" marL="0">
              <a:buNone/>
            </a:pPr>
            <a:r>
              <a:rPr lang="en-US" sz="2100" dirty="0">
                <a:solidFill>
                  <a:schemeClr val="tx1"/>
                </a:solidFill>
              </a:rPr>
              <a:t>We leren</a:t>
            </a:r>
            <a:endParaRPr lang="en-US" sz="2100" dirty="0"/>
          </a:p>
        </p:txBody>
      </p:sp>
      <p:sp>
        <p:nvSpPr>
          <p:cNvPr id="33" name="Shape 30"/>
          <p:cNvSpPr/>
          <p:nvPr/>
        </p:nvSpPr>
        <p:spPr>
          <a:xfrm>
            <a:off x="2935224" y="4099255"/>
            <a:ext cx="621792" cy="502920"/>
          </a:xfrm>
          <a:prstGeom prst="roundRect">
            <a:avLst>
              <a:gd name="adj" fmla="val 10909"/>
            </a:avLst>
          </a:prstGeom>
          <a:noFill/>
          <a:ln w="22225">
            <a:solidFill>
              <a:srgbClr val="1B2333"/>
            </a:solidFill>
            <a:prstDash val="dash"/>
          </a:ln>
        </p:spPr>
      </p:sp>
      <p:sp>
        <p:nvSpPr>
          <p:cNvPr id="34" name="Text 31"/>
          <p:cNvSpPr txBox="1"/>
          <p:nvPr/>
        </p:nvSpPr>
        <p:spPr>
          <a:xfrm>
            <a:off x="3675888" y="4007815"/>
            <a:ext cx="1280160" cy="685800"/>
          </a:xfrm>
          <a:prstGeom prst="rect">
            <a:avLst/>
          </a:prstGeom>
          <a:noFill/>
          <a:ln/>
        </p:spPr>
        <p:txBody>
          <a:bodyPr wrap="square" lIns="0" tIns="0" rIns="0" bIns="0" rtlCol="0" anchor="ctr"/>
          <a:lstStyle/>
          <a:p>
            <a:pPr algn="l" indent="0" marL="0">
              <a:buNone/>
            </a:pPr>
            <a:r>
              <a:rPr lang="en-US" sz="2400" dirty="0">
                <a:solidFill>
                  <a:schemeClr val="tx1"/>
                </a:solidFill>
              </a:rPr>
              <a:t>talen.</a:t>
            </a:r>
            <a:endParaRPr lang="en-US" sz="2400" dirty="0"/>
          </a:p>
        </p:txBody>
      </p:sp>
      <p:sp>
        <p:nvSpPr>
          <p:cNvPr id="35" name="Text 32"/>
          <p:cNvSpPr txBox="1"/>
          <p:nvPr/>
        </p:nvSpPr>
        <p:spPr>
          <a:xfrm>
            <a:off x="5148072" y="4007815"/>
            <a:ext cx="1920240" cy="685800"/>
          </a:xfrm>
          <a:prstGeom prst="rect">
            <a:avLst/>
          </a:prstGeom>
          <a:noFill/>
          <a:ln/>
        </p:spPr>
        <p:txBody>
          <a:bodyPr wrap="square" lIns="0" tIns="0" rIns="0" bIns="0" rtlCol="0" anchor="ctr"/>
          <a:lstStyle/>
          <a:p>
            <a:pPr algn="r" indent="0" marL="0">
              <a:buNone/>
            </a:pPr>
            <a:r>
              <a:rPr lang="en-US" sz="2000" i="1" dirty="0">
                <a:solidFill>
                  <a:schemeClr val="accent5"/>
                </a:solidFill>
              </a:rPr>
              <a:t>Nous apprenons</a:t>
            </a:r>
            <a:endParaRPr lang="en-US" sz="2000" dirty="0"/>
          </a:p>
        </p:txBody>
      </p:sp>
      <p:sp>
        <p:nvSpPr>
          <p:cNvPr id="36" name="Shape 33"/>
          <p:cNvSpPr/>
          <p:nvPr/>
        </p:nvSpPr>
        <p:spPr>
          <a:xfrm>
            <a:off x="7132320" y="4117543"/>
            <a:ext cx="640080" cy="466344"/>
          </a:xfrm>
          <a:prstGeom prst="roundRect">
            <a:avLst>
              <a:gd name="adj" fmla="val 9804"/>
            </a:avLst>
          </a:prstGeom>
          <a:solidFill>
            <a:srgbClr val="FFE07A"/>
          </a:solidFill>
          <a:ln w="12700">
            <a:solidFill>
              <a:srgbClr val="FFFFFF">
                <a:alpha val="0"/>
              </a:srgbClr>
            </a:solidFill>
            <a:prstDash val="solid"/>
          </a:ln>
        </p:spPr>
      </p:sp>
      <p:sp>
        <p:nvSpPr>
          <p:cNvPr id="37" name="Text 34"/>
          <p:cNvSpPr txBox="1"/>
          <p:nvPr/>
        </p:nvSpPr>
        <p:spPr>
          <a:xfrm>
            <a:off x="7132320" y="4117543"/>
            <a:ext cx="640080" cy="466344"/>
          </a:xfrm>
          <a:prstGeom prst="rect">
            <a:avLst/>
          </a:prstGeom>
          <a:noFill/>
          <a:ln/>
        </p:spPr>
        <p:txBody>
          <a:bodyPr wrap="square" lIns="0" tIns="0" rIns="0" bIns="0" rtlCol="0" anchor="ctr"/>
          <a:lstStyle/>
          <a:p>
            <a:pPr algn="ctr" indent="0" marL="0">
              <a:buNone/>
            </a:pPr>
            <a:r>
              <a:rPr lang="en-US" sz="2000" b="1" i="1" dirty="0">
                <a:solidFill>
                  <a:schemeClr val="tx1"/>
                </a:solidFill>
              </a:rPr>
              <a:t>des</a:t>
            </a:r>
            <a:endParaRPr lang="en-US" sz="2000" dirty="0"/>
          </a:p>
        </p:txBody>
      </p:sp>
      <p:sp>
        <p:nvSpPr>
          <p:cNvPr id="38" name="Text 35"/>
          <p:cNvSpPr txBox="1"/>
          <p:nvPr/>
        </p:nvSpPr>
        <p:spPr>
          <a:xfrm>
            <a:off x="7845552" y="4007815"/>
            <a:ext cx="1143000" cy="685800"/>
          </a:xfrm>
          <a:prstGeom prst="rect">
            <a:avLst/>
          </a:prstGeom>
          <a:noFill/>
          <a:ln/>
        </p:spPr>
        <p:txBody>
          <a:bodyPr wrap="square" lIns="0" tIns="0" rIns="0" bIns="0" rtlCol="0" anchor="ctr"/>
          <a:lstStyle/>
          <a:p>
            <a:pPr algn="l" indent="0" marL="0">
              <a:buNone/>
            </a:pPr>
            <a:r>
              <a:rPr lang="en-US" sz="2000" i="1" dirty="0">
                <a:solidFill>
                  <a:schemeClr val="accent5"/>
                </a:solidFill>
              </a:rPr>
              <a:t>langues.</a:t>
            </a:r>
            <a:endParaRPr lang="en-US" sz="2000" dirty="0"/>
          </a:p>
        </p:txBody>
      </p:sp>
      <p:pic>
        <p:nvPicPr>
          <p:cNvPr id="39" name="Image 0" descr="man teacher">    </p:cNvPr>
          <p:cNvPicPr>
            <a:picLocks noChangeAspect="1"/>
          </p:cNvPicPr>
          <p:nvPr/>
        </p:nvPicPr>
        <p:blipFill>
          <a:blip r:embed="rId1"/>
          <a:stretch>
            <a:fillRect/>
          </a:stretch>
        </p:blipFill>
        <p:spPr>
          <a:xfrm>
            <a:off x="9646920" y="3611880"/>
            <a:ext cx="2011680" cy="2011680"/>
          </a:xfrm>
          <a:prstGeom prst="rect">
            <a:avLst/>
          </a:prstGeom>
        </p:spPr>
      </p:pic>
      <p:sp>
        <p:nvSpPr>
          <p:cNvPr id="40" name="Shape 36"/>
          <p:cNvSpPr/>
          <p:nvPr/>
        </p:nvSpPr>
        <p:spPr>
          <a:xfrm>
            <a:off x="9418320" y="2011680"/>
            <a:ext cx="2221992" cy="731520"/>
          </a:xfrm>
          <a:prstGeom prst="roundRect">
            <a:avLst>
              <a:gd name="adj" fmla="val 22500"/>
            </a:avLst>
          </a:prstGeom>
          <a:solidFill>
            <a:schemeClr val="accent2">
              <a:alpha val="12000"/>
            </a:schemeClr>
          </a:solidFill>
          <a:ln w="15875">
            <a:solidFill>
              <a:srgbClr val="2A6FB0"/>
            </a:solidFill>
            <a:prstDash val="solid"/>
          </a:ln>
        </p:spPr>
      </p:sp>
      <p:sp>
        <p:nvSpPr>
          <p:cNvPr id="41" name="Text 37"/>
          <p:cNvSpPr txBox="1"/>
          <p:nvPr/>
        </p:nvSpPr>
        <p:spPr>
          <a:xfrm>
            <a:off x="9582912" y="2011680"/>
            <a:ext cx="1892808" cy="731520"/>
          </a:xfrm>
          <a:prstGeom prst="rect">
            <a:avLst/>
          </a:prstGeom>
          <a:noFill/>
          <a:ln/>
        </p:spPr>
        <p:txBody>
          <a:bodyPr wrap="square" lIns="0" tIns="0" rIns="0" bIns="0" rtlCol="0" anchor="ctr"/>
          <a:lstStyle/>
          <a:p>
            <a:pPr algn="ctr" indent="0" marL="0">
              <a:buNone/>
            </a:pPr>
            <a:r>
              <a:rPr lang="en-US" sz="1800" dirty="0">
                <a:solidFill>
                  <a:schemeClr val="tx1"/>
                </a:solidFill>
              </a:rPr>
              <a:t>Et « </a:t>
            </a:r>
            <a:r>
              <a:rPr lang="en-US" sz="1800" b="1" dirty="0">
                <a:solidFill>
                  <a:schemeClr val="tx1"/>
                </a:solidFill>
              </a:rPr>
              <a:t>des</a:t>
            </a:r>
            <a:r>
              <a:rPr lang="en-US" sz="1800" dirty="0">
                <a:solidFill>
                  <a:schemeClr val="tx1"/>
                </a:solidFill>
              </a:rPr>
              <a:t> » ?</a:t>
            </a:r>
            <a:endParaRPr lang="en-US" sz="1800" dirty="0"/>
          </a:p>
        </p:txBody>
      </p:sp>
      <p:sp>
        <p:nvSpPr>
          <p:cNvPr id="42" name="Shape 38"/>
          <p:cNvSpPr/>
          <p:nvPr/>
        </p:nvSpPr>
        <p:spPr>
          <a:xfrm>
            <a:off x="10332720" y="2743200"/>
            <a:ext cx="137160" cy="685800"/>
          </a:xfrm>
          <a:prstGeom prst="line">
            <a:avLst/>
          </a:prstGeom>
          <a:noFill/>
          <a:ln w="19050">
            <a:solidFill>
              <a:srgbClr val="2A6FB0"/>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système en un schéma — l'entonnoir</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Text 2"/>
          <p:cNvSpPr txBox="1"/>
          <p:nvPr/>
        </p:nvSpPr>
        <p:spPr>
          <a:xfrm>
            <a:off x="548640" y="1517904"/>
            <a:ext cx="18288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FRANÇAIS</a:t>
            </a:r>
            <a:endParaRPr lang="en-US" sz="1200" dirty="0"/>
          </a:p>
        </p:txBody>
      </p:sp>
      <p:sp>
        <p:nvSpPr>
          <p:cNvPr id="6" name="Shape 3"/>
          <p:cNvSpPr/>
          <p:nvPr/>
        </p:nvSpPr>
        <p:spPr>
          <a:xfrm>
            <a:off x="2240280" y="1810512"/>
            <a:ext cx="2880360" cy="4425696"/>
          </a:xfrm>
          <a:custGeom>
            <a:avLst/>
            <a:gdLst/>
            <a:ahLst/>
            <a:cxnLst/>
            <a:rect l="l" t="t" r="r" b="b"/>
            <a:pathLst>
              <a:path w="2880360" h="4425696">
                <a:moveTo>
                  <a:pt x="0" y="0"/>
                </a:moveTo>
                <a:lnTo>
                  <a:pt x="2880360" y="859536"/>
                </a:lnTo>
                <a:lnTo>
                  <a:pt x="2880360" y="3584448"/>
                </a:lnTo>
                <a:lnTo>
                  <a:pt x="0" y="4425696"/>
                </a:lnTo>
                <a:close/>
              </a:path>
            </a:pathLst>
          </a:custGeom>
          <a:solidFill>
            <a:srgbClr val="E4E9F0"/>
          </a:solidFill>
          <a:ln w="12700">
            <a:solidFill>
              <a:srgbClr val="C9D2DD"/>
            </a:solidFill>
            <a:prstDash val="solid"/>
          </a:ln>
        </p:spPr>
      </p:sp>
      <p:sp>
        <p:nvSpPr>
          <p:cNvPr id="7" name="Shape 4"/>
          <p:cNvSpPr/>
          <p:nvPr/>
        </p:nvSpPr>
        <p:spPr>
          <a:xfrm>
            <a:off x="1920240" y="2075688"/>
            <a:ext cx="164592" cy="914"/>
          </a:xfrm>
          <a:prstGeom prst="line">
            <a:avLst/>
          </a:prstGeom>
          <a:noFill/>
          <a:ln w="19050">
            <a:solidFill>
              <a:srgbClr val="4A5A70"/>
            </a:solidFill>
            <a:prstDash val="solid"/>
          </a:ln>
        </p:spPr>
      </p:sp>
      <p:sp>
        <p:nvSpPr>
          <p:cNvPr id="8" name="Shape 5"/>
          <p:cNvSpPr/>
          <p:nvPr/>
        </p:nvSpPr>
        <p:spPr>
          <a:xfrm>
            <a:off x="1920240" y="2569464"/>
            <a:ext cx="164592" cy="914"/>
          </a:xfrm>
          <a:prstGeom prst="line">
            <a:avLst/>
          </a:prstGeom>
          <a:noFill/>
          <a:ln w="19050">
            <a:solidFill>
              <a:srgbClr val="4A5A70"/>
            </a:solidFill>
            <a:prstDash val="solid"/>
          </a:ln>
        </p:spPr>
      </p:sp>
      <p:sp>
        <p:nvSpPr>
          <p:cNvPr id="9" name="Shape 6"/>
          <p:cNvSpPr/>
          <p:nvPr/>
        </p:nvSpPr>
        <p:spPr>
          <a:xfrm>
            <a:off x="1920240" y="3063240"/>
            <a:ext cx="164592" cy="914"/>
          </a:xfrm>
          <a:prstGeom prst="line">
            <a:avLst/>
          </a:prstGeom>
          <a:noFill/>
          <a:ln w="19050">
            <a:solidFill>
              <a:srgbClr val="4A5A70"/>
            </a:solidFill>
            <a:prstDash val="solid"/>
          </a:ln>
        </p:spPr>
      </p:sp>
      <p:sp>
        <p:nvSpPr>
          <p:cNvPr id="10" name="Shape 7"/>
          <p:cNvSpPr/>
          <p:nvPr/>
        </p:nvSpPr>
        <p:spPr>
          <a:xfrm>
            <a:off x="2084832" y="2075688"/>
            <a:ext cx="914" cy="987552"/>
          </a:xfrm>
          <a:prstGeom prst="line">
            <a:avLst/>
          </a:prstGeom>
          <a:noFill/>
          <a:ln w="19050">
            <a:solidFill>
              <a:srgbClr val="4A5A70"/>
            </a:solidFill>
            <a:prstDash val="solid"/>
          </a:ln>
        </p:spPr>
      </p:sp>
      <p:sp>
        <p:nvSpPr>
          <p:cNvPr id="11" name="Shape 8"/>
          <p:cNvSpPr/>
          <p:nvPr/>
        </p:nvSpPr>
        <p:spPr>
          <a:xfrm>
            <a:off x="1920240" y="3703320"/>
            <a:ext cx="164592" cy="914"/>
          </a:xfrm>
          <a:prstGeom prst="line">
            <a:avLst/>
          </a:prstGeom>
          <a:noFill/>
          <a:ln w="19050">
            <a:solidFill>
              <a:srgbClr val="17375E"/>
            </a:solidFill>
            <a:prstDash val="solid"/>
          </a:ln>
        </p:spPr>
      </p:sp>
      <p:sp>
        <p:nvSpPr>
          <p:cNvPr id="12" name="Shape 9"/>
          <p:cNvSpPr/>
          <p:nvPr/>
        </p:nvSpPr>
        <p:spPr>
          <a:xfrm>
            <a:off x="1920240" y="4343400"/>
            <a:ext cx="164592" cy="914"/>
          </a:xfrm>
          <a:prstGeom prst="line">
            <a:avLst/>
          </a:prstGeom>
          <a:noFill/>
          <a:ln w="19050">
            <a:solidFill>
              <a:srgbClr val="4A5A70"/>
            </a:solidFill>
            <a:prstDash val="solid"/>
          </a:ln>
        </p:spPr>
      </p:sp>
      <p:sp>
        <p:nvSpPr>
          <p:cNvPr id="13" name="Shape 10"/>
          <p:cNvSpPr/>
          <p:nvPr/>
        </p:nvSpPr>
        <p:spPr>
          <a:xfrm>
            <a:off x="1920240" y="4837176"/>
            <a:ext cx="164592" cy="914"/>
          </a:xfrm>
          <a:prstGeom prst="line">
            <a:avLst/>
          </a:prstGeom>
          <a:noFill/>
          <a:ln w="19050">
            <a:solidFill>
              <a:srgbClr val="4A5A70"/>
            </a:solidFill>
            <a:prstDash val="solid"/>
          </a:ln>
        </p:spPr>
      </p:sp>
      <p:sp>
        <p:nvSpPr>
          <p:cNvPr id="14" name="Shape 11"/>
          <p:cNvSpPr/>
          <p:nvPr/>
        </p:nvSpPr>
        <p:spPr>
          <a:xfrm>
            <a:off x="2084832" y="4343400"/>
            <a:ext cx="914" cy="493776"/>
          </a:xfrm>
          <a:prstGeom prst="line">
            <a:avLst/>
          </a:prstGeom>
          <a:noFill/>
          <a:ln w="19050">
            <a:solidFill>
              <a:srgbClr val="4A5A70"/>
            </a:solidFill>
            <a:prstDash val="solid"/>
          </a:ln>
        </p:spPr>
      </p:sp>
      <p:sp>
        <p:nvSpPr>
          <p:cNvPr id="15" name="Shape 12"/>
          <p:cNvSpPr/>
          <p:nvPr/>
        </p:nvSpPr>
        <p:spPr>
          <a:xfrm>
            <a:off x="1920240" y="5477256"/>
            <a:ext cx="164592" cy="914"/>
          </a:xfrm>
          <a:prstGeom prst="line">
            <a:avLst/>
          </a:prstGeom>
          <a:noFill/>
          <a:ln w="19050">
            <a:solidFill>
              <a:srgbClr val="7F8C9E"/>
            </a:solidFill>
            <a:prstDash val="solid"/>
          </a:ln>
        </p:spPr>
      </p:sp>
      <p:sp>
        <p:nvSpPr>
          <p:cNvPr id="16" name="Shape 13"/>
          <p:cNvSpPr/>
          <p:nvPr/>
        </p:nvSpPr>
        <p:spPr>
          <a:xfrm>
            <a:off x="1920240" y="5971032"/>
            <a:ext cx="164592" cy="914"/>
          </a:xfrm>
          <a:prstGeom prst="line">
            <a:avLst/>
          </a:prstGeom>
          <a:noFill/>
          <a:ln w="19050">
            <a:solidFill>
              <a:srgbClr val="7F8C9E"/>
            </a:solidFill>
            <a:prstDash val="solid"/>
          </a:ln>
        </p:spPr>
      </p:sp>
      <p:sp>
        <p:nvSpPr>
          <p:cNvPr id="17" name="Shape 14"/>
          <p:cNvSpPr/>
          <p:nvPr/>
        </p:nvSpPr>
        <p:spPr>
          <a:xfrm>
            <a:off x="2084832" y="5477256"/>
            <a:ext cx="914" cy="493776"/>
          </a:xfrm>
          <a:prstGeom prst="line">
            <a:avLst/>
          </a:prstGeom>
          <a:noFill/>
          <a:ln w="19050">
            <a:solidFill>
              <a:srgbClr val="7F8C9E"/>
            </a:solidFill>
            <a:prstDash val="solid"/>
          </a:ln>
        </p:spPr>
      </p:sp>
      <p:sp>
        <p:nvSpPr>
          <p:cNvPr id="18" name="Shape 15"/>
          <p:cNvSpPr/>
          <p:nvPr/>
        </p:nvSpPr>
        <p:spPr>
          <a:xfrm>
            <a:off x="2084832" y="2537460"/>
            <a:ext cx="1527048" cy="448056"/>
          </a:xfrm>
          <a:prstGeom prst="line">
            <a:avLst/>
          </a:prstGeom>
          <a:noFill/>
          <a:ln w="31750">
            <a:solidFill>
              <a:srgbClr val="17375E"/>
            </a:solidFill>
            <a:prstDash val="solid"/>
          </a:ln>
        </p:spPr>
      </p:sp>
      <p:sp>
        <p:nvSpPr>
          <p:cNvPr id="19" name="Shape 16"/>
          <p:cNvSpPr/>
          <p:nvPr/>
        </p:nvSpPr>
        <p:spPr>
          <a:xfrm>
            <a:off x="2084832" y="2601468"/>
            <a:ext cx="1527048" cy="448056"/>
          </a:xfrm>
          <a:prstGeom prst="line">
            <a:avLst/>
          </a:prstGeom>
          <a:noFill/>
          <a:ln w="31750">
            <a:solidFill>
              <a:srgbClr val="D9700F"/>
            </a:solidFill>
            <a:prstDash val="solid"/>
          </a:ln>
        </p:spPr>
      </p:sp>
      <p:sp>
        <p:nvSpPr>
          <p:cNvPr id="20" name="Shape 17"/>
          <p:cNvSpPr/>
          <p:nvPr/>
        </p:nvSpPr>
        <p:spPr>
          <a:xfrm>
            <a:off x="3611880" y="3017520"/>
            <a:ext cx="1737360" cy="9144"/>
          </a:xfrm>
          <a:prstGeom prst="line">
            <a:avLst/>
          </a:prstGeom>
          <a:noFill/>
          <a:ln w="31750">
            <a:solidFill>
              <a:srgbClr val="17375E"/>
            </a:solidFill>
            <a:prstDash val="solid"/>
            <a:tailEnd type="triangle"/>
          </a:ln>
        </p:spPr>
      </p:sp>
      <p:sp>
        <p:nvSpPr>
          <p:cNvPr id="21" name="Shape 18"/>
          <p:cNvSpPr/>
          <p:nvPr/>
        </p:nvSpPr>
        <p:spPr>
          <a:xfrm>
            <a:off x="3611880" y="3017520"/>
            <a:ext cx="1737360" cy="704088"/>
          </a:xfrm>
          <a:prstGeom prst="line">
            <a:avLst/>
          </a:prstGeom>
          <a:noFill/>
          <a:ln w="31750">
            <a:solidFill>
              <a:srgbClr val="D9700F"/>
            </a:solidFill>
            <a:prstDash val="solid"/>
            <a:tailEnd type="triangle"/>
          </a:ln>
        </p:spPr>
      </p:sp>
      <p:sp>
        <p:nvSpPr>
          <p:cNvPr id="22" name="Shape 19"/>
          <p:cNvSpPr/>
          <p:nvPr/>
        </p:nvSpPr>
        <p:spPr>
          <a:xfrm flipV="1">
            <a:off x="2084832" y="3136392"/>
            <a:ext cx="3264408" cy="566928"/>
          </a:xfrm>
          <a:prstGeom prst="line">
            <a:avLst/>
          </a:prstGeom>
          <a:noFill/>
          <a:ln w="31750">
            <a:solidFill>
              <a:srgbClr val="17375E"/>
            </a:solidFill>
            <a:prstDash val="solid"/>
            <a:tailEnd type="triangle"/>
          </a:ln>
        </p:spPr>
      </p:sp>
      <p:sp>
        <p:nvSpPr>
          <p:cNvPr id="23" name="Shape 20"/>
          <p:cNvSpPr/>
          <p:nvPr/>
        </p:nvSpPr>
        <p:spPr>
          <a:xfrm>
            <a:off x="2084832" y="3703320"/>
            <a:ext cx="3264408" cy="1298448"/>
          </a:xfrm>
          <a:prstGeom prst="line">
            <a:avLst/>
          </a:prstGeom>
          <a:noFill/>
          <a:ln w="15875">
            <a:solidFill>
              <a:srgbClr val="7F8C9E"/>
            </a:solidFill>
            <a:prstDash val="dash"/>
            <a:tailEnd type="triangle"/>
          </a:ln>
        </p:spPr>
      </p:sp>
      <p:sp>
        <p:nvSpPr>
          <p:cNvPr id="24" name="Shape 21"/>
          <p:cNvSpPr/>
          <p:nvPr/>
        </p:nvSpPr>
        <p:spPr>
          <a:xfrm flipV="1">
            <a:off x="2084832" y="4416552"/>
            <a:ext cx="3264408" cy="173736"/>
          </a:xfrm>
          <a:prstGeom prst="line">
            <a:avLst/>
          </a:prstGeom>
          <a:noFill/>
          <a:ln w="31750">
            <a:solidFill>
              <a:srgbClr val="4A5A70"/>
            </a:solidFill>
            <a:prstDash val="solid"/>
            <a:tailEnd type="triangle"/>
          </a:ln>
        </p:spPr>
      </p:sp>
      <p:sp>
        <p:nvSpPr>
          <p:cNvPr id="25" name="Shape 22"/>
          <p:cNvSpPr/>
          <p:nvPr/>
        </p:nvSpPr>
        <p:spPr>
          <a:xfrm flipV="1">
            <a:off x="2084832" y="5184648"/>
            <a:ext cx="3264408" cy="539496"/>
          </a:xfrm>
          <a:prstGeom prst="line">
            <a:avLst/>
          </a:prstGeom>
          <a:noFill/>
          <a:ln w="31750">
            <a:solidFill>
              <a:srgbClr val="7F8C9E"/>
            </a:solidFill>
            <a:prstDash val="solid"/>
            <a:tailEnd type="triangle"/>
          </a:ln>
        </p:spPr>
      </p:sp>
      <p:sp>
        <p:nvSpPr>
          <p:cNvPr id="26" name="Shape 23"/>
          <p:cNvSpPr/>
          <p:nvPr/>
        </p:nvSpPr>
        <p:spPr>
          <a:xfrm>
            <a:off x="3438144" y="2843784"/>
            <a:ext cx="347472" cy="347472"/>
          </a:xfrm>
          <a:prstGeom prst="ellipse">
            <a:avLst/>
          </a:prstGeom>
          <a:solidFill>
            <a:srgbClr val="FFFFFF"/>
          </a:solidFill>
          <a:ln w="19050">
            <a:solidFill>
              <a:srgbClr val="4A5A70"/>
            </a:solidFill>
            <a:prstDash val="solid"/>
          </a:ln>
        </p:spPr>
      </p:sp>
      <p:sp>
        <p:nvSpPr>
          <p:cNvPr id="27" name="Text 24"/>
          <p:cNvSpPr txBox="1"/>
          <p:nvPr/>
        </p:nvSpPr>
        <p:spPr>
          <a:xfrm>
            <a:off x="3438144" y="2843784"/>
            <a:ext cx="347472" cy="347472"/>
          </a:xfrm>
          <a:prstGeom prst="rect">
            <a:avLst/>
          </a:prstGeom>
          <a:noFill/>
          <a:ln/>
        </p:spPr>
        <p:txBody>
          <a:bodyPr wrap="square" lIns="0" tIns="0" rIns="0" bIns="0" rtlCol="0" anchor="ctr"/>
          <a:lstStyle/>
          <a:p>
            <a:pPr algn="ctr" indent="0" marL="0">
              <a:buNone/>
            </a:pPr>
            <a:r>
              <a:rPr lang="en-US" sz="1600" b="1" dirty="0">
                <a:solidFill>
                  <a:schemeClr val="accent5"/>
                </a:solidFill>
              </a:rPr>
              <a:t>?</a:t>
            </a:r>
            <a:endParaRPr lang="en-US" sz="1600" dirty="0"/>
          </a:p>
        </p:txBody>
      </p:sp>
      <p:sp>
        <p:nvSpPr>
          <p:cNvPr id="28" name="Text 25"/>
          <p:cNvSpPr txBox="1"/>
          <p:nvPr/>
        </p:nvSpPr>
        <p:spPr>
          <a:xfrm>
            <a:off x="2834640" y="2377440"/>
            <a:ext cx="1737360" cy="292608"/>
          </a:xfrm>
          <a:prstGeom prst="rect">
            <a:avLst/>
          </a:prstGeom>
          <a:noFill/>
          <a:ln/>
        </p:spPr>
        <p:txBody>
          <a:bodyPr wrap="square" lIns="0" tIns="0" rIns="0" bIns="0" rtlCol="0" anchor="ctr"/>
          <a:lstStyle/>
          <a:p>
            <a:pPr algn="ctr" indent="0" marL="0">
              <a:buNone/>
            </a:pPr>
            <a:r>
              <a:rPr lang="en-US" sz="1300" b="1" i="1" dirty="0">
                <a:solidFill>
                  <a:schemeClr val="accent5"/>
                </a:solidFill>
              </a:rPr>
              <a:t>? dépend du mot</a:t>
            </a:r>
            <a:endParaRPr lang="en-US" sz="1300" dirty="0"/>
          </a:p>
        </p:txBody>
      </p:sp>
      <p:sp>
        <p:nvSpPr>
          <p:cNvPr id="29" name="Shape 26"/>
          <p:cNvSpPr/>
          <p:nvPr/>
        </p:nvSpPr>
        <p:spPr>
          <a:xfrm>
            <a:off x="548640" y="1874520"/>
            <a:ext cx="1371600" cy="402336"/>
          </a:xfrm>
          <a:prstGeom prst="roundRect">
            <a:avLst>
              <a:gd name="adj" fmla="val 18182"/>
            </a:avLst>
          </a:prstGeom>
          <a:solidFill>
            <a:schemeClr val="bg1"/>
          </a:solidFill>
          <a:ln w="15875">
            <a:solidFill>
              <a:srgbClr val="4A5A70"/>
            </a:solidFill>
            <a:prstDash val="solid"/>
          </a:ln>
        </p:spPr>
      </p:sp>
      <p:sp>
        <p:nvSpPr>
          <p:cNvPr id="30" name="Text 27"/>
          <p:cNvSpPr txBox="1"/>
          <p:nvPr/>
        </p:nvSpPr>
        <p:spPr>
          <a:xfrm>
            <a:off x="548640" y="1874520"/>
            <a:ext cx="1371600" cy="402336"/>
          </a:xfrm>
          <a:prstGeom prst="rect">
            <a:avLst/>
          </a:prstGeom>
          <a:noFill/>
          <a:ln/>
        </p:spPr>
        <p:txBody>
          <a:bodyPr wrap="square" lIns="0" tIns="0" rIns="0" bIns="0" rtlCol="0" anchor="ctr"/>
          <a:lstStyle/>
          <a:p>
            <a:pPr algn="ctr" indent="0" marL="0">
              <a:buNone/>
            </a:pPr>
            <a:r>
              <a:rPr lang="en-US" sz="1800" b="1" dirty="0">
                <a:solidFill>
                  <a:schemeClr val="tx1"/>
                </a:solidFill>
              </a:rPr>
              <a:t>le</a:t>
            </a:r>
            <a:endParaRPr lang="en-US" sz="1800" dirty="0"/>
          </a:p>
        </p:txBody>
      </p:sp>
      <p:sp>
        <p:nvSpPr>
          <p:cNvPr id="31" name="Shape 28"/>
          <p:cNvSpPr/>
          <p:nvPr/>
        </p:nvSpPr>
        <p:spPr>
          <a:xfrm>
            <a:off x="548640" y="2368296"/>
            <a:ext cx="1371600" cy="402336"/>
          </a:xfrm>
          <a:prstGeom prst="roundRect">
            <a:avLst>
              <a:gd name="adj" fmla="val 18182"/>
            </a:avLst>
          </a:prstGeom>
          <a:solidFill>
            <a:schemeClr val="bg1"/>
          </a:solidFill>
          <a:ln w="15875">
            <a:solidFill>
              <a:srgbClr val="4A5A70"/>
            </a:solidFill>
            <a:prstDash val="solid"/>
          </a:ln>
        </p:spPr>
      </p:sp>
      <p:sp>
        <p:nvSpPr>
          <p:cNvPr id="32" name="Text 29"/>
          <p:cNvSpPr txBox="1"/>
          <p:nvPr/>
        </p:nvSpPr>
        <p:spPr>
          <a:xfrm>
            <a:off x="548640" y="2368296"/>
            <a:ext cx="1371600" cy="402336"/>
          </a:xfrm>
          <a:prstGeom prst="rect">
            <a:avLst/>
          </a:prstGeom>
          <a:noFill/>
          <a:ln/>
        </p:spPr>
        <p:txBody>
          <a:bodyPr wrap="square" lIns="0" tIns="0" rIns="0" bIns="0" rtlCol="0" anchor="ctr"/>
          <a:lstStyle/>
          <a:p>
            <a:pPr algn="ctr" indent="0" marL="0">
              <a:buNone/>
            </a:pPr>
            <a:r>
              <a:rPr lang="en-US" sz="1800" b="1" dirty="0">
                <a:solidFill>
                  <a:schemeClr val="tx1"/>
                </a:solidFill>
              </a:rPr>
              <a:t>la</a:t>
            </a:r>
            <a:endParaRPr lang="en-US" sz="1800" dirty="0"/>
          </a:p>
        </p:txBody>
      </p:sp>
      <p:sp>
        <p:nvSpPr>
          <p:cNvPr id="33" name="Shape 30"/>
          <p:cNvSpPr/>
          <p:nvPr/>
        </p:nvSpPr>
        <p:spPr>
          <a:xfrm>
            <a:off x="548640" y="2862072"/>
            <a:ext cx="1371600" cy="402336"/>
          </a:xfrm>
          <a:prstGeom prst="roundRect">
            <a:avLst>
              <a:gd name="adj" fmla="val 18182"/>
            </a:avLst>
          </a:prstGeom>
          <a:solidFill>
            <a:schemeClr val="bg1"/>
          </a:solidFill>
          <a:ln w="15875">
            <a:solidFill>
              <a:srgbClr val="4A5A70"/>
            </a:solidFill>
            <a:prstDash val="solid"/>
          </a:ln>
        </p:spPr>
      </p:sp>
      <p:sp>
        <p:nvSpPr>
          <p:cNvPr id="34" name="Text 31"/>
          <p:cNvSpPr txBox="1"/>
          <p:nvPr/>
        </p:nvSpPr>
        <p:spPr>
          <a:xfrm>
            <a:off x="548640" y="2862072"/>
            <a:ext cx="1371600" cy="402336"/>
          </a:xfrm>
          <a:prstGeom prst="rect">
            <a:avLst/>
          </a:prstGeom>
          <a:noFill/>
          <a:ln/>
        </p:spPr>
        <p:txBody>
          <a:bodyPr wrap="square" lIns="0" tIns="0" rIns="0" bIns="0" rtlCol="0" anchor="ctr"/>
          <a:lstStyle/>
          <a:p>
            <a:pPr algn="ctr" indent="0" marL="0">
              <a:buNone/>
            </a:pPr>
            <a:r>
              <a:rPr lang="en-US" sz="1800" b="1" dirty="0">
                <a:solidFill>
                  <a:schemeClr val="tx1"/>
                </a:solidFill>
              </a:rPr>
              <a:t>l'</a:t>
            </a:r>
            <a:endParaRPr lang="en-US" sz="1800" dirty="0"/>
          </a:p>
        </p:txBody>
      </p:sp>
      <p:sp>
        <p:nvSpPr>
          <p:cNvPr id="35" name="Shape 32"/>
          <p:cNvSpPr/>
          <p:nvPr/>
        </p:nvSpPr>
        <p:spPr>
          <a:xfrm>
            <a:off x="548640" y="3502152"/>
            <a:ext cx="1371600" cy="402336"/>
          </a:xfrm>
          <a:prstGeom prst="roundRect">
            <a:avLst>
              <a:gd name="adj" fmla="val 18182"/>
            </a:avLst>
          </a:prstGeom>
          <a:solidFill>
            <a:schemeClr val="bg1"/>
          </a:solidFill>
          <a:ln w="15875">
            <a:solidFill>
              <a:srgbClr val="4A5A70"/>
            </a:solidFill>
            <a:prstDash val="solid"/>
          </a:ln>
        </p:spPr>
      </p:sp>
      <p:sp>
        <p:nvSpPr>
          <p:cNvPr id="36" name="Text 33"/>
          <p:cNvSpPr txBox="1"/>
          <p:nvPr/>
        </p:nvSpPr>
        <p:spPr>
          <a:xfrm>
            <a:off x="548640" y="3502152"/>
            <a:ext cx="1371600" cy="402336"/>
          </a:xfrm>
          <a:prstGeom prst="rect">
            <a:avLst/>
          </a:prstGeom>
          <a:noFill/>
          <a:ln/>
        </p:spPr>
        <p:txBody>
          <a:bodyPr wrap="square" lIns="0" tIns="0" rIns="0" bIns="0" rtlCol="0" anchor="ctr"/>
          <a:lstStyle/>
          <a:p>
            <a:pPr algn="ctr" indent="0" marL="0">
              <a:buNone/>
            </a:pPr>
            <a:r>
              <a:rPr lang="en-US" sz="1800" b="1" dirty="0">
                <a:solidFill>
                  <a:schemeClr val="tx1"/>
                </a:solidFill>
              </a:rPr>
              <a:t>les</a:t>
            </a:r>
            <a:endParaRPr lang="en-US" sz="1800" dirty="0"/>
          </a:p>
        </p:txBody>
      </p:sp>
      <p:sp>
        <p:nvSpPr>
          <p:cNvPr id="37" name="Shape 34"/>
          <p:cNvSpPr/>
          <p:nvPr/>
        </p:nvSpPr>
        <p:spPr>
          <a:xfrm>
            <a:off x="548640" y="4142232"/>
            <a:ext cx="1371600" cy="402336"/>
          </a:xfrm>
          <a:prstGeom prst="roundRect">
            <a:avLst>
              <a:gd name="adj" fmla="val 18182"/>
            </a:avLst>
          </a:prstGeom>
          <a:solidFill>
            <a:schemeClr val="bg1"/>
          </a:solidFill>
          <a:ln w="15875">
            <a:solidFill>
              <a:srgbClr val="4A5A70"/>
            </a:solidFill>
            <a:prstDash val="solid"/>
          </a:ln>
        </p:spPr>
      </p:sp>
      <p:sp>
        <p:nvSpPr>
          <p:cNvPr id="38" name="Text 35"/>
          <p:cNvSpPr txBox="1"/>
          <p:nvPr/>
        </p:nvSpPr>
        <p:spPr>
          <a:xfrm>
            <a:off x="548640" y="4142232"/>
            <a:ext cx="1371600" cy="402336"/>
          </a:xfrm>
          <a:prstGeom prst="rect">
            <a:avLst/>
          </a:prstGeom>
          <a:noFill/>
          <a:ln/>
        </p:spPr>
        <p:txBody>
          <a:bodyPr wrap="square" lIns="0" tIns="0" rIns="0" bIns="0" rtlCol="0" anchor="ctr"/>
          <a:lstStyle/>
          <a:p>
            <a:pPr algn="ctr" indent="0" marL="0">
              <a:buNone/>
            </a:pPr>
            <a:r>
              <a:rPr lang="en-US" sz="1800" b="1" dirty="0">
                <a:solidFill>
                  <a:schemeClr val="tx1"/>
                </a:solidFill>
              </a:rPr>
              <a:t>un</a:t>
            </a:r>
            <a:endParaRPr lang="en-US" sz="1800" dirty="0"/>
          </a:p>
        </p:txBody>
      </p:sp>
      <p:sp>
        <p:nvSpPr>
          <p:cNvPr id="39" name="Shape 36"/>
          <p:cNvSpPr/>
          <p:nvPr/>
        </p:nvSpPr>
        <p:spPr>
          <a:xfrm>
            <a:off x="548640" y="4636008"/>
            <a:ext cx="1371600" cy="402336"/>
          </a:xfrm>
          <a:prstGeom prst="roundRect">
            <a:avLst>
              <a:gd name="adj" fmla="val 18182"/>
            </a:avLst>
          </a:prstGeom>
          <a:solidFill>
            <a:schemeClr val="bg1"/>
          </a:solidFill>
          <a:ln w="15875">
            <a:solidFill>
              <a:srgbClr val="4A5A70"/>
            </a:solidFill>
            <a:prstDash val="solid"/>
          </a:ln>
        </p:spPr>
      </p:sp>
      <p:sp>
        <p:nvSpPr>
          <p:cNvPr id="40" name="Text 37"/>
          <p:cNvSpPr txBox="1"/>
          <p:nvPr/>
        </p:nvSpPr>
        <p:spPr>
          <a:xfrm>
            <a:off x="548640" y="4636008"/>
            <a:ext cx="1371600" cy="402336"/>
          </a:xfrm>
          <a:prstGeom prst="rect">
            <a:avLst/>
          </a:prstGeom>
          <a:noFill/>
          <a:ln/>
        </p:spPr>
        <p:txBody>
          <a:bodyPr wrap="square" lIns="0" tIns="0" rIns="0" bIns="0" rtlCol="0" anchor="ctr"/>
          <a:lstStyle/>
          <a:p>
            <a:pPr algn="ctr" indent="0" marL="0">
              <a:buNone/>
            </a:pPr>
            <a:r>
              <a:rPr lang="en-US" sz="1800" b="1" dirty="0">
                <a:solidFill>
                  <a:schemeClr val="tx1"/>
                </a:solidFill>
              </a:rPr>
              <a:t>une</a:t>
            </a:r>
            <a:endParaRPr lang="en-US" sz="1800" dirty="0"/>
          </a:p>
        </p:txBody>
      </p:sp>
      <p:sp>
        <p:nvSpPr>
          <p:cNvPr id="41" name="Shape 38"/>
          <p:cNvSpPr/>
          <p:nvPr/>
        </p:nvSpPr>
        <p:spPr>
          <a:xfrm>
            <a:off x="548640" y="5276088"/>
            <a:ext cx="1371600" cy="402336"/>
          </a:xfrm>
          <a:prstGeom prst="roundRect">
            <a:avLst>
              <a:gd name="adj" fmla="val 18182"/>
            </a:avLst>
          </a:prstGeom>
          <a:solidFill>
            <a:schemeClr val="bg1"/>
          </a:solidFill>
          <a:ln w="15875">
            <a:solidFill>
              <a:srgbClr val="4A5A70"/>
            </a:solidFill>
            <a:prstDash val="solid"/>
          </a:ln>
        </p:spPr>
      </p:sp>
      <p:sp>
        <p:nvSpPr>
          <p:cNvPr id="42" name="Text 39"/>
          <p:cNvSpPr txBox="1"/>
          <p:nvPr/>
        </p:nvSpPr>
        <p:spPr>
          <a:xfrm>
            <a:off x="548640" y="5276088"/>
            <a:ext cx="1371600" cy="402336"/>
          </a:xfrm>
          <a:prstGeom prst="rect">
            <a:avLst/>
          </a:prstGeom>
          <a:noFill/>
          <a:ln/>
        </p:spPr>
        <p:txBody>
          <a:bodyPr wrap="square" lIns="0" tIns="0" rIns="0" bIns="0" rtlCol="0" anchor="ctr"/>
          <a:lstStyle/>
          <a:p>
            <a:pPr algn="ctr" indent="0" marL="0">
              <a:buNone/>
            </a:pPr>
            <a:r>
              <a:rPr lang="en-US" sz="1800" b="1" dirty="0">
                <a:solidFill>
                  <a:schemeClr val="tx1"/>
                </a:solidFill>
              </a:rPr>
              <a:t>des</a:t>
            </a:r>
            <a:endParaRPr lang="en-US" sz="1800" dirty="0"/>
          </a:p>
        </p:txBody>
      </p:sp>
      <p:sp>
        <p:nvSpPr>
          <p:cNvPr id="43" name="Shape 40"/>
          <p:cNvSpPr/>
          <p:nvPr/>
        </p:nvSpPr>
        <p:spPr>
          <a:xfrm>
            <a:off x="548640" y="5769864"/>
            <a:ext cx="1371600" cy="402336"/>
          </a:xfrm>
          <a:prstGeom prst="roundRect">
            <a:avLst>
              <a:gd name="adj" fmla="val 18182"/>
            </a:avLst>
          </a:prstGeom>
          <a:solidFill>
            <a:schemeClr val="bg1"/>
          </a:solidFill>
          <a:ln w="15875">
            <a:solidFill>
              <a:srgbClr val="4A5A70"/>
            </a:solidFill>
            <a:prstDash val="solid"/>
          </a:ln>
        </p:spPr>
      </p:sp>
      <p:sp>
        <p:nvSpPr>
          <p:cNvPr id="44" name="Text 41"/>
          <p:cNvSpPr txBox="1"/>
          <p:nvPr/>
        </p:nvSpPr>
        <p:spPr>
          <a:xfrm>
            <a:off x="548640" y="5769864"/>
            <a:ext cx="1371600" cy="402336"/>
          </a:xfrm>
          <a:prstGeom prst="rect">
            <a:avLst/>
          </a:prstGeom>
          <a:noFill/>
          <a:ln/>
        </p:spPr>
        <p:txBody>
          <a:bodyPr wrap="square" lIns="0" tIns="0" rIns="0" bIns="0" rtlCol="0" anchor="ctr"/>
          <a:lstStyle/>
          <a:p>
            <a:pPr algn="ctr" indent="0" marL="0">
              <a:buNone/>
            </a:pPr>
            <a:r>
              <a:rPr lang="en-US" sz="1800" b="1" dirty="0">
                <a:solidFill>
                  <a:schemeClr val="tx1"/>
                </a:solidFill>
              </a:rPr>
              <a:t>du / de la</a:t>
            </a:r>
            <a:endParaRPr lang="en-US" sz="1800" dirty="0"/>
          </a:p>
        </p:txBody>
      </p:sp>
      <p:sp>
        <p:nvSpPr>
          <p:cNvPr id="45" name="Text 42"/>
          <p:cNvSpPr txBox="1"/>
          <p:nvPr/>
        </p:nvSpPr>
        <p:spPr>
          <a:xfrm>
            <a:off x="5257800" y="2377440"/>
            <a:ext cx="1645920" cy="274320"/>
          </a:xfrm>
          <a:prstGeom prst="rect">
            <a:avLst/>
          </a:prstGeom>
          <a:noFill/>
          <a:ln/>
        </p:spPr>
        <p:txBody>
          <a:bodyPr wrap="square" lIns="0" tIns="0" rIns="0" bIns="0" rtlCol="0" anchor="t"/>
          <a:lstStyle/>
          <a:p>
            <a:pPr algn="ctr" indent="0" marL="0">
              <a:buNone/>
            </a:pPr>
            <a:r>
              <a:rPr lang="en-US" sz="1200" b="1" spc="200" kern="0" dirty="0">
                <a:solidFill>
                  <a:schemeClr val="accent5"/>
                </a:solidFill>
              </a:rPr>
              <a:t>NÉERLANDAIS</a:t>
            </a:r>
            <a:endParaRPr lang="en-US" sz="1200" dirty="0"/>
          </a:p>
        </p:txBody>
      </p:sp>
      <p:sp>
        <p:nvSpPr>
          <p:cNvPr id="46" name="Shape 43"/>
          <p:cNvSpPr/>
          <p:nvPr/>
        </p:nvSpPr>
        <p:spPr>
          <a:xfrm>
            <a:off x="5349240" y="2743200"/>
            <a:ext cx="1463040" cy="566928"/>
          </a:xfrm>
          <a:prstGeom prst="roundRect">
            <a:avLst>
              <a:gd name="adj" fmla="val 12903"/>
            </a:avLst>
          </a:prstGeom>
          <a:solidFill>
            <a:schemeClr val="tx2"/>
          </a:solidFill>
          <a:ln w="12700">
            <a:solidFill>
              <a:srgbClr val="FFFFFF">
                <a:alpha val="0"/>
              </a:srgbClr>
            </a:solidFill>
            <a:prstDash val="solid"/>
          </a:ln>
        </p:spPr>
      </p:sp>
      <p:sp>
        <p:nvSpPr>
          <p:cNvPr id="47" name="Text 44"/>
          <p:cNvSpPr txBox="1"/>
          <p:nvPr/>
        </p:nvSpPr>
        <p:spPr>
          <a:xfrm>
            <a:off x="5349240" y="2743200"/>
            <a:ext cx="1463040" cy="566928"/>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DE</a:t>
            </a:r>
            <a:endParaRPr lang="en-US" sz="2200" dirty="0"/>
          </a:p>
        </p:txBody>
      </p:sp>
      <p:sp>
        <p:nvSpPr>
          <p:cNvPr id="48" name="Shape 45"/>
          <p:cNvSpPr/>
          <p:nvPr/>
        </p:nvSpPr>
        <p:spPr>
          <a:xfrm>
            <a:off x="5349240" y="3438144"/>
            <a:ext cx="1463040" cy="566928"/>
          </a:xfrm>
          <a:prstGeom prst="roundRect">
            <a:avLst>
              <a:gd name="adj" fmla="val 12903"/>
            </a:avLst>
          </a:prstGeom>
          <a:solidFill>
            <a:schemeClr val="accent1"/>
          </a:solidFill>
          <a:ln w="12700">
            <a:solidFill>
              <a:srgbClr val="FFFFFF">
                <a:alpha val="0"/>
              </a:srgbClr>
            </a:solidFill>
            <a:prstDash val="solid"/>
          </a:ln>
        </p:spPr>
      </p:sp>
      <p:sp>
        <p:nvSpPr>
          <p:cNvPr id="49" name="Text 46"/>
          <p:cNvSpPr txBox="1"/>
          <p:nvPr/>
        </p:nvSpPr>
        <p:spPr>
          <a:xfrm>
            <a:off x="5349240" y="3438144"/>
            <a:ext cx="1463040" cy="566928"/>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HET</a:t>
            </a:r>
            <a:endParaRPr lang="en-US" sz="2200" dirty="0"/>
          </a:p>
        </p:txBody>
      </p:sp>
      <p:sp>
        <p:nvSpPr>
          <p:cNvPr id="50" name="Shape 47"/>
          <p:cNvSpPr/>
          <p:nvPr/>
        </p:nvSpPr>
        <p:spPr>
          <a:xfrm>
            <a:off x="5349240" y="4133088"/>
            <a:ext cx="1463040" cy="566928"/>
          </a:xfrm>
          <a:prstGeom prst="roundRect">
            <a:avLst>
              <a:gd name="adj" fmla="val 12903"/>
            </a:avLst>
          </a:prstGeom>
          <a:solidFill>
            <a:schemeClr val="accent5"/>
          </a:solidFill>
          <a:ln w="12700">
            <a:solidFill>
              <a:srgbClr val="FFFFFF">
                <a:alpha val="0"/>
              </a:srgbClr>
            </a:solidFill>
            <a:prstDash val="solid"/>
          </a:ln>
        </p:spPr>
      </p:sp>
      <p:sp>
        <p:nvSpPr>
          <p:cNvPr id="51" name="Text 48"/>
          <p:cNvSpPr txBox="1"/>
          <p:nvPr/>
        </p:nvSpPr>
        <p:spPr>
          <a:xfrm>
            <a:off x="5349240" y="4133088"/>
            <a:ext cx="1463040" cy="566928"/>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EEN</a:t>
            </a:r>
            <a:endParaRPr lang="en-US" sz="2200" dirty="0"/>
          </a:p>
        </p:txBody>
      </p:sp>
      <p:sp>
        <p:nvSpPr>
          <p:cNvPr id="52" name="Shape 49"/>
          <p:cNvSpPr/>
          <p:nvPr/>
        </p:nvSpPr>
        <p:spPr>
          <a:xfrm>
            <a:off x="5349240" y="4828032"/>
            <a:ext cx="1463040" cy="566928"/>
          </a:xfrm>
          <a:prstGeom prst="roundRect">
            <a:avLst>
              <a:gd name="adj" fmla="val 9677"/>
            </a:avLst>
          </a:prstGeom>
          <a:noFill/>
          <a:ln w="22225">
            <a:solidFill>
              <a:srgbClr val="7F8C9E"/>
            </a:solidFill>
            <a:prstDash val="dash"/>
          </a:ln>
        </p:spPr>
      </p:sp>
      <p:sp>
        <p:nvSpPr>
          <p:cNvPr id="53" name="Text 50"/>
          <p:cNvSpPr txBox="1"/>
          <p:nvPr/>
        </p:nvSpPr>
        <p:spPr>
          <a:xfrm>
            <a:off x="5349240" y="4828032"/>
            <a:ext cx="1463040" cy="566928"/>
          </a:xfrm>
          <a:prstGeom prst="rect">
            <a:avLst/>
          </a:prstGeom>
          <a:noFill/>
          <a:ln/>
        </p:spPr>
        <p:txBody>
          <a:bodyPr wrap="square" lIns="0" tIns="0" rIns="0" bIns="0" rtlCol="0" anchor="ctr"/>
          <a:lstStyle/>
          <a:p>
            <a:pPr algn="ctr" indent="0" marL="0">
              <a:buNone/>
            </a:pPr>
            <a:r>
              <a:rPr lang="en-US" sz="2200" b="1" dirty="0">
                <a:solidFill>
                  <a:srgbClr val="7F8C9E"/>
                </a:solidFill>
                <a:latin typeface="+mj-lt" pitchFamily="34" charset="0"/>
                <a:ea typeface="+mj-lt" pitchFamily="34" charset="-122"/>
                <a:cs typeface="+mj-lt" pitchFamily="34" charset="-120"/>
              </a:rPr>
              <a:t>Ø</a:t>
            </a:r>
            <a:endParaRPr lang="en-US" sz="2200" dirty="0"/>
          </a:p>
        </p:txBody>
      </p:sp>
      <p:sp>
        <p:nvSpPr>
          <p:cNvPr id="54" name="Shape 51"/>
          <p:cNvSpPr/>
          <p:nvPr/>
        </p:nvSpPr>
        <p:spPr>
          <a:xfrm>
            <a:off x="7178040" y="1920240"/>
            <a:ext cx="4462272" cy="731520"/>
          </a:xfrm>
          <a:prstGeom prst="roundRect">
            <a:avLst>
              <a:gd name="adj" fmla="val 10000"/>
            </a:avLst>
          </a:prstGeom>
          <a:solidFill>
            <a:schemeClr val="bg2"/>
          </a:solidFill>
          <a:ln w="12700">
            <a:solidFill>
              <a:srgbClr val="D5DCE6"/>
            </a:solidFill>
            <a:prstDash val="solid"/>
          </a:ln>
        </p:spPr>
      </p:sp>
      <p:sp>
        <p:nvSpPr>
          <p:cNvPr id="55" name="Shape 52"/>
          <p:cNvSpPr/>
          <p:nvPr/>
        </p:nvSpPr>
        <p:spPr>
          <a:xfrm>
            <a:off x="7178040" y="1920240"/>
            <a:ext cx="109728" cy="365760"/>
          </a:xfrm>
          <a:prstGeom prst="rect">
            <a:avLst/>
          </a:prstGeom>
          <a:solidFill>
            <a:schemeClr val="tx2"/>
          </a:solidFill>
          <a:ln w="12700">
            <a:solidFill>
              <a:srgbClr val="FFFFFF">
                <a:alpha val="0"/>
              </a:srgbClr>
            </a:solidFill>
            <a:prstDash val="solid"/>
          </a:ln>
        </p:spPr>
      </p:sp>
      <p:sp>
        <p:nvSpPr>
          <p:cNvPr id="56" name="Shape 53"/>
          <p:cNvSpPr/>
          <p:nvPr/>
        </p:nvSpPr>
        <p:spPr>
          <a:xfrm>
            <a:off x="7178040" y="2286000"/>
            <a:ext cx="109728" cy="365760"/>
          </a:xfrm>
          <a:prstGeom prst="rect">
            <a:avLst/>
          </a:prstGeom>
          <a:solidFill>
            <a:schemeClr val="accent1"/>
          </a:solidFill>
          <a:ln w="12700">
            <a:solidFill>
              <a:srgbClr val="FFFFFF">
                <a:alpha val="0"/>
              </a:srgbClr>
            </a:solidFill>
            <a:prstDash val="solid"/>
          </a:ln>
        </p:spPr>
      </p:sp>
      <p:sp>
        <p:nvSpPr>
          <p:cNvPr id="57" name="Text 54"/>
          <p:cNvSpPr txBox="1"/>
          <p:nvPr/>
        </p:nvSpPr>
        <p:spPr>
          <a:xfrm>
            <a:off x="7452360" y="1975104"/>
            <a:ext cx="4069080" cy="621792"/>
          </a:xfrm>
          <a:prstGeom prst="rect">
            <a:avLst/>
          </a:prstGeom>
          <a:noFill/>
          <a:ln/>
        </p:spPr>
        <p:txBody>
          <a:bodyPr wrap="square" lIns="0" tIns="0" rIns="0" bIns="0" rtlCol="0" anchor="ctr"/>
          <a:lstStyle/>
          <a:p>
            <a:pPr algn="l" indent="0" marL="0">
              <a:buNone/>
            </a:pPr>
            <a:r>
              <a:rPr lang="en-US" sz="1700" b="1" dirty="0">
                <a:solidFill>
                  <a:schemeClr val="tx1"/>
                </a:solidFill>
              </a:rPr>
              <a:t>le, la, l'</a:t>
            </a:r>
            <a:r>
              <a:rPr lang="en-US" sz="1700" dirty="0">
                <a:solidFill>
                  <a:schemeClr val="tx1"/>
                </a:solidFill>
              </a:rPr>
              <a:t> → </a:t>
            </a:r>
            <a:r>
              <a:rPr lang="en-US" sz="1700" b="1" i="1" dirty="0">
                <a:solidFill>
                  <a:schemeClr val="tx2"/>
                </a:solidFill>
              </a:rPr>
              <a:t>de</a:t>
            </a:r>
            <a:r>
              <a:rPr lang="en-US" sz="1700" dirty="0">
                <a:solidFill>
                  <a:schemeClr val="tx1"/>
                </a:solidFill>
              </a:rPr>
              <a:t> ou </a:t>
            </a:r>
            <a:r>
              <a:rPr lang="en-US" sz="1700" b="1" i="1" dirty="0">
                <a:solidFill>
                  <a:schemeClr val="accent1"/>
                </a:solidFill>
              </a:rPr>
              <a:t>het</a:t>
            </a:r>
            <a:r>
              <a:rPr lang="en-US" sz="1700" dirty="0">
                <a:solidFill>
                  <a:schemeClr val="tx1"/>
                </a:solidFill>
              </a:rPr>
              <a:t> (selon le mot)</a:t>
            </a:r>
            <a:endParaRPr lang="en-US" sz="1700" dirty="0"/>
          </a:p>
        </p:txBody>
      </p:sp>
      <p:sp>
        <p:nvSpPr>
          <p:cNvPr id="58" name="Shape 55"/>
          <p:cNvSpPr/>
          <p:nvPr/>
        </p:nvSpPr>
        <p:spPr>
          <a:xfrm>
            <a:off x="7178040" y="2788920"/>
            <a:ext cx="4462272" cy="1325880"/>
          </a:xfrm>
          <a:prstGeom prst="roundRect">
            <a:avLst>
              <a:gd name="adj" fmla="val 5517"/>
            </a:avLst>
          </a:prstGeom>
          <a:solidFill>
            <a:schemeClr val="bg2"/>
          </a:solidFill>
          <a:ln w="12700">
            <a:solidFill>
              <a:srgbClr val="D5DCE6"/>
            </a:solidFill>
            <a:prstDash val="solid"/>
          </a:ln>
        </p:spPr>
      </p:sp>
      <p:sp>
        <p:nvSpPr>
          <p:cNvPr id="59" name="Shape 56"/>
          <p:cNvSpPr/>
          <p:nvPr/>
        </p:nvSpPr>
        <p:spPr>
          <a:xfrm>
            <a:off x="7178040" y="2788920"/>
            <a:ext cx="109728" cy="1325880"/>
          </a:xfrm>
          <a:prstGeom prst="rect">
            <a:avLst/>
          </a:prstGeom>
          <a:solidFill>
            <a:schemeClr val="tx2"/>
          </a:solidFill>
          <a:ln w="12700">
            <a:solidFill>
              <a:srgbClr val="FFFFFF">
                <a:alpha val="0"/>
              </a:srgbClr>
            </a:solidFill>
            <a:prstDash val="solid"/>
          </a:ln>
        </p:spPr>
      </p:sp>
      <p:sp>
        <p:nvSpPr>
          <p:cNvPr id="60" name="Text 57"/>
          <p:cNvSpPr txBox="1"/>
          <p:nvPr/>
        </p:nvSpPr>
        <p:spPr>
          <a:xfrm>
            <a:off x="7452360" y="2843784"/>
            <a:ext cx="4069080" cy="1216152"/>
          </a:xfrm>
          <a:prstGeom prst="rect">
            <a:avLst/>
          </a:prstGeom>
          <a:noFill/>
          <a:ln/>
        </p:spPr>
        <p:txBody>
          <a:bodyPr wrap="square" lIns="0" tIns="0" rIns="0" bIns="0" rtlCol="0" anchor="ctr"/>
          <a:lstStyle/>
          <a:p>
            <a:pPr algn="l" indent="0" marL="0">
              <a:buNone/>
            </a:pPr>
            <a:r>
              <a:rPr lang="en-US" sz="1700" b="1" dirty="0">
                <a:solidFill>
                  <a:schemeClr val="tx1"/>
                </a:solidFill>
              </a:rPr>
              <a:t>les</a:t>
            </a:r>
            <a:r>
              <a:rPr lang="en-US" sz="1700" dirty="0">
                <a:solidFill>
                  <a:schemeClr val="tx1"/>
                </a:solidFill>
              </a:rPr>
              <a:t> → </a:t>
            </a:r>
            <a:r>
              <a:rPr lang="en-US" sz="1700" b="1" i="1" dirty="0">
                <a:solidFill>
                  <a:schemeClr val="tx2"/>
                </a:solidFill>
              </a:rPr>
              <a:t>de</a:t>
            </a:r>
            <a:r>
              <a:rPr lang="en-US" sz="1700" dirty="0">
                <a:solidFill>
                  <a:schemeClr val="tx1"/>
                </a:solidFill>
              </a:rPr>
              <a:t> (jamais </a:t>
            </a:r>
            <a:r>
              <a:rPr lang="en-US" sz="1700" i="1" dirty="0">
                <a:solidFill>
                  <a:schemeClr val="tx1"/>
                </a:solidFill>
              </a:rPr>
              <a:t>het</a:t>
            </a:r>
            <a:r>
              <a:rPr lang="en-US" sz="1700" dirty="0">
                <a:solidFill>
                  <a:schemeClr val="tx1"/>
                </a:solidFill>
              </a:rPr>
              <a:t>) — ou Ø au sens général : </a:t>
            </a:r>
            <a:r>
              <a:rPr lang="en-US" sz="1700" i="1" dirty="0">
                <a:solidFill>
                  <a:schemeClr val="tx1"/>
                </a:solidFill>
              </a:rPr>
              <a:t>Katten zijn lief.</a:t>
            </a:r>
            <a:r>
              <a:rPr lang="en-US" sz="1700" dirty="0">
                <a:solidFill>
                  <a:schemeClr val="tx1"/>
                </a:solidFill>
              </a:rPr>
              <a:t> (Les chats sont gentils.)</a:t>
            </a:r>
            <a:endParaRPr lang="en-US" sz="1700" dirty="0"/>
          </a:p>
        </p:txBody>
      </p:sp>
      <p:sp>
        <p:nvSpPr>
          <p:cNvPr id="61" name="Shape 58"/>
          <p:cNvSpPr/>
          <p:nvPr/>
        </p:nvSpPr>
        <p:spPr>
          <a:xfrm>
            <a:off x="7178040" y="4251960"/>
            <a:ext cx="4462272" cy="594360"/>
          </a:xfrm>
          <a:prstGeom prst="roundRect">
            <a:avLst>
              <a:gd name="adj" fmla="val 12308"/>
            </a:avLst>
          </a:prstGeom>
          <a:solidFill>
            <a:schemeClr val="bg2"/>
          </a:solidFill>
          <a:ln w="12700">
            <a:solidFill>
              <a:srgbClr val="D5DCE6"/>
            </a:solidFill>
            <a:prstDash val="solid"/>
          </a:ln>
        </p:spPr>
      </p:sp>
      <p:sp>
        <p:nvSpPr>
          <p:cNvPr id="62" name="Shape 59"/>
          <p:cNvSpPr/>
          <p:nvPr/>
        </p:nvSpPr>
        <p:spPr>
          <a:xfrm>
            <a:off x="7178040" y="4251960"/>
            <a:ext cx="109728" cy="594360"/>
          </a:xfrm>
          <a:prstGeom prst="rect">
            <a:avLst/>
          </a:prstGeom>
          <a:solidFill>
            <a:schemeClr val="accent5"/>
          </a:solidFill>
          <a:ln w="12700">
            <a:solidFill>
              <a:srgbClr val="FFFFFF">
                <a:alpha val="0"/>
              </a:srgbClr>
            </a:solidFill>
            <a:prstDash val="solid"/>
          </a:ln>
        </p:spPr>
      </p:sp>
      <p:sp>
        <p:nvSpPr>
          <p:cNvPr id="63" name="Text 60"/>
          <p:cNvSpPr txBox="1"/>
          <p:nvPr/>
        </p:nvSpPr>
        <p:spPr>
          <a:xfrm>
            <a:off x="7452360" y="4306824"/>
            <a:ext cx="4069080" cy="484632"/>
          </a:xfrm>
          <a:prstGeom prst="rect">
            <a:avLst/>
          </a:prstGeom>
          <a:noFill/>
          <a:ln/>
        </p:spPr>
        <p:txBody>
          <a:bodyPr wrap="square" lIns="0" tIns="0" rIns="0" bIns="0" rtlCol="0" anchor="ctr"/>
          <a:lstStyle/>
          <a:p>
            <a:pPr algn="l" indent="0" marL="0">
              <a:buNone/>
            </a:pPr>
            <a:r>
              <a:rPr lang="en-US" sz="1700" b="1" dirty="0">
                <a:solidFill>
                  <a:schemeClr val="tx1"/>
                </a:solidFill>
              </a:rPr>
              <a:t>un, une</a:t>
            </a:r>
            <a:r>
              <a:rPr lang="en-US" sz="1700" dirty="0">
                <a:solidFill>
                  <a:schemeClr val="tx1"/>
                </a:solidFill>
              </a:rPr>
              <a:t> → </a:t>
            </a:r>
            <a:r>
              <a:rPr lang="en-US" sz="1700" i="1" dirty="0">
                <a:solidFill>
                  <a:schemeClr val="tx1"/>
                </a:solidFill>
              </a:rPr>
              <a:t>een</a:t>
            </a:r>
            <a:endParaRPr lang="en-US" sz="1700" dirty="0"/>
          </a:p>
        </p:txBody>
      </p:sp>
      <p:sp>
        <p:nvSpPr>
          <p:cNvPr id="64" name="Shape 61"/>
          <p:cNvSpPr/>
          <p:nvPr/>
        </p:nvSpPr>
        <p:spPr>
          <a:xfrm>
            <a:off x="7178040" y="4983480"/>
            <a:ext cx="4462272" cy="914400"/>
          </a:xfrm>
          <a:prstGeom prst="roundRect">
            <a:avLst>
              <a:gd name="adj" fmla="val 8000"/>
            </a:avLst>
          </a:prstGeom>
          <a:solidFill>
            <a:schemeClr val="bg2"/>
          </a:solidFill>
          <a:ln w="12700">
            <a:solidFill>
              <a:srgbClr val="D5DCE6"/>
            </a:solidFill>
            <a:prstDash val="solid"/>
          </a:ln>
        </p:spPr>
      </p:sp>
      <p:sp>
        <p:nvSpPr>
          <p:cNvPr id="65" name="Shape 62"/>
          <p:cNvSpPr/>
          <p:nvPr/>
        </p:nvSpPr>
        <p:spPr>
          <a:xfrm>
            <a:off x="7178040" y="4983480"/>
            <a:ext cx="109728" cy="914400"/>
          </a:xfrm>
          <a:prstGeom prst="rect">
            <a:avLst/>
          </a:prstGeom>
          <a:solidFill>
            <a:srgbClr val="7F8C9E"/>
          </a:solidFill>
          <a:ln w="12700">
            <a:solidFill>
              <a:srgbClr val="FFFFFF">
                <a:alpha val="0"/>
              </a:srgbClr>
            </a:solidFill>
            <a:prstDash val="solid"/>
          </a:ln>
        </p:spPr>
      </p:sp>
      <p:sp>
        <p:nvSpPr>
          <p:cNvPr id="66" name="Text 63"/>
          <p:cNvSpPr txBox="1"/>
          <p:nvPr/>
        </p:nvSpPr>
        <p:spPr>
          <a:xfrm>
            <a:off x="7452360" y="5038344"/>
            <a:ext cx="4069080" cy="804672"/>
          </a:xfrm>
          <a:prstGeom prst="rect">
            <a:avLst/>
          </a:prstGeom>
          <a:noFill/>
          <a:ln/>
        </p:spPr>
        <p:txBody>
          <a:bodyPr wrap="square" lIns="0" tIns="0" rIns="0" bIns="0" rtlCol="0" anchor="ctr"/>
          <a:lstStyle/>
          <a:p>
            <a:pPr algn="l" indent="0" marL="0">
              <a:buNone/>
            </a:pPr>
            <a:r>
              <a:rPr lang="en-US" sz="1700" b="1" dirty="0">
                <a:solidFill>
                  <a:schemeClr val="tx1"/>
                </a:solidFill>
              </a:rPr>
              <a:t>des, du, de la</a:t>
            </a:r>
            <a:r>
              <a:rPr lang="en-US" sz="1700" dirty="0">
                <a:solidFill>
                  <a:schemeClr val="tx1"/>
                </a:solidFill>
              </a:rPr>
              <a:t> → Ø : </a:t>
            </a:r>
            <a:r>
              <a:rPr lang="en-US" sz="1700" i="1" dirty="0">
                <a:solidFill>
                  <a:schemeClr val="tx1"/>
                </a:solidFill>
              </a:rPr>
              <a:t>Ik drink koffie. Ik koop appels.</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le genre français ne sert à rien</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2971800" y="1554480"/>
            <a:ext cx="4206240" cy="640080"/>
          </a:xfrm>
          <a:prstGeom prst="roundRect">
            <a:avLst>
              <a:gd name="adj" fmla="val 11429"/>
            </a:avLst>
          </a:prstGeom>
          <a:solidFill>
            <a:schemeClr val="tx2"/>
          </a:solidFill>
          <a:ln w="12700">
            <a:solidFill>
              <a:srgbClr val="FFFFFF">
                <a:alpha val="0"/>
              </a:srgbClr>
            </a:solidFill>
            <a:prstDash val="solid"/>
          </a:ln>
        </p:spPr>
      </p:sp>
      <p:sp>
        <p:nvSpPr>
          <p:cNvPr id="6" name="Text 3"/>
          <p:cNvSpPr txBox="1"/>
          <p:nvPr/>
        </p:nvSpPr>
        <p:spPr>
          <a:xfrm>
            <a:off x="2971800" y="1554480"/>
            <a:ext cx="4206240" cy="640080"/>
          </a:xfrm>
          <a:prstGeom prst="rect">
            <a:avLst/>
          </a:prstGeom>
          <a:noFill/>
          <a:ln/>
        </p:spPr>
        <p:txBody>
          <a:bodyPr wrap="square" lIns="0" tIns="0" rIns="0" bIns="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DE</a:t>
            </a:r>
            <a:endParaRPr lang="en-US" sz="3000" dirty="0"/>
          </a:p>
        </p:txBody>
      </p:sp>
      <p:sp>
        <p:nvSpPr>
          <p:cNvPr id="7" name="Shape 4"/>
          <p:cNvSpPr/>
          <p:nvPr/>
        </p:nvSpPr>
        <p:spPr>
          <a:xfrm>
            <a:off x="7434072" y="1554480"/>
            <a:ext cx="4206240" cy="640080"/>
          </a:xfrm>
          <a:prstGeom prst="roundRect">
            <a:avLst>
              <a:gd name="adj" fmla="val 11429"/>
            </a:avLst>
          </a:prstGeom>
          <a:solidFill>
            <a:schemeClr val="accent1"/>
          </a:solidFill>
          <a:ln w="12700">
            <a:solidFill>
              <a:srgbClr val="FFFFFF">
                <a:alpha val="0"/>
              </a:srgbClr>
            </a:solidFill>
            <a:prstDash val="solid"/>
          </a:ln>
        </p:spPr>
      </p:sp>
      <p:sp>
        <p:nvSpPr>
          <p:cNvPr id="8" name="Text 5"/>
          <p:cNvSpPr txBox="1"/>
          <p:nvPr/>
        </p:nvSpPr>
        <p:spPr>
          <a:xfrm>
            <a:off x="7434072" y="1554480"/>
            <a:ext cx="4206240" cy="640080"/>
          </a:xfrm>
          <a:prstGeom prst="rect">
            <a:avLst/>
          </a:prstGeom>
          <a:noFill/>
          <a:ln/>
        </p:spPr>
        <p:txBody>
          <a:bodyPr wrap="square" lIns="0" tIns="0" rIns="0" bIns="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HET</a:t>
            </a:r>
            <a:endParaRPr lang="en-US" sz="3000" dirty="0"/>
          </a:p>
        </p:txBody>
      </p:sp>
      <p:sp>
        <p:nvSpPr>
          <p:cNvPr id="9" name="Shape 6"/>
          <p:cNvSpPr/>
          <p:nvPr/>
        </p:nvSpPr>
        <p:spPr>
          <a:xfrm>
            <a:off x="548640" y="2377440"/>
            <a:ext cx="2240280" cy="1371600"/>
          </a:xfrm>
          <a:prstGeom prst="roundRect">
            <a:avLst>
              <a:gd name="adj" fmla="val 5333"/>
            </a:avLst>
          </a:prstGeom>
          <a:solidFill>
            <a:schemeClr val="accent6">
              <a:alpha val="7000"/>
            </a:schemeClr>
          </a:solidFill>
          <a:ln w="12700">
            <a:solidFill>
              <a:srgbClr val="B83227">
                <a:alpha val="50000"/>
              </a:srgbClr>
            </a:solidFill>
            <a:prstDash val="solid"/>
          </a:ln>
        </p:spPr>
      </p:sp>
      <p:sp>
        <p:nvSpPr>
          <p:cNvPr id="10" name="Text 7"/>
          <p:cNvSpPr txBox="1"/>
          <p:nvPr/>
        </p:nvSpPr>
        <p:spPr>
          <a:xfrm>
            <a:off x="548640" y="2560320"/>
            <a:ext cx="2240280" cy="640080"/>
          </a:xfrm>
          <a:prstGeom prst="rect">
            <a:avLst/>
          </a:prstGeom>
          <a:noFill/>
          <a:ln/>
        </p:spPr>
        <p:txBody>
          <a:bodyPr wrap="square" lIns="0" tIns="0" rIns="0" bIns="0" rtlCol="0" anchor="ctr"/>
          <a:lstStyle/>
          <a:p>
            <a:pPr algn="ctr" indent="0" marL="0">
              <a:buNone/>
            </a:pPr>
            <a:r>
              <a:rPr lang="en-US" sz="2600" b="1" strike="sngStrike" dirty="0">
                <a:solidFill>
                  <a:schemeClr val="accent6"/>
                </a:solidFill>
                <a:latin typeface="+mj-lt" pitchFamily="34" charset="0"/>
                <a:ea typeface="+mj-lt" pitchFamily="34" charset="-122"/>
                <a:cs typeface="+mj-lt" pitchFamily="34" charset="-120"/>
              </a:rPr>
              <a:t>masculin</a:t>
            </a:r>
            <a:endParaRPr lang="en-US" sz="2600" dirty="0"/>
          </a:p>
        </p:txBody>
      </p:sp>
      <p:sp>
        <p:nvSpPr>
          <p:cNvPr id="11" name="Text 8"/>
          <p:cNvSpPr txBox="1"/>
          <p:nvPr/>
        </p:nvSpPr>
        <p:spPr>
          <a:xfrm>
            <a:off x="548640" y="3200400"/>
            <a:ext cx="2240280" cy="365760"/>
          </a:xfrm>
          <a:prstGeom prst="rect">
            <a:avLst/>
          </a:prstGeom>
          <a:noFill/>
          <a:ln/>
        </p:spPr>
        <p:txBody>
          <a:bodyPr wrap="square" lIns="0" tIns="0" rIns="0" bIns="0" rtlCol="0" anchor="t"/>
          <a:lstStyle/>
          <a:p>
            <a:pPr algn="ctr" indent="0" marL="0">
              <a:buNone/>
            </a:pPr>
            <a:r>
              <a:rPr lang="en-US" sz="1300" i="1" dirty="0">
                <a:solidFill>
                  <a:schemeClr val="accent5"/>
                </a:solidFill>
              </a:rPr>
              <a:t>genre en français</a:t>
            </a:r>
            <a:endParaRPr lang="en-US" sz="1300" dirty="0"/>
          </a:p>
        </p:txBody>
      </p:sp>
      <p:sp>
        <p:nvSpPr>
          <p:cNvPr id="12" name="Shape 9"/>
          <p:cNvSpPr/>
          <p:nvPr/>
        </p:nvSpPr>
        <p:spPr>
          <a:xfrm>
            <a:off x="2971800" y="2377440"/>
            <a:ext cx="4206240" cy="1371600"/>
          </a:xfrm>
          <a:prstGeom prst="roundRect">
            <a:avLst>
              <a:gd name="adj" fmla="val 5333"/>
            </a:avLst>
          </a:prstGeom>
          <a:solidFill>
            <a:schemeClr val="tx2">
              <a:alpha val="8000"/>
            </a:schemeClr>
          </a:solidFill>
          <a:ln w="19050">
            <a:solidFill>
              <a:srgbClr val="17375E"/>
            </a:solidFill>
            <a:prstDash val="solid"/>
          </a:ln>
        </p:spPr>
      </p:sp>
      <p:sp>
        <p:nvSpPr>
          <p:cNvPr id="13" name="Shape 10"/>
          <p:cNvSpPr/>
          <p:nvPr/>
        </p:nvSpPr>
        <p:spPr>
          <a:xfrm>
            <a:off x="3200400" y="2560320"/>
            <a:ext cx="1005840" cy="1005840"/>
          </a:xfrm>
          <a:prstGeom prst="roundRect">
            <a:avLst>
              <a:gd name="adj" fmla="val 9091"/>
            </a:avLst>
          </a:prstGeom>
          <a:solidFill>
            <a:schemeClr val="bg1"/>
          </a:solidFill>
          <a:ln w="12700">
            <a:solidFill>
              <a:srgbClr val="D5DCE6"/>
            </a:solidFill>
            <a:prstDash val="solid"/>
          </a:ln>
        </p:spPr>
      </p:sp>
      <p:pic>
        <p:nvPicPr>
          <p:cNvPr id="14" name="Image 0" descr="dog">    </p:cNvPr>
          <p:cNvPicPr>
            <a:picLocks noChangeAspect="1"/>
          </p:cNvPicPr>
          <p:nvPr/>
        </p:nvPicPr>
        <p:blipFill>
          <a:blip r:embed="rId1"/>
          <a:stretch>
            <a:fillRect/>
          </a:stretch>
        </p:blipFill>
        <p:spPr>
          <a:xfrm>
            <a:off x="3273552" y="2633472"/>
            <a:ext cx="859536" cy="859536"/>
          </a:xfrm>
          <a:prstGeom prst="rect">
            <a:avLst/>
          </a:prstGeom>
        </p:spPr>
      </p:pic>
      <p:sp>
        <p:nvSpPr>
          <p:cNvPr id="15" name="Text 11"/>
          <p:cNvSpPr txBox="1"/>
          <p:nvPr/>
        </p:nvSpPr>
        <p:spPr>
          <a:xfrm>
            <a:off x="4434840" y="2578608"/>
            <a:ext cx="2560320" cy="365760"/>
          </a:xfrm>
          <a:prstGeom prst="rect">
            <a:avLst/>
          </a:prstGeom>
          <a:noFill/>
          <a:ln/>
        </p:spPr>
        <p:txBody>
          <a:bodyPr wrap="square" lIns="0" tIns="0" rIns="0" bIns="0" rtlCol="0" anchor="ctr"/>
          <a:lstStyle/>
          <a:p>
            <a:pPr algn="l" indent="0" marL="0">
              <a:buNone/>
            </a:pPr>
            <a:r>
              <a:rPr lang="en-US" sz="1600" i="1" dirty="0">
                <a:solidFill>
                  <a:schemeClr val="accent5"/>
                </a:solidFill>
              </a:rPr>
              <a:t>le chien →</a:t>
            </a:r>
            <a:endParaRPr lang="en-US" sz="1600" dirty="0"/>
          </a:p>
        </p:txBody>
      </p:sp>
      <p:sp>
        <p:nvSpPr>
          <p:cNvPr id="16" name="Text 12"/>
          <p:cNvSpPr txBox="1"/>
          <p:nvPr/>
        </p:nvSpPr>
        <p:spPr>
          <a:xfrm>
            <a:off x="4434840" y="2944368"/>
            <a:ext cx="265176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mj-lt" pitchFamily="34" charset="0"/>
                <a:ea typeface="+mj-lt" pitchFamily="34" charset="-122"/>
                <a:cs typeface="+mj-lt" pitchFamily="34" charset="-120"/>
              </a:rPr>
              <a:t>de</a:t>
            </a:r>
            <a:r>
              <a:rPr lang="en-US" sz="3000" b="1" dirty="0">
                <a:solidFill>
                  <a:schemeClr val="tx1"/>
                </a:solidFill>
                <a:latin typeface="+mj-lt" pitchFamily="34" charset="0"/>
                <a:ea typeface="+mj-lt" pitchFamily="34" charset="-122"/>
                <a:cs typeface="+mj-lt" pitchFamily="34" charset="-120"/>
              </a:rPr>
              <a:t> hond</a:t>
            </a:r>
            <a:endParaRPr lang="en-US" sz="3000" dirty="0"/>
          </a:p>
        </p:txBody>
      </p:sp>
      <p:sp>
        <p:nvSpPr>
          <p:cNvPr id="17" name="Shape 13"/>
          <p:cNvSpPr/>
          <p:nvPr/>
        </p:nvSpPr>
        <p:spPr>
          <a:xfrm>
            <a:off x="7434072" y="2377440"/>
            <a:ext cx="4206240" cy="1371600"/>
          </a:xfrm>
          <a:prstGeom prst="roundRect">
            <a:avLst>
              <a:gd name="adj" fmla="val 5333"/>
            </a:avLst>
          </a:prstGeom>
          <a:solidFill>
            <a:schemeClr val="accent1">
              <a:alpha val="10000"/>
            </a:schemeClr>
          </a:solidFill>
          <a:ln w="19050">
            <a:solidFill>
              <a:srgbClr val="D9700F"/>
            </a:solidFill>
            <a:prstDash val="solid"/>
          </a:ln>
        </p:spPr>
      </p:sp>
      <p:sp>
        <p:nvSpPr>
          <p:cNvPr id="18" name="Shape 14"/>
          <p:cNvSpPr/>
          <p:nvPr/>
        </p:nvSpPr>
        <p:spPr>
          <a:xfrm>
            <a:off x="7662672" y="2560320"/>
            <a:ext cx="1005840" cy="1005840"/>
          </a:xfrm>
          <a:prstGeom prst="roundRect">
            <a:avLst>
              <a:gd name="adj" fmla="val 9091"/>
            </a:avLst>
          </a:prstGeom>
          <a:solidFill>
            <a:schemeClr val="bg1"/>
          </a:solidFill>
          <a:ln w="12700">
            <a:solidFill>
              <a:srgbClr val="D5DCE6"/>
            </a:solidFill>
            <a:prstDash val="solid"/>
          </a:ln>
        </p:spPr>
      </p:sp>
      <p:pic>
        <p:nvPicPr>
          <p:cNvPr id="19" name="Image 1" descr="green book">    </p:cNvPr>
          <p:cNvPicPr>
            <a:picLocks noChangeAspect="1"/>
          </p:cNvPicPr>
          <p:nvPr/>
        </p:nvPicPr>
        <p:blipFill>
          <a:blip r:embed="rId2"/>
          <a:stretch>
            <a:fillRect/>
          </a:stretch>
        </p:blipFill>
        <p:spPr>
          <a:xfrm>
            <a:off x="7799832" y="2697480"/>
            <a:ext cx="731520" cy="731520"/>
          </a:xfrm>
          <a:prstGeom prst="rect">
            <a:avLst/>
          </a:prstGeom>
        </p:spPr>
      </p:pic>
      <p:sp>
        <p:nvSpPr>
          <p:cNvPr id="20" name="Text 15"/>
          <p:cNvSpPr txBox="1"/>
          <p:nvPr/>
        </p:nvSpPr>
        <p:spPr>
          <a:xfrm>
            <a:off x="8897112" y="2578608"/>
            <a:ext cx="2560320" cy="365760"/>
          </a:xfrm>
          <a:prstGeom prst="rect">
            <a:avLst/>
          </a:prstGeom>
          <a:noFill/>
          <a:ln/>
        </p:spPr>
        <p:txBody>
          <a:bodyPr wrap="square" lIns="0" tIns="0" rIns="0" bIns="0" rtlCol="0" anchor="ctr"/>
          <a:lstStyle/>
          <a:p>
            <a:pPr algn="l" indent="0" marL="0">
              <a:buNone/>
            </a:pPr>
            <a:r>
              <a:rPr lang="en-US" sz="1600" i="1" dirty="0">
                <a:solidFill>
                  <a:schemeClr val="accent5"/>
                </a:solidFill>
              </a:rPr>
              <a:t>le livre →</a:t>
            </a:r>
            <a:endParaRPr lang="en-US" sz="1600" dirty="0"/>
          </a:p>
        </p:txBody>
      </p:sp>
      <p:sp>
        <p:nvSpPr>
          <p:cNvPr id="21" name="Text 16"/>
          <p:cNvSpPr txBox="1"/>
          <p:nvPr/>
        </p:nvSpPr>
        <p:spPr>
          <a:xfrm>
            <a:off x="8897112" y="2944368"/>
            <a:ext cx="2651760" cy="640080"/>
          </a:xfrm>
          <a:prstGeom prst="rect">
            <a:avLst/>
          </a:prstGeom>
          <a:noFill/>
          <a:ln/>
        </p:spPr>
        <p:txBody>
          <a:bodyPr wrap="square" lIns="0" tIns="0" rIns="0" bIns="0" rtlCol="0" anchor="ctr"/>
          <a:lstStyle/>
          <a:p>
            <a:pPr algn="l" indent="0" marL="0">
              <a:buNone/>
            </a:pPr>
            <a:r>
              <a:rPr lang="en-US" sz="3000" b="1" dirty="0">
                <a:solidFill>
                  <a:schemeClr val="accent1"/>
                </a:solidFill>
                <a:latin typeface="+mj-lt" pitchFamily="34" charset="0"/>
                <a:ea typeface="+mj-lt" pitchFamily="34" charset="-122"/>
                <a:cs typeface="+mj-lt" pitchFamily="34" charset="-120"/>
              </a:rPr>
              <a:t>het</a:t>
            </a:r>
            <a:r>
              <a:rPr lang="en-US" sz="3000" b="1" dirty="0">
                <a:solidFill>
                  <a:schemeClr val="tx1"/>
                </a:solidFill>
                <a:latin typeface="+mj-lt" pitchFamily="34" charset="0"/>
                <a:ea typeface="+mj-lt" pitchFamily="34" charset="-122"/>
                <a:cs typeface="+mj-lt" pitchFamily="34" charset="-120"/>
              </a:rPr>
              <a:t> boek</a:t>
            </a:r>
            <a:endParaRPr lang="en-US" sz="3000" dirty="0"/>
          </a:p>
        </p:txBody>
      </p:sp>
      <p:sp>
        <p:nvSpPr>
          <p:cNvPr id="22" name="Shape 17"/>
          <p:cNvSpPr/>
          <p:nvPr/>
        </p:nvSpPr>
        <p:spPr>
          <a:xfrm>
            <a:off x="548640" y="3931920"/>
            <a:ext cx="2240280" cy="1371600"/>
          </a:xfrm>
          <a:prstGeom prst="roundRect">
            <a:avLst>
              <a:gd name="adj" fmla="val 5333"/>
            </a:avLst>
          </a:prstGeom>
          <a:solidFill>
            <a:schemeClr val="accent6">
              <a:alpha val="7000"/>
            </a:schemeClr>
          </a:solidFill>
          <a:ln w="12700">
            <a:solidFill>
              <a:srgbClr val="B83227">
                <a:alpha val="50000"/>
              </a:srgbClr>
            </a:solidFill>
            <a:prstDash val="solid"/>
          </a:ln>
        </p:spPr>
      </p:sp>
      <p:sp>
        <p:nvSpPr>
          <p:cNvPr id="23" name="Text 18"/>
          <p:cNvSpPr txBox="1"/>
          <p:nvPr/>
        </p:nvSpPr>
        <p:spPr>
          <a:xfrm>
            <a:off x="548640" y="4114800"/>
            <a:ext cx="2240280" cy="640080"/>
          </a:xfrm>
          <a:prstGeom prst="rect">
            <a:avLst/>
          </a:prstGeom>
          <a:noFill/>
          <a:ln/>
        </p:spPr>
        <p:txBody>
          <a:bodyPr wrap="square" lIns="0" tIns="0" rIns="0" bIns="0" rtlCol="0" anchor="ctr"/>
          <a:lstStyle/>
          <a:p>
            <a:pPr algn="ctr" indent="0" marL="0">
              <a:buNone/>
            </a:pPr>
            <a:r>
              <a:rPr lang="en-US" sz="2600" b="1" strike="sngStrike" dirty="0">
                <a:solidFill>
                  <a:schemeClr val="accent6"/>
                </a:solidFill>
                <a:latin typeface="+mj-lt" pitchFamily="34" charset="0"/>
                <a:ea typeface="+mj-lt" pitchFamily="34" charset="-122"/>
                <a:cs typeface="+mj-lt" pitchFamily="34" charset="-120"/>
              </a:rPr>
              <a:t>féminin</a:t>
            </a:r>
            <a:endParaRPr lang="en-US" sz="2600" dirty="0"/>
          </a:p>
        </p:txBody>
      </p:sp>
      <p:sp>
        <p:nvSpPr>
          <p:cNvPr id="24" name="Text 19"/>
          <p:cNvSpPr txBox="1"/>
          <p:nvPr/>
        </p:nvSpPr>
        <p:spPr>
          <a:xfrm>
            <a:off x="548640" y="4754880"/>
            <a:ext cx="2240280" cy="365760"/>
          </a:xfrm>
          <a:prstGeom prst="rect">
            <a:avLst/>
          </a:prstGeom>
          <a:noFill/>
          <a:ln/>
        </p:spPr>
        <p:txBody>
          <a:bodyPr wrap="square" lIns="0" tIns="0" rIns="0" bIns="0" rtlCol="0" anchor="t"/>
          <a:lstStyle/>
          <a:p>
            <a:pPr algn="ctr" indent="0" marL="0">
              <a:buNone/>
            </a:pPr>
            <a:r>
              <a:rPr lang="en-US" sz="1300" i="1" dirty="0">
                <a:solidFill>
                  <a:schemeClr val="accent5"/>
                </a:solidFill>
              </a:rPr>
              <a:t>genre en français</a:t>
            </a:r>
            <a:endParaRPr lang="en-US" sz="1300" dirty="0"/>
          </a:p>
        </p:txBody>
      </p:sp>
      <p:sp>
        <p:nvSpPr>
          <p:cNvPr id="25" name="Shape 20"/>
          <p:cNvSpPr/>
          <p:nvPr/>
        </p:nvSpPr>
        <p:spPr>
          <a:xfrm>
            <a:off x="2971800" y="3931920"/>
            <a:ext cx="4206240" cy="1371600"/>
          </a:xfrm>
          <a:prstGeom prst="roundRect">
            <a:avLst>
              <a:gd name="adj" fmla="val 5333"/>
            </a:avLst>
          </a:prstGeom>
          <a:solidFill>
            <a:schemeClr val="tx2">
              <a:alpha val="8000"/>
            </a:schemeClr>
          </a:solidFill>
          <a:ln w="19050">
            <a:solidFill>
              <a:srgbClr val="17375E"/>
            </a:solidFill>
            <a:prstDash val="solid"/>
          </a:ln>
        </p:spPr>
      </p:sp>
      <p:sp>
        <p:nvSpPr>
          <p:cNvPr id="26" name="Shape 21"/>
          <p:cNvSpPr/>
          <p:nvPr/>
        </p:nvSpPr>
        <p:spPr>
          <a:xfrm>
            <a:off x="3200400" y="4114800"/>
            <a:ext cx="1005840" cy="1005840"/>
          </a:xfrm>
          <a:prstGeom prst="roundRect">
            <a:avLst>
              <a:gd name="adj" fmla="val 9091"/>
            </a:avLst>
          </a:prstGeom>
          <a:solidFill>
            <a:schemeClr val="bg1"/>
          </a:solidFill>
          <a:ln w="12700">
            <a:solidFill>
              <a:srgbClr val="D5DCE6"/>
            </a:solidFill>
            <a:prstDash val="solid"/>
          </a:ln>
        </p:spPr>
      </p:sp>
      <p:pic>
        <p:nvPicPr>
          <p:cNvPr id="27" name="Image 2" descr="Table">    </p:cNvPr>
          <p:cNvPicPr>
            <a:picLocks noChangeAspect="1"/>
          </p:cNvPicPr>
          <p:nvPr/>
        </p:nvPicPr>
        <p:blipFill>
          <a:blip r:embed="rId3"/>
          <a:stretch>
            <a:fillRect/>
          </a:stretch>
        </p:blipFill>
        <p:spPr>
          <a:xfrm>
            <a:off x="3337560" y="4251960"/>
            <a:ext cx="731520" cy="731520"/>
          </a:xfrm>
          <a:prstGeom prst="rect">
            <a:avLst/>
          </a:prstGeom>
        </p:spPr>
      </p:pic>
      <p:sp>
        <p:nvSpPr>
          <p:cNvPr id="28" name="Text 22"/>
          <p:cNvSpPr txBox="1"/>
          <p:nvPr/>
        </p:nvSpPr>
        <p:spPr>
          <a:xfrm>
            <a:off x="4434840" y="4133088"/>
            <a:ext cx="2560320" cy="365760"/>
          </a:xfrm>
          <a:prstGeom prst="rect">
            <a:avLst/>
          </a:prstGeom>
          <a:noFill/>
          <a:ln/>
        </p:spPr>
        <p:txBody>
          <a:bodyPr wrap="square" lIns="0" tIns="0" rIns="0" bIns="0" rtlCol="0" anchor="ctr"/>
          <a:lstStyle/>
          <a:p>
            <a:pPr algn="l" indent="0" marL="0">
              <a:buNone/>
            </a:pPr>
            <a:r>
              <a:rPr lang="en-US" sz="1600" i="1" dirty="0">
                <a:solidFill>
                  <a:schemeClr val="accent5"/>
                </a:solidFill>
              </a:rPr>
              <a:t>la table →</a:t>
            </a:r>
            <a:endParaRPr lang="en-US" sz="1600" dirty="0"/>
          </a:p>
        </p:txBody>
      </p:sp>
      <p:sp>
        <p:nvSpPr>
          <p:cNvPr id="29" name="Text 23"/>
          <p:cNvSpPr txBox="1"/>
          <p:nvPr/>
        </p:nvSpPr>
        <p:spPr>
          <a:xfrm>
            <a:off x="4434840" y="4498848"/>
            <a:ext cx="265176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mj-lt" pitchFamily="34" charset="0"/>
                <a:ea typeface="+mj-lt" pitchFamily="34" charset="-122"/>
                <a:cs typeface="+mj-lt" pitchFamily="34" charset="-120"/>
              </a:rPr>
              <a:t>de</a:t>
            </a:r>
            <a:r>
              <a:rPr lang="en-US" sz="3000" b="1" dirty="0">
                <a:solidFill>
                  <a:schemeClr val="tx1"/>
                </a:solidFill>
                <a:latin typeface="+mj-lt" pitchFamily="34" charset="0"/>
                <a:ea typeface="+mj-lt" pitchFamily="34" charset="-122"/>
                <a:cs typeface="+mj-lt" pitchFamily="34" charset="-120"/>
              </a:rPr>
              <a:t> tafel</a:t>
            </a:r>
            <a:endParaRPr lang="en-US" sz="3000" dirty="0"/>
          </a:p>
        </p:txBody>
      </p:sp>
      <p:sp>
        <p:nvSpPr>
          <p:cNvPr id="30" name="Shape 24"/>
          <p:cNvSpPr/>
          <p:nvPr/>
        </p:nvSpPr>
        <p:spPr>
          <a:xfrm>
            <a:off x="7434072" y="3931920"/>
            <a:ext cx="4206240" cy="1371600"/>
          </a:xfrm>
          <a:prstGeom prst="roundRect">
            <a:avLst>
              <a:gd name="adj" fmla="val 5333"/>
            </a:avLst>
          </a:prstGeom>
          <a:solidFill>
            <a:schemeClr val="accent1">
              <a:alpha val="10000"/>
            </a:schemeClr>
          </a:solidFill>
          <a:ln w="19050">
            <a:solidFill>
              <a:srgbClr val="D9700F"/>
            </a:solidFill>
            <a:prstDash val="solid"/>
          </a:ln>
        </p:spPr>
      </p:sp>
      <p:sp>
        <p:nvSpPr>
          <p:cNvPr id="31" name="Shape 25"/>
          <p:cNvSpPr/>
          <p:nvPr/>
        </p:nvSpPr>
        <p:spPr>
          <a:xfrm>
            <a:off x="7662672" y="4114800"/>
            <a:ext cx="1005840" cy="1005840"/>
          </a:xfrm>
          <a:prstGeom prst="roundRect">
            <a:avLst>
              <a:gd name="adj" fmla="val 9091"/>
            </a:avLst>
          </a:prstGeom>
          <a:solidFill>
            <a:schemeClr val="bg1"/>
          </a:solidFill>
          <a:ln w="12700">
            <a:solidFill>
              <a:srgbClr val="D5DCE6"/>
            </a:solidFill>
            <a:prstDash val="solid"/>
          </a:ln>
        </p:spPr>
      </p:sp>
      <p:pic>
        <p:nvPicPr>
          <p:cNvPr id="32" name="Image 3" descr="house with garden">    </p:cNvPr>
          <p:cNvPicPr>
            <a:picLocks noChangeAspect="1"/>
          </p:cNvPicPr>
          <p:nvPr/>
        </p:nvPicPr>
        <p:blipFill>
          <a:blip r:embed="rId4"/>
          <a:stretch>
            <a:fillRect/>
          </a:stretch>
        </p:blipFill>
        <p:spPr>
          <a:xfrm>
            <a:off x="7735824" y="4187952"/>
            <a:ext cx="859536" cy="859536"/>
          </a:xfrm>
          <a:prstGeom prst="rect">
            <a:avLst/>
          </a:prstGeom>
        </p:spPr>
      </p:pic>
      <p:sp>
        <p:nvSpPr>
          <p:cNvPr id="33" name="Text 26"/>
          <p:cNvSpPr txBox="1"/>
          <p:nvPr/>
        </p:nvSpPr>
        <p:spPr>
          <a:xfrm>
            <a:off x="8897112" y="4133088"/>
            <a:ext cx="2560320" cy="365760"/>
          </a:xfrm>
          <a:prstGeom prst="rect">
            <a:avLst/>
          </a:prstGeom>
          <a:noFill/>
          <a:ln/>
        </p:spPr>
        <p:txBody>
          <a:bodyPr wrap="square" lIns="0" tIns="0" rIns="0" bIns="0" rtlCol="0" anchor="ctr"/>
          <a:lstStyle/>
          <a:p>
            <a:pPr algn="l" indent="0" marL="0">
              <a:buNone/>
            </a:pPr>
            <a:r>
              <a:rPr lang="en-US" sz="1600" i="1" dirty="0">
                <a:solidFill>
                  <a:schemeClr val="accent5"/>
                </a:solidFill>
              </a:rPr>
              <a:t>la maison →</a:t>
            </a:r>
            <a:endParaRPr lang="en-US" sz="1600" dirty="0"/>
          </a:p>
        </p:txBody>
      </p:sp>
      <p:sp>
        <p:nvSpPr>
          <p:cNvPr id="34" name="Text 27"/>
          <p:cNvSpPr txBox="1"/>
          <p:nvPr/>
        </p:nvSpPr>
        <p:spPr>
          <a:xfrm>
            <a:off x="8897112" y="4498848"/>
            <a:ext cx="2651760" cy="640080"/>
          </a:xfrm>
          <a:prstGeom prst="rect">
            <a:avLst/>
          </a:prstGeom>
          <a:noFill/>
          <a:ln/>
        </p:spPr>
        <p:txBody>
          <a:bodyPr wrap="square" lIns="0" tIns="0" rIns="0" bIns="0" rtlCol="0" anchor="ctr"/>
          <a:lstStyle/>
          <a:p>
            <a:pPr algn="l" indent="0" marL="0">
              <a:buNone/>
            </a:pPr>
            <a:r>
              <a:rPr lang="en-US" sz="3000" b="1" dirty="0">
                <a:solidFill>
                  <a:schemeClr val="accent1"/>
                </a:solidFill>
                <a:latin typeface="+mj-lt" pitchFamily="34" charset="0"/>
                <a:ea typeface="+mj-lt" pitchFamily="34" charset="-122"/>
                <a:cs typeface="+mj-lt" pitchFamily="34" charset="-120"/>
              </a:rPr>
              <a:t>het</a:t>
            </a:r>
            <a:r>
              <a:rPr lang="en-US" sz="3000" b="1" dirty="0">
                <a:solidFill>
                  <a:schemeClr val="tx1"/>
                </a:solidFill>
                <a:latin typeface="+mj-lt" pitchFamily="34" charset="0"/>
                <a:ea typeface="+mj-lt" pitchFamily="34" charset="-122"/>
                <a:cs typeface="+mj-lt" pitchFamily="34" charset="-120"/>
              </a:rPr>
              <a:t> huis</a:t>
            </a:r>
            <a:endParaRPr lang="en-US" sz="3000" dirty="0"/>
          </a:p>
        </p:txBody>
      </p:sp>
      <p:sp>
        <p:nvSpPr>
          <p:cNvPr id="35" name="Shape 28"/>
          <p:cNvSpPr/>
          <p:nvPr/>
        </p:nvSpPr>
        <p:spPr>
          <a:xfrm>
            <a:off x="548640" y="5532120"/>
            <a:ext cx="11091672" cy="731520"/>
          </a:xfrm>
          <a:prstGeom prst="roundRect">
            <a:avLst>
              <a:gd name="adj" fmla="val 10000"/>
            </a:avLst>
          </a:prstGeom>
          <a:solidFill>
            <a:schemeClr val="accent6"/>
          </a:solidFill>
          <a:ln w="12700">
            <a:solidFill>
              <a:srgbClr val="FFFFFF">
                <a:alpha val="0"/>
              </a:srgbClr>
            </a:solidFill>
            <a:prstDash val="solid"/>
          </a:ln>
        </p:spPr>
      </p:sp>
      <p:pic>
        <p:nvPicPr>
          <p:cNvPr id="36" name="Image 4" descr="ExclamationTriangle">    </p:cNvPr>
          <p:cNvPicPr>
            <a:picLocks noChangeAspect="1"/>
          </p:cNvPicPr>
          <p:nvPr/>
        </p:nvPicPr>
        <p:blipFill>
          <a:blip r:embed="rId5"/>
          <a:stretch>
            <a:fillRect/>
          </a:stretch>
        </p:blipFill>
        <p:spPr>
          <a:xfrm>
            <a:off x="777240" y="5705856"/>
            <a:ext cx="384048" cy="384048"/>
          </a:xfrm>
          <a:prstGeom prst="rect">
            <a:avLst/>
          </a:prstGeom>
        </p:spPr>
      </p:pic>
      <p:sp>
        <p:nvSpPr>
          <p:cNvPr id="37" name="Text 29"/>
          <p:cNvSpPr txBox="1"/>
          <p:nvPr/>
        </p:nvSpPr>
        <p:spPr>
          <a:xfrm>
            <a:off x="1325880" y="5532120"/>
            <a:ext cx="10149840" cy="731520"/>
          </a:xfrm>
          <a:prstGeom prst="rect">
            <a:avLst/>
          </a:prstGeom>
          <a:noFill/>
          <a:ln/>
        </p:spPr>
        <p:txBody>
          <a:bodyPr wrap="square" lIns="0" tIns="0" rIns="0" bIns="0" rtlCol="0" anchor="ctr"/>
          <a:lstStyle/>
          <a:p>
            <a:pPr algn="l" indent="0" marL="0">
              <a:buNone/>
            </a:pPr>
            <a:r>
              <a:rPr lang="en-US" sz="1800" dirty="0">
                <a:solidFill>
                  <a:schemeClr val="bg1"/>
                </a:solidFill>
              </a:rPr>
              <a:t>Les 4 combinaisons existent → </a:t>
            </a:r>
            <a:r>
              <a:rPr lang="en-US" sz="1800" b="1" dirty="0">
                <a:solidFill>
                  <a:schemeClr val="bg1"/>
                </a:solidFill>
              </a:rPr>
              <a:t>le genre français ne prédit rien</a:t>
            </a:r>
            <a:r>
              <a:rPr lang="en-US" sz="1800" dirty="0">
                <a:solidFill>
                  <a:schemeClr val="bg1"/>
                </a:solidFill>
              </a:rPr>
              <a:t>. J’apprends chaque mot </a:t>
            </a:r>
            <a:r>
              <a:rPr lang="en-US" sz="1800" b="1" dirty="0">
                <a:solidFill>
                  <a:schemeClr val="bg1"/>
                </a:solidFill>
              </a:rPr>
              <a:t>avec</a:t>
            </a:r>
            <a:r>
              <a:rPr lang="en-US" sz="1800" dirty="0">
                <a:solidFill>
                  <a:schemeClr val="bg1"/>
                </a:solidFill>
              </a:rPr>
              <a:t> son article.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pluriel — toujours DE</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Text 2"/>
          <p:cNvSpPr txBox="1"/>
          <p:nvPr/>
        </p:nvSpPr>
        <p:spPr>
          <a:xfrm>
            <a:off x="548640" y="1517904"/>
            <a:ext cx="32004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SINGULIER</a:t>
            </a:r>
            <a:endParaRPr lang="en-US" sz="1200" dirty="0"/>
          </a:p>
        </p:txBody>
      </p:sp>
      <p:sp>
        <p:nvSpPr>
          <p:cNvPr id="6" name="Text 3"/>
          <p:cNvSpPr txBox="1"/>
          <p:nvPr/>
        </p:nvSpPr>
        <p:spPr>
          <a:xfrm>
            <a:off x="7680960" y="1517904"/>
            <a:ext cx="3959352"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PLURIEL</a:t>
            </a:r>
            <a:endParaRPr lang="en-US" sz="1200" dirty="0"/>
          </a:p>
        </p:txBody>
      </p:sp>
      <p:sp>
        <p:nvSpPr>
          <p:cNvPr id="7" name="Shape 4"/>
          <p:cNvSpPr/>
          <p:nvPr/>
        </p:nvSpPr>
        <p:spPr>
          <a:xfrm>
            <a:off x="3794760" y="2240280"/>
            <a:ext cx="1536192" cy="914"/>
          </a:xfrm>
          <a:prstGeom prst="line">
            <a:avLst/>
          </a:prstGeom>
          <a:noFill/>
          <a:ln w="38100">
            <a:solidFill>
              <a:srgbClr val="17375E"/>
            </a:solidFill>
            <a:prstDash val="solid"/>
          </a:ln>
        </p:spPr>
      </p:sp>
      <p:sp>
        <p:nvSpPr>
          <p:cNvPr id="8" name="Shape 5"/>
          <p:cNvSpPr/>
          <p:nvPr/>
        </p:nvSpPr>
        <p:spPr>
          <a:xfrm>
            <a:off x="6080760" y="2240280"/>
            <a:ext cx="1554480" cy="914"/>
          </a:xfrm>
          <a:prstGeom prst="line">
            <a:avLst/>
          </a:prstGeom>
          <a:noFill/>
          <a:ln w="38100">
            <a:solidFill>
              <a:srgbClr val="17375E"/>
            </a:solidFill>
            <a:prstDash val="solid"/>
            <a:tailEnd type="triangle"/>
          </a:ln>
        </p:spPr>
      </p:sp>
      <p:sp>
        <p:nvSpPr>
          <p:cNvPr id="9" name="Shape 6"/>
          <p:cNvSpPr/>
          <p:nvPr/>
        </p:nvSpPr>
        <p:spPr>
          <a:xfrm>
            <a:off x="548640" y="1874520"/>
            <a:ext cx="3200400" cy="731520"/>
          </a:xfrm>
          <a:prstGeom prst="roundRect">
            <a:avLst>
              <a:gd name="adj" fmla="val 10000"/>
            </a:avLst>
          </a:prstGeom>
          <a:solidFill>
            <a:schemeClr val="tx2">
              <a:alpha val="8000"/>
            </a:schemeClr>
          </a:solidFill>
          <a:ln w="31750">
            <a:solidFill>
              <a:srgbClr val="17375E"/>
            </a:solidFill>
            <a:prstDash val="solid"/>
          </a:ln>
        </p:spPr>
      </p:sp>
      <p:pic>
        <p:nvPicPr>
          <p:cNvPr id="10" name="Image 0" descr="dog">    </p:cNvPr>
          <p:cNvPicPr>
            <a:picLocks noChangeAspect="1"/>
          </p:cNvPicPr>
          <p:nvPr/>
        </p:nvPicPr>
        <p:blipFill>
          <a:blip r:embed="rId1"/>
          <a:stretch>
            <a:fillRect/>
          </a:stretch>
        </p:blipFill>
        <p:spPr>
          <a:xfrm>
            <a:off x="685800" y="1965960"/>
            <a:ext cx="548640" cy="548640"/>
          </a:xfrm>
          <a:prstGeom prst="rect">
            <a:avLst/>
          </a:prstGeom>
        </p:spPr>
      </p:pic>
      <p:sp>
        <p:nvSpPr>
          <p:cNvPr id="11" name="Text 7"/>
          <p:cNvSpPr txBox="1"/>
          <p:nvPr/>
        </p:nvSpPr>
        <p:spPr>
          <a:xfrm>
            <a:off x="1417320" y="1874520"/>
            <a:ext cx="2240280" cy="731520"/>
          </a:xfrm>
          <a:prstGeom prst="rect">
            <a:avLst/>
          </a:prstGeom>
          <a:noFill/>
          <a:ln/>
        </p:spPr>
        <p:txBody>
          <a:bodyPr wrap="square" lIns="0" tIns="0" rIns="0" bIns="0" rtlCol="0" anchor="ctr"/>
          <a:lstStyle/>
          <a:p>
            <a:pPr algn="l" indent="0" marL="0">
              <a:buNone/>
            </a:pPr>
            <a:r>
              <a:rPr lang="en-US" sz="2600" b="1" dirty="0">
                <a:solidFill>
                  <a:schemeClr val="tx2"/>
                </a:solidFill>
                <a:latin typeface="+mj-lt" pitchFamily="34" charset="0"/>
                <a:ea typeface="+mj-lt" pitchFamily="34" charset="-122"/>
                <a:cs typeface="+mj-lt" pitchFamily="34" charset="-120"/>
              </a:rPr>
              <a:t>de</a:t>
            </a:r>
            <a:r>
              <a:rPr lang="en-US" sz="2600" b="1" dirty="0">
                <a:solidFill>
                  <a:schemeClr val="tx1"/>
                </a:solidFill>
                <a:latin typeface="+mj-lt" pitchFamily="34" charset="0"/>
                <a:ea typeface="+mj-lt" pitchFamily="34" charset="-122"/>
                <a:cs typeface="+mj-lt" pitchFamily="34" charset="-120"/>
              </a:rPr>
              <a:t> hond</a:t>
            </a:r>
            <a:endParaRPr lang="en-US" sz="2600" dirty="0"/>
          </a:p>
        </p:txBody>
      </p:sp>
      <p:sp>
        <p:nvSpPr>
          <p:cNvPr id="12" name="Shape 8"/>
          <p:cNvSpPr/>
          <p:nvPr/>
        </p:nvSpPr>
        <p:spPr>
          <a:xfrm>
            <a:off x="7680960" y="1874520"/>
            <a:ext cx="3959352" cy="731520"/>
          </a:xfrm>
          <a:prstGeom prst="roundRect">
            <a:avLst>
              <a:gd name="adj" fmla="val 10000"/>
            </a:avLst>
          </a:prstGeom>
          <a:solidFill>
            <a:schemeClr val="tx2">
              <a:alpha val="8000"/>
            </a:schemeClr>
          </a:solidFill>
          <a:ln w="31750">
            <a:solidFill>
              <a:srgbClr val="17375E"/>
            </a:solidFill>
            <a:prstDash val="solid"/>
          </a:ln>
        </p:spPr>
      </p:sp>
      <p:pic>
        <p:nvPicPr>
          <p:cNvPr id="13" name="Image 1" descr="dog">    </p:cNvPr>
          <p:cNvPicPr>
            <a:picLocks noChangeAspect="1"/>
          </p:cNvPicPr>
          <p:nvPr/>
        </p:nvPicPr>
        <p:blipFill>
          <a:blip r:embed="rId2"/>
          <a:stretch>
            <a:fillRect/>
          </a:stretch>
        </p:blipFill>
        <p:spPr>
          <a:xfrm>
            <a:off x="7772400" y="2011680"/>
            <a:ext cx="457200" cy="457200"/>
          </a:xfrm>
          <a:prstGeom prst="rect">
            <a:avLst/>
          </a:prstGeom>
        </p:spPr>
      </p:pic>
      <p:pic>
        <p:nvPicPr>
          <p:cNvPr id="14" name="Image 2" descr="dog">    </p:cNvPr>
          <p:cNvPicPr>
            <a:picLocks noChangeAspect="1"/>
          </p:cNvPicPr>
          <p:nvPr/>
        </p:nvPicPr>
        <p:blipFill>
          <a:blip r:embed="rId3"/>
          <a:stretch>
            <a:fillRect/>
          </a:stretch>
        </p:blipFill>
        <p:spPr>
          <a:xfrm>
            <a:off x="8092440" y="2011680"/>
            <a:ext cx="457200" cy="457200"/>
          </a:xfrm>
          <a:prstGeom prst="rect">
            <a:avLst/>
          </a:prstGeom>
        </p:spPr>
      </p:pic>
      <p:sp>
        <p:nvSpPr>
          <p:cNvPr id="15" name="Text 9"/>
          <p:cNvSpPr txBox="1"/>
          <p:nvPr/>
        </p:nvSpPr>
        <p:spPr>
          <a:xfrm>
            <a:off x="8778240" y="1874520"/>
            <a:ext cx="2743200" cy="731520"/>
          </a:xfrm>
          <a:prstGeom prst="rect">
            <a:avLst/>
          </a:prstGeom>
          <a:noFill/>
          <a:ln/>
        </p:spPr>
        <p:txBody>
          <a:bodyPr wrap="square" lIns="0" tIns="0" rIns="0" bIns="0" rtlCol="0" anchor="ctr"/>
          <a:lstStyle/>
          <a:p>
            <a:pPr algn="l" indent="0" marL="0">
              <a:buNone/>
            </a:pPr>
            <a:r>
              <a:rPr lang="en-US" sz="2600" b="1" dirty="0">
                <a:solidFill>
                  <a:schemeClr val="tx2"/>
                </a:solidFill>
                <a:latin typeface="+mj-lt" pitchFamily="34" charset="0"/>
                <a:ea typeface="+mj-lt" pitchFamily="34" charset="-122"/>
                <a:cs typeface="+mj-lt" pitchFamily="34" charset="-120"/>
              </a:rPr>
              <a:t>de</a:t>
            </a:r>
            <a:r>
              <a:rPr lang="en-US" sz="2600" b="1" dirty="0">
                <a:solidFill>
                  <a:schemeClr val="tx1"/>
                </a:solidFill>
                <a:latin typeface="+mj-lt" pitchFamily="34" charset="0"/>
                <a:ea typeface="+mj-lt" pitchFamily="34" charset="-122"/>
                <a:cs typeface="+mj-lt" pitchFamily="34" charset="-120"/>
              </a:rPr>
              <a:t> honden</a:t>
            </a:r>
            <a:endParaRPr lang="en-US" sz="2600" dirty="0"/>
          </a:p>
        </p:txBody>
      </p:sp>
      <p:sp>
        <p:nvSpPr>
          <p:cNvPr id="16" name="Shape 10"/>
          <p:cNvSpPr/>
          <p:nvPr/>
        </p:nvSpPr>
        <p:spPr>
          <a:xfrm>
            <a:off x="3794760" y="3136392"/>
            <a:ext cx="1536192" cy="914"/>
          </a:xfrm>
          <a:prstGeom prst="line">
            <a:avLst/>
          </a:prstGeom>
          <a:noFill/>
          <a:ln w="38100">
            <a:solidFill>
              <a:srgbClr val="17375E"/>
            </a:solidFill>
            <a:prstDash val="solid"/>
          </a:ln>
        </p:spPr>
      </p:sp>
      <p:sp>
        <p:nvSpPr>
          <p:cNvPr id="17" name="Shape 11"/>
          <p:cNvSpPr/>
          <p:nvPr/>
        </p:nvSpPr>
        <p:spPr>
          <a:xfrm>
            <a:off x="6080760" y="3136392"/>
            <a:ext cx="1554480" cy="914"/>
          </a:xfrm>
          <a:prstGeom prst="line">
            <a:avLst/>
          </a:prstGeom>
          <a:noFill/>
          <a:ln w="38100">
            <a:solidFill>
              <a:srgbClr val="17375E"/>
            </a:solidFill>
            <a:prstDash val="solid"/>
            <a:tailEnd type="triangle"/>
          </a:ln>
        </p:spPr>
      </p:sp>
      <p:sp>
        <p:nvSpPr>
          <p:cNvPr id="18" name="Shape 12"/>
          <p:cNvSpPr/>
          <p:nvPr/>
        </p:nvSpPr>
        <p:spPr>
          <a:xfrm>
            <a:off x="548640" y="2770632"/>
            <a:ext cx="3200400" cy="731520"/>
          </a:xfrm>
          <a:prstGeom prst="roundRect">
            <a:avLst>
              <a:gd name="adj" fmla="val 10000"/>
            </a:avLst>
          </a:prstGeom>
          <a:solidFill>
            <a:schemeClr val="tx2">
              <a:alpha val="8000"/>
            </a:schemeClr>
          </a:solidFill>
          <a:ln w="31750">
            <a:solidFill>
              <a:srgbClr val="17375E"/>
            </a:solidFill>
            <a:prstDash val="solid"/>
          </a:ln>
        </p:spPr>
      </p:sp>
      <p:pic>
        <p:nvPicPr>
          <p:cNvPr id="19" name="Image 3" descr="busts in silhouette">    </p:cNvPr>
          <p:cNvPicPr>
            <a:picLocks noChangeAspect="1"/>
          </p:cNvPicPr>
          <p:nvPr/>
        </p:nvPicPr>
        <p:blipFill>
          <a:blip r:embed="rId4"/>
          <a:stretch>
            <a:fillRect/>
          </a:stretch>
        </p:blipFill>
        <p:spPr>
          <a:xfrm>
            <a:off x="685800" y="2862072"/>
            <a:ext cx="548640" cy="548640"/>
          </a:xfrm>
          <a:prstGeom prst="rect">
            <a:avLst/>
          </a:prstGeom>
        </p:spPr>
      </p:pic>
      <p:sp>
        <p:nvSpPr>
          <p:cNvPr id="20" name="Text 13"/>
          <p:cNvSpPr txBox="1"/>
          <p:nvPr/>
        </p:nvSpPr>
        <p:spPr>
          <a:xfrm>
            <a:off x="1417320" y="2770632"/>
            <a:ext cx="2240280" cy="731520"/>
          </a:xfrm>
          <a:prstGeom prst="rect">
            <a:avLst/>
          </a:prstGeom>
          <a:noFill/>
          <a:ln/>
        </p:spPr>
        <p:txBody>
          <a:bodyPr wrap="square" lIns="0" tIns="0" rIns="0" bIns="0" rtlCol="0" anchor="ctr"/>
          <a:lstStyle/>
          <a:p>
            <a:pPr algn="l" indent="0" marL="0">
              <a:buNone/>
            </a:pPr>
            <a:r>
              <a:rPr lang="en-US" sz="2600" b="1" dirty="0">
                <a:solidFill>
                  <a:schemeClr val="tx2"/>
                </a:solidFill>
                <a:latin typeface="+mj-lt" pitchFamily="34" charset="0"/>
                <a:ea typeface="+mj-lt" pitchFamily="34" charset="-122"/>
                <a:cs typeface="+mj-lt" pitchFamily="34" charset="-120"/>
              </a:rPr>
              <a:t>de</a:t>
            </a:r>
            <a:r>
              <a:rPr lang="en-US" sz="2600" b="1" dirty="0">
                <a:solidFill>
                  <a:schemeClr val="tx1"/>
                </a:solidFill>
                <a:latin typeface="+mj-lt" pitchFamily="34" charset="0"/>
                <a:ea typeface="+mj-lt" pitchFamily="34" charset="-122"/>
                <a:cs typeface="+mj-lt" pitchFamily="34" charset="-120"/>
              </a:rPr>
              <a:t> collega</a:t>
            </a:r>
            <a:endParaRPr lang="en-US" sz="2600" dirty="0"/>
          </a:p>
        </p:txBody>
      </p:sp>
      <p:sp>
        <p:nvSpPr>
          <p:cNvPr id="21" name="Shape 14"/>
          <p:cNvSpPr/>
          <p:nvPr/>
        </p:nvSpPr>
        <p:spPr>
          <a:xfrm>
            <a:off x="7680960" y="2770632"/>
            <a:ext cx="3959352" cy="731520"/>
          </a:xfrm>
          <a:prstGeom prst="roundRect">
            <a:avLst>
              <a:gd name="adj" fmla="val 10000"/>
            </a:avLst>
          </a:prstGeom>
          <a:solidFill>
            <a:schemeClr val="tx2">
              <a:alpha val="8000"/>
            </a:schemeClr>
          </a:solidFill>
          <a:ln w="31750">
            <a:solidFill>
              <a:srgbClr val="17375E"/>
            </a:solidFill>
            <a:prstDash val="solid"/>
          </a:ln>
        </p:spPr>
      </p:sp>
      <p:pic>
        <p:nvPicPr>
          <p:cNvPr id="22" name="Image 4" descr="busts in silhouette">    </p:cNvPr>
          <p:cNvPicPr>
            <a:picLocks noChangeAspect="1"/>
          </p:cNvPicPr>
          <p:nvPr/>
        </p:nvPicPr>
        <p:blipFill>
          <a:blip r:embed="rId5"/>
          <a:stretch>
            <a:fillRect/>
          </a:stretch>
        </p:blipFill>
        <p:spPr>
          <a:xfrm>
            <a:off x="7772400" y="2907792"/>
            <a:ext cx="457200" cy="457200"/>
          </a:xfrm>
          <a:prstGeom prst="rect">
            <a:avLst/>
          </a:prstGeom>
        </p:spPr>
      </p:pic>
      <p:pic>
        <p:nvPicPr>
          <p:cNvPr id="23" name="Image 5" descr="busts in silhouette">    </p:cNvPr>
          <p:cNvPicPr>
            <a:picLocks noChangeAspect="1"/>
          </p:cNvPicPr>
          <p:nvPr/>
        </p:nvPicPr>
        <p:blipFill>
          <a:blip r:embed="rId6"/>
          <a:stretch>
            <a:fillRect/>
          </a:stretch>
        </p:blipFill>
        <p:spPr>
          <a:xfrm>
            <a:off x="8092440" y="2907792"/>
            <a:ext cx="457200" cy="457200"/>
          </a:xfrm>
          <a:prstGeom prst="rect">
            <a:avLst/>
          </a:prstGeom>
        </p:spPr>
      </p:pic>
      <p:sp>
        <p:nvSpPr>
          <p:cNvPr id="24" name="Text 15"/>
          <p:cNvSpPr txBox="1"/>
          <p:nvPr/>
        </p:nvSpPr>
        <p:spPr>
          <a:xfrm>
            <a:off x="8778240" y="2770632"/>
            <a:ext cx="2743200" cy="731520"/>
          </a:xfrm>
          <a:prstGeom prst="rect">
            <a:avLst/>
          </a:prstGeom>
          <a:noFill/>
          <a:ln/>
        </p:spPr>
        <p:txBody>
          <a:bodyPr wrap="square" lIns="0" tIns="0" rIns="0" bIns="0" rtlCol="0" anchor="ctr"/>
          <a:lstStyle/>
          <a:p>
            <a:pPr algn="l" indent="0" marL="0">
              <a:buNone/>
            </a:pPr>
            <a:r>
              <a:rPr lang="en-US" sz="2600" b="1" dirty="0">
                <a:solidFill>
                  <a:schemeClr val="tx2"/>
                </a:solidFill>
                <a:latin typeface="+mj-lt" pitchFamily="34" charset="0"/>
                <a:ea typeface="+mj-lt" pitchFamily="34" charset="-122"/>
                <a:cs typeface="+mj-lt" pitchFamily="34" charset="-120"/>
              </a:rPr>
              <a:t>de</a:t>
            </a:r>
            <a:r>
              <a:rPr lang="en-US" sz="2600" b="1" dirty="0">
                <a:solidFill>
                  <a:schemeClr val="tx1"/>
                </a:solidFill>
                <a:latin typeface="+mj-lt" pitchFamily="34" charset="0"/>
                <a:ea typeface="+mj-lt" pitchFamily="34" charset="-122"/>
                <a:cs typeface="+mj-lt" pitchFamily="34" charset="-120"/>
              </a:rPr>
              <a:t> collega's</a:t>
            </a:r>
            <a:endParaRPr lang="en-US" sz="2600" dirty="0"/>
          </a:p>
        </p:txBody>
      </p:sp>
      <p:sp>
        <p:nvSpPr>
          <p:cNvPr id="25" name="Shape 16"/>
          <p:cNvSpPr/>
          <p:nvPr/>
        </p:nvSpPr>
        <p:spPr>
          <a:xfrm>
            <a:off x="3794760" y="4032504"/>
            <a:ext cx="1536192" cy="914"/>
          </a:xfrm>
          <a:prstGeom prst="line">
            <a:avLst/>
          </a:prstGeom>
          <a:noFill/>
          <a:ln w="38100">
            <a:solidFill>
              <a:srgbClr val="D9700F"/>
            </a:solidFill>
            <a:prstDash val="solid"/>
          </a:ln>
        </p:spPr>
      </p:sp>
      <p:sp>
        <p:nvSpPr>
          <p:cNvPr id="26" name="Shape 17"/>
          <p:cNvSpPr/>
          <p:nvPr/>
        </p:nvSpPr>
        <p:spPr>
          <a:xfrm>
            <a:off x="6080760" y="4032504"/>
            <a:ext cx="1554480" cy="914"/>
          </a:xfrm>
          <a:prstGeom prst="line">
            <a:avLst/>
          </a:prstGeom>
          <a:noFill/>
          <a:ln w="38100">
            <a:solidFill>
              <a:srgbClr val="17375E"/>
            </a:solidFill>
            <a:prstDash val="solid"/>
            <a:tailEnd type="triangle"/>
          </a:ln>
        </p:spPr>
      </p:sp>
      <p:sp>
        <p:nvSpPr>
          <p:cNvPr id="27" name="Shape 18"/>
          <p:cNvSpPr/>
          <p:nvPr/>
        </p:nvSpPr>
        <p:spPr>
          <a:xfrm>
            <a:off x="548640" y="3666744"/>
            <a:ext cx="3200400" cy="731520"/>
          </a:xfrm>
          <a:prstGeom prst="roundRect">
            <a:avLst>
              <a:gd name="adj" fmla="val 10000"/>
            </a:avLst>
          </a:prstGeom>
          <a:solidFill>
            <a:schemeClr val="accent1">
              <a:alpha val="8000"/>
            </a:schemeClr>
          </a:solidFill>
          <a:ln w="31750">
            <a:solidFill>
              <a:srgbClr val="D9700F"/>
            </a:solidFill>
            <a:prstDash val="solid"/>
          </a:ln>
        </p:spPr>
      </p:sp>
      <p:pic>
        <p:nvPicPr>
          <p:cNvPr id="28" name="Image 6" descr="house with garden">    </p:cNvPr>
          <p:cNvPicPr>
            <a:picLocks noChangeAspect="1"/>
          </p:cNvPicPr>
          <p:nvPr/>
        </p:nvPicPr>
        <p:blipFill>
          <a:blip r:embed="rId7"/>
          <a:stretch>
            <a:fillRect/>
          </a:stretch>
        </p:blipFill>
        <p:spPr>
          <a:xfrm>
            <a:off x="685800" y="3758184"/>
            <a:ext cx="548640" cy="548640"/>
          </a:xfrm>
          <a:prstGeom prst="rect">
            <a:avLst/>
          </a:prstGeom>
        </p:spPr>
      </p:pic>
      <p:sp>
        <p:nvSpPr>
          <p:cNvPr id="29" name="Text 19"/>
          <p:cNvSpPr txBox="1"/>
          <p:nvPr/>
        </p:nvSpPr>
        <p:spPr>
          <a:xfrm>
            <a:off x="1417320" y="3666744"/>
            <a:ext cx="2240280" cy="731520"/>
          </a:xfrm>
          <a:prstGeom prst="rect">
            <a:avLst/>
          </a:prstGeom>
          <a:noFill/>
          <a:ln/>
        </p:spPr>
        <p:txBody>
          <a:bodyPr wrap="square" lIns="0" tIns="0" rIns="0" bIns="0" rtlCol="0" anchor="ctr"/>
          <a:lstStyle/>
          <a:p>
            <a:pPr algn="l" indent="0" marL="0">
              <a:buNone/>
            </a:pPr>
            <a:r>
              <a:rPr lang="en-US" sz="2600" b="1" dirty="0">
                <a:solidFill>
                  <a:schemeClr val="accent1"/>
                </a:solidFill>
                <a:latin typeface="+mj-lt" pitchFamily="34" charset="0"/>
                <a:ea typeface="+mj-lt" pitchFamily="34" charset="-122"/>
                <a:cs typeface="+mj-lt" pitchFamily="34" charset="-120"/>
              </a:rPr>
              <a:t>het</a:t>
            </a:r>
            <a:r>
              <a:rPr lang="en-US" sz="2600" b="1" dirty="0">
                <a:solidFill>
                  <a:schemeClr val="tx1"/>
                </a:solidFill>
                <a:latin typeface="+mj-lt" pitchFamily="34" charset="0"/>
                <a:ea typeface="+mj-lt" pitchFamily="34" charset="-122"/>
                <a:cs typeface="+mj-lt" pitchFamily="34" charset="-120"/>
              </a:rPr>
              <a:t> huis</a:t>
            </a:r>
            <a:endParaRPr lang="en-US" sz="2600" dirty="0"/>
          </a:p>
        </p:txBody>
      </p:sp>
      <p:sp>
        <p:nvSpPr>
          <p:cNvPr id="30" name="Shape 20"/>
          <p:cNvSpPr/>
          <p:nvPr/>
        </p:nvSpPr>
        <p:spPr>
          <a:xfrm>
            <a:off x="7680960" y="3666744"/>
            <a:ext cx="3959352" cy="731520"/>
          </a:xfrm>
          <a:prstGeom prst="roundRect">
            <a:avLst>
              <a:gd name="adj" fmla="val 10000"/>
            </a:avLst>
          </a:prstGeom>
          <a:solidFill>
            <a:schemeClr val="tx2">
              <a:alpha val="8000"/>
            </a:schemeClr>
          </a:solidFill>
          <a:ln w="31750">
            <a:solidFill>
              <a:srgbClr val="17375E"/>
            </a:solidFill>
            <a:prstDash val="solid"/>
          </a:ln>
        </p:spPr>
      </p:sp>
      <p:pic>
        <p:nvPicPr>
          <p:cNvPr id="31" name="Image 7" descr="house with garden">    </p:cNvPr>
          <p:cNvPicPr>
            <a:picLocks noChangeAspect="1"/>
          </p:cNvPicPr>
          <p:nvPr/>
        </p:nvPicPr>
        <p:blipFill>
          <a:blip r:embed="rId8"/>
          <a:stretch>
            <a:fillRect/>
          </a:stretch>
        </p:blipFill>
        <p:spPr>
          <a:xfrm>
            <a:off x="7772400" y="3803904"/>
            <a:ext cx="457200" cy="457200"/>
          </a:xfrm>
          <a:prstGeom prst="rect">
            <a:avLst/>
          </a:prstGeom>
        </p:spPr>
      </p:pic>
      <p:pic>
        <p:nvPicPr>
          <p:cNvPr id="32" name="Image 8" descr="house with garden">    </p:cNvPr>
          <p:cNvPicPr>
            <a:picLocks noChangeAspect="1"/>
          </p:cNvPicPr>
          <p:nvPr/>
        </p:nvPicPr>
        <p:blipFill>
          <a:blip r:embed="rId9"/>
          <a:stretch>
            <a:fillRect/>
          </a:stretch>
        </p:blipFill>
        <p:spPr>
          <a:xfrm>
            <a:off x="8092440" y="3803904"/>
            <a:ext cx="457200" cy="457200"/>
          </a:xfrm>
          <a:prstGeom prst="rect">
            <a:avLst/>
          </a:prstGeom>
        </p:spPr>
      </p:pic>
      <p:sp>
        <p:nvSpPr>
          <p:cNvPr id="33" name="Text 21"/>
          <p:cNvSpPr txBox="1"/>
          <p:nvPr/>
        </p:nvSpPr>
        <p:spPr>
          <a:xfrm>
            <a:off x="8778240" y="3666744"/>
            <a:ext cx="2743200" cy="731520"/>
          </a:xfrm>
          <a:prstGeom prst="rect">
            <a:avLst/>
          </a:prstGeom>
          <a:noFill/>
          <a:ln/>
        </p:spPr>
        <p:txBody>
          <a:bodyPr wrap="square" lIns="0" tIns="0" rIns="0" bIns="0" rtlCol="0" anchor="ctr"/>
          <a:lstStyle/>
          <a:p>
            <a:pPr algn="l" indent="0" marL="0">
              <a:buNone/>
            </a:pPr>
            <a:r>
              <a:rPr lang="en-US" sz="2600" b="1" dirty="0">
                <a:solidFill>
                  <a:schemeClr val="tx2"/>
                </a:solidFill>
                <a:latin typeface="+mj-lt" pitchFamily="34" charset="0"/>
                <a:ea typeface="+mj-lt" pitchFamily="34" charset="-122"/>
                <a:cs typeface="+mj-lt" pitchFamily="34" charset="-120"/>
              </a:rPr>
              <a:t>de</a:t>
            </a:r>
            <a:r>
              <a:rPr lang="en-US" sz="2600" b="1" dirty="0">
                <a:solidFill>
                  <a:schemeClr val="tx1"/>
                </a:solidFill>
                <a:latin typeface="+mj-lt" pitchFamily="34" charset="0"/>
                <a:ea typeface="+mj-lt" pitchFamily="34" charset="-122"/>
                <a:cs typeface="+mj-lt" pitchFamily="34" charset="-120"/>
              </a:rPr>
              <a:t> huizen</a:t>
            </a:r>
            <a:endParaRPr lang="en-US" sz="2600" dirty="0"/>
          </a:p>
        </p:txBody>
      </p:sp>
      <p:sp>
        <p:nvSpPr>
          <p:cNvPr id="34" name="Shape 22"/>
          <p:cNvSpPr/>
          <p:nvPr/>
        </p:nvSpPr>
        <p:spPr>
          <a:xfrm>
            <a:off x="3794760" y="4928616"/>
            <a:ext cx="1536192" cy="914"/>
          </a:xfrm>
          <a:prstGeom prst="line">
            <a:avLst/>
          </a:prstGeom>
          <a:noFill/>
          <a:ln w="38100">
            <a:solidFill>
              <a:srgbClr val="D9700F"/>
            </a:solidFill>
            <a:prstDash val="solid"/>
          </a:ln>
        </p:spPr>
      </p:sp>
      <p:sp>
        <p:nvSpPr>
          <p:cNvPr id="35" name="Shape 23"/>
          <p:cNvSpPr/>
          <p:nvPr/>
        </p:nvSpPr>
        <p:spPr>
          <a:xfrm>
            <a:off x="6080760" y="4928616"/>
            <a:ext cx="1554480" cy="914"/>
          </a:xfrm>
          <a:prstGeom prst="line">
            <a:avLst/>
          </a:prstGeom>
          <a:noFill/>
          <a:ln w="38100">
            <a:solidFill>
              <a:srgbClr val="17375E"/>
            </a:solidFill>
            <a:prstDash val="solid"/>
            <a:tailEnd type="triangle"/>
          </a:ln>
        </p:spPr>
      </p:sp>
      <p:sp>
        <p:nvSpPr>
          <p:cNvPr id="36" name="Shape 24"/>
          <p:cNvSpPr/>
          <p:nvPr/>
        </p:nvSpPr>
        <p:spPr>
          <a:xfrm>
            <a:off x="548640" y="4562856"/>
            <a:ext cx="3200400" cy="731520"/>
          </a:xfrm>
          <a:prstGeom prst="roundRect">
            <a:avLst>
              <a:gd name="adj" fmla="val 10000"/>
            </a:avLst>
          </a:prstGeom>
          <a:solidFill>
            <a:schemeClr val="accent1">
              <a:alpha val="8000"/>
            </a:schemeClr>
          </a:solidFill>
          <a:ln w="31750">
            <a:solidFill>
              <a:srgbClr val="D9700F"/>
            </a:solidFill>
            <a:prstDash val="solid"/>
          </a:ln>
        </p:spPr>
      </p:sp>
      <p:pic>
        <p:nvPicPr>
          <p:cNvPr id="37" name="Image 9" descr="child">    </p:cNvPr>
          <p:cNvPicPr>
            <a:picLocks noChangeAspect="1"/>
          </p:cNvPicPr>
          <p:nvPr/>
        </p:nvPicPr>
        <p:blipFill>
          <a:blip r:embed="rId10"/>
          <a:stretch>
            <a:fillRect/>
          </a:stretch>
        </p:blipFill>
        <p:spPr>
          <a:xfrm>
            <a:off x="731520" y="4700016"/>
            <a:ext cx="457200" cy="457200"/>
          </a:xfrm>
          <a:prstGeom prst="rect">
            <a:avLst/>
          </a:prstGeom>
        </p:spPr>
      </p:pic>
      <p:sp>
        <p:nvSpPr>
          <p:cNvPr id="38" name="Text 25"/>
          <p:cNvSpPr txBox="1"/>
          <p:nvPr/>
        </p:nvSpPr>
        <p:spPr>
          <a:xfrm>
            <a:off x="1417320" y="4562856"/>
            <a:ext cx="2240280" cy="731520"/>
          </a:xfrm>
          <a:prstGeom prst="rect">
            <a:avLst/>
          </a:prstGeom>
          <a:noFill/>
          <a:ln/>
        </p:spPr>
        <p:txBody>
          <a:bodyPr wrap="square" lIns="0" tIns="0" rIns="0" bIns="0" rtlCol="0" anchor="ctr"/>
          <a:lstStyle/>
          <a:p>
            <a:pPr algn="l" indent="0" marL="0">
              <a:buNone/>
            </a:pPr>
            <a:r>
              <a:rPr lang="en-US" sz="2600" b="1" dirty="0">
                <a:solidFill>
                  <a:schemeClr val="accent1"/>
                </a:solidFill>
                <a:latin typeface="+mj-lt" pitchFamily="34" charset="0"/>
                <a:ea typeface="+mj-lt" pitchFamily="34" charset="-122"/>
                <a:cs typeface="+mj-lt" pitchFamily="34" charset="-120"/>
              </a:rPr>
              <a:t>het</a:t>
            </a:r>
            <a:r>
              <a:rPr lang="en-US" sz="2600" b="1" dirty="0">
                <a:solidFill>
                  <a:schemeClr val="tx1"/>
                </a:solidFill>
                <a:latin typeface="+mj-lt" pitchFamily="34" charset="0"/>
                <a:ea typeface="+mj-lt" pitchFamily="34" charset="-122"/>
                <a:cs typeface="+mj-lt" pitchFamily="34" charset="-120"/>
              </a:rPr>
              <a:t> kind</a:t>
            </a:r>
            <a:endParaRPr lang="en-US" sz="2600" dirty="0"/>
          </a:p>
        </p:txBody>
      </p:sp>
      <p:sp>
        <p:nvSpPr>
          <p:cNvPr id="39" name="Shape 26"/>
          <p:cNvSpPr/>
          <p:nvPr/>
        </p:nvSpPr>
        <p:spPr>
          <a:xfrm>
            <a:off x="7680960" y="4562856"/>
            <a:ext cx="3959352" cy="731520"/>
          </a:xfrm>
          <a:prstGeom prst="roundRect">
            <a:avLst>
              <a:gd name="adj" fmla="val 10000"/>
            </a:avLst>
          </a:prstGeom>
          <a:solidFill>
            <a:schemeClr val="tx2">
              <a:alpha val="8000"/>
            </a:schemeClr>
          </a:solidFill>
          <a:ln w="31750">
            <a:solidFill>
              <a:srgbClr val="17375E"/>
            </a:solidFill>
            <a:prstDash val="solid"/>
          </a:ln>
        </p:spPr>
      </p:sp>
      <p:pic>
        <p:nvPicPr>
          <p:cNvPr id="40" name="Image 10" descr="Child">    </p:cNvPr>
          <p:cNvPicPr>
            <a:picLocks noChangeAspect="1"/>
          </p:cNvPicPr>
          <p:nvPr/>
        </p:nvPicPr>
        <p:blipFill>
          <a:blip r:embed="rId11"/>
          <a:stretch>
            <a:fillRect/>
          </a:stretch>
        </p:blipFill>
        <p:spPr>
          <a:xfrm>
            <a:off x="7818120" y="4745736"/>
            <a:ext cx="365760" cy="365760"/>
          </a:xfrm>
          <a:prstGeom prst="rect">
            <a:avLst/>
          </a:prstGeom>
        </p:spPr>
      </p:pic>
      <p:pic>
        <p:nvPicPr>
          <p:cNvPr id="41" name="Image 11" descr="Child">    </p:cNvPr>
          <p:cNvPicPr>
            <a:picLocks noChangeAspect="1"/>
          </p:cNvPicPr>
          <p:nvPr/>
        </p:nvPicPr>
        <p:blipFill>
          <a:blip r:embed="rId12"/>
          <a:stretch>
            <a:fillRect/>
          </a:stretch>
        </p:blipFill>
        <p:spPr>
          <a:xfrm>
            <a:off x="8138160" y="4745736"/>
            <a:ext cx="365760" cy="365760"/>
          </a:xfrm>
          <a:prstGeom prst="rect">
            <a:avLst/>
          </a:prstGeom>
        </p:spPr>
      </p:pic>
      <p:sp>
        <p:nvSpPr>
          <p:cNvPr id="42" name="Text 27"/>
          <p:cNvSpPr txBox="1"/>
          <p:nvPr/>
        </p:nvSpPr>
        <p:spPr>
          <a:xfrm>
            <a:off x="8778240" y="4562856"/>
            <a:ext cx="2743200" cy="731520"/>
          </a:xfrm>
          <a:prstGeom prst="rect">
            <a:avLst/>
          </a:prstGeom>
          <a:noFill/>
          <a:ln/>
        </p:spPr>
        <p:txBody>
          <a:bodyPr wrap="square" lIns="0" tIns="0" rIns="0" bIns="0" rtlCol="0" anchor="ctr"/>
          <a:lstStyle/>
          <a:p>
            <a:pPr algn="l" indent="0" marL="0">
              <a:buNone/>
            </a:pPr>
            <a:r>
              <a:rPr lang="en-US" sz="2600" b="1" dirty="0">
                <a:solidFill>
                  <a:schemeClr val="tx2"/>
                </a:solidFill>
                <a:latin typeface="+mj-lt" pitchFamily="34" charset="0"/>
                <a:ea typeface="+mj-lt" pitchFamily="34" charset="-122"/>
                <a:cs typeface="+mj-lt" pitchFamily="34" charset="-120"/>
              </a:rPr>
              <a:t>de</a:t>
            </a:r>
            <a:r>
              <a:rPr lang="en-US" sz="2600" b="1" dirty="0">
                <a:solidFill>
                  <a:schemeClr val="tx1"/>
                </a:solidFill>
                <a:latin typeface="+mj-lt" pitchFamily="34" charset="0"/>
                <a:ea typeface="+mj-lt" pitchFamily="34" charset="-122"/>
                <a:cs typeface="+mj-lt" pitchFamily="34" charset="-120"/>
              </a:rPr>
              <a:t> kinderen</a:t>
            </a:r>
            <a:endParaRPr lang="en-US" sz="2600" dirty="0"/>
          </a:p>
        </p:txBody>
      </p:sp>
      <p:sp>
        <p:nvSpPr>
          <p:cNvPr id="43" name="Shape 28"/>
          <p:cNvSpPr/>
          <p:nvPr/>
        </p:nvSpPr>
        <p:spPr>
          <a:xfrm>
            <a:off x="5349240" y="1828800"/>
            <a:ext cx="731520" cy="3511296"/>
          </a:xfrm>
          <a:prstGeom prst="roundRect">
            <a:avLst>
              <a:gd name="adj" fmla="val 15000"/>
            </a:avLst>
          </a:prstGeom>
          <a:solidFill>
            <a:schemeClr val="tx2"/>
          </a:solidFill>
          <a:ln w="12700">
            <a:solidFill>
              <a:srgbClr val="FFFFFF">
                <a:alpha val="0"/>
              </a:srgbClr>
            </a:solidFill>
            <a:prstDash val="solid"/>
          </a:ln>
        </p:spPr>
      </p:sp>
      <p:sp>
        <p:nvSpPr>
          <p:cNvPr id="44" name="Text 29"/>
          <p:cNvSpPr/>
          <p:nvPr/>
        </p:nvSpPr>
        <p:spPr>
          <a:xfrm rot="16200000">
            <a:off x="3959352" y="3218688"/>
            <a:ext cx="3511296" cy="731520"/>
          </a:xfrm>
          <a:prstGeom prst="rect">
            <a:avLst/>
          </a:prstGeom>
          <a:noFill/>
          <a:ln/>
        </p:spPr>
        <p:txBody>
          <a:bodyPr wrap="square" lIns="0" tIns="0" rIns="0" bIns="0" rtlCol="0" anchor="ctr"/>
          <a:lstStyle/>
          <a:p>
            <a:pPr algn="ctr" indent="0" marL="0">
              <a:buNone/>
            </a:pPr>
            <a:r>
              <a:rPr lang="en-US" sz="2000" b="1" spc="300" kern="0" dirty="0">
                <a:solidFill>
                  <a:srgbClr val="FFFFFF"/>
                </a:solidFill>
                <a:latin typeface="+mj-lt" pitchFamily="34" charset="0"/>
                <a:ea typeface="+mj-lt" pitchFamily="34" charset="-122"/>
                <a:cs typeface="+mj-lt" pitchFamily="34" charset="-120"/>
              </a:rPr>
              <a:t>PLURIEL = DE</a:t>
            </a:r>
            <a:endParaRPr lang="en-US" sz="2000" dirty="0"/>
          </a:p>
        </p:txBody>
      </p:sp>
      <p:sp>
        <p:nvSpPr>
          <p:cNvPr id="45" name="Shape 30"/>
          <p:cNvSpPr/>
          <p:nvPr/>
        </p:nvSpPr>
        <p:spPr>
          <a:xfrm>
            <a:off x="548640" y="5504688"/>
            <a:ext cx="11091672" cy="758952"/>
          </a:xfrm>
          <a:prstGeom prst="roundRect">
            <a:avLst>
              <a:gd name="adj" fmla="val 9639"/>
            </a:avLst>
          </a:prstGeom>
          <a:solidFill>
            <a:schemeClr val="bg2"/>
          </a:solidFill>
          <a:ln w="12700">
            <a:solidFill>
              <a:srgbClr val="D5DCE6"/>
            </a:solidFill>
            <a:prstDash val="solid"/>
          </a:ln>
        </p:spPr>
      </p:sp>
      <p:sp>
        <p:nvSpPr>
          <p:cNvPr id="46" name="tag"/>
          <p:cNvSpPr/>
          <p:nvPr/>
        </p:nvSpPr>
        <p:spPr>
          <a:xfrm>
            <a:off x="731520" y="5715000"/>
            <a:ext cx="1410614" cy="347472"/>
          </a:xfrm>
          <a:prstGeom prst="roundRect">
            <a:avLst>
              <a:gd name="adj" fmla="val 13158"/>
            </a:avLst>
          </a:prstGeom>
          <a:solidFill>
            <a:schemeClr val="accent5"/>
          </a:solidFill>
          <a:ln/>
        </p:spPr>
        <p:txBody>
          <a:bodyPr wrap="square" lIns="0" tIns="0" rIns="0" bIns="0" rtlCol="0" anchor="ctr"/>
          <a:lstStyle/>
          <a:p>
            <a:pPr algn="ctr" indent="0" marL="0">
              <a:buNone/>
            </a:pPr>
            <a:r>
              <a:rPr lang="en-US" sz="1300" b="1" spc="100" kern="0" dirty="0">
                <a:solidFill>
                  <a:srgbClr val="FFFFFF"/>
                </a:solidFill>
              </a:rPr>
              <a:t>INDÉFINI</a:t>
            </a:r>
            <a:endParaRPr lang="en-US" sz="1300" dirty="0"/>
          </a:p>
        </p:txBody>
      </p:sp>
      <p:sp>
        <p:nvSpPr>
          <p:cNvPr id="47" name="Text 32"/>
          <p:cNvSpPr txBox="1"/>
          <p:nvPr/>
        </p:nvSpPr>
        <p:spPr>
          <a:xfrm>
            <a:off x="1965960" y="5504688"/>
            <a:ext cx="1280160" cy="758952"/>
          </a:xfrm>
          <a:prstGeom prst="rect">
            <a:avLst/>
          </a:prstGeom>
          <a:noFill/>
          <a:ln/>
        </p:spPr>
        <p:txBody>
          <a:bodyPr wrap="square" lIns="0" tIns="0" rIns="0" bIns="0" rtlCol="0" anchor="ctr"/>
          <a:lstStyle/>
          <a:p>
            <a:pPr algn="r" indent="0" marL="0">
              <a:buNone/>
            </a:pPr>
            <a:r>
              <a:rPr lang="en-US" sz="2200" b="1" i="1" dirty="0">
                <a:solidFill>
                  <a:schemeClr val="tx1"/>
                </a:solidFill>
              </a:rPr>
              <a:t>een huis</a:t>
            </a:r>
            <a:endParaRPr lang="en-US" sz="2200" dirty="0"/>
          </a:p>
        </p:txBody>
      </p:sp>
      <p:sp>
        <p:nvSpPr>
          <p:cNvPr id="48" name="Shape 33"/>
          <p:cNvSpPr/>
          <p:nvPr/>
        </p:nvSpPr>
        <p:spPr>
          <a:xfrm>
            <a:off x="3337560" y="5884164"/>
            <a:ext cx="548640" cy="914"/>
          </a:xfrm>
          <a:prstGeom prst="line">
            <a:avLst/>
          </a:prstGeom>
          <a:noFill/>
          <a:ln w="31750">
            <a:solidFill>
              <a:srgbClr val="D9700F"/>
            </a:solidFill>
            <a:prstDash val="solid"/>
            <a:tailEnd type="triangle"/>
          </a:ln>
        </p:spPr>
      </p:sp>
      <p:sp>
        <p:nvSpPr>
          <p:cNvPr id="49" name="Shape 34"/>
          <p:cNvSpPr/>
          <p:nvPr/>
        </p:nvSpPr>
        <p:spPr>
          <a:xfrm>
            <a:off x="3977640" y="5641848"/>
            <a:ext cx="548640" cy="484632"/>
          </a:xfrm>
          <a:prstGeom prst="roundRect">
            <a:avLst>
              <a:gd name="adj" fmla="val 11321"/>
            </a:avLst>
          </a:prstGeom>
          <a:noFill/>
          <a:ln w="22225">
            <a:solidFill>
              <a:srgbClr val="7F8C9E"/>
            </a:solidFill>
            <a:prstDash val="dash"/>
          </a:ln>
        </p:spPr>
      </p:sp>
      <p:sp>
        <p:nvSpPr>
          <p:cNvPr id="50" name="Text 35"/>
          <p:cNvSpPr txBox="1"/>
          <p:nvPr/>
        </p:nvSpPr>
        <p:spPr>
          <a:xfrm>
            <a:off x="3977640" y="5641848"/>
            <a:ext cx="548640" cy="484632"/>
          </a:xfrm>
          <a:prstGeom prst="rect">
            <a:avLst/>
          </a:prstGeom>
          <a:noFill/>
          <a:ln/>
        </p:spPr>
        <p:txBody>
          <a:bodyPr wrap="square" lIns="0" tIns="0" rIns="0" bIns="0" rtlCol="0" anchor="ctr"/>
          <a:lstStyle/>
          <a:p>
            <a:pPr algn="ctr" indent="0" marL="0">
              <a:buNone/>
            </a:pPr>
            <a:r>
              <a:rPr lang="en-US" sz="1800" b="1" dirty="0">
                <a:solidFill>
                  <a:srgbClr val="7F8C9E"/>
                </a:solidFill>
                <a:latin typeface="+mj-lt" pitchFamily="34" charset="0"/>
                <a:ea typeface="+mj-lt" pitchFamily="34" charset="-122"/>
                <a:cs typeface="+mj-lt" pitchFamily="34" charset="-120"/>
              </a:rPr>
              <a:t>Ø</a:t>
            </a:r>
            <a:endParaRPr lang="en-US" sz="1800" dirty="0"/>
          </a:p>
        </p:txBody>
      </p:sp>
      <p:sp>
        <p:nvSpPr>
          <p:cNvPr id="51" name="Text 36"/>
          <p:cNvSpPr txBox="1"/>
          <p:nvPr/>
        </p:nvSpPr>
        <p:spPr>
          <a:xfrm>
            <a:off x="4617720" y="5504688"/>
            <a:ext cx="1097280" cy="758952"/>
          </a:xfrm>
          <a:prstGeom prst="rect">
            <a:avLst/>
          </a:prstGeom>
          <a:noFill/>
          <a:ln/>
        </p:spPr>
        <p:txBody>
          <a:bodyPr wrap="square" lIns="0" tIns="0" rIns="0" bIns="0" rtlCol="0" anchor="ctr"/>
          <a:lstStyle/>
          <a:p>
            <a:pPr algn="l" indent="0" marL="0">
              <a:buNone/>
            </a:pPr>
            <a:r>
              <a:rPr lang="en-US" sz="2200" b="1" i="1" dirty="0">
                <a:solidFill>
                  <a:schemeClr val="tx1"/>
                </a:solidFill>
              </a:rPr>
              <a:t>huizen</a:t>
            </a:r>
            <a:endParaRPr lang="en-US" sz="2200" dirty="0"/>
          </a:p>
        </p:txBody>
      </p:sp>
      <p:sp>
        <p:nvSpPr>
          <p:cNvPr id="52" name="Text 37"/>
          <p:cNvSpPr txBox="1"/>
          <p:nvPr/>
        </p:nvSpPr>
        <p:spPr>
          <a:xfrm>
            <a:off x="5669280" y="5504688"/>
            <a:ext cx="1417320" cy="758952"/>
          </a:xfrm>
          <a:prstGeom prst="rect">
            <a:avLst/>
          </a:prstGeom>
          <a:noFill/>
          <a:ln/>
        </p:spPr>
        <p:txBody>
          <a:bodyPr wrap="square" lIns="0" tIns="0" rIns="0" bIns="0" rtlCol="0" anchor="ctr"/>
          <a:lstStyle/>
          <a:p>
            <a:pPr algn="l" indent="0" marL="0">
              <a:buNone/>
            </a:pPr>
            <a:r>
              <a:rPr lang="en-US" sz="1500" i="1" dirty="0">
                <a:solidFill>
                  <a:schemeClr val="accent5"/>
                </a:solidFill>
              </a:rPr>
              <a:t>(des maisons)</a:t>
            </a:r>
            <a:endParaRPr lang="en-US" sz="1500" dirty="0"/>
          </a:p>
        </p:txBody>
      </p:sp>
      <p:sp>
        <p:nvSpPr>
          <p:cNvPr id="53" name="Shape 38"/>
          <p:cNvSpPr/>
          <p:nvPr/>
        </p:nvSpPr>
        <p:spPr>
          <a:xfrm>
            <a:off x="7132320" y="5623560"/>
            <a:ext cx="914" cy="521208"/>
          </a:xfrm>
          <a:prstGeom prst="line">
            <a:avLst/>
          </a:prstGeom>
          <a:noFill/>
          <a:ln w="15875">
            <a:solidFill>
              <a:srgbClr val="D5DCE6"/>
            </a:solidFill>
            <a:prstDash val="solid"/>
          </a:ln>
        </p:spPr>
      </p:sp>
      <p:pic>
        <p:nvPicPr>
          <p:cNvPr id="54" name="Image 12" descr="Comment">    </p:cNvPr>
          <p:cNvPicPr>
            <a:picLocks noChangeAspect="1"/>
          </p:cNvPicPr>
          <p:nvPr/>
        </p:nvPicPr>
        <p:blipFill>
          <a:blip r:embed="rId13"/>
          <a:stretch>
            <a:fillRect/>
          </a:stretch>
        </p:blipFill>
        <p:spPr>
          <a:xfrm>
            <a:off x="7315200" y="5733288"/>
            <a:ext cx="301752" cy="301752"/>
          </a:xfrm>
          <a:prstGeom prst="rect">
            <a:avLst/>
          </a:prstGeom>
        </p:spPr>
      </p:pic>
      <p:sp>
        <p:nvSpPr>
          <p:cNvPr id="55" name="Text 39"/>
          <p:cNvSpPr txBox="1"/>
          <p:nvPr/>
        </p:nvSpPr>
        <p:spPr>
          <a:xfrm>
            <a:off x="7726680" y="5504688"/>
            <a:ext cx="3840480" cy="758952"/>
          </a:xfrm>
          <a:prstGeom prst="rect">
            <a:avLst/>
          </a:prstGeom>
          <a:noFill/>
          <a:ln/>
        </p:spPr>
        <p:txBody>
          <a:bodyPr wrap="square" lIns="0" tIns="0" rIns="0" bIns="0" rtlCol="0" anchor="ctr"/>
          <a:lstStyle/>
          <a:p>
            <a:pPr algn="l" indent="0" marL="0">
              <a:buNone/>
            </a:pPr>
            <a:r>
              <a:rPr lang="en-US" sz="1900" i="1" dirty="0">
                <a:solidFill>
                  <a:schemeClr val="tx1"/>
                </a:solidFill>
              </a:rPr>
              <a:t>Mijn kinderen eten graag </a:t>
            </a:r>
            <a:r>
              <a:rPr lang="en-US" sz="1900" b="1" i="1" dirty="0">
                <a:solidFill>
                  <a:schemeClr val="tx1"/>
                </a:solidFill>
              </a:rPr>
              <a:t>Ø</a:t>
            </a:r>
            <a:r>
              <a:rPr lang="en-US" sz="1900" i="1" dirty="0">
                <a:solidFill>
                  <a:schemeClr val="tx1"/>
                </a:solidFill>
              </a:rPr>
              <a:t> ijsjes.</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Stratégie n°1 — dans le doute, choisissez DE</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graphicFrame>
        <p:nvGraphicFramePr>
          <p:cNvPr id="5" name="Chart 0" descr="Environ 2 noms sur 3 sont en DE"/>
          <p:cNvGraphicFramePr/>
          <p:nvPr/>
        </p:nvGraphicFramePr>
        <p:xfrm>
          <a:off x="685800" y="1554480"/>
          <a:ext cx="4663440" cy="46634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4019724" y="4507260"/>
            <a:ext cx="1097280" cy="548640"/>
          </a:xfrm>
          <a:prstGeom prst="rect">
            <a:avLst/>
          </a:prstGeom>
          <a:noFill/>
          <a:ln/>
        </p:spPr>
        <p:txBody>
          <a:bodyPr wrap="square" lIns="0" tIns="0" rIns="0" bIns="0" rtlCol="0" anchor="ctr"/>
          <a:lstStyle/>
          <a:p>
            <a:pPr algn="ctr" indent="0" marL="0">
              <a:buNone/>
            </a:pPr>
            <a:r>
              <a:rPr lang="en-US" sz="2600" b="1" dirty="0">
                <a:solidFill>
                  <a:schemeClr val="bg1"/>
                </a:solidFill>
                <a:latin typeface="+mj-lt" pitchFamily="34" charset="0"/>
                <a:ea typeface="+mj-lt" pitchFamily="34" charset="-122"/>
                <a:cs typeface="+mj-lt" pitchFamily="34" charset="-120"/>
              </a:rPr>
              <a:t>DE</a:t>
            </a:r>
            <a:endParaRPr lang="en-US" sz="2600" dirty="0"/>
          </a:p>
        </p:txBody>
      </p:sp>
      <p:sp>
        <p:nvSpPr>
          <p:cNvPr id="7" name="Text 3"/>
          <p:cNvSpPr txBox="1"/>
          <p:nvPr/>
        </p:nvSpPr>
        <p:spPr>
          <a:xfrm>
            <a:off x="918036" y="2716500"/>
            <a:ext cx="1097280" cy="548640"/>
          </a:xfrm>
          <a:prstGeom prst="rect">
            <a:avLst/>
          </a:prstGeom>
          <a:noFill/>
          <a:ln/>
        </p:spPr>
        <p:txBody>
          <a:bodyPr wrap="square" lIns="0" tIns="0" rIns="0" bIns="0" rtlCol="0" anchor="ctr"/>
          <a:lstStyle/>
          <a:p>
            <a:pPr algn="ctr" indent="0" marL="0">
              <a:buNone/>
            </a:pPr>
            <a:r>
              <a:rPr lang="en-US" sz="2600" b="1" dirty="0">
                <a:solidFill>
                  <a:schemeClr val="bg1"/>
                </a:solidFill>
                <a:latin typeface="+mj-lt" pitchFamily="34" charset="0"/>
                <a:ea typeface="+mj-lt" pitchFamily="34" charset="-122"/>
                <a:cs typeface="+mj-lt" pitchFamily="34" charset="-120"/>
              </a:rPr>
              <a:t>HET</a:t>
            </a:r>
            <a:endParaRPr lang="en-US" sz="2600" dirty="0"/>
          </a:p>
        </p:txBody>
      </p:sp>
      <p:sp>
        <p:nvSpPr>
          <p:cNvPr id="8" name="Text 4"/>
          <p:cNvSpPr txBox="1"/>
          <p:nvPr/>
        </p:nvSpPr>
        <p:spPr>
          <a:xfrm>
            <a:off x="1920240" y="3337560"/>
            <a:ext cx="2194560" cy="731520"/>
          </a:xfrm>
          <a:prstGeom prst="rect">
            <a:avLst/>
          </a:prstGeom>
          <a:noFill/>
          <a:ln/>
        </p:spPr>
        <p:txBody>
          <a:bodyPr wrap="square" lIns="0" tIns="0" rIns="0" bIns="0" rtlCol="0" anchor="ctr"/>
          <a:lstStyle/>
          <a:p>
            <a:pPr algn="ctr" indent="0" marL="0">
              <a:buNone/>
            </a:pPr>
            <a:r>
              <a:rPr lang="en-US" sz="4000" b="1" dirty="0">
                <a:solidFill>
                  <a:schemeClr val="tx2"/>
                </a:solidFill>
                <a:latin typeface="+mj-lt" pitchFamily="34" charset="0"/>
                <a:ea typeface="+mj-lt" pitchFamily="34" charset="-122"/>
                <a:cs typeface="+mj-lt" pitchFamily="34" charset="-120"/>
              </a:rPr>
              <a:t>≈ 2/3</a:t>
            </a:r>
            <a:endParaRPr lang="en-US" sz="4000" dirty="0"/>
          </a:p>
        </p:txBody>
      </p:sp>
      <p:sp>
        <p:nvSpPr>
          <p:cNvPr id="9" name="Text 5"/>
          <p:cNvSpPr txBox="1"/>
          <p:nvPr/>
        </p:nvSpPr>
        <p:spPr>
          <a:xfrm>
            <a:off x="2103120" y="4069080"/>
            <a:ext cx="1828800" cy="365760"/>
          </a:xfrm>
          <a:prstGeom prst="rect">
            <a:avLst/>
          </a:prstGeom>
          <a:noFill/>
          <a:ln/>
        </p:spPr>
        <p:txBody>
          <a:bodyPr wrap="square" lIns="0" tIns="0" rIns="0" bIns="0" rtlCol="0" anchor="ctr"/>
          <a:lstStyle/>
          <a:p>
            <a:pPr algn="ctr" indent="0" marL="0">
              <a:buNone/>
            </a:pPr>
            <a:r>
              <a:rPr lang="en-US" sz="1300" i="1" dirty="0">
                <a:solidFill>
                  <a:schemeClr val="accent5"/>
                </a:solidFill>
              </a:rPr>
              <a:t>des noms en </a:t>
            </a:r>
            <a:r>
              <a:rPr lang="en-US" sz="1300" b="1" i="1" dirty="0">
                <a:solidFill>
                  <a:schemeClr val="accent5"/>
                </a:solidFill>
              </a:rPr>
              <a:t>DE</a:t>
            </a:r>
            <a:endParaRPr lang="en-US" sz="1300" dirty="0"/>
          </a:p>
        </p:txBody>
      </p:sp>
      <p:sp>
        <p:nvSpPr>
          <p:cNvPr id="10" name="Text 6"/>
          <p:cNvSpPr txBox="1"/>
          <p:nvPr/>
        </p:nvSpPr>
        <p:spPr>
          <a:xfrm>
            <a:off x="5760720" y="1554480"/>
            <a:ext cx="5879592" cy="731520"/>
          </a:xfrm>
          <a:prstGeom prst="rect">
            <a:avLst/>
          </a:prstGeom>
          <a:noFill/>
          <a:ln/>
        </p:spPr>
        <p:txBody>
          <a:bodyPr wrap="square" lIns="0" tIns="0" rIns="0" bIns="0" rtlCol="0" anchor="ctr"/>
          <a:lstStyle/>
          <a:p>
            <a:pPr algn="l" indent="0" marL="0">
              <a:buNone/>
            </a:pPr>
            <a:r>
              <a:rPr lang="en-US" sz="2400" dirty="0">
                <a:solidFill>
                  <a:schemeClr val="tx1"/>
                </a:solidFill>
              </a:rPr>
              <a:t>Environ </a:t>
            </a:r>
            <a:r>
              <a:rPr lang="en-US" sz="2400" b="1" dirty="0">
                <a:solidFill>
                  <a:schemeClr val="tx1"/>
                </a:solidFill>
              </a:rPr>
              <a:t>2 noms sur 3</a:t>
            </a:r>
            <a:r>
              <a:rPr lang="en-US" sz="2400" dirty="0">
                <a:solidFill>
                  <a:schemeClr val="tx1"/>
                </a:solidFill>
              </a:rPr>
              <a:t> sont des mots en </a:t>
            </a:r>
            <a:r>
              <a:rPr lang="en-US" sz="2400" b="1" dirty="0">
                <a:solidFill>
                  <a:schemeClr val="tx2"/>
                </a:solidFill>
              </a:rPr>
              <a:t>DE</a:t>
            </a:r>
            <a:r>
              <a:rPr lang="en-US" sz="2400" dirty="0">
                <a:solidFill>
                  <a:schemeClr val="tx1"/>
                </a:solidFill>
              </a:rPr>
              <a:t>.</a:t>
            </a:r>
            <a:endParaRPr lang="en-US" sz="2400" dirty="0"/>
          </a:p>
        </p:txBody>
      </p:sp>
      <p:sp>
        <p:nvSpPr>
          <p:cNvPr id="11" name="Shape 7"/>
          <p:cNvSpPr/>
          <p:nvPr/>
        </p:nvSpPr>
        <p:spPr>
          <a:xfrm>
            <a:off x="5760720" y="2514600"/>
            <a:ext cx="5879592" cy="1097280"/>
          </a:xfrm>
          <a:prstGeom prst="roundRect">
            <a:avLst>
              <a:gd name="adj" fmla="val 12500"/>
            </a:avLst>
          </a:prstGeom>
          <a:solidFill>
            <a:schemeClr val="tx2">
              <a:alpha val="9000"/>
            </a:schemeClr>
          </a:solidFill>
          <a:ln w="15875">
            <a:solidFill>
              <a:srgbClr val="17375E"/>
            </a:solidFill>
            <a:prstDash val="solid"/>
          </a:ln>
        </p:spPr>
      </p:sp>
      <p:sp>
        <p:nvSpPr>
          <p:cNvPr id="12" name="Shape 8"/>
          <p:cNvSpPr/>
          <p:nvPr/>
        </p:nvSpPr>
        <p:spPr>
          <a:xfrm>
            <a:off x="5943600" y="2706624"/>
            <a:ext cx="713232" cy="713232"/>
          </a:xfrm>
          <a:prstGeom prst="ellipse">
            <a:avLst/>
          </a:prstGeom>
          <a:solidFill>
            <a:schemeClr val="tx2"/>
          </a:solidFill>
          <a:ln w="12700">
            <a:solidFill>
              <a:srgbClr val="FFFFFF">
                <a:alpha val="0"/>
              </a:srgbClr>
            </a:solidFill>
            <a:prstDash val="solid"/>
          </a:ln>
        </p:spPr>
      </p:sp>
      <p:pic>
        <p:nvPicPr>
          <p:cNvPr id="13" name="Image 0" descr="LifeBuoy">    </p:cNvPr>
          <p:cNvPicPr>
            <a:picLocks noChangeAspect="1"/>
          </p:cNvPicPr>
          <p:nvPr/>
        </p:nvPicPr>
        <p:blipFill>
          <a:blip r:embed="rId2"/>
          <a:stretch>
            <a:fillRect/>
          </a:stretch>
        </p:blipFill>
        <p:spPr>
          <a:xfrm>
            <a:off x="6114776" y="2877800"/>
            <a:ext cx="370881" cy="370881"/>
          </a:xfrm>
          <a:prstGeom prst="rect">
            <a:avLst/>
          </a:prstGeom>
        </p:spPr>
      </p:pic>
      <p:sp>
        <p:nvSpPr>
          <p:cNvPr id="14" name="Text 9"/>
          <p:cNvSpPr txBox="1"/>
          <p:nvPr/>
        </p:nvSpPr>
        <p:spPr>
          <a:xfrm>
            <a:off x="6858000" y="2587752"/>
            <a:ext cx="4617720" cy="950976"/>
          </a:xfrm>
          <a:prstGeom prst="rect">
            <a:avLst/>
          </a:prstGeom>
          <a:noFill/>
          <a:ln/>
        </p:spPr>
        <p:txBody>
          <a:bodyPr wrap="square" lIns="0" tIns="0" rIns="0" bIns="0" rtlCol="0" anchor="ctr"/>
          <a:lstStyle/>
          <a:p>
            <a:pPr algn="l" indent="0" marL="0">
              <a:buNone/>
            </a:pPr>
            <a:r>
              <a:rPr lang="en-US" sz="1900" dirty="0">
                <a:solidFill>
                  <a:schemeClr val="tx1"/>
                </a:solidFill>
              </a:rPr>
              <a:t>Je ne sais pas → je dis </a:t>
            </a:r>
            <a:r>
              <a:rPr lang="en-US" sz="1900" b="1" dirty="0">
                <a:solidFill>
                  <a:schemeClr val="tx2"/>
                </a:solidFill>
              </a:rPr>
              <a:t>de</a:t>
            </a:r>
            <a:r>
              <a:rPr lang="en-US" sz="1900" dirty="0">
                <a:solidFill>
                  <a:schemeClr val="tx1"/>
                </a:solidFill>
              </a:rPr>
              <a:t> : j’ai plus de chances d’avoir raison.</a:t>
            </a:r>
            <a:endParaRPr lang="en-US" sz="1900" dirty="0"/>
          </a:p>
        </p:txBody>
      </p:sp>
      <p:sp>
        <p:nvSpPr>
          <p:cNvPr id="15" name="Shape 10"/>
          <p:cNvSpPr/>
          <p:nvPr/>
        </p:nvSpPr>
        <p:spPr>
          <a:xfrm>
            <a:off x="5760720" y="3776472"/>
            <a:ext cx="5879592" cy="1097280"/>
          </a:xfrm>
          <a:prstGeom prst="roundRect">
            <a:avLst>
              <a:gd name="adj" fmla="val 12500"/>
            </a:avLst>
          </a:prstGeom>
          <a:solidFill>
            <a:schemeClr val="accent5">
              <a:alpha val="9000"/>
            </a:schemeClr>
          </a:solidFill>
          <a:ln w="15875">
            <a:solidFill>
              <a:srgbClr val="4A5A70"/>
            </a:solidFill>
            <a:prstDash val="solid"/>
          </a:ln>
        </p:spPr>
      </p:sp>
      <p:sp>
        <p:nvSpPr>
          <p:cNvPr id="16" name="Shape 11"/>
          <p:cNvSpPr/>
          <p:nvPr/>
        </p:nvSpPr>
        <p:spPr>
          <a:xfrm>
            <a:off x="5943600" y="3968496"/>
            <a:ext cx="713232" cy="713232"/>
          </a:xfrm>
          <a:prstGeom prst="ellipse">
            <a:avLst/>
          </a:prstGeom>
          <a:solidFill>
            <a:schemeClr val="accent5"/>
          </a:solidFill>
          <a:ln w="12700">
            <a:solidFill>
              <a:srgbClr val="FFFFFF">
                <a:alpha val="0"/>
              </a:srgbClr>
            </a:solidFill>
            <a:prstDash val="solid"/>
          </a:ln>
        </p:spPr>
      </p:sp>
      <p:pic>
        <p:nvPicPr>
          <p:cNvPr id="17" name="Image 1" descr="BookOpen">    </p:cNvPr>
          <p:cNvPicPr>
            <a:picLocks noChangeAspect="1"/>
          </p:cNvPicPr>
          <p:nvPr/>
        </p:nvPicPr>
        <p:blipFill>
          <a:blip r:embed="rId3"/>
          <a:stretch>
            <a:fillRect/>
          </a:stretch>
        </p:blipFill>
        <p:spPr>
          <a:xfrm>
            <a:off x="6114776" y="4139672"/>
            <a:ext cx="370881" cy="370881"/>
          </a:xfrm>
          <a:prstGeom prst="rect">
            <a:avLst/>
          </a:prstGeom>
        </p:spPr>
      </p:pic>
      <p:sp>
        <p:nvSpPr>
          <p:cNvPr id="18" name="Text 12"/>
          <p:cNvSpPr txBox="1"/>
          <p:nvPr/>
        </p:nvSpPr>
        <p:spPr>
          <a:xfrm>
            <a:off x="6858000" y="3849624"/>
            <a:ext cx="4617720" cy="950976"/>
          </a:xfrm>
          <a:prstGeom prst="rect">
            <a:avLst/>
          </a:prstGeom>
          <a:noFill/>
          <a:ln/>
        </p:spPr>
        <p:txBody>
          <a:bodyPr wrap="square" lIns="0" tIns="0" rIns="0" bIns="0" rtlCol="0" anchor="ctr"/>
          <a:lstStyle/>
          <a:p>
            <a:pPr algn="l" indent="0" marL="0">
              <a:buNone/>
            </a:pPr>
            <a:r>
              <a:rPr lang="en-US" sz="1900" dirty="0">
                <a:solidFill>
                  <a:schemeClr val="tx1"/>
                </a:solidFill>
              </a:rPr>
              <a:t>J’ai un doute à l’écrit → je vérifie dans le dictionnaire (</a:t>
            </a:r>
            <a:r>
              <a:rPr lang="en-US" sz="1900" i="1" dirty="0">
                <a:solidFill>
                  <a:schemeClr val="tx1"/>
                </a:solidFill>
              </a:rPr>
              <a:t>de</a:t>
            </a:r>
            <a:r>
              <a:rPr lang="en-US" sz="1900" dirty="0">
                <a:solidFill>
                  <a:schemeClr val="tx1"/>
                </a:solidFill>
              </a:rPr>
              <a:t> ou </a:t>
            </a:r>
            <a:r>
              <a:rPr lang="en-US" sz="1900" i="1" dirty="0">
                <a:solidFill>
                  <a:schemeClr val="tx1"/>
                </a:solidFill>
              </a:rPr>
              <a:t>het</a:t>
            </a:r>
            <a:r>
              <a:rPr lang="en-US" sz="1900" dirty="0">
                <a:solidFill>
                  <a:schemeClr val="tx1"/>
                </a:solidFill>
              </a:rPr>
              <a:t>, ou </a:t>
            </a:r>
            <a:r>
              <a:rPr lang="en-US" sz="1900" i="1" dirty="0">
                <a:solidFill>
                  <a:schemeClr val="tx1"/>
                </a:solidFill>
              </a:rPr>
              <a:t>m / v / o</a:t>
            </a:r>
            <a:r>
              <a:rPr lang="en-US" sz="1900" dirty="0">
                <a:solidFill>
                  <a:schemeClr val="tx1"/>
                </a:solidFill>
              </a:rPr>
              <a:t> : </a:t>
            </a:r>
            <a:r>
              <a:rPr lang="en-US" sz="1900" i="1" dirty="0">
                <a:solidFill>
                  <a:schemeClr val="tx1"/>
                </a:solidFill>
              </a:rPr>
              <a:t>o</a:t>
            </a:r>
            <a:r>
              <a:rPr lang="en-US" sz="1900" dirty="0">
                <a:solidFill>
                  <a:schemeClr val="tx1"/>
                </a:solidFill>
              </a:rPr>
              <a:t> = </a:t>
            </a:r>
            <a:r>
              <a:rPr lang="en-US" sz="1900" i="1" dirty="0">
                <a:solidFill>
                  <a:schemeClr val="tx1"/>
                </a:solidFill>
              </a:rPr>
              <a:t>het</a:t>
            </a:r>
            <a:r>
              <a:rPr lang="en-US" sz="1900" dirty="0">
                <a:solidFill>
                  <a:schemeClr val="tx1"/>
                </a:solidFill>
              </a:rPr>
              <a:t>).</a:t>
            </a:r>
            <a:endParaRPr lang="en-US" sz="1900" dirty="0"/>
          </a:p>
        </p:txBody>
      </p:sp>
      <p:sp>
        <p:nvSpPr>
          <p:cNvPr id="19" name="Shape 13"/>
          <p:cNvSpPr/>
          <p:nvPr/>
        </p:nvSpPr>
        <p:spPr>
          <a:xfrm>
            <a:off x="5760720" y="5038344"/>
            <a:ext cx="5879592" cy="1097280"/>
          </a:xfrm>
          <a:prstGeom prst="roundRect">
            <a:avLst>
              <a:gd name="adj" fmla="val 12500"/>
            </a:avLst>
          </a:prstGeom>
          <a:solidFill>
            <a:schemeClr val="accent1">
              <a:alpha val="9000"/>
            </a:schemeClr>
          </a:solidFill>
          <a:ln w="15875">
            <a:solidFill>
              <a:srgbClr val="D9700F"/>
            </a:solidFill>
            <a:prstDash val="solid"/>
          </a:ln>
        </p:spPr>
      </p:sp>
      <p:sp>
        <p:nvSpPr>
          <p:cNvPr id="20" name="Shape 14"/>
          <p:cNvSpPr/>
          <p:nvPr/>
        </p:nvSpPr>
        <p:spPr>
          <a:xfrm>
            <a:off x="5943600" y="5230368"/>
            <a:ext cx="713232" cy="713232"/>
          </a:xfrm>
          <a:prstGeom prst="ellipse">
            <a:avLst/>
          </a:prstGeom>
          <a:solidFill>
            <a:schemeClr val="accent1"/>
          </a:solidFill>
          <a:ln w="12700">
            <a:solidFill>
              <a:srgbClr val="FFFFFF">
                <a:alpha val="0"/>
              </a:srgbClr>
            </a:solidFill>
            <a:prstDash val="solid"/>
          </a:ln>
        </p:spPr>
      </p:sp>
      <p:pic>
        <p:nvPicPr>
          <p:cNvPr id="21" name="Image 2" descr="Bullseye">    </p:cNvPr>
          <p:cNvPicPr>
            <a:picLocks noChangeAspect="1"/>
          </p:cNvPicPr>
          <p:nvPr/>
        </p:nvPicPr>
        <p:blipFill>
          <a:blip r:embed="rId4"/>
          <a:stretch>
            <a:fillRect/>
          </a:stretch>
        </p:blipFill>
        <p:spPr>
          <a:xfrm>
            <a:off x="6114776" y="5401544"/>
            <a:ext cx="370881" cy="370881"/>
          </a:xfrm>
          <a:prstGeom prst="rect">
            <a:avLst/>
          </a:prstGeom>
        </p:spPr>
      </p:pic>
      <p:sp>
        <p:nvSpPr>
          <p:cNvPr id="22" name="Text 15"/>
          <p:cNvSpPr txBox="1"/>
          <p:nvPr/>
        </p:nvSpPr>
        <p:spPr>
          <a:xfrm>
            <a:off x="6858000" y="5111496"/>
            <a:ext cx="4617720" cy="950976"/>
          </a:xfrm>
          <a:prstGeom prst="rect">
            <a:avLst/>
          </a:prstGeom>
          <a:noFill/>
          <a:ln/>
        </p:spPr>
        <p:txBody>
          <a:bodyPr wrap="square" lIns="0" tIns="0" rIns="0" bIns="0" rtlCol="0" anchor="ctr"/>
          <a:lstStyle/>
          <a:p>
            <a:pPr algn="l" indent="0" marL="0">
              <a:buNone/>
            </a:pPr>
            <a:r>
              <a:rPr lang="en-US" sz="1900" dirty="0">
                <a:solidFill>
                  <a:schemeClr val="tx1"/>
                </a:solidFill>
              </a:rPr>
              <a:t>Je retiens surtout les mots en </a:t>
            </a:r>
            <a:r>
              <a:rPr lang="en-US" sz="1900" b="1" dirty="0">
                <a:solidFill>
                  <a:schemeClr val="accent1"/>
                </a:solidFill>
              </a:rPr>
              <a:t>HET</a:t>
            </a:r>
            <a:r>
              <a:rPr lang="en-US" sz="1900" dirty="0">
                <a:solidFill>
                  <a:schemeClr val="tx1"/>
                </a:solidFill>
              </a:rPr>
              <a:t> : ils sont moins nombreux !</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familles DE ① — les personnes</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sp>
        <p:nvSpPr>
          <p:cNvPr id="5" name="Shape 2"/>
          <p:cNvSpPr/>
          <p:nvPr/>
        </p:nvSpPr>
        <p:spPr>
          <a:xfrm>
            <a:off x="548640" y="1554480"/>
            <a:ext cx="2103120" cy="2331720"/>
          </a:xfrm>
          <a:prstGeom prst="roundRect">
            <a:avLst>
              <a:gd name="adj" fmla="val 2174"/>
            </a:avLst>
          </a:prstGeom>
          <a:solidFill>
            <a:schemeClr val="bg1"/>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6" name="Text 3"/>
          <p:cNvSpPr txBox="1"/>
          <p:nvPr/>
        </p:nvSpPr>
        <p:spPr>
          <a:xfrm>
            <a:off x="548640" y="1691640"/>
            <a:ext cx="2103120" cy="502920"/>
          </a:xfrm>
          <a:prstGeom prst="rect">
            <a:avLst/>
          </a:prstGeom>
          <a:noFill/>
          <a:ln/>
        </p:spPr>
        <p:txBody>
          <a:bodyPr wrap="square" lIns="0" tIns="0" rIns="0" bIns="0" rtlCol="0" anchor="ctr"/>
          <a:lstStyle/>
          <a:p>
            <a:pPr algn="ctr" indent="0" marL="0">
              <a:buNone/>
            </a:pPr>
            <a:r>
              <a:rPr lang="en-US" sz="2200" b="1" dirty="0">
                <a:solidFill>
                  <a:schemeClr val="tx2"/>
                </a:solidFill>
              </a:rPr>
              <a:t>de</a:t>
            </a:r>
            <a:r>
              <a:rPr lang="en-US" sz="2200" b="1" dirty="0">
                <a:solidFill>
                  <a:schemeClr val="tx1"/>
                </a:solidFill>
              </a:rPr>
              <a:t> buurman</a:t>
            </a:r>
            <a:endParaRPr lang="en-US" sz="2200" dirty="0"/>
          </a:p>
        </p:txBody>
      </p:sp>
      <p:pic>
        <p:nvPicPr>
          <p:cNvPr id="7" name="Image 0" descr="man">    </p:cNvPr>
          <p:cNvPicPr>
            <a:picLocks noChangeAspect="1"/>
          </p:cNvPicPr>
          <p:nvPr/>
        </p:nvPicPr>
        <p:blipFill>
          <a:blip r:embed="rId1"/>
          <a:stretch>
            <a:fillRect/>
          </a:stretch>
        </p:blipFill>
        <p:spPr>
          <a:xfrm>
            <a:off x="1005840" y="2240280"/>
            <a:ext cx="1188720" cy="1188720"/>
          </a:xfrm>
          <a:prstGeom prst="rect">
            <a:avLst/>
          </a:prstGeom>
        </p:spPr>
      </p:pic>
      <p:sp>
        <p:nvSpPr>
          <p:cNvPr id="8" name="tag"/>
          <p:cNvSpPr/>
          <p:nvPr/>
        </p:nvSpPr>
        <p:spPr>
          <a:xfrm>
            <a:off x="1005840" y="3502152"/>
            <a:ext cx="1085088" cy="256032"/>
          </a:xfrm>
          <a:prstGeom prst="roundRect">
            <a:avLst>
              <a:gd name="adj" fmla="val 17857"/>
            </a:avLst>
          </a:prstGeom>
          <a:solidFill>
            <a:schemeClr val="accent5"/>
          </a:solidFill>
          <a:ln/>
        </p:spPr>
        <p:txBody>
          <a:bodyPr wrap="square" lIns="0" tIns="0" rIns="0" bIns="0" rtlCol="0" anchor="ctr"/>
          <a:lstStyle/>
          <a:p>
            <a:pPr algn="ctr" indent="0" marL="0">
              <a:buNone/>
            </a:pPr>
            <a:r>
              <a:rPr lang="en-US" sz="1000" b="1" spc="100" kern="0" dirty="0">
                <a:solidFill>
                  <a:srgbClr val="FFFFFF"/>
                </a:solidFill>
              </a:rPr>
              <a:t>PERSONNE</a:t>
            </a:r>
            <a:endParaRPr lang="en-US" sz="1000" dirty="0"/>
          </a:p>
        </p:txBody>
      </p:sp>
      <p:sp>
        <p:nvSpPr>
          <p:cNvPr id="9" name="Shape 5"/>
          <p:cNvSpPr/>
          <p:nvPr/>
        </p:nvSpPr>
        <p:spPr>
          <a:xfrm>
            <a:off x="2798064" y="1554480"/>
            <a:ext cx="2103120" cy="2331720"/>
          </a:xfrm>
          <a:prstGeom prst="roundRect">
            <a:avLst>
              <a:gd name="adj" fmla="val 2174"/>
            </a:avLst>
          </a:prstGeom>
          <a:solidFill>
            <a:schemeClr val="bg1"/>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10" name="Text 6"/>
          <p:cNvSpPr txBox="1"/>
          <p:nvPr/>
        </p:nvSpPr>
        <p:spPr>
          <a:xfrm>
            <a:off x="2798064" y="1691640"/>
            <a:ext cx="2103120" cy="502920"/>
          </a:xfrm>
          <a:prstGeom prst="rect">
            <a:avLst/>
          </a:prstGeom>
          <a:noFill/>
          <a:ln/>
        </p:spPr>
        <p:txBody>
          <a:bodyPr wrap="square" lIns="0" tIns="0" rIns="0" bIns="0" rtlCol="0" anchor="ctr"/>
          <a:lstStyle/>
          <a:p>
            <a:pPr algn="ctr" indent="0" marL="0">
              <a:buNone/>
            </a:pPr>
            <a:r>
              <a:rPr lang="en-US" sz="2200" b="1" dirty="0">
                <a:solidFill>
                  <a:schemeClr val="tx2"/>
                </a:solidFill>
              </a:rPr>
              <a:t>de</a:t>
            </a:r>
            <a:r>
              <a:rPr lang="en-US" sz="2200" b="1" dirty="0">
                <a:solidFill>
                  <a:schemeClr val="tx1"/>
                </a:solidFill>
              </a:rPr>
              <a:t> juf</a:t>
            </a:r>
            <a:endParaRPr lang="en-US" sz="2200" dirty="0"/>
          </a:p>
        </p:txBody>
      </p:sp>
      <p:pic>
        <p:nvPicPr>
          <p:cNvPr id="11" name="Image 1" descr="woman teacher">    </p:cNvPr>
          <p:cNvPicPr>
            <a:picLocks noChangeAspect="1"/>
          </p:cNvPicPr>
          <p:nvPr/>
        </p:nvPicPr>
        <p:blipFill>
          <a:blip r:embed="rId2"/>
          <a:stretch>
            <a:fillRect/>
          </a:stretch>
        </p:blipFill>
        <p:spPr>
          <a:xfrm>
            <a:off x="3255264" y="2240280"/>
            <a:ext cx="1188720" cy="1188720"/>
          </a:xfrm>
          <a:prstGeom prst="rect">
            <a:avLst/>
          </a:prstGeom>
        </p:spPr>
      </p:pic>
      <p:sp>
        <p:nvSpPr>
          <p:cNvPr id="12" name="tag"/>
          <p:cNvSpPr/>
          <p:nvPr/>
        </p:nvSpPr>
        <p:spPr>
          <a:xfrm>
            <a:off x="3255264" y="3502152"/>
            <a:ext cx="1085088" cy="256032"/>
          </a:xfrm>
          <a:prstGeom prst="roundRect">
            <a:avLst>
              <a:gd name="adj" fmla="val 17857"/>
            </a:avLst>
          </a:prstGeom>
          <a:solidFill>
            <a:schemeClr val="accent5"/>
          </a:solidFill>
          <a:ln/>
        </p:spPr>
        <p:txBody>
          <a:bodyPr wrap="square" lIns="0" tIns="0" rIns="0" bIns="0" rtlCol="0" anchor="ctr"/>
          <a:lstStyle/>
          <a:p>
            <a:pPr algn="ctr" indent="0" marL="0">
              <a:buNone/>
            </a:pPr>
            <a:r>
              <a:rPr lang="en-US" sz="1000" b="1" spc="100" kern="0" dirty="0">
                <a:solidFill>
                  <a:srgbClr val="FFFFFF"/>
                </a:solidFill>
              </a:rPr>
              <a:t>PERSONNE</a:t>
            </a:r>
            <a:endParaRPr lang="en-US" sz="1000" dirty="0"/>
          </a:p>
        </p:txBody>
      </p:sp>
      <p:sp>
        <p:nvSpPr>
          <p:cNvPr id="13" name="Shape 8"/>
          <p:cNvSpPr/>
          <p:nvPr/>
        </p:nvSpPr>
        <p:spPr>
          <a:xfrm>
            <a:off x="5047488" y="1554480"/>
            <a:ext cx="2103120" cy="2331720"/>
          </a:xfrm>
          <a:prstGeom prst="roundRect">
            <a:avLst>
              <a:gd name="adj" fmla="val 2174"/>
            </a:avLst>
          </a:prstGeom>
          <a:solidFill>
            <a:schemeClr val="bg1"/>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14" name="Text 9"/>
          <p:cNvSpPr txBox="1"/>
          <p:nvPr/>
        </p:nvSpPr>
        <p:spPr>
          <a:xfrm>
            <a:off x="5047488" y="1691640"/>
            <a:ext cx="2103120" cy="502920"/>
          </a:xfrm>
          <a:prstGeom prst="rect">
            <a:avLst/>
          </a:prstGeom>
          <a:noFill/>
          <a:ln/>
        </p:spPr>
        <p:txBody>
          <a:bodyPr wrap="square" lIns="0" tIns="0" rIns="0" bIns="0" rtlCol="0" anchor="ctr"/>
          <a:lstStyle/>
          <a:p>
            <a:pPr algn="ctr" indent="0" marL="0">
              <a:buNone/>
            </a:pPr>
            <a:r>
              <a:rPr lang="en-US" sz="2200" b="1" dirty="0">
                <a:solidFill>
                  <a:schemeClr val="tx2"/>
                </a:solidFill>
              </a:rPr>
              <a:t>de</a:t>
            </a:r>
            <a:r>
              <a:rPr lang="en-US" sz="2200" b="1" dirty="0">
                <a:solidFill>
                  <a:schemeClr val="tx1"/>
                </a:solidFill>
              </a:rPr>
              <a:t> vriend</a:t>
            </a:r>
            <a:endParaRPr lang="en-US" sz="2200" dirty="0"/>
          </a:p>
        </p:txBody>
      </p:sp>
      <p:pic>
        <p:nvPicPr>
          <p:cNvPr id="15" name="Image 2" descr="people hugging">    </p:cNvPr>
          <p:cNvPicPr>
            <a:picLocks noChangeAspect="1"/>
          </p:cNvPicPr>
          <p:nvPr/>
        </p:nvPicPr>
        <p:blipFill>
          <a:blip r:embed="rId3"/>
          <a:stretch>
            <a:fillRect/>
          </a:stretch>
        </p:blipFill>
        <p:spPr>
          <a:xfrm>
            <a:off x="5504688" y="2240280"/>
            <a:ext cx="1188720" cy="1188720"/>
          </a:xfrm>
          <a:prstGeom prst="rect">
            <a:avLst/>
          </a:prstGeom>
        </p:spPr>
      </p:pic>
      <p:sp>
        <p:nvSpPr>
          <p:cNvPr id="16" name="tag"/>
          <p:cNvSpPr/>
          <p:nvPr/>
        </p:nvSpPr>
        <p:spPr>
          <a:xfrm>
            <a:off x="5504688" y="3502152"/>
            <a:ext cx="1085088" cy="256032"/>
          </a:xfrm>
          <a:prstGeom prst="roundRect">
            <a:avLst>
              <a:gd name="adj" fmla="val 17857"/>
            </a:avLst>
          </a:prstGeom>
          <a:solidFill>
            <a:schemeClr val="accent5"/>
          </a:solidFill>
          <a:ln/>
        </p:spPr>
        <p:txBody>
          <a:bodyPr wrap="square" lIns="0" tIns="0" rIns="0" bIns="0" rtlCol="0" anchor="ctr"/>
          <a:lstStyle/>
          <a:p>
            <a:pPr algn="ctr" indent="0" marL="0">
              <a:buNone/>
            </a:pPr>
            <a:r>
              <a:rPr lang="en-US" sz="1000" b="1" spc="100" kern="0" dirty="0">
                <a:solidFill>
                  <a:srgbClr val="FFFFFF"/>
                </a:solidFill>
              </a:rPr>
              <a:t>PERSONNE</a:t>
            </a:r>
            <a:endParaRPr lang="en-US" sz="1000" dirty="0"/>
          </a:p>
        </p:txBody>
      </p:sp>
      <p:sp>
        <p:nvSpPr>
          <p:cNvPr id="17" name="Shape 11"/>
          <p:cNvSpPr/>
          <p:nvPr/>
        </p:nvSpPr>
        <p:spPr>
          <a:xfrm>
            <a:off x="7296912" y="1554480"/>
            <a:ext cx="2103120" cy="2331720"/>
          </a:xfrm>
          <a:prstGeom prst="roundRect">
            <a:avLst>
              <a:gd name="adj" fmla="val 2174"/>
            </a:avLst>
          </a:prstGeom>
          <a:solidFill>
            <a:schemeClr val="bg1"/>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18" name="Text 12"/>
          <p:cNvSpPr txBox="1"/>
          <p:nvPr/>
        </p:nvSpPr>
        <p:spPr>
          <a:xfrm>
            <a:off x="7296912" y="1691640"/>
            <a:ext cx="2103120" cy="502920"/>
          </a:xfrm>
          <a:prstGeom prst="rect">
            <a:avLst/>
          </a:prstGeom>
          <a:noFill/>
          <a:ln/>
        </p:spPr>
        <p:txBody>
          <a:bodyPr wrap="square" lIns="0" tIns="0" rIns="0" bIns="0" rtlCol="0" anchor="ctr"/>
          <a:lstStyle/>
          <a:p>
            <a:pPr algn="ctr" indent="0" marL="0">
              <a:buNone/>
            </a:pPr>
            <a:r>
              <a:rPr lang="en-US" sz="2200" b="1" dirty="0">
                <a:solidFill>
                  <a:schemeClr val="tx2"/>
                </a:solidFill>
              </a:rPr>
              <a:t>de</a:t>
            </a:r>
            <a:r>
              <a:rPr lang="en-US" sz="2200" b="1" dirty="0">
                <a:solidFill>
                  <a:schemeClr val="tx1"/>
                </a:solidFill>
              </a:rPr>
              <a:t> collega</a:t>
            </a:r>
            <a:endParaRPr lang="en-US" sz="2200" dirty="0"/>
          </a:p>
        </p:txBody>
      </p:sp>
      <p:pic>
        <p:nvPicPr>
          <p:cNvPr id="19" name="Image 3" descr="busts in silhouette">    </p:cNvPr>
          <p:cNvPicPr>
            <a:picLocks noChangeAspect="1"/>
          </p:cNvPicPr>
          <p:nvPr/>
        </p:nvPicPr>
        <p:blipFill>
          <a:blip r:embed="rId4"/>
          <a:stretch>
            <a:fillRect/>
          </a:stretch>
        </p:blipFill>
        <p:spPr>
          <a:xfrm>
            <a:off x="7754112" y="2240280"/>
            <a:ext cx="1188720" cy="1188720"/>
          </a:xfrm>
          <a:prstGeom prst="rect">
            <a:avLst/>
          </a:prstGeom>
        </p:spPr>
      </p:pic>
      <p:sp>
        <p:nvSpPr>
          <p:cNvPr id="20" name="tag"/>
          <p:cNvSpPr/>
          <p:nvPr/>
        </p:nvSpPr>
        <p:spPr>
          <a:xfrm>
            <a:off x="7863840" y="3502152"/>
            <a:ext cx="1014984" cy="256032"/>
          </a:xfrm>
          <a:prstGeom prst="roundRect">
            <a:avLst>
              <a:gd name="adj" fmla="val 17857"/>
            </a:avLst>
          </a:prstGeom>
          <a:solidFill>
            <a:schemeClr val="accent5"/>
          </a:solidFill>
          <a:ln/>
        </p:spPr>
        <p:txBody>
          <a:bodyPr wrap="square" lIns="0" tIns="0" rIns="0" bIns="0" rtlCol="0" anchor="ctr"/>
          <a:lstStyle/>
          <a:p>
            <a:pPr algn="ctr" indent="0" marL="0">
              <a:buNone/>
            </a:pPr>
            <a:r>
              <a:rPr lang="en-US" sz="1000" b="1" spc="100" kern="0" dirty="0">
                <a:solidFill>
                  <a:srgbClr val="FFFFFF"/>
                </a:solidFill>
              </a:rPr>
              <a:t>MÉTIER</a:t>
            </a:r>
            <a:endParaRPr lang="en-US" sz="1000" dirty="0"/>
          </a:p>
        </p:txBody>
      </p:sp>
      <p:sp>
        <p:nvSpPr>
          <p:cNvPr id="21" name="Shape 14"/>
          <p:cNvSpPr/>
          <p:nvPr/>
        </p:nvSpPr>
        <p:spPr>
          <a:xfrm>
            <a:off x="9537192" y="1554480"/>
            <a:ext cx="2103120" cy="2331720"/>
          </a:xfrm>
          <a:prstGeom prst="roundRect">
            <a:avLst>
              <a:gd name="adj" fmla="val 2174"/>
            </a:avLst>
          </a:prstGeom>
          <a:solidFill>
            <a:schemeClr val="bg1"/>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22" name="Text 15"/>
          <p:cNvSpPr txBox="1"/>
          <p:nvPr/>
        </p:nvSpPr>
        <p:spPr>
          <a:xfrm>
            <a:off x="9537192" y="1691640"/>
            <a:ext cx="2103120" cy="502920"/>
          </a:xfrm>
          <a:prstGeom prst="rect">
            <a:avLst/>
          </a:prstGeom>
          <a:noFill/>
          <a:ln/>
        </p:spPr>
        <p:txBody>
          <a:bodyPr wrap="square" lIns="0" tIns="0" rIns="0" bIns="0" rtlCol="0" anchor="ctr"/>
          <a:lstStyle/>
          <a:p>
            <a:pPr algn="ctr" indent="0" marL="0">
              <a:buNone/>
            </a:pPr>
            <a:r>
              <a:rPr lang="en-US" sz="2200" b="1" dirty="0">
                <a:solidFill>
                  <a:schemeClr val="tx2"/>
                </a:solidFill>
              </a:rPr>
              <a:t>de</a:t>
            </a:r>
            <a:r>
              <a:rPr lang="en-US" sz="2200" b="1" dirty="0">
                <a:solidFill>
                  <a:schemeClr val="tx1"/>
                </a:solidFill>
              </a:rPr>
              <a:t> directeur</a:t>
            </a:r>
            <a:endParaRPr lang="en-US" sz="2200" dirty="0"/>
          </a:p>
        </p:txBody>
      </p:sp>
      <p:pic>
        <p:nvPicPr>
          <p:cNvPr id="23" name="Image 4" descr="man office worker">    </p:cNvPr>
          <p:cNvPicPr>
            <a:picLocks noChangeAspect="1"/>
          </p:cNvPicPr>
          <p:nvPr/>
        </p:nvPicPr>
        <p:blipFill>
          <a:blip r:embed="rId5"/>
          <a:stretch>
            <a:fillRect/>
          </a:stretch>
        </p:blipFill>
        <p:spPr>
          <a:xfrm>
            <a:off x="9994392" y="2240280"/>
            <a:ext cx="1188720" cy="1188720"/>
          </a:xfrm>
          <a:prstGeom prst="rect">
            <a:avLst/>
          </a:prstGeom>
        </p:spPr>
      </p:pic>
      <p:sp>
        <p:nvSpPr>
          <p:cNvPr id="24" name="tag"/>
          <p:cNvSpPr/>
          <p:nvPr/>
        </p:nvSpPr>
        <p:spPr>
          <a:xfrm>
            <a:off x="10104120" y="3502152"/>
            <a:ext cx="1014984" cy="256032"/>
          </a:xfrm>
          <a:prstGeom prst="roundRect">
            <a:avLst>
              <a:gd name="adj" fmla="val 17857"/>
            </a:avLst>
          </a:prstGeom>
          <a:solidFill>
            <a:schemeClr val="accent5"/>
          </a:solidFill>
          <a:ln/>
        </p:spPr>
        <p:txBody>
          <a:bodyPr wrap="square" lIns="0" tIns="0" rIns="0" bIns="0" rtlCol="0" anchor="ctr"/>
          <a:lstStyle/>
          <a:p>
            <a:pPr algn="ctr" indent="0" marL="0">
              <a:buNone/>
            </a:pPr>
            <a:r>
              <a:rPr lang="en-US" sz="1000" b="1" spc="100" kern="0" dirty="0">
                <a:solidFill>
                  <a:srgbClr val="FFFFFF"/>
                </a:solidFill>
              </a:rPr>
              <a:t>MÉTIER</a:t>
            </a:r>
            <a:endParaRPr lang="en-US" sz="1000" dirty="0"/>
          </a:p>
        </p:txBody>
      </p:sp>
      <p:sp>
        <p:nvSpPr>
          <p:cNvPr id="25" name="Shape 17"/>
          <p:cNvSpPr/>
          <p:nvPr/>
        </p:nvSpPr>
        <p:spPr>
          <a:xfrm>
            <a:off x="548640" y="4069080"/>
            <a:ext cx="11091672" cy="621792"/>
          </a:xfrm>
          <a:prstGeom prst="roundRect">
            <a:avLst>
              <a:gd name="adj" fmla="val 11765"/>
            </a:avLst>
          </a:prstGeom>
          <a:solidFill>
            <a:schemeClr val="bg2"/>
          </a:solidFill>
          <a:ln w="12700">
            <a:solidFill>
              <a:srgbClr val="17375E"/>
            </a:solidFill>
            <a:prstDash val="solid"/>
          </a:ln>
        </p:spPr>
      </p:sp>
      <p:pic>
        <p:nvPicPr>
          <p:cNvPr id="26" name="Image 5" descr="UserFriends">    </p:cNvPr>
          <p:cNvPicPr>
            <a:picLocks noChangeAspect="1"/>
          </p:cNvPicPr>
          <p:nvPr/>
        </p:nvPicPr>
        <p:blipFill>
          <a:blip r:embed="rId6"/>
          <a:stretch>
            <a:fillRect/>
          </a:stretch>
        </p:blipFill>
        <p:spPr>
          <a:xfrm>
            <a:off x="731520" y="4206240"/>
            <a:ext cx="365760" cy="365760"/>
          </a:xfrm>
          <a:prstGeom prst="rect">
            <a:avLst/>
          </a:prstGeom>
        </p:spPr>
      </p:pic>
      <p:sp>
        <p:nvSpPr>
          <p:cNvPr id="27" name="Text 18"/>
          <p:cNvSpPr txBox="1"/>
          <p:nvPr/>
        </p:nvSpPr>
        <p:spPr>
          <a:xfrm>
            <a:off x="1234440" y="4069080"/>
            <a:ext cx="10287000" cy="621792"/>
          </a:xfrm>
          <a:prstGeom prst="rect">
            <a:avLst/>
          </a:prstGeom>
          <a:noFill/>
          <a:ln/>
        </p:spPr>
        <p:txBody>
          <a:bodyPr wrap="square" lIns="0" tIns="0" rIns="0" bIns="0" rtlCol="0" anchor="ctr"/>
          <a:lstStyle/>
          <a:p>
            <a:pPr algn="l" indent="0" marL="0">
              <a:buNone/>
            </a:pPr>
            <a:r>
              <a:rPr lang="en-US" sz="1600" dirty="0">
                <a:solidFill>
                  <a:schemeClr val="tx1"/>
                </a:solidFill>
              </a:rPr>
              <a:t>Les </a:t>
            </a:r>
            <a:r>
              <a:rPr lang="en-US" sz="1600" b="1" dirty="0">
                <a:solidFill>
                  <a:schemeClr val="tx1"/>
                </a:solidFill>
              </a:rPr>
              <a:t>personnes</a:t>
            </a:r>
            <a:r>
              <a:rPr lang="en-US" sz="1600" dirty="0">
                <a:solidFill>
                  <a:schemeClr val="tx1"/>
                </a:solidFill>
              </a:rPr>
              <a:t> et les </a:t>
            </a:r>
            <a:r>
              <a:rPr lang="en-US" sz="1600" b="1" dirty="0">
                <a:solidFill>
                  <a:schemeClr val="tx1"/>
                </a:solidFill>
              </a:rPr>
              <a:t>métiers</a:t>
            </a:r>
            <a:r>
              <a:rPr lang="en-US" sz="1600" dirty="0">
                <a:solidFill>
                  <a:schemeClr val="tx1"/>
                </a:solidFill>
              </a:rPr>
              <a:t> → </a:t>
            </a:r>
            <a:r>
              <a:rPr lang="en-US" sz="1600" b="1" dirty="0">
                <a:solidFill>
                  <a:schemeClr val="tx2"/>
                </a:solidFill>
              </a:rPr>
              <a:t>DE</a:t>
            </a:r>
            <a:r>
              <a:rPr lang="en-US" sz="1600" dirty="0">
                <a:solidFill>
                  <a:schemeClr val="tx1"/>
                </a:solidFill>
              </a:rPr>
              <a:t> : </a:t>
            </a:r>
            <a:r>
              <a:rPr lang="en-US" sz="1600" b="1" i="1" dirty="0">
                <a:solidFill>
                  <a:schemeClr val="tx2"/>
                </a:solidFill>
              </a:rPr>
              <a:t>de</a:t>
            </a:r>
            <a:r>
              <a:rPr lang="en-US" sz="1600" i="1" dirty="0">
                <a:solidFill>
                  <a:schemeClr val="tx1"/>
                </a:solidFill>
              </a:rPr>
              <a:t> man · </a:t>
            </a:r>
            <a:r>
              <a:rPr lang="en-US" sz="1600" b="1" i="1" dirty="0">
                <a:solidFill>
                  <a:schemeClr val="tx2"/>
                </a:solidFill>
              </a:rPr>
              <a:t>de</a:t>
            </a:r>
            <a:r>
              <a:rPr lang="en-US" sz="1600" i="1" dirty="0">
                <a:solidFill>
                  <a:schemeClr val="tx1"/>
                </a:solidFill>
              </a:rPr>
              <a:t> vrouw · </a:t>
            </a:r>
            <a:r>
              <a:rPr lang="en-US" sz="1600" b="1" i="1" dirty="0">
                <a:solidFill>
                  <a:schemeClr val="tx2"/>
                </a:solidFill>
              </a:rPr>
              <a:t>de</a:t>
            </a:r>
            <a:r>
              <a:rPr lang="en-US" sz="1600" i="1" dirty="0">
                <a:solidFill>
                  <a:schemeClr val="tx1"/>
                </a:solidFill>
              </a:rPr>
              <a:t> buurman · </a:t>
            </a:r>
            <a:r>
              <a:rPr lang="en-US" sz="1600" b="1" i="1" dirty="0">
                <a:solidFill>
                  <a:schemeClr val="tx2"/>
                </a:solidFill>
              </a:rPr>
              <a:t>de</a:t>
            </a:r>
            <a:r>
              <a:rPr lang="en-US" sz="1600" i="1" dirty="0">
                <a:solidFill>
                  <a:schemeClr val="tx1"/>
                </a:solidFill>
              </a:rPr>
              <a:t> collega · </a:t>
            </a:r>
            <a:r>
              <a:rPr lang="en-US" sz="1600" b="1" i="1" dirty="0">
                <a:solidFill>
                  <a:schemeClr val="tx2"/>
                </a:solidFill>
              </a:rPr>
              <a:t>de</a:t>
            </a:r>
            <a:r>
              <a:rPr lang="en-US" sz="1600" i="1" dirty="0">
                <a:solidFill>
                  <a:schemeClr val="tx1"/>
                </a:solidFill>
              </a:rPr>
              <a:t> directeur · </a:t>
            </a:r>
            <a:r>
              <a:rPr lang="en-US" sz="1600" b="1" i="1" dirty="0">
                <a:solidFill>
                  <a:schemeClr val="tx2"/>
                </a:solidFill>
              </a:rPr>
              <a:t>de</a:t>
            </a:r>
            <a:r>
              <a:rPr lang="en-US" sz="1600" i="1" dirty="0">
                <a:solidFill>
                  <a:schemeClr val="tx1"/>
                </a:solidFill>
              </a:rPr>
              <a:t> klant</a:t>
            </a:r>
            <a:endParaRPr lang="en-US" sz="1600" dirty="0"/>
          </a:p>
        </p:txBody>
      </p:sp>
      <p:sp>
        <p:nvSpPr>
          <p:cNvPr id="28" name="Shape 19"/>
          <p:cNvSpPr/>
          <p:nvPr/>
        </p:nvSpPr>
        <p:spPr>
          <a:xfrm>
            <a:off x="548640" y="4873752"/>
            <a:ext cx="5349240" cy="1389888"/>
          </a:xfrm>
          <a:prstGeom prst="roundRect">
            <a:avLst>
              <a:gd name="adj" fmla="val 9868"/>
            </a:avLst>
          </a:prstGeom>
          <a:solidFill>
            <a:schemeClr val="accent2">
              <a:alpha val="10000"/>
            </a:schemeClr>
          </a:solidFill>
          <a:ln w="15875">
            <a:solidFill>
              <a:srgbClr val="2A6FB0"/>
            </a:solidFill>
            <a:prstDash val="solid"/>
          </a:ln>
        </p:spPr>
      </p:sp>
      <p:sp>
        <p:nvSpPr>
          <p:cNvPr id="29" name="Shape 20"/>
          <p:cNvSpPr/>
          <p:nvPr/>
        </p:nvSpPr>
        <p:spPr>
          <a:xfrm>
            <a:off x="731520" y="5230368"/>
            <a:ext cx="658368" cy="658368"/>
          </a:xfrm>
          <a:prstGeom prst="ellipse">
            <a:avLst/>
          </a:prstGeom>
          <a:solidFill>
            <a:schemeClr val="accent2"/>
          </a:solidFill>
          <a:ln w="12700">
            <a:solidFill>
              <a:srgbClr val="FFFFFF">
                <a:alpha val="0"/>
              </a:srgbClr>
            </a:solidFill>
            <a:prstDash val="solid"/>
          </a:ln>
        </p:spPr>
      </p:sp>
      <p:pic>
        <p:nvPicPr>
          <p:cNvPr id="30" name="Image 6" descr="Comments">    </p:cNvPr>
          <p:cNvPicPr>
            <a:picLocks noChangeAspect="1"/>
          </p:cNvPicPr>
          <p:nvPr/>
        </p:nvPicPr>
        <p:blipFill>
          <a:blip r:embed="rId7"/>
          <a:stretch>
            <a:fillRect/>
          </a:stretch>
        </p:blipFill>
        <p:spPr>
          <a:xfrm>
            <a:off x="889528" y="5388376"/>
            <a:ext cx="342351" cy="342351"/>
          </a:xfrm>
          <a:prstGeom prst="rect">
            <a:avLst/>
          </a:prstGeom>
        </p:spPr>
      </p:pic>
      <p:sp>
        <p:nvSpPr>
          <p:cNvPr id="31" name="Text 21"/>
          <p:cNvSpPr txBox="1"/>
          <p:nvPr/>
        </p:nvSpPr>
        <p:spPr>
          <a:xfrm>
            <a:off x="1554480" y="4983480"/>
            <a:ext cx="4206240" cy="640080"/>
          </a:xfrm>
          <a:prstGeom prst="rect">
            <a:avLst/>
          </a:prstGeom>
          <a:noFill/>
          <a:ln/>
        </p:spPr>
        <p:txBody>
          <a:bodyPr wrap="square" lIns="0" tIns="0" rIns="0" bIns="0" rtlCol="0" anchor="ctr"/>
          <a:lstStyle/>
          <a:p>
            <a:pPr algn="l" indent="0" marL="0">
              <a:buNone/>
            </a:pPr>
            <a:r>
              <a:rPr lang="en-US" sz="2200" b="1" i="1" dirty="0">
                <a:solidFill>
                  <a:schemeClr val="tx2"/>
                </a:solidFill>
              </a:rPr>
              <a:t>De</a:t>
            </a:r>
            <a:r>
              <a:rPr lang="en-US" sz="2200" i="1" dirty="0">
                <a:solidFill>
                  <a:schemeClr val="tx1"/>
                </a:solidFill>
              </a:rPr>
              <a:t> buurman is echt vriendelijk.</a:t>
            </a:r>
            <a:endParaRPr lang="en-US" sz="2200" dirty="0"/>
          </a:p>
        </p:txBody>
      </p:sp>
      <p:sp>
        <p:nvSpPr>
          <p:cNvPr id="32" name="Text 22"/>
          <p:cNvSpPr txBox="1"/>
          <p:nvPr/>
        </p:nvSpPr>
        <p:spPr>
          <a:xfrm>
            <a:off x="1554480" y="5623560"/>
            <a:ext cx="4206240" cy="411480"/>
          </a:xfrm>
          <a:prstGeom prst="rect">
            <a:avLst/>
          </a:prstGeom>
          <a:noFill/>
          <a:ln/>
        </p:spPr>
        <p:txBody>
          <a:bodyPr wrap="square" lIns="0" tIns="0" rIns="0" bIns="0" rtlCol="0" anchor="ctr"/>
          <a:lstStyle/>
          <a:p>
            <a:pPr algn="l" indent="0" marL="0">
              <a:buNone/>
            </a:pPr>
            <a:r>
              <a:rPr lang="en-US" sz="1500" i="1" dirty="0">
                <a:solidFill>
                  <a:schemeClr val="accent5"/>
                </a:solidFill>
              </a:rPr>
              <a:t>Le voisin est vraiment sympathique.</a:t>
            </a:r>
            <a:endParaRPr lang="en-US" sz="1500" dirty="0"/>
          </a:p>
        </p:txBody>
      </p:sp>
      <p:sp>
        <p:nvSpPr>
          <p:cNvPr id="33" name="Shape 23"/>
          <p:cNvSpPr/>
          <p:nvPr/>
        </p:nvSpPr>
        <p:spPr>
          <a:xfrm>
            <a:off x="6126480" y="4873752"/>
            <a:ext cx="5513832" cy="1389888"/>
          </a:xfrm>
          <a:prstGeom prst="roundRect">
            <a:avLst>
              <a:gd name="adj" fmla="val 5263"/>
            </a:avLst>
          </a:prstGeom>
          <a:solidFill>
            <a:schemeClr val="accent1">
              <a:alpha val="10000"/>
            </a:schemeClr>
          </a:solidFill>
          <a:ln w="19050">
            <a:solidFill>
              <a:srgbClr val="D9700F"/>
            </a:solidFill>
            <a:prstDash val="solid"/>
          </a:ln>
        </p:spPr>
      </p:sp>
      <p:sp>
        <p:nvSpPr>
          <p:cNvPr id="34" name="Shape 24"/>
          <p:cNvSpPr/>
          <p:nvPr/>
        </p:nvSpPr>
        <p:spPr>
          <a:xfrm>
            <a:off x="6291072" y="4965192"/>
            <a:ext cx="438912" cy="438912"/>
          </a:xfrm>
          <a:prstGeom prst="ellipse">
            <a:avLst/>
          </a:prstGeom>
          <a:solidFill>
            <a:schemeClr val="accent1"/>
          </a:solidFill>
          <a:ln w="12700">
            <a:solidFill>
              <a:srgbClr val="FFFFFF">
                <a:alpha val="0"/>
              </a:srgbClr>
            </a:solidFill>
            <a:prstDash val="solid"/>
          </a:ln>
        </p:spPr>
      </p:sp>
      <p:sp>
        <p:nvSpPr>
          <p:cNvPr id="35" name="Text 25"/>
          <p:cNvSpPr txBox="1"/>
          <p:nvPr/>
        </p:nvSpPr>
        <p:spPr>
          <a:xfrm>
            <a:off x="6291072" y="4965192"/>
            <a:ext cx="438912" cy="438912"/>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a:t>
            </a:r>
            <a:endParaRPr lang="en-US" sz="2000" dirty="0"/>
          </a:p>
        </p:txBody>
      </p:sp>
      <p:sp>
        <p:nvSpPr>
          <p:cNvPr id="36" name="Text 26"/>
          <p:cNvSpPr txBox="1"/>
          <p:nvPr/>
        </p:nvSpPr>
        <p:spPr>
          <a:xfrm>
            <a:off x="6858000" y="4965192"/>
            <a:ext cx="4572000" cy="438912"/>
          </a:xfrm>
          <a:prstGeom prst="rect">
            <a:avLst/>
          </a:prstGeom>
          <a:noFill/>
          <a:ln/>
        </p:spPr>
        <p:txBody>
          <a:bodyPr wrap="square" lIns="0" tIns="0" rIns="0" bIns="0" rtlCol="0" anchor="ctr"/>
          <a:lstStyle/>
          <a:p>
            <a:pPr algn="l" indent="0" marL="0">
              <a:buNone/>
            </a:pPr>
            <a:r>
              <a:rPr lang="en-US" sz="1700" b="1" dirty="0">
                <a:solidFill>
                  <a:schemeClr val="accent1"/>
                </a:solidFill>
              </a:rPr>
              <a:t>exceptions → </a:t>
            </a:r>
            <a:r>
              <a:rPr lang="en-US" sz="1700" b="1" dirty="0">
                <a:solidFill>
                  <a:schemeClr val="accent1"/>
                </a:solidFill>
              </a:rPr>
              <a:t>HET</a:t>
            </a:r>
            <a:endParaRPr lang="en-US" sz="1700" dirty="0"/>
          </a:p>
        </p:txBody>
      </p:sp>
      <p:sp>
        <p:nvSpPr>
          <p:cNvPr id="37" name="Shape 27"/>
          <p:cNvSpPr/>
          <p:nvPr/>
        </p:nvSpPr>
        <p:spPr>
          <a:xfrm>
            <a:off x="6309360" y="5532120"/>
            <a:ext cx="1417320" cy="566928"/>
          </a:xfrm>
          <a:prstGeom prst="roundRect">
            <a:avLst>
              <a:gd name="adj" fmla="val 12903"/>
            </a:avLst>
          </a:prstGeom>
          <a:solidFill>
            <a:schemeClr val="bg1"/>
          </a:solidFill>
          <a:ln w="25400">
            <a:solidFill>
              <a:srgbClr val="D9700F"/>
            </a:solidFill>
            <a:prstDash val="solid"/>
          </a:ln>
        </p:spPr>
      </p:sp>
      <p:sp>
        <p:nvSpPr>
          <p:cNvPr id="38" name="Text 28"/>
          <p:cNvSpPr txBox="1"/>
          <p:nvPr/>
        </p:nvSpPr>
        <p:spPr>
          <a:xfrm>
            <a:off x="6355080" y="5532120"/>
            <a:ext cx="1325880" cy="566928"/>
          </a:xfrm>
          <a:prstGeom prst="rect">
            <a:avLst/>
          </a:prstGeom>
          <a:noFill/>
          <a:ln/>
        </p:spPr>
        <p:txBody>
          <a:bodyPr wrap="square" lIns="0" tIns="0" rIns="0" bIns="0" rtlCol="0" anchor="ctr"/>
          <a:lstStyle/>
          <a:p>
            <a:pPr algn="ctr" indent="0" marL="0">
              <a:buNone/>
            </a:pPr>
            <a:r>
              <a:rPr lang="en-US" sz="1900" b="1" dirty="0">
                <a:solidFill>
                  <a:schemeClr val="accent1"/>
                </a:solidFill>
              </a:rPr>
              <a:t>het</a:t>
            </a:r>
            <a:r>
              <a:rPr lang="en-US" sz="1900" b="1" dirty="0">
                <a:solidFill>
                  <a:schemeClr val="tx1"/>
                </a:solidFill>
              </a:rPr>
              <a:t> kind</a:t>
            </a:r>
            <a:endParaRPr lang="en-US" sz="1900" dirty="0"/>
          </a:p>
        </p:txBody>
      </p:sp>
      <p:sp>
        <p:nvSpPr>
          <p:cNvPr id="39" name="Shape 29"/>
          <p:cNvSpPr/>
          <p:nvPr/>
        </p:nvSpPr>
        <p:spPr>
          <a:xfrm>
            <a:off x="7818120" y="5532120"/>
            <a:ext cx="1600200" cy="566928"/>
          </a:xfrm>
          <a:prstGeom prst="roundRect">
            <a:avLst>
              <a:gd name="adj" fmla="val 12903"/>
            </a:avLst>
          </a:prstGeom>
          <a:solidFill>
            <a:schemeClr val="bg1"/>
          </a:solidFill>
          <a:ln w="25400">
            <a:solidFill>
              <a:srgbClr val="D9700F"/>
            </a:solidFill>
            <a:prstDash val="solid"/>
          </a:ln>
        </p:spPr>
      </p:sp>
      <p:sp>
        <p:nvSpPr>
          <p:cNvPr id="40" name="Text 30"/>
          <p:cNvSpPr txBox="1"/>
          <p:nvPr/>
        </p:nvSpPr>
        <p:spPr>
          <a:xfrm>
            <a:off x="7863840" y="5532120"/>
            <a:ext cx="1508760" cy="566928"/>
          </a:xfrm>
          <a:prstGeom prst="rect">
            <a:avLst/>
          </a:prstGeom>
          <a:noFill/>
          <a:ln/>
        </p:spPr>
        <p:txBody>
          <a:bodyPr wrap="square" lIns="0" tIns="0" rIns="0" bIns="0" rtlCol="0" anchor="ctr"/>
          <a:lstStyle/>
          <a:p>
            <a:pPr algn="ctr" indent="0" marL="0">
              <a:buNone/>
            </a:pPr>
            <a:r>
              <a:rPr lang="en-US" sz="1900" b="1" dirty="0">
                <a:solidFill>
                  <a:schemeClr val="accent1"/>
                </a:solidFill>
              </a:rPr>
              <a:t>het</a:t>
            </a:r>
            <a:r>
              <a:rPr lang="en-US" sz="1900" b="1" dirty="0">
                <a:solidFill>
                  <a:schemeClr val="tx1"/>
                </a:solidFill>
              </a:rPr>
              <a:t> meisje</a:t>
            </a:r>
            <a:endParaRPr lang="en-US" sz="1900" dirty="0"/>
          </a:p>
        </p:txBody>
      </p:sp>
      <p:sp>
        <p:nvSpPr>
          <p:cNvPr id="41" name="Shape 31"/>
          <p:cNvSpPr/>
          <p:nvPr/>
        </p:nvSpPr>
        <p:spPr>
          <a:xfrm>
            <a:off x="9509760" y="5532120"/>
            <a:ext cx="1143000" cy="566928"/>
          </a:xfrm>
          <a:prstGeom prst="roundRect">
            <a:avLst>
              <a:gd name="adj" fmla="val 12903"/>
            </a:avLst>
          </a:prstGeom>
          <a:solidFill>
            <a:schemeClr val="bg1"/>
          </a:solidFill>
          <a:ln w="25400">
            <a:solidFill>
              <a:srgbClr val="D9700F"/>
            </a:solidFill>
            <a:prstDash val="solid"/>
          </a:ln>
        </p:spPr>
      </p:sp>
      <p:sp>
        <p:nvSpPr>
          <p:cNvPr id="42" name="Text 32"/>
          <p:cNvSpPr txBox="1"/>
          <p:nvPr/>
        </p:nvSpPr>
        <p:spPr>
          <a:xfrm>
            <a:off x="9555480" y="5532120"/>
            <a:ext cx="1051560" cy="566928"/>
          </a:xfrm>
          <a:prstGeom prst="rect">
            <a:avLst/>
          </a:prstGeom>
          <a:noFill/>
          <a:ln/>
        </p:spPr>
        <p:txBody>
          <a:bodyPr wrap="square" lIns="0" tIns="0" rIns="0" bIns="0" rtlCol="0" anchor="ctr"/>
          <a:lstStyle/>
          <a:p>
            <a:pPr algn="ctr" indent="0" marL="0">
              <a:buNone/>
            </a:pPr>
            <a:r>
              <a:rPr lang="en-US" sz="1900" b="1" dirty="0">
                <a:solidFill>
                  <a:schemeClr val="accent1"/>
                </a:solidFill>
              </a:rPr>
              <a:t>het</a:t>
            </a:r>
            <a:r>
              <a:rPr lang="en-US" sz="1900" b="1" dirty="0">
                <a:solidFill>
                  <a:schemeClr val="tx1"/>
                </a:solidFill>
              </a:rPr>
              <a:t> lid</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familles DE ② — les terminaisons-aimants</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flipH="1" flipV="1">
            <a:off x="4846320" y="2308860"/>
            <a:ext cx="628309" cy="607671"/>
          </a:xfrm>
          <a:prstGeom prst="line">
            <a:avLst/>
          </a:prstGeom>
          <a:noFill/>
          <a:ln w="25400">
            <a:solidFill>
              <a:srgbClr val="17375E"/>
            </a:solidFill>
            <a:prstDash val="solid"/>
          </a:ln>
        </p:spPr>
      </p:sp>
      <p:sp>
        <p:nvSpPr>
          <p:cNvPr id="6" name="Shape 3"/>
          <p:cNvSpPr/>
          <p:nvPr/>
        </p:nvSpPr>
        <p:spPr>
          <a:xfrm flipH="1">
            <a:off x="4846320" y="3645925"/>
            <a:ext cx="393159" cy="57395"/>
          </a:xfrm>
          <a:prstGeom prst="line">
            <a:avLst/>
          </a:prstGeom>
          <a:noFill/>
          <a:ln w="25400">
            <a:solidFill>
              <a:srgbClr val="17375E"/>
            </a:solidFill>
            <a:prstDash val="solid"/>
          </a:ln>
        </p:spPr>
      </p:sp>
      <p:sp>
        <p:nvSpPr>
          <p:cNvPr id="7" name="Shape 4"/>
          <p:cNvSpPr/>
          <p:nvPr/>
        </p:nvSpPr>
        <p:spPr>
          <a:xfrm flipH="1">
            <a:off x="4846320" y="4130156"/>
            <a:ext cx="633979" cy="624724"/>
          </a:xfrm>
          <a:prstGeom prst="line">
            <a:avLst/>
          </a:prstGeom>
          <a:noFill/>
          <a:ln w="25400">
            <a:solidFill>
              <a:srgbClr val="17375E"/>
            </a:solidFill>
            <a:prstDash val="solid"/>
          </a:ln>
        </p:spPr>
      </p:sp>
      <p:sp>
        <p:nvSpPr>
          <p:cNvPr id="8" name="Shape 5"/>
          <p:cNvSpPr/>
          <p:nvPr/>
        </p:nvSpPr>
        <p:spPr>
          <a:xfrm flipV="1">
            <a:off x="6646532" y="1965960"/>
            <a:ext cx="714388" cy="880043"/>
          </a:xfrm>
          <a:prstGeom prst="line">
            <a:avLst/>
          </a:prstGeom>
          <a:noFill/>
          <a:ln w="25400">
            <a:solidFill>
              <a:srgbClr val="17375E"/>
            </a:solidFill>
            <a:prstDash val="solid"/>
          </a:ln>
        </p:spPr>
      </p:sp>
      <p:sp>
        <p:nvSpPr>
          <p:cNvPr id="9" name="Shape 6"/>
          <p:cNvSpPr/>
          <p:nvPr/>
        </p:nvSpPr>
        <p:spPr>
          <a:xfrm flipV="1">
            <a:off x="6906000" y="3017520"/>
            <a:ext cx="454920" cy="181309"/>
          </a:xfrm>
          <a:prstGeom prst="line">
            <a:avLst/>
          </a:prstGeom>
          <a:noFill/>
          <a:ln w="25400">
            <a:solidFill>
              <a:srgbClr val="17375E"/>
            </a:solidFill>
            <a:prstDash val="solid"/>
          </a:ln>
        </p:spPr>
      </p:sp>
      <p:sp>
        <p:nvSpPr>
          <p:cNvPr id="10" name="Shape 7"/>
          <p:cNvSpPr/>
          <p:nvPr/>
        </p:nvSpPr>
        <p:spPr>
          <a:xfrm>
            <a:off x="6895688" y="3866805"/>
            <a:ext cx="465232" cy="202275"/>
          </a:xfrm>
          <a:prstGeom prst="line">
            <a:avLst/>
          </a:prstGeom>
          <a:noFill/>
          <a:ln w="25400">
            <a:solidFill>
              <a:srgbClr val="17375E"/>
            </a:solidFill>
            <a:prstDash val="solid"/>
          </a:ln>
        </p:spPr>
      </p:sp>
      <p:sp>
        <p:nvSpPr>
          <p:cNvPr id="11" name="Shape 8"/>
          <p:cNvSpPr/>
          <p:nvPr/>
        </p:nvSpPr>
        <p:spPr>
          <a:xfrm>
            <a:off x="6636941" y="4202551"/>
            <a:ext cx="723979" cy="918089"/>
          </a:xfrm>
          <a:prstGeom prst="line">
            <a:avLst/>
          </a:prstGeom>
          <a:noFill/>
          <a:ln w="25400">
            <a:solidFill>
              <a:srgbClr val="17375E"/>
            </a:solidFill>
            <a:prstDash val="solid"/>
          </a:ln>
        </p:spPr>
      </p:sp>
      <p:sp>
        <p:nvSpPr>
          <p:cNvPr id="12" name="Shape 9"/>
          <p:cNvSpPr/>
          <p:nvPr/>
        </p:nvSpPr>
        <p:spPr>
          <a:xfrm>
            <a:off x="2103120" y="2286000"/>
            <a:ext cx="182880" cy="914"/>
          </a:xfrm>
          <a:prstGeom prst="line">
            <a:avLst/>
          </a:prstGeom>
          <a:noFill/>
          <a:ln w="19050">
            <a:solidFill>
              <a:srgbClr val="D9700F"/>
            </a:solidFill>
            <a:prstDash val="dash"/>
          </a:ln>
        </p:spPr>
      </p:sp>
      <p:sp>
        <p:nvSpPr>
          <p:cNvPr id="13" name="Shape 10"/>
          <p:cNvSpPr/>
          <p:nvPr/>
        </p:nvSpPr>
        <p:spPr>
          <a:xfrm>
            <a:off x="2103120" y="3703320"/>
            <a:ext cx="182880" cy="914"/>
          </a:xfrm>
          <a:prstGeom prst="line">
            <a:avLst/>
          </a:prstGeom>
          <a:noFill/>
          <a:ln w="19050">
            <a:solidFill>
              <a:srgbClr val="D9700F"/>
            </a:solidFill>
            <a:prstDash val="dash"/>
          </a:ln>
        </p:spPr>
      </p:sp>
      <p:sp>
        <p:nvSpPr>
          <p:cNvPr id="14" name="Shape 11"/>
          <p:cNvSpPr/>
          <p:nvPr/>
        </p:nvSpPr>
        <p:spPr>
          <a:xfrm>
            <a:off x="9921240" y="1755648"/>
            <a:ext cx="164592" cy="914"/>
          </a:xfrm>
          <a:prstGeom prst="line">
            <a:avLst/>
          </a:prstGeom>
          <a:noFill/>
          <a:ln w="19050">
            <a:solidFill>
              <a:srgbClr val="D9700F"/>
            </a:solidFill>
            <a:prstDash val="dash"/>
          </a:ln>
        </p:spPr>
      </p:sp>
      <p:sp>
        <p:nvSpPr>
          <p:cNvPr id="15" name="Shape 12"/>
          <p:cNvSpPr/>
          <p:nvPr/>
        </p:nvSpPr>
        <p:spPr>
          <a:xfrm>
            <a:off x="9921240" y="2176272"/>
            <a:ext cx="164592" cy="914"/>
          </a:xfrm>
          <a:prstGeom prst="line">
            <a:avLst/>
          </a:prstGeom>
          <a:noFill/>
          <a:ln w="19050">
            <a:solidFill>
              <a:srgbClr val="D9700F"/>
            </a:solidFill>
            <a:prstDash val="dash"/>
          </a:ln>
        </p:spPr>
      </p:sp>
      <p:sp>
        <p:nvSpPr>
          <p:cNvPr id="16" name="Shape 13"/>
          <p:cNvSpPr/>
          <p:nvPr/>
        </p:nvSpPr>
        <p:spPr>
          <a:xfrm>
            <a:off x="9921240" y="2807208"/>
            <a:ext cx="164592" cy="914"/>
          </a:xfrm>
          <a:prstGeom prst="line">
            <a:avLst/>
          </a:prstGeom>
          <a:noFill/>
          <a:ln w="19050">
            <a:solidFill>
              <a:srgbClr val="D9700F"/>
            </a:solidFill>
            <a:prstDash val="dash"/>
          </a:ln>
        </p:spPr>
      </p:sp>
      <p:sp>
        <p:nvSpPr>
          <p:cNvPr id="17" name="Shape 14"/>
          <p:cNvSpPr/>
          <p:nvPr/>
        </p:nvSpPr>
        <p:spPr>
          <a:xfrm>
            <a:off x="9921240" y="3227832"/>
            <a:ext cx="164592" cy="914"/>
          </a:xfrm>
          <a:prstGeom prst="line">
            <a:avLst/>
          </a:prstGeom>
          <a:noFill/>
          <a:ln w="19050">
            <a:solidFill>
              <a:srgbClr val="D9700F"/>
            </a:solidFill>
            <a:prstDash val="dash"/>
          </a:ln>
        </p:spPr>
      </p:sp>
      <p:sp>
        <p:nvSpPr>
          <p:cNvPr id="18" name="Shape 15"/>
          <p:cNvSpPr/>
          <p:nvPr/>
        </p:nvSpPr>
        <p:spPr>
          <a:xfrm>
            <a:off x="5230368" y="2651760"/>
            <a:ext cx="1737360" cy="1737360"/>
          </a:xfrm>
          <a:prstGeom prst="ellipse">
            <a:avLst/>
          </a:prstGeom>
          <a:solidFill>
            <a:srgbClr val="FFFFFF"/>
          </a:solidFill>
          <a:ln w="38100">
            <a:solidFill>
              <a:srgbClr val="17375E"/>
            </a:solidFill>
            <a:prstDash val="solid"/>
          </a:ln>
        </p:spPr>
      </p:sp>
      <p:pic>
        <p:nvPicPr>
          <p:cNvPr id="19" name="Image 0" descr="magnet">    </p:cNvPr>
          <p:cNvPicPr>
            <a:picLocks noChangeAspect="1"/>
          </p:cNvPicPr>
          <p:nvPr/>
        </p:nvPicPr>
        <p:blipFill>
          <a:blip r:embed="rId1"/>
          <a:stretch>
            <a:fillRect/>
          </a:stretch>
        </p:blipFill>
        <p:spPr>
          <a:xfrm>
            <a:off x="5687568" y="2807208"/>
            <a:ext cx="822960" cy="822960"/>
          </a:xfrm>
          <a:prstGeom prst="rect">
            <a:avLst/>
          </a:prstGeom>
        </p:spPr>
      </p:pic>
      <p:sp>
        <p:nvSpPr>
          <p:cNvPr id="20" name="Text 16"/>
          <p:cNvSpPr txBox="1"/>
          <p:nvPr/>
        </p:nvSpPr>
        <p:spPr>
          <a:xfrm>
            <a:off x="5367528" y="3630168"/>
            <a:ext cx="1463040" cy="502920"/>
          </a:xfrm>
          <a:prstGeom prst="rect">
            <a:avLst/>
          </a:prstGeom>
          <a:noFill/>
          <a:ln/>
        </p:spPr>
        <p:txBody>
          <a:bodyPr wrap="square" lIns="0" tIns="0" rIns="0" bIns="0" rtlCol="0" anchor="ctr"/>
          <a:lstStyle/>
          <a:p>
            <a:pPr algn="ctr" indent="0" marL="0">
              <a:buNone/>
            </a:pPr>
            <a:r>
              <a:rPr lang="en-US" sz="3000" b="1" dirty="0">
                <a:solidFill>
                  <a:schemeClr val="tx2"/>
                </a:solidFill>
                <a:latin typeface="+mj-lt" pitchFamily="34" charset="0"/>
                <a:ea typeface="+mj-lt" pitchFamily="34" charset="-122"/>
                <a:cs typeface="+mj-lt" pitchFamily="34" charset="-120"/>
              </a:rPr>
              <a:t>DE</a:t>
            </a:r>
            <a:endParaRPr lang="en-US" sz="3000" dirty="0"/>
          </a:p>
        </p:txBody>
      </p:sp>
      <p:sp>
        <p:nvSpPr>
          <p:cNvPr id="21" name="Shape 17"/>
          <p:cNvSpPr/>
          <p:nvPr/>
        </p:nvSpPr>
        <p:spPr>
          <a:xfrm>
            <a:off x="2286000" y="1554480"/>
            <a:ext cx="2560320" cy="1508760"/>
          </a:xfrm>
          <a:prstGeom prst="roundRect">
            <a:avLst>
              <a:gd name="adj" fmla="val 4848"/>
            </a:avLst>
          </a:prstGeom>
          <a:solidFill>
            <a:schemeClr val="bg1"/>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22" name="Shape 18"/>
          <p:cNvSpPr/>
          <p:nvPr/>
        </p:nvSpPr>
        <p:spPr>
          <a:xfrm>
            <a:off x="2286000" y="1554480"/>
            <a:ext cx="1143000" cy="1508760"/>
          </a:xfrm>
          <a:prstGeom prst="roundRect">
            <a:avLst>
              <a:gd name="adj" fmla="val 6400"/>
            </a:avLst>
          </a:prstGeom>
          <a:solidFill>
            <a:schemeClr val="tx2"/>
          </a:solidFill>
          <a:ln w="12700">
            <a:solidFill>
              <a:srgbClr val="FFFFFF">
                <a:alpha val="0"/>
              </a:srgbClr>
            </a:solidFill>
            <a:prstDash val="solid"/>
          </a:ln>
        </p:spPr>
      </p:sp>
      <p:sp>
        <p:nvSpPr>
          <p:cNvPr id="23" name="Text 19"/>
          <p:cNvSpPr txBox="1"/>
          <p:nvPr/>
        </p:nvSpPr>
        <p:spPr>
          <a:xfrm>
            <a:off x="2286000" y="1627632"/>
            <a:ext cx="1143000" cy="566928"/>
          </a:xfrm>
          <a:prstGeom prst="rect">
            <a:avLst/>
          </a:prstGeom>
          <a:noFill/>
          <a:ln/>
        </p:spPr>
        <p:txBody>
          <a:bodyPr wrap="square" lIns="0" tIns="0" rIns="0" bIns="0" rtlCol="0" anchor="ctr"/>
          <a:lstStyle/>
          <a:p>
            <a:pPr algn="ctr" indent="0" marL="0">
              <a:buNone/>
            </a:pPr>
            <a:r>
              <a:rPr lang="en-US" sz="3400" b="1" dirty="0">
                <a:solidFill>
                  <a:schemeClr val="bg1"/>
                </a:solidFill>
                <a:latin typeface="+mj-lt" pitchFamily="34" charset="0"/>
                <a:ea typeface="+mj-lt" pitchFamily="34" charset="-122"/>
                <a:cs typeface="+mj-lt" pitchFamily="34" charset="-120"/>
              </a:rPr>
              <a:t>-ing</a:t>
            </a:r>
            <a:endParaRPr lang="en-US" sz="3400" dirty="0"/>
          </a:p>
        </p:txBody>
      </p:sp>
      <p:pic>
        <p:nvPicPr>
          <p:cNvPr id="24" name="Image 1" descr="Star">    </p:cNvPr>
          <p:cNvPicPr>
            <a:picLocks noChangeAspect="1"/>
          </p:cNvPicPr>
          <p:nvPr/>
        </p:nvPicPr>
        <p:blipFill>
          <a:blip r:embed="rId2"/>
          <a:stretch>
            <a:fillRect/>
          </a:stretch>
        </p:blipFill>
        <p:spPr>
          <a:xfrm>
            <a:off x="2738628" y="2212848"/>
            <a:ext cx="237744" cy="237744"/>
          </a:xfrm>
          <a:prstGeom prst="rect">
            <a:avLst/>
          </a:prstGeom>
        </p:spPr>
      </p:pic>
      <p:sp>
        <p:nvSpPr>
          <p:cNvPr id="25" name="Text 20"/>
          <p:cNvSpPr txBox="1"/>
          <p:nvPr/>
        </p:nvSpPr>
        <p:spPr>
          <a:xfrm>
            <a:off x="2340864" y="2468880"/>
            <a:ext cx="1033272" cy="548640"/>
          </a:xfrm>
          <a:prstGeom prst="rect">
            <a:avLst/>
          </a:prstGeom>
          <a:noFill/>
          <a:ln/>
        </p:spPr>
        <p:txBody>
          <a:bodyPr wrap="square" lIns="0" tIns="0" rIns="0" bIns="0" rtlCol="0" anchor="ctr"/>
          <a:lstStyle/>
          <a:p>
            <a:pPr algn="ctr" indent="0" marL="0">
              <a:buNone/>
            </a:pPr>
            <a:r>
              <a:rPr lang="en-US" sz="1200" i="1" dirty="0">
                <a:solidFill>
                  <a:schemeClr val="bg1"/>
                </a:solidFill>
              </a:rPr>
              <a:t>la plus utile au travail</a:t>
            </a:r>
            <a:endParaRPr lang="en-US" sz="1200" dirty="0"/>
          </a:p>
        </p:txBody>
      </p:sp>
      <p:sp>
        <p:nvSpPr>
          <p:cNvPr id="26" name="Text 21"/>
          <p:cNvSpPr txBox="1"/>
          <p:nvPr/>
        </p:nvSpPr>
        <p:spPr>
          <a:xfrm>
            <a:off x="3538728" y="1600200"/>
            <a:ext cx="1261872" cy="1417320"/>
          </a:xfrm>
          <a:prstGeom prst="rect">
            <a:avLst/>
          </a:prstGeom>
          <a:noFill/>
          <a:ln/>
        </p:spPr>
        <p:txBody>
          <a:bodyPr wrap="square" lIns="0" tIns="0" rIns="0" bIns="0" rtlCol="0" anchor="ctr"/>
          <a:lstStyle/>
          <a:p>
            <a:pPr algn="l" indent="0" marL="0">
              <a:spcAft>
                <a:spcPts val="200"/>
              </a:spcAft>
              <a:buNone/>
            </a:pPr>
            <a:r>
              <a:rPr lang="en-US" sz="1600" b="1" dirty="0">
                <a:solidFill>
                  <a:schemeClr val="tx2"/>
                </a:solidFill>
              </a:rPr>
              <a:t>de</a:t>
            </a:r>
            <a:r>
              <a:rPr lang="en-US" sz="1600" dirty="0">
                <a:solidFill>
                  <a:schemeClr val="tx1"/>
                </a:solidFill>
              </a:rPr>
              <a:t> vergadering</a:t>
            </a:r>
            <a:endParaRPr lang="en-US" sz="1600" dirty="0"/>
          </a:p>
          <a:p>
            <a:pPr algn="l" indent="0" marL="0">
              <a:spcAft>
                <a:spcPts val="200"/>
              </a:spcAft>
              <a:buNone/>
            </a:pPr>
            <a:r>
              <a:rPr lang="en-US" sz="1600" b="1" dirty="0">
                <a:solidFill>
                  <a:schemeClr val="tx2"/>
                </a:solidFill>
              </a:rPr>
              <a:t>de</a:t>
            </a:r>
            <a:r>
              <a:rPr lang="en-US" sz="1600" dirty="0">
                <a:solidFill>
                  <a:schemeClr val="tx1"/>
                </a:solidFill>
              </a:rPr>
              <a:t> opleiding</a:t>
            </a:r>
            <a:endParaRPr lang="en-US" sz="1600" dirty="0"/>
          </a:p>
          <a:p>
            <a:pPr algn="l" indent="0" marL="0">
              <a:spcAft>
                <a:spcPts val="200"/>
              </a:spcAft>
              <a:buNone/>
            </a:pPr>
            <a:r>
              <a:rPr lang="en-US" sz="1600" b="1" dirty="0">
                <a:solidFill>
                  <a:schemeClr val="tx2"/>
                </a:solidFill>
              </a:rPr>
              <a:t>de</a:t>
            </a:r>
            <a:r>
              <a:rPr lang="en-US" sz="1600" dirty="0">
                <a:solidFill>
                  <a:schemeClr val="tx1"/>
                </a:solidFill>
              </a:rPr>
              <a:t> rekening</a:t>
            </a:r>
            <a:endParaRPr lang="en-US" sz="1600" dirty="0"/>
          </a:p>
        </p:txBody>
      </p:sp>
      <p:sp>
        <p:nvSpPr>
          <p:cNvPr id="27" name="Shape 22"/>
          <p:cNvSpPr/>
          <p:nvPr/>
        </p:nvSpPr>
        <p:spPr>
          <a:xfrm>
            <a:off x="2286000" y="3291840"/>
            <a:ext cx="2560320" cy="822960"/>
          </a:xfrm>
          <a:prstGeom prst="roundRect">
            <a:avLst>
              <a:gd name="adj" fmla="val 8889"/>
            </a:avLst>
          </a:prstGeom>
          <a:solidFill>
            <a:schemeClr val="bg1"/>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28" name="Shape 23"/>
          <p:cNvSpPr/>
          <p:nvPr/>
        </p:nvSpPr>
        <p:spPr>
          <a:xfrm>
            <a:off x="2286000" y="3291840"/>
            <a:ext cx="868680" cy="822960"/>
          </a:xfrm>
          <a:prstGeom prst="roundRect">
            <a:avLst>
              <a:gd name="adj" fmla="val 8889"/>
            </a:avLst>
          </a:prstGeom>
          <a:solidFill>
            <a:schemeClr val="tx2"/>
          </a:solidFill>
          <a:ln w="12700">
            <a:solidFill>
              <a:srgbClr val="FFFFFF">
                <a:alpha val="0"/>
              </a:srgbClr>
            </a:solidFill>
            <a:prstDash val="solid"/>
          </a:ln>
        </p:spPr>
      </p:sp>
      <p:sp>
        <p:nvSpPr>
          <p:cNvPr id="29" name="Text 24"/>
          <p:cNvSpPr txBox="1"/>
          <p:nvPr/>
        </p:nvSpPr>
        <p:spPr>
          <a:xfrm>
            <a:off x="2313432" y="3291840"/>
            <a:ext cx="813816" cy="82296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-ie</a:t>
            </a:r>
            <a:endParaRPr lang="en-US" sz="2200" dirty="0"/>
          </a:p>
        </p:txBody>
      </p:sp>
      <p:sp>
        <p:nvSpPr>
          <p:cNvPr id="30" name="Text 25"/>
          <p:cNvSpPr txBox="1"/>
          <p:nvPr/>
        </p:nvSpPr>
        <p:spPr>
          <a:xfrm>
            <a:off x="3264408" y="3337560"/>
            <a:ext cx="1536192" cy="731520"/>
          </a:xfrm>
          <a:prstGeom prst="rect">
            <a:avLst/>
          </a:prstGeom>
          <a:noFill/>
          <a:ln/>
        </p:spPr>
        <p:txBody>
          <a:bodyPr wrap="square" lIns="0" tIns="0" rIns="0" bIns="0" rtlCol="0" anchor="ctr"/>
          <a:lstStyle/>
          <a:p>
            <a:pPr algn="l" indent="0" marL="0">
              <a:spcAft>
                <a:spcPts val="200"/>
              </a:spcAft>
              <a:buNone/>
            </a:pPr>
            <a:r>
              <a:rPr lang="en-US" sz="1600" b="1" dirty="0">
                <a:solidFill>
                  <a:schemeClr val="tx2"/>
                </a:solidFill>
              </a:rPr>
              <a:t>de</a:t>
            </a:r>
            <a:r>
              <a:rPr lang="en-US" sz="1600" dirty="0">
                <a:solidFill>
                  <a:schemeClr val="tx1"/>
                </a:solidFill>
              </a:rPr>
              <a:t> informatie</a:t>
            </a:r>
            <a:endParaRPr lang="en-US" sz="1600" dirty="0"/>
          </a:p>
          <a:p>
            <a:pPr algn="l" indent="0" marL="0">
              <a:spcAft>
                <a:spcPts val="200"/>
              </a:spcAft>
              <a:buNone/>
            </a:pPr>
            <a:r>
              <a:rPr lang="en-US" sz="1600" b="1" dirty="0">
                <a:solidFill>
                  <a:schemeClr val="tx2"/>
                </a:solidFill>
              </a:rPr>
              <a:t>de</a:t>
            </a:r>
            <a:r>
              <a:rPr lang="en-US" sz="1600" dirty="0">
                <a:solidFill>
                  <a:schemeClr val="tx1"/>
                </a:solidFill>
              </a:rPr>
              <a:t> familie</a:t>
            </a:r>
            <a:endParaRPr lang="en-US" sz="1600" dirty="0"/>
          </a:p>
        </p:txBody>
      </p:sp>
      <p:sp>
        <p:nvSpPr>
          <p:cNvPr id="31" name="Shape 26"/>
          <p:cNvSpPr/>
          <p:nvPr/>
        </p:nvSpPr>
        <p:spPr>
          <a:xfrm>
            <a:off x="2286000" y="4343400"/>
            <a:ext cx="2560320" cy="822960"/>
          </a:xfrm>
          <a:prstGeom prst="roundRect">
            <a:avLst>
              <a:gd name="adj" fmla="val 8889"/>
            </a:avLst>
          </a:prstGeom>
          <a:solidFill>
            <a:schemeClr val="bg1"/>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32" name="Shape 27"/>
          <p:cNvSpPr/>
          <p:nvPr/>
        </p:nvSpPr>
        <p:spPr>
          <a:xfrm>
            <a:off x="2286000" y="4343400"/>
            <a:ext cx="868680" cy="822960"/>
          </a:xfrm>
          <a:prstGeom prst="roundRect">
            <a:avLst>
              <a:gd name="adj" fmla="val 8889"/>
            </a:avLst>
          </a:prstGeom>
          <a:solidFill>
            <a:schemeClr val="tx2"/>
          </a:solidFill>
          <a:ln w="12700">
            <a:solidFill>
              <a:srgbClr val="FFFFFF">
                <a:alpha val="0"/>
              </a:srgbClr>
            </a:solidFill>
            <a:prstDash val="solid"/>
          </a:ln>
        </p:spPr>
      </p:sp>
      <p:sp>
        <p:nvSpPr>
          <p:cNvPr id="33" name="Text 28"/>
          <p:cNvSpPr txBox="1"/>
          <p:nvPr/>
        </p:nvSpPr>
        <p:spPr>
          <a:xfrm>
            <a:off x="2313432" y="4343400"/>
            <a:ext cx="813816" cy="82296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-heid</a:t>
            </a:r>
            <a:endParaRPr lang="en-US" sz="2200" dirty="0"/>
          </a:p>
        </p:txBody>
      </p:sp>
      <p:sp>
        <p:nvSpPr>
          <p:cNvPr id="34" name="Text 29"/>
          <p:cNvSpPr txBox="1"/>
          <p:nvPr/>
        </p:nvSpPr>
        <p:spPr>
          <a:xfrm>
            <a:off x="3264408" y="4389120"/>
            <a:ext cx="1536192" cy="731520"/>
          </a:xfrm>
          <a:prstGeom prst="rect">
            <a:avLst/>
          </a:prstGeom>
          <a:noFill/>
          <a:ln/>
        </p:spPr>
        <p:txBody>
          <a:bodyPr wrap="square" lIns="0" tIns="0" rIns="0" bIns="0" rtlCol="0" anchor="ctr"/>
          <a:lstStyle/>
          <a:p>
            <a:pPr algn="l" indent="0" marL="0">
              <a:spcAft>
                <a:spcPts val="200"/>
              </a:spcAft>
              <a:buNone/>
            </a:pPr>
            <a:r>
              <a:rPr lang="en-US" sz="1600" b="1" dirty="0">
                <a:solidFill>
                  <a:schemeClr val="tx2"/>
                </a:solidFill>
              </a:rPr>
              <a:t>de</a:t>
            </a:r>
            <a:r>
              <a:rPr lang="en-US" sz="1600" dirty="0">
                <a:solidFill>
                  <a:schemeClr val="tx1"/>
                </a:solidFill>
              </a:rPr>
              <a:t> waarheid</a:t>
            </a:r>
            <a:endParaRPr lang="en-US" sz="1600" dirty="0"/>
          </a:p>
          <a:p>
            <a:pPr algn="l" indent="0" marL="0">
              <a:spcAft>
                <a:spcPts val="200"/>
              </a:spcAft>
              <a:buNone/>
            </a:pPr>
            <a:r>
              <a:rPr lang="en-US" sz="1600" b="1" dirty="0">
                <a:solidFill>
                  <a:schemeClr val="tx2"/>
                </a:solidFill>
              </a:rPr>
              <a:t>de</a:t>
            </a:r>
            <a:r>
              <a:rPr lang="en-US" sz="1600" dirty="0">
                <a:solidFill>
                  <a:schemeClr val="tx1"/>
                </a:solidFill>
              </a:rPr>
              <a:t> gezondheid</a:t>
            </a:r>
            <a:endParaRPr lang="en-US" sz="1600" dirty="0"/>
          </a:p>
        </p:txBody>
      </p:sp>
      <p:sp>
        <p:nvSpPr>
          <p:cNvPr id="35" name="Shape 30"/>
          <p:cNvSpPr/>
          <p:nvPr/>
        </p:nvSpPr>
        <p:spPr>
          <a:xfrm>
            <a:off x="7360920" y="1554480"/>
            <a:ext cx="2560320" cy="822960"/>
          </a:xfrm>
          <a:prstGeom prst="roundRect">
            <a:avLst>
              <a:gd name="adj" fmla="val 8889"/>
            </a:avLst>
          </a:prstGeom>
          <a:solidFill>
            <a:schemeClr val="bg1"/>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36" name="Shape 31"/>
          <p:cNvSpPr/>
          <p:nvPr/>
        </p:nvSpPr>
        <p:spPr>
          <a:xfrm>
            <a:off x="7360920" y="1554480"/>
            <a:ext cx="868680" cy="822960"/>
          </a:xfrm>
          <a:prstGeom prst="roundRect">
            <a:avLst>
              <a:gd name="adj" fmla="val 8889"/>
            </a:avLst>
          </a:prstGeom>
          <a:solidFill>
            <a:schemeClr val="tx2"/>
          </a:solidFill>
          <a:ln w="12700">
            <a:solidFill>
              <a:srgbClr val="FFFFFF">
                <a:alpha val="0"/>
              </a:srgbClr>
            </a:solidFill>
            <a:prstDash val="solid"/>
          </a:ln>
        </p:spPr>
      </p:sp>
      <p:sp>
        <p:nvSpPr>
          <p:cNvPr id="37" name="Text 32"/>
          <p:cNvSpPr txBox="1"/>
          <p:nvPr/>
        </p:nvSpPr>
        <p:spPr>
          <a:xfrm>
            <a:off x="7388352" y="1554480"/>
            <a:ext cx="813816" cy="82296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-nis</a:t>
            </a:r>
            <a:endParaRPr lang="en-US" sz="2200" dirty="0"/>
          </a:p>
        </p:txBody>
      </p:sp>
      <p:sp>
        <p:nvSpPr>
          <p:cNvPr id="38" name="Text 33"/>
          <p:cNvSpPr txBox="1"/>
          <p:nvPr/>
        </p:nvSpPr>
        <p:spPr>
          <a:xfrm>
            <a:off x="8339328" y="1600200"/>
            <a:ext cx="1536192" cy="731520"/>
          </a:xfrm>
          <a:prstGeom prst="rect">
            <a:avLst/>
          </a:prstGeom>
          <a:noFill/>
          <a:ln/>
        </p:spPr>
        <p:txBody>
          <a:bodyPr wrap="square" lIns="0" tIns="0" rIns="0" bIns="0" rtlCol="0" anchor="ctr"/>
          <a:lstStyle/>
          <a:p>
            <a:pPr algn="l" indent="0" marL="0">
              <a:spcAft>
                <a:spcPts val="200"/>
              </a:spcAft>
              <a:buNone/>
            </a:pPr>
            <a:r>
              <a:rPr lang="en-US" sz="1600" b="1" dirty="0">
                <a:solidFill>
                  <a:schemeClr val="tx2"/>
                </a:solidFill>
              </a:rPr>
              <a:t>de</a:t>
            </a:r>
            <a:r>
              <a:rPr lang="en-US" sz="1600" dirty="0">
                <a:solidFill>
                  <a:schemeClr val="tx1"/>
                </a:solidFill>
              </a:rPr>
              <a:t> kennis</a:t>
            </a:r>
            <a:endParaRPr lang="en-US" sz="1600" dirty="0"/>
          </a:p>
          <a:p>
            <a:pPr algn="l" indent="0" marL="0">
              <a:spcAft>
                <a:spcPts val="200"/>
              </a:spcAft>
              <a:buNone/>
            </a:pPr>
            <a:r>
              <a:rPr lang="en-US" sz="1600" b="1" dirty="0">
                <a:solidFill>
                  <a:schemeClr val="tx2"/>
                </a:solidFill>
              </a:rPr>
              <a:t>de</a:t>
            </a:r>
            <a:r>
              <a:rPr lang="en-US" sz="1600" dirty="0">
                <a:solidFill>
                  <a:schemeClr val="tx1"/>
                </a:solidFill>
              </a:rPr>
              <a:t> gebeurtenis</a:t>
            </a:r>
            <a:endParaRPr lang="en-US" sz="1600" dirty="0"/>
          </a:p>
        </p:txBody>
      </p:sp>
      <p:sp>
        <p:nvSpPr>
          <p:cNvPr id="39" name="Shape 34"/>
          <p:cNvSpPr/>
          <p:nvPr/>
        </p:nvSpPr>
        <p:spPr>
          <a:xfrm>
            <a:off x="7360920" y="2606040"/>
            <a:ext cx="2560320" cy="822960"/>
          </a:xfrm>
          <a:prstGeom prst="roundRect">
            <a:avLst>
              <a:gd name="adj" fmla="val 8889"/>
            </a:avLst>
          </a:prstGeom>
          <a:solidFill>
            <a:schemeClr val="bg1"/>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40" name="Shape 35"/>
          <p:cNvSpPr/>
          <p:nvPr/>
        </p:nvSpPr>
        <p:spPr>
          <a:xfrm>
            <a:off x="7360920" y="2606040"/>
            <a:ext cx="1097280" cy="822960"/>
          </a:xfrm>
          <a:prstGeom prst="roundRect">
            <a:avLst>
              <a:gd name="adj" fmla="val 8889"/>
            </a:avLst>
          </a:prstGeom>
          <a:solidFill>
            <a:schemeClr val="tx2"/>
          </a:solidFill>
          <a:ln w="12700">
            <a:solidFill>
              <a:srgbClr val="FFFFFF">
                <a:alpha val="0"/>
              </a:srgbClr>
            </a:solidFill>
            <a:prstDash val="solid"/>
          </a:ln>
        </p:spPr>
      </p:sp>
      <p:sp>
        <p:nvSpPr>
          <p:cNvPr id="41" name="Text 36"/>
          <p:cNvSpPr txBox="1"/>
          <p:nvPr/>
        </p:nvSpPr>
        <p:spPr>
          <a:xfrm>
            <a:off x="7388352" y="2606040"/>
            <a:ext cx="1042416" cy="82296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-de / -te</a:t>
            </a:r>
            <a:endParaRPr lang="en-US" sz="1600" dirty="0"/>
          </a:p>
        </p:txBody>
      </p:sp>
      <p:sp>
        <p:nvSpPr>
          <p:cNvPr id="42" name="Text 37"/>
          <p:cNvSpPr txBox="1"/>
          <p:nvPr/>
        </p:nvSpPr>
        <p:spPr>
          <a:xfrm>
            <a:off x="8567928" y="2651760"/>
            <a:ext cx="1307592" cy="731520"/>
          </a:xfrm>
          <a:prstGeom prst="rect">
            <a:avLst/>
          </a:prstGeom>
          <a:noFill/>
          <a:ln/>
        </p:spPr>
        <p:txBody>
          <a:bodyPr wrap="square" lIns="0" tIns="0" rIns="0" bIns="0" rtlCol="0" anchor="ctr"/>
          <a:lstStyle/>
          <a:p>
            <a:pPr algn="l" indent="0" marL="0">
              <a:spcAft>
                <a:spcPts val="200"/>
              </a:spcAft>
              <a:buNone/>
            </a:pPr>
            <a:r>
              <a:rPr lang="en-US" sz="1600" b="1" dirty="0">
                <a:solidFill>
                  <a:schemeClr val="tx2"/>
                </a:solidFill>
              </a:rPr>
              <a:t>de</a:t>
            </a:r>
            <a:r>
              <a:rPr lang="en-US" sz="1600" dirty="0">
                <a:solidFill>
                  <a:schemeClr val="tx1"/>
                </a:solidFill>
              </a:rPr>
              <a:t> liefde</a:t>
            </a:r>
            <a:endParaRPr lang="en-US" sz="1600" dirty="0"/>
          </a:p>
          <a:p>
            <a:pPr algn="l" indent="0" marL="0">
              <a:spcAft>
                <a:spcPts val="200"/>
              </a:spcAft>
              <a:buNone/>
            </a:pPr>
            <a:r>
              <a:rPr lang="en-US" sz="1600" b="1" dirty="0">
                <a:solidFill>
                  <a:schemeClr val="tx2"/>
                </a:solidFill>
              </a:rPr>
              <a:t>de</a:t>
            </a:r>
            <a:r>
              <a:rPr lang="en-US" sz="1600" dirty="0">
                <a:solidFill>
                  <a:schemeClr val="tx1"/>
                </a:solidFill>
              </a:rPr>
              <a:t> hoogte</a:t>
            </a:r>
            <a:endParaRPr lang="en-US" sz="1600" dirty="0"/>
          </a:p>
        </p:txBody>
      </p:sp>
      <p:sp>
        <p:nvSpPr>
          <p:cNvPr id="43" name="Shape 38"/>
          <p:cNvSpPr/>
          <p:nvPr/>
        </p:nvSpPr>
        <p:spPr>
          <a:xfrm>
            <a:off x="7360920" y="3657600"/>
            <a:ext cx="2560320" cy="822960"/>
          </a:xfrm>
          <a:prstGeom prst="roundRect">
            <a:avLst>
              <a:gd name="adj" fmla="val 8889"/>
            </a:avLst>
          </a:prstGeom>
          <a:solidFill>
            <a:schemeClr val="bg1"/>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44" name="Shape 39"/>
          <p:cNvSpPr/>
          <p:nvPr/>
        </p:nvSpPr>
        <p:spPr>
          <a:xfrm>
            <a:off x="7360920" y="3657600"/>
            <a:ext cx="868680" cy="822960"/>
          </a:xfrm>
          <a:prstGeom prst="roundRect">
            <a:avLst>
              <a:gd name="adj" fmla="val 8889"/>
            </a:avLst>
          </a:prstGeom>
          <a:solidFill>
            <a:schemeClr val="tx2"/>
          </a:solidFill>
          <a:ln w="12700">
            <a:solidFill>
              <a:srgbClr val="FFFFFF">
                <a:alpha val="0"/>
              </a:srgbClr>
            </a:solidFill>
            <a:prstDash val="solid"/>
          </a:ln>
        </p:spPr>
      </p:sp>
      <p:sp>
        <p:nvSpPr>
          <p:cNvPr id="45" name="Text 40"/>
          <p:cNvSpPr txBox="1"/>
          <p:nvPr/>
        </p:nvSpPr>
        <p:spPr>
          <a:xfrm>
            <a:off x="7388352" y="3657600"/>
            <a:ext cx="813816" cy="82296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-ij</a:t>
            </a:r>
            <a:endParaRPr lang="en-US" sz="2200" dirty="0"/>
          </a:p>
        </p:txBody>
      </p:sp>
      <p:sp>
        <p:nvSpPr>
          <p:cNvPr id="46" name="Text 41"/>
          <p:cNvSpPr txBox="1"/>
          <p:nvPr/>
        </p:nvSpPr>
        <p:spPr>
          <a:xfrm>
            <a:off x="8339328" y="3703320"/>
            <a:ext cx="1536192" cy="731520"/>
          </a:xfrm>
          <a:prstGeom prst="rect">
            <a:avLst/>
          </a:prstGeom>
          <a:noFill/>
          <a:ln/>
        </p:spPr>
        <p:txBody>
          <a:bodyPr wrap="square" lIns="0" tIns="0" rIns="0" bIns="0" rtlCol="0" anchor="ctr"/>
          <a:lstStyle/>
          <a:p>
            <a:pPr algn="l" indent="0" marL="0">
              <a:spcAft>
                <a:spcPts val="200"/>
              </a:spcAft>
              <a:buNone/>
            </a:pPr>
            <a:r>
              <a:rPr lang="en-US" sz="1600" b="1" dirty="0">
                <a:solidFill>
                  <a:schemeClr val="tx2"/>
                </a:solidFill>
              </a:rPr>
              <a:t>de</a:t>
            </a:r>
            <a:r>
              <a:rPr lang="en-US" sz="1600" dirty="0">
                <a:solidFill>
                  <a:schemeClr val="tx1"/>
                </a:solidFill>
              </a:rPr>
              <a:t> bakkerij</a:t>
            </a:r>
            <a:endParaRPr lang="en-US" sz="1600" dirty="0"/>
          </a:p>
          <a:p>
            <a:pPr algn="l" indent="0" marL="0">
              <a:spcAft>
                <a:spcPts val="200"/>
              </a:spcAft>
              <a:buNone/>
            </a:pPr>
            <a:r>
              <a:rPr lang="en-US" sz="1600" b="1" dirty="0">
                <a:solidFill>
                  <a:schemeClr val="tx2"/>
                </a:solidFill>
              </a:rPr>
              <a:t>de</a:t>
            </a:r>
            <a:r>
              <a:rPr lang="en-US" sz="1600" dirty="0">
                <a:solidFill>
                  <a:schemeClr val="tx1"/>
                </a:solidFill>
              </a:rPr>
              <a:t> partij</a:t>
            </a:r>
            <a:endParaRPr lang="en-US" sz="1600" dirty="0"/>
          </a:p>
        </p:txBody>
      </p:sp>
      <p:sp>
        <p:nvSpPr>
          <p:cNvPr id="47" name="Shape 42"/>
          <p:cNvSpPr/>
          <p:nvPr/>
        </p:nvSpPr>
        <p:spPr>
          <a:xfrm>
            <a:off x="7360920" y="4709160"/>
            <a:ext cx="2560320" cy="822960"/>
          </a:xfrm>
          <a:prstGeom prst="roundRect">
            <a:avLst>
              <a:gd name="adj" fmla="val 8889"/>
            </a:avLst>
          </a:prstGeom>
          <a:solidFill>
            <a:schemeClr val="bg1"/>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48" name="Shape 43"/>
          <p:cNvSpPr/>
          <p:nvPr/>
        </p:nvSpPr>
        <p:spPr>
          <a:xfrm>
            <a:off x="7360920" y="4709160"/>
            <a:ext cx="868680" cy="822960"/>
          </a:xfrm>
          <a:prstGeom prst="roundRect">
            <a:avLst>
              <a:gd name="adj" fmla="val 8889"/>
            </a:avLst>
          </a:prstGeom>
          <a:solidFill>
            <a:schemeClr val="tx2"/>
          </a:solidFill>
          <a:ln w="12700">
            <a:solidFill>
              <a:srgbClr val="FFFFFF">
                <a:alpha val="0"/>
              </a:srgbClr>
            </a:solidFill>
            <a:prstDash val="solid"/>
          </a:ln>
        </p:spPr>
      </p:sp>
      <p:sp>
        <p:nvSpPr>
          <p:cNvPr id="49" name="Text 44"/>
          <p:cNvSpPr txBox="1"/>
          <p:nvPr/>
        </p:nvSpPr>
        <p:spPr>
          <a:xfrm>
            <a:off x="7388352" y="4709160"/>
            <a:ext cx="813816" cy="82296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-teit</a:t>
            </a:r>
            <a:endParaRPr lang="en-US" sz="2200" dirty="0"/>
          </a:p>
        </p:txBody>
      </p:sp>
      <p:sp>
        <p:nvSpPr>
          <p:cNvPr id="50" name="Text 45"/>
          <p:cNvSpPr txBox="1"/>
          <p:nvPr/>
        </p:nvSpPr>
        <p:spPr>
          <a:xfrm>
            <a:off x="8339328" y="4754880"/>
            <a:ext cx="1536192" cy="731520"/>
          </a:xfrm>
          <a:prstGeom prst="rect">
            <a:avLst/>
          </a:prstGeom>
          <a:noFill/>
          <a:ln/>
        </p:spPr>
        <p:txBody>
          <a:bodyPr wrap="square" lIns="0" tIns="0" rIns="0" bIns="0" rtlCol="0" anchor="ctr"/>
          <a:lstStyle/>
          <a:p>
            <a:pPr algn="l" indent="0" marL="0">
              <a:spcAft>
                <a:spcPts val="200"/>
              </a:spcAft>
              <a:buNone/>
            </a:pPr>
            <a:r>
              <a:rPr lang="en-US" sz="1600" b="1" dirty="0">
                <a:solidFill>
                  <a:schemeClr val="tx2"/>
                </a:solidFill>
              </a:rPr>
              <a:t>de</a:t>
            </a:r>
            <a:r>
              <a:rPr lang="en-US" sz="1600" dirty="0">
                <a:solidFill>
                  <a:schemeClr val="tx1"/>
                </a:solidFill>
              </a:rPr>
              <a:t> universiteit</a:t>
            </a:r>
            <a:endParaRPr lang="en-US" sz="1600" dirty="0"/>
          </a:p>
          <a:p>
            <a:pPr algn="l" indent="0" marL="0">
              <a:spcAft>
                <a:spcPts val="200"/>
              </a:spcAft>
              <a:buNone/>
            </a:pPr>
            <a:r>
              <a:rPr lang="en-US" sz="1600" b="1" dirty="0">
                <a:solidFill>
                  <a:schemeClr val="tx2"/>
                </a:solidFill>
              </a:rPr>
              <a:t>de</a:t>
            </a:r>
            <a:r>
              <a:rPr lang="en-US" sz="1600" dirty="0">
                <a:solidFill>
                  <a:schemeClr val="tx1"/>
                </a:solidFill>
              </a:rPr>
              <a:t> kwaliteit</a:t>
            </a:r>
            <a:endParaRPr lang="en-US" sz="1600" dirty="0"/>
          </a:p>
        </p:txBody>
      </p:sp>
      <p:sp>
        <p:nvSpPr>
          <p:cNvPr id="51" name="Shape 46"/>
          <p:cNvSpPr/>
          <p:nvPr/>
        </p:nvSpPr>
        <p:spPr>
          <a:xfrm>
            <a:off x="548640" y="2103120"/>
            <a:ext cx="1554480" cy="365760"/>
          </a:xfrm>
          <a:prstGeom prst="roundRect">
            <a:avLst>
              <a:gd name="adj" fmla="val 25000"/>
            </a:avLst>
          </a:prstGeom>
          <a:solidFill>
            <a:schemeClr val="accent1"/>
          </a:solidFill>
          <a:ln w="12700">
            <a:solidFill>
              <a:srgbClr val="FFFFFF">
                <a:alpha val="0"/>
              </a:srgbClr>
            </a:solidFill>
            <a:prstDash val="solid"/>
          </a:ln>
        </p:spPr>
      </p:sp>
      <p:sp>
        <p:nvSpPr>
          <p:cNvPr id="52" name="Text 47"/>
          <p:cNvSpPr txBox="1"/>
          <p:nvPr/>
        </p:nvSpPr>
        <p:spPr>
          <a:xfrm>
            <a:off x="576072" y="2103120"/>
            <a:ext cx="1499616" cy="365760"/>
          </a:xfrm>
          <a:prstGeom prst="rect">
            <a:avLst/>
          </a:prstGeom>
          <a:noFill/>
          <a:ln/>
        </p:spPr>
        <p:txBody>
          <a:bodyPr wrap="square" lIns="0" tIns="0" rIns="0" bIns="0" rtlCol="0" anchor="ctr"/>
          <a:lstStyle/>
          <a:p>
            <a:pPr algn="ctr" indent="0" marL="0">
              <a:buNone/>
            </a:pPr>
            <a:r>
              <a:rPr lang="en-US" sz="1200" b="1" dirty="0">
                <a:solidFill>
                  <a:schemeClr val="bg1"/>
                </a:solidFill>
              </a:rPr>
              <a:t>! het ding</a:t>
            </a:r>
            <a:endParaRPr lang="en-US" sz="1200" dirty="0"/>
          </a:p>
        </p:txBody>
      </p:sp>
      <p:sp>
        <p:nvSpPr>
          <p:cNvPr id="53" name="Shape 48"/>
          <p:cNvSpPr/>
          <p:nvPr/>
        </p:nvSpPr>
        <p:spPr>
          <a:xfrm>
            <a:off x="548640" y="3520440"/>
            <a:ext cx="1554480" cy="365760"/>
          </a:xfrm>
          <a:prstGeom prst="roundRect">
            <a:avLst>
              <a:gd name="adj" fmla="val 25000"/>
            </a:avLst>
          </a:prstGeom>
          <a:solidFill>
            <a:schemeClr val="accent1"/>
          </a:solidFill>
          <a:ln w="12700">
            <a:solidFill>
              <a:srgbClr val="FFFFFF">
                <a:alpha val="0"/>
              </a:srgbClr>
            </a:solidFill>
            <a:prstDash val="solid"/>
          </a:ln>
        </p:spPr>
      </p:sp>
      <p:sp>
        <p:nvSpPr>
          <p:cNvPr id="54" name="Text 49"/>
          <p:cNvSpPr txBox="1"/>
          <p:nvPr/>
        </p:nvSpPr>
        <p:spPr>
          <a:xfrm>
            <a:off x="576072" y="3520440"/>
            <a:ext cx="1499616" cy="365760"/>
          </a:xfrm>
          <a:prstGeom prst="rect">
            <a:avLst/>
          </a:prstGeom>
          <a:noFill/>
          <a:ln/>
        </p:spPr>
        <p:txBody>
          <a:bodyPr wrap="square" lIns="0" tIns="0" rIns="0" bIns="0" rtlCol="0" anchor="ctr"/>
          <a:lstStyle/>
          <a:p>
            <a:pPr algn="ctr" indent="0" marL="0">
              <a:buNone/>
            </a:pPr>
            <a:r>
              <a:rPr lang="en-US" sz="1200" b="1" dirty="0">
                <a:solidFill>
                  <a:schemeClr val="bg1"/>
                </a:solidFill>
              </a:rPr>
              <a:t>! het ministerie</a:t>
            </a:r>
            <a:endParaRPr lang="en-US" sz="1200" dirty="0"/>
          </a:p>
        </p:txBody>
      </p:sp>
      <p:sp>
        <p:nvSpPr>
          <p:cNvPr id="55" name="Shape 50"/>
          <p:cNvSpPr/>
          <p:nvPr/>
        </p:nvSpPr>
        <p:spPr>
          <a:xfrm>
            <a:off x="10085832" y="1572768"/>
            <a:ext cx="1554480" cy="365760"/>
          </a:xfrm>
          <a:prstGeom prst="roundRect">
            <a:avLst>
              <a:gd name="adj" fmla="val 25000"/>
            </a:avLst>
          </a:prstGeom>
          <a:solidFill>
            <a:schemeClr val="accent1"/>
          </a:solidFill>
          <a:ln w="12700">
            <a:solidFill>
              <a:srgbClr val="FFFFFF">
                <a:alpha val="0"/>
              </a:srgbClr>
            </a:solidFill>
            <a:prstDash val="solid"/>
          </a:ln>
        </p:spPr>
      </p:sp>
      <p:sp>
        <p:nvSpPr>
          <p:cNvPr id="56" name="Text 51"/>
          <p:cNvSpPr txBox="1"/>
          <p:nvPr/>
        </p:nvSpPr>
        <p:spPr>
          <a:xfrm>
            <a:off x="10113264" y="1572768"/>
            <a:ext cx="1499616" cy="365760"/>
          </a:xfrm>
          <a:prstGeom prst="rect">
            <a:avLst/>
          </a:prstGeom>
          <a:noFill/>
          <a:ln/>
        </p:spPr>
        <p:txBody>
          <a:bodyPr wrap="square" lIns="0" tIns="0" rIns="0" bIns="0" rtlCol="0" anchor="ctr"/>
          <a:lstStyle/>
          <a:p>
            <a:pPr algn="ctr" indent="0" marL="0">
              <a:buNone/>
            </a:pPr>
            <a:r>
              <a:rPr lang="en-US" sz="1200" b="1" dirty="0">
                <a:solidFill>
                  <a:schemeClr val="bg1"/>
                </a:solidFill>
              </a:rPr>
              <a:t>! het vonnis</a:t>
            </a:r>
            <a:endParaRPr lang="en-US" sz="1200" dirty="0"/>
          </a:p>
        </p:txBody>
      </p:sp>
      <p:sp>
        <p:nvSpPr>
          <p:cNvPr id="57" name="Shape 52"/>
          <p:cNvSpPr/>
          <p:nvPr/>
        </p:nvSpPr>
        <p:spPr>
          <a:xfrm>
            <a:off x="10085832" y="1993392"/>
            <a:ext cx="1554480" cy="365760"/>
          </a:xfrm>
          <a:prstGeom prst="roundRect">
            <a:avLst>
              <a:gd name="adj" fmla="val 25000"/>
            </a:avLst>
          </a:prstGeom>
          <a:solidFill>
            <a:schemeClr val="accent1"/>
          </a:solidFill>
          <a:ln w="12700">
            <a:solidFill>
              <a:srgbClr val="FFFFFF">
                <a:alpha val="0"/>
              </a:srgbClr>
            </a:solidFill>
            <a:prstDash val="solid"/>
          </a:ln>
        </p:spPr>
      </p:sp>
      <p:sp>
        <p:nvSpPr>
          <p:cNvPr id="58" name="Text 53"/>
          <p:cNvSpPr txBox="1"/>
          <p:nvPr/>
        </p:nvSpPr>
        <p:spPr>
          <a:xfrm>
            <a:off x="10113264" y="1993392"/>
            <a:ext cx="1499616" cy="365760"/>
          </a:xfrm>
          <a:prstGeom prst="rect">
            <a:avLst/>
          </a:prstGeom>
          <a:noFill/>
          <a:ln/>
        </p:spPr>
        <p:txBody>
          <a:bodyPr wrap="square" lIns="0" tIns="0" rIns="0" bIns="0" rtlCol="0" anchor="ctr"/>
          <a:lstStyle/>
          <a:p>
            <a:pPr algn="ctr" indent="0" marL="0">
              <a:buNone/>
            </a:pPr>
            <a:r>
              <a:rPr lang="en-US" sz="1200" b="1" dirty="0">
                <a:solidFill>
                  <a:schemeClr val="bg1"/>
                </a:solidFill>
              </a:rPr>
              <a:t>! het getuigenis</a:t>
            </a:r>
            <a:endParaRPr lang="en-US" sz="1200" dirty="0"/>
          </a:p>
        </p:txBody>
      </p:sp>
      <p:sp>
        <p:nvSpPr>
          <p:cNvPr id="59" name="Shape 54"/>
          <p:cNvSpPr/>
          <p:nvPr/>
        </p:nvSpPr>
        <p:spPr>
          <a:xfrm>
            <a:off x="10085832" y="2624328"/>
            <a:ext cx="1554480" cy="365760"/>
          </a:xfrm>
          <a:prstGeom prst="roundRect">
            <a:avLst>
              <a:gd name="adj" fmla="val 25000"/>
            </a:avLst>
          </a:prstGeom>
          <a:solidFill>
            <a:schemeClr val="accent1"/>
          </a:solidFill>
          <a:ln w="12700">
            <a:solidFill>
              <a:srgbClr val="FFFFFF">
                <a:alpha val="0"/>
              </a:srgbClr>
            </a:solidFill>
            <a:prstDash val="solid"/>
          </a:ln>
        </p:spPr>
      </p:sp>
      <p:sp>
        <p:nvSpPr>
          <p:cNvPr id="60" name="Text 55"/>
          <p:cNvSpPr txBox="1"/>
          <p:nvPr/>
        </p:nvSpPr>
        <p:spPr>
          <a:xfrm>
            <a:off x="10113264" y="2624328"/>
            <a:ext cx="1499616" cy="365760"/>
          </a:xfrm>
          <a:prstGeom prst="rect">
            <a:avLst/>
          </a:prstGeom>
          <a:noFill/>
          <a:ln/>
        </p:spPr>
        <p:txBody>
          <a:bodyPr wrap="square" lIns="0" tIns="0" rIns="0" bIns="0" rtlCol="0" anchor="ctr"/>
          <a:lstStyle/>
          <a:p>
            <a:pPr algn="ctr" indent="0" marL="0">
              <a:buNone/>
            </a:pPr>
            <a:r>
              <a:rPr lang="en-US" sz="1200" b="1" dirty="0">
                <a:solidFill>
                  <a:schemeClr val="bg1"/>
                </a:solidFill>
              </a:rPr>
              <a:t>! het einde</a:t>
            </a:r>
            <a:endParaRPr lang="en-US" sz="1200" dirty="0"/>
          </a:p>
        </p:txBody>
      </p:sp>
      <p:sp>
        <p:nvSpPr>
          <p:cNvPr id="61" name="Shape 56"/>
          <p:cNvSpPr/>
          <p:nvPr/>
        </p:nvSpPr>
        <p:spPr>
          <a:xfrm>
            <a:off x="10085832" y="3044952"/>
            <a:ext cx="1554480" cy="365760"/>
          </a:xfrm>
          <a:prstGeom prst="roundRect">
            <a:avLst>
              <a:gd name="adj" fmla="val 25000"/>
            </a:avLst>
          </a:prstGeom>
          <a:solidFill>
            <a:schemeClr val="accent1"/>
          </a:solidFill>
          <a:ln w="12700">
            <a:solidFill>
              <a:srgbClr val="FFFFFF">
                <a:alpha val="0"/>
              </a:srgbClr>
            </a:solidFill>
            <a:prstDash val="solid"/>
          </a:ln>
        </p:spPr>
      </p:sp>
      <p:sp>
        <p:nvSpPr>
          <p:cNvPr id="62" name="Text 57"/>
          <p:cNvSpPr txBox="1"/>
          <p:nvPr/>
        </p:nvSpPr>
        <p:spPr>
          <a:xfrm>
            <a:off x="10113264" y="3044952"/>
            <a:ext cx="1499616" cy="365760"/>
          </a:xfrm>
          <a:prstGeom prst="rect">
            <a:avLst/>
          </a:prstGeom>
          <a:noFill/>
          <a:ln/>
        </p:spPr>
        <p:txBody>
          <a:bodyPr wrap="square" lIns="0" tIns="0" rIns="0" bIns="0" rtlCol="0" anchor="ctr"/>
          <a:lstStyle/>
          <a:p>
            <a:pPr algn="ctr" indent="0" marL="0">
              <a:buNone/>
            </a:pPr>
            <a:r>
              <a:rPr lang="en-US" sz="1200" b="1" dirty="0">
                <a:solidFill>
                  <a:schemeClr val="bg1"/>
                </a:solidFill>
              </a:rPr>
              <a:t>! het gemiddelde</a:t>
            </a:r>
            <a:endParaRPr lang="en-US" sz="1200" dirty="0"/>
          </a:p>
        </p:txBody>
      </p:sp>
      <p:sp>
        <p:nvSpPr>
          <p:cNvPr id="63" name="Shape 58"/>
          <p:cNvSpPr/>
          <p:nvPr/>
        </p:nvSpPr>
        <p:spPr>
          <a:xfrm>
            <a:off x="548640" y="5715000"/>
            <a:ext cx="11091672" cy="548640"/>
          </a:xfrm>
          <a:prstGeom prst="roundRect">
            <a:avLst>
              <a:gd name="adj" fmla="val 13333"/>
            </a:avLst>
          </a:prstGeom>
          <a:solidFill>
            <a:schemeClr val="bg2"/>
          </a:solidFill>
          <a:ln w="12700">
            <a:solidFill>
              <a:srgbClr val="D5DCE6"/>
            </a:solidFill>
            <a:prstDash val="solid"/>
          </a:ln>
        </p:spPr>
      </p:sp>
      <p:pic>
        <p:nvPicPr>
          <p:cNvPr id="64" name="Image 2" descr="Comments">    </p:cNvPr>
          <p:cNvPicPr>
            <a:picLocks noChangeAspect="1"/>
          </p:cNvPicPr>
          <p:nvPr/>
        </p:nvPicPr>
        <p:blipFill>
          <a:blip r:embed="rId3"/>
          <a:stretch>
            <a:fillRect/>
          </a:stretch>
        </p:blipFill>
        <p:spPr>
          <a:xfrm>
            <a:off x="731520" y="5824728"/>
            <a:ext cx="329184" cy="329184"/>
          </a:xfrm>
          <a:prstGeom prst="rect">
            <a:avLst/>
          </a:prstGeom>
        </p:spPr>
      </p:pic>
      <p:sp>
        <p:nvSpPr>
          <p:cNvPr id="65" name="Text 59"/>
          <p:cNvSpPr txBox="1"/>
          <p:nvPr/>
        </p:nvSpPr>
        <p:spPr>
          <a:xfrm>
            <a:off x="1234440" y="5715000"/>
            <a:ext cx="10241280" cy="548640"/>
          </a:xfrm>
          <a:prstGeom prst="rect">
            <a:avLst/>
          </a:prstGeom>
          <a:noFill/>
          <a:ln/>
        </p:spPr>
        <p:txBody>
          <a:bodyPr wrap="square" lIns="0" tIns="0" rIns="0" bIns="0" rtlCol="0" anchor="ctr"/>
          <a:lstStyle/>
          <a:p>
            <a:pPr algn="ctr" indent="0" marL="0">
              <a:buNone/>
            </a:pPr>
            <a:r>
              <a:rPr lang="en-US" sz="1900" b="1" i="1" dirty="0">
                <a:solidFill>
                  <a:schemeClr val="tx2"/>
                </a:solidFill>
              </a:rPr>
              <a:t>De</a:t>
            </a:r>
            <a:r>
              <a:rPr lang="en-US" sz="1900" i="1" dirty="0">
                <a:solidFill>
                  <a:schemeClr val="tx1"/>
                </a:solidFill>
              </a:rPr>
              <a:t> oefening is niet zo moeilijk.</a:t>
            </a:r>
            <a:r>
              <a:rPr lang="en-US" sz="1900" dirty="0">
                <a:solidFill>
                  <a:schemeClr val="tx1"/>
                </a:solidFill>
              </a:rPr>
              <a:t>     ·     </a:t>
            </a:r>
            <a:r>
              <a:rPr lang="en-US" sz="1900" i="1" dirty="0">
                <a:solidFill>
                  <a:schemeClr val="tx1"/>
                </a:solidFill>
              </a:rPr>
              <a:t>Ik zweer het je! Dat is </a:t>
            </a:r>
            <a:r>
              <a:rPr lang="en-US" sz="1900" b="1" i="1" dirty="0">
                <a:solidFill>
                  <a:schemeClr val="tx2"/>
                </a:solidFill>
              </a:rPr>
              <a:t>de</a:t>
            </a:r>
            <a:r>
              <a:rPr lang="en-US" sz="1900" i="1" dirty="0">
                <a:solidFill>
                  <a:schemeClr val="tx1"/>
                </a:solidFill>
              </a:rPr>
              <a:t> waarheid.</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familles DE ③ — la nature et la géographie</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sp>
        <p:nvSpPr>
          <p:cNvPr id="5" name="Shape 2"/>
          <p:cNvSpPr/>
          <p:nvPr/>
        </p:nvSpPr>
        <p:spPr>
          <a:xfrm>
            <a:off x="548640" y="1554480"/>
            <a:ext cx="3514344" cy="4709160"/>
          </a:xfrm>
          <a:prstGeom prst="roundRect">
            <a:avLst>
              <a:gd name="adj" fmla="val 2082"/>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713232" y="1691640"/>
            <a:ext cx="658368" cy="658368"/>
          </a:xfrm>
          <a:prstGeom prst="ellipse">
            <a:avLst/>
          </a:prstGeom>
          <a:solidFill>
            <a:schemeClr val="accent3"/>
          </a:solidFill>
          <a:ln w="12700">
            <a:solidFill>
              <a:srgbClr val="FFFFFF">
                <a:alpha val="0"/>
              </a:srgbClr>
            </a:solidFill>
            <a:prstDash val="solid"/>
          </a:ln>
        </p:spPr>
      </p:sp>
      <p:pic>
        <p:nvPicPr>
          <p:cNvPr id="7" name="Image 0" descr="AppleAlt">    </p:cNvPr>
          <p:cNvPicPr>
            <a:picLocks noChangeAspect="1"/>
          </p:cNvPicPr>
          <p:nvPr/>
        </p:nvPicPr>
        <p:blipFill>
          <a:blip r:embed="rId1"/>
          <a:stretch>
            <a:fillRect/>
          </a:stretch>
        </p:blipFill>
        <p:spPr>
          <a:xfrm>
            <a:off x="871240" y="1849648"/>
            <a:ext cx="342351" cy="342351"/>
          </a:xfrm>
          <a:prstGeom prst="rect">
            <a:avLst/>
          </a:prstGeom>
        </p:spPr>
      </p:pic>
      <p:sp>
        <p:nvSpPr>
          <p:cNvPr id="8" name="Text 4"/>
          <p:cNvSpPr txBox="1"/>
          <p:nvPr/>
        </p:nvSpPr>
        <p:spPr>
          <a:xfrm>
            <a:off x="1481328" y="1691640"/>
            <a:ext cx="2462784" cy="658368"/>
          </a:xfrm>
          <a:prstGeom prst="rect">
            <a:avLst/>
          </a:prstGeom>
          <a:noFill/>
          <a:ln/>
        </p:spPr>
        <p:txBody>
          <a:bodyPr wrap="square" lIns="0" tIns="0" rIns="0" bIns="0" rtlCol="0" anchor="ctr"/>
          <a:lstStyle/>
          <a:p>
            <a:pPr algn="l" indent="0" marL="0">
              <a:buNone/>
            </a:pPr>
            <a:r>
              <a:rPr lang="en-US" sz="1900" b="1" dirty="0">
                <a:solidFill>
                  <a:schemeClr val="accent3"/>
                </a:solidFill>
                <a:latin typeface="+mj-lt" pitchFamily="34" charset="0"/>
                <a:ea typeface="+mj-lt" pitchFamily="34" charset="-122"/>
                <a:cs typeface="+mj-lt" pitchFamily="34" charset="-120"/>
              </a:rPr>
              <a:t>Fruits, arbres, plantes</a:t>
            </a:r>
            <a:endParaRPr lang="en-US" sz="1900" dirty="0"/>
          </a:p>
        </p:txBody>
      </p:sp>
      <p:pic>
        <p:nvPicPr>
          <p:cNvPr id="9" name="Image 1" descr="red apple">    </p:cNvPr>
          <p:cNvPicPr>
            <a:picLocks noChangeAspect="1"/>
          </p:cNvPicPr>
          <p:nvPr/>
        </p:nvPicPr>
        <p:blipFill>
          <a:blip r:embed="rId2"/>
          <a:stretch>
            <a:fillRect/>
          </a:stretch>
        </p:blipFill>
        <p:spPr>
          <a:xfrm>
            <a:off x="1117092" y="2615184"/>
            <a:ext cx="457200" cy="457200"/>
          </a:xfrm>
          <a:prstGeom prst="rect">
            <a:avLst/>
          </a:prstGeom>
        </p:spPr>
      </p:pic>
      <p:pic>
        <p:nvPicPr>
          <p:cNvPr id="10" name="Image 2" descr="pear">    </p:cNvPr>
          <p:cNvPicPr>
            <a:picLocks noChangeAspect="1"/>
          </p:cNvPicPr>
          <p:nvPr/>
        </p:nvPicPr>
        <p:blipFill>
          <a:blip r:embed="rId3"/>
          <a:stretch>
            <a:fillRect/>
          </a:stretch>
        </p:blipFill>
        <p:spPr>
          <a:xfrm>
            <a:off x="1757172" y="2615184"/>
            <a:ext cx="457200" cy="457200"/>
          </a:xfrm>
          <a:prstGeom prst="rect">
            <a:avLst/>
          </a:prstGeom>
        </p:spPr>
      </p:pic>
      <p:pic>
        <p:nvPicPr>
          <p:cNvPr id="11" name="Image 3" descr="deciduous tree">    </p:cNvPr>
          <p:cNvPicPr>
            <a:picLocks noChangeAspect="1"/>
          </p:cNvPicPr>
          <p:nvPr/>
        </p:nvPicPr>
        <p:blipFill>
          <a:blip r:embed="rId4"/>
          <a:stretch>
            <a:fillRect/>
          </a:stretch>
        </p:blipFill>
        <p:spPr>
          <a:xfrm>
            <a:off x="2397252" y="2615184"/>
            <a:ext cx="457200" cy="457200"/>
          </a:xfrm>
          <a:prstGeom prst="rect">
            <a:avLst/>
          </a:prstGeom>
        </p:spPr>
      </p:pic>
      <p:pic>
        <p:nvPicPr>
          <p:cNvPr id="12" name="Image 4" descr="rose">    </p:cNvPr>
          <p:cNvPicPr>
            <a:picLocks noChangeAspect="1"/>
          </p:cNvPicPr>
          <p:nvPr/>
        </p:nvPicPr>
        <p:blipFill>
          <a:blip r:embed="rId5"/>
          <a:stretch>
            <a:fillRect/>
          </a:stretch>
        </p:blipFill>
        <p:spPr>
          <a:xfrm>
            <a:off x="3037332" y="2615184"/>
            <a:ext cx="457200" cy="457200"/>
          </a:xfrm>
          <a:prstGeom prst="rect">
            <a:avLst/>
          </a:prstGeom>
        </p:spPr>
      </p:pic>
      <p:sp>
        <p:nvSpPr>
          <p:cNvPr id="13" name="Shape 5"/>
          <p:cNvSpPr/>
          <p:nvPr/>
        </p:nvSpPr>
        <p:spPr>
          <a:xfrm>
            <a:off x="731520" y="3255264"/>
            <a:ext cx="1519428" cy="438912"/>
          </a:xfrm>
          <a:prstGeom prst="roundRect">
            <a:avLst>
              <a:gd name="adj" fmla="val 16667"/>
            </a:avLst>
          </a:prstGeom>
          <a:solidFill>
            <a:schemeClr val="bg1"/>
          </a:solidFill>
          <a:ln w="15875">
            <a:solidFill>
              <a:srgbClr val="17375E"/>
            </a:solidFill>
            <a:prstDash val="solid"/>
          </a:ln>
        </p:spPr>
      </p:sp>
      <p:sp>
        <p:nvSpPr>
          <p:cNvPr id="14" name="Text 6"/>
          <p:cNvSpPr txBox="1"/>
          <p:nvPr/>
        </p:nvSpPr>
        <p:spPr>
          <a:xfrm>
            <a:off x="777240" y="3255264"/>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appel</a:t>
            </a:r>
            <a:endParaRPr lang="en-US" sz="1600" dirty="0"/>
          </a:p>
        </p:txBody>
      </p:sp>
      <p:sp>
        <p:nvSpPr>
          <p:cNvPr id="15" name="Shape 7"/>
          <p:cNvSpPr/>
          <p:nvPr/>
        </p:nvSpPr>
        <p:spPr>
          <a:xfrm>
            <a:off x="2360676" y="3255264"/>
            <a:ext cx="1519428" cy="438912"/>
          </a:xfrm>
          <a:prstGeom prst="roundRect">
            <a:avLst>
              <a:gd name="adj" fmla="val 16667"/>
            </a:avLst>
          </a:prstGeom>
          <a:solidFill>
            <a:schemeClr val="bg1"/>
          </a:solidFill>
          <a:ln w="15875">
            <a:solidFill>
              <a:srgbClr val="17375E"/>
            </a:solidFill>
            <a:prstDash val="solid"/>
          </a:ln>
        </p:spPr>
      </p:sp>
      <p:sp>
        <p:nvSpPr>
          <p:cNvPr id="16" name="Text 8"/>
          <p:cNvSpPr txBox="1"/>
          <p:nvPr/>
        </p:nvSpPr>
        <p:spPr>
          <a:xfrm>
            <a:off x="2406396" y="3255264"/>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peer</a:t>
            </a:r>
            <a:endParaRPr lang="en-US" sz="1600" dirty="0"/>
          </a:p>
        </p:txBody>
      </p:sp>
      <p:sp>
        <p:nvSpPr>
          <p:cNvPr id="17" name="Shape 9"/>
          <p:cNvSpPr/>
          <p:nvPr/>
        </p:nvSpPr>
        <p:spPr>
          <a:xfrm>
            <a:off x="731520" y="3785616"/>
            <a:ext cx="1519428" cy="438912"/>
          </a:xfrm>
          <a:prstGeom prst="roundRect">
            <a:avLst>
              <a:gd name="adj" fmla="val 16667"/>
            </a:avLst>
          </a:prstGeom>
          <a:solidFill>
            <a:schemeClr val="bg1"/>
          </a:solidFill>
          <a:ln w="15875">
            <a:solidFill>
              <a:srgbClr val="17375E"/>
            </a:solidFill>
            <a:prstDash val="solid"/>
          </a:ln>
        </p:spPr>
      </p:sp>
      <p:sp>
        <p:nvSpPr>
          <p:cNvPr id="18" name="Text 10"/>
          <p:cNvSpPr txBox="1"/>
          <p:nvPr/>
        </p:nvSpPr>
        <p:spPr>
          <a:xfrm>
            <a:off x="777240" y="3785616"/>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boom</a:t>
            </a:r>
            <a:endParaRPr lang="en-US" sz="1600" dirty="0"/>
          </a:p>
        </p:txBody>
      </p:sp>
      <p:sp>
        <p:nvSpPr>
          <p:cNvPr id="19" name="Shape 11"/>
          <p:cNvSpPr/>
          <p:nvPr/>
        </p:nvSpPr>
        <p:spPr>
          <a:xfrm>
            <a:off x="2360676" y="3785616"/>
            <a:ext cx="1519428" cy="438912"/>
          </a:xfrm>
          <a:prstGeom prst="roundRect">
            <a:avLst>
              <a:gd name="adj" fmla="val 16667"/>
            </a:avLst>
          </a:prstGeom>
          <a:solidFill>
            <a:schemeClr val="bg1"/>
          </a:solidFill>
          <a:ln w="15875">
            <a:solidFill>
              <a:srgbClr val="17375E"/>
            </a:solidFill>
            <a:prstDash val="solid"/>
          </a:ln>
        </p:spPr>
      </p:sp>
      <p:sp>
        <p:nvSpPr>
          <p:cNvPr id="20" name="Text 12"/>
          <p:cNvSpPr txBox="1"/>
          <p:nvPr/>
        </p:nvSpPr>
        <p:spPr>
          <a:xfrm>
            <a:off x="2406396" y="3785616"/>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roos</a:t>
            </a:r>
            <a:endParaRPr lang="en-US" sz="1600" dirty="0"/>
          </a:p>
        </p:txBody>
      </p:sp>
      <p:sp>
        <p:nvSpPr>
          <p:cNvPr id="21" name="Shape 13"/>
          <p:cNvSpPr/>
          <p:nvPr/>
        </p:nvSpPr>
        <p:spPr>
          <a:xfrm>
            <a:off x="731520" y="4425696"/>
            <a:ext cx="3148584" cy="566928"/>
          </a:xfrm>
          <a:prstGeom prst="roundRect">
            <a:avLst>
              <a:gd name="adj" fmla="val 12903"/>
            </a:avLst>
          </a:prstGeom>
          <a:solidFill>
            <a:schemeClr val="accent1">
              <a:alpha val="10000"/>
            </a:schemeClr>
          </a:solidFill>
          <a:ln w="15875">
            <a:solidFill>
              <a:srgbClr val="D9700F"/>
            </a:solidFill>
            <a:prstDash val="solid"/>
          </a:ln>
        </p:spPr>
      </p:sp>
      <p:sp>
        <p:nvSpPr>
          <p:cNvPr id="22" name="Shape 14"/>
          <p:cNvSpPr/>
          <p:nvPr/>
        </p:nvSpPr>
        <p:spPr>
          <a:xfrm>
            <a:off x="841248" y="4507992"/>
            <a:ext cx="402336" cy="402336"/>
          </a:xfrm>
          <a:prstGeom prst="ellipse">
            <a:avLst/>
          </a:prstGeom>
          <a:solidFill>
            <a:schemeClr val="accent1"/>
          </a:solidFill>
          <a:ln w="12700">
            <a:solidFill>
              <a:srgbClr val="FFFFFF">
                <a:alpha val="0"/>
              </a:srgbClr>
            </a:solidFill>
            <a:prstDash val="solid"/>
          </a:ln>
        </p:spPr>
      </p:sp>
      <p:sp>
        <p:nvSpPr>
          <p:cNvPr id="23" name="Text 15"/>
          <p:cNvSpPr txBox="1"/>
          <p:nvPr/>
        </p:nvSpPr>
        <p:spPr>
          <a:xfrm>
            <a:off x="841248" y="4507992"/>
            <a:ext cx="402336" cy="402336"/>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a:t>
            </a:r>
            <a:endParaRPr lang="en-US" sz="1800" dirty="0"/>
          </a:p>
        </p:txBody>
      </p:sp>
      <p:sp>
        <p:nvSpPr>
          <p:cNvPr id="24" name="Text 16"/>
          <p:cNvSpPr txBox="1"/>
          <p:nvPr/>
        </p:nvSpPr>
        <p:spPr>
          <a:xfrm>
            <a:off x="1362456" y="4471416"/>
            <a:ext cx="2243328" cy="475488"/>
          </a:xfrm>
          <a:prstGeom prst="rect">
            <a:avLst/>
          </a:prstGeom>
          <a:noFill/>
          <a:ln/>
        </p:spPr>
        <p:txBody>
          <a:bodyPr wrap="square" lIns="0" tIns="0" rIns="0" bIns="0" rtlCol="0" anchor="ctr"/>
          <a:lstStyle/>
          <a:p>
            <a:pPr algn="l" indent="0" marL="0">
              <a:buNone/>
            </a:pPr>
            <a:r>
              <a:rPr lang="en-US" sz="1700" b="1" dirty="0">
                <a:solidFill>
                  <a:schemeClr val="accent1"/>
                </a:solidFill>
              </a:rPr>
              <a:t>het</a:t>
            </a:r>
            <a:r>
              <a:rPr lang="en-US" sz="1700" dirty="0">
                <a:solidFill>
                  <a:schemeClr val="tx1"/>
                </a:solidFill>
              </a:rPr>
              <a:t> fruit · </a:t>
            </a:r>
            <a:r>
              <a:rPr lang="en-US" sz="1700" b="1" dirty="0">
                <a:solidFill>
                  <a:schemeClr val="accent1"/>
                </a:solidFill>
              </a:rPr>
              <a:t>het</a:t>
            </a:r>
            <a:r>
              <a:rPr lang="en-US" sz="1700" dirty="0">
                <a:solidFill>
                  <a:schemeClr val="tx1"/>
                </a:solidFill>
              </a:rPr>
              <a:t> gras</a:t>
            </a:r>
            <a:endParaRPr lang="en-US" sz="1700" dirty="0"/>
          </a:p>
        </p:txBody>
      </p:sp>
      <p:sp>
        <p:nvSpPr>
          <p:cNvPr id="25" name="Shape 17"/>
          <p:cNvSpPr/>
          <p:nvPr/>
        </p:nvSpPr>
        <p:spPr>
          <a:xfrm>
            <a:off x="731520" y="5230368"/>
            <a:ext cx="3148584" cy="868680"/>
          </a:xfrm>
          <a:prstGeom prst="roundRect">
            <a:avLst>
              <a:gd name="adj" fmla="val 12632"/>
            </a:avLst>
          </a:prstGeom>
          <a:solidFill>
            <a:schemeClr val="bg2"/>
          </a:solidFill>
          <a:ln w="12700">
            <a:solidFill>
              <a:srgbClr val="D5DCE6"/>
            </a:solidFill>
            <a:prstDash val="solid"/>
          </a:ln>
        </p:spPr>
      </p:sp>
      <p:pic>
        <p:nvPicPr>
          <p:cNvPr id="26" name="Image 5" descr="Comment">    </p:cNvPr>
          <p:cNvPicPr>
            <a:picLocks noChangeAspect="1"/>
          </p:cNvPicPr>
          <p:nvPr/>
        </p:nvPicPr>
        <p:blipFill>
          <a:blip r:embed="rId6"/>
          <a:stretch>
            <a:fillRect/>
          </a:stretch>
        </p:blipFill>
        <p:spPr>
          <a:xfrm>
            <a:off x="868680" y="5358384"/>
            <a:ext cx="274320" cy="274320"/>
          </a:xfrm>
          <a:prstGeom prst="rect">
            <a:avLst/>
          </a:prstGeom>
        </p:spPr>
      </p:pic>
      <p:sp>
        <p:nvSpPr>
          <p:cNvPr id="27" name="Text 18"/>
          <p:cNvSpPr txBox="1"/>
          <p:nvPr/>
        </p:nvSpPr>
        <p:spPr>
          <a:xfrm>
            <a:off x="1234440" y="5276088"/>
            <a:ext cx="2508504" cy="777240"/>
          </a:xfrm>
          <a:prstGeom prst="rect">
            <a:avLst/>
          </a:prstGeom>
          <a:noFill/>
          <a:ln/>
        </p:spPr>
        <p:txBody>
          <a:bodyPr wrap="square" lIns="0" tIns="0" rIns="0" bIns="0" rtlCol="0" anchor="ctr"/>
          <a:lstStyle/>
          <a:p>
            <a:pPr algn="l" indent="0" marL="0">
              <a:buNone/>
            </a:pPr>
            <a:r>
              <a:rPr lang="en-US" sz="1800" b="1" i="1" dirty="0">
                <a:solidFill>
                  <a:schemeClr val="tx2"/>
                </a:solidFill>
              </a:rPr>
              <a:t>De</a:t>
            </a:r>
            <a:r>
              <a:rPr lang="en-US" sz="1800" i="1" dirty="0">
                <a:solidFill>
                  <a:schemeClr val="tx1"/>
                </a:solidFill>
              </a:rPr>
              <a:t> appel is mijn lievelingsfruit.</a:t>
            </a:r>
            <a:endParaRPr lang="en-US" sz="1800" dirty="0"/>
          </a:p>
        </p:txBody>
      </p:sp>
      <p:sp>
        <p:nvSpPr>
          <p:cNvPr id="28" name="Shape 19"/>
          <p:cNvSpPr/>
          <p:nvPr/>
        </p:nvSpPr>
        <p:spPr>
          <a:xfrm>
            <a:off x="4337304" y="1554480"/>
            <a:ext cx="3514344" cy="4709160"/>
          </a:xfrm>
          <a:prstGeom prst="roundRect">
            <a:avLst>
              <a:gd name="adj" fmla="val 2082"/>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9" name="Shape 20"/>
          <p:cNvSpPr/>
          <p:nvPr/>
        </p:nvSpPr>
        <p:spPr>
          <a:xfrm>
            <a:off x="4501896" y="1691640"/>
            <a:ext cx="658368" cy="658368"/>
          </a:xfrm>
          <a:prstGeom prst="ellipse">
            <a:avLst/>
          </a:prstGeom>
          <a:solidFill>
            <a:schemeClr val="accent3"/>
          </a:solidFill>
          <a:ln w="12700">
            <a:solidFill>
              <a:srgbClr val="FFFFFF">
                <a:alpha val="0"/>
              </a:srgbClr>
            </a:solidFill>
            <a:prstDash val="solid"/>
          </a:ln>
        </p:spPr>
      </p:sp>
      <p:pic>
        <p:nvPicPr>
          <p:cNvPr id="30" name="Image 6" descr="Sun">    </p:cNvPr>
          <p:cNvPicPr>
            <a:picLocks noChangeAspect="1"/>
          </p:cNvPicPr>
          <p:nvPr/>
        </p:nvPicPr>
        <p:blipFill>
          <a:blip r:embed="rId7"/>
          <a:stretch>
            <a:fillRect/>
          </a:stretch>
        </p:blipFill>
        <p:spPr>
          <a:xfrm>
            <a:off x="4659904" y="1849648"/>
            <a:ext cx="342351" cy="342351"/>
          </a:xfrm>
          <a:prstGeom prst="rect">
            <a:avLst/>
          </a:prstGeom>
        </p:spPr>
      </p:pic>
      <p:sp>
        <p:nvSpPr>
          <p:cNvPr id="31" name="Text 21"/>
          <p:cNvSpPr txBox="1"/>
          <p:nvPr/>
        </p:nvSpPr>
        <p:spPr>
          <a:xfrm>
            <a:off x="5269992" y="1691640"/>
            <a:ext cx="2462784" cy="658368"/>
          </a:xfrm>
          <a:prstGeom prst="rect">
            <a:avLst/>
          </a:prstGeom>
          <a:noFill/>
          <a:ln/>
        </p:spPr>
        <p:txBody>
          <a:bodyPr wrap="square" lIns="0" tIns="0" rIns="0" bIns="0" rtlCol="0" anchor="ctr"/>
          <a:lstStyle/>
          <a:p>
            <a:pPr algn="l" indent="0" marL="0">
              <a:buNone/>
            </a:pPr>
            <a:r>
              <a:rPr lang="en-US" sz="1900" b="1" dirty="0">
                <a:solidFill>
                  <a:schemeClr val="accent3"/>
                </a:solidFill>
                <a:latin typeface="+mj-lt" pitchFamily="34" charset="0"/>
                <a:ea typeface="+mj-lt" pitchFamily="34" charset="-122"/>
                <a:cs typeface="+mj-lt" pitchFamily="34" charset="-120"/>
              </a:rPr>
              <a:t>Astres</a:t>
            </a:r>
            <a:endParaRPr lang="en-US" sz="1900" dirty="0"/>
          </a:p>
        </p:txBody>
      </p:sp>
      <p:pic>
        <p:nvPicPr>
          <p:cNvPr id="32" name="Image 7" descr="sun">    </p:cNvPr>
          <p:cNvPicPr>
            <a:picLocks noChangeAspect="1"/>
          </p:cNvPicPr>
          <p:nvPr/>
        </p:nvPicPr>
        <p:blipFill>
          <a:blip r:embed="rId8"/>
          <a:stretch>
            <a:fillRect/>
          </a:stretch>
        </p:blipFill>
        <p:spPr>
          <a:xfrm>
            <a:off x="4905756" y="2999232"/>
            <a:ext cx="457200" cy="457200"/>
          </a:xfrm>
          <a:prstGeom prst="rect">
            <a:avLst/>
          </a:prstGeom>
        </p:spPr>
      </p:pic>
      <p:pic>
        <p:nvPicPr>
          <p:cNvPr id="33" name="Image 8" descr="crescent moon">    </p:cNvPr>
          <p:cNvPicPr>
            <a:picLocks noChangeAspect="1"/>
          </p:cNvPicPr>
          <p:nvPr/>
        </p:nvPicPr>
        <p:blipFill>
          <a:blip r:embed="rId9"/>
          <a:stretch>
            <a:fillRect/>
          </a:stretch>
        </p:blipFill>
        <p:spPr>
          <a:xfrm>
            <a:off x="5545836" y="2999232"/>
            <a:ext cx="457200" cy="457200"/>
          </a:xfrm>
          <a:prstGeom prst="rect">
            <a:avLst/>
          </a:prstGeom>
        </p:spPr>
      </p:pic>
      <p:pic>
        <p:nvPicPr>
          <p:cNvPr id="34" name="Image 9" descr="globe showing europe africa">    </p:cNvPr>
          <p:cNvPicPr>
            <a:picLocks noChangeAspect="1"/>
          </p:cNvPicPr>
          <p:nvPr/>
        </p:nvPicPr>
        <p:blipFill>
          <a:blip r:embed="rId10"/>
          <a:stretch>
            <a:fillRect/>
          </a:stretch>
        </p:blipFill>
        <p:spPr>
          <a:xfrm>
            <a:off x="6185916" y="2999232"/>
            <a:ext cx="457200" cy="457200"/>
          </a:xfrm>
          <a:prstGeom prst="rect">
            <a:avLst/>
          </a:prstGeom>
        </p:spPr>
      </p:pic>
      <p:pic>
        <p:nvPicPr>
          <p:cNvPr id="35" name="Image 10" descr="Star">    </p:cNvPr>
          <p:cNvPicPr>
            <a:picLocks noChangeAspect="1"/>
          </p:cNvPicPr>
          <p:nvPr/>
        </p:nvPicPr>
        <p:blipFill>
          <a:blip r:embed="rId11"/>
          <a:stretch>
            <a:fillRect/>
          </a:stretch>
        </p:blipFill>
        <p:spPr>
          <a:xfrm>
            <a:off x="6825996" y="2999232"/>
            <a:ext cx="457200" cy="457200"/>
          </a:xfrm>
          <a:prstGeom prst="rect">
            <a:avLst/>
          </a:prstGeom>
        </p:spPr>
      </p:pic>
      <p:sp>
        <p:nvSpPr>
          <p:cNvPr id="36" name="Shape 22"/>
          <p:cNvSpPr/>
          <p:nvPr/>
        </p:nvSpPr>
        <p:spPr>
          <a:xfrm>
            <a:off x="4520184" y="3639312"/>
            <a:ext cx="1519428" cy="438912"/>
          </a:xfrm>
          <a:prstGeom prst="roundRect">
            <a:avLst>
              <a:gd name="adj" fmla="val 16667"/>
            </a:avLst>
          </a:prstGeom>
          <a:solidFill>
            <a:schemeClr val="bg1"/>
          </a:solidFill>
          <a:ln w="15875">
            <a:solidFill>
              <a:srgbClr val="17375E"/>
            </a:solidFill>
            <a:prstDash val="solid"/>
          </a:ln>
        </p:spPr>
      </p:sp>
      <p:sp>
        <p:nvSpPr>
          <p:cNvPr id="37" name="Text 23"/>
          <p:cNvSpPr txBox="1"/>
          <p:nvPr/>
        </p:nvSpPr>
        <p:spPr>
          <a:xfrm>
            <a:off x="4565904" y="3639312"/>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zon</a:t>
            </a:r>
            <a:endParaRPr lang="en-US" sz="1600" dirty="0"/>
          </a:p>
        </p:txBody>
      </p:sp>
      <p:sp>
        <p:nvSpPr>
          <p:cNvPr id="38" name="Shape 24"/>
          <p:cNvSpPr/>
          <p:nvPr/>
        </p:nvSpPr>
        <p:spPr>
          <a:xfrm>
            <a:off x="6149340" y="3639312"/>
            <a:ext cx="1519428" cy="438912"/>
          </a:xfrm>
          <a:prstGeom prst="roundRect">
            <a:avLst>
              <a:gd name="adj" fmla="val 16667"/>
            </a:avLst>
          </a:prstGeom>
          <a:solidFill>
            <a:schemeClr val="bg1"/>
          </a:solidFill>
          <a:ln w="15875">
            <a:solidFill>
              <a:srgbClr val="17375E"/>
            </a:solidFill>
            <a:prstDash val="solid"/>
          </a:ln>
        </p:spPr>
      </p:sp>
      <p:sp>
        <p:nvSpPr>
          <p:cNvPr id="39" name="Text 25"/>
          <p:cNvSpPr txBox="1"/>
          <p:nvPr/>
        </p:nvSpPr>
        <p:spPr>
          <a:xfrm>
            <a:off x="6195060" y="3639312"/>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maan</a:t>
            </a:r>
            <a:endParaRPr lang="en-US" sz="1600" dirty="0"/>
          </a:p>
        </p:txBody>
      </p:sp>
      <p:sp>
        <p:nvSpPr>
          <p:cNvPr id="40" name="Shape 26"/>
          <p:cNvSpPr/>
          <p:nvPr/>
        </p:nvSpPr>
        <p:spPr>
          <a:xfrm>
            <a:off x="4520184" y="4169664"/>
            <a:ext cx="1519428" cy="438912"/>
          </a:xfrm>
          <a:prstGeom prst="roundRect">
            <a:avLst>
              <a:gd name="adj" fmla="val 16667"/>
            </a:avLst>
          </a:prstGeom>
          <a:solidFill>
            <a:schemeClr val="bg1"/>
          </a:solidFill>
          <a:ln w="15875">
            <a:solidFill>
              <a:srgbClr val="17375E"/>
            </a:solidFill>
            <a:prstDash val="solid"/>
          </a:ln>
        </p:spPr>
      </p:sp>
      <p:sp>
        <p:nvSpPr>
          <p:cNvPr id="41" name="Text 27"/>
          <p:cNvSpPr txBox="1"/>
          <p:nvPr/>
        </p:nvSpPr>
        <p:spPr>
          <a:xfrm>
            <a:off x="4565904" y="4169664"/>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aarde</a:t>
            </a:r>
            <a:endParaRPr lang="en-US" sz="1600" dirty="0"/>
          </a:p>
        </p:txBody>
      </p:sp>
      <p:sp>
        <p:nvSpPr>
          <p:cNvPr id="42" name="Shape 28"/>
          <p:cNvSpPr/>
          <p:nvPr/>
        </p:nvSpPr>
        <p:spPr>
          <a:xfrm>
            <a:off x="6149340" y="4169664"/>
            <a:ext cx="1519428" cy="438912"/>
          </a:xfrm>
          <a:prstGeom prst="roundRect">
            <a:avLst>
              <a:gd name="adj" fmla="val 16667"/>
            </a:avLst>
          </a:prstGeom>
          <a:solidFill>
            <a:schemeClr val="bg1"/>
          </a:solidFill>
          <a:ln w="15875">
            <a:solidFill>
              <a:srgbClr val="17375E"/>
            </a:solidFill>
            <a:prstDash val="solid"/>
          </a:ln>
        </p:spPr>
      </p:sp>
      <p:sp>
        <p:nvSpPr>
          <p:cNvPr id="43" name="Text 29"/>
          <p:cNvSpPr txBox="1"/>
          <p:nvPr/>
        </p:nvSpPr>
        <p:spPr>
          <a:xfrm>
            <a:off x="6195060" y="4169664"/>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ster</a:t>
            </a:r>
            <a:endParaRPr lang="en-US" sz="1600" dirty="0"/>
          </a:p>
        </p:txBody>
      </p:sp>
      <p:sp>
        <p:nvSpPr>
          <p:cNvPr id="44" name="Shape 30"/>
          <p:cNvSpPr/>
          <p:nvPr/>
        </p:nvSpPr>
        <p:spPr>
          <a:xfrm>
            <a:off x="4520184" y="5230368"/>
            <a:ext cx="3148584" cy="868680"/>
          </a:xfrm>
          <a:prstGeom prst="roundRect">
            <a:avLst>
              <a:gd name="adj" fmla="val 12632"/>
            </a:avLst>
          </a:prstGeom>
          <a:solidFill>
            <a:schemeClr val="bg2"/>
          </a:solidFill>
          <a:ln w="12700">
            <a:solidFill>
              <a:srgbClr val="D5DCE6"/>
            </a:solidFill>
            <a:prstDash val="solid"/>
          </a:ln>
        </p:spPr>
      </p:sp>
      <p:pic>
        <p:nvPicPr>
          <p:cNvPr id="45" name="Image 11" descr="Comment">    </p:cNvPr>
          <p:cNvPicPr>
            <a:picLocks noChangeAspect="1"/>
          </p:cNvPicPr>
          <p:nvPr/>
        </p:nvPicPr>
        <p:blipFill>
          <a:blip r:embed="rId12"/>
          <a:stretch>
            <a:fillRect/>
          </a:stretch>
        </p:blipFill>
        <p:spPr>
          <a:xfrm>
            <a:off x="4657344" y="5358384"/>
            <a:ext cx="274320" cy="274320"/>
          </a:xfrm>
          <a:prstGeom prst="rect">
            <a:avLst/>
          </a:prstGeom>
        </p:spPr>
      </p:pic>
      <p:sp>
        <p:nvSpPr>
          <p:cNvPr id="46" name="Text 31"/>
          <p:cNvSpPr txBox="1"/>
          <p:nvPr/>
        </p:nvSpPr>
        <p:spPr>
          <a:xfrm>
            <a:off x="5023104" y="5276088"/>
            <a:ext cx="2508504" cy="777240"/>
          </a:xfrm>
          <a:prstGeom prst="rect">
            <a:avLst/>
          </a:prstGeom>
          <a:noFill/>
          <a:ln/>
        </p:spPr>
        <p:txBody>
          <a:bodyPr wrap="square" lIns="0" tIns="0" rIns="0" bIns="0" rtlCol="0" anchor="ctr"/>
          <a:lstStyle/>
          <a:p>
            <a:pPr algn="l" indent="0" marL="0">
              <a:buNone/>
            </a:pPr>
            <a:r>
              <a:rPr lang="en-US" sz="1800" b="1" i="1" dirty="0">
                <a:solidFill>
                  <a:schemeClr val="tx2"/>
                </a:solidFill>
              </a:rPr>
              <a:t>De</a:t>
            </a:r>
            <a:r>
              <a:rPr lang="en-US" sz="1800" i="1" dirty="0">
                <a:solidFill>
                  <a:schemeClr val="tx1"/>
                </a:solidFill>
              </a:rPr>
              <a:t> zon schijnt heerlijk vandaag!</a:t>
            </a:r>
            <a:endParaRPr lang="en-US" sz="1800" dirty="0"/>
          </a:p>
        </p:txBody>
      </p:sp>
      <p:sp>
        <p:nvSpPr>
          <p:cNvPr id="47" name="Shape 32"/>
          <p:cNvSpPr/>
          <p:nvPr/>
        </p:nvSpPr>
        <p:spPr>
          <a:xfrm>
            <a:off x="8125968" y="1554480"/>
            <a:ext cx="3514344" cy="4709160"/>
          </a:xfrm>
          <a:prstGeom prst="roundRect">
            <a:avLst>
              <a:gd name="adj" fmla="val 2082"/>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8" name="Shape 33"/>
          <p:cNvSpPr/>
          <p:nvPr/>
        </p:nvSpPr>
        <p:spPr>
          <a:xfrm>
            <a:off x="8290560" y="1691640"/>
            <a:ext cx="658368" cy="658368"/>
          </a:xfrm>
          <a:prstGeom prst="ellipse">
            <a:avLst/>
          </a:prstGeom>
          <a:solidFill>
            <a:schemeClr val="accent3"/>
          </a:solidFill>
          <a:ln w="12700">
            <a:solidFill>
              <a:srgbClr val="FFFFFF">
                <a:alpha val="0"/>
              </a:srgbClr>
            </a:solidFill>
            <a:prstDash val="solid"/>
          </a:ln>
        </p:spPr>
      </p:sp>
      <p:pic>
        <p:nvPicPr>
          <p:cNvPr id="49" name="Image 12" descr="Mountain">    </p:cNvPr>
          <p:cNvPicPr>
            <a:picLocks noChangeAspect="1"/>
          </p:cNvPicPr>
          <p:nvPr/>
        </p:nvPicPr>
        <p:blipFill>
          <a:blip r:embed="rId13"/>
          <a:stretch>
            <a:fillRect/>
          </a:stretch>
        </p:blipFill>
        <p:spPr>
          <a:xfrm>
            <a:off x="8448568" y="1849648"/>
            <a:ext cx="342351" cy="342351"/>
          </a:xfrm>
          <a:prstGeom prst="rect">
            <a:avLst/>
          </a:prstGeom>
        </p:spPr>
      </p:pic>
      <p:sp>
        <p:nvSpPr>
          <p:cNvPr id="50" name="Text 34"/>
          <p:cNvSpPr txBox="1"/>
          <p:nvPr/>
        </p:nvSpPr>
        <p:spPr>
          <a:xfrm>
            <a:off x="9058656" y="1691640"/>
            <a:ext cx="2462784" cy="658368"/>
          </a:xfrm>
          <a:prstGeom prst="rect">
            <a:avLst/>
          </a:prstGeom>
          <a:noFill/>
          <a:ln/>
        </p:spPr>
        <p:txBody>
          <a:bodyPr wrap="square" lIns="0" tIns="0" rIns="0" bIns="0" rtlCol="0" anchor="ctr"/>
          <a:lstStyle/>
          <a:p>
            <a:pPr algn="l" indent="0" marL="0">
              <a:buNone/>
            </a:pPr>
            <a:r>
              <a:rPr lang="en-US" sz="1900" b="1" dirty="0">
                <a:solidFill>
                  <a:schemeClr val="accent3"/>
                </a:solidFill>
                <a:latin typeface="+mj-lt" pitchFamily="34" charset="0"/>
                <a:ea typeface="+mj-lt" pitchFamily="34" charset="-122"/>
                <a:cs typeface="+mj-lt" pitchFamily="34" charset="-120"/>
              </a:rPr>
              <a:t>Montagnes et fleuves</a:t>
            </a:r>
            <a:endParaRPr lang="en-US" sz="1900" dirty="0"/>
          </a:p>
        </p:txBody>
      </p:sp>
      <p:pic>
        <p:nvPicPr>
          <p:cNvPr id="51" name="Image 13" descr="snow capped mountain">    </p:cNvPr>
          <p:cNvPicPr>
            <a:picLocks noChangeAspect="1"/>
          </p:cNvPicPr>
          <p:nvPr/>
        </p:nvPicPr>
        <p:blipFill>
          <a:blip r:embed="rId14"/>
          <a:stretch>
            <a:fillRect/>
          </a:stretch>
        </p:blipFill>
        <p:spPr>
          <a:xfrm>
            <a:off x="8694420" y="2999232"/>
            <a:ext cx="457200" cy="457200"/>
          </a:xfrm>
          <a:prstGeom prst="rect">
            <a:avLst/>
          </a:prstGeom>
        </p:spPr>
      </p:pic>
      <p:pic>
        <p:nvPicPr>
          <p:cNvPr id="52" name="Image 14" descr="snow capped mountain">    </p:cNvPr>
          <p:cNvPicPr>
            <a:picLocks noChangeAspect="1"/>
          </p:cNvPicPr>
          <p:nvPr/>
        </p:nvPicPr>
        <p:blipFill>
          <a:blip r:embed="rId15"/>
          <a:stretch>
            <a:fillRect/>
          </a:stretch>
        </p:blipFill>
        <p:spPr>
          <a:xfrm>
            <a:off x="9334500" y="2999232"/>
            <a:ext cx="457200" cy="457200"/>
          </a:xfrm>
          <a:prstGeom prst="rect">
            <a:avLst/>
          </a:prstGeom>
        </p:spPr>
      </p:pic>
      <p:pic>
        <p:nvPicPr>
          <p:cNvPr id="53" name="Image 15" descr="water wave">    </p:cNvPr>
          <p:cNvPicPr>
            <a:picLocks noChangeAspect="1"/>
          </p:cNvPicPr>
          <p:nvPr/>
        </p:nvPicPr>
        <p:blipFill>
          <a:blip r:embed="rId16"/>
          <a:stretch>
            <a:fillRect/>
          </a:stretch>
        </p:blipFill>
        <p:spPr>
          <a:xfrm>
            <a:off x="9974580" y="2999232"/>
            <a:ext cx="457200" cy="457200"/>
          </a:xfrm>
          <a:prstGeom prst="rect">
            <a:avLst/>
          </a:prstGeom>
        </p:spPr>
      </p:pic>
      <p:pic>
        <p:nvPicPr>
          <p:cNvPr id="54" name="Image 16" descr="water wave">    </p:cNvPr>
          <p:cNvPicPr>
            <a:picLocks noChangeAspect="1"/>
          </p:cNvPicPr>
          <p:nvPr/>
        </p:nvPicPr>
        <p:blipFill>
          <a:blip r:embed="rId17"/>
          <a:stretch>
            <a:fillRect/>
          </a:stretch>
        </p:blipFill>
        <p:spPr>
          <a:xfrm>
            <a:off x="10614660" y="2999232"/>
            <a:ext cx="457200" cy="457200"/>
          </a:xfrm>
          <a:prstGeom prst="rect">
            <a:avLst/>
          </a:prstGeom>
        </p:spPr>
      </p:pic>
      <p:sp>
        <p:nvSpPr>
          <p:cNvPr id="55" name="Shape 35"/>
          <p:cNvSpPr/>
          <p:nvPr/>
        </p:nvSpPr>
        <p:spPr>
          <a:xfrm>
            <a:off x="8308848" y="3639312"/>
            <a:ext cx="1519428" cy="438912"/>
          </a:xfrm>
          <a:prstGeom prst="roundRect">
            <a:avLst>
              <a:gd name="adj" fmla="val 16667"/>
            </a:avLst>
          </a:prstGeom>
          <a:solidFill>
            <a:schemeClr val="bg1"/>
          </a:solidFill>
          <a:ln w="15875">
            <a:solidFill>
              <a:srgbClr val="17375E"/>
            </a:solidFill>
            <a:prstDash val="solid"/>
          </a:ln>
        </p:spPr>
      </p:sp>
      <p:sp>
        <p:nvSpPr>
          <p:cNvPr id="56" name="Text 36"/>
          <p:cNvSpPr txBox="1"/>
          <p:nvPr/>
        </p:nvSpPr>
        <p:spPr>
          <a:xfrm>
            <a:off x="8354568" y="3639312"/>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Mont Blanc</a:t>
            </a:r>
            <a:endParaRPr lang="en-US" sz="1600" dirty="0"/>
          </a:p>
        </p:txBody>
      </p:sp>
      <p:sp>
        <p:nvSpPr>
          <p:cNvPr id="57" name="Shape 37"/>
          <p:cNvSpPr/>
          <p:nvPr/>
        </p:nvSpPr>
        <p:spPr>
          <a:xfrm>
            <a:off x="9938004" y="3639312"/>
            <a:ext cx="1519428" cy="438912"/>
          </a:xfrm>
          <a:prstGeom prst="roundRect">
            <a:avLst>
              <a:gd name="adj" fmla="val 16667"/>
            </a:avLst>
          </a:prstGeom>
          <a:solidFill>
            <a:schemeClr val="bg1"/>
          </a:solidFill>
          <a:ln w="15875">
            <a:solidFill>
              <a:srgbClr val="17375E"/>
            </a:solidFill>
            <a:prstDash val="solid"/>
          </a:ln>
        </p:spPr>
      </p:sp>
      <p:sp>
        <p:nvSpPr>
          <p:cNvPr id="58" name="Text 38"/>
          <p:cNvSpPr txBox="1"/>
          <p:nvPr/>
        </p:nvSpPr>
        <p:spPr>
          <a:xfrm>
            <a:off x="9983724" y="3639312"/>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Alpen</a:t>
            </a:r>
            <a:endParaRPr lang="en-US" sz="1600" dirty="0"/>
          </a:p>
        </p:txBody>
      </p:sp>
      <p:sp>
        <p:nvSpPr>
          <p:cNvPr id="59" name="Shape 39"/>
          <p:cNvSpPr/>
          <p:nvPr/>
        </p:nvSpPr>
        <p:spPr>
          <a:xfrm>
            <a:off x="8308848" y="4169664"/>
            <a:ext cx="1519428" cy="438912"/>
          </a:xfrm>
          <a:prstGeom prst="roundRect">
            <a:avLst>
              <a:gd name="adj" fmla="val 16667"/>
            </a:avLst>
          </a:prstGeom>
          <a:solidFill>
            <a:schemeClr val="bg1"/>
          </a:solidFill>
          <a:ln w="15875">
            <a:solidFill>
              <a:srgbClr val="17375E"/>
            </a:solidFill>
            <a:prstDash val="solid"/>
          </a:ln>
        </p:spPr>
      </p:sp>
      <p:sp>
        <p:nvSpPr>
          <p:cNvPr id="60" name="Text 40"/>
          <p:cNvSpPr txBox="1"/>
          <p:nvPr/>
        </p:nvSpPr>
        <p:spPr>
          <a:xfrm>
            <a:off x="8354568" y="4169664"/>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Maas</a:t>
            </a:r>
            <a:endParaRPr lang="en-US" sz="1600" dirty="0"/>
          </a:p>
        </p:txBody>
      </p:sp>
      <p:sp>
        <p:nvSpPr>
          <p:cNvPr id="61" name="Shape 41"/>
          <p:cNvSpPr/>
          <p:nvPr/>
        </p:nvSpPr>
        <p:spPr>
          <a:xfrm>
            <a:off x="9938004" y="4169664"/>
            <a:ext cx="1519428" cy="438912"/>
          </a:xfrm>
          <a:prstGeom prst="roundRect">
            <a:avLst>
              <a:gd name="adj" fmla="val 16667"/>
            </a:avLst>
          </a:prstGeom>
          <a:solidFill>
            <a:schemeClr val="bg1"/>
          </a:solidFill>
          <a:ln w="15875">
            <a:solidFill>
              <a:srgbClr val="17375E"/>
            </a:solidFill>
            <a:prstDash val="solid"/>
          </a:ln>
        </p:spPr>
      </p:sp>
      <p:sp>
        <p:nvSpPr>
          <p:cNvPr id="62" name="Text 42"/>
          <p:cNvSpPr txBox="1"/>
          <p:nvPr/>
        </p:nvSpPr>
        <p:spPr>
          <a:xfrm>
            <a:off x="9983724" y="4169664"/>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Schelde</a:t>
            </a:r>
            <a:endParaRPr lang="en-US" sz="1600" dirty="0"/>
          </a:p>
        </p:txBody>
      </p:sp>
      <p:sp>
        <p:nvSpPr>
          <p:cNvPr id="63" name="Shape 43"/>
          <p:cNvSpPr/>
          <p:nvPr/>
        </p:nvSpPr>
        <p:spPr>
          <a:xfrm>
            <a:off x="8308848" y="5230368"/>
            <a:ext cx="3148584" cy="868680"/>
          </a:xfrm>
          <a:prstGeom prst="roundRect">
            <a:avLst>
              <a:gd name="adj" fmla="val 12632"/>
            </a:avLst>
          </a:prstGeom>
          <a:solidFill>
            <a:schemeClr val="bg2"/>
          </a:solidFill>
          <a:ln w="12700">
            <a:solidFill>
              <a:srgbClr val="D5DCE6"/>
            </a:solidFill>
            <a:prstDash val="solid"/>
          </a:ln>
        </p:spPr>
      </p:sp>
      <p:pic>
        <p:nvPicPr>
          <p:cNvPr id="64" name="Image 17" descr="Comment">    </p:cNvPr>
          <p:cNvPicPr>
            <a:picLocks noChangeAspect="1"/>
          </p:cNvPicPr>
          <p:nvPr/>
        </p:nvPicPr>
        <p:blipFill>
          <a:blip r:embed="rId18"/>
          <a:stretch>
            <a:fillRect/>
          </a:stretch>
        </p:blipFill>
        <p:spPr>
          <a:xfrm>
            <a:off x="8446008" y="5358384"/>
            <a:ext cx="274320" cy="274320"/>
          </a:xfrm>
          <a:prstGeom prst="rect">
            <a:avLst/>
          </a:prstGeom>
        </p:spPr>
      </p:pic>
      <p:sp>
        <p:nvSpPr>
          <p:cNvPr id="65" name="Text 44"/>
          <p:cNvSpPr txBox="1"/>
          <p:nvPr/>
        </p:nvSpPr>
        <p:spPr>
          <a:xfrm>
            <a:off x="8811768" y="5276088"/>
            <a:ext cx="2508504" cy="777240"/>
          </a:xfrm>
          <a:prstGeom prst="rect">
            <a:avLst/>
          </a:prstGeom>
          <a:noFill/>
          <a:ln/>
        </p:spPr>
        <p:txBody>
          <a:bodyPr wrap="square" lIns="0" tIns="0" rIns="0" bIns="0" rtlCol="0" anchor="ctr"/>
          <a:lstStyle/>
          <a:p>
            <a:pPr algn="l" indent="0" marL="0">
              <a:buNone/>
            </a:pPr>
            <a:r>
              <a:rPr lang="en-US" sz="1800" i="1" dirty="0">
                <a:solidFill>
                  <a:schemeClr val="tx1"/>
                </a:solidFill>
              </a:rPr>
              <a:t>Heb je ooit </a:t>
            </a:r>
            <a:r>
              <a:rPr lang="en-US" sz="1800" b="1" i="1" dirty="0">
                <a:solidFill>
                  <a:schemeClr val="tx2"/>
                </a:solidFill>
              </a:rPr>
              <a:t>de</a:t>
            </a:r>
            <a:r>
              <a:rPr lang="en-US" sz="1800" i="1" dirty="0">
                <a:solidFill>
                  <a:schemeClr val="tx1"/>
                </a:solidFill>
              </a:rPr>
              <a:t> Mont Blanc beklommen?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familles DE ④ — chiffres, transports, calendrier</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sp>
        <p:nvSpPr>
          <p:cNvPr id="5" name="Shape 2"/>
          <p:cNvSpPr/>
          <p:nvPr/>
        </p:nvSpPr>
        <p:spPr>
          <a:xfrm>
            <a:off x="548640" y="1554480"/>
            <a:ext cx="3514344" cy="4709160"/>
          </a:xfrm>
          <a:prstGeom prst="roundRect">
            <a:avLst>
              <a:gd name="adj" fmla="val 2082"/>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713232" y="1691640"/>
            <a:ext cx="658368" cy="658368"/>
          </a:xfrm>
          <a:prstGeom prst="ellipse">
            <a:avLst/>
          </a:prstGeom>
          <a:solidFill>
            <a:schemeClr val="accent3"/>
          </a:solidFill>
          <a:ln w="12700">
            <a:solidFill>
              <a:srgbClr val="FFFFFF">
                <a:alpha val="0"/>
              </a:srgbClr>
            </a:solidFill>
            <a:prstDash val="solid"/>
          </a:ln>
        </p:spPr>
      </p:sp>
      <p:pic>
        <p:nvPicPr>
          <p:cNvPr id="7" name="Image 0" descr="SortNumericDown">    </p:cNvPr>
          <p:cNvPicPr>
            <a:picLocks noChangeAspect="1"/>
          </p:cNvPicPr>
          <p:nvPr/>
        </p:nvPicPr>
        <p:blipFill>
          <a:blip r:embed="rId1"/>
          <a:stretch>
            <a:fillRect/>
          </a:stretch>
        </p:blipFill>
        <p:spPr>
          <a:xfrm>
            <a:off x="871240" y="1849648"/>
            <a:ext cx="342351" cy="342351"/>
          </a:xfrm>
          <a:prstGeom prst="rect">
            <a:avLst/>
          </a:prstGeom>
        </p:spPr>
      </p:pic>
      <p:sp>
        <p:nvSpPr>
          <p:cNvPr id="8" name="Text 4"/>
          <p:cNvSpPr txBox="1"/>
          <p:nvPr/>
        </p:nvSpPr>
        <p:spPr>
          <a:xfrm>
            <a:off x="1481328" y="1691640"/>
            <a:ext cx="2462784" cy="658368"/>
          </a:xfrm>
          <a:prstGeom prst="rect">
            <a:avLst/>
          </a:prstGeom>
          <a:noFill/>
          <a:ln/>
        </p:spPr>
        <p:txBody>
          <a:bodyPr wrap="square" lIns="0" tIns="0" rIns="0" bIns="0" rtlCol="0" anchor="ctr"/>
          <a:lstStyle/>
          <a:p>
            <a:pPr algn="l" indent="0" marL="0">
              <a:buNone/>
            </a:pPr>
            <a:r>
              <a:rPr lang="en-US" sz="1900" b="1" dirty="0">
                <a:solidFill>
                  <a:schemeClr val="accent3"/>
                </a:solidFill>
                <a:latin typeface="+mj-lt" pitchFamily="34" charset="0"/>
                <a:ea typeface="+mj-lt" pitchFamily="34" charset="-122"/>
                <a:cs typeface="+mj-lt" pitchFamily="34" charset="-120"/>
              </a:rPr>
              <a:t>Chiffres et lettres</a:t>
            </a:r>
            <a:endParaRPr lang="en-US" sz="1900" dirty="0"/>
          </a:p>
        </p:txBody>
      </p:sp>
      <p:sp>
        <p:nvSpPr>
          <p:cNvPr id="9" name="Shape 5"/>
          <p:cNvSpPr/>
          <p:nvPr/>
        </p:nvSpPr>
        <p:spPr>
          <a:xfrm>
            <a:off x="1437132" y="2999232"/>
            <a:ext cx="457200" cy="457200"/>
          </a:xfrm>
          <a:prstGeom prst="roundRect">
            <a:avLst>
              <a:gd name="adj" fmla="val 16000"/>
            </a:avLst>
          </a:prstGeom>
          <a:solidFill>
            <a:schemeClr val="accent3"/>
          </a:solidFill>
          <a:ln w="12700">
            <a:solidFill>
              <a:srgbClr val="FFFFFF">
                <a:alpha val="0"/>
              </a:srgbClr>
            </a:solidFill>
            <a:prstDash val="solid"/>
          </a:ln>
        </p:spPr>
      </p:sp>
      <p:sp>
        <p:nvSpPr>
          <p:cNvPr id="10" name="Text 6"/>
          <p:cNvSpPr txBox="1"/>
          <p:nvPr/>
        </p:nvSpPr>
        <p:spPr>
          <a:xfrm>
            <a:off x="1437132" y="2999232"/>
            <a:ext cx="457200" cy="45720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3</a:t>
            </a:r>
            <a:endParaRPr lang="en-US" sz="2200" dirty="0"/>
          </a:p>
        </p:txBody>
      </p:sp>
      <p:sp>
        <p:nvSpPr>
          <p:cNvPr id="11" name="Shape 7"/>
          <p:cNvSpPr/>
          <p:nvPr/>
        </p:nvSpPr>
        <p:spPr>
          <a:xfrm>
            <a:off x="2077212" y="2999232"/>
            <a:ext cx="457200" cy="457200"/>
          </a:xfrm>
          <a:prstGeom prst="roundRect">
            <a:avLst>
              <a:gd name="adj" fmla="val 16000"/>
            </a:avLst>
          </a:prstGeom>
          <a:solidFill>
            <a:schemeClr val="accent3"/>
          </a:solidFill>
          <a:ln w="12700">
            <a:solidFill>
              <a:srgbClr val="FFFFFF">
                <a:alpha val="0"/>
              </a:srgbClr>
            </a:solidFill>
            <a:prstDash val="solid"/>
          </a:ln>
        </p:spPr>
      </p:sp>
      <p:sp>
        <p:nvSpPr>
          <p:cNvPr id="12" name="Text 8"/>
          <p:cNvSpPr txBox="1"/>
          <p:nvPr/>
        </p:nvSpPr>
        <p:spPr>
          <a:xfrm>
            <a:off x="2077212" y="2999232"/>
            <a:ext cx="457200" cy="45720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7</a:t>
            </a:r>
            <a:endParaRPr lang="en-US" sz="2200" dirty="0"/>
          </a:p>
        </p:txBody>
      </p:sp>
      <p:sp>
        <p:nvSpPr>
          <p:cNvPr id="13" name="Shape 9"/>
          <p:cNvSpPr/>
          <p:nvPr/>
        </p:nvSpPr>
        <p:spPr>
          <a:xfrm>
            <a:off x="2717292" y="2999232"/>
            <a:ext cx="457200" cy="457200"/>
          </a:xfrm>
          <a:prstGeom prst="roundRect">
            <a:avLst>
              <a:gd name="adj" fmla="val 16000"/>
            </a:avLst>
          </a:prstGeom>
          <a:solidFill>
            <a:schemeClr val="accent3"/>
          </a:solidFill>
          <a:ln w="12700">
            <a:solidFill>
              <a:srgbClr val="FFFFFF">
                <a:alpha val="0"/>
              </a:srgbClr>
            </a:solidFill>
            <a:prstDash val="solid"/>
          </a:ln>
        </p:spPr>
      </p:sp>
      <p:sp>
        <p:nvSpPr>
          <p:cNvPr id="14" name="Text 10"/>
          <p:cNvSpPr txBox="1"/>
          <p:nvPr/>
        </p:nvSpPr>
        <p:spPr>
          <a:xfrm>
            <a:off x="2717292" y="2999232"/>
            <a:ext cx="457200" cy="45720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a</a:t>
            </a:r>
            <a:endParaRPr lang="en-US" sz="2200" dirty="0"/>
          </a:p>
        </p:txBody>
      </p:sp>
      <p:sp>
        <p:nvSpPr>
          <p:cNvPr id="15" name="Shape 11"/>
          <p:cNvSpPr/>
          <p:nvPr/>
        </p:nvSpPr>
        <p:spPr>
          <a:xfrm>
            <a:off x="731520" y="3639312"/>
            <a:ext cx="1519428" cy="438912"/>
          </a:xfrm>
          <a:prstGeom prst="roundRect">
            <a:avLst>
              <a:gd name="adj" fmla="val 16667"/>
            </a:avLst>
          </a:prstGeom>
          <a:solidFill>
            <a:schemeClr val="bg1"/>
          </a:solidFill>
          <a:ln w="15875">
            <a:solidFill>
              <a:srgbClr val="17375E"/>
            </a:solidFill>
            <a:prstDash val="solid"/>
          </a:ln>
        </p:spPr>
      </p:sp>
      <p:sp>
        <p:nvSpPr>
          <p:cNvPr id="16" name="Text 12"/>
          <p:cNvSpPr txBox="1"/>
          <p:nvPr/>
        </p:nvSpPr>
        <p:spPr>
          <a:xfrm>
            <a:off x="777240" y="3639312"/>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drie</a:t>
            </a:r>
            <a:endParaRPr lang="en-US" sz="1600" dirty="0"/>
          </a:p>
        </p:txBody>
      </p:sp>
      <p:sp>
        <p:nvSpPr>
          <p:cNvPr id="17" name="Shape 13"/>
          <p:cNvSpPr/>
          <p:nvPr/>
        </p:nvSpPr>
        <p:spPr>
          <a:xfrm>
            <a:off x="2360676" y="3639312"/>
            <a:ext cx="1519428" cy="438912"/>
          </a:xfrm>
          <a:prstGeom prst="roundRect">
            <a:avLst>
              <a:gd name="adj" fmla="val 16667"/>
            </a:avLst>
          </a:prstGeom>
          <a:solidFill>
            <a:schemeClr val="bg1"/>
          </a:solidFill>
          <a:ln w="15875">
            <a:solidFill>
              <a:srgbClr val="17375E"/>
            </a:solidFill>
            <a:prstDash val="solid"/>
          </a:ln>
        </p:spPr>
      </p:sp>
      <p:sp>
        <p:nvSpPr>
          <p:cNvPr id="18" name="Text 14"/>
          <p:cNvSpPr txBox="1"/>
          <p:nvPr/>
        </p:nvSpPr>
        <p:spPr>
          <a:xfrm>
            <a:off x="2406396" y="3639312"/>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zeven</a:t>
            </a:r>
            <a:endParaRPr lang="en-US" sz="1600" dirty="0"/>
          </a:p>
        </p:txBody>
      </p:sp>
      <p:sp>
        <p:nvSpPr>
          <p:cNvPr id="19" name="Shape 15"/>
          <p:cNvSpPr/>
          <p:nvPr/>
        </p:nvSpPr>
        <p:spPr>
          <a:xfrm>
            <a:off x="1546098" y="4169664"/>
            <a:ext cx="1519428" cy="438912"/>
          </a:xfrm>
          <a:prstGeom prst="roundRect">
            <a:avLst>
              <a:gd name="adj" fmla="val 16667"/>
            </a:avLst>
          </a:prstGeom>
          <a:solidFill>
            <a:schemeClr val="bg1"/>
          </a:solidFill>
          <a:ln w="15875">
            <a:solidFill>
              <a:srgbClr val="17375E"/>
            </a:solidFill>
            <a:prstDash val="solid"/>
          </a:ln>
        </p:spPr>
      </p:sp>
      <p:sp>
        <p:nvSpPr>
          <p:cNvPr id="20" name="Text 16"/>
          <p:cNvSpPr txBox="1"/>
          <p:nvPr/>
        </p:nvSpPr>
        <p:spPr>
          <a:xfrm>
            <a:off x="1591818" y="4169664"/>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a</a:t>
            </a:r>
            <a:endParaRPr lang="en-US" sz="1600" dirty="0"/>
          </a:p>
        </p:txBody>
      </p:sp>
      <p:sp>
        <p:nvSpPr>
          <p:cNvPr id="21" name="Shape 17"/>
          <p:cNvSpPr/>
          <p:nvPr/>
        </p:nvSpPr>
        <p:spPr>
          <a:xfrm>
            <a:off x="731520" y="5230368"/>
            <a:ext cx="3148584" cy="868680"/>
          </a:xfrm>
          <a:prstGeom prst="roundRect">
            <a:avLst>
              <a:gd name="adj" fmla="val 12632"/>
            </a:avLst>
          </a:prstGeom>
          <a:solidFill>
            <a:schemeClr val="bg2"/>
          </a:solidFill>
          <a:ln w="12700">
            <a:solidFill>
              <a:srgbClr val="D5DCE6"/>
            </a:solidFill>
            <a:prstDash val="solid"/>
          </a:ln>
        </p:spPr>
      </p:sp>
      <p:pic>
        <p:nvPicPr>
          <p:cNvPr id="22" name="Image 1" descr="Comment">    </p:cNvPr>
          <p:cNvPicPr>
            <a:picLocks noChangeAspect="1"/>
          </p:cNvPicPr>
          <p:nvPr/>
        </p:nvPicPr>
        <p:blipFill>
          <a:blip r:embed="rId2"/>
          <a:stretch>
            <a:fillRect/>
          </a:stretch>
        </p:blipFill>
        <p:spPr>
          <a:xfrm>
            <a:off x="868680" y="5358384"/>
            <a:ext cx="274320" cy="274320"/>
          </a:xfrm>
          <a:prstGeom prst="rect">
            <a:avLst/>
          </a:prstGeom>
        </p:spPr>
      </p:pic>
      <p:sp>
        <p:nvSpPr>
          <p:cNvPr id="23" name="Text 18"/>
          <p:cNvSpPr txBox="1"/>
          <p:nvPr/>
        </p:nvSpPr>
        <p:spPr>
          <a:xfrm>
            <a:off x="1234440" y="5276088"/>
            <a:ext cx="2508504" cy="777240"/>
          </a:xfrm>
          <a:prstGeom prst="rect">
            <a:avLst/>
          </a:prstGeom>
          <a:noFill/>
          <a:ln/>
        </p:spPr>
        <p:txBody>
          <a:bodyPr wrap="square" lIns="0" tIns="0" rIns="0" bIns="0" rtlCol="0" anchor="ctr"/>
          <a:lstStyle/>
          <a:p>
            <a:pPr algn="l" indent="0" marL="0">
              <a:buNone/>
            </a:pPr>
            <a:r>
              <a:rPr lang="en-US" sz="1800" b="1" i="1" dirty="0">
                <a:solidFill>
                  <a:schemeClr val="tx2"/>
                </a:solidFill>
              </a:rPr>
              <a:t>De</a:t>
            </a:r>
            <a:r>
              <a:rPr lang="en-US" sz="1800" i="1" dirty="0">
                <a:solidFill>
                  <a:schemeClr val="tx1"/>
                </a:solidFill>
              </a:rPr>
              <a:t> 7 is mijn geluksgetal.</a:t>
            </a:r>
            <a:endParaRPr lang="en-US" sz="1800" dirty="0"/>
          </a:p>
        </p:txBody>
      </p:sp>
      <p:sp>
        <p:nvSpPr>
          <p:cNvPr id="24" name="Shape 19"/>
          <p:cNvSpPr/>
          <p:nvPr/>
        </p:nvSpPr>
        <p:spPr>
          <a:xfrm>
            <a:off x="4337304" y="1554480"/>
            <a:ext cx="3514344" cy="4709160"/>
          </a:xfrm>
          <a:prstGeom prst="roundRect">
            <a:avLst>
              <a:gd name="adj" fmla="val 2082"/>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5" name="Shape 20"/>
          <p:cNvSpPr/>
          <p:nvPr/>
        </p:nvSpPr>
        <p:spPr>
          <a:xfrm>
            <a:off x="4501896" y="1691640"/>
            <a:ext cx="658368" cy="658368"/>
          </a:xfrm>
          <a:prstGeom prst="ellipse">
            <a:avLst/>
          </a:prstGeom>
          <a:solidFill>
            <a:schemeClr val="accent3"/>
          </a:solidFill>
          <a:ln w="12700">
            <a:solidFill>
              <a:srgbClr val="FFFFFF">
                <a:alpha val="0"/>
              </a:srgbClr>
            </a:solidFill>
            <a:prstDash val="solid"/>
          </a:ln>
        </p:spPr>
      </p:sp>
      <p:pic>
        <p:nvPicPr>
          <p:cNvPr id="26" name="Image 2" descr="Train">    </p:cNvPr>
          <p:cNvPicPr>
            <a:picLocks noChangeAspect="1"/>
          </p:cNvPicPr>
          <p:nvPr/>
        </p:nvPicPr>
        <p:blipFill>
          <a:blip r:embed="rId3"/>
          <a:stretch>
            <a:fillRect/>
          </a:stretch>
        </p:blipFill>
        <p:spPr>
          <a:xfrm>
            <a:off x="4659904" y="1849648"/>
            <a:ext cx="342351" cy="342351"/>
          </a:xfrm>
          <a:prstGeom prst="rect">
            <a:avLst/>
          </a:prstGeom>
        </p:spPr>
      </p:pic>
      <p:sp>
        <p:nvSpPr>
          <p:cNvPr id="27" name="Text 21"/>
          <p:cNvSpPr txBox="1"/>
          <p:nvPr/>
        </p:nvSpPr>
        <p:spPr>
          <a:xfrm>
            <a:off x="5269992" y="1691640"/>
            <a:ext cx="2462784" cy="658368"/>
          </a:xfrm>
          <a:prstGeom prst="rect">
            <a:avLst/>
          </a:prstGeom>
          <a:noFill/>
          <a:ln/>
        </p:spPr>
        <p:txBody>
          <a:bodyPr wrap="square" lIns="0" tIns="0" rIns="0" bIns="0" rtlCol="0" anchor="ctr"/>
          <a:lstStyle/>
          <a:p>
            <a:pPr algn="l" indent="0" marL="0">
              <a:buNone/>
            </a:pPr>
            <a:r>
              <a:rPr lang="en-US" sz="1900" b="1" dirty="0">
                <a:solidFill>
                  <a:schemeClr val="accent3"/>
                </a:solidFill>
                <a:latin typeface="+mj-lt" pitchFamily="34" charset="0"/>
                <a:ea typeface="+mj-lt" pitchFamily="34" charset="-122"/>
                <a:cs typeface="+mj-lt" pitchFamily="34" charset="-120"/>
              </a:rPr>
              <a:t>Transports</a:t>
            </a:r>
            <a:endParaRPr lang="en-US" sz="1900" dirty="0"/>
          </a:p>
        </p:txBody>
      </p:sp>
      <p:pic>
        <p:nvPicPr>
          <p:cNvPr id="28" name="Image 3" descr="automobile">    </p:cNvPr>
          <p:cNvPicPr>
            <a:picLocks noChangeAspect="1"/>
          </p:cNvPicPr>
          <p:nvPr/>
        </p:nvPicPr>
        <p:blipFill>
          <a:blip r:embed="rId4"/>
          <a:stretch>
            <a:fillRect/>
          </a:stretch>
        </p:blipFill>
        <p:spPr>
          <a:xfrm>
            <a:off x="4905756" y="2532888"/>
            <a:ext cx="457200" cy="457200"/>
          </a:xfrm>
          <a:prstGeom prst="rect">
            <a:avLst/>
          </a:prstGeom>
        </p:spPr>
      </p:pic>
      <p:pic>
        <p:nvPicPr>
          <p:cNvPr id="29" name="Image 4" descr="train">    </p:cNvPr>
          <p:cNvPicPr>
            <a:picLocks noChangeAspect="1"/>
          </p:cNvPicPr>
          <p:nvPr/>
        </p:nvPicPr>
        <p:blipFill>
          <a:blip r:embed="rId5"/>
          <a:stretch>
            <a:fillRect/>
          </a:stretch>
        </p:blipFill>
        <p:spPr>
          <a:xfrm>
            <a:off x="5545836" y="2532888"/>
            <a:ext cx="457200" cy="457200"/>
          </a:xfrm>
          <a:prstGeom prst="rect">
            <a:avLst/>
          </a:prstGeom>
        </p:spPr>
      </p:pic>
      <p:pic>
        <p:nvPicPr>
          <p:cNvPr id="30" name="Image 5" descr="bus">    </p:cNvPr>
          <p:cNvPicPr>
            <a:picLocks noChangeAspect="1"/>
          </p:cNvPicPr>
          <p:nvPr/>
        </p:nvPicPr>
        <p:blipFill>
          <a:blip r:embed="rId6"/>
          <a:stretch>
            <a:fillRect/>
          </a:stretch>
        </p:blipFill>
        <p:spPr>
          <a:xfrm>
            <a:off x="6185916" y="2532888"/>
            <a:ext cx="457200" cy="457200"/>
          </a:xfrm>
          <a:prstGeom prst="rect">
            <a:avLst/>
          </a:prstGeom>
        </p:spPr>
      </p:pic>
      <p:pic>
        <p:nvPicPr>
          <p:cNvPr id="31" name="Image 6" descr="bicycle">    </p:cNvPr>
          <p:cNvPicPr>
            <a:picLocks noChangeAspect="1"/>
          </p:cNvPicPr>
          <p:nvPr/>
        </p:nvPicPr>
        <p:blipFill>
          <a:blip r:embed="rId7"/>
          <a:stretch>
            <a:fillRect/>
          </a:stretch>
        </p:blipFill>
        <p:spPr>
          <a:xfrm>
            <a:off x="6825996" y="2532888"/>
            <a:ext cx="457200" cy="457200"/>
          </a:xfrm>
          <a:prstGeom prst="rect">
            <a:avLst/>
          </a:prstGeom>
        </p:spPr>
      </p:pic>
      <p:sp>
        <p:nvSpPr>
          <p:cNvPr id="32" name="Shape 22"/>
          <p:cNvSpPr/>
          <p:nvPr/>
        </p:nvSpPr>
        <p:spPr>
          <a:xfrm>
            <a:off x="4520184" y="3172968"/>
            <a:ext cx="1519428" cy="438912"/>
          </a:xfrm>
          <a:prstGeom prst="roundRect">
            <a:avLst>
              <a:gd name="adj" fmla="val 16667"/>
            </a:avLst>
          </a:prstGeom>
          <a:solidFill>
            <a:schemeClr val="bg1"/>
          </a:solidFill>
          <a:ln w="15875">
            <a:solidFill>
              <a:srgbClr val="17375E"/>
            </a:solidFill>
            <a:prstDash val="solid"/>
          </a:ln>
        </p:spPr>
      </p:sp>
      <p:sp>
        <p:nvSpPr>
          <p:cNvPr id="33" name="Text 23"/>
          <p:cNvSpPr txBox="1"/>
          <p:nvPr/>
        </p:nvSpPr>
        <p:spPr>
          <a:xfrm>
            <a:off x="4565904" y="3172968"/>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auto</a:t>
            </a:r>
            <a:endParaRPr lang="en-US" sz="1600" dirty="0"/>
          </a:p>
        </p:txBody>
      </p:sp>
      <p:sp>
        <p:nvSpPr>
          <p:cNvPr id="34" name="Shape 24"/>
          <p:cNvSpPr/>
          <p:nvPr/>
        </p:nvSpPr>
        <p:spPr>
          <a:xfrm>
            <a:off x="6149340" y="3172968"/>
            <a:ext cx="1519428" cy="438912"/>
          </a:xfrm>
          <a:prstGeom prst="roundRect">
            <a:avLst>
              <a:gd name="adj" fmla="val 16667"/>
            </a:avLst>
          </a:prstGeom>
          <a:solidFill>
            <a:schemeClr val="bg1"/>
          </a:solidFill>
          <a:ln w="15875">
            <a:solidFill>
              <a:srgbClr val="17375E"/>
            </a:solidFill>
            <a:prstDash val="solid"/>
          </a:ln>
        </p:spPr>
      </p:sp>
      <p:sp>
        <p:nvSpPr>
          <p:cNvPr id="35" name="Text 25"/>
          <p:cNvSpPr txBox="1"/>
          <p:nvPr/>
        </p:nvSpPr>
        <p:spPr>
          <a:xfrm>
            <a:off x="6195060" y="3172968"/>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trein</a:t>
            </a:r>
            <a:endParaRPr lang="en-US" sz="1600" dirty="0"/>
          </a:p>
        </p:txBody>
      </p:sp>
      <p:sp>
        <p:nvSpPr>
          <p:cNvPr id="36" name="Shape 26"/>
          <p:cNvSpPr/>
          <p:nvPr/>
        </p:nvSpPr>
        <p:spPr>
          <a:xfrm>
            <a:off x="4520184" y="3703320"/>
            <a:ext cx="1519428" cy="438912"/>
          </a:xfrm>
          <a:prstGeom prst="roundRect">
            <a:avLst>
              <a:gd name="adj" fmla="val 16667"/>
            </a:avLst>
          </a:prstGeom>
          <a:solidFill>
            <a:schemeClr val="bg1"/>
          </a:solidFill>
          <a:ln w="15875">
            <a:solidFill>
              <a:srgbClr val="17375E"/>
            </a:solidFill>
            <a:prstDash val="solid"/>
          </a:ln>
        </p:spPr>
      </p:sp>
      <p:sp>
        <p:nvSpPr>
          <p:cNvPr id="37" name="Text 27"/>
          <p:cNvSpPr txBox="1"/>
          <p:nvPr/>
        </p:nvSpPr>
        <p:spPr>
          <a:xfrm>
            <a:off x="4565904" y="3703320"/>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bus</a:t>
            </a:r>
            <a:endParaRPr lang="en-US" sz="1600" dirty="0"/>
          </a:p>
        </p:txBody>
      </p:sp>
      <p:sp>
        <p:nvSpPr>
          <p:cNvPr id="38" name="Shape 28"/>
          <p:cNvSpPr/>
          <p:nvPr/>
        </p:nvSpPr>
        <p:spPr>
          <a:xfrm>
            <a:off x="6149340" y="3703320"/>
            <a:ext cx="1519428" cy="438912"/>
          </a:xfrm>
          <a:prstGeom prst="roundRect">
            <a:avLst>
              <a:gd name="adj" fmla="val 16667"/>
            </a:avLst>
          </a:prstGeom>
          <a:solidFill>
            <a:schemeClr val="bg1"/>
          </a:solidFill>
          <a:ln w="15875">
            <a:solidFill>
              <a:srgbClr val="17375E"/>
            </a:solidFill>
            <a:prstDash val="solid"/>
          </a:ln>
        </p:spPr>
      </p:sp>
      <p:sp>
        <p:nvSpPr>
          <p:cNvPr id="39" name="Text 29"/>
          <p:cNvSpPr txBox="1"/>
          <p:nvPr/>
        </p:nvSpPr>
        <p:spPr>
          <a:xfrm>
            <a:off x="6195060" y="3703320"/>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fiets</a:t>
            </a:r>
            <a:endParaRPr lang="en-US" sz="1600" dirty="0"/>
          </a:p>
        </p:txBody>
      </p:sp>
      <p:sp>
        <p:nvSpPr>
          <p:cNvPr id="40" name="Shape 30"/>
          <p:cNvSpPr/>
          <p:nvPr/>
        </p:nvSpPr>
        <p:spPr>
          <a:xfrm>
            <a:off x="4520184" y="4343400"/>
            <a:ext cx="3148584" cy="731520"/>
          </a:xfrm>
          <a:prstGeom prst="roundRect">
            <a:avLst>
              <a:gd name="adj" fmla="val 10000"/>
            </a:avLst>
          </a:prstGeom>
          <a:solidFill>
            <a:schemeClr val="accent1">
              <a:alpha val="10000"/>
            </a:schemeClr>
          </a:solidFill>
          <a:ln w="15875">
            <a:solidFill>
              <a:srgbClr val="D9700F"/>
            </a:solidFill>
            <a:prstDash val="solid"/>
          </a:ln>
        </p:spPr>
      </p:sp>
      <p:sp>
        <p:nvSpPr>
          <p:cNvPr id="41" name="Shape 31"/>
          <p:cNvSpPr/>
          <p:nvPr/>
        </p:nvSpPr>
        <p:spPr>
          <a:xfrm>
            <a:off x="4629912" y="4425696"/>
            <a:ext cx="566928" cy="566928"/>
          </a:xfrm>
          <a:prstGeom prst="ellipse">
            <a:avLst/>
          </a:prstGeom>
          <a:solidFill>
            <a:schemeClr val="accent1"/>
          </a:solidFill>
          <a:ln w="12700">
            <a:solidFill>
              <a:srgbClr val="FFFFFF">
                <a:alpha val="0"/>
              </a:srgbClr>
            </a:solidFill>
            <a:prstDash val="solid"/>
          </a:ln>
        </p:spPr>
      </p:sp>
      <p:sp>
        <p:nvSpPr>
          <p:cNvPr id="42" name="Text 32"/>
          <p:cNvSpPr txBox="1"/>
          <p:nvPr/>
        </p:nvSpPr>
        <p:spPr>
          <a:xfrm>
            <a:off x="4629912" y="4425696"/>
            <a:ext cx="566928" cy="566928"/>
          </a:xfrm>
          <a:prstGeom prst="rect">
            <a:avLst/>
          </a:prstGeom>
          <a:noFill/>
          <a:ln/>
        </p:spPr>
        <p:txBody>
          <a:bodyPr wrap="square" lIns="0" tIns="0" rIns="0" bIns="0" rtlCol="0" anchor="ctr"/>
          <a:lstStyle/>
          <a:p>
            <a:pPr algn="ctr" indent="0" marL="0">
              <a:buNone/>
            </a:pPr>
            <a:r>
              <a:rPr lang="en-US" sz="2600" b="1" dirty="0">
                <a:solidFill>
                  <a:schemeClr val="bg1"/>
                </a:solidFill>
                <a:latin typeface="+mj-lt" pitchFamily="34" charset="0"/>
                <a:ea typeface="+mj-lt" pitchFamily="34" charset="-122"/>
                <a:cs typeface="+mj-lt" pitchFamily="34" charset="-120"/>
              </a:rPr>
              <a:t>!</a:t>
            </a:r>
            <a:endParaRPr lang="en-US" sz="2600" dirty="0"/>
          </a:p>
        </p:txBody>
      </p:sp>
      <p:sp>
        <p:nvSpPr>
          <p:cNvPr id="43" name="Text 33"/>
          <p:cNvSpPr txBox="1"/>
          <p:nvPr/>
        </p:nvSpPr>
        <p:spPr>
          <a:xfrm>
            <a:off x="5315712" y="4389120"/>
            <a:ext cx="2078736" cy="640080"/>
          </a:xfrm>
          <a:prstGeom prst="rect">
            <a:avLst/>
          </a:prstGeom>
          <a:noFill/>
          <a:ln/>
        </p:spPr>
        <p:txBody>
          <a:bodyPr wrap="square" lIns="0" tIns="0" rIns="0" bIns="0" rtlCol="0" anchor="ctr"/>
          <a:lstStyle/>
          <a:p>
            <a:pPr algn="l" indent="0" marL="0">
              <a:buNone/>
            </a:pPr>
            <a:r>
              <a:rPr lang="en-US" sz="1700" b="1" dirty="0">
                <a:solidFill>
                  <a:schemeClr val="accent1"/>
                </a:solidFill>
              </a:rPr>
              <a:t>het</a:t>
            </a:r>
            <a:r>
              <a:rPr lang="en-US" sz="1700" dirty="0">
                <a:solidFill>
                  <a:schemeClr val="tx1"/>
                </a:solidFill>
              </a:rPr>
              <a:t> vliegtuig · </a:t>
            </a:r>
            <a:r>
              <a:rPr lang="en-US" sz="1700" b="1" dirty="0">
                <a:solidFill>
                  <a:schemeClr val="accent1"/>
                </a:solidFill>
              </a:rPr>
              <a:t>het</a:t>
            </a:r>
            <a:r>
              <a:rPr lang="en-US" sz="1700" dirty="0">
                <a:solidFill>
                  <a:schemeClr val="tx1"/>
                </a:solidFill>
              </a:rPr>
              <a:t> schip · </a:t>
            </a:r>
            <a:r>
              <a:rPr lang="en-US" sz="1700" b="1" dirty="0">
                <a:solidFill>
                  <a:schemeClr val="accent1"/>
                </a:solidFill>
              </a:rPr>
              <a:t>het</a:t>
            </a:r>
            <a:r>
              <a:rPr lang="en-US" sz="1700" dirty="0">
                <a:solidFill>
                  <a:schemeClr val="tx1"/>
                </a:solidFill>
              </a:rPr>
              <a:t> vervoer</a:t>
            </a:r>
            <a:endParaRPr lang="en-US" sz="1700" dirty="0"/>
          </a:p>
        </p:txBody>
      </p:sp>
      <p:sp>
        <p:nvSpPr>
          <p:cNvPr id="44" name="Shape 34"/>
          <p:cNvSpPr/>
          <p:nvPr/>
        </p:nvSpPr>
        <p:spPr>
          <a:xfrm>
            <a:off x="4520184" y="5230368"/>
            <a:ext cx="3148584" cy="868680"/>
          </a:xfrm>
          <a:prstGeom prst="roundRect">
            <a:avLst>
              <a:gd name="adj" fmla="val 12632"/>
            </a:avLst>
          </a:prstGeom>
          <a:solidFill>
            <a:schemeClr val="bg2"/>
          </a:solidFill>
          <a:ln w="12700">
            <a:solidFill>
              <a:srgbClr val="D5DCE6"/>
            </a:solidFill>
            <a:prstDash val="solid"/>
          </a:ln>
        </p:spPr>
      </p:sp>
      <p:pic>
        <p:nvPicPr>
          <p:cNvPr id="45" name="Image 7" descr="Comment">    </p:cNvPr>
          <p:cNvPicPr>
            <a:picLocks noChangeAspect="1"/>
          </p:cNvPicPr>
          <p:nvPr/>
        </p:nvPicPr>
        <p:blipFill>
          <a:blip r:embed="rId8"/>
          <a:stretch>
            <a:fillRect/>
          </a:stretch>
        </p:blipFill>
        <p:spPr>
          <a:xfrm>
            <a:off x="4657344" y="5358384"/>
            <a:ext cx="274320" cy="274320"/>
          </a:xfrm>
          <a:prstGeom prst="rect">
            <a:avLst/>
          </a:prstGeom>
        </p:spPr>
      </p:pic>
      <p:sp>
        <p:nvSpPr>
          <p:cNvPr id="46" name="Text 35"/>
          <p:cNvSpPr txBox="1"/>
          <p:nvPr/>
        </p:nvSpPr>
        <p:spPr>
          <a:xfrm>
            <a:off x="5023104" y="5276088"/>
            <a:ext cx="2508504" cy="777240"/>
          </a:xfrm>
          <a:prstGeom prst="rect">
            <a:avLst/>
          </a:prstGeom>
          <a:noFill/>
          <a:ln/>
        </p:spPr>
        <p:txBody>
          <a:bodyPr wrap="square" lIns="0" tIns="0" rIns="0" bIns="0" rtlCol="0" anchor="ctr"/>
          <a:lstStyle/>
          <a:p>
            <a:pPr algn="l" indent="0" marL="0">
              <a:buNone/>
            </a:pPr>
            <a:r>
              <a:rPr lang="en-US" sz="1800" i="1" dirty="0">
                <a:solidFill>
                  <a:schemeClr val="tx1"/>
                </a:solidFill>
              </a:rPr>
              <a:t>Ik neem graag </a:t>
            </a:r>
            <a:r>
              <a:rPr lang="en-US" sz="1800" b="1" i="1" dirty="0">
                <a:solidFill>
                  <a:schemeClr val="tx2"/>
                </a:solidFill>
              </a:rPr>
              <a:t>de</a:t>
            </a:r>
            <a:r>
              <a:rPr lang="en-US" sz="1800" i="1" dirty="0">
                <a:solidFill>
                  <a:schemeClr val="tx1"/>
                </a:solidFill>
              </a:rPr>
              <a:t> fiets om te gaan werken.</a:t>
            </a:r>
            <a:endParaRPr lang="en-US" sz="1800" dirty="0"/>
          </a:p>
        </p:txBody>
      </p:sp>
      <p:sp>
        <p:nvSpPr>
          <p:cNvPr id="47" name="Shape 36"/>
          <p:cNvSpPr/>
          <p:nvPr/>
        </p:nvSpPr>
        <p:spPr>
          <a:xfrm>
            <a:off x="8125968" y="1554480"/>
            <a:ext cx="3514344" cy="4709160"/>
          </a:xfrm>
          <a:prstGeom prst="roundRect">
            <a:avLst>
              <a:gd name="adj" fmla="val 2082"/>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8" name="Shape 37"/>
          <p:cNvSpPr/>
          <p:nvPr/>
        </p:nvSpPr>
        <p:spPr>
          <a:xfrm>
            <a:off x="8290560" y="1691640"/>
            <a:ext cx="658368" cy="658368"/>
          </a:xfrm>
          <a:prstGeom prst="ellipse">
            <a:avLst/>
          </a:prstGeom>
          <a:solidFill>
            <a:schemeClr val="accent3"/>
          </a:solidFill>
          <a:ln w="12700">
            <a:solidFill>
              <a:srgbClr val="FFFFFF">
                <a:alpha val="0"/>
              </a:srgbClr>
            </a:solidFill>
            <a:prstDash val="solid"/>
          </a:ln>
        </p:spPr>
      </p:sp>
      <p:pic>
        <p:nvPicPr>
          <p:cNvPr id="49" name="Image 8" descr="CalendarAlt">    </p:cNvPr>
          <p:cNvPicPr>
            <a:picLocks noChangeAspect="1"/>
          </p:cNvPicPr>
          <p:nvPr/>
        </p:nvPicPr>
        <p:blipFill>
          <a:blip r:embed="rId9"/>
          <a:stretch>
            <a:fillRect/>
          </a:stretch>
        </p:blipFill>
        <p:spPr>
          <a:xfrm>
            <a:off x="8448568" y="1849648"/>
            <a:ext cx="342351" cy="342351"/>
          </a:xfrm>
          <a:prstGeom prst="rect">
            <a:avLst/>
          </a:prstGeom>
        </p:spPr>
      </p:pic>
      <p:sp>
        <p:nvSpPr>
          <p:cNvPr id="50" name="Text 38"/>
          <p:cNvSpPr txBox="1"/>
          <p:nvPr/>
        </p:nvSpPr>
        <p:spPr>
          <a:xfrm>
            <a:off x="9058656" y="1691640"/>
            <a:ext cx="2462784" cy="658368"/>
          </a:xfrm>
          <a:prstGeom prst="rect">
            <a:avLst/>
          </a:prstGeom>
          <a:noFill/>
          <a:ln/>
        </p:spPr>
        <p:txBody>
          <a:bodyPr wrap="square" lIns="0" tIns="0" rIns="0" bIns="0" rtlCol="0" anchor="ctr"/>
          <a:lstStyle/>
          <a:p>
            <a:pPr algn="l" indent="0" marL="0">
              <a:buNone/>
            </a:pPr>
            <a:r>
              <a:rPr lang="en-US" sz="1900" b="1" dirty="0">
                <a:solidFill>
                  <a:schemeClr val="accent3"/>
                </a:solidFill>
                <a:latin typeface="+mj-lt" pitchFamily="34" charset="0"/>
                <a:ea typeface="+mj-lt" pitchFamily="34" charset="-122"/>
                <a:cs typeface="+mj-lt" pitchFamily="34" charset="-120"/>
              </a:rPr>
              <a:t>Jours, mois, saisons</a:t>
            </a:r>
            <a:endParaRPr lang="en-US" sz="1900" dirty="0"/>
          </a:p>
        </p:txBody>
      </p:sp>
      <p:pic>
        <p:nvPicPr>
          <p:cNvPr id="51" name="Image 9" descr="tear off calendar">    </p:cNvPr>
          <p:cNvPicPr>
            <a:picLocks noChangeAspect="1"/>
          </p:cNvPicPr>
          <p:nvPr/>
        </p:nvPicPr>
        <p:blipFill>
          <a:blip r:embed="rId10"/>
          <a:stretch>
            <a:fillRect/>
          </a:stretch>
        </p:blipFill>
        <p:spPr>
          <a:xfrm>
            <a:off x="8694420" y="2514600"/>
            <a:ext cx="457200" cy="457200"/>
          </a:xfrm>
          <a:prstGeom prst="rect">
            <a:avLst/>
          </a:prstGeom>
        </p:spPr>
      </p:pic>
      <p:pic>
        <p:nvPicPr>
          <p:cNvPr id="52" name="Image 10" descr="beach with umbrella">    </p:cNvPr>
          <p:cNvPicPr>
            <a:picLocks noChangeAspect="1"/>
          </p:cNvPicPr>
          <p:nvPr/>
        </p:nvPicPr>
        <p:blipFill>
          <a:blip r:embed="rId11"/>
          <a:stretch>
            <a:fillRect/>
          </a:stretch>
        </p:blipFill>
        <p:spPr>
          <a:xfrm>
            <a:off x="9334500" y="2514600"/>
            <a:ext cx="457200" cy="457200"/>
          </a:xfrm>
          <a:prstGeom prst="rect">
            <a:avLst/>
          </a:prstGeom>
        </p:spPr>
      </p:pic>
      <p:pic>
        <p:nvPicPr>
          <p:cNvPr id="53" name="Image 11" descr="spiral calendar">    </p:cNvPr>
          <p:cNvPicPr>
            <a:picLocks noChangeAspect="1"/>
          </p:cNvPicPr>
          <p:nvPr/>
        </p:nvPicPr>
        <p:blipFill>
          <a:blip r:embed="rId12"/>
          <a:stretch>
            <a:fillRect/>
          </a:stretch>
        </p:blipFill>
        <p:spPr>
          <a:xfrm>
            <a:off x="9974580" y="2514600"/>
            <a:ext cx="457200" cy="457200"/>
          </a:xfrm>
          <a:prstGeom prst="rect">
            <a:avLst/>
          </a:prstGeom>
        </p:spPr>
      </p:pic>
      <p:pic>
        <p:nvPicPr>
          <p:cNvPr id="54" name="Image 12" descr="spiral calendar">    </p:cNvPr>
          <p:cNvPicPr>
            <a:picLocks noChangeAspect="1"/>
          </p:cNvPicPr>
          <p:nvPr/>
        </p:nvPicPr>
        <p:blipFill>
          <a:blip r:embed="rId13"/>
          <a:stretch>
            <a:fillRect/>
          </a:stretch>
        </p:blipFill>
        <p:spPr>
          <a:xfrm>
            <a:off x="10614660" y="2514600"/>
            <a:ext cx="457200" cy="457200"/>
          </a:xfrm>
          <a:prstGeom prst="rect">
            <a:avLst/>
          </a:prstGeom>
        </p:spPr>
      </p:pic>
      <p:sp>
        <p:nvSpPr>
          <p:cNvPr id="55" name="Shape 39"/>
          <p:cNvSpPr/>
          <p:nvPr/>
        </p:nvSpPr>
        <p:spPr>
          <a:xfrm>
            <a:off x="8308848" y="3154680"/>
            <a:ext cx="1519428" cy="438912"/>
          </a:xfrm>
          <a:prstGeom prst="roundRect">
            <a:avLst>
              <a:gd name="adj" fmla="val 16667"/>
            </a:avLst>
          </a:prstGeom>
          <a:solidFill>
            <a:schemeClr val="bg1"/>
          </a:solidFill>
          <a:ln w="15875">
            <a:solidFill>
              <a:srgbClr val="17375E"/>
            </a:solidFill>
            <a:prstDash val="solid"/>
          </a:ln>
        </p:spPr>
      </p:sp>
      <p:sp>
        <p:nvSpPr>
          <p:cNvPr id="56" name="Text 40"/>
          <p:cNvSpPr txBox="1"/>
          <p:nvPr/>
        </p:nvSpPr>
        <p:spPr>
          <a:xfrm>
            <a:off x="8354568" y="3154680"/>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maandag</a:t>
            </a:r>
            <a:endParaRPr lang="en-US" sz="1600" dirty="0"/>
          </a:p>
        </p:txBody>
      </p:sp>
      <p:sp>
        <p:nvSpPr>
          <p:cNvPr id="57" name="Shape 41"/>
          <p:cNvSpPr/>
          <p:nvPr/>
        </p:nvSpPr>
        <p:spPr>
          <a:xfrm>
            <a:off x="9938004" y="3154680"/>
            <a:ext cx="1519428" cy="438912"/>
          </a:xfrm>
          <a:prstGeom prst="roundRect">
            <a:avLst>
              <a:gd name="adj" fmla="val 16667"/>
            </a:avLst>
          </a:prstGeom>
          <a:solidFill>
            <a:schemeClr val="bg1"/>
          </a:solidFill>
          <a:ln w="15875">
            <a:solidFill>
              <a:srgbClr val="17375E"/>
            </a:solidFill>
            <a:prstDash val="solid"/>
          </a:ln>
        </p:spPr>
      </p:sp>
      <p:sp>
        <p:nvSpPr>
          <p:cNvPr id="58" name="Text 42"/>
          <p:cNvSpPr txBox="1"/>
          <p:nvPr/>
        </p:nvSpPr>
        <p:spPr>
          <a:xfrm>
            <a:off x="9983724" y="3154680"/>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zomer</a:t>
            </a:r>
            <a:endParaRPr lang="en-US" sz="1600" dirty="0"/>
          </a:p>
        </p:txBody>
      </p:sp>
      <p:sp>
        <p:nvSpPr>
          <p:cNvPr id="59" name="Shape 43"/>
          <p:cNvSpPr/>
          <p:nvPr/>
        </p:nvSpPr>
        <p:spPr>
          <a:xfrm>
            <a:off x="8308848" y="3685032"/>
            <a:ext cx="1519428" cy="438912"/>
          </a:xfrm>
          <a:prstGeom prst="roundRect">
            <a:avLst>
              <a:gd name="adj" fmla="val 16667"/>
            </a:avLst>
          </a:prstGeom>
          <a:solidFill>
            <a:schemeClr val="bg1"/>
          </a:solidFill>
          <a:ln w="15875">
            <a:solidFill>
              <a:srgbClr val="17375E"/>
            </a:solidFill>
            <a:prstDash val="solid"/>
          </a:ln>
        </p:spPr>
      </p:sp>
      <p:sp>
        <p:nvSpPr>
          <p:cNvPr id="60" name="Text 44"/>
          <p:cNvSpPr txBox="1"/>
          <p:nvPr/>
        </p:nvSpPr>
        <p:spPr>
          <a:xfrm>
            <a:off x="8354568" y="3685032"/>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dag</a:t>
            </a:r>
            <a:endParaRPr lang="en-US" sz="1600" dirty="0"/>
          </a:p>
        </p:txBody>
      </p:sp>
      <p:sp>
        <p:nvSpPr>
          <p:cNvPr id="61" name="Shape 45"/>
          <p:cNvSpPr/>
          <p:nvPr/>
        </p:nvSpPr>
        <p:spPr>
          <a:xfrm>
            <a:off x="9938004" y="3685032"/>
            <a:ext cx="1519428" cy="438912"/>
          </a:xfrm>
          <a:prstGeom prst="roundRect">
            <a:avLst>
              <a:gd name="adj" fmla="val 16667"/>
            </a:avLst>
          </a:prstGeom>
          <a:solidFill>
            <a:schemeClr val="bg1"/>
          </a:solidFill>
          <a:ln w="15875">
            <a:solidFill>
              <a:srgbClr val="17375E"/>
            </a:solidFill>
            <a:prstDash val="solid"/>
          </a:ln>
        </p:spPr>
      </p:sp>
      <p:sp>
        <p:nvSpPr>
          <p:cNvPr id="62" name="Text 46"/>
          <p:cNvSpPr txBox="1"/>
          <p:nvPr/>
        </p:nvSpPr>
        <p:spPr>
          <a:xfrm>
            <a:off x="9983724" y="3685032"/>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week</a:t>
            </a:r>
            <a:endParaRPr lang="en-US" sz="1600" dirty="0"/>
          </a:p>
        </p:txBody>
      </p:sp>
      <p:sp>
        <p:nvSpPr>
          <p:cNvPr id="63" name="Shape 47"/>
          <p:cNvSpPr/>
          <p:nvPr/>
        </p:nvSpPr>
        <p:spPr>
          <a:xfrm>
            <a:off x="9123426" y="4215384"/>
            <a:ext cx="1519428" cy="438912"/>
          </a:xfrm>
          <a:prstGeom prst="roundRect">
            <a:avLst>
              <a:gd name="adj" fmla="val 16667"/>
            </a:avLst>
          </a:prstGeom>
          <a:solidFill>
            <a:schemeClr val="bg1"/>
          </a:solidFill>
          <a:ln w="15875">
            <a:solidFill>
              <a:srgbClr val="17375E"/>
            </a:solidFill>
            <a:prstDash val="solid"/>
          </a:ln>
        </p:spPr>
      </p:sp>
      <p:sp>
        <p:nvSpPr>
          <p:cNvPr id="64" name="Text 48"/>
          <p:cNvSpPr txBox="1"/>
          <p:nvPr/>
        </p:nvSpPr>
        <p:spPr>
          <a:xfrm>
            <a:off x="9169146" y="4215384"/>
            <a:ext cx="1427988" cy="438912"/>
          </a:xfrm>
          <a:prstGeom prst="rect">
            <a:avLst/>
          </a:prstGeom>
          <a:noFill/>
          <a:ln/>
        </p:spPr>
        <p:txBody>
          <a:bodyPr wrap="square" lIns="0" tIns="0" rIns="0" bIns="0" rtlCol="0" anchor="ctr"/>
          <a:lstStyle/>
          <a:p>
            <a:pPr algn="ctr" indent="0" marL="0">
              <a:buNone/>
            </a:pPr>
            <a:r>
              <a:rPr lang="en-US" sz="1600" b="1" dirty="0">
                <a:solidFill>
                  <a:schemeClr val="tx2"/>
                </a:solidFill>
              </a:rPr>
              <a:t>de</a:t>
            </a:r>
            <a:r>
              <a:rPr lang="en-US" sz="1600" dirty="0">
                <a:solidFill>
                  <a:schemeClr val="tx1"/>
                </a:solidFill>
              </a:rPr>
              <a:t> maand</a:t>
            </a:r>
            <a:endParaRPr lang="en-US" sz="1600" dirty="0"/>
          </a:p>
        </p:txBody>
      </p:sp>
      <p:sp>
        <p:nvSpPr>
          <p:cNvPr id="65" name="Shape 49"/>
          <p:cNvSpPr/>
          <p:nvPr/>
        </p:nvSpPr>
        <p:spPr>
          <a:xfrm>
            <a:off x="8308848" y="4855464"/>
            <a:ext cx="3148584" cy="1325880"/>
          </a:xfrm>
          <a:prstGeom prst="roundRect">
            <a:avLst>
              <a:gd name="adj" fmla="val 5517"/>
            </a:avLst>
          </a:prstGeom>
          <a:solidFill>
            <a:schemeClr val="accent1">
              <a:alpha val="10000"/>
            </a:schemeClr>
          </a:solidFill>
          <a:ln w="15875">
            <a:solidFill>
              <a:srgbClr val="D9700F"/>
            </a:solidFill>
            <a:prstDash val="solid"/>
          </a:ln>
        </p:spPr>
      </p:sp>
      <p:sp>
        <p:nvSpPr>
          <p:cNvPr id="66" name="Shape 50"/>
          <p:cNvSpPr/>
          <p:nvPr/>
        </p:nvSpPr>
        <p:spPr>
          <a:xfrm>
            <a:off x="8418576" y="5234940"/>
            <a:ext cx="566928" cy="566928"/>
          </a:xfrm>
          <a:prstGeom prst="ellipse">
            <a:avLst/>
          </a:prstGeom>
          <a:solidFill>
            <a:schemeClr val="accent1"/>
          </a:solidFill>
          <a:ln w="12700">
            <a:solidFill>
              <a:srgbClr val="FFFFFF">
                <a:alpha val="0"/>
              </a:srgbClr>
            </a:solidFill>
            <a:prstDash val="solid"/>
          </a:ln>
        </p:spPr>
      </p:sp>
      <p:sp>
        <p:nvSpPr>
          <p:cNvPr id="67" name="Text 51"/>
          <p:cNvSpPr txBox="1"/>
          <p:nvPr/>
        </p:nvSpPr>
        <p:spPr>
          <a:xfrm>
            <a:off x="8418576" y="5234940"/>
            <a:ext cx="566928" cy="566928"/>
          </a:xfrm>
          <a:prstGeom prst="rect">
            <a:avLst/>
          </a:prstGeom>
          <a:noFill/>
          <a:ln/>
        </p:spPr>
        <p:txBody>
          <a:bodyPr wrap="square" lIns="0" tIns="0" rIns="0" bIns="0" rtlCol="0" anchor="ctr"/>
          <a:lstStyle/>
          <a:p>
            <a:pPr algn="ctr" indent="0" marL="0">
              <a:buNone/>
            </a:pPr>
            <a:r>
              <a:rPr lang="en-US" sz="2600" b="1" dirty="0">
                <a:solidFill>
                  <a:schemeClr val="bg1"/>
                </a:solidFill>
                <a:latin typeface="+mj-lt" pitchFamily="34" charset="0"/>
                <a:ea typeface="+mj-lt" pitchFamily="34" charset="-122"/>
                <a:cs typeface="+mj-lt" pitchFamily="34" charset="-120"/>
              </a:rPr>
              <a:t>!</a:t>
            </a:r>
            <a:endParaRPr lang="en-US" sz="2600" dirty="0"/>
          </a:p>
        </p:txBody>
      </p:sp>
      <p:sp>
        <p:nvSpPr>
          <p:cNvPr id="68" name="Text 52"/>
          <p:cNvSpPr txBox="1"/>
          <p:nvPr/>
        </p:nvSpPr>
        <p:spPr>
          <a:xfrm>
            <a:off x="9104376" y="4901184"/>
            <a:ext cx="2078736" cy="1234440"/>
          </a:xfrm>
          <a:prstGeom prst="rect">
            <a:avLst/>
          </a:prstGeom>
          <a:noFill/>
          <a:ln/>
        </p:spPr>
        <p:txBody>
          <a:bodyPr wrap="square" lIns="0" tIns="0" rIns="0" bIns="0" rtlCol="0" anchor="ctr"/>
          <a:lstStyle/>
          <a:p>
            <a:pPr algn="l" indent="0" marL="0">
              <a:buNone/>
            </a:pPr>
            <a:r>
              <a:rPr lang="en-US" sz="1700" b="1" dirty="0">
                <a:solidFill>
                  <a:schemeClr val="accent1"/>
                </a:solidFill>
              </a:rPr>
              <a:t>het</a:t>
            </a:r>
            <a:r>
              <a:rPr lang="en-US" sz="1700" dirty="0">
                <a:solidFill>
                  <a:schemeClr val="tx1"/>
                </a:solidFill>
              </a:rPr>
              <a:t> jaar · </a:t>
            </a:r>
            <a:r>
              <a:rPr lang="en-US" sz="1700" b="1" dirty="0">
                <a:solidFill>
                  <a:schemeClr val="accent1"/>
                </a:solidFill>
              </a:rPr>
              <a:t>het</a:t>
            </a:r>
            <a:r>
              <a:rPr lang="en-US" sz="1700" dirty="0">
                <a:solidFill>
                  <a:schemeClr val="tx1"/>
                </a:solidFill>
              </a:rPr>
              <a:t> uur · </a:t>
            </a:r>
            <a:r>
              <a:rPr lang="en-US" sz="1700" b="1" dirty="0">
                <a:solidFill>
                  <a:schemeClr val="accent1"/>
                </a:solidFill>
              </a:rPr>
              <a:t>het</a:t>
            </a:r>
            <a:r>
              <a:rPr lang="en-US" sz="1700" dirty="0">
                <a:solidFill>
                  <a:schemeClr val="tx1"/>
                </a:solidFill>
              </a:rPr>
              <a:t> kwartier · </a:t>
            </a:r>
            <a:r>
              <a:rPr lang="en-US" sz="1700" b="1" dirty="0">
                <a:solidFill>
                  <a:schemeClr val="accent1"/>
                </a:solidFill>
              </a:rPr>
              <a:t>het</a:t>
            </a:r>
            <a:r>
              <a:rPr lang="en-US" sz="1700" dirty="0">
                <a:solidFill>
                  <a:schemeClr val="tx1"/>
                </a:solidFill>
              </a:rPr>
              <a:t> seizoen · </a:t>
            </a:r>
            <a:r>
              <a:rPr lang="en-US" sz="1700" b="1" dirty="0">
                <a:solidFill>
                  <a:schemeClr val="accent1"/>
                </a:solidFill>
              </a:rPr>
              <a:t>het</a:t>
            </a:r>
            <a:r>
              <a:rPr lang="en-US" sz="1700" dirty="0">
                <a:solidFill>
                  <a:schemeClr val="tx1"/>
                </a:solidFill>
              </a:rPr>
              <a:t> weekend</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familles HET ① — les petits mots (diminutifs)</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54480"/>
            <a:ext cx="11091672" cy="603504"/>
          </a:xfrm>
          <a:prstGeom prst="roundRect">
            <a:avLst>
              <a:gd name="adj" fmla="val 12121"/>
            </a:avLst>
          </a:prstGeom>
          <a:solidFill>
            <a:schemeClr val="accent1">
              <a:alpha val="12000"/>
            </a:schemeClr>
          </a:solidFill>
          <a:ln w="15875">
            <a:solidFill>
              <a:srgbClr val="D9700F"/>
            </a:solidFill>
            <a:prstDash val="solid"/>
          </a:ln>
        </p:spPr>
      </p:sp>
      <p:sp>
        <p:nvSpPr>
          <p:cNvPr id="6" name="Text 3"/>
          <p:cNvSpPr txBox="1"/>
          <p:nvPr/>
        </p:nvSpPr>
        <p:spPr>
          <a:xfrm>
            <a:off x="822960" y="1554480"/>
            <a:ext cx="10607040" cy="603504"/>
          </a:xfrm>
          <a:prstGeom prst="rect">
            <a:avLst/>
          </a:prstGeom>
          <a:noFill/>
          <a:ln/>
        </p:spPr>
        <p:txBody>
          <a:bodyPr wrap="square" lIns="0" tIns="0" rIns="0" bIns="0" rtlCol="0" anchor="ctr"/>
          <a:lstStyle/>
          <a:p>
            <a:pPr algn="ctr" indent="0" marL="0">
              <a:buNone/>
            </a:pPr>
            <a:r>
              <a:rPr lang="en-US" sz="2200" b="1" dirty="0">
                <a:solidFill>
                  <a:schemeClr val="accent1"/>
                </a:solidFill>
              </a:rPr>
              <a:t>-je · -tje · -pje</a:t>
            </a:r>
            <a:r>
              <a:rPr lang="en-US" sz="2200" dirty="0">
                <a:solidFill>
                  <a:schemeClr val="tx1"/>
                </a:solidFill>
              </a:rPr>
              <a:t> → </a:t>
            </a:r>
            <a:r>
              <a:rPr lang="en-US" sz="2200" b="1" dirty="0">
                <a:solidFill>
                  <a:schemeClr val="accent1"/>
                </a:solidFill>
              </a:rPr>
              <a:t>HET</a:t>
            </a:r>
            <a:r>
              <a:rPr lang="en-US" sz="2200" dirty="0">
                <a:solidFill>
                  <a:schemeClr val="tx1"/>
                </a:solidFill>
              </a:rPr>
              <a:t>, toujours, même si le mot de base est en </a:t>
            </a:r>
            <a:r>
              <a:rPr lang="en-US" sz="2200" b="1" dirty="0">
                <a:solidFill>
                  <a:schemeClr val="tx2"/>
                </a:solidFill>
              </a:rPr>
              <a:t>DE</a:t>
            </a:r>
            <a:r>
              <a:rPr lang="en-US" sz="2200" dirty="0">
                <a:solidFill>
                  <a:schemeClr val="tx1"/>
                </a:solidFill>
              </a:rPr>
              <a:t> !</a:t>
            </a:r>
            <a:endParaRPr lang="en-US" sz="2200" dirty="0"/>
          </a:p>
        </p:txBody>
      </p:sp>
      <p:sp>
        <p:nvSpPr>
          <p:cNvPr id="7" name="Shape 4"/>
          <p:cNvSpPr/>
          <p:nvPr/>
        </p:nvSpPr>
        <p:spPr>
          <a:xfrm>
            <a:off x="822960" y="2423160"/>
            <a:ext cx="3566160" cy="1417320"/>
          </a:xfrm>
          <a:prstGeom prst="roundRect">
            <a:avLst>
              <a:gd name="adj" fmla="val 7742"/>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pic>
        <p:nvPicPr>
          <p:cNvPr id="8" name="Image 0" descr="Table">    </p:cNvPr>
          <p:cNvPicPr>
            <a:picLocks noChangeAspect="1"/>
          </p:cNvPicPr>
          <p:nvPr/>
        </p:nvPicPr>
        <p:blipFill>
          <a:blip r:embed="rId1"/>
          <a:stretch>
            <a:fillRect/>
          </a:stretch>
        </p:blipFill>
        <p:spPr>
          <a:xfrm>
            <a:off x="1051560" y="2743200"/>
            <a:ext cx="777240" cy="777240"/>
          </a:xfrm>
          <a:prstGeom prst="rect">
            <a:avLst/>
          </a:prstGeom>
        </p:spPr>
      </p:pic>
      <p:sp>
        <p:nvSpPr>
          <p:cNvPr id="9" name="Text 5"/>
          <p:cNvSpPr txBox="1"/>
          <p:nvPr/>
        </p:nvSpPr>
        <p:spPr>
          <a:xfrm>
            <a:off x="1874520" y="2423160"/>
            <a:ext cx="2468880" cy="1417320"/>
          </a:xfrm>
          <a:prstGeom prst="rect">
            <a:avLst/>
          </a:prstGeom>
          <a:noFill/>
          <a:ln/>
        </p:spPr>
        <p:txBody>
          <a:bodyPr wrap="square" lIns="0" tIns="0" rIns="0" bIns="0" rtlCol="0" anchor="ctr"/>
          <a:lstStyle/>
          <a:p>
            <a:pPr algn="l" indent="0" marL="0">
              <a:buNone/>
            </a:pPr>
            <a:r>
              <a:rPr lang="en-US" sz="4000" b="1" dirty="0">
                <a:solidFill>
                  <a:schemeClr val="bg1"/>
                </a:solidFill>
                <a:latin typeface="+mj-lt" pitchFamily="34" charset="0"/>
                <a:ea typeface="+mj-lt" pitchFamily="34" charset="-122"/>
                <a:cs typeface="+mj-lt" pitchFamily="34" charset="-120"/>
              </a:rPr>
              <a:t>de tafel</a:t>
            </a:r>
            <a:endParaRPr lang="en-US" sz="4000" dirty="0"/>
          </a:p>
        </p:txBody>
      </p:sp>
      <p:sp>
        <p:nvSpPr>
          <p:cNvPr id="10" name="Shape 6"/>
          <p:cNvSpPr/>
          <p:nvPr/>
        </p:nvSpPr>
        <p:spPr>
          <a:xfrm>
            <a:off x="4526280" y="3136392"/>
            <a:ext cx="822960" cy="914"/>
          </a:xfrm>
          <a:prstGeom prst="line">
            <a:avLst/>
          </a:prstGeom>
          <a:noFill/>
          <a:ln w="38100">
            <a:solidFill>
              <a:srgbClr val="17375E"/>
            </a:solidFill>
            <a:prstDash val="solid"/>
            <a:tailEnd type="triangle"/>
          </a:ln>
        </p:spPr>
      </p:sp>
      <p:pic>
        <p:nvPicPr>
          <p:cNvPr id="11" name="Image 1" descr="SearchMinus">    </p:cNvPr>
          <p:cNvPicPr>
            <a:picLocks noChangeAspect="1"/>
          </p:cNvPicPr>
          <p:nvPr/>
        </p:nvPicPr>
        <p:blipFill>
          <a:blip r:embed="rId2"/>
          <a:stretch>
            <a:fillRect/>
          </a:stretch>
        </p:blipFill>
        <p:spPr>
          <a:xfrm>
            <a:off x="5486400" y="2450592"/>
            <a:ext cx="1371600" cy="1371600"/>
          </a:xfrm>
          <a:prstGeom prst="rect">
            <a:avLst/>
          </a:prstGeom>
        </p:spPr>
      </p:pic>
      <p:sp>
        <p:nvSpPr>
          <p:cNvPr id="12" name="Shape 7"/>
          <p:cNvSpPr/>
          <p:nvPr/>
        </p:nvSpPr>
        <p:spPr>
          <a:xfrm>
            <a:off x="6995160" y="3136392"/>
            <a:ext cx="822960" cy="914"/>
          </a:xfrm>
          <a:prstGeom prst="line">
            <a:avLst/>
          </a:prstGeom>
          <a:noFill/>
          <a:ln w="38100">
            <a:solidFill>
              <a:srgbClr val="D9700F"/>
            </a:solidFill>
            <a:prstDash val="solid"/>
            <a:tailEnd type="triangle"/>
          </a:ln>
        </p:spPr>
      </p:sp>
      <p:sp>
        <p:nvSpPr>
          <p:cNvPr id="13" name="Shape 8"/>
          <p:cNvSpPr/>
          <p:nvPr/>
        </p:nvSpPr>
        <p:spPr>
          <a:xfrm>
            <a:off x="7955280" y="2724912"/>
            <a:ext cx="2697480" cy="822960"/>
          </a:xfrm>
          <a:prstGeom prst="roundRect">
            <a:avLst>
              <a:gd name="adj" fmla="val 11111"/>
            </a:avLst>
          </a:prstGeom>
          <a:solidFill>
            <a:schemeClr val="accent1"/>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pic>
        <p:nvPicPr>
          <p:cNvPr id="14" name="Image 2" descr="Table">    </p:cNvPr>
          <p:cNvPicPr>
            <a:picLocks noChangeAspect="1"/>
          </p:cNvPicPr>
          <p:nvPr/>
        </p:nvPicPr>
        <p:blipFill>
          <a:blip r:embed="rId3"/>
          <a:stretch>
            <a:fillRect/>
          </a:stretch>
        </p:blipFill>
        <p:spPr>
          <a:xfrm>
            <a:off x="8092440" y="2926080"/>
            <a:ext cx="411480" cy="411480"/>
          </a:xfrm>
          <a:prstGeom prst="rect">
            <a:avLst/>
          </a:prstGeom>
        </p:spPr>
      </p:pic>
      <p:sp>
        <p:nvSpPr>
          <p:cNvPr id="15" name="Text 9"/>
          <p:cNvSpPr txBox="1"/>
          <p:nvPr/>
        </p:nvSpPr>
        <p:spPr>
          <a:xfrm>
            <a:off x="8549640" y="2724912"/>
            <a:ext cx="2057400" cy="822960"/>
          </a:xfrm>
          <a:prstGeom prst="rect">
            <a:avLst/>
          </a:prstGeom>
          <a:noFill/>
          <a:ln/>
        </p:spPr>
        <p:txBody>
          <a:bodyPr wrap="square" lIns="0" tIns="0" rIns="0" bIns="0" rtlCol="0" anchor="ctr"/>
          <a:lstStyle/>
          <a:p>
            <a:pPr algn="l" indent="0" marL="0">
              <a:buNone/>
            </a:pPr>
            <a:r>
              <a:rPr lang="en-US" sz="2400" dirty="0">
                <a:solidFill>
                  <a:schemeClr val="bg1"/>
                </a:solidFill>
                <a:latin typeface="+mj-lt" pitchFamily="34" charset="0"/>
                <a:ea typeface="+mj-lt" pitchFamily="34" charset="-122"/>
                <a:cs typeface="+mj-lt" pitchFamily="34" charset="-120"/>
              </a:rPr>
              <a:t>het tafel</a:t>
            </a:r>
            <a:r>
              <a:rPr lang="en-US" sz="2400" b="1" u="sng" dirty="0">
                <a:solidFill>
                  <a:schemeClr val="bg1"/>
                </a:solidFill>
                <a:latin typeface="+mj-lt" pitchFamily="34" charset="0"/>
                <a:ea typeface="+mj-lt" pitchFamily="34" charset="-122"/>
                <a:cs typeface="+mj-lt" pitchFamily="34" charset="-120"/>
              </a:rPr>
              <a:t>tje</a:t>
            </a:r>
            <a:endParaRPr lang="en-US" sz="2400" dirty="0"/>
          </a:p>
        </p:txBody>
      </p:sp>
      <p:sp>
        <p:nvSpPr>
          <p:cNvPr id="16" name="Text 10"/>
          <p:cNvSpPr txBox="1"/>
          <p:nvPr/>
        </p:nvSpPr>
        <p:spPr>
          <a:xfrm>
            <a:off x="822960" y="3886200"/>
            <a:ext cx="3566160" cy="274320"/>
          </a:xfrm>
          <a:prstGeom prst="rect">
            <a:avLst/>
          </a:prstGeom>
          <a:noFill/>
          <a:ln/>
        </p:spPr>
        <p:txBody>
          <a:bodyPr wrap="square" lIns="0" tIns="0" rIns="0" bIns="0" rtlCol="0" anchor="t"/>
          <a:lstStyle/>
          <a:p>
            <a:pPr algn="ctr" indent="0" marL="0">
              <a:buNone/>
            </a:pPr>
            <a:r>
              <a:rPr lang="en-US" sz="1300" i="1" dirty="0">
                <a:solidFill>
                  <a:schemeClr val="accent5"/>
                </a:solidFill>
              </a:rPr>
              <a:t>grand</a:t>
            </a:r>
            <a:endParaRPr lang="en-US" sz="1300" dirty="0"/>
          </a:p>
        </p:txBody>
      </p:sp>
      <p:sp>
        <p:nvSpPr>
          <p:cNvPr id="17" name="Text 11"/>
          <p:cNvSpPr txBox="1"/>
          <p:nvPr/>
        </p:nvSpPr>
        <p:spPr>
          <a:xfrm>
            <a:off x="7955280" y="3611880"/>
            <a:ext cx="2697480" cy="274320"/>
          </a:xfrm>
          <a:prstGeom prst="rect">
            <a:avLst/>
          </a:prstGeom>
          <a:noFill/>
          <a:ln/>
        </p:spPr>
        <p:txBody>
          <a:bodyPr wrap="square" lIns="0" tIns="0" rIns="0" bIns="0" rtlCol="0" anchor="t"/>
          <a:lstStyle/>
          <a:p>
            <a:pPr algn="ctr" indent="0" marL="0">
              <a:buNone/>
            </a:pPr>
            <a:r>
              <a:rPr lang="en-US" sz="1300" i="1" dirty="0">
                <a:solidFill>
                  <a:schemeClr val="accent5"/>
                </a:solidFill>
              </a:rPr>
              <a:t>petit</a:t>
            </a:r>
            <a:endParaRPr lang="en-US" sz="1300" dirty="0"/>
          </a:p>
        </p:txBody>
      </p:sp>
      <p:sp>
        <p:nvSpPr>
          <p:cNvPr id="18" name="Shape 12"/>
          <p:cNvSpPr/>
          <p:nvPr/>
        </p:nvSpPr>
        <p:spPr>
          <a:xfrm>
            <a:off x="548640" y="4297680"/>
            <a:ext cx="1691640" cy="1965960"/>
          </a:xfrm>
          <a:prstGeom prst="roundRect">
            <a:avLst>
              <a:gd name="adj" fmla="val 4324"/>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pic>
        <p:nvPicPr>
          <p:cNvPr id="19" name="Image 3" descr="Table">    </p:cNvPr>
          <p:cNvPicPr>
            <a:picLocks noChangeAspect="1"/>
          </p:cNvPicPr>
          <p:nvPr/>
        </p:nvPicPr>
        <p:blipFill>
          <a:blip r:embed="rId4"/>
          <a:stretch>
            <a:fillRect/>
          </a:stretch>
        </p:blipFill>
        <p:spPr>
          <a:xfrm>
            <a:off x="1065276" y="4480560"/>
            <a:ext cx="658368" cy="658368"/>
          </a:xfrm>
          <a:prstGeom prst="rect">
            <a:avLst/>
          </a:prstGeom>
        </p:spPr>
      </p:pic>
      <p:sp>
        <p:nvSpPr>
          <p:cNvPr id="20" name="Text 13"/>
          <p:cNvSpPr txBox="1"/>
          <p:nvPr/>
        </p:nvSpPr>
        <p:spPr>
          <a:xfrm>
            <a:off x="548640" y="5212080"/>
            <a:ext cx="1691640" cy="320040"/>
          </a:xfrm>
          <a:prstGeom prst="rect">
            <a:avLst/>
          </a:prstGeom>
          <a:noFill/>
          <a:ln/>
        </p:spPr>
        <p:txBody>
          <a:bodyPr wrap="square" lIns="0" tIns="0" rIns="0" bIns="0" rtlCol="0" anchor="ctr"/>
          <a:lstStyle/>
          <a:p>
            <a:pPr algn="ctr" indent="0" marL="0">
              <a:buNone/>
            </a:pPr>
            <a:r>
              <a:rPr lang="en-US" sz="1400" i="1" dirty="0">
                <a:solidFill>
                  <a:schemeClr val="accent5"/>
                </a:solidFill>
              </a:rPr>
              <a:t>de tafel →</a:t>
            </a:r>
            <a:endParaRPr lang="en-US" sz="1400" dirty="0"/>
          </a:p>
        </p:txBody>
      </p:sp>
      <p:sp>
        <p:nvSpPr>
          <p:cNvPr id="21" name="Text 14"/>
          <p:cNvSpPr txBox="1"/>
          <p:nvPr/>
        </p:nvSpPr>
        <p:spPr>
          <a:xfrm>
            <a:off x="594360" y="5532120"/>
            <a:ext cx="1600200" cy="594360"/>
          </a:xfrm>
          <a:prstGeom prst="rect">
            <a:avLst/>
          </a:prstGeom>
          <a:noFill/>
          <a:ln/>
        </p:spPr>
        <p:txBody>
          <a:bodyPr wrap="square" lIns="0" tIns="0" rIns="0" bIns="0" rtlCol="0" anchor="ctr"/>
          <a:lstStyle/>
          <a:p>
            <a:pPr algn="ctr" indent="0" marL="0">
              <a:buNone/>
            </a:pPr>
            <a:r>
              <a:rPr lang="en-US" sz="2000" b="1" dirty="0">
                <a:solidFill>
                  <a:schemeClr val="accent1"/>
                </a:solidFill>
              </a:rPr>
              <a:t>het</a:t>
            </a:r>
            <a:r>
              <a:rPr lang="en-US" sz="2000" b="1" dirty="0">
                <a:solidFill>
                  <a:schemeClr val="tx1"/>
                </a:solidFill>
              </a:rPr>
              <a:t> tafel</a:t>
            </a:r>
            <a:r>
              <a:rPr lang="en-US" sz="2000" b="1" dirty="0">
                <a:solidFill>
                  <a:schemeClr val="accent1"/>
                </a:solidFill>
              </a:rPr>
              <a:t>tje</a:t>
            </a:r>
            <a:endParaRPr lang="en-US" sz="2000" dirty="0"/>
          </a:p>
        </p:txBody>
      </p:sp>
      <p:sp>
        <p:nvSpPr>
          <p:cNvPr id="22" name="Shape 15"/>
          <p:cNvSpPr/>
          <p:nvPr/>
        </p:nvSpPr>
        <p:spPr>
          <a:xfrm>
            <a:off x="2428646" y="4297680"/>
            <a:ext cx="1691640" cy="1965960"/>
          </a:xfrm>
          <a:prstGeom prst="roundRect">
            <a:avLst>
              <a:gd name="adj" fmla="val 4324"/>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pic>
        <p:nvPicPr>
          <p:cNvPr id="23" name="Image 4" descr="house">    </p:cNvPr>
          <p:cNvPicPr>
            <a:picLocks noChangeAspect="1"/>
          </p:cNvPicPr>
          <p:nvPr/>
        </p:nvPicPr>
        <p:blipFill>
          <a:blip r:embed="rId5"/>
          <a:stretch>
            <a:fillRect/>
          </a:stretch>
        </p:blipFill>
        <p:spPr>
          <a:xfrm>
            <a:off x="2945282" y="4480560"/>
            <a:ext cx="658368" cy="658368"/>
          </a:xfrm>
          <a:prstGeom prst="rect">
            <a:avLst/>
          </a:prstGeom>
        </p:spPr>
      </p:pic>
      <p:sp>
        <p:nvSpPr>
          <p:cNvPr id="24" name="Text 16"/>
          <p:cNvSpPr txBox="1"/>
          <p:nvPr/>
        </p:nvSpPr>
        <p:spPr>
          <a:xfrm>
            <a:off x="2428646" y="5212080"/>
            <a:ext cx="1691640" cy="320040"/>
          </a:xfrm>
          <a:prstGeom prst="rect">
            <a:avLst/>
          </a:prstGeom>
          <a:noFill/>
          <a:ln/>
        </p:spPr>
        <p:txBody>
          <a:bodyPr wrap="square" lIns="0" tIns="0" rIns="0" bIns="0" rtlCol="0" anchor="ctr"/>
          <a:lstStyle/>
          <a:p>
            <a:pPr algn="ctr" indent="0" marL="0">
              <a:buNone/>
            </a:pPr>
            <a:r>
              <a:rPr lang="en-US" sz="1400" i="1" dirty="0">
                <a:solidFill>
                  <a:schemeClr val="accent5"/>
                </a:solidFill>
              </a:rPr>
              <a:t>het huis →</a:t>
            </a:r>
            <a:endParaRPr lang="en-US" sz="1400" dirty="0"/>
          </a:p>
        </p:txBody>
      </p:sp>
      <p:sp>
        <p:nvSpPr>
          <p:cNvPr id="25" name="Text 17"/>
          <p:cNvSpPr txBox="1"/>
          <p:nvPr/>
        </p:nvSpPr>
        <p:spPr>
          <a:xfrm>
            <a:off x="2474366" y="5532120"/>
            <a:ext cx="1600200" cy="594360"/>
          </a:xfrm>
          <a:prstGeom prst="rect">
            <a:avLst/>
          </a:prstGeom>
          <a:noFill/>
          <a:ln/>
        </p:spPr>
        <p:txBody>
          <a:bodyPr wrap="square" lIns="0" tIns="0" rIns="0" bIns="0" rtlCol="0" anchor="ctr"/>
          <a:lstStyle/>
          <a:p>
            <a:pPr algn="ctr" indent="0" marL="0">
              <a:buNone/>
            </a:pPr>
            <a:r>
              <a:rPr lang="en-US" sz="2000" b="1" dirty="0">
                <a:solidFill>
                  <a:schemeClr val="accent1"/>
                </a:solidFill>
              </a:rPr>
              <a:t>het</a:t>
            </a:r>
            <a:r>
              <a:rPr lang="en-US" sz="2000" b="1" dirty="0">
                <a:solidFill>
                  <a:schemeClr val="tx1"/>
                </a:solidFill>
              </a:rPr>
              <a:t> huis</a:t>
            </a:r>
            <a:r>
              <a:rPr lang="en-US" sz="2000" b="1" dirty="0">
                <a:solidFill>
                  <a:schemeClr val="accent1"/>
                </a:solidFill>
              </a:rPr>
              <a:t>je</a:t>
            </a:r>
            <a:endParaRPr lang="en-US" sz="2000" dirty="0"/>
          </a:p>
        </p:txBody>
      </p:sp>
      <p:sp>
        <p:nvSpPr>
          <p:cNvPr id="26" name="Shape 18"/>
          <p:cNvSpPr/>
          <p:nvPr/>
        </p:nvSpPr>
        <p:spPr>
          <a:xfrm>
            <a:off x="4308653" y="4297680"/>
            <a:ext cx="1691640" cy="1965960"/>
          </a:xfrm>
          <a:prstGeom prst="roundRect">
            <a:avLst>
              <a:gd name="adj" fmla="val 4324"/>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pic>
        <p:nvPicPr>
          <p:cNvPr id="27" name="Image 5" descr="hot beverage">    </p:cNvPr>
          <p:cNvPicPr>
            <a:picLocks noChangeAspect="1"/>
          </p:cNvPicPr>
          <p:nvPr/>
        </p:nvPicPr>
        <p:blipFill>
          <a:blip r:embed="rId6"/>
          <a:stretch>
            <a:fillRect/>
          </a:stretch>
        </p:blipFill>
        <p:spPr>
          <a:xfrm>
            <a:off x="4825289" y="4480560"/>
            <a:ext cx="658368" cy="658368"/>
          </a:xfrm>
          <a:prstGeom prst="rect">
            <a:avLst/>
          </a:prstGeom>
        </p:spPr>
      </p:pic>
      <p:sp>
        <p:nvSpPr>
          <p:cNvPr id="28" name="Text 19"/>
          <p:cNvSpPr txBox="1"/>
          <p:nvPr/>
        </p:nvSpPr>
        <p:spPr>
          <a:xfrm>
            <a:off x="4308653" y="5212080"/>
            <a:ext cx="1691640" cy="320040"/>
          </a:xfrm>
          <a:prstGeom prst="rect">
            <a:avLst/>
          </a:prstGeom>
          <a:noFill/>
          <a:ln/>
        </p:spPr>
        <p:txBody>
          <a:bodyPr wrap="square" lIns="0" tIns="0" rIns="0" bIns="0" rtlCol="0" anchor="ctr"/>
          <a:lstStyle/>
          <a:p>
            <a:pPr algn="ctr" indent="0" marL="0">
              <a:buNone/>
            </a:pPr>
            <a:r>
              <a:rPr lang="en-US" sz="1400" i="1" dirty="0">
                <a:solidFill>
                  <a:schemeClr val="accent5"/>
                </a:solidFill>
              </a:rPr>
              <a:t>de kop →</a:t>
            </a:r>
            <a:endParaRPr lang="en-US" sz="1400" dirty="0"/>
          </a:p>
        </p:txBody>
      </p:sp>
      <p:sp>
        <p:nvSpPr>
          <p:cNvPr id="29" name="Text 20"/>
          <p:cNvSpPr txBox="1"/>
          <p:nvPr/>
        </p:nvSpPr>
        <p:spPr>
          <a:xfrm>
            <a:off x="4354373" y="5532120"/>
            <a:ext cx="1600200" cy="594360"/>
          </a:xfrm>
          <a:prstGeom prst="rect">
            <a:avLst/>
          </a:prstGeom>
          <a:noFill/>
          <a:ln/>
        </p:spPr>
        <p:txBody>
          <a:bodyPr wrap="square" lIns="0" tIns="0" rIns="0" bIns="0" rtlCol="0" anchor="ctr"/>
          <a:lstStyle/>
          <a:p>
            <a:pPr algn="ctr" indent="0" marL="0">
              <a:buNone/>
            </a:pPr>
            <a:r>
              <a:rPr lang="en-US" sz="2000" b="1" dirty="0">
                <a:solidFill>
                  <a:schemeClr val="accent1"/>
                </a:solidFill>
              </a:rPr>
              <a:t>het</a:t>
            </a:r>
            <a:r>
              <a:rPr lang="en-US" sz="2000" b="1" dirty="0">
                <a:solidFill>
                  <a:schemeClr val="tx1"/>
                </a:solidFill>
              </a:rPr>
              <a:t> kop</a:t>
            </a:r>
            <a:r>
              <a:rPr lang="en-US" sz="2000" b="1" dirty="0">
                <a:solidFill>
                  <a:schemeClr val="accent1"/>
                </a:solidFill>
              </a:rPr>
              <a:t>je</a:t>
            </a:r>
            <a:endParaRPr lang="en-US" sz="2000" dirty="0"/>
          </a:p>
        </p:txBody>
      </p:sp>
      <p:sp>
        <p:nvSpPr>
          <p:cNvPr id="30" name="Shape 21"/>
          <p:cNvSpPr/>
          <p:nvPr/>
        </p:nvSpPr>
        <p:spPr>
          <a:xfrm>
            <a:off x="6188659" y="4297680"/>
            <a:ext cx="1691640" cy="1965960"/>
          </a:xfrm>
          <a:prstGeom prst="roundRect">
            <a:avLst>
              <a:gd name="adj" fmla="val 4324"/>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pic>
        <p:nvPicPr>
          <p:cNvPr id="31" name="Image 6" descr="girl">    </p:cNvPr>
          <p:cNvPicPr>
            <a:picLocks noChangeAspect="1"/>
          </p:cNvPicPr>
          <p:nvPr/>
        </p:nvPicPr>
        <p:blipFill>
          <a:blip r:embed="rId7"/>
          <a:stretch>
            <a:fillRect/>
          </a:stretch>
        </p:blipFill>
        <p:spPr>
          <a:xfrm>
            <a:off x="6705295" y="4480560"/>
            <a:ext cx="658368" cy="658368"/>
          </a:xfrm>
          <a:prstGeom prst="rect">
            <a:avLst/>
          </a:prstGeom>
        </p:spPr>
      </p:pic>
      <p:sp>
        <p:nvSpPr>
          <p:cNvPr id="32" name="Text 22"/>
          <p:cNvSpPr txBox="1"/>
          <p:nvPr/>
        </p:nvSpPr>
        <p:spPr>
          <a:xfrm>
            <a:off x="6234379" y="5532120"/>
            <a:ext cx="1600200" cy="594360"/>
          </a:xfrm>
          <a:prstGeom prst="rect">
            <a:avLst/>
          </a:prstGeom>
          <a:noFill/>
          <a:ln/>
        </p:spPr>
        <p:txBody>
          <a:bodyPr wrap="square" lIns="0" tIns="0" rIns="0" bIns="0" rtlCol="0" anchor="ctr"/>
          <a:lstStyle/>
          <a:p>
            <a:pPr algn="ctr" indent="0" marL="0">
              <a:buNone/>
            </a:pPr>
            <a:r>
              <a:rPr lang="en-US" sz="2000" b="1" dirty="0">
                <a:solidFill>
                  <a:schemeClr val="accent1"/>
                </a:solidFill>
              </a:rPr>
              <a:t>het</a:t>
            </a:r>
            <a:r>
              <a:rPr lang="en-US" sz="2000" b="1" dirty="0">
                <a:solidFill>
                  <a:schemeClr val="tx1"/>
                </a:solidFill>
              </a:rPr>
              <a:t> meis</a:t>
            </a:r>
            <a:r>
              <a:rPr lang="en-US" sz="2000" b="1" dirty="0">
                <a:solidFill>
                  <a:schemeClr val="accent1"/>
                </a:solidFill>
              </a:rPr>
              <a:t>je</a:t>
            </a:r>
            <a:endParaRPr lang="en-US" sz="2000" dirty="0"/>
          </a:p>
        </p:txBody>
      </p:sp>
      <p:sp>
        <p:nvSpPr>
          <p:cNvPr id="33" name="Shape 23"/>
          <p:cNvSpPr/>
          <p:nvPr/>
        </p:nvSpPr>
        <p:spPr>
          <a:xfrm>
            <a:off x="8068666" y="4297680"/>
            <a:ext cx="1691640" cy="1965960"/>
          </a:xfrm>
          <a:prstGeom prst="roundRect">
            <a:avLst>
              <a:gd name="adj" fmla="val 4324"/>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pic>
        <p:nvPicPr>
          <p:cNvPr id="34" name="Image 7" descr="cookie">    </p:cNvPr>
          <p:cNvPicPr>
            <a:picLocks noChangeAspect="1"/>
          </p:cNvPicPr>
          <p:nvPr/>
        </p:nvPicPr>
        <p:blipFill>
          <a:blip r:embed="rId8"/>
          <a:stretch>
            <a:fillRect/>
          </a:stretch>
        </p:blipFill>
        <p:spPr>
          <a:xfrm>
            <a:off x="8585302" y="4480560"/>
            <a:ext cx="658368" cy="658368"/>
          </a:xfrm>
          <a:prstGeom prst="rect">
            <a:avLst/>
          </a:prstGeom>
        </p:spPr>
      </p:pic>
      <p:sp>
        <p:nvSpPr>
          <p:cNvPr id="35" name="Text 24"/>
          <p:cNvSpPr txBox="1"/>
          <p:nvPr/>
        </p:nvSpPr>
        <p:spPr>
          <a:xfrm>
            <a:off x="8114386" y="5532120"/>
            <a:ext cx="1600200" cy="594360"/>
          </a:xfrm>
          <a:prstGeom prst="rect">
            <a:avLst/>
          </a:prstGeom>
          <a:noFill/>
          <a:ln/>
        </p:spPr>
        <p:txBody>
          <a:bodyPr wrap="square" lIns="0" tIns="0" rIns="0" bIns="0" rtlCol="0" anchor="ctr"/>
          <a:lstStyle/>
          <a:p>
            <a:pPr algn="ctr" indent="0" marL="0">
              <a:buNone/>
            </a:pPr>
            <a:r>
              <a:rPr lang="en-US" sz="2000" b="1" dirty="0">
                <a:solidFill>
                  <a:schemeClr val="accent1"/>
                </a:solidFill>
              </a:rPr>
              <a:t>het</a:t>
            </a:r>
            <a:r>
              <a:rPr lang="en-US" sz="2000" b="1" dirty="0">
                <a:solidFill>
                  <a:schemeClr val="tx1"/>
                </a:solidFill>
              </a:rPr>
              <a:t> koek</a:t>
            </a:r>
            <a:r>
              <a:rPr lang="en-US" sz="2000" b="1" dirty="0">
                <a:solidFill>
                  <a:schemeClr val="accent1"/>
                </a:solidFill>
              </a:rPr>
              <a:t>je</a:t>
            </a:r>
            <a:endParaRPr lang="en-US" sz="2000" dirty="0"/>
          </a:p>
        </p:txBody>
      </p:sp>
      <p:sp>
        <p:nvSpPr>
          <p:cNvPr id="36" name="Shape 25"/>
          <p:cNvSpPr/>
          <p:nvPr/>
        </p:nvSpPr>
        <p:spPr>
          <a:xfrm>
            <a:off x="9948672" y="4297680"/>
            <a:ext cx="1691640" cy="1965960"/>
          </a:xfrm>
          <a:prstGeom prst="roundRect">
            <a:avLst>
              <a:gd name="adj" fmla="val 4324"/>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pic>
        <p:nvPicPr>
          <p:cNvPr id="37" name="Image 8" descr="sandwich">    </p:cNvPr>
          <p:cNvPicPr>
            <a:picLocks noChangeAspect="1"/>
          </p:cNvPicPr>
          <p:nvPr/>
        </p:nvPicPr>
        <p:blipFill>
          <a:blip r:embed="rId9"/>
          <a:stretch>
            <a:fillRect/>
          </a:stretch>
        </p:blipFill>
        <p:spPr>
          <a:xfrm>
            <a:off x="10465308" y="4480560"/>
            <a:ext cx="658368" cy="658368"/>
          </a:xfrm>
          <a:prstGeom prst="rect">
            <a:avLst/>
          </a:prstGeom>
        </p:spPr>
      </p:pic>
      <p:sp>
        <p:nvSpPr>
          <p:cNvPr id="38" name="Text 26"/>
          <p:cNvSpPr txBox="1"/>
          <p:nvPr/>
        </p:nvSpPr>
        <p:spPr>
          <a:xfrm>
            <a:off x="9994392" y="5532120"/>
            <a:ext cx="1600200" cy="594360"/>
          </a:xfrm>
          <a:prstGeom prst="rect">
            <a:avLst/>
          </a:prstGeom>
          <a:noFill/>
          <a:ln/>
        </p:spPr>
        <p:txBody>
          <a:bodyPr wrap="square" lIns="0" tIns="0" rIns="0" bIns="0" rtlCol="0" anchor="ctr"/>
          <a:lstStyle/>
          <a:p>
            <a:pPr algn="ctr" indent="0" marL="0">
              <a:buNone/>
            </a:pPr>
            <a:r>
              <a:rPr lang="en-US" sz="2000" b="1" dirty="0">
                <a:solidFill>
                  <a:schemeClr val="accent1"/>
                </a:solidFill>
              </a:rPr>
              <a:t>het</a:t>
            </a:r>
            <a:r>
              <a:rPr lang="en-US" sz="2000" b="1" dirty="0">
                <a:solidFill>
                  <a:schemeClr val="tx1"/>
                </a:solidFill>
              </a:rPr>
              <a:t> brood</a:t>
            </a:r>
            <a:r>
              <a:rPr lang="en-US" sz="2000" b="1" dirty="0">
                <a:solidFill>
                  <a:schemeClr val="accent1"/>
                </a:solidFill>
              </a:rPr>
              <a:t>je</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familles HET ② — infinitifs, langues, matières</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flipH="1" flipV="1">
            <a:off x="4800600" y="2240280"/>
            <a:ext cx="599979" cy="443646"/>
          </a:xfrm>
          <a:prstGeom prst="line">
            <a:avLst/>
          </a:prstGeom>
          <a:noFill/>
          <a:ln w="25400">
            <a:solidFill>
              <a:srgbClr val="D9700F"/>
            </a:solidFill>
            <a:prstDash val="solid"/>
          </a:ln>
        </p:spPr>
      </p:sp>
      <p:sp>
        <p:nvSpPr>
          <p:cNvPr id="6" name="Shape 3"/>
          <p:cNvSpPr/>
          <p:nvPr/>
        </p:nvSpPr>
        <p:spPr>
          <a:xfrm flipH="1">
            <a:off x="4800600" y="3606099"/>
            <a:ext cx="530325" cy="280101"/>
          </a:xfrm>
          <a:prstGeom prst="line">
            <a:avLst/>
          </a:prstGeom>
          <a:noFill/>
          <a:ln w="25400">
            <a:solidFill>
              <a:srgbClr val="D9700F"/>
            </a:solidFill>
            <a:prstDash val="solid"/>
          </a:ln>
        </p:spPr>
      </p:sp>
      <p:sp>
        <p:nvSpPr>
          <p:cNvPr id="7" name="Shape 4"/>
          <p:cNvSpPr/>
          <p:nvPr/>
        </p:nvSpPr>
        <p:spPr>
          <a:xfrm flipV="1">
            <a:off x="6795767" y="2240280"/>
            <a:ext cx="592585" cy="441287"/>
          </a:xfrm>
          <a:prstGeom prst="line">
            <a:avLst/>
          </a:prstGeom>
          <a:noFill/>
          <a:ln w="25400">
            <a:solidFill>
              <a:srgbClr val="D9700F"/>
            </a:solidFill>
            <a:prstDash val="solid"/>
          </a:ln>
        </p:spPr>
      </p:sp>
      <p:sp>
        <p:nvSpPr>
          <p:cNvPr id="8" name="Shape 5"/>
          <p:cNvSpPr/>
          <p:nvPr/>
        </p:nvSpPr>
        <p:spPr>
          <a:xfrm>
            <a:off x="6865982" y="3608343"/>
            <a:ext cx="522370" cy="277857"/>
          </a:xfrm>
          <a:prstGeom prst="line">
            <a:avLst/>
          </a:prstGeom>
          <a:noFill/>
          <a:ln w="25400">
            <a:solidFill>
              <a:srgbClr val="D9700F"/>
            </a:solidFill>
            <a:prstDash val="solid"/>
          </a:ln>
        </p:spPr>
      </p:sp>
      <p:sp>
        <p:nvSpPr>
          <p:cNvPr id="9" name="Shape 6"/>
          <p:cNvSpPr/>
          <p:nvPr/>
        </p:nvSpPr>
        <p:spPr>
          <a:xfrm>
            <a:off x="6099048" y="4636008"/>
            <a:ext cx="914" cy="256032"/>
          </a:xfrm>
          <a:prstGeom prst="line">
            <a:avLst/>
          </a:prstGeom>
          <a:noFill/>
          <a:ln w="25400">
            <a:solidFill>
              <a:srgbClr val="D9700F"/>
            </a:solidFill>
            <a:prstDash val="solid"/>
          </a:ln>
        </p:spPr>
      </p:sp>
      <p:sp>
        <p:nvSpPr>
          <p:cNvPr id="10" name="Shape 7"/>
          <p:cNvSpPr/>
          <p:nvPr/>
        </p:nvSpPr>
        <p:spPr>
          <a:xfrm>
            <a:off x="5230368" y="2331720"/>
            <a:ext cx="1737360" cy="1737360"/>
          </a:xfrm>
          <a:prstGeom prst="ellipse">
            <a:avLst/>
          </a:prstGeom>
          <a:solidFill>
            <a:srgbClr val="FFFFFF"/>
          </a:solidFill>
          <a:ln w="38100">
            <a:solidFill>
              <a:srgbClr val="D9700F"/>
            </a:solidFill>
            <a:prstDash val="solid"/>
          </a:ln>
        </p:spPr>
      </p:sp>
      <p:pic>
        <p:nvPicPr>
          <p:cNvPr id="11" name="Image 0" descr="magnet">    </p:cNvPr>
          <p:cNvPicPr>
            <a:picLocks noChangeAspect="1"/>
          </p:cNvPicPr>
          <p:nvPr/>
        </p:nvPicPr>
        <p:blipFill>
          <a:blip r:embed="rId1"/>
          <a:stretch>
            <a:fillRect/>
          </a:stretch>
        </p:blipFill>
        <p:spPr>
          <a:xfrm>
            <a:off x="5687568" y="2487168"/>
            <a:ext cx="822960" cy="822960"/>
          </a:xfrm>
          <a:prstGeom prst="rect">
            <a:avLst/>
          </a:prstGeom>
        </p:spPr>
      </p:pic>
      <p:sp>
        <p:nvSpPr>
          <p:cNvPr id="12" name="Text 8"/>
          <p:cNvSpPr txBox="1"/>
          <p:nvPr/>
        </p:nvSpPr>
        <p:spPr>
          <a:xfrm>
            <a:off x="5367528" y="3310128"/>
            <a:ext cx="1463040" cy="502920"/>
          </a:xfrm>
          <a:prstGeom prst="rect">
            <a:avLst/>
          </a:prstGeom>
          <a:noFill/>
          <a:ln/>
        </p:spPr>
        <p:txBody>
          <a:bodyPr wrap="square" lIns="0" tIns="0" rIns="0" bIns="0" rtlCol="0" anchor="ctr"/>
          <a:lstStyle/>
          <a:p>
            <a:pPr algn="ctr" indent="0" marL="0">
              <a:buNone/>
            </a:pPr>
            <a:r>
              <a:rPr lang="en-US" sz="2800" b="1" dirty="0">
                <a:solidFill>
                  <a:schemeClr val="accent1"/>
                </a:solidFill>
                <a:latin typeface="+mj-lt" pitchFamily="34" charset="0"/>
                <a:ea typeface="+mj-lt" pitchFamily="34" charset="-122"/>
                <a:cs typeface="+mj-lt" pitchFamily="34" charset="-120"/>
              </a:rPr>
              <a:t>HET</a:t>
            </a:r>
            <a:endParaRPr lang="en-US" sz="2800" dirty="0"/>
          </a:p>
        </p:txBody>
      </p:sp>
      <p:sp>
        <p:nvSpPr>
          <p:cNvPr id="13" name="Text 9"/>
          <p:cNvSpPr txBox="1"/>
          <p:nvPr/>
        </p:nvSpPr>
        <p:spPr>
          <a:xfrm>
            <a:off x="5184648" y="4142232"/>
            <a:ext cx="1828800" cy="457200"/>
          </a:xfrm>
          <a:prstGeom prst="rect">
            <a:avLst/>
          </a:prstGeom>
          <a:noFill/>
          <a:ln/>
        </p:spPr>
        <p:txBody>
          <a:bodyPr wrap="square" lIns="0" tIns="0" rIns="0" bIns="0" rtlCol="0" anchor="ctr"/>
          <a:lstStyle/>
          <a:p>
            <a:pPr algn="ctr" indent="0" marL="0">
              <a:buNone/>
            </a:pPr>
            <a:r>
              <a:rPr lang="en-US" sz="1400" i="1" dirty="0">
                <a:solidFill>
                  <a:schemeClr val="accent5"/>
                </a:solidFill>
              </a:rPr>
              <a:t>aimant HET</a:t>
            </a:r>
            <a:endParaRPr lang="en-US" sz="1400" dirty="0"/>
          </a:p>
        </p:txBody>
      </p:sp>
      <p:sp>
        <p:nvSpPr>
          <p:cNvPr id="14" name="Shape 10"/>
          <p:cNvSpPr/>
          <p:nvPr/>
        </p:nvSpPr>
        <p:spPr>
          <a:xfrm>
            <a:off x="548640" y="1554480"/>
            <a:ext cx="4251960" cy="1371600"/>
          </a:xfrm>
          <a:prstGeom prst="roundRect">
            <a:avLst>
              <a:gd name="adj" fmla="val 8000"/>
            </a:avLst>
          </a:prstGeom>
          <a:solidFill>
            <a:schemeClr val="bg1"/>
          </a:solidFill>
          <a:ln w="22225">
            <a:solidFill>
              <a:srgbClr val="D9700F"/>
            </a:solidFill>
            <a:prstDash val="solid"/>
          </a:ln>
          <a:effectLst>
            <a:outerShdw sx="100000" sy="100000" kx="0" ky="0" algn="bl" rotWithShape="0" blurRad="101600" dist="25400" dir="3600000">
              <a:srgbClr val="000000">
                <a:alpha val="16000"/>
              </a:srgbClr>
            </a:outerShdw>
          </a:effectLst>
        </p:spPr>
      </p:sp>
      <p:sp>
        <p:nvSpPr>
          <p:cNvPr id="15" name="Shape 11"/>
          <p:cNvSpPr/>
          <p:nvPr/>
        </p:nvSpPr>
        <p:spPr>
          <a:xfrm>
            <a:off x="2263140" y="2743200"/>
            <a:ext cx="822960" cy="91440"/>
          </a:xfrm>
          <a:prstGeom prst="roundRect">
            <a:avLst>
              <a:gd name="adj" fmla="val 50000"/>
            </a:avLst>
          </a:prstGeom>
          <a:solidFill>
            <a:schemeClr val="accent1">
              <a:alpha val="60000"/>
            </a:schemeClr>
          </a:solidFill>
          <a:ln w="12700">
            <a:solidFill>
              <a:srgbClr val="FFFFFF">
                <a:alpha val="0"/>
              </a:srgbClr>
            </a:solidFill>
            <a:prstDash val="solid"/>
          </a:ln>
        </p:spPr>
      </p:sp>
      <p:sp>
        <p:nvSpPr>
          <p:cNvPr id="16" name="Shape 12"/>
          <p:cNvSpPr/>
          <p:nvPr/>
        </p:nvSpPr>
        <p:spPr>
          <a:xfrm>
            <a:off x="713232" y="1737360"/>
            <a:ext cx="621792" cy="621792"/>
          </a:xfrm>
          <a:prstGeom prst="ellipse">
            <a:avLst/>
          </a:prstGeom>
          <a:solidFill>
            <a:schemeClr val="accent1"/>
          </a:solidFill>
          <a:ln w="12700">
            <a:solidFill>
              <a:srgbClr val="FFFFFF">
                <a:alpha val="0"/>
              </a:srgbClr>
            </a:solidFill>
            <a:prstDash val="solid"/>
          </a:ln>
        </p:spPr>
      </p:sp>
      <p:pic>
        <p:nvPicPr>
          <p:cNvPr id="17" name="Image 1" descr="Utensils">    </p:cNvPr>
          <p:cNvPicPr>
            <a:picLocks noChangeAspect="1"/>
          </p:cNvPicPr>
          <p:nvPr/>
        </p:nvPicPr>
        <p:blipFill>
          <a:blip r:embed="rId2"/>
          <a:stretch>
            <a:fillRect/>
          </a:stretch>
        </p:blipFill>
        <p:spPr>
          <a:xfrm>
            <a:off x="862462" y="1886590"/>
            <a:ext cx="323332" cy="323332"/>
          </a:xfrm>
          <a:prstGeom prst="rect">
            <a:avLst/>
          </a:prstGeom>
        </p:spPr>
      </p:pic>
      <p:sp>
        <p:nvSpPr>
          <p:cNvPr id="18" name="Text 13"/>
          <p:cNvSpPr txBox="1"/>
          <p:nvPr/>
        </p:nvSpPr>
        <p:spPr>
          <a:xfrm>
            <a:off x="1463040" y="1719072"/>
            <a:ext cx="3200400" cy="457200"/>
          </a:xfrm>
          <a:prstGeom prst="rect">
            <a:avLst/>
          </a:prstGeom>
          <a:noFill/>
          <a:ln/>
        </p:spPr>
        <p:txBody>
          <a:bodyPr wrap="square" lIns="0" tIns="0" rIns="0" bIns="0" rtlCol="0" anchor="ctr"/>
          <a:lstStyle/>
          <a:p>
            <a:pPr algn="l" indent="0" marL="0">
              <a:buNone/>
            </a:pPr>
            <a:r>
              <a:rPr lang="en-US" sz="1700" b="1" dirty="0">
                <a:solidFill>
                  <a:schemeClr val="accent1"/>
                </a:solidFill>
              </a:rPr>
              <a:t>Infinitif → nom</a:t>
            </a:r>
            <a:endParaRPr lang="en-US" sz="1700" dirty="0"/>
          </a:p>
        </p:txBody>
      </p:sp>
      <p:sp>
        <p:nvSpPr>
          <p:cNvPr id="19" name="Text 14"/>
          <p:cNvSpPr txBox="1"/>
          <p:nvPr/>
        </p:nvSpPr>
        <p:spPr>
          <a:xfrm>
            <a:off x="1463040" y="2176272"/>
            <a:ext cx="3200400" cy="530352"/>
          </a:xfrm>
          <a:prstGeom prst="rect">
            <a:avLst/>
          </a:prstGeom>
          <a:noFill/>
          <a:ln/>
        </p:spPr>
        <p:txBody>
          <a:bodyPr wrap="square" lIns="0" tIns="0" rIns="0" bIns="0" rtlCol="0" anchor="ctr"/>
          <a:lstStyle/>
          <a:p>
            <a:pPr algn="l" indent="0" marL="0">
              <a:buNone/>
            </a:pPr>
            <a:r>
              <a:rPr lang="en-US" sz="1700" b="1" dirty="0">
                <a:solidFill>
                  <a:schemeClr val="accent1"/>
                </a:solidFill>
              </a:rPr>
              <a:t>het</a:t>
            </a:r>
            <a:r>
              <a:rPr lang="en-US" sz="1700" dirty="0">
                <a:solidFill>
                  <a:schemeClr val="tx1"/>
                </a:solidFill>
              </a:rPr>
              <a:t> eten · </a:t>
            </a:r>
            <a:r>
              <a:rPr lang="en-US" sz="1700" b="1" dirty="0">
                <a:solidFill>
                  <a:schemeClr val="accent1"/>
                </a:solidFill>
              </a:rPr>
              <a:t>het</a:t>
            </a:r>
            <a:r>
              <a:rPr lang="en-US" sz="1700" dirty="0">
                <a:solidFill>
                  <a:schemeClr val="tx1"/>
                </a:solidFill>
              </a:rPr>
              <a:t> leven · </a:t>
            </a:r>
            <a:r>
              <a:rPr lang="en-US" sz="1700" b="1" dirty="0">
                <a:solidFill>
                  <a:schemeClr val="accent1"/>
                </a:solidFill>
              </a:rPr>
              <a:t>het</a:t>
            </a:r>
            <a:r>
              <a:rPr lang="en-US" sz="1700" dirty="0">
                <a:solidFill>
                  <a:schemeClr val="tx1"/>
                </a:solidFill>
              </a:rPr>
              <a:t> werken</a:t>
            </a:r>
            <a:endParaRPr lang="en-US" sz="1700" dirty="0"/>
          </a:p>
        </p:txBody>
      </p:sp>
      <p:sp>
        <p:nvSpPr>
          <p:cNvPr id="20" name="Shape 15"/>
          <p:cNvSpPr/>
          <p:nvPr/>
        </p:nvSpPr>
        <p:spPr>
          <a:xfrm>
            <a:off x="548640" y="3200400"/>
            <a:ext cx="4251960" cy="1371600"/>
          </a:xfrm>
          <a:prstGeom prst="roundRect">
            <a:avLst>
              <a:gd name="adj" fmla="val 8000"/>
            </a:avLst>
          </a:prstGeom>
          <a:solidFill>
            <a:schemeClr val="bg1"/>
          </a:solidFill>
          <a:ln w="22225">
            <a:solidFill>
              <a:srgbClr val="D9700F"/>
            </a:solidFill>
            <a:prstDash val="solid"/>
          </a:ln>
          <a:effectLst>
            <a:outerShdw sx="100000" sy="100000" kx="0" ky="0" algn="bl" rotWithShape="0" blurRad="101600" dist="25400" dir="3600000">
              <a:srgbClr val="000000">
                <a:alpha val="16000"/>
              </a:srgbClr>
            </a:outerShdw>
          </a:effectLst>
        </p:spPr>
      </p:sp>
      <p:sp>
        <p:nvSpPr>
          <p:cNvPr id="21" name="Shape 16"/>
          <p:cNvSpPr/>
          <p:nvPr/>
        </p:nvSpPr>
        <p:spPr>
          <a:xfrm>
            <a:off x="2263140" y="4389120"/>
            <a:ext cx="822960" cy="91440"/>
          </a:xfrm>
          <a:prstGeom prst="roundRect">
            <a:avLst>
              <a:gd name="adj" fmla="val 50000"/>
            </a:avLst>
          </a:prstGeom>
          <a:solidFill>
            <a:schemeClr val="accent1">
              <a:alpha val="60000"/>
            </a:schemeClr>
          </a:solidFill>
          <a:ln w="12700">
            <a:solidFill>
              <a:srgbClr val="FFFFFF">
                <a:alpha val="0"/>
              </a:srgbClr>
            </a:solidFill>
            <a:prstDash val="solid"/>
          </a:ln>
        </p:spPr>
      </p:sp>
      <p:sp>
        <p:nvSpPr>
          <p:cNvPr id="22" name="Shape 17"/>
          <p:cNvSpPr/>
          <p:nvPr/>
        </p:nvSpPr>
        <p:spPr>
          <a:xfrm>
            <a:off x="713232" y="3383280"/>
            <a:ext cx="621792" cy="621792"/>
          </a:xfrm>
          <a:prstGeom prst="ellipse">
            <a:avLst/>
          </a:prstGeom>
          <a:solidFill>
            <a:schemeClr val="accent1"/>
          </a:solidFill>
          <a:ln w="12700">
            <a:solidFill>
              <a:srgbClr val="FFFFFF">
                <a:alpha val="0"/>
              </a:srgbClr>
            </a:solidFill>
            <a:prstDash val="solid"/>
          </a:ln>
        </p:spPr>
      </p:sp>
      <p:pic>
        <p:nvPicPr>
          <p:cNvPr id="23" name="Image 2" descr="Comments">    </p:cNvPr>
          <p:cNvPicPr>
            <a:picLocks noChangeAspect="1"/>
          </p:cNvPicPr>
          <p:nvPr/>
        </p:nvPicPr>
        <p:blipFill>
          <a:blip r:embed="rId3"/>
          <a:stretch>
            <a:fillRect/>
          </a:stretch>
        </p:blipFill>
        <p:spPr>
          <a:xfrm>
            <a:off x="862462" y="3532510"/>
            <a:ext cx="323332" cy="323332"/>
          </a:xfrm>
          <a:prstGeom prst="rect">
            <a:avLst/>
          </a:prstGeom>
        </p:spPr>
      </p:pic>
      <p:sp>
        <p:nvSpPr>
          <p:cNvPr id="24" name="Text 18"/>
          <p:cNvSpPr txBox="1"/>
          <p:nvPr/>
        </p:nvSpPr>
        <p:spPr>
          <a:xfrm>
            <a:off x="1463040" y="3364992"/>
            <a:ext cx="3200400" cy="457200"/>
          </a:xfrm>
          <a:prstGeom prst="rect">
            <a:avLst/>
          </a:prstGeom>
          <a:noFill/>
          <a:ln/>
        </p:spPr>
        <p:txBody>
          <a:bodyPr wrap="square" lIns="0" tIns="0" rIns="0" bIns="0" rtlCol="0" anchor="ctr"/>
          <a:lstStyle/>
          <a:p>
            <a:pPr algn="l" indent="0" marL="0">
              <a:buNone/>
            </a:pPr>
            <a:r>
              <a:rPr lang="en-US" sz="1700" b="1" dirty="0">
                <a:solidFill>
                  <a:schemeClr val="accent1"/>
                </a:solidFill>
              </a:rPr>
              <a:t>Langues</a:t>
            </a:r>
            <a:endParaRPr lang="en-US" sz="1700" dirty="0"/>
          </a:p>
        </p:txBody>
      </p:sp>
      <p:sp>
        <p:nvSpPr>
          <p:cNvPr id="25" name="Text 19"/>
          <p:cNvSpPr txBox="1"/>
          <p:nvPr/>
        </p:nvSpPr>
        <p:spPr>
          <a:xfrm>
            <a:off x="1463040" y="3822192"/>
            <a:ext cx="3200400" cy="530352"/>
          </a:xfrm>
          <a:prstGeom prst="rect">
            <a:avLst/>
          </a:prstGeom>
          <a:noFill/>
          <a:ln/>
        </p:spPr>
        <p:txBody>
          <a:bodyPr wrap="square" lIns="0" tIns="0" rIns="0" bIns="0" rtlCol="0" anchor="ctr"/>
          <a:lstStyle/>
          <a:p>
            <a:pPr algn="l" indent="0" marL="0">
              <a:buNone/>
            </a:pPr>
            <a:r>
              <a:rPr lang="en-US" sz="1900" b="1" dirty="0">
                <a:solidFill>
                  <a:schemeClr val="accent1"/>
                </a:solidFill>
              </a:rPr>
              <a:t>het</a:t>
            </a:r>
            <a:r>
              <a:rPr lang="en-US" sz="1900" dirty="0">
                <a:solidFill>
                  <a:schemeClr val="tx1"/>
                </a:solidFill>
              </a:rPr>
              <a:t> Nederlands · </a:t>
            </a:r>
            <a:r>
              <a:rPr lang="en-US" sz="1900" b="1" dirty="0">
                <a:solidFill>
                  <a:schemeClr val="accent1"/>
                </a:solidFill>
              </a:rPr>
              <a:t>het</a:t>
            </a:r>
            <a:r>
              <a:rPr lang="en-US" sz="1900" dirty="0">
                <a:solidFill>
                  <a:schemeClr val="tx1"/>
                </a:solidFill>
              </a:rPr>
              <a:t> Frans</a:t>
            </a:r>
            <a:endParaRPr lang="en-US" sz="1900" dirty="0"/>
          </a:p>
        </p:txBody>
      </p:sp>
      <p:sp>
        <p:nvSpPr>
          <p:cNvPr id="26" name="Shape 20"/>
          <p:cNvSpPr/>
          <p:nvPr/>
        </p:nvSpPr>
        <p:spPr>
          <a:xfrm>
            <a:off x="7388352" y="1554480"/>
            <a:ext cx="4251960" cy="1371600"/>
          </a:xfrm>
          <a:prstGeom prst="roundRect">
            <a:avLst>
              <a:gd name="adj" fmla="val 8000"/>
            </a:avLst>
          </a:prstGeom>
          <a:solidFill>
            <a:schemeClr val="bg1"/>
          </a:solidFill>
          <a:ln w="22225">
            <a:solidFill>
              <a:srgbClr val="D9700F"/>
            </a:solidFill>
            <a:prstDash val="solid"/>
          </a:ln>
          <a:effectLst>
            <a:outerShdw sx="100000" sy="100000" kx="0" ky="0" algn="bl" rotWithShape="0" blurRad="101600" dist="25400" dir="3600000">
              <a:srgbClr val="000000">
                <a:alpha val="16000"/>
              </a:srgbClr>
            </a:outerShdw>
          </a:effectLst>
        </p:spPr>
      </p:sp>
      <p:sp>
        <p:nvSpPr>
          <p:cNvPr id="27" name="Shape 21"/>
          <p:cNvSpPr/>
          <p:nvPr/>
        </p:nvSpPr>
        <p:spPr>
          <a:xfrm>
            <a:off x="9102852" y="2743200"/>
            <a:ext cx="822960" cy="91440"/>
          </a:xfrm>
          <a:prstGeom prst="roundRect">
            <a:avLst>
              <a:gd name="adj" fmla="val 50000"/>
            </a:avLst>
          </a:prstGeom>
          <a:solidFill>
            <a:schemeClr val="accent1">
              <a:alpha val="60000"/>
            </a:schemeClr>
          </a:solidFill>
          <a:ln w="12700">
            <a:solidFill>
              <a:srgbClr val="FFFFFF">
                <a:alpha val="0"/>
              </a:srgbClr>
            </a:solidFill>
            <a:prstDash val="solid"/>
          </a:ln>
        </p:spPr>
      </p:sp>
      <p:sp>
        <p:nvSpPr>
          <p:cNvPr id="28" name="Shape 22"/>
          <p:cNvSpPr/>
          <p:nvPr/>
        </p:nvSpPr>
        <p:spPr>
          <a:xfrm>
            <a:off x="7552944" y="1737360"/>
            <a:ext cx="621792" cy="621792"/>
          </a:xfrm>
          <a:prstGeom prst="ellipse">
            <a:avLst/>
          </a:prstGeom>
          <a:solidFill>
            <a:schemeClr val="accent1"/>
          </a:solidFill>
          <a:ln w="12700">
            <a:solidFill>
              <a:srgbClr val="FFFFFF">
                <a:alpha val="0"/>
              </a:srgbClr>
            </a:solidFill>
            <a:prstDash val="solid"/>
          </a:ln>
        </p:spPr>
      </p:sp>
      <p:pic>
        <p:nvPicPr>
          <p:cNvPr id="29" name="Image 3" descr="Log">    </p:cNvPr>
          <p:cNvPicPr>
            <a:picLocks noChangeAspect="1"/>
          </p:cNvPicPr>
          <p:nvPr/>
        </p:nvPicPr>
        <p:blipFill>
          <a:blip r:embed="rId4"/>
          <a:stretch>
            <a:fillRect/>
          </a:stretch>
        </p:blipFill>
        <p:spPr>
          <a:xfrm>
            <a:off x="7702174" y="1886590"/>
            <a:ext cx="323332" cy="323332"/>
          </a:xfrm>
          <a:prstGeom prst="rect">
            <a:avLst/>
          </a:prstGeom>
        </p:spPr>
      </p:pic>
      <p:sp>
        <p:nvSpPr>
          <p:cNvPr id="30" name="Text 23"/>
          <p:cNvSpPr txBox="1"/>
          <p:nvPr/>
        </p:nvSpPr>
        <p:spPr>
          <a:xfrm>
            <a:off x="8302752" y="1719072"/>
            <a:ext cx="3200400" cy="457200"/>
          </a:xfrm>
          <a:prstGeom prst="rect">
            <a:avLst/>
          </a:prstGeom>
          <a:noFill/>
          <a:ln/>
        </p:spPr>
        <p:txBody>
          <a:bodyPr wrap="square" lIns="0" tIns="0" rIns="0" bIns="0" rtlCol="0" anchor="ctr"/>
          <a:lstStyle/>
          <a:p>
            <a:pPr algn="l" indent="0" marL="0">
              <a:buNone/>
            </a:pPr>
            <a:r>
              <a:rPr lang="en-US" sz="1700" b="1" dirty="0">
                <a:solidFill>
                  <a:schemeClr val="accent1"/>
                </a:solidFill>
              </a:rPr>
              <a:t>Matières</a:t>
            </a:r>
            <a:endParaRPr lang="en-US" sz="1700" dirty="0"/>
          </a:p>
        </p:txBody>
      </p:sp>
      <p:sp>
        <p:nvSpPr>
          <p:cNvPr id="31" name="Text 24"/>
          <p:cNvSpPr txBox="1"/>
          <p:nvPr/>
        </p:nvSpPr>
        <p:spPr>
          <a:xfrm>
            <a:off x="8302752" y="2176272"/>
            <a:ext cx="3200400" cy="530352"/>
          </a:xfrm>
          <a:prstGeom prst="rect">
            <a:avLst/>
          </a:prstGeom>
          <a:noFill/>
          <a:ln/>
        </p:spPr>
        <p:txBody>
          <a:bodyPr wrap="square" lIns="0" tIns="0" rIns="0" bIns="0" rtlCol="0" anchor="ctr"/>
          <a:lstStyle/>
          <a:p>
            <a:pPr algn="l" indent="0" marL="0">
              <a:buNone/>
            </a:pPr>
            <a:r>
              <a:rPr lang="en-US" sz="1500" b="1" dirty="0">
                <a:solidFill>
                  <a:schemeClr val="accent1"/>
                </a:solidFill>
              </a:rPr>
              <a:t>het</a:t>
            </a:r>
            <a:r>
              <a:rPr lang="en-US" sz="1500" dirty="0">
                <a:solidFill>
                  <a:schemeClr val="tx1"/>
                </a:solidFill>
              </a:rPr>
              <a:t> hout · </a:t>
            </a:r>
            <a:r>
              <a:rPr lang="en-US" sz="1500" b="1" dirty="0">
                <a:solidFill>
                  <a:schemeClr val="accent1"/>
                </a:solidFill>
              </a:rPr>
              <a:t>het</a:t>
            </a:r>
            <a:r>
              <a:rPr lang="en-US" sz="1500" dirty="0">
                <a:solidFill>
                  <a:schemeClr val="tx1"/>
                </a:solidFill>
              </a:rPr>
              <a:t> goud · </a:t>
            </a:r>
            <a:r>
              <a:rPr lang="en-US" sz="1500" b="1" dirty="0">
                <a:solidFill>
                  <a:schemeClr val="accent1"/>
                </a:solidFill>
              </a:rPr>
              <a:t>het</a:t>
            </a:r>
            <a:r>
              <a:rPr lang="en-US" sz="1500" dirty="0">
                <a:solidFill>
                  <a:schemeClr val="tx1"/>
                </a:solidFill>
              </a:rPr>
              <a:t> papier · </a:t>
            </a:r>
            <a:r>
              <a:rPr lang="en-US" sz="1500" b="1" dirty="0">
                <a:solidFill>
                  <a:schemeClr val="accent1"/>
                </a:solidFill>
              </a:rPr>
              <a:t>het</a:t>
            </a:r>
            <a:r>
              <a:rPr lang="en-US" sz="1500" dirty="0">
                <a:solidFill>
                  <a:schemeClr val="tx1"/>
                </a:solidFill>
              </a:rPr>
              <a:t> glas</a:t>
            </a:r>
            <a:endParaRPr lang="en-US" sz="1500" dirty="0"/>
          </a:p>
        </p:txBody>
      </p:sp>
      <p:sp>
        <p:nvSpPr>
          <p:cNvPr id="32" name="Shape 25"/>
          <p:cNvSpPr/>
          <p:nvPr/>
        </p:nvSpPr>
        <p:spPr>
          <a:xfrm>
            <a:off x="10451592" y="1755648"/>
            <a:ext cx="1024128" cy="384048"/>
          </a:xfrm>
          <a:prstGeom prst="roundRect">
            <a:avLst>
              <a:gd name="adj" fmla="val 19048"/>
            </a:avLst>
          </a:prstGeom>
          <a:solidFill>
            <a:schemeClr val="bg1"/>
          </a:solidFill>
          <a:ln w="19050">
            <a:solidFill>
              <a:srgbClr val="17375E"/>
            </a:solidFill>
            <a:prstDash val="solid"/>
          </a:ln>
        </p:spPr>
      </p:sp>
      <p:sp>
        <p:nvSpPr>
          <p:cNvPr id="33" name="Text 26"/>
          <p:cNvSpPr txBox="1"/>
          <p:nvPr/>
        </p:nvSpPr>
        <p:spPr>
          <a:xfrm>
            <a:off x="10451592" y="1755648"/>
            <a:ext cx="1024128" cy="384048"/>
          </a:xfrm>
          <a:prstGeom prst="rect">
            <a:avLst/>
          </a:prstGeom>
          <a:noFill/>
          <a:ln/>
        </p:spPr>
        <p:txBody>
          <a:bodyPr wrap="square" lIns="0" tIns="0" rIns="0" bIns="0" rtlCol="0" anchor="ctr"/>
          <a:lstStyle/>
          <a:p>
            <a:pPr algn="ctr" indent="0" marL="0">
              <a:buNone/>
            </a:pPr>
            <a:r>
              <a:rPr lang="en-US" sz="1500" b="1" dirty="0">
                <a:solidFill>
                  <a:schemeClr val="tx1"/>
                </a:solidFill>
              </a:rPr>
              <a:t>! </a:t>
            </a:r>
            <a:r>
              <a:rPr lang="en-US" sz="1500" b="1" dirty="0">
                <a:solidFill>
                  <a:schemeClr val="tx2"/>
                </a:solidFill>
              </a:rPr>
              <a:t>de</a:t>
            </a:r>
            <a:r>
              <a:rPr lang="en-US" sz="1500" b="1" dirty="0">
                <a:solidFill>
                  <a:schemeClr val="tx1"/>
                </a:solidFill>
              </a:rPr>
              <a:t> wol</a:t>
            </a:r>
            <a:endParaRPr lang="en-US" sz="1500" dirty="0"/>
          </a:p>
        </p:txBody>
      </p:sp>
      <p:sp>
        <p:nvSpPr>
          <p:cNvPr id="34" name="Shape 27"/>
          <p:cNvSpPr/>
          <p:nvPr/>
        </p:nvSpPr>
        <p:spPr>
          <a:xfrm>
            <a:off x="7388352" y="3200400"/>
            <a:ext cx="4251960" cy="1371600"/>
          </a:xfrm>
          <a:prstGeom prst="roundRect">
            <a:avLst>
              <a:gd name="adj" fmla="val 8000"/>
            </a:avLst>
          </a:prstGeom>
          <a:solidFill>
            <a:schemeClr val="bg1"/>
          </a:solidFill>
          <a:ln w="22225">
            <a:solidFill>
              <a:srgbClr val="D9700F"/>
            </a:solidFill>
            <a:prstDash val="solid"/>
          </a:ln>
          <a:effectLst>
            <a:outerShdw sx="100000" sy="100000" kx="0" ky="0" algn="bl" rotWithShape="0" blurRad="101600" dist="25400" dir="3600000">
              <a:srgbClr val="000000">
                <a:alpha val="16000"/>
              </a:srgbClr>
            </a:outerShdw>
          </a:effectLst>
        </p:spPr>
      </p:sp>
      <p:sp>
        <p:nvSpPr>
          <p:cNvPr id="35" name="Shape 28"/>
          <p:cNvSpPr/>
          <p:nvPr/>
        </p:nvSpPr>
        <p:spPr>
          <a:xfrm>
            <a:off x="9102852" y="4389120"/>
            <a:ext cx="822960" cy="91440"/>
          </a:xfrm>
          <a:prstGeom prst="roundRect">
            <a:avLst>
              <a:gd name="adj" fmla="val 50000"/>
            </a:avLst>
          </a:prstGeom>
          <a:solidFill>
            <a:schemeClr val="accent1">
              <a:alpha val="60000"/>
            </a:schemeClr>
          </a:solidFill>
          <a:ln w="12700">
            <a:solidFill>
              <a:srgbClr val="FFFFFF">
                <a:alpha val="0"/>
              </a:srgbClr>
            </a:solidFill>
            <a:prstDash val="solid"/>
          </a:ln>
        </p:spPr>
      </p:sp>
      <p:sp>
        <p:nvSpPr>
          <p:cNvPr id="36" name="Shape 29"/>
          <p:cNvSpPr/>
          <p:nvPr/>
        </p:nvSpPr>
        <p:spPr>
          <a:xfrm>
            <a:off x="7552944" y="3383280"/>
            <a:ext cx="621792" cy="621792"/>
          </a:xfrm>
          <a:prstGeom prst="ellipse">
            <a:avLst/>
          </a:prstGeom>
          <a:solidFill>
            <a:schemeClr val="accent1"/>
          </a:solidFill>
          <a:ln w="12700">
            <a:solidFill>
              <a:srgbClr val="FFFFFF">
                <a:alpha val="0"/>
              </a:srgbClr>
            </a:solidFill>
            <a:prstDash val="solid"/>
          </a:ln>
        </p:spPr>
      </p:sp>
      <p:pic>
        <p:nvPicPr>
          <p:cNvPr id="37" name="Image 4" descr="Palette">    </p:cNvPr>
          <p:cNvPicPr>
            <a:picLocks noChangeAspect="1"/>
          </p:cNvPicPr>
          <p:nvPr/>
        </p:nvPicPr>
        <p:blipFill>
          <a:blip r:embed="rId5"/>
          <a:stretch>
            <a:fillRect/>
          </a:stretch>
        </p:blipFill>
        <p:spPr>
          <a:xfrm>
            <a:off x="7702174" y="3532510"/>
            <a:ext cx="323332" cy="323332"/>
          </a:xfrm>
          <a:prstGeom prst="rect">
            <a:avLst/>
          </a:prstGeom>
        </p:spPr>
      </p:pic>
      <p:sp>
        <p:nvSpPr>
          <p:cNvPr id="38" name="Text 30"/>
          <p:cNvSpPr txBox="1"/>
          <p:nvPr/>
        </p:nvSpPr>
        <p:spPr>
          <a:xfrm>
            <a:off x="8302752" y="3364992"/>
            <a:ext cx="3200400" cy="457200"/>
          </a:xfrm>
          <a:prstGeom prst="rect">
            <a:avLst/>
          </a:prstGeom>
          <a:noFill/>
          <a:ln/>
        </p:spPr>
        <p:txBody>
          <a:bodyPr wrap="square" lIns="0" tIns="0" rIns="0" bIns="0" rtlCol="0" anchor="ctr"/>
          <a:lstStyle/>
          <a:p>
            <a:pPr algn="l" indent="0" marL="0">
              <a:buNone/>
            </a:pPr>
            <a:r>
              <a:rPr lang="en-US" sz="1700" b="1" dirty="0">
                <a:solidFill>
                  <a:schemeClr val="accent1"/>
                </a:solidFill>
              </a:rPr>
              <a:t>Couleurs (comme noms)</a:t>
            </a:r>
            <a:endParaRPr lang="en-US" sz="1700" dirty="0"/>
          </a:p>
        </p:txBody>
      </p:sp>
      <p:sp>
        <p:nvSpPr>
          <p:cNvPr id="39" name="Text 31"/>
          <p:cNvSpPr txBox="1"/>
          <p:nvPr/>
        </p:nvSpPr>
        <p:spPr>
          <a:xfrm>
            <a:off x="8302752" y="3822192"/>
            <a:ext cx="3200400" cy="530352"/>
          </a:xfrm>
          <a:prstGeom prst="rect">
            <a:avLst/>
          </a:prstGeom>
          <a:noFill/>
          <a:ln/>
        </p:spPr>
        <p:txBody>
          <a:bodyPr wrap="square" lIns="0" tIns="0" rIns="0" bIns="0" rtlCol="0" anchor="ctr"/>
          <a:lstStyle/>
          <a:p>
            <a:pPr algn="l" indent="0" marL="0">
              <a:buNone/>
            </a:pPr>
            <a:r>
              <a:rPr lang="en-US" sz="1900" b="1" dirty="0">
                <a:solidFill>
                  <a:schemeClr val="accent1"/>
                </a:solidFill>
              </a:rPr>
              <a:t>het</a:t>
            </a:r>
            <a:r>
              <a:rPr lang="en-US" sz="1900" dirty="0">
                <a:solidFill>
                  <a:schemeClr val="tx1"/>
                </a:solidFill>
              </a:rPr>
              <a:t> rood · </a:t>
            </a:r>
            <a:r>
              <a:rPr lang="en-US" sz="1900" b="1" dirty="0">
                <a:solidFill>
                  <a:schemeClr val="accent1"/>
                </a:solidFill>
              </a:rPr>
              <a:t>het</a:t>
            </a:r>
            <a:r>
              <a:rPr lang="en-US" sz="1900" dirty="0">
                <a:solidFill>
                  <a:schemeClr val="tx1"/>
                </a:solidFill>
              </a:rPr>
              <a:t> blauw</a:t>
            </a:r>
            <a:endParaRPr lang="en-US" sz="1900" dirty="0"/>
          </a:p>
        </p:txBody>
      </p:sp>
      <p:sp>
        <p:nvSpPr>
          <p:cNvPr id="40" name="Shape 32"/>
          <p:cNvSpPr/>
          <p:nvPr/>
        </p:nvSpPr>
        <p:spPr>
          <a:xfrm>
            <a:off x="3973068" y="4892040"/>
            <a:ext cx="4251960" cy="1371600"/>
          </a:xfrm>
          <a:prstGeom prst="roundRect">
            <a:avLst>
              <a:gd name="adj" fmla="val 8000"/>
            </a:avLst>
          </a:prstGeom>
          <a:solidFill>
            <a:schemeClr val="bg1"/>
          </a:solidFill>
          <a:ln w="22225">
            <a:solidFill>
              <a:srgbClr val="D9700F"/>
            </a:solidFill>
            <a:prstDash val="solid"/>
          </a:ln>
          <a:effectLst>
            <a:outerShdw sx="100000" sy="100000" kx="0" ky="0" algn="bl" rotWithShape="0" blurRad="101600" dist="25400" dir="3600000">
              <a:srgbClr val="000000">
                <a:alpha val="16000"/>
              </a:srgbClr>
            </a:outerShdw>
          </a:effectLst>
        </p:spPr>
      </p:sp>
      <p:sp>
        <p:nvSpPr>
          <p:cNvPr id="41" name="Shape 33"/>
          <p:cNvSpPr/>
          <p:nvPr/>
        </p:nvSpPr>
        <p:spPr>
          <a:xfrm>
            <a:off x="5687568" y="6080760"/>
            <a:ext cx="822960" cy="91440"/>
          </a:xfrm>
          <a:prstGeom prst="roundRect">
            <a:avLst>
              <a:gd name="adj" fmla="val 50000"/>
            </a:avLst>
          </a:prstGeom>
          <a:solidFill>
            <a:schemeClr val="accent1">
              <a:alpha val="60000"/>
            </a:schemeClr>
          </a:solidFill>
          <a:ln w="12700">
            <a:solidFill>
              <a:srgbClr val="FFFFFF">
                <a:alpha val="0"/>
              </a:srgbClr>
            </a:solidFill>
            <a:prstDash val="solid"/>
          </a:ln>
        </p:spPr>
      </p:sp>
      <p:sp>
        <p:nvSpPr>
          <p:cNvPr id="42" name="Shape 34"/>
          <p:cNvSpPr/>
          <p:nvPr/>
        </p:nvSpPr>
        <p:spPr>
          <a:xfrm>
            <a:off x="4137660" y="5074920"/>
            <a:ext cx="621792" cy="621792"/>
          </a:xfrm>
          <a:prstGeom prst="ellipse">
            <a:avLst/>
          </a:prstGeom>
          <a:solidFill>
            <a:schemeClr val="accent1"/>
          </a:solidFill>
          <a:ln w="12700">
            <a:solidFill>
              <a:srgbClr val="FFFFFF">
                <a:alpha val="0"/>
              </a:srgbClr>
            </a:solidFill>
            <a:prstDash val="solid"/>
          </a:ln>
        </p:spPr>
      </p:sp>
      <p:pic>
        <p:nvPicPr>
          <p:cNvPr id="43" name="Image 5" descr="Compass">    </p:cNvPr>
          <p:cNvPicPr>
            <a:picLocks noChangeAspect="1"/>
          </p:cNvPicPr>
          <p:nvPr/>
        </p:nvPicPr>
        <p:blipFill>
          <a:blip r:embed="rId6"/>
          <a:stretch>
            <a:fillRect/>
          </a:stretch>
        </p:blipFill>
        <p:spPr>
          <a:xfrm>
            <a:off x="4286890" y="5224150"/>
            <a:ext cx="323332" cy="323332"/>
          </a:xfrm>
          <a:prstGeom prst="rect">
            <a:avLst/>
          </a:prstGeom>
        </p:spPr>
      </p:pic>
      <p:sp>
        <p:nvSpPr>
          <p:cNvPr id="44" name="Text 35"/>
          <p:cNvSpPr txBox="1"/>
          <p:nvPr/>
        </p:nvSpPr>
        <p:spPr>
          <a:xfrm>
            <a:off x="4887468" y="5056632"/>
            <a:ext cx="3200400" cy="457200"/>
          </a:xfrm>
          <a:prstGeom prst="rect">
            <a:avLst/>
          </a:prstGeom>
          <a:noFill/>
          <a:ln/>
        </p:spPr>
        <p:txBody>
          <a:bodyPr wrap="square" lIns="0" tIns="0" rIns="0" bIns="0" rtlCol="0" anchor="ctr"/>
          <a:lstStyle/>
          <a:p>
            <a:pPr algn="l" indent="0" marL="0">
              <a:buNone/>
            </a:pPr>
            <a:r>
              <a:rPr lang="en-US" sz="1700" b="1" dirty="0">
                <a:solidFill>
                  <a:schemeClr val="accent1"/>
                </a:solidFill>
              </a:rPr>
              <a:t>Points cardinaux</a:t>
            </a:r>
            <a:endParaRPr lang="en-US" sz="1700" dirty="0"/>
          </a:p>
        </p:txBody>
      </p:sp>
      <p:sp>
        <p:nvSpPr>
          <p:cNvPr id="45" name="Text 36"/>
          <p:cNvSpPr txBox="1"/>
          <p:nvPr/>
        </p:nvSpPr>
        <p:spPr>
          <a:xfrm>
            <a:off x="4887468" y="5513832"/>
            <a:ext cx="3200400" cy="530352"/>
          </a:xfrm>
          <a:prstGeom prst="rect">
            <a:avLst/>
          </a:prstGeom>
          <a:noFill/>
          <a:ln/>
        </p:spPr>
        <p:txBody>
          <a:bodyPr wrap="square" lIns="0" tIns="0" rIns="0" bIns="0" rtlCol="0" anchor="ctr"/>
          <a:lstStyle/>
          <a:p>
            <a:pPr algn="l" indent="0" marL="0">
              <a:buNone/>
            </a:pPr>
            <a:r>
              <a:rPr lang="en-US" sz="1900" b="1" dirty="0">
                <a:solidFill>
                  <a:schemeClr val="accent1"/>
                </a:solidFill>
              </a:rPr>
              <a:t>het</a:t>
            </a:r>
            <a:r>
              <a:rPr lang="en-US" sz="1900" dirty="0">
                <a:solidFill>
                  <a:schemeClr val="tx1"/>
                </a:solidFill>
              </a:rPr>
              <a:t> noorden · </a:t>
            </a:r>
            <a:r>
              <a:rPr lang="en-US" sz="1900" b="1" dirty="0">
                <a:solidFill>
                  <a:schemeClr val="accent1"/>
                </a:solidFill>
              </a:rPr>
              <a:t>het</a:t>
            </a:r>
            <a:r>
              <a:rPr lang="en-US" sz="1900" dirty="0">
                <a:solidFill>
                  <a:schemeClr val="tx1"/>
                </a:solidFill>
              </a:rPr>
              <a:t> zuiden</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familles HET ③ — préfixes et terminaisons</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36192"/>
            <a:ext cx="5486400" cy="3273552"/>
          </a:xfrm>
          <a:prstGeom prst="roundRect">
            <a:avLst>
              <a:gd name="adj" fmla="val 2235"/>
            </a:avLst>
          </a:prstGeom>
          <a:solidFill>
            <a:schemeClr val="accent1">
              <a:alpha val="6000"/>
            </a:schemeClr>
          </a:solidFill>
          <a:ln w="12700">
            <a:solidFill>
              <a:srgbClr val="D9700F">
                <a:alpha val="60000"/>
              </a:srgbClr>
            </a:solidFill>
            <a:prstDash val="solid"/>
          </a:ln>
        </p:spPr>
      </p:sp>
      <p:sp>
        <p:nvSpPr>
          <p:cNvPr id="6" name="Text 3"/>
          <p:cNvSpPr txBox="1"/>
          <p:nvPr/>
        </p:nvSpPr>
        <p:spPr>
          <a:xfrm>
            <a:off x="731520" y="1600200"/>
            <a:ext cx="5120640" cy="384048"/>
          </a:xfrm>
          <a:prstGeom prst="rect">
            <a:avLst/>
          </a:prstGeom>
          <a:noFill/>
          <a:ln/>
        </p:spPr>
        <p:txBody>
          <a:bodyPr wrap="square" lIns="0" tIns="0" rIns="0" bIns="0" rtlCol="0" anchor="ctr"/>
          <a:lstStyle/>
          <a:p>
            <a:pPr algn="l" indent="0" marL="0">
              <a:buNone/>
            </a:pPr>
            <a:r>
              <a:rPr lang="en-US" sz="1700" b="1" dirty="0">
                <a:solidFill>
                  <a:schemeClr val="tx1"/>
                </a:solidFill>
              </a:rPr>
              <a:t>Préfixe</a:t>
            </a:r>
            <a:r>
              <a:rPr lang="en-US" sz="1700" dirty="0">
                <a:solidFill>
                  <a:schemeClr val="tx1"/>
                </a:solidFill>
              </a:rPr>
              <a:t> + radical de verbe, </a:t>
            </a:r>
            <a:r>
              <a:rPr lang="en-US" sz="1700" i="1" dirty="0">
                <a:solidFill>
                  <a:schemeClr val="tx1"/>
                </a:solidFill>
              </a:rPr>
              <a:t>sans suffixe</a:t>
            </a:r>
            <a:r>
              <a:rPr lang="en-US" sz="1700" dirty="0">
                <a:solidFill>
                  <a:schemeClr val="tx1"/>
                </a:solidFill>
              </a:rPr>
              <a:t> → </a:t>
            </a:r>
            <a:r>
              <a:rPr lang="en-US" sz="1700" b="1" dirty="0">
                <a:solidFill>
                  <a:schemeClr val="accent1"/>
                </a:solidFill>
              </a:rPr>
              <a:t>HET</a:t>
            </a:r>
            <a:endParaRPr lang="en-US" sz="1700" dirty="0"/>
          </a:p>
        </p:txBody>
      </p:sp>
      <p:sp>
        <p:nvSpPr>
          <p:cNvPr id="7" name="Shape 4"/>
          <p:cNvSpPr/>
          <p:nvPr/>
        </p:nvSpPr>
        <p:spPr>
          <a:xfrm>
            <a:off x="731520" y="2075688"/>
            <a:ext cx="960120" cy="548640"/>
          </a:xfrm>
          <a:prstGeom prst="roundRect">
            <a:avLst>
              <a:gd name="adj" fmla="val 16667"/>
            </a:avLst>
          </a:prstGeom>
          <a:solidFill>
            <a:schemeClr val="accent1"/>
          </a:solidFill>
          <a:ln w="12700">
            <a:solidFill>
              <a:srgbClr val="FFFFFF">
                <a:alpha val="0"/>
              </a:srgbClr>
            </a:solidFill>
            <a:prstDash val="solid"/>
          </a:ln>
        </p:spPr>
      </p:sp>
      <p:sp>
        <p:nvSpPr>
          <p:cNvPr id="8" name="Text 5"/>
          <p:cNvSpPr txBox="1"/>
          <p:nvPr/>
        </p:nvSpPr>
        <p:spPr>
          <a:xfrm>
            <a:off x="758952" y="2075688"/>
            <a:ext cx="905256"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ge-</a:t>
            </a:r>
            <a:endParaRPr lang="en-US" sz="2200" dirty="0"/>
          </a:p>
        </p:txBody>
      </p:sp>
      <p:sp>
        <p:nvSpPr>
          <p:cNvPr id="9" name="Text 6"/>
          <p:cNvSpPr txBox="1"/>
          <p:nvPr/>
        </p:nvSpPr>
        <p:spPr>
          <a:xfrm>
            <a:off x="1828800" y="2075688"/>
            <a:ext cx="4069080" cy="548640"/>
          </a:xfrm>
          <a:prstGeom prst="rect">
            <a:avLst/>
          </a:prstGeom>
          <a:noFill/>
          <a:ln/>
        </p:spPr>
        <p:txBody>
          <a:bodyPr wrap="square" lIns="0" tIns="0" rIns="0" bIns="0" rtlCol="0" anchor="ctr"/>
          <a:lstStyle/>
          <a:p>
            <a:pPr algn="l" indent="0" marL="0">
              <a:buNone/>
            </a:pPr>
            <a:r>
              <a:rPr lang="en-US" sz="1800" b="1" dirty="0">
                <a:solidFill>
                  <a:schemeClr val="accent1"/>
                </a:solidFill>
              </a:rPr>
              <a:t>het</a:t>
            </a:r>
            <a:r>
              <a:rPr lang="en-US" sz="1800" dirty="0">
                <a:solidFill>
                  <a:schemeClr val="tx1"/>
                </a:solidFill>
              </a:rPr>
              <a:t> </a:t>
            </a:r>
            <a:r>
              <a:rPr lang="en-US" sz="1800" b="1" dirty="0">
                <a:solidFill>
                  <a:schemeClr val="tx1"/>
                </a:solidFill>
              </a:rPr>
              <a:t>ge</a:t>
            </a:r>
            <a:r>
              <a:rPr lang="en-US" sz="1800" dirty="0">
                <a:solidFill>
                  <a:schemeClr val="tx1"/>
                </a:solidFill>
              </a:rPr>
              <a:t>sprek · </a:t>
            </a:r>
            <a:r>
              <a:rPr lang="en-US" sz="1800" b="1" dirty="0">
                <a:solidFill>
                  <a:schemeClr val="accent1"/>
                </a:solidFill>
              </a:rPr>
              <a:t>het</a:t>
            </a:r>
            <a:r>
              <a:rPr lang="en-US" sz="1800" dirty="0">
                <a:solidFill>
                  <a:schemeClr val="tx1"/>
                </a:solidFill>
              </a:rPr>
              <a:t> </a:t>
            </a:r>
            <a:r>
              <a:rPr lang="en-US" sz="1800" b="1" dirty="0">
                <a:solidFill>
                  <a:schemeClr val="tx1"/>
                </a:solidFill>
              </a:rPr>
              <a:t>ge</a:t>
            </a:r>
            <a:r>
              <a:rPr lang="en-US" sz="1800" dirty="0">
                <a:solidFill>
                  <a:schemeClr val="tx1"/>
                </a:solidFill>
              </a:rPr>
              <a:t>bouw · </a:t>
            </a:r>
            <a:r>
              <a:rPr lang="en-US" sz="1800" b="1" dirty="0">
                <a:solidFill>
                  <a:schemeClr val="accent1"/>
                </a:solidFill>
              </a:rPr>
              <a:t>het</a:t>
            </a:r>
            <a:r>
              <a:rPr lang="en-US" sz="1800" dirty="0">
                <a:solidFill>
                  <a:schemeClr val="tx1"/>
                </a:solidFill>
              </a:rPr>
              <a:t> </a:t>
            </a:r>
            <a:r>
              <a:rPr lang="en-US" sz="1800" b="1" dirty="0">
                <a:solidFill>
                  <a:schemeClr val="tx1"/>
                </a:solidFill>
              </a:rPr>
              <a:t>ge</a:t>
            </a:r>
            <a:r>
              <a:rPr lang="en-US" sz="1800" dirty="0">
                <a:solidFill>
                  <a:schemeClr val="tx1"/>
                </a:solidFill>
              </a:rPr>
              <a:t>zin</a:t>
            </a:r>
            <a:endParaRPr lang="en-US" sz="1800" dirty="0"/>
          </a:p>
        </p:txBody>
      </p:sp>
      <p:sp>
        <p:nvSpPr>
          <p:cNvPr id="10" name="Shape 7"/>
          <p:cNvSpPr/>
          <p:nvPr/>
        </p:nvSpPr>
        <p:spPr>
          <a:xfrm>
            <a:off x="731520" y="2761488"/>
            <a:ext cx="960120" cy="548640"/>
          </a:xfrm>
          <a:prstGeom prst="roundRect">
            <a:avLst>
              <a:gd name="adj" fmla="val 16667"/>
            </a:avLst>
          </a:prstGeom>
          <a:solidFill>
            <a:schemeClr val="accent1"/>
          </a:solidFill>
          <a:ln w="12700">
            <a:solidFill>
              <a:srgbClr val="FFFFFF">
                <a:alpha val="0"/>
              </a:srgbClr>
            </a:solidFill>
            <a:prstDash val="solid"/>
          </a:ln>
        </p:spPr>
      </p:sp>
      <p:sp>
        <p:nvSpPr>
          <p:cNvPr id="11" name="Text 8"/>
          <p:cNvSpPr txBox="1"/>
          <p:nvPr/>
        </p:nvSpPr>
        <p:spPr>
          <a:xfrm>
            <a:off x="758952" y="2761488"/>
            <a:ext cx="905256"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be-</a:t>
            </a:r>
            <a:endParaRPr lang="en-US" sz="2200" dirty="0"/>
          </a:p>
        </p:txBody>
      </p:sp>
      <p:sp>
        <p:nvSpPr>
          <p:cNvPr id="12" name="Text 9"/>
          <p:cNvSpPr txBox="1"/>
          <p:nvPr/>
        </p:nvSpPr>
        <p:spPr>
          <a:xfrm>
            <a:off x="1828800" y="2761488"/>
            <a:ext cx="4069080" cy="548640"/>
          </a:xfrm>
          <a:prstGeom prst="rect">
            <a:avLst/>
          </a:prstGeom>
          <a:noFill/>
          <a:ln/>
        </p:spPr>
        <p:txBody>
          <a:bodyPr wrap="square" lIns="0" tIns="0" rIns="0" bIns="0" rtlCol="0" anchor="ctr"/>
          <a:lstStyle/>
          <a:p>
            <a:pPr algn="l" indent="0" marL="0">
              <a:buNone/>
            </a:pPr>
            <a:r>
              <a:rPr lang="en-US" sz="1800" b="1" dirty="0">
                <a:solidFill>
                  <a:schemeClr val="accent1"/>
                </a:solidFill>
              </a:rPr>
              <a:t>het</a:t>
            </a:r>
            <a:r>
              <a:rPr lang="en-US" sz="1800" dirty="0">
                <a:solidFill>
                  <a:schemeClr val="tx1"/>
                </a:solidFill>
              </a:rPr>
              <a:t> </a:t>
            </a:r>
            <a:r>
              <a:rPr lang="en-US" sz="1800" b="1" dirty="0">
                <a:solidFill>
                  <a:schemeClr val="tx1"/>
                </a:solidFill>
              </a:rPr>
              <a:t>be</a:t>
            </a:r>
            <a:r>
              <a:rPr lang="en-US" sz="1800" dirty="0">
                <a:solidFill>
                  <a:schemeClr val="tx1"/>
                </a:solidFill>
              </a:rPr>
              <a:t>drijf · </a:t>
            </a:r>
            <a:r>
              <a:rPr lang="en-US" sz="1800" b="1" dirty="0">
                <a:solidFill>
                  <a:schemeClr val="accent1"/>
                </a:solidFill>
              </a:rPr>
              <a:t>het</a:t>
            </a:r>
            <a:r>
              <a:rPr lang="en-US" sz="1800" dirty="0">
                <a:solidFill>
                  <a:schemeClr val="tx1"/>
                </a:solidFill>
              </a:rPr>
              <a:t> </a:t>
            </a:r>
            <a:r>
              <a:rPr lang="en-US" sz="1800" b="1" dirty="0">
                <a:solidFill>
                  <a:schemeClr val="tx1"/>
                </a:solidFill>
              </a:rPr>
              <a:t>be</a:t>
            </a:r>
            <a:r>
              <a:rPr lang="en-US" sz="1800" dirty="0">
                <a:solidFill>
                  <a:schemeClr val="tx1"/>
                </a:solidFill>
              </a:rPr>
              <a:t>roep · </a:t>
            </a:r>
            <a:r>
              <a:rPr lang="en-US" sz="1800" b="1" dirty="0">
                <a:solidFill>
                  <a:schemeClr val="accent1"/>
                </a:solidFill>
              </a:rPr>
              <a:t>het</a:t>
            </a:r>
            <a:r>
              <a:rPr lang="en-US" sz="1800" dirty="0">
                <a:solidFill>
                  <a:schemeClr val="tx1"/>
                </a:solidFill>
              </a:rPr>
              <a:t> </a:t>
            </a:r>
            <a:r>
              <a:rPr lang="en-US" sz="1800" b="1" dirty="0">
                <a:solidFill>
                  <a:schemeClr val="tx1"/>
                </a:solidFill>
              </a:rPr>
              <a:t>be</a:t>
            </a:r>
            <a:r>
              <a:rPr lang="en-US" sz="1800" dirty="0">
                <a:solidFill>
                  <a:schemeClr val="tx1"/>
                </a:solidFill>
              </a:rPr>
              <a:t>zoek</a:t>
            </a:r>
            <a:endParaRPr lang="en-US" sz="1800" dirty="0"/>
          </a:p>
        </p:txBody>
      </p:sp>
      <p:sp>
        <p:nvSpPr>
          <p:cNvPr id="13" name="Shape 10"/>
          <p:cNvSpPr/>
          <p:nvPr/>
        </p:nvSpPr>
        <p:spPr>
          <a:xfrm>
            <a:off x="731520" y="3447288"/>
            <a:ext cx="960120" cy="548640"/>
          </a:xfrm>
          <a:prstGeom prst="roundRect">
            <a:avLst>
              <a:gd name="adj" fmla="val 16667"/>
            </a:avLst>
          </a:prstGeom>
          <a:solidFill>
            <a:schemeClr val="accent1"/>
          </a:solidFill>
          <a:ln w="12700">
            <a:solidFill>
              <a:srgbClr val="FFFFFF">
                <a:alpha val="0"/>
              </a:srgbClr>
            </a:solidFill>
            <a:prstDash val="solid"/>
          </a:ln>
        </p:spPr>
      </p:sp>
      <p:sp>
        <p:nvSpPr>
          <p:cNvPr id="14" name="Text 11"/>
          <p:cNvSpPr txBox="1"/>
          <p:nvPr/>
        </p:nvSpPr>
        <p:spPr>
          <a:xfrm>
            <a:off x="758952" y="3447288"/>
            <a:ext cx="905256"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ver-</a:t>
            </a:r>
            <a:endParaRPr lang="en-US" sz="2200" dirty="0"/>
          </a:p>
        </p:txBody>
      </p:sp>
      <p:sp>
        <p:nvSpPr>
          <p:cNvPr id="15" name="Text 12"/>
          <p:cNvSpPr txBox="1"/>
          <p:nvPr/>
        </p:nvSpPr>
        <p:spPr>
          <a:xfrm>
            <a:off x="1828800" y="3447288"/>
            <a:ext cx="2697480" cy="548640"/>
          </a:xfrm>
          <a:prstGeom prst="rect">
            <a:avLst/>
          </a:prstGeom>
          <a:noFill/>
          <a:ln/>
        </p:spPr>
        <p:txBody>
          <a:bodyPr wrap="square" lIns="0" tIns="0" rIns="0" bIns="0" rtlCol="0" anchor="ctr"/>
          <a:lstStyle/>
          <a:p>
            <a:pPr algn="l" indent="0" marL="0">
              <a:buNone/>
            </a:pPr>
            <a:r>
              <a:rPr lang="en-US" sz="1800" b="1" dirty="0">
                <a:solidFill>
                  <a:schemeClr val="accent1"/>
                </a:solidFill>
              </a:rPr>
              <a:t>het</a:t>
            </a:r>
            <a:r>
              <a:rPr lang="en-US" sz="1800" dirty="0">
                <a:solidFill>
                  <a:schemeClr val="tx1"/>
                </a:solidFill>
              </a:rPr>
              <a:t> </a:t>
            </a:r>
            <a:r>
              <a:rPr lang="en-US" sz="1800" b="1" dirty="0">
                <a:solidFill>
                  <a:schemeClr val="tx1"/>
                </a:solidFill>
              </a:rPr>
              <a:t>ver</a:t>
            </a:r>
            <a:r>
              <a:rPr lang="en-US" sz="1800" dirty="0">
                <a:solidFill>
                  <a:schemeClr val="tx1"/>
                </a:solidFill>
              </a:rPr>
              <a:t>haal · </a:t>
            </a:r>
            <a:r>
              <a:rPr lang="en-US" sz="1800" b="1" dirty="0">
                <a:solidFill>
                  <a:schemeClr val="accent1"/>
                </a:solidFill>
              </a:rPr>
              <a:t>het</a:t>
            </a:r>
            <a:r>
              <a:rPr lang="en-US" sz="1800" dirty="0">
                <a:solidFill>
                  <a:schemeClr val="tx1"/>
                </a:solidFill>
              </a:rPr>
              <a:t> </a:t>
            </a:r>
            <a:r>
              <a:rPr lang="en-US" sz="1800" b="1" dirty="0">
                <a:solidFill>
                  <a:schemeClr val="tx1"/>
                </a:solidFill>
              </a:rPr>
              <a:t>ver</a:t>
            </a:r>
            <a:r>
              <a:rPr lang="en-US" sz="1800" dirty="0">
                <a:solidFill>
                  <a:schemeClr val="tx1"/>
                </a:solidFill>
              </a:rPr>
              <a:t>lof</a:t>
            </a:r>
            <a:endParaRPr lang="en-US" sz="1800" dirty="0"/>
          </a:p>
        </p:txBody>
      </p:sp>
      <p:sp>
        <p:nvSpPr>
          <p:cNvPr id="16" name="Shape 13"/>
          <p:cNvSpPr/>
          <p:nvPr/>
        </p:nvSpPr>
        <p:spPr>
          <a:xfrm>
            <a:off x="4572000" y="3538728"/>
            <a:ext cx="1298448" cy="365760"/>
          </a:xfrm>
          <a:prstGeom prst="roundRect">
            <a:avLst>
              <a:gd name="adj" fmla="val 20000"/>
            </a:avLst>
          </a:prstGeom>
          <a:solidFill>
            <a:schemeClr val="bg1"/>
          </a:solidFill>
          <a:ln w="15875">
            <a:solidFill>
              <a:srgbClr val="17375E"/>
            </a:solidFill>
            <a:prstDash val="solid"/>
          </a:ln>
        </p:spPr>
      </p:sp>
      <p:sp>
        <p:nvSpPr>
          <p:cNvPr id="17" name="Text 14"/>
          <p:cNvSpPr txBox="1"/>
          <p:nvPr/>
        </p:nvSpPr>
        <p:spPr>
          <a:xfrm>
            <a:off x="4572000" y="3538728"/>
            <a:ext cx="1298448" cy="365760"/>
          </a:xfrm>
          <a:prstGeom prst="rect">
            <a:avLst/>
          </a:prstGeom>
          <a:noFill/>
          <a:ln/>
        </p:spPr>
        <p:txBody>
          <a:bodyPr wrap="square" lIns="0" tIns="0" rIns="0" bIns="0" rtlCol="0" anchor="ctr"/>
          <a:lstStyle/>
          <a:p>
            <a:pPr algn="ctr" indent="0" marL="0">
              <a:buNone/>
            </a:pPr>
            <a:r>
              <a:rPr lang="en-US" sz="1400" b="1" dirty="0">
                <a:solidFill>
                  <a:schemeClr val="tx1"/>
                </a:solidFill>
              </a:rPr>
              <a:t>! </a:t>
            </a:r>
            <a:r>
              <a:rPr lang="en-US" sz="1400" b="1" dirty="0">
                <a:solidFill>
                  <a:schemeClr val="tx2"/>
                </a:solidFill>
              </a:rPr>
              <a:t>de</a:t>
            </a:r>
            <a:r>
              <a:rPr lang="en-US" sz="1400" b="1" dirty="0">
                <a:solidFill>
                  <a:schemeClr val="tx1"/>
                </a:solidFill>
              </a:rPr>
              <a:t> verkoop</a:t>
            </a:r>
            <a:endParaRPr lang="en-US" sz="1400" dirty="0"/>
          </a:p>
        </p:txBody>
      </p:sp>
      <p:sp>
        <p:nvSpPr>
          <p:cNvPr id="18" name="Shape 15"/>
          <p:cNvSpPr/>
          <p:nvPr/>
        </p:nvSpPr>
        <p:spPr>
          <a:xfrm>
            <a:off x="731520" y="4133088"/>
            <a:ext cx="960120" cy="548640"/>
          </a:xfrm>
          <a:prstGeom prst="roundRect">
            <a:avLst>
              <a:gd name="adj" fmla="val 16667"/>
            </a:avLst>
          </a:prstGeom>
          <a:solidFill>
            <a:schemeClr val="accent1"/>
          </a:solidFill>
          <a:ln w="12700">
            <a:solidFill>
              <a:srgbClr val="FFFFFF">
                <a:alpha val="0"/>
              </a:srgbClr>
            </a:solidFill>
            <a:prstDash val="solid"/>
          </a:ln>
        </p:spPr>
      </p:sp>
      <p:sp>
        <p:nvSpPr>
          <p:cNvPr id="19" name="Text 16"/>
          <p:cNvSpPr txBox="1"/>
          <p:nvPr/>
        </p:nvSpPr>
        <p:spPr>
          <a:xfrm>
            <a:off x="758952" y="4133088"/>
            <a:ext cx="905256"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ont-</a:t>
            </a:r>
            <a:endParaRPr lang="en-US" sz="2200" dirty="0"/>
          </a:p>
        </p:txBody>
      </p:sp>
      <p:sp>
        <p:nvSpPr>
          <p:cNvPr id="20" name="Text 17"/>
          <p:cNvSpPr txBox="1"/>
          <p:nvPr/>
        </p:nvSpPr>
        <p:spPr>
          <a:xfrm>
            <a:off x="1828800" y="4133088"/>
            <a:ext cx="4069080" cy="548640"/>
          </a:xfrm>
          <a:prstGeom prst="rect">
            <a:avLst/>
          </a:prstGeom>
          <a:noFill/>
          <a:ln/>
        </p:spPr>
        <p:txBody>
          <a:bodyPr wrap="square" lIns="0" tIns="0" rIns="0" bIns="0" rtlCol="0" anchor="ctr"/>
          <a:lstStyle/>
          <a:p>
            <a:pPr algn="l" indent="0" marL="0">
              <a:buNone/>
            </a:pPr>
            <a:r>
              <a:rPr lang="en-US" sz="1800" b="1" dirty="0">
                <a:solidFill>
                  <a:schemeClr val="accent1"/>
                </a:solidFill>
              </a:rPr>
              <a:t>het</a:t>
            </a:r>
            <a:r>
              <a:rPr lang="en-US" sz="1800" dirty="0">
                <a:solidFill>
                  <a:schemeClr val="tx1"/>
                </a:solidFill>
              </a:rPr>
              <a:t> </a:t>
            </a:r>
            <a:r>
              <a:rPr lang="en-US" sz="1800" b="1" dirty="0">
                <a:solidFill>
                  <a:schemeClr val="tx1"/>
                </a:solidFill>
              </a:rPr>
              <a:t>ont</a:t>
            </a:r>
            <a:r>
              <a:rPr lang="en-US" sz="1800" dirty="0">
                <a:solidFill>
                  <a:schemeClr val="tx1"/>
                </a:solidFill>
              </a:rPr>
              <a:t>bijt</a:t>
            </a:r>
            <a:endParaRPr lang="en-US" sz="1800" dirty="0"/>
          </a:p>
        </p:txBody>
      </p:sp>
      <p:sp>
        <p:nvSpPr>
          <p:cNvPr id="21" name="Shape 18"/>
          <p:cNvSpPr/>
          <p:nvPr/>
        </p:nvSpPr>
        <p:spPr>
          <a:xfrm>
            <a:off x="6309360" y="1536192"/>
            <a:ext cx="5330952" cy="3273552"/>
          </a:xfrm>
          <a:prstGeom prst="roundRect">
            <a:avLst>
              <a:gd name="adj" fmla="val 2235"/>
            </a:avLst>
          </a:prstGeom>
          <a:solidFill>
            <a:schemeClr val="accent1">
              <a:alpha val="6000"/>
            </a:schemeClr>
          </a:solidFill>
          <a:ln w="12700">
            <a:solidFill>
              <a:srgbClr val="D9700F">
                <a:alpha val="60000"/>
              </a:srgbClr>
            </a:solidFill>
            <a:prstDash val="solid"/>
          </a:ln>
        </p:spPr>
      </p:sp>
      <p:sp>
        <p:nvSpPr>
          <p:cNvPr id="22" name="Text 19"/>
          <p:cNvSpPr txBox="1"/>
          <p:nvPr/>
        </p:nvSpPr>
        <p:spPr>
          <a:xfrm>
            <a:off x="6492240" y="1600200"/>
            <a:ext cx="4965192" cy="384048"/>
          </a:xfrm>
          <a:prstGeom prst="rect">
            <a:avLst/>
          </a:prstGeom>
          <a:noFill/>
          <a:ln/>
        </p:spPr>
        <p:txBody>
          <a:bodyPr wrap="square" lIns="0" tIns="0" rIns="0" bIns="0" rtlCol="0" anchor="ctr"/>
          <a:lstStyle/>
          <a:p>
            <a:pPr algn="l" indent="0" marL="0">
              <a:buNone/>
            </a:pPr>
            <a:r>
              <a:rPr lang="en-US" sz="1700" b="1" dirty="0">
                <a:solidFill>
                  <a:schemeClr val="tx1"/>
                </a:solidFill>
              </a:rPr>
              <a:t>Terminaison</a:t>
            </a:r>
            <a:r>
              <a:rPr lang="en-US" sz="1700" dirty="0">
                <a:solidFill>
                  <a:schemeClr val="tx1"/>
                </a:solidFill>
              </a:rPr>
              <a:t> → </a:t>
            </a:r>
            <a:r>
              <a:rPr lang="en-US" sz="1700" b="1" dirty="0">
                <a:solidFill>
                  <a:schemeClr val="accent1"/>
                </a:solidFill>
              </a:rPr>
              <a:t>HET</a:t>
            </a:r>
            <a:endParaRPr lang="en-US" sz="1700" dirty="0"/>
          </a:p>
        </p:txBody>
      </p:sp>
      <p:sp>
        <p:nvSpPr>
          <p:cNvPr id="23" name="Shape 20"/>
          <p:cNvSpPr/>
          <p:nvPr/>
        </p:nvSpPr>
        <p:spPr>
          <a:xfrm>
            <a:off x="6492240" y="2075688"/>
            <a:ext cx="1097280" cy="548640"/>
          </a:xfrm>
          <a:prstGeom prst="roundRect">
            <a:avLst>
              <a:gd name="adj" fmla="val 16667"/>
            </a:avLst>
          </a:prstGeom>
          <a:solidFill>
            <a:schemeClr val="accent1"/>
          </a:solidFill>
          <a:ln w="12700">
            <a:solidFill>
              <a:srgbClr val="FFFFFF">
                <a:alpha val="0"/>
              </a:srgbClr>
            </a:solidFill>
            <a:prstDash val="solid"/>
          </a:ln>
        </p:spPr>
      </p:sp>
      <p:sp>
        <p:nvSpPr>
          <p:cNvPr id="24" name="Text 21"/>
          <p:cNvSpPr txBox="1"/>
          <p:nvPr/>
        </p:nvSpPr>
        <p:spPr>
          <a:xfrm>
            <a:off x="6519672" y="2075688"/>
            <a:ext cx="1042416"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-ment</a:t>
            </a:r>
            <a:endParaRPr lang="en-US" sz="2200" dirty="0"/>
          </a:p>
        </p:txBody>
      </p:sp>
      <p:sp>
        <p:nvSpPr>
          <p:cNvPr id="25" name="Text 22"/>
          <p:cNvSpPr txBox="1"/>
          <p:nvPr/>
        </p:nvSpPr>
        <p:spPr>
          <a:xfrm>
            <a:off x="7726680" y="2075688"/>
            <a:ext cx="3776472" cy="548640"/>
          </a:xfrm>
          <a:prstGeom prst="rect">
            <a:avLst/>
          </a:prstGeom>
          <a:noFill/>
          <a:ln/>
        </p:spPr>
        <p:txBody>
          <a:bodyPr wrap="square" lIns="0" tIns="0" rIns="0" bIns="0" rtlCol="0" anchor="ctr"/>
          <a:lstStyle/>
          <a:p>
            <a:pPr algn="l" indent="0" marL="0">
              <a:buNone/>
            </a:pPr>
            <a:r>
              <a:rPr lang="en-US" sz="1800" b="1" dirty="0">
                <a:solidFill>
                  <a:schemeClr val="accent1"/>
                </a:solidFill>
              </a:rPr>
              <a:t>het</a:t>
            </a:r>
            <a:r>
              <a:rPr lang="en-US" sz="1800" dirty="0">
                <a:solidFill>
                  <a:schemeClr val="tx1"/>
                </a:solidFill>
              </a:rPr>
              <a:t> docu</a:t>
            </a:r>
            <a:r>
              <a:rPr lang="en-US" sz="1800" b="1" dirty="0">
                <a:solidFill>
                  <a:schemeClr val="tx1"/>
                </a:solidFill>
              </a:rPr>
              <a:t>ment</a:t>
            </a:r>
            <a:r>
              <a:rPr lang="en-US" sz="1800" dirty="0">
                <a:solidFill>
                  <a:schemeClr val="tx1"/>
                </a:solidFill>
              </a:rPr>
              <a:t> · </a:t>
            </a:r>
            <a:r>
              <a:rPr lang="en-US" sz="1800" b="1" dirty="0">
                <a:solidFill>
                  <a:schemeClr val="accent1"/>
                </a:solidFill>
              </a:rPr>
              <a:t>het</a:t>
            </a:r>
            <a:r>
              <a:rPr lang="en-US" sz="1800" dirty="0">
                <a:solidFill>
                  <a:schemeClr val="tx1"/>
                </a:solidFill>
              </a:rPr>
              <a:t> mo</a:t>
            </a:r>
            <a:r>
              <a:rPr lang="en-US" sz="1800" b="1" dirty="0">
                <a:solidFill>
                  <a:schemeClr val="tx1"/>
                </a:solidFill>
              </a:rPr>
              <a:t>ment</a:t>
            </a:r>
            <a:endParaRPr lang="en-US" sz="1800" dirty="0"/>
          </a:p>
        </p:txBody>
      </p:sp>
      <p:sp>
        <p:nvSpPr>
          <p:cNvPr id="26" name="Shape 23"/>
          <p:cNvSpPr/>
          <p:nvPr/>
        </p:nvSpPr>
        <p:spPr>
          <a:xfrm>
            <a:off x="6492240" y="2761488"/>
            <a:ext cx="1097280" cy="548640"/>
          </a:xfrm>
          <a:prstGeom prst="roundRect">
            <a:avLst>
              <a:gd name="adj" fmla="val 16667"/>
            </a:avLst>
          </a:prstGeom>
          <a:solidFill>
            <a:schemeClr val="accent1"/>
          </a:solidFill>
          <a:ln w="12700">
            <a:solidFill>
              <a:srgbClr val="FFFFFF">
                <a:alpha val="0"/>
              </a:srgbClr>
            </a:solidFill>
            <a:prstDash val="solid"/>
          </a:ln>
        </p:spPr>
      </p:sp>
      <p:sp>
        <p:nvSpPr>
          <p:cNvPr id="27" name="Text 24"/>
          <p:cNvSpPr txBox="1"/>
          <p:nvPr/>
        </p:nvSpPr>
        <p:spPr>
          <a:xfrm>
            <a:off x="6519672" y="2761488"/>
            <a:ext cx="1042416"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-um</a:t>
            </a:r>
            <a:endParaRPr lang="en-US" sz="2200" dirty="0"/>
          </a:p>
        </p:txBody>
      </p:sp>
      <p:sp>
        <p:nvSpPr>
          <p:cNvPr id="28" name="Text 25"/>
          <p:cNvSpPr txBox="1"/>
          <p:nvPr/>
        </p:nvSpPr>
        <p:spPr>
          <a:xfrm>
            <a:off x="7726680" y="2761488"/>
            <a:ext cx="2404872" cy="548640"/>
          </a:xfrm>
          <a:prstGeom prst="rect">
            <a:avLst/>
          </a:prstGeom>
          <a:noFill/>
          <a:ln/>
        </p:spPr>
        <p:txBody>
          <a:bodyPr wrap="square" lIns="0" tIns="0" rIns="0" bIns="0" rtlCol="0" anchor="ctr"/>
          <a:lstStyle/>
          <a:p>
            <a:pPr algn="l" indent="0" marL="0">
              <a:buNone/>
            </a:pPr>
            <a:r>
              <a:rPr lang="en-US" sz="1700" b="1" dirty="0">
                <a:solidFill>
                  <a:schemeClr val="accent1"/>
                </a:solidFill>
              </a:rPr>
              <a:t>het</a:t>
            </a:r>
            <a:r>
              <a:rPr lang="en-US" sz="1700" dirty="0">
                <a:solidFill>
                  <a:schemeClr val="tx1"/>
                </a:solidFill>
              </a:rPr>
              <a:t> muse</a:t>
            </a:r>
            <a:r>
              <a:rPr lang="en-US" sz="1700" b="1" dirty="0">
                <a:solidFill>
                  <a:schemeClr val="tx1"/>
                </a:solidFill>
              </a:rPr>
              <a:t>um</a:t>
            </a:r>
            <a:r>
              <a:rPr lang="en-US" sz="1700" dirty="0">
                <a:solidFill>
                  <a:schemeClr val="tx1"/>
                </a:solidFill>
              </a:rPr>
              <a:t> · </a:t>
            </a:r>
            <a:r>
              <a:rPr lang="en-US" sz="1700" b="1" dirty="0">
                <a:solidFill>
                  <a:schemeClr val="accent1"/>
                </a:solidFill>
              </a:rPr>
              <a:t>het</a:t>
            </a:r>
            <a:r>
              <a:rPr lang="en-US" sz="1700" dirty="0">
                <a:solidFill>
                  <a:schemeClr val="tx1"/>
                </a:solidFill>
              </a:rPr>
              <a:t> centr</a:t>
            </a:r>
            <a:r>
              <a:rPr lang="en-US" sz="1700" b="1" dirty="0">
                <a:solidFill>
                  <a:schemeClr val="tx1"/>
                </a:solidFill>
              </a:rPr>
              <a:t>um</a:t>
            </a:r>
            <a:endParaRPr lang="en-US" sz="1700" dirty="0"/>
          </a:p>
        </p:txBody>
      </p:sp>
      <p:sp>
        <p:nvSpPr>
          <p:cNvPr id="29" name="Shape 26"/>
          <p:cNvSpPr/>
          <p:nvPr/>
        </p:nvSpPr>
        <p:spPr>
          <a:xfrm>
            <a:off x="10177272" y="2852928"/>
            <a:ext cx="1298448" cy="365760"/>
          </a:xfrm>
          <a:prstGeom prst="roundRect">
            <a:avLst>
              <a:gd name="adj" fmla="val 20000"/>
            </a:avLst>
          </a:prstGeom>
          <a:solidFill>
            <a:schemeClr val="bg1"/>
          </a:solidFill>
          <a:ln w="15875">
            <a:solidFill>
              <a:srgbClr val="17375E"/>
            </a:solidFill>
            <a:prstDash val="solid"/>
          </a:ln>
        </p:spPr>
      </p:sp>
      <p:sp>
        <p:nvSpPr>
          <p:cNvPr id="30" name="Text 27"/>
          <p:cNvSpPr txBox="1"/>
          <p:nvPr/>
        </p:nvSpPr>
        <p:spPr>
          <a:xfrm>
            <a:off x="10177272" y="2852928"/>
            <a:ext cx="1298448" cy="365760"/>
          </a:xfrm>
          <a:prstGeom prst="rect">
            <a:avLst/>
          </a:prstGeom>
          <a:noFill/>
          <a:ln/>
        </p:spPr>
        <p:txBody>
          <a:bodyPr wrap="square" lIns="0" tIns="0" rIns="0" bIns="0" rtlCol="0" anchor="ctr"/>
          <a:lstStyle/>
          <a:p>
            <a:pPr algn="ctr" indent="0" marL="0">
              <a:buNone/>
            </a:pPr>
            <a:r>
              <a:rPr lang="en-US" sz="1400" b="1" dirty="0">
                <a:solidFill>
                  <a:schemeClr val="tx1"/>
                </a:solidFill>
              </a:rPr>
              <a:t>! </a:t>
            </a:r>
            <a:r>
              <a:rPr lang="en-US" sz="1400" b="1" dirty="0">
                <a:solidFill>
                  <a:schemeClr val="tx2"/>
                </a:solidFill>
              </a:rPr>
              <a:t>de</a:t>
            </a:r>
            <a:r>
              <a:rPr lang="en-US" sz="1400" b="1" dirty="0">
                <a:solidFill>
                  <a:schemeClr val="tx1"/>
                </a:solidFill>
              </a:rPr>
              <a:t> datum</a:t>
            </a:r>
            <a:endParaRPr lang="en-US" sz="1400" dirty="0"/>
          </a:p>
        </p:txBody>
      </p:sp>
      <p:sp>
        <p:nvSpPr>
          <p:cNvPr id="31" name="Shape 28"/>
          <p:cNvSpPr/>
          <p:nvPr/>
        </p:nvSpPr>
        <p:spPr>
          <a:xfrm>
            <a:off x="6492240" y="3447288"/>
            <a:ext cx="1097280" cy="548640"/>
          </a:xfrm>
          <a:prstGeom prst="roundRect">
            <a:avLst>
              <a:gd name="adj" fmla="val 16667"/>
            </a:avLst>
          </a:prstGeom>
          <a:solidFill>
            <a:schemeClr val="accent1"/>
          </a:solidFill>
          <a:ln w="12700">
            <a:solidFill>
              <a:srgbClr val="FFFFFF">
                <a:alpha val="0"/>
              </a:srgbClr>
            </a:solidFill>
            <a:prstDash val="solid"/>
          </a:ln>
        </p:spPr>
      </p:sp>
      <p:sp>
        <p:nvSpPr>
          <p:cNvPr id="32" name="Text 29"/>
          <p:cNvSpPr txBox="1"/>
          <p:nvPr/>
        </p:nvSpPr>
        <p:spPr>
          <a:xfrm>
            <a:off x="6519672" y="3447288"/>
            <a:ext cx="1042416"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-isme</a:t>
            </a:r>
            <a:endParaRPr lang="en-US" sz="2200" dirty="0"/>
          </a:p>
        </p:txBody>
      </p:sp>
      <p:sp>
        <p:nvSpPr>
          <p:cNvPr id="33" name="Text 30"/>
          <p:cNvSpPr txBox="1"/>
          <p:nvPr/>
        </p:nvSpPr>
        <p:spPr>
          <a:xfrm>
            <a:off x="7726680" y="3447288"/>
            <a:ext cx="3776472" cy="548640"/>
          </a:xfrm>
          <a:prstGeom prst="rect">
            <a:avLst/>
          </a:prstGeom>
          <a:noFill/>
          <a:ln/>
        </p:spPr>
        <p:txBody>
          <a:bodyPr wrap="square" lIns="0" tIns="0" rIns="0" bIns="0" rtlCol="0" anchor="ctr"/>
          <a:lstStyle/>
          <a:p>
            <a:pPr algn="l" indent="0" marL="0">
              <a:buNone/>
            </a:pPr>
            <a:r>
              <a:rPr lang="en-US" sz="1800" b="1" dirty="0">
                <a:solidFill>
                  <a:schemeClr val="accent1"/>
                </a:solidFill>
              </a:rPr>
              <a:t>het</a:t>
            </a:r>
            <a:r>
              <a:rPr lang="en-US" sz="1800" dirty="0">
                <a:solidFill>
                  <a:schemeClr val="tx1"/>
                </a:solidFill>
              </a:rPr>
              <a:t> toer</a:t>
            </a:r>
            <a:r>
              <a:rPr lang="en-US" sz="1800" b="1" dirty="0">
                <a:solidFill>
                  <a:schemeClr val="tx1"/>
                </a:solidFill>
              </a:rPr>
              <a:t>isme</a:t>
            </a:r>
            <a:endParaRPr lang="en-US" sz="1800" dirty="0"/>
          </a:p>
        </p:txBody>
      </p:sp>
      <p:sp>
        <p:nvSpPr>
          <p:cNvPr id="34" name="Shape 31"/>
          <p:cNvSpPr/>
          <p:nvPr/>
        </p:nvSpPr>
        <p:spPr>
          <a:xfrm>
            <a:off x="548640" y="4983480"/>
            <a:ext cx="11091672" cy="1280160"/>
          </a:xfrm>
          <a:prstGeom prst="roundRect">
            <a:avLst>
              <a:gd name="adj" fmla="val 5714"/>
            </a:avLst>
          </a:prstGeom>
          <a:solidFill>
            <a:schemeClr val="bg2"/>
          </a:solidFill>
          <a:ln w="12700">
            <a:solidFill>
              <a:srgbClr val="D5DCE6"/>
            </a:solidFill>
            <a:prstDash val="solid"/>
          </a:ln>
        </p:spPr>
      </p:sp>
      <p:sp>
        <p:nvSpPr>
          <p:cNvPr id="35" name="Text 32"/>
          <p:cNvSpPr txBox="1"/>
          <p:nvPr/>
        </p:nvSpPr>
        <p:spPr>
          <a:xfrm>
            <a:off x="685800" y="5074920"/>
            <a:ext cx="1005840" cy="274320"/>
          </a:xfrm>
          <a:prstGeom prst="rect">
            <a:avLst/>
          </a:prstGeom>
          <a:noFill/>
          <a:ln/>
        </p:spPr>
        <p:txBody>
          <a:bodyPr wrap="square" lIns="0" tIns="0" rIns="0" bIns="0" rtlCol="0" anchor="t"/>
          <a:lstStyle/>
          <a:p>
            <a:pPr algn="ctr" indent="0" marL="0">
              <a:buNone/>
            </a:pPr>
            <a:r>
              <a:rPr lang="en-US" sz="1300" b="1" i="1" dirty="0">
                <a:solidFill>
                  <a:schemeClr val="accent1"/>
                </a:solidFill>
              </a:rPr>
              <a:t>préfixe</a:t>
            </a:r>
            <a:endParaRPr lang="en-US" sz="1300" dirty="0"/>
          </a:p>
        </p:txBody>
      </p:sp>
      <p:sp>
        <p:nvSpPr>
          <p:cNvPr id="36" name="Shape 33"/>
          <p:cNvSpPr/>
          <p:nvPr/>
        </p:nvSpPr>
        <p:spPr>
          <a:xfrm>
            <a:off x="731520" y="5760720"/>
            <a:ext cx="731520" cy="914"/>
          </a:xfrm>
          <a:prstGeom prst="line">
            <a:avLst/>
          </a:prstGeom>
          <a:noFill/>
          <a:ln w="38100">
            <a:solidFill>
              <a:srgbClr val="D9700F"/>
            </a:solidFill>
            <a:prstDash val="solid"/>
            <a:tailEnd type="triangle"/>
          </a:ln>
        </p:spPr>
      </p:sp>
      <p:sp>
        <p:nvSpPr>
          <p:cNvPr id="37" name="Shape 34"/>
          <p:cNvSpPr/>
          <p:nvPr/>
        </p:nvSpPr>
        <p:spPr>
          <a:xfrm>
            <a:off x="1536192" y="5440680"/>
            <a:ext cx="777240" cy="640080"/>
          </a:xfrm>
          <a:prstGeom prst="roundRect">
            <a:avLst>
              <a:gd name="adj" fmla="val 11429"/>
            </a:avLst>
          </a:prstGeom>
          <a:solidFill>
            <a:schemeClr val="bg1"/>
          </a:solidFill>
          <a:ln w="25400">
            <a:solidFill>
              <a:srgbClr val="D9700F"/>
            </a:solidFill>
            <a:prstDash val="solid"/>
          </a:ln>
        </p:spPr>
      </p:sp>
      <p:sp>
        <p:nvSpPr>
          <p:cNvPr id="38" name="Text 35"/>
          <p:cNvSpPr txBox="1"/>
          <p:nvPr/>
        </p:nvSpPr>
        <p:spPr>
          <a:xfrm>
            <a:off x="1536192" y="5440680"/>
            <a:ext cx="777240" cy="640080"/>
          </a:xfrm>
          <a:prstGeom prst="rect">
            <a:avLst/>
          </a:prstGeom>
          <a:noFill/>
          <a:ln/>
        </p:spPr>
        <p:txBody>
          <a:bodyPr wrap="square" lIns="0" tIns="0" rIns="0" bIns="0" rtlCol="0" anchor="ctr"/>
          <a:lstStyle/>
          <a:p>
            <a:pPr algn="ctr" indent="0" marL="0">
              <a:buNone/>
            </a:pPr>
            <a:r>
              <a:rPr lang="en-US" sz="2600" b="1" dirty="0">
                <a:solidFill>
                  <a:schemeClr val="accent1"/>
                </a:solidFill>
                <a:latin typeface="+mj-lt" pitchFamily="34" charset="0"/>
                <a:ea typeface="+mj-lt" pitchFamily="34" charset="-122"/>
                <a:cs typeface="+mj-lt" pitchFamily="34" charset="-120"/>
              </a:rPr>
              <a:t>ver</a:t>
            </a:r>
            <a:endParaRPr lang="en-US" sz="2600" dirty="0"/>
          </a:p>
        </p:txBody>
      </p:sp>
      <p:sp>
        <p:nvSpPr>
          <p:cNvPr id="39" name="Text 36"/>
          <p:cNvSpPr txBox="1"/>
          <p:nvPr/>
        </p:nvSpPr>
        <p:spPr>
          <a:xfrm>
            <a:off x="2313432" y="5440680"/>
            <a:ext cx="182880" cy="640080"/>
          </a:xfrm>
          <a:prstGeom prst="rect">
            <a:avLst/>
          </a:prstGeom>
          <a:noFill/>
          <a:ln/>
        </p:spPr>
        <p:txBody>
          <a:bodyPr wrap="square" lIns="0" tIns="0" rIns="0" bIns="0" rtlCol="0" anchor="ctr"/>
          <a:lstStyle/>
          <a:p>
            <a:pPr algn="ctr" indent="0" marL="0">
              <a:buNone/>
            </a:pPr>
            <a:r>
              <a:rPr lang="en-US" sz="2600" b="1" dirty="0">
                <a:solidFill>
                  <a:schemeClr val="accent5"/>
                </a:solidFill>
              </a:rPr>
              <a:t>·</a:t>
            </a:r>
            <a:endParaRPr lang="en-US" sz="2600" dirty="0"/>
          </a:p>
        </p:txBody>
      </p:sp>
      <p:sp>
        <p:nvSpPr>
          <p:cNvPr id="40" name="Text 37"/>
          <p:cNvSpPr txBox="1"/>
          <p:nvPr/>
        </p:nvSpPr>
        <p:spPr>
          <a:xfrm>
            <a:off x="2450592" y="5440680"/>
            <a:ext cx="1143000" cy="64008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gader</a:t>
            </a:r>
            <a:endParaRPr lang="en-US" sz="2200" dirty="0"/>
          </a:p>
        </p:txBody>
      </p:sp>
      <p:sp>
        <p:nvSpPr>
          <p:cNvPr id="41" name="Text 38"/>
          <p:cNvSpPr txBox="1"/>
          <p:nvPr/>
        </p:nvSpPr>
        <p:spPr>
          <a:xfrm>
            <a:off x="3547872" y="5440680"/>
            <a:ext cx="182880" cy="640080"/>
          </a:xfrm>
          <a:prstGeom prst="rect">
            <a:avLst/>
          </a:prstGeom>
          <a:noFill/>
          <a:ln/>
        </p:spPr>
        <p:txBody>
          <a:bodyPr wrap="square" lIns="0" tIns="0" rIns="0" bIns="0" rtlCol="0" anchor="ctr"/>
          <a:lstStyle/>
          <a:p>
            <a:pPr algn="ctr" indent="0" marL="0">
              <a:buNone/>
            </a:pPr>
            <a:r>
              <a:rPr lang="en-US" sz="2600" b="1" dirty="0">
                <a:solidFill>
                  <a:schemeClr val="accent5"/>
                </a:solidFill>
              </a:rPr>
              <a:t>·</a:t>
            </a:r>
            <a:endParaRPr lang="en-US" sz="2600" dirty="0"/>
          </a:p>
        </p:txBody>
      </p:sp>
      <p:sp>
        <p:nvSpPr>
          <p:cNvPr id="42" name="Shape 39"/>
          <p:cNvSpPr/>
          <p:nvPr/>
        </p:nvSpPr>
        <p:spPr>
          <a:xfrm>
            <a:off x="3730752" y="5440680"/>
            <a:ext cx="777240" cy="640080"/>
          </a:xfrm>
          <a:prstGeom prst="roundRect">
            <a:avLst>
              <a:gd name="adj" fmla="val 11429"/>
            </a:avLst>
          </a:prstGeom>
          <a:solidFill>
            <a:schemeClr val="tx2">
              <a:alpha val="12000"/>
            </a:schemeClr>
          </a:solidFill>
          <a:ln w="38100">
            <a:solidFill>
              <a:srgbClr val="17375E"/>
            </a:solidFill>
            <a:prstDash val="solid"/>
          </a:ln>
        </p:spPr>
      </p:sp>
      <p:sp>
        <p:nvSpPr>
          <p:cNvPr id="43" name="Text 40"/>
          <p:cNvSpPr txBox="1"/>
          <p:nvPr/>
        </p:nvSpPr>
        <p:spPr>
          <a:xfrm>
            <a:off x="3730752" y="5440680"/>
            <a:ext cx="777240" cy="640080"/>
          </a:xfrm>
          <a:prstGeom prst="rect">
            <a:avLst/>
          </a:prstGeom>
          <a:noFill/>
          <a:ln/>
        </p:spPr>
        <p:txBody>
          <a:bodyPr wrap="square" lIns="0" tIns="0" rIns="0" bIns="0" rtlCol="0" anchor="ctr"/>
          <a:lstStyle/>
          <a:p>
            <a:pPr algn="ctr" indent="0" marL="0">
              <a:buNone/>
            </a:pPr>
            <a:r>
              <a:rPr lang="en-US" sz="2600" b="1" dirty="0">
                <a:solidFill>
                  <a:schemeClr val="tx2"/>
                </a:solidFill>
                <a:latin typeface="+mj-lt" pitchFamily="34" charset="0"/>
                <a:ea typeface="+mj-lt" pitchFamily="34" charset="-122"/>
                <a:cs typeface="+mj-lt" pitchFamily="34" charset="-120"/>
              </a:rPr>
              <a:t>ing</a:t>
            </a:r>
            <a:endParaRPr lang="en-US" sz="2600" dirty="0"/>
          </a:p>
        </p:txBody>
      </p:sp>
      <p:pic>
        <p:nvPicPr>
          <p:cNvPr id="44" name="Image 0" descr="Crown">    </p:cNvPr>
          <p:cNvPicPr>
            <a:picLocks noChangeAspect="1"/>
          </p:cNvPicPr>
          <p:nvPr/>
        </p:nvPicPr>
        <p:blipFill>
          <a:blip r:embed="rId1"/>
          <a:stretch>
            <a:fillRect/>
          </a:stretch>
        </p:blipFill>
        <p:spPr>
          <a:xfrm>
            <a:off x="3931920" y="5029200"/>
            <a:ext cx="384048" cy="384048"/>
          </a:xfrm>
          <a:prstGeom prst="rect">
            <a:avLst/>
          </a:prstGeom>
        </p:spPr>
      </p:pic>
      <p:sp>
        <p:nvSpPr>
          <p:cNvPr id="45" name="Shape 41"/>
          <p:cNvSpPr/>
          <p:nvPr/>
        </p:nvSpPr>
        <p:spPr>
          <a:xfrm flipH="1">
            <a:off x="4572000" y="5760720"/>
            <a:ext cx="685800" cy="914"/>
          </a:xfrm>
          <a:prstGeom prst="line">
            <a:avLst/>
          </a:prstGeom>
          <a:noFill/>
          <a:ln w="38100">
            <a:solidFill>
              <a:srgbClr val="17375E"/>
            </a:solidFill>
            <a:prstDash val="solid"/>
            <a:tailEnd type="triangle"/>
          </a:ln>
        </p:spPr>
      </p:sp>
      <p:sp>
        <p:nvSpPr>
          <p:cNvPr id="46" name="Text 42"/>
          <p:cNvSpPr txBox="1"/>
          <p:nvPr/>
        </p:nvSpPr>
        <p:spPr>
          <a:xfrm>
            <a:off x="4526280" y="5074920"/>
            <a:ext cx="1188720" cy="274320"/>
          </a:xfrm>
          <a:prstGeom prst="rect">
            <a:avLst/>
          </a:prstGeom>
          <a:noFill/>
          <a:ln/>
        </p:spPr>
        <p:txBody>
          <a:bodyPr wrap="square" lIns="0" tIns="0" rIns="0" bIns="0" rtlCol="0" anchor="t"/>
          <a:lstStyle/>
          <a:p>
            <a:pPr algn="ctr" indent="0" marL="0">
              <a:buNone/>
            </a:pPr>
            <a:r>
              <a:rPr lang="en-US" sz="1300" b="1" i="1" dirty="0">
                <a:solidFill>
                  <a:schemeClr val="tx2"/>
                </a:solidFill>
              </a:rPr>
              <a:t>terminaison</a:t>
            </a:r>
            <a:endParaRPr lang="en-US" sz="1300" dirty="0"/>
          </a:p>
        </p:txBody>
      </p:sp>
      <p:sp>
        <p:nvSpPr>
          <p:cNvPr id="47" name="Text 43"/>
          <p:cNvSpPr txBox="1"/>
          <p:nvPr/>
        </p:nvSpPr>
        <p:spPr>
          <a:xfrm>
            <a:off x="5349240" y="5440680"/>
            <a:ext cx="2377440" cy="640080"/>
          </a:xfrm>
          <a:prstGeom prst="rect">
            <a:avLst/>
          </a:prstGeom>
          <a:noFill/>
          <a:ln/>
        </p:spPr>
        <p:txBody>
          <a:bodyPr wrap="square" lIns="0" tIns="0" rIns="0" bIns="0" rtlCol="0" anchor="ctr"/>
          <a:lstStyle/>
          <a:p>
            <a:pPr algn="l" indent="0" marL="0">
              <a:buNone/>
            </a:pPr>
            <a:r>
              <a:rPr lang="en-US" sz="2200" dirty="0">
                <a:solidFill>
                  <a:schemeClr val="tx1"/>
                </a:solidFill>
              </a:rPr>
              <a:t>= </a:t>
            </a:r>
            <a:r>
              <a:rPr lang="en-US" sz="2200" b="1" dirty="0">
                <a:solidFill>
                  <a:schemeClr val="tx2"/>
                </a:solidFill>
              </a:rPr>
              <a:t>de</a:t>
            </a:r>
            <a:r>
              <a:rPr lang="en-US" sz="2200" dirty="0">
                <a:solidFill>
                  <a:schemeClr val="tx1"/>
                </a:solidFill>
              </a:rPr>
              <a:t> vergadering</a:t>
            </a:r>
            <a:endParaRPr lang="en-US" sz="2200" dirty="0"/>
          </a:p>
        </p:txBody>
      </p:sp>
      <p:sp>
        <p:nvSpPr>
          <p:cNvPr id="48" name="Shape 44"/>
          <p:cNvSpPr/>
          <p:nvPr/>
        </p:nvSpPr>
        <p:spPr>
          <a:xfrm>
            <a:off x="7772400" y="5120640"/>
            <a:ext cx="914" cy="1005840"/>
          </a:xfrm>
          <a:prstGeom prst="line">
            <a:avLst/>
          </a:prstGeom>
          <a:noFill/>
          <a:ln w="15875">
            <a:solidFill>
              <a:srgbClr val="D5DCE6"/>
            </a:solidFill>
            <a:prstDash val="solid"/>
          </a:ln>
        </p:spPr>
      </p:sp>
      <p:sp>
        <p:nvSpPr>
          <p:cNvPr id="49" name="Text 45"/>
          <p:cNvSpPr txBox="1"/>
          <p:nvPr/>
        </p:nvSpPr>
        <p:spPr>
          <a:xfrm>
            <a:off x="7955280" y="5029200"/>
            <a:ext cx="3611880" cy="1188720"/>
          </a:xfrm>
          <a:prstGeom prst="rect">
            <a:avLst/>
          </a:prstGeom>
          <a:noFill/>
          <a:ln/>
        </p:spPr>
        <p:txBody>
          <a:bodyPr wrap="square" lIns="0" tIns="0" rIns="0" bIns="0" rtlCol="0" anchor="ctr"/>
          <a:lstStyle/>
          <a:p>
            <a:pPr algn="l" indent="0" marL="0">
              <a:spcAft>
                <a:spcPts val="400"/>
              </a:spcAft>
              <a:buNone/>
            </a:pPr>
            <a:r>
              <a:rPr lang="en-US" sz="1700" b="1" dirty="0">
                <a:solidFill>
                  <a:schemeClr val="tx1"/>
                </a:solidFill>
              </a:rPr>
              <a:t>La terminaison gagne</a:t>
            </a:r>
            <a:r>
              <a:rPr lang="en-US" sz="1700" dirty="0">
                <a:solidFill>
                  <a:schemeClr val="tx1"/>
                </a:solidFill>
              </a:rPr>
              <a:t> 👑</a:t>
            </a:r>
            <a:endParaRPr lang="en-US" sz="1700" dirty="0"/>
          </a:p>
          <a:p>
            <a:pPr algn="l" indent="0" marL="0">
              <a:spcAft>
                <a:spcPts val="400"/>
              </a:spcAft>
              <a:buNone/>
            </a:pPr>
            <a:r>
              <a:rPr lang="en-US" sz="1700" b="1" i="1" dirty="0">
                <a:solidFill>
                  <a:schemeClr val="tx2"/>
                </a:solidFill>
              </a:rPr>
              <a:t>de</a:t>
            </a:r>
            <a:r>
              <a:rPr lang="en-US" sz="1700" i="1" dirty="0">
                <a:solidFill>
                  <a:schemeClr val="tx1"/>
                </a:solidFill>
              </a:rPr>
              <a:t> verga·der</a:t>
            </a:r>
            <a:r>
              <a:rPr lang="en-US" sz="1700" b="1" i="1" dirty="0">
                <a:solidFill>
                  <a:schemeClr val="tx1"/>
                </a:solidFill>
              </a:rPr>
              <a:t>ing</a:t>
            </a:r>
            <a:r>
              <a:rPr lang="en-US" sz="1700" i="1" dirty="0">
                <a:solidFill>
                  <a:schemeClr val="tx1"/>
                </a:solidFill>
              </a:rPr>
              <a:t> · </a:t>
            </a:r>
            <a:r>
              <a:rPr lang="en-US" sz="1700" b="1" i="1" dirty="0">
                <a:solidFill>
                  <a:schemeClr val="tx2"/>
                </a:solidFill>
              </a:rPr>
              <a:t>de</a:t>
            </a:r>
            <a:r>
              <a:rPr lang="en-US" sz="1700" i="1" dirty="0">
                <a:solidFill>
                  <a:schemeClr val="tx1"/>
                </a:solidFill>
              </a:rPr>
              <a:t> bestel</a:t>
            </a:r>
            <a:r>
              <a:rPr lang="en-US" sz="1700" b="1" i="1" dirty="0">
                <a:solidFill>
                  <a:schemeClr val="tx1"/>
                </a:solidFill>
              </a:rPr>
              <a:t>ling</a:t>
            </a:r>
            <a:r>
              <a:rPr lang="en-US" sz="1700" i="1" dirty="0">
                <a:solidFill>
                  <a:schemeClr val="tx1"/>
                </a:solidFill>
              </a:rPr>
              <a:t> · </a:t>
            </a:r>
            <a:r>
              <a:rPr lang="en-US" sz="1700" b="1" i="1" dirty="0">
                <a:solidFill>
                  <a:schemeClr val="tx2"/>
                </a:solidFill>
              </a:rPr>
              <a:t>de</a:t>
            </a:r>
            <a:r>
              <a:rPr lang="en-US" sz="1700" i="1" dirty="0">
                <a:solidFill>
                  <a:schemeClr val="tx1"/>
                </a:solidFill>
              </a:rPr>
              <a:t> gemeen</a:t>
            </a:r>
            <a:r>
              <a:rPr lang="en-US" sz="1700" b="1" i="1" dirty="0">
                <a:solidFill>
                  <a:schemeClr val="tx1"/>
                </a:solidFill>
              </a:rPr>
              <a:t>te</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mots composés — c'est le dernier qui décide</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Text 2"/>
          <p:cNvSpPr txBox="1"/>
          <p:nvPr/>
        </p:nvSpPr>
        <p:spPr>
          <a:xfrm>
            <a:off x="548640" y="1481328"/>
            <a:ext cx="2743200" cy="256032"/>
          </a:xfrm>
          <a:prstGeom prst="rect">
            <a:avLst/>
          </a:prstGeom>
          <a:noFill/>
          <a:ln/>
        </p:spPr>
        <p:txBody>
          <a:bodyPr wrap="square" lIns="0" tIns="0" rIns="0" bIns="0" rtlCol="0" anchor="t"/>
          <a:lstStyle/>
          <a:p>
            <a:pPr algn="l" indent="0" marL="0">
              <a:buNone/>
            </a:pPr>
            <a:r>
              <a:rPr lang="en-US" sz="1200" b="1" spc="200" kern="0" dirty="0">
                <a:solidFill>
                  <a:schemeClr val="accent5"/>
                </a:solidFill>
              </a:rPr>
              <a:t>LES DEUX MOTS</a:t>
            </a:r>
            <a:endParaRPr lang="en-US" sz="1200" dirty="0"/>
          </a:p>
        </p:txBody>
      </p:sp>
      <p:sp>
        <p:nvSpPr>
          <p:cNvPr id="6" name="Text 3"/>
          <p:cNvSpPr txBox="1"/>
          <p:nvPr/>
        </p:nvSpPr>
        <p:spPr>
          <a:xfrm>
            <a:off x="6035040" y="1481328"/>
            <a:ext cx="2743200" cy="256032"/>
          </a:xfrm>
          <a:prstGeom prst="rect">
            <a:avLst/>
          </a:prstGeom>
          <a:noFill/>
          <a:ln/>
        </p:spPr>
        <p:txBody>
          <a:bodyPr wrap="square" lIns="0" tIns="0" rIns="0" bIns="0" rtlCol="0" anchor="t"/>
          <a:lstStyle/>
          <a:p>
            <a:pPr algn="l" indent="0" marL="0">
              <a:buNone/>
            </a:pPr>
            <a:r>
              <a:rPr lang="en-US" sz="1200" b="1" spc="200" kern="0" dirty="0">
                <a:solidFill>
                  <a:schemeClr val="accent5"/>
                </a:solidFill>
              </a:rPr>
              <a:t>LE MOT COMPOSÉ</a:t>
            </a:r>
            <a:endParaRPr lang="en-US" sz="1200" dirty="0"/>
          </a:p>
        </p:txBody>
      </p:sp>
      <p:sp>
        <p:nvSpPr>
          <p:cNvPr id="7" name="Shape 4"/>
          <p:cNvSpPr/>
          <p:nvPr/>
        </p:nvSpPr>
        <p:spPr>
          <a:xfrm>
            <a:off x="2606040" y="2240280"/>
            <a:ext cx="274320" cy="914"/>
          </a:xfrm>
          <a:prstGeom prst="line">
            <a:avLst/>
          </a:prstGeom>
          <a:noFill/>
          <a:ln w="38100">
            <a:solidFill>
              <a:srgbClr val="4A5A70"/>
            </a:solidFill>
            <a:prstDash val="solid"/>
          </a:ln>
        </p:spPr>
      </p:sp>
      <p:sp>
        <p:nvSpPr>
          <p:cNvPr id="8" name="Shape 5"/>
          <p:cNvSpPr/>
          <p:nvPr/>
        </p:nvSpPr>
        <p:spPr>
          <a:xfrm>
            <a:off x="875995" y="2421331"/>
            <a:ext cx="186538" cy="186538"/>
          </a:xfrm>
          <a:prstGeom prst="ellipse">
            <a:avLst/>
          </a:prstGeom>
          <a:solidFill>
            <a:schemeClr val="accent5"/>
          </a:solidFill>
          <a:ln w="12700">
            <a:solidFill>
              <a:srgbClr val="FFFFFF">
                <a:alpha val="0"/>
              </a:srgbClr>
            </a:solidFill>
            <a:prstDash val="solid"/>
          </a:ln>
        </p:spPr>
      </p:sp>
      <p:sp>
        <p:nvSpPr>
          <p:cNvPr id="9" name="Shape 6"/>
          <p:cNvSpPr/>
          <p:nvPr/>
        </p:nvSpPr>
        <p:spPr>
          <a:xfrm>
            <a:off x="2137867" y="2421331"/>
            <a:ext cx="186538" cy="186538"/>
          </a:xfrm>
          <a:prstGeom prst="ellipse">
            <a:avLst/>
          </a:prstGeom>
          <a:solidFill>
            <a:schemeClr val="accent5"/>
          </a:solidFill>
          <a:ln w="12700">
            <a:solidFill>
              <a:srgbClr val="FFFFFF">
                <a:alpha val="0"/>
              </a:srgbClr>
            </a:solidFill>
            <a:prstDash val="solid"/>
          </a:ln>
        </p:spPr>
      </p:sp>
      <p:sp>
        <p:nvSpPr>
          <p:cNvPr id="10" name="Shape 7"/>
          <p:cNvSpPr/>
          <p:nvPr/>
        </p:nvSpPr>
        <p:spPr>
          <a:xfrm>
            <a:off x="548640" y="1965960"/>
            <a:ext cx="2103120" cy="548640"/>
          </a:xfrm>
          <a:prstGeom prst="roundRect">
            <a:avLst>
              <a:gd name="adj" fmla="val 10000"/>
            </a:avLst>
          </a:prstGeom>
          <a:solidFill>
            <a:schemeClr val="bg1"/>
          </a:solidFill>
          <a:ln w="31750">
            <a:solidFill>
              <a:srgbClr val="D9700F"/>
            </a:solidFill>
            <a:prstDash val="solid"/>
          </a:ln>
        </p:spPr>
      </p:sp>
      <p:sp>
        <p:nvSpPr>
          <p:cNvPr id="11" name="Text 8"/>
          <p:cNvSpPr txBox="1"/>
          <p:nvPr/>
        </p:nvSpPr>
        <p:spPr>
          <a:xfrm>
            <a:off x="603504" y="1965960"/>
            <a:ext cx="1993392" cy="548640"/>
          </a:xfrm>
          <a:prstGeom prst="rect">
            <a:avLst/>
          </a:prstGeom>
          <a:noFill/>
          <a:ln/>
        </p:spPr>
        <p:txBody>
          <a:bodyPr wrap="square" lIns="0" tIns="0" rIns="0" bIns="0" rtlCol="0" anchor="ctr"/>
          <a:lstStyle/>
          <a:p>
            <a:pPr algn="ctr" indent="0" marL="0">
              <a:buNone/>
            </a:pPr>
            <a:r>
              <a:rPr lang="en-US" sz="2000" b="1" dirty="0">
                <a:solidFill>
                  <a:schemeClr val="accent1"/>
                </a:solidFill>
              </a:rPr>
              <a:t>het</a:t>
            </a:r>
            <a:r>
              <a:rPr lang="en-US" sz="2000" b="1" dirty="0">
                <a:solidFill>
                  <a:schemeClr val="tx1"/>
                </a:solidFill>
              </a:rPr>
              <a:t> huis</a:t>
            </a:r>
            <a:endParaRPr lang="en-US" sz="2000" dirty="0"/>
          </a:p>
        </p:txBody>
      </p:sp>
      <p:sp>
        <p:nvSpPr>
          <p:cNvPr id="12" name="Shape 9"/>
          <p:cNvSpPr/>
          <p:nvPr/>
        </p:nvSpPr>
        <p:spPr>
          <a:xfrm>
            <a:off x="3161995" y="2421331"/>
            <a:ext cx="186538" cy="186538"/>
          </a:xfrm>
          <a:prstGeom prst="ellipse">
            <a:avLst/>
          </a:prstGeom>
          <a:solidFill>
            <a:schemeClr val="accent5"/>
          </a:solidFill>
          <a:ln w="12700">
            <a:solidFill>
              <a:srgbClr val="FFFFFF">
                <a:alpha val="0"/>
              </a:srgbClr>
            </a:solidFill>
            <a:prstDash val="solid"/>
          </a:ln>
        </p:spPr>
      </p:sp>
      <p:sp>
        <p:nvSpPr>
          <p:cNvPr id="13" name="Shape 10"/>
          <p:cNvSpPr/>
          <p:nvPr/>
        </p:nvSpPr>
        <p:spPr>
          <a:xfrm>
            <a:off x="4423867" y="2421331"/>
            <a:ext cx="186538" cy="186538"/>
          </a:xfrm>
          <a:prstGeom prst="ellipse">
            <a:avLst/>
          </a:prstGeom>
          <a:solidFill>
            <a:schemeClr val="accent5"/>
          </a:solidFill>
          <a:ln w="12700">
            <a:solidFill>
              <a:srgbClr val="FFFFFF">
                <a:alpha val="0"/>
              </a:srgbClr>
            </a:solidFill>
            <a:prstDash val="solid"/>
          </a:ln>
        </p:spPr>
      </p:sp>
      <p:sp>
        <p:nvSpPr>
          <p:cNvPr id="14" name="Shape 11"/>
          <p:cNvSpPr/>
          <p:nvPr/>
        </p:nvSpPr>
        <p:spPr>
          <a:xfrm>
            <a:off x="2834640" y="1965960"/>
            <a:ext cx="2103120" cy="548640"/>
          </a:xfrm>
          <a:prstGeom prst="roundRect">
            <a:avLst>
              <a:gd name="adj" fmla="val 10000"/>
            </a:avLst>
          </a:prstGeom>
          <a:solidFill>
            <a:schemeClr val="bg1"/>
          </a:solidFill>
          <a:ln w="31750">
            <a:solidFill>
              <a:srgbClr val="17375E"/>
            </a:solidFill>
            <a:prstDash val="solid"/>
          </a:ln>
        </p:spPr>
      </p:sp>
      <p:sp>
        <p:nvSpPr>
          <p:cNvPr id="15" name="Text 12"/>
          <p:cNvSpPr txBox="1"/>
          <p:nvPr/>
        </p:nvSpPr>
        <p:spPr>
          <a:xfrm>
            <a:off x="2889504" y="1965960"/>
            <a:ext cx="1993392" cy="548640"/>
          </a:xfrm>
          <a:prstGeom prst="rect">
            <a:avLst/>
          </a:prstGeom>
          <a:noFill/>
          <a:ln/>
        </p:spPr>
        <p:txBody>
          <a:bodyPr wrap="square" lIns="0" tIns="0" rIns="0" bIns="0" rtlCol="0" anchor="ctr"/>
          <a:lstStyle/>
          <a:p>
            <a:pPr algn="ctr" indent="0" marL="0">
              <a:buNone/>
            </a:pPr>
            <a:r>
              <a:rPr lang="en-US" sz="2000" b="1" dirty="0">
                <a:solidFill>
                  <a:schemeClr val="tx2"/>
                </a:solidFill>
              </a:rPr>
              <a:t>de</a:t>
            </a:r>
            <a:r>
              <a:rPr lang="en-US" sz="2000" b="1" dirty="0">
                <a:solidFill>
                  <a:schemeClr val="tx1"/>
                </a:solidFill>
              </a:rPr>
              <a:t> deur</a:t>
            </a:r>
            <a:endParaRPr lang="en-US" sz="2000" dirty="0"/>
          </a:p>
        </p:txBody>
      </p:sp>
      <p:pic>
        <p:nvPicPr>
          <p:cNvPr id="16" name="Image 0" descr="CaptainHatProfile">    </p:cNvPr>
          <p:cNvPicPr>
            <a:picLocks noChangeAspect="1"/>
          </p:cNvPicPr>
          <p:nvPr/>
        </p:nvPicPr>
        <p:blipFill>
          <a:blip r:embed="rId1"/>
          <a:stretch>
            <a:fillRect/>
          </a:stretch>
        </p:blipFill>
        <p:spPr>
          <a:xfrm>
            <a:off x="4434840" y="1636776"/>
            <a:ext cx="457200" cy="457200"/>
          </a:xfrm>
          <a:prstGeom prst="rect">
            <a:avLst/>
          </a:prstGeom>
        </p:spPr>
      </p:pic>
      <p:sp>
        <p:nvSpPr>
          <p:cNvPr id="17" name="Shape 13"/>
          <p:cNvSpPr/>
          <p:nvPr/>
        </p:nvSpPr>
        <p:spPr>
          <a:xfrm>
            <a:off x="5120640" y="2240280"/>
            <a:ext cx="731520" cy="914"/>
          </a:xfrm>
          <a:prstGeom prst="line">
            <a:avLst/>
          </a:prstGeom>
          <a:noFill/>
          <a:ln w="31750">
            <a:solidFill>
              <a:srgbClr val="4A5A70"/>
            </a:solidFill>
            <a:prstDash val="solid"/>
            <a:tailEnd type="triangle"/>
          </a:ln>
        </p:spPr>
      </p:sp>
      <p:sp>
        <p:nvSpPr>
          <p:cNvPr id="18" name="Shape 14"/>
          <p:cNvSpPr/>
          <p:nvPr/>
        </p:nvSpPr>
        <p:spPr>
          <a:xfrm>
            <a:off x="6858000" y="2240280"/>
            <a:ext cx="228600" cy="914"/>
          </a:xfrm>
          <a:prstGeom prst="line">
            <a:avLst/>
          </a:prstGeom>
          <a:noFill/>
          <a:ln w="38100">
            <a:solidFill>
              <a:srgbClr val="4A5A70"/>
            </a:solidFill>
            <a:prstDash val="solid"/>
          </a:ln>
        </p:spPr>
      </p:sp>
      <p:sp>
        <p:nvSpPr>
          <p:cNvPr id="19" name="Shape 15"/>
          <p:cNvSpPr/>
          <p:nvPr/>
        </p:nvSpPr>
        <p:spPr>
          <a:xfrm>
            <a:off x="6115507" y="2421331"/>
            <a:ext cx="186538" cy="186538"/>
          </a:xfrm>
          <a:prstGeom prst="ellipse">
            <a:avLst/>
          </a:prstGeom>
          <a:solidFill>
            <a:schemeClr val="accent5"/>
          </a:solidFill>
          <a:ln w="12700">
            <a:solidFill>
              <a:srgbClr val="FFFFFF">
                <a:alpha val="0"/>
              </a:srgbClr>
            </a:solidFill>
            <a:prstDash val="solid"/>
          </a:ln>
        </p:spPr>
      </p:sp>
      <p:sp>
        <p:nvSpPr>
          <p:cNvPr id="20" name="Shape 16"/>
          <p:cNvSpPr/>
          <p:nvPr/>
        </p:nvSpPr>
        <p:spPr>
          <a:xfrm>
            <a:off x="6636715" y="2421331"/>
            <a:ext cx="186538" cy="186538"/>
          </a:xfrm>
          <a:prstGeom prst="ellipse">
            <a:avLst/>
          </a:prstGeom>
          <a:solidFill>
            <a:schemeClr val="accent5"/>
          </a:solidFill>
          <a:ln w="12700">
            <a:solidFill>
              <a:srgbClr val="FFFFFF">
                <a:alpha val="0"/>
              </a:srgbClr>
            </a:solidFill>
            <a:prstDash val="solid"/>
          </a:ln>
        </p:spPr>
      </p:sp>
      <p:sp>
        <p:nvSpPr>
          <p:cNvPr id="21" name="Shape 17"/>
          <p:cNvSpPr/>
          <p:nvPr/>
        </p:nvSpPr>
        <p:spPr>
          <a:xfrm>
            <a:off x="6035040" y="1965960"/>
            <a:ext cx="868680" cy="548640"/>
          </a:xfrm>
          <a:prstGeom prst="roundRect">
            <a:avLst>
              <a:gd name="adj" fmla="val 10000"/>
            </a:avLst>
          </a:prstGeom>
          <a:solidFill>
            <a:schemeClr val="tx2"/>
          </a:solidFill>
          <a:ln w="12700">
            <a:solidFill>
              <a:srgbClr val="FFFFFF">
                <a:alpha val="0"/>
              </a:srgbClr>
            </a:solidFill>
            <a:prstDash val="solid"/>
          </a:ln>
        </p:spPr>
      </p:sp>
      <p:sp>
        <p:nvSpPr>
          <p:cNvPr id="22" name="Text 18"/>
          <p:cNvSpPr txBox="1"/>
          <p:nvPr/>
        </p:nvSpPr>
        <p:spPr>
          <a:xfrm>
            <a:off x="6089904" y="1965960"/>
            <a:ext cx="758952" cy="548640"/>
          </a:xfrm>
          <a:prstGeom prst="rect">
            <a:avLst/>
          </a:prstGeom>
          <a:noFill/>
          <a:ln/>
        </p:spPr>
        <p:txBody>
          <a:bodyPr wrap="square" lIns="0" tIns="0" rIns="0" bIns="0" rtlCol="0" anchor="ctr"/>
          <a:lstStyle/>
          <a:p>
            <a:pPr algn="ctr" indent="0" marL="0">
              <a:buNone/>
            </a:pPr>
            <a:r>
              <a:rPr lang="en-US" sz="2000" b="1" dirty="0">
                <a:solidFill>
                  <a:schemeClr val="bg1"/>
                </a:solidFill>
              </a:rPr>
              <a:t>de</a:t>
            </a:r>
            <a:endParaRPr lang="en-US" sz="2000" dirty="0"/>
          </a:p>
        </p:txBody>
      </p:sp>
      <p:sp>
        <p:nvSpPr>
          <p:cNvPr id="23" name="Shape 19"/>
          <p:cNvSpPr/>
          <p:nvPr/>
        </p:nvSpPr>
        <p:spPr>
          <a:xfrm>
            <a:off x="7788859" y="2421331"/>
            <a:ext cx="186538" cy="186538"/>
          </a:xfrm>
          <a:prstGeom prst="ellipse">
            <a:avLst/>
          </a:prstGeom>
          <a:solidFill>
            <a:schemeClr val="accent5"/>
          </a:solidFill>
          <a:ln w="12700">
            <a:solidFill>
              <a:srgbClr val="FFFFFF">
                <a:alpha val="0"/>
              </a:srgbClr>
            </a:solidFill>
            <a:prstDash val="solid"/>
          </a:ln>
        </p:spPr>
      </p:sp>
      <p:sp>
        <p:nvSpPr>
          <p:cNvPr id="24" name="Shape 20"/>
          <p:cNvSpPr/>
          <p:nvPr/>
        </p:nvSpPr>
        <p:spPr>
          <a:xfrm>
            <a:off x="10312603" y="2421331"/>
            <a:ext cx="186538" cy="186538"/>
          </a:xfrm>
          <a:prstGeom prst="ellipse">
            <a:avLst/>
          </a:prstGeom>
          <a:solidFill>
            <a:schemeClr val="accent5"/>
          </a:solidFill>
          <a:ln w="12700">
            <a:solidFill>
              <a:srgbClr val="FFFFFF">
                <a:alpha val="0"/>
              </a:srgbClr>
            </a:solidFill>
            <a:prstDash val="solid"/>
          </a:ln>
        </p:spPr>
      </p:sp>
      <p:sp>
        <p:nvSpPr>
          <p:cNvPr id="25" name="Shape 21"/>
          <p:cNvSpPr/>
          <p:nvPr/>
        </p:nvSpPr>
        <p:spPr>
          <a:xfrm>
            <a:off x="7040880" y="1965960"/>
            <a:ext cx="4206240" cy="548640"/>
          </a:xfrm>
          <a:prstGeom prst="roundRect">
            <a:avLst>
              <a:gd name="adj" fmla="val 10000"/>
            </a:avLst>
          </a:prstGeom>
          <a:solidFill>
            <a:schemeClr val="tx2"/>
          </a:solidFill>
          <a:ln w="12700">
            <a:solidFill>
              <a:srgbClr val="FFFFFF">
                <a:alpha val="0"/>
              </a:srgbClr>
            </a:solidFill>
            <a:prstDash val="solid"/>
          </a:ln>
        </p:spPr>
      </p:sp>
      <p:sp>
        <p:nvSpPr>
          <p:cNvPr id="26" name="Text 22"/>
          <p:cNvSpPr txBox="1"/>
          <p:nvPr/>
        </p:nvSpPr>
        <p:spPr>
          <a:xfrm>
            <a:off x="7095744" y="1965960"/>
            <a:ext cx="4096512" cy="548640"/>
          </a:xfrm>
          <a:prstGeom prst="rect">
            <a:avLst/>
          </a:prstGeom>
          <a:noFill/>
          <a:ln/>
        </p:spPr>
        <p:txBody>
          <a:bodyPr wrap="square" lIns="0" tIns="0" rIns="0" bIns="0" rtlCol="0" anchor="ctr"/>
          <a:lstStyle/>
          <a:p>
            <a:pPr algn="ctr" indent="0" marL="0">
              <a:buNone/>
            </a:pPr>
            <a:r>
              <a:rPr lang="en-US" sz="2400" dirty="0">
                <a:solidFill>
                  <a:schemeClr val="bg1"/>
                </a:solidFill>
              </a:rPr>
              <a:t>huis</a:t>
            </a:r>
            <a:r>
              <a:rPr lang="en-US" sz="2400" b="1" dirty="0">
                <a:solidFill>
                  <a:schemeClr val="bg1"/>
                </a:solidFill>
              </a:rPr>
              <a:t>deur</a:t>
            </a:r>
            <a:endParaRPr lang="en-US" sz="2400" dirty="0"/>
          </a:p>
        </p:txBody>
      </p:sp>
      <p:pic>
        <p:nvPicPr>
          <p:cNvPr id="27" name="Image 1" descr="CaptainHatProfile">    </p:cNvPr>
          <p:cNvPicPr>
            <a:picLocks noChangeAspect="1"/>
          </p:cNvPicPr>
          <p:nvPr/>
        </p:nvPicPr>
        <p:blipFill>
          <a:blip r:embed="rId2"/>
          <a:stretch>
            <a:fillRect/>
          </a:stretch>
        </p:blipFill>
        <p:spPr>
          <a:xfrm>
            <a:off x="10744200" y="1636776"/>
            <a:ext cx="457200" cy="457200"/>
          </a:xfrm>
          <a:prstGeom prst="rect">
            <a:avLst/>
          </a:prstGeom>
        </p:spPr>
      </p:pic>
      <p:sp>
        <p:nvSpPr>
          <p:cNvPr id="28" name="Shape 23"/>
          <p:cNvSpPr/>
          <p:nvPr/>
        </p:nvSpPr>
        <p:spPr>
          <a:xfrm>
            <a:off x="2606040" y="3172968"/>
            <a:ext cx="274320" cy="914"/>
          </a:xfrm>
          <a:prstGeom prst="line">
            <a:avLst/>
          </a:prstGeom>
          <a:noFill/>
          <a:ln w="38100">
            <a:solidFill>
              <a:srgbClr val="4A5A70"/>
            </a:solidFill>
            <a:prstDash val="solid"/>
          </a:ln>
        </p:spPr>
      </p:sp>
      <p:sp>
        <p:nvSpPr>
          <p:cNvPr id="29" name="Shape 24"/>
          <p:cNvSpPr/>
          <p:nvPr/>
        </p:nvSpPr>
        <p:spPr>
          <a:xfrm>
            <a:off x="875995" y="3354019"/>
            <a:ext cx="186538" cy="186538"/>
          </a:xfrm>
          <a:prstGeom prst="ellipse">
            <a:avLst/>
          </a:prstGeom>
          <a:solidFill>
            <a:schemeClr val="accent5"/>
          </a:solidFill>
          <a:ln w="12700">
            <a:solidFill>
              <a:srgbClr val="FFFFFF">
                <a:alpha val="0"/>
              </a:srgbClr>
            </a:solidFill>
            <a:prstDash val="solid"/>
          </a:ln>
        </p:spPr>
      </p:sp>
      <p:sp>
        <p:nvSpPr>
          <p:cNvPr id="30" name="Shape 25"/>
          <p:cNvSpPr/>
          <p:nvPr/>
        </p:nvSpPr>
        <p:spPr>
          <a:xfrm>
            <a:off x="2137867" y="3354019"/>
            <a:ext cx="186538" cy="186538"/>
          </a:xfrm>
          <a:prstGeom prst="ellipse">
            <a:avLst/>
          </a:prstGeom>
          <a:solidFill>
            <a:schemeClr val="accent5"/>
          </a:solidFill>
          <a:ln w="12700">
            <a:solidFill>
              <a:srgbClr val="FFFFFF">
                <a:alpha val="0"/>
              </a:srgbClr>
            </a:solidFill>
            <a:prstDash val="solid"/>
          </a:ln>
        </p:spPr>
      </p:sp>
      <p:sp>
        <p:nvSpPr>
          <p:cNvPr id="31" name="Shape 26"/>
          <p:cNvSpPr/>
          <p:nvPr/>
        </p:nvSpPr>
        <p:spPr>
          <a:xfrm>
            <a:off x="548640" y="2898648"/>
            <a:ext cx="2103120" cy="548640"/>
          </a:xfrm>
          <a:prstGeom prst="roundRect">
            <a:avLst>
              <a:gd name="adj" fmla="val 10000"/>
            </a:avLst>
          </a:prstGeom>
          <a:solidFill>
            <a:schemeClr val="bg1"/>
          </a:solidFill>
          <a:ln w="31750">
            <a:solidFill>
              <a:srgbClr val="17375E"/>
            </a:solidFill>
            <a:prstDash val="solid"/>
          </a:ln>
        </p:spPr>
      </p:sp>
      <p:sp>
        <p:nvSpPr>
          <p:cNvPr id="32" name="Text 27"/>
          <p:cNvSpPr txBox="1"/>
          <p:nvPr/>
        </p:nvSpPr>
        <p:spPr>
          <a:xfrm>
            <a:off x="603504" y="2898648"/>
            <a:ext cx="1993392" cy="548640"/>
          </a:xfrm>
          <a:prstGeom prst="rect">
            <a:avLst/>
          </a:prstGeom>
          <a:noFill/>
          <a:ln/>
        </p:spPr>
        <p:txBody>
          <a:bodyPr wrap="square" lIns="0" tIns="0" rIns="0" bIns="0" rtlCol="0" anchor="ctr"/>
          <a:lstStyle/>
          <a:p>
            <a:pPr algn="ctr" indent="0" marL="0">
              <a:buNone/>
            </a:pPr>
            <a:r>
              <a:rPr lang="en-US" sz="2000" b="1" dirty="0">
                <a:solidFill>
                  <a:schemeClr val="tx2"/>
                </a:solidFill>
              </a:rPr>
              <a:t>de</a:t>
            </a:r>
            <a:r>
              <a:rPr lang="en-US" sz="2000" b="1" dirty="0">
                <a:solidFill>
                  <a:schemeClr val="tx1"/>
                </a:solidFill>
              </a:rPr>
              <a:t> trein</a:t>
            </a:r>
            <a:endParaRPr lang="en-US" sz="2000" dirty="0"/>
          </a:p>
        </p:txBody>
      </p:sp>
      <p:sp>
        <p:nvSpPr>
          <p:cNvPr id="33" name="Shape 28"/>
          <p:cNvSpPr/>
          <p:nvPr/>
        </p:nvSpPr>
        <p:spPr>
          <a:xfrm>
            <a:off x="3161995" y="3354019"/>
            <a:ext cx="186538" cy="186538"/>
          </a:xfrm>
          <a:prstGeom prst="ellipse">
            <a:avLst/>
          </a:prstGeom>
          <a:solidFill>
            <a:schemeClr val="accent5"/>
          </a:solidFill>
          <a:ln w="12700">
            <a:solidFill>
              <a:srgbClr val="FFFFFF">
                <a:alpha val="0"/>
              </a:srgbClr>
            </a:solidFill>
            <a:prstDash val="solid"/>
          </a:ln>
        </p:spPr>
      </p:sp>
      <p:sp>
        <p:nvSpPr>
          <p:cNvPr id="34" name="Shape 29"/>
          <p:cNvSpPr/>
          <p:nvPr/>
        </p:nvSpPr>
        <p:spPr>
          <a:xfrm>
            <a:off x="4423867" y="3354019"/>
            <a:ext cx="186538" cy="186538"/>
          </a:xfrm>
          <a:prstGeom prst="ellipse">
            <a:avLst/>
          </a:prstGeom>
          <a:solidFill>
            <a:schemeClr val="accent5"/>
          </a:solidFill>
          <a:ln w="12700">
            <a:solidFill>
              <a:srgbClr val="FFFFFF">
                <a:alpha val="0"/>
              </a:srgbClr>
            </a:solidFill>
            <a:prstDash val="solid"/>
          </a:ln>
        </p:spPr>
      </p:sp>
      <p:sp>
        <p:nvSpPr>
          <p:cNvPr id="35" name="Shape 30"/>
          <p:cNvSpPr/>
          <p:nvPr/>
        </p:nvSpPr>
        <p:spPr>
          <a:xfrm>
            <a:off x="2834640" y="2898648"/>
            <a:ext cx="2103120" cy="548640"/>
          </a:xfrm>
          <a:prstGeom prst="roundRect">
            <a:avLst>
              <a:gd name="adj" fmla="val 10000"/>
            </a:avLst>
          </a:prstGeom>
          <a:solidFill>
            <a:schemeClr val="bg1"/>
          </a:solidFill>
          <a:ln w="31750">
            <a:solidFill>
              <a:srgbClr val="D9700F"/>
            </a:solidFill>
            <a:prstDash val="solid"/>
          </a:ln>
        </p:spPr>
      </p:sp>
      <p:sp>
        <p:nvSpPr>
          <p:cNvPr id="36" name="Text 31"/>
          <p:cNvSpPr txBox="1"/>
          <p:nvPr/>
        </p:nvSpPr>
        <p:spPr>
          <a:xfrm>
            <a:off x="2889504" y="2898648"/>
            <a:ext cx="1993392" cy="548640"/>
          </a:xfrm>
          <a:prstGeom prst="rect">
            <a:avLst/>
          </a:prstGeom>
          <a:noFill/>
          <a:ln/>
        </p:spPr>
        <p:txBody>
          <a:bodyPr wrap="square" lIns="0" tIns="0" rIns="0" bIns="0" rtlCol="0" anchor="ctr"/>
          <a:lstStyle/>
          <a:p>
            <a:pPr algn="ctr" indent="0" marL="0">
              <a:buNone/>
            </a:pPr>
            <a:r>
              <a:rPr lang="en-US" sz="2000" b="1" dirty="0">
                <a:solidFill>
                  <a:schemeClr val="accent1"/>
                </a:solidFill>
              </a:rPr>
              <a:t>het</a:t>
            </a:r>
            <a:r>
              <a:rPr lang="en-US" sz="2000" b="1" dirty="0">
                <a:solidFill>
                  <a:schemeClr val="tx1"/>
                </a:solidFill>
              </a:rPr>
              <a:t> station</a:t>
            </a:r>
            <a:endParaRPr lang="en-US" sz="2000" dirty="0"/>
          </a:p>
        </p:txBody>
      </p:sp>
      <p:pic>
        <p:nvPicPr>
          <p:cNvPr id="37" name="Image 2" descr="CaptainHatProfile">    </p:cNvPr>
          <p:cNvPicPr>
            <a:picLocks noChangeAspect="1"/>
          </p:cNvPicPr>
          <p:nvPr/>
        </p:nvPicPr>
        <p:blipFill>
          <a:blip r:embed="rId3"/>
          <a:stretch>
            <a:fillRect/>
          </a:stretch>
        </p:blipFill>
        <p:spPr>
          <a:xfrm>
            <a:off x="4434840" y="2569464"/>
            <a:ext cx="457200" cy="457200"/>
          </a:xfrm>
          <a:prstGeom prst="rect">
            <a:avLst/>
          </a:prstGeom>
        </p:spPr>
      </p:pic>
      <p:sp>
        <p:nvSpPr>
          <p:cNvPr id="38" name="Shape 32"/>
          <p:cNvSpPr/>
          <p:nvPr/>
        </p:nvSpPr>
        <p:spPr>
          <a:xfrm>
            <a:off x="5120640" y="3172968"/>
            <a:ext cx="731520" cy="914"/>
          </a:xfrm>
          <a:prstGeom prst="line">
            <a:avLst/>
          </a:prstGeom>
          <a:noFill/>
          <a:ln w="31750">
            <a:solidFill>
              <a:srgbClr val="4A5A70"/>
            </a:solidFill>
            <a:prstDash val="solid"/>
            <a:tailEnd type="triangle"/>
          </a:ln>
        </p:spPr>
      </p:sp>
      <p:sp>
        <p:nvSpPr>
          <p:cNvPr id="39" name="Shape 33"/>
          <p:cNvSpPr/>
          <p:nvPr/>
        </p:nvSpPr>
        <p:spPr>
          <a:xfrm>
            <a:off x="6858000" y="3172968"/>
            <a:ext cx="228600" cy="914"/>
          </a:xfrm>
          <a:prstGeom prst="line">
            <a:avLst/>
          </a:prstGeom>
          <a:noFill/>
          <a:ln w="38100">
            <a:solidFill>
              <a:srgbClr val="4A5A70"/>
            </a:solidFill>
            <a:prstDash val="solid"/>
          </a:ln>
        </p:spPr>
      </p:sp>
      <p:sp>
        <p:nvSpPr>
          <p:cNvPr id="40" name="Shape 34"/>
          <p:cNvSpPr/>
          <p:nvPr/>
        </p:nvSpPr>
        <p:spPr>
          <a:xfrm>
            <a:off x="6115507" y="3354019"/>
            <a:ext cx="186538" cy="186538"/>
          </a:xfrm>
          <a:prstGeom prst="ellipse">
            <a:avLst/>
          </a:prstGeom>
          <a:solidFill>
            <a:schemeClr val="accent5"/>
          </a:solidFill>
          <a:ln w="12700">
            <a:solidFill>
              <a:srgbClr val="FFFFFF">
                <a:alpha val="0"/>
              </a:srgbClr>
            </a:solidFill>
            <a:prstDash val="solid"/>
          </a:ln>
        </p:spPr>
      </p:sp>
      <p:sp>
        <p:nvSpPr>
          <p:cNvPr id="41" name="Shape 35"/>
          <p:cNvSpPr/>
          <p:nvPr/>
        </p:nvSpPr>
        <p:spPr>
          <a:xfrm>
            <a:off x="6636715" y="3354019"/>
            <a:ext cx="186538" cy="186538"/>
          </a:xfrm>
          <a:prstGeom prst="ellipse">
            <a:avLst/>
          </a:prstGeom>
          <a:solidFill>
            <a:schemeClr val="accent5"/>
          </a:solidFill>
          <a:ln w="12700">
            <a:solidFill>
              <a:srgbClr val="FFFFFF">
                <a:alpha val="0"/>
              </a:srgbClr>
            </a:solidFill>
            <a:prstDash val="solid"/>
          </a:ln>
        </p:spPr>
      </p:sp>
      <p:sp>
        <p:nvSpPr>
          <p:cNvPr id="42" name="Shape 36"/>
          <p:cNvSpPr/>
          <p:nvPr/>
        </p:nvSpPr>
        <p:spPr>
          <a:xfrm>
            <a:off x="6035040" y="2898648"/>
            <a:ext cx="868680" cy="548640"/>
          </a:xfrm>
          <a:prstGeom prst="roundRect">
            <a:avLst>
              <a:gd name="adj" fmla="val 10000"/>
            </a:avLst>
          </a:prstGeom>
          <a:solidFill>
            <a:schemeClr val="accent1"/>
          </a:solidFill>
          <a:ln w="12700">
            <a:solidFill>
              <a:srgbClr val="FFFFFF">
                <a:alpha val="0"/>
              </a:srgbClr>
            </a:solidFill>
            <a:prstDash val="solid"/>
          </a:ln>
        </p:spPr>
      </p:sp>
      <p:sp>
        <p:nvSpPr>
          <p:cNvPr id="43" name="Text 37"/>
          <p:cNvSpPr txBox="1"/>
          <p:nvPr/>
        </p:nvSpPr>
        <p:spPr>
          <a:xfrm>
            <a:off x="6089904" y="2898648"/>
            <a:ext cx="758952" cy="548640"/>
          </a:xfrm>
          <a:prstGeom prst="rect">
            <a:avLst/>
          </a:prstGeom>
          <a:noFill/>
          <a:ln/>
        </p:spPr>
        <p:txBody>
          <a:bodyPr wrap="square" lIns="0" tIns="0" rIns="0" bIns="0" rtlCol="0" anchor="ctr"/>
          <a:lstStyle/>
          <a:p>
            <a:pPr algn="ctr" indent="0" marL="0">
              <a:buNone/>
            </a:pPr>
            <a:r>
              <a:rPr lang="en-US" sz="2000" b="1" dirty="0">
                <a:solidFill>
                  <a:schemeClr val="bg1"/>
                </a:solidFill>
              </a:rPr>
              <a:t>het</a:t>
            </a:r>
            <a:endParaRPr lang="en-US" sz="2000" dirty="0"/>
          </a:p>
        </p:txBody>
      </p:sp>
      <p:sp>
        <p:nvSpPr>
          <p:cNvPr id="44" name="Shape 38"/>
          <p:cNvSpPr/>
          <p:nvPr/>
        </p:nvSpPr>
        <p:spPr>
          <a:xfrm>
            <a:off x="7788859" y="3354019"/>
            <a:ext cx="186538" cy="186538"/>
          </a:xfrm>
          <a:prstGeom prst="ellipse">
            <a:avLst/>
          </a:prstGeom>
          <a:solidFill>
            <a:schemeClr val="accent5"/>
          </a:solidFill>
          <a:ln w="12700">
            <a:solidFill>
              <a:srgbClr val="FFFFFF">
                <a:alpha val="0"/>
              </a:srgbClr>
            </a:solidFill>
            <a:prstDash val="solid"/>
          </a:ln>
        </p:spPr>
      </p:sp>
      <p:sp>
        <p:nvSpPr>
          <p:cNvPr id="45" name="Shape 39"/>
          <p:cNvSpPr/>
          <p:nvPr/>
        </p:nvSpPr>
        <p:spPr>
          <a:xfrm>
            <a:off x="10312603" y="3354019"/>
            <a:ext cx="186538" cy="186538"/>
          </a:xfrm>
          <a:prstGeom prst="ellipse">
            <a:avLst/>
          </a:prstGeom>
          <a:solidFill>
            <a:schemeClr val="accent5"/>
          </a:solidFill>
          <a:ln w="12700">
            <a:solidFill>
              <a:srgbClr val="FFFFFF">
                <a:alpha val="0"/>
              </a:srgbClr>
            </a:solidFill>
            <a:prstDash val="solid"/>
          </a:ln>
        </p:spPr>
      </p:sp>
      <p:sp>
        <p:nvSpPr>
          <p:cNvPr id="46" name="Shape 40"/>
          <p:cNvSpPr/>
          <p:nvPr/>
        </p:nvSpPr>
        <p:spPr>
          <a:xfrm>
            <a:off x="7040880" y="2898648"/>
            <a:ext cx="4206240" cy="548640"/>
          </a:xfrm>
          <a:prstGeom prst="roundRect">
            <a:avLst>
              <a:gd name="adj" fmla="val 10000"/>
            </a:avLst>
          </a:prstGeom>
          <a:solidFill>
            <a:schemeClr val="accent1"/>
          </a:solidFill>
          <a:ln w="12700">
            <a:solidFill>
              <a:srgbClr val="FFFFFF">
                <a:alpha val="0"/>
              </a:srgbClr>
            </a:solidFill>
            <a:prstDash val="solid"/>
          </a:ln>
        </p:spPr>
      </p:sp>
      <p:sp>
        <p:nvSpPr>
          <p:cNvPr id="47" name="Text 41"/>
          <p:cNvSpPr txBox="1"/>
          <p:nvPr/>
        </p:nvSpPr>
        <p:spPr>
          <a:xfrm>
            <a:off x="7095744" y="2898648"/>
            <a:ext cx="4096512" cy="548640"/>
          </a:xfrm>
          <a:prstGeom prst="rect">
            <a:avLst/>
          </a:prstGeom>
          <a:noFill/>
          <a:ln/>
        </p:spPr>
        <p:txBody>
          <a:bodyPr wrap="square" lIns="0" tIns="0" rIns="0" bIns="0" rtlCol="0" anchor="ctr"/>
          <a:lstStyle/>
          <a:p>
            <a:pPr algn="ctr" indent="0" marL="0">
              <a:buNone/>
            </a:pPr>
            <a:r>
              <a:rPr lang="en-US" sz="2400" dirty="0">
                <a:solidFill>
                  <a:schemeClr val="bg1"/>
                </a:solidFill>
              </a:rPr>
              <a:t>trein</a:t>
            </a:r>
            <a:r>
              <a:rPr lang="en-US" sz="2400" b="1" dirty="0">
                <a:solidFill>
                  <a:schemeClr val="bg1"/>
                </a:solidFill>
              </a:rPr>
              <a:t>station</a:t>
            </a:r>
            <a:endParaRPr lang="en-US" sz="2400" dirty="0"/>
          </a:p>
        </p:txBody>
      </p:sp>
      <p:pic>
        <p:nvPicPr>
          <p:cNvPr id="48" name="Image 3" descr="CaptainHatProfile">    </p:cNvPr>
          <p:cNvPicPr>
            <a:picLocks noChangeAspect="1"/>
          </p:cNvPicPr>
          <p:nvPr/>
        </p:nvPicPr>
        <p:blipFill>
          <a:blip r:embed="rId4"/>
          <a:stretch>
            <a:fillRect/>
          </a:stretch>
        </p:blipFill>
        <p:spPr>
          <a:xfrm>
            <a:off x="10744200" y="2569464"/>
            <a:ext cx="457200" cy="457200"/>
          </a:xfrm>
          <a:prstGeom prst="rect">
            <a:avLst/>
          </a:prstGeom>
        </p:spPr>
      </p:pic>
      <p:sp>
        <p:nvSpPr>
          <p:cNvPr id="49" name="Shape 42"/>
          <p:cNvSpPr/>
          <p:nvPr/>
        </p:nvSpPr>
        <p:spPr>
          <a:xfrm>
            <a:off x="2606040" y="4105656"/>
            <a:ext cx="274320" cy="914"/>
          </a:xfrm>
          <a:prstGeom prst="line">
            <a:avLst/>
          </a:prstGeom>
          <a:noFill/>
          <a:ln w="38100">
            <a:solidFill>
              <a:srgbClr val="4A5A70"/>
            </a:solidFill>
            <a:prstDash val="solid"/>
          </a:ln>
        </p:spPr>
      </p:sp>
      <p:sp>
        <p:nvSpPr>
          <p:cNvPr id="50" name="Shape 43"/>
          <p:cNvSpPr/>
          <p:nvPr/>
        </p:nvSpPr>
        <p:spPr>
          <a:xfrm>
            <a:off x="875995" y="4286707"/>
            <a:ext cx="186538" cy="186538"/>
          </a:xfrm>
          <a:prstGeom prst="ellipse">
            <a:avLst/>
          </a:prstGeom>
          <a:solidFill>
            <a:schemeClr val="accent5"/>
          </a:solidFill>
          <a:ln w="12700">
            <a:solidFill>
              <a:srgbClr val="FFFFFF">
                <a:alpha val="0"/>
              </a:srgbClr>
            </a:solidFill>
            <a:prstDash val="solid"/>
          </a:ln>
        </p:spPr>
      </p:sp>
      <p:sp>
        <p:nvSpPr>
          <p:cNvPr id="51" name="Shape 44"/>
          <p:cNvSpPr/>
          <p:nvPr/>
        </p:nvSpPr>
        <p:spPr>
          <a:xfrm>
            <a:off x="2137867" y="4286707"/>
            <a:ext cx="186538" cy="186538"/>
          </a:xfrm>
          <a:prstGeom prst="ellipse">
            <a:avLst/>
          </a:prstGeom>
          <a:solidFill>
            <a:schemeClr val="accent5"/>
          </a:solidFill>
          <a:ln w="12700">
            <a:solidFill>
              <a:srgbClr val="FFFFFF">
                <a:alpha val="0"/>
              </a:srgbClr>
            </a:solidFill>
            <a:prstDash val="solid"/>
          </a:ln>
        </p:spPr>
      </p:sp>
      <p:sp>
        <p:nvSpPr>
          <p:cNvPr id="52" name="Shape 45"/>
          <p:cNvSpPr/>
          <p:nvPr/>
        </p:nvSpPr>
        <p:spPr>
          <a:xfrm>
            <a:off x="548640" y="3831336"/>
            <a:ext cx="2103120" cy="548640"/>
          </a:xfrm>
          <a:prstGeom prst="roundRect">
            <a:avLst>
              <a:gd name="adj" fmla="val 10000"/>
            </a:avLst>
          </a:prstGeom>
          <a:solidFill>
            <a:schemeClr val="bg1"/>
          </a:solidFill>
          <a:ln w="31750">
            <a:solidFill>
              <a:srgbClr val="D9700F"/>
            </a:solidFill>
            <a:prstDash val="solid"/>
          </a:ln>
        </p:spPr>
      </p:sp>
      <p:sp>
        <p:nvSpPr>
          <p:cNvPr id="53" name="Text 46"/>
          <p:cNvSpPr txBox="1"/>
          <p:nvPr/>
        </p:nvSpPr>
        <p:spPr>
          <a:xfrm>
            <a:off x="603504" y="3831336"/>
            <a:ext cx="1993392" cy="548640"/>
          </a:xfrm>
          <a:prstGeom prst="rect">
            <a:avLst/>
          </a:prstGeom>
          <a:noFill/>
          <a:ln/>
        </p:spPr>
        <p:txBody>
          <a:bodyPr wrap="square" lIns="0" tIns="0" rIns="0" bIns="0" rtlCol="0" anchor="ctr"/>
          <a:lstStyle/>
          <a:p>
            <a:pPr algn="ctr" indent="0" marL="0">
              <a:buNone/>
            </a:pPr>
            <a:r>
              <a:rPr lang="en-US" sz="2000" b="1" dirty="0">
                <a:solidFill>
                  <a:schemeClr val="accent1"/>
                </a:solidFill>
              </a:rPr>
              <a:t>het</a:t>
            </a:r>
            <a:r>
              <a:rPr lang="en-US" sz="2000" b="1" dirty="0">
                <a:solidFill>
                  <a:schemeClr val="tx1"/>
                </a:solidFill>
              </a:rPr>
              <a:t> kantoor</a:t>
            </a:r>
            <a:endParaRPr lang="en-US" sz="2000" dirty="0"/>
          </a:p>
        </p:txBody>
      </p:sp>
      <p:sp>
        <p:nvSpPr>
          <p:cNvPr id="54" name="Shape 47"/>
          <p:cNvSpPr/>
          <p:nvPr/>
        </p:nvSpPr>
        <p:spPr>
          <a:xfrm>
            <a:off x="3161995" y="4286707"/>
            <a:ext cx="186538" cy="186538"/>
          </a:xfrm>
          <a:prstGeom prst="ellipse">
            <a:avLst/>
          </a:prstGeom>
          <a:solidFill>
            <a:schemeClr val="accent5"/>
          </a:solidFill>
          <a:ln w="12700">
            <a:solidFill>
              <a:srgbClr val="FFFFFF">
                <a:alpha val="0"/>
              </a:srgbClr>
            </a:solidFill>
            <a:prstDash val="solid"/>
          </a:ln>
        </p:spPr>
      </p:sp>
      <p:sp>
        <p:nvSpPr>
          <p:cNvPr id="55" name="Shape 48"/>
          <p:cNvSpPr/>
          <p:nvPr/>
        </p:nvSpPr>
        <p:spPr>
          <a:xfrm>
            <a:off x="4423867" y="4286707"/>
            <a:ext cx="186538" cy="186538"/>
          </a:xfrm>
          <a:prstGeom prst="ellipse">
            <a:avLst/>
          </a:prstGeom>
          <a:solidFill>
            <a:schemeClr val="accent5"/>
          </a:solidFill>
          <a:ln w="12700">
            <a:solidFill>
              <a:srgbClr val="FFFFFF">
                <a:alpha val="0"/>
              </a:srgbClr>
            </a:solidFill>
            <a:prstDash val="solid"/>
          </a:ln>
        </p:spPr>
      </p:sp>
      <p:sp>
        <p:nvSpPr>
          <p:cNvPr id="56" name="Shape 49"/>
          <p:cNvSpPr/>
          <p:nvPr/>
        </p:nvSpPr>
        <p:spPr>
          <a:xfrm>
            <a:off x="2834640" y="3831336"/>
            <a:ext cx="2103120" cy="548640"/>
          </a:xfrm>
          <a:prstGeom prst="roundRect">
            <a:avLst>
              <a:gd name="adj" fmla="val 10000"/>
            </a:avLst>
          </a:prstGeom>
          <a:solidFill>
            <a:schemeClr val="bg1"/>
          </a:solidFill>
          <a:ln w="31750">
            <a:solidFill>
              <a:srgbClr val="17375E"/>
            </a:solidFill>
            <a:prstDash val="solid"/>
          </a:ln>
        </p:spPr>
      </p:sp>
      <p:sp>
        <p:nvSpPr>
          <p:cNvPr id="57" name="Text 50"/>
          <p:cNvSpPr txBox="1"/>
          <p:nvPr/>
        </p:nvSpPr>
        <p:spPr>
          <a:xfrm>
            <a:off x="2889504" y="3831336"/>
            <a:ext cx="1993392" cy="548640"/>
          </a:xfrm>
          <a:prstGeom prst="rect">
            <a:avLst/>
          </a:prstGeom>
          <a:noFill/>
          <a:ln/>
        </p:spPr>
        <p:txBody>
          <a:bodyPr wrap="square" lIns="0" tIns="0" rIns="0" bIns="0" rtlCol="0" anchor="ctr"/>
          <a:lstStyle/>
          <a:p>
            <a:pPr algn="ctr" indent="0" marL="0">
              <a:buNone/>
            </a:pPr>
            <a:r>
              <a:rPr lang="en-US" sz="2000" b="1" dirty="0">
                <a:solidFill>
                  <a:schemeClr val="tx2"/>
                </a:solidFill>
              </a:rPr>
              <a:t>de</a:t>
            </a:r>
            <a:r>
              <a:rPr lang="en-US" sz="2000" b="1" dirty="0">
                <a:solidFill>
                  <a:schemeClr val="tx1"/>
                </a:solidFill>
              </a:rPr>
              <a:t> stoel</a:t>
            </a:r>
            <a:endParaRPr lang="en-US" sz="2000" dirty="0"/>
          </a:p>
        </p:txBody>
      </p:sp>
      <p:pic>
        <p:nvPicPr>
          <p:cNvPr id="58" name="Image 4" descr="CaptainHatProfile">    </p:cNvPr>
          <p:cNvPicPr>
            <a:picLocks noChangeAspect="1"/>
          </p:cNvPicPr>
          <p:nvPr/>
        </p:nvPicPr>
        <p:blipFill>
          <a:blip r:embed="rId5"/>
          <a:stretch>
            <a:fillRect/>
          </a:stretch>
        </p:blipFill>
        <p:spPr>
          <a:xfrm>
            <a:off x="4434840" y="3502152"/>
            <a:ext cx="457200" cy="457200"/>
          </a:xfrm>
          <a:prstGeom prst="rect">
            <a:avLst/>
          </a:prstGeom>
        </p:spPr>
      </p:pic>
      <p:sp>
        <p:nvSpPr>
          <p:cNvPr id="59" name="Shape 51"/>
          <p:cNvSpPr/>
          <p:nvPr/>
        </p:nvSpPr>
        <p:spPr>
          <a:xfrm>
            <a:off x="5120640" y="4105656"/>
            <a:ext cx="731520" cy="914"/>
          </a:xfrm>
          <a:prstGeom prst="line">
            <a:avLst/>
          </a:prstGeom>
          <a:noFill/>
          <a:ln w="31750">
            <a:solidFill>
              <a:srgbClr val="4A5A70"/>
            </a:solidFill>
            <a:prstDash val="solid"/>
            <a:tailEnd type="triangle"/>
          </a:ln>
        </p:spPr>
      </p:sp>
      <p:sp>
        <p:nvSpPr>
          <p:cNvPr id="60" name="Shape 52"/>
          <p:cNvSpPr/>
          <p:nvPr/>
        </p:nvSpPr>
        <p:spPr>
          <a:xfrm>
            <a:off x="6858000" y="4105656"/>
            <a:ext cx="228600" cy="914"/>
          </a:xfrm>
          <a:prstGeom prst="line">
            <a:avLst/>
          </a:prstGeom>
          <a:noFill/>
          <a:ln w="38100">
            <a:solidFill>
              <a:srgbClr val="4A5A70"/>
            </a:solidFill>
            <a:prstDash val="solid"/>
          </a:ln>
        </p:spPr>
      </p:sp>
      <p:sp>
        <p:nvSpPr>
          <p:cNvPr id="61" name="Shape 53"/>
          <p:cNvSpPr/>
          <p:nvPr/>
        </p:nvSpPr>
        <p:spPr>
          <a:xfrm>
            <a:off x="6115507" y="4286707"/>
            <a:ext cx="186538" cy="186538"/>
          </a:xfrm>
          <a:prstGeom prst="ellipse">
            <a:avLst/>
          </a:prstGeom>
          <a:solidFill>
            <a:schemeClr val="accent5"/>
          </a:solidFill>
          <a:ln w="12700">
            <a:solidFill>
              <a:srgbClr val="FFFFFF">
                <a:alpha val="0"/>
              </a:srgbClr>
            </a:solidFill>
            <a:prstDash val="solid"/>
          </a:ln>
        </p:spPr>
      </p:sp>
      <p:sp>
        <p:nvSpPr>
          <p:cNvPr id="62" name="Shape 54"/>
          <p:cNvSpPr/>
          <p:nvPr/>
        </p:nvSpPr>
        <p:spPr>
          <a:xfrm>
            <a:off x="6636715" y="4286707"/>
            <a:ext cx="186538" cy="186538"/>
          </a:xfrm>
          <a:prstGeom prst="ellipse">
            <a:avLst/>
          </a:prstGeom>
          <a:solidFill>
            <a:schemeClr val="accent5"/>
          </a:solidFill>
          <a:ln w="12700">
            <a:solidFill>
              <a:srgbClr val="FFFFFF">
                <a:alpha val="0"/>
              </a:srgbClr>
            </a:solidFill>
            <a:prstDash val="solid"/>
          </a:ln>
        </p:spPr>
      </p:sp>
      <p:sp>
        <p:nvSpPr>
          <p:cNvPr id="63" name="Shape 55"/>
          <p:cNvSpPr/>
          <p:nvPr/>
        </p:nvSpPr>
        <p:spPr>
          <a:xfrm>
            <a:off x="6035040" y="3831336"/>
            <a:ext cx="868680" cy="548640"/>
          </a:xfrm>
          <a:prstGeom prst="roundRect">
            <a:avLst>
              <a:gd name="adj" fmla="val 10000"/>
            </a:avLst>
          </a:prstGeom>
          <a:solidFill>
            <a:schemeClr val="tx2"/>
          </a:solidFill>
          <a:ln w="12700">
            <a:solidFill>
              <a:srgbClr val="FFFFFF">
                <a:alpha val="0"/>
              </a:srgbClr>
            </a:solidFill>
            <a:prstDash val="solid"/>
          </a:ln>
        </p:spPr>
      </p:sp>
      <p:sp>
        <p:nvSpPr>
          <p:cNvPr id="64" name="Text 56"/>
          <p:cNvSpPr txBox="1"/>
          <p:nvPr/>
        </p:nvSpPr>
        <p:spPr>
          <a:xfrm>
            <a:off x="6089904" y="3831336"/>
            <a:ext cx="758952" cy="548640"/>
          </a:xfrm>
          <a:prstGeom prst="rect">
            <a:avLst/>
          </a:prstGeom>
          <a:noFill/>
          <a:ln/>
        </p:spPr>
        <p:txBody>
          <a:bodyPr wrap="square" lIns="0" tIns="0" rIns="0" bIns="0" rtlCol="0" anchor="ctr"/>
          <a:lstStyle/>
          <a:p>
            <a:pPr algn="ctr" indent="0" marL="0">
              <a:buNone/>
            </a:pPr>
            <a:r>
              <a:rPr lang="en-US" sz="2000" b="1" dirty="0">
                <a:solidFill>
                  <a:schemeClr val="bg1"/>
                </a:solidFill>
              </a:rPr>
              <a:t>de</a:t>
            </a:r>
            <a:endParaRPr lang="en-US" sz="2000" dirty="0"/>
          </a:p>
        </p:txBody>
      </p:sp>
      <p:sp>
        <p:nvSpPr>
          <p:cNvPr id="65" name="Shape 57"/>
          <p:cNvSpPr/>
          <p:nvPr/>
        </p:nvSpPr>
        <p:spPr>
          <a:xfrm>
            <a:off x="7788859" y="4286707"/>
            <a:ext cx="186538" cy="186538"/>
          </a:xfrm>
          <a:prstGeom prst="ellipse">
            <a:avLst/>
          </a:prstGeom>
          <a:solidFill>
            <a:schemeClr val="accent5"/>
          </a:solidFill>
          <a:ln w="12700">
            <a:solidFill>
              <a:srgbClr val="FFFFFF">
                <a:alpha val="0"/>
              </a:srgbClr>
            </a:solidFill>
            <a:prstDash val="solid"/>
          </a:ln>
        </p:spPr>
      </p:sp>
      <p:sp>
        <p:nvSpPr>
          <p:cNvPr id="66" name="Shape 58"/>
          <p:cNvSpPr/>
          <p:nvPr/>
        </p:nvSpPr>
        <p:spPr>
          <a:xfrm>
            <a:off x="10312603" y="4286707"/>
            <a:ext cx="186538" cy="186538"/>
          </a:xfrm>
          <a:prstGeom prst="ellipse">
            <a:avLst/>
          </a:prstGeom>
          <a:solidFill>
            <a:schemeClr val="accent5"/>
          </a:solidFill>
          <a:ln w="12700">
            <a:solidFill>
              <a:srgbClr val="FFFFFF">
                <a:alpha val="0"/>
              </a:srgbClr>
            </a:solidFill>
            <a:prstDash val="solid"/>
          </a:ln>
        </p:spPr>
      </p:sp>
      <p:sp>
        <p:nvSpPr>
          <p:cNvPr id="67" name="Shape 59"/>
          <p:cNvSpPr/>
          <p:nvPr/>
        </p:nvSpPr>
        <p:spPr>
          <a:xfrm>
            <a:off x="7040880" y="3831336"/>
            <a:ext cx="4206240" cy="548640"/>
          </a:xfrm>
          <a:prstGeom prst="roundRect">
            <a:avLst>
              <a:gd name="adj" fmla="val 10000"/>
            </a:avLst>
          </a:prstGeom>
          <a:solidFill>
            <a:schemeClr val="tx2"/>
          </a:solidFill>
          <a:ln w="12700">
            <a:solidFill>
              <a:srgbClr val="FFFFFF">
                <a:alpha val="0"/>
              </a:srgbClr>
            </a:solidFill>
            <a:prstDash val="solid"/>
          </a:ln>
        </p:spPr>
      </p:sp>
      <p:sp>
        <p:nvSpPr>
          <p:cNvPr id="68" name="Text 60"/>
          <p:cNvSpPr txBox="1"/>
          <p:nvPr/>
        </p:nvSpPr>
        <p:spPr>
          <a:xfrm>
            <a:off x="7095744" y="3831336"/>
            <a:ext cx="4096512" cy="548640"/>
          </a:xfrm>
          <a:prstGeom prst="rect">
            <a:avLst/>
          </a:prstGeom>
          <a:noFill/>
          <a:ln/>
        </p:spPr>
        <p:txBody>
          <a:bodyPr wrap="square" lIns="0" tIns="0" rIns="0" bIns="0" rtlCol="0" anchor="ctr"/>
          <a:lstStyle/>
          <a:p>
            <a:pPr algn="ctr" indent="0" marL="0">
              <a:buNone/>
            </a:pPr>
            <a:r>
              <a:rPr lang="en-US" sz="2400" dirty="0">
                <a:solidFill>
                  <a:schemeClr val="bg1"/>
                </a:solidFill>
              </a:rPr>
              <a:t>kantoor</a:t>
            </a:r>
            <a:r>
              <a:rPr lang="en-US" sz="2400" b="1" dirty="0">
                <a:solidFill>
                  <a:schemeClr val="bg1"/>
                </a:solidFill>
              </a:rPr>
              <a:t>stoel</a:t>
            </a:r>
            <a:endParaRPr lang="en-US" sz="2400" dirty="0"/>
          </a:p>
        </p:txBody>
      </p:sp>
      <p:pic>
        <p:nvPicPr>
          <p:cNvPr id="69" name="Image 5" descr="CaptainHatProfile">    </p:cNvPr>
          <p:cNvPicPr>
            <a:picLocks noChangeAspect="1"/>
          </p:cNvPicPr>
          <p:nvPr/>
        </p:nvPicPr>
        <p:blipFill>
          <a:blip r:embed="rId6"/>
          <a:stretch>
            <a:fillRect/>
          </a:stretch>
        </p:blipFill>
        <p:spPr>
          <a:xfrm>
            <a:off x="10744200" y="3502152"/>
            <a:ext cx="457200" cy="457200"/>
          </a:xfrm>
          <a:prstGeom prst="rect">
            <a:avLst/>
          </a:prstGeom>
        </p:spPr>
      </p:pic>
      <p:sp>
        <p:nvSpPr>
          <p:cNvPr id="70" name="Shape 61"/>
          <p:cNvSpPr/>
          <p:nvPr/>
        </p:nvSpPr>
        <p:spPr>
          <a:xfrm>
            <a:off x="2606040" y="5038344"/>
            <a:ext cx="274320" cy="914"/>
          </a:xfrm>
          <a:prstGeom prst="line">
            <a:avLst/>
          </a:prstGeom>
          <a:noFill/>
          <a:ln w="38100">
            <a:solidFill>
              <a:srgbClr val="4A5A70"/>
            </a:solidFill>
            <a:prstDash val="solid"/>
          </a:ln>
        </p:spPr>
      </p:sp>
      <p:sp>
        <p:nvSpPr>
          <p:cNvPr id="71" name="Shape 62"/>
          <p:cNvSpPr/>
          <p:nvPr/>
        </p:nvSpPr>
        <p:spPr>
          <a:xfrm>
            <a:off x="875995" y="5219395"/>
            <a:ext cx="186538" cy="186538"/>
          </a:xfrm>
          <a:prstGeom prst="ellipse">
            <a:avLst/>
          </a:prstGeom>
          <a:solidFill>
            <a:schemeClr val="accent5"/>
          </a:solidFill>
          <a:ln w="12700">
            <a:solidFill>
              <a:srgbClr val="FFFFFF">
                <a:alpha val="0"/>
              </a:srgbClr>
            </a:solidFill>
            <a:prstDash val="solid"/>
          </a:ln>
        </p:spPr>
      </p:sp>
      <p:sp>
        <p:nvSpPr>
          <p:cNvPr id="72" name="Shape 63"/>
          <p:cNvSpPr/>
          <p:nvPr/>
        </p:nvSpPr>
        <p:spPr>
          <a:xfrm>
            <a:off x="2137867" y="5219395"/>
            <a:ext cx="186538" cy="186538"/>
          </a:xfrm>
          <a:prstGeom prst="ellipse">
            <a:avLst/>
          </a:prstGeom>
          <a:solidFill>
            <a:schemeClr val="accent5"/>
          </a:solidFill>
          <a:ln w="12700">
            <a:solidFill>
              <a:srgbClr val="FFFFFF">
                <a:alpha val="0"/>
              </a:srgbClr>
            </a:solidFill>
            <a:prstDash val="solid"/>
          </a:ln>
        </p:spPr>
      </p:sp>
      <p:sp>
        <p:nvSpPr>
          <p:cNvPr id="73" name="Shape 64"/>
          <p:cNvSpPr/>
          <p:nvPr/>
        </p:nvSpPr>
        <p:spPr>
          <a:xfrm>
            <a:off x="548640" y="4764024"/>
            <a:ext cx="2103120" cy="548640"/>
          </a:xfrm>
          <a:prstGeom prst="roundRect">
            <a:avLst>
              <a:gd name="adj" fmla="val 10000"/>
            </a:avLst>
          </a:prstGeom>
          <a:solidFill>
            <a:schemeClr val="bg1"/>
          </a:solidFill>
          <a:ln w="31750">
            <a:solidFill>
              <a:srgbClr val="17375E"/>
            </a:solidFill>
            <a:prstDash val="solid"/>
          </a:ln>
        </p:spPr>
      </p:sp>
      <p:sp>
        <p:nvSpPr>
          <p:cNvPr id="74" name="Text 65"/>
          <p:cNvSpPr txBox="1"/>
          <p:nvPr/>
        </p:nvSpPr>
        <p:spPr>
          <a:xfrm>
            <a:off x="603504" y="4764024"/>
            <a:ext cx="1993392" cy="548640"/>
          </a:xfrm>
          <a:prstGeom prst="rect">
            <a:avLst/>
          </a:prstGeom>
          <a:noFill/>
          <a:ln/>
        </p:spPr>
        <p:txBody>
          <a:bodyPr wrap="square" lIns="0" tIns="0" rIns="0" bIns="0" rtlCol="0" anchor="ctr"/>
          <a:lstStyle/>
          <a:p>
            <a:pPr algn="ctr" indent="0" marL="0">
              <a:buNone/>
            </a:pPr>
            <a:r>
              <a:rPr lang="en-US" sz="2000" b="1" dirty="0">
                <a:solidFill>
                  <a:schemeClr val="tx2"/>
                </a:solidFill>
              </a:rPr>
              <a:t>de</a:t>
            </a:r>
            <a:r>
              <a:rPr lang="en-US" sz="2000" b="1" dirty="0">
                <a:solidFill>
                  <a:schemeClr val="tx1"/>
                </a:solidFill>
              </a:rPr>
              <a:t> telefoon</a:t>
            </a:r>
            <a:endParaRPr lang="en-US" sz="2000" dirty="0"/>
          </a:p>
        </p:txBody>
      </p:sp>
      <p:sp>
        <p:nvSpPr>
          <p:cNvPr id="75" name="Shape 66"/>
          <p:cNvSpPr/>
          <p:nvPr/>
        </p:nvSpPr>
        <p:spPr>
          <a:xfrm>
            <a:off x="3161995" y="5219395"/>
            <a:ext cx="186538" cy="186538"/>
          </a:xfrm>
          <a:prstGeom prst="ellipse">
            <a:avLst/>
          </a:prstGeom>
          <a:solidFill>
            <a:schemeClr val="accent5"/>
          </a:solidFill>
          <a:ln w="12700">
            <a:solidFill>
              <a:srgbClr val="FFFFFF">
                <a:alpha val="0"/>
              </a:srgbClr>
            </a:solidFill>
            <a:prstDash val="solid"/>
          </a:ln>
        </p:spPr>
      </p:sp>
      <p:sp>
        <p:nvSpPr>
          <p:cNvPr id="76" name="Shape 67"/>
          <p:cNvSpPr/>
          <p:nvPr/>
        </p:nvSpPr>
        <p:spPr>
          <a:xfrm>
            <a:off x="4423867" y="5219395"/>
            <a:ext cx="186538" cy="186538"/>
          </a:xfrm>
          <a:prstGeom prst="ellipse">
            <a:avLst/>
          </a:prstGeom>
          <a:solidFill>
            <a:schemeClr val="accent5"/>
          </a:solidFill>
          <a:ln w="12700">
            <a:solidFill>
              <a:srgbClr val="FFFFFF">
                <a:alpha val="0"/>
              </a:srgbClr>
            </a:solidFill>
            <a:prstDash val="solid"/>
          </a:ln>
        </p:spPr>
      </p:sp>
      <p:sp>
        <p:nvSpPr>
          <p:cNvPr id="77" name="Shape 68"/>
          <p:cNvSpPr/>
          <p:nvPr/>
        </p:nvSpPr>
        <p:spPr>
          <a:xfrm>
            <a:off x="2834640" y="4764024"/>
            <a:ext cx="2103120" cy="548640"/>
          </a:xfrm>
          <a:prstGeom prst="roundRect">
            <a:avLst>
              <a:gd name="adj" fmla="val 10000"/>
            </a:avLst>
          </a:prstGeom>
          <a:solidFill>
            <a:schemeClr val="bg1"/>
          </a:solidFill>
          <a:ln w="31750">
            <a:solidFill>
              <a:srgbClr val="D9700F"/>
            </a:solidFill>
            <a:prstDash val="solid"/>
          </a:ln>
        </p:spPr>
      </p:sp>
      <p:sp>
        <p:nvSpPr>
          <p:cNvPr id="78" name="Text 69"/>
          <p:cNvSpPr txBox="1"/>
          <p:nvPr/>
        </p:nvSpPr>
        <p:spPr>
          <a:xfrm>
            <a:off x="2889504" y="4764024"/>
            <a:ext cx="1993392" cy="548640"/>
          </a:xfrm>
          <a:prstGeom prst="rect">
            <a:avLst/>
          </a:prstGeom>
          <a:noFill/>
          <a:ln/>
        </p:spPr>
        <p:txBody>
          <a:bodyPr wrap="square" lIns="0" tIns="0" rIns="0" bIns="0" rtlCol="0" anchor="ctr"/>
          <a:lstStyle/>
          <a:p>
            <a:pPr algn="ctr" indent="0" marL="0">
              <a:buNone/>
            </a:pPr>
            <a:r>
              <a:rPr lang="en-US" sz="2000" b="1" dirty="0">
                <a:solidFill>
                  <a:schemeClr val="accent1"/>
                </a:solidFill>
              </a:rPr>
              <a:t>het</a:t>
            </a:r>
            <a:r>
              <a:rPr lang="en-US" sz="2000" b="1" dirty="0">
                <a:solidFill>
                  <a:schemeClr val="tx1"/>
                </a:solidFill>
              </a:rPr>
              <a:t> nummer</a:t>
            </a:r>
            <a:endParaRPr lang="en-US" sz="2000" dirty="0"/>
          </a:p>
        </p:txBody>
      </p:sp>
      <p:pic>
        <p:nvPicPr>
          <p:cNvPr id="79" name="Image 6" descr="CaptainHatProfile">    </p:cNvPr>
          <p:cNvPicPr>
            <a:picLocks noChangeAspect="1"/>
          </p:cNvPicPr>
          <p:nvPr/>
        </p:nvPicPr>
        <p:blipFill>
          <a:blip r:embed="rId7"/>
          <a:stretch>
            <a:fillRect/>
          </a:stretch>
        </p:blipFill>
        <p:spPr>
          <a:xfrm>
            <a:off x="4434840" y="4434840"/>
            <a:ext cx="457200" cy="457200"/>
          </a:xfrm>
          <a:prstGeom prst="rect">
            <a:avLst/>
          </a:prstGeom>
        </p:spPr>
      </p:pic>
      <p:sp>
        <p:nvSpPr>
          <p:cNvPr id="80" name="Shape 70"/>
          <p:cNvSpPr/>
          <p:nvPr/>
        </p:nvSpPr>
        <p:spPr>
          <a:xfrm>
            <a:off x="5120640" y="5038344"/>
            <a:ext cx="731520" cy="914"/>
          </a:xfrm>
          <a:prstGeom prst="line">
            <a:avLst/>
          </a:prstGeom>
          <a:noFill/>
          <a:ln w="31750">
            <a:solidFill>
              <a:srgbClr val="4A5A70"/>
            </a:solidFill>
            <a:prstDash val="solid"/>
            <a:tailEnd type="triangle"/>
          </a:ln>
        </p:spPr>
      </p:sp>
      <p:sp>
        <p:nvSpPr>
          <p:cNvPr id="81" name="Shape 71"/>
          <p:cNvSpPr/>
          <p:nvPr/>
        </p:nvSpPr>
        <p:spPr>
          <a:xfrm>
            <a:off x="6858000" y="5038344"/>
            <a:ext cx="228600" cy="914"/>
          </a:xfrm>
          <a:prstGeom prst="line">
            <a:avLst/>
          </a:prstGeom>
          <a:noFill/>
          <a:ln w="38100">
            <a:solidFill>
              <a:srgbClr val="4A5A70"/>
            </a:solidFill>
            <a:prstDash val="solid"/>
          </a:ln>
        </p:spPr>
      </p:sp>
      <p:sp>
        <p:nvSpPr>
          <p:cNvPr id="82" name="Shape 72"/>
          <p:cNvSpPr/>
          <p:nvPr/>
        </p:nvSpPr>
        <p:spPr>
          <a:xfrm>
            <a:off x="6115507" y="5219395"/>
            <a:ext cx="186538" cy="186538"/>
          </a:xfrm>
          <a:prstGeom prst="ellipse">
            <a:avLst/>
          </a:prstGeom>
          <a:solidFill>
            <a:schemeClr val="accent5"/>
          </a:solidFill>
          <a:ln w="12700">
            <a:solidFill>
              <a:srgbClr val="FFFFFF">
                <a:alpha val="0"/>
              </a:srgbClr>
            </a:solidFill>
            <a:prstDash val="solid"/>
          </a:ln>
        </p:spPr>
      </p:sp>
      <p:sp>
        <p:nvSpPr>
          <p:cNvPr id="83" name="Shape 73"/>
          <p:cNvSpPr/>
          <p:nvPr/>
        </p:nvSpPr>
        <p:spPr>
          <a:xfrm>
            <a:off x="6636715" y="5219395"/>
            <a:ext cx="186538" cy="186538"/>
          </a:xfrm>
          <a:prstGeom prst="ellipse">
            <a:avLst/>
          </a:prstGeom>
          <a:solidFill>
            <a:schemeClr val="accent5"/>
          </a:solidFill>
          <a:ln w="12700">
            <a:solidFill>
              <a:srgbClr val="FFFFFF">
                <a:alpha val="0"/>
              </a:srgbClr>
            </a:solidFill>
            <a:prstDash val="solid"/>
          </a:ln>
        </p:spPr>
      </p:sp>
      <p:sp>
        <p:nvSpPr>
          <p:cNvPr id="84" name="Shape 74"/>
          <p:cNvSpPr/>
          <p:nvPr/>
        </p:nvSpPr>
        <p:spPr>
          <a:xfrm>
            <a:off x="6035040" y="4764024"/>
            <a:ext cx="868680" cy="548640"/>
          </a:xfrm>
          <a:prstGeom prst="roundRect">
            <a:avLst>
              <a:gd name="adj" fmla="val 10000"/>
            </a:avLst>
          </a:prstGeom>
          <a:solidFill>
            <a:schemeClr val="accent1"/>
          </a:solidFill>
          <a:ln w="12700">
            <a:solidFill>
              <a:srgbClr val="FFFFFF">
                <a:alpha val="0"/>
              </a:srgbClr>
            </a:solidFill>
            <a:prstDash val="solid"/>
          </a:ln>
        </p:spPr>
      </p:sp>
      <p:sp>
        <p:nvSpPr>
          <p:cNvPr id="85" name="Text 75"/>
          <p:cNvSpPr txBox="1"/>
          <p:nvPr/>
        </p:nvSpPr>
        <p:spPr>
          <a:xfrm>
            <a:off x="6089904" y="4764024"/>
            <a:ext cx="758952" cy="548640"/>
          </a:xfrm>
          <a:prstGeom prst="rect">
            <a:avLst/>
          </a:prstGeom>
          <a:noFill/>
          <a:ln/>
        </p:spPr>
        <p:txBody>
          <a:bodyPr wrap="square" lIns="0" tIns="0" rIns="0" bIns="0" rtlCol="0" anchor="ctr"/>
          <a:lstStyle/>
          <a:p>
            <a:pPr algn="ctr" indent="0" marL="0">
              <a:buNone/>
            </a:pPr>
            <a:r>
              <a:rPr lang="en-US" sz="2000" b="1" dirty="0">
                <a:solidFill>
                  <a:schemeClr val="bg1"/>
                </a:solidFill>
              </a:rPr>
              <a:t>het</a:t>
            </a:r>
            <a:endParaRPr lang="en-US" sz="2000" dirty="0"/>
          </a:p>
        </p:txBody>
      </p:sp>
      <p:sp>
        <p:nvSpPr>
          <p:cNvPr id="86" name="Shape 76"/>
          <p:cNvSpPr/>
          <p:nvPr/>
        </p:nvSpPr>
        <p:spPr>
          <a:xfrm>
            <a:off x="7788859" y="5219395"/>
            <a:ext cx="186538" cy="186538"/>
          </a:xfrm>
          <a:prstGeom prst="ellipse">
            <a:avLst/>
          </a:prstGeom>
          <a:solidFill>
            <a:schemeClr val="accent5"/>
          </a:solidFill>
          <a:ln w="12700">
            <a:solidFill>
              <a:srgbClr val="FFFFFF">
                <a:alpha val="0"/>
              </a:srgbClr>
            </a:solidFill>
            <a:prstDash val="solid"/>
          </a:ln>
        </p:spPr>
      </p:sp>
      <p:sp>
        <p:nvSpPr>
          <p:cNvPr id="87" name="Shape 77"/>
          <p:cNvSpPr/>
          <p:nvPr/>
        </p:nvSpPr>
        <p:spPr>
          <a:xfrm>
            <a:off x="10312603" y="5219395"/>
            <a:ext cx="186538" cy="186538"/>
          </a:xfrm>
          <a:prstGeom prst="ellipse">
            <a:avLst/>
          </a:prstGeom>
          <a:solidFill>
            <a:schemeClr val="accent5"/>
          </a:solidFill>
          <a:ln w="12700">
            <a:solidFill>
              <a:srgbClr val="FFFFFF">
                <a:alpha val="0"/>
              </a:srgbClr>
            </a:solidFill>
            <a:prstDash val="solid"/>
          </a:ln>
        </p:spPr>
      </p:sp>
      <p:sp>
        <p:nvSpPr>
          <p:cNvPr id="88" name="Shape 78"/>
          <p:cNvSpPr/>
          <p:nvPr/>
        </p:nvSpPr>
        <p:spPr>
          <a:xfrm>
            <a:off x="7040880" y="4764024"/>
            <a:ext cx="4206240" cy="548640"/>
          </a:xfrm>
          <a:prstGeom prst="roundRect">
            <a:avLst>
              <a:gd name="adj" fmla="val 10000"/>
            </a:avLst>
          </a:prstGeom>
          <a:solidFill>
            <a:schemeClr val="accent1"/>
          </a:solidFill>
          <a:ln w="12700">
            <a:solidFill>
              <a:srgbClr val="FFFFFF">
                <a:alpha val="0"/>
              </a:srgbClr>
            </a:solidFill>
            <a:prstDash val="solid"/>
          </a:ln>
        </p:spPr>
      </p:sp>
      <p:sp>
        <p:nvSpPr>
          <p:cNvPr id="89" name="Text 79"/>
          <p:cNvSpPr txBox="1"/>
          <p:nvPr/>
        </p:nvSpPr>
        <p:spPr>
          <a:xfrm>
            <a:off x="7095744" y="4764024"/>
            <a:ext cx="4096512" cy="548640"/>
          </a:xfrm>
          <a:prstGeom prst="rect">
            <a:avLst/>
          </a:prstGeom>
          <a:noFill/>
          <a:ln/>
        </p:spPr>
        <p:txBody>
          <a:bodyPr wrap="square" lIns="0" tIns="0" rIns="0" bIns="0" rtlCol="0" anchor="ctr"/>
          <a:lstStyle/>
          <a:p>
            <a:pPr algn="ctr" indent="0" marL="0">
              <a:buNone/>
            </a:pPr>
            <a:r>
              <a:rPr lang="en-US" sz="2400" dirty="0">
                <a:solidFill>
                  <a:schemeClr val="bg1"/>
                </a:solidFill>
              </a:rPr>
              <a:t>telefoon</a:t>
            </a:r>
            <a:r>
              <a:rPr lang="en-US" sz="2400" b="1" dirty="0">
                <a:solidFill>
                  <a:schemeClr val="bg1"/>
                </a:solidFill>
              </a:rPr>
              <a:t>nummer</a:t>
            </a:r>
            <a:endParaRPr lang="en-US" sz="2400" dirty="0"/>
          </a:p>
        </p:txBody>
      </p:sp>
      <p:pic>
        <p:nvPicPr>
          <p:cNvPr id="90" name="Image 7" descr="CaptainHatProfile">    </p:cNvPr>
          <p:cNvPicPr>
            <a:picLocks noChangeAspect="1"/>
          </p:cNvPicPr>
          <p:nvPr/>
        </p:nvPicPr>
        <p:blipFill>
          <a:blip r:embed="rId8"/>
          <a:stretch>
            <a:fillRect/>
          </a:stretch>
        </p:blipFill>
        <p:spPr>
          <a:xfrm>
            <a:off x="10744200" y="4434840"/>
            <a:ext cx="457200" cy="457200"/>
          </a:xfrm>
          <a:prstGeom prst="rect">
            <a:avLst/>
          </a:prstGeom>
        </p:spPr>
      </p:pic>
      <p:sp>
        <p:nvSpPr>
          <p:cNvPr id="91" name="Shape 80"/>
          <p:cNvSpPr/>
          <p:nvPr/>
        </p:nvSpPr>
        <p:spPr>
          <a:xfrm>
            <a:off x="548640" y="5669280"/>
            <a:ext cx="11091672" cy="594360"/>
          </a:xfrm>
          <a:prstGeom prst="roundRect">
            <a:avLst>
              <a:gd name="adj" fmla="val 12308"/>
            </a:avLst>
          </a:prstGeom>
          <a:solidFill>
            <a:schemeClr val="tx2"/>
          </a:solidFill>
          <a:ln w="12700">
            <a:solidFill>
              <a:srgbClr val="FFFFFF">
                <a:alpha val="0"/>
              </a:srgbClr>
            </a:solidFill>
            <a:prstDash val="solid"/>
          </a:ln>
        </p:spPr>
      </p:sp>
      <p:pic>
        <p:nvPicPr>
          <p:cNvPr id="92" name="Image 8" descr="SteamLocomotive">    </p:cNvPr>
          <p:cNvPicPr>
            <a:picLocks noChangeAspect="1"/>
          </p:cNvPicPr>
          <p:nvPr/>
        </p:nvPicPr>
        <p:blipFill>
          <a:blip r:embed="rId9"/>
          <a:stretch>
            <a:fillRect/>
          </a:stretch>
        </p:blipFill>
        <p:spPr>
          <a:xfrm>
            <a:off x="777240" y="5760720"/>
            <a:ext cx="411480" cy="411480"/>
          </a:xfrm>
          <a:prstGeom prst="rect">
            <a:avLst/>
          </a:prstGeom>
        </p:spPr>
      </p:pic>
      <p:sp>
        <p:nvSpPr>
          <p:cNvPr id="93" name="Text 81"/>
          <p:cNvSpPr txBox="1"/>
          <p:nvPr/>
        </p:nvSpPr>
        <p:spPr>
          <a:xfrm>
            <a:off x="1371600" y="5669280"/>
            <a:ext cx="10058400" cy="594360"/>
          </a:xfrm>
          <a:prstGeom prst="rect">
            <a:avLst/>
          </a:prstGeom>
          <a:noFill/>
          <a:ln/>
        </p:spPr>
        <p:txBody>
          <a:bodyPr wrap="square" lIns="0" tIns="0" rIns="0" bIns="0" rtlCol="0" anchor="ctr"/>
          <a:lstStyle/>
          <a:p>
            <a:pPr algn="l" indent="0" marL="0">
              <a:buNone/>
            </a:pPr>
            <a:r>
              <a:rPr lang="en-US" sz="1700" dirty="0">
                <a:solidFill>
                  <a:schemeClr val="bg1"/>
                </a:solidFill>
              </a:rPr>
              <a:t>C’est toujours le </a:t>
            </a:r>
            <a:r>
              <a:rPr lang="en-US" sz="1700" b="1" dirty="0">
                <a:solidFill>
                  <a:schemeClr val="bg1"/>
                </a:solidFill>
              </a:rPr>
              <a:t>dernier mot</a:t>
            </a:r>
            <a:r>
              <a:rPr lang="en-US" sz="1700" dirty="0">
                <a:solidFill>
                  <a:schemeClr val="bg1"/>
                </a:solidFill>
              </a:rPr>
              <a:t> qui donne l’article : il porte la casquette du conducteur.</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een → de / het, et le Ø du français « du / des »</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36192"/>
            <a:ext cx="5074920" cy="2240280"/>
          </a:xfrm>
          <a:prstGeom prst="roundRect">
            <a:avLst>
              <a:gd name="adj" fmla="val 1633"/>
            </a:avLst>
          </a:prstGeom>
          <a:solidFill>
            <a:schemeClr val="bg1"/>
          </a:solidFill>
          <a:ln w="25400">
            <a:solidFill>
              <a:srgbClr val="1B2333"/>
            </a:solidFill>
            <a:prstDash val="solid"/>
          </a:ln>
        </p:spPr>
      </p:sp>
      <p:sp>
        <p:nvSpPr>
          <p:cNvPr id="6" name="Shape 3"/>
          <p:cNvSpPr/>
          <p:nvPr/>
        </p:nvSpPr>
        <p:spPr>
          <a:xfrm>
            <a:off x="685800" y="1645920"/>
            <a:ext cx="2220976" cy="347472"/>
          </a:xfrm>
          <a:prstGeom prst="roundRect">
            <a:avLst>
              <a:gd name="adj" fmla="val 26316"/>
            </a:avLst>
          </a:prstGeom>
          <a:solidFill>
            <a:schemeClr val="accent5"/>
          </a:solidFill>
          <a:ln w="12700">
            <a:solidFill>
              <a:srgbClr val="FFFFFF">
                <a:alpha val="0"/>
              </a:srgbClr>
            </a:solidFill>
            <a:prstDash val="solid"/>
          </a:ln>
        </p:spPr>
      </p:sp>
      <p:sp>
        <p:nvSpPr>
          <p:cNvPr id="7" name="Text 4"/>
          <p:cNvSpPr txBox="1"/>
          <p:nvPr/>
        </p:nvSpPr>
        <p:spPr>
          <a:xfrm>
            <a:off x="713232" y="1645920"/>
            <a:ext cx="2166112" cy="347472"/>
          </a:xfrm>
          <a:prstGeom prst="rect">
            <a:avLst/>
          </a:prstGeom>
          <a:noFill/>
          <a:ln/>
        </p:spPr>
        <p:txBody>
          <a:bodyPr wrap="square" lIns="0" tIns="0" rIns="0" bIns="0" rtlCol="0" anchor="ctr"/>
          <a:lstStyle/>
          <a:p>
            <a:pPr algn="ctr" indent="0" marL="0">
              <a:buNone/>
            </a:pPr>
            <a:r>
              <a:rPr lang="en-US" sz="1400" b="1" dirty="0">
                <a:solidFill>
                  <a:schemeClr val="bg1"/>
                </a:solidFill>
              </a:rPr>
              <a:t>① 1re mention → </a:t>
            </a:r>
            <a:r>
              <a:rPr lang="en-US" sz="1400" b="1" i="1" dirty="0">
                <a:solidFill>
                  <a:schemeClr val="bg1"/>
                </a:solidFill>
              </a:rPr>
              <a:t>een</a:t>
            </a:r>
            <a:endParaRPr lang="en-US" sz="1400" dirty="0"/>
          </a:p>
        </p:txBody>
      </p:sp>
      <p:sp>
        <p:nvSpPr>
          <p:cNvPr id="8" name="Shape 5"/>
          <p:cNvSpPr/>
          <p:nvPr/>
        </p:nvSpPr>
        <p:spPr>
          <a:xfrm>
            <a:off x="777240" y="2130552"/>
            <a:ext cx="4617720" cy="914400"/>
          </a:xfrm>
          <a:prstGeom prst="roundRect">
            <a:avLst>
              <a:gd name="adj" fmla="val 18000"/>
            </a:avLst>
          </a:prstGeom>
          <a:solidFill>
            <a:schemeClr val="bg2"/>
          </a:solidFill>
          <a:ln w="12700">
            <a:solidFill>
              <a:srgbClr val="4A5A70"/>
            </a:solidFill>
            <a:prstDash val="solid"/>
          </a:ln>
        </p:spPr>
      </p:sp>
      <p:sp>
        <p:nvSpPr>
          <p:cNvPr id="9" name="Text 6"/>
          <p:cNvSpPr txBox="1"/>
          <p:nvPr/>
        </p:nvSpPr>
        <p:spPr>
          <a:xfrm>
            <a:off x="960120" y="2130552"/>
            <a:ext cx="4251960" cy="914400"/>
          </a:xfrm>
          <a:prstGeom prst="rect">
            <a:avLst/>
          </a:prstGeom>
          <a:noFill/>
          <a:ln/>
        </p:spPr>
        <p:txBody>
          <a:bodyPr wrap="square" lIns="0" tIns="0" rIns="0" bIns="0" rtlCol="0" anchor="ctr"/>
          <a:lstStyle/>
          <a:p>
            <a:pPr algn="ctr" indent="0" marL="0">
              <a:buNone/>
            </a:pPr>
            <a:r>
              <a:rPr lang="en-US" sz="2000" dirty="0">
                <a:solidFill>
                  <a:schemeClr val="tx1"/>
                </a:solidFill>
              </a:rPr>
              <a:t>In mijn kantoor heb ik </a:t>
            </a:r>
            <a:r>
              <a:rPr lang="en-US" sz="2000" b="1" dirty="0">
                <a:solidFill>
                  <a:schemeClr val="tx1"/>
                </a:solidFill>
              </a:rPr>
              <a:t>een</a:t>
            </a:r>
            <a:r>
              <a:rPr lang="en-US" sz="2000" dirty="0">
                <a:solidFill>
                  <a:schemeClr val="tx1"/>
                </a:solidFill>
              </a:rPr>
              <a:t> computer en </a:t>
            </a:r>
            <a:r>
              <a:rPr lang="en-US" sz="2000" b="1" dirty="0">
                <a:solidFill>
                  <a:schemeClr val="tx1"/>
                </a:solidFill>
              </a:rPr>
              <a:t>een</a:t>
            </a:r>
            <a:r>
              <a:rPr lang="en-US" sz="2000" dirty="0">
                <a:solidFill>
                  <a:schemeClr val="tx1"/>
                </a:solidFill>
              </a:rPr>
              <a:t> bureau.</a:t>
            </a:r>
            <a:endParaRPr lang="en-US" sz="2000" dirty="0"/>
          </a:p>
        </p:txBody>
      </p:sp>
      <p:pic>
        <p:nvPicPr>
          <p:cNvPr id="10" name="Image 0" descr="desktop computer">    </p:cNvPr>
          <p:cNvPicPr>
            <a:picLocks noChangeAspect="1"/>
          </p:cNvPicPr>
          <p:nvPr/>
        </p:nvPicPr>
        <p:blipFill>
          <a:blip r:embed="rId1"/>
          <a:stretch>
            <a:fillRect/>
          </a:stretch>
        </p:blipFill>
        <p:spPr>
          <a:xfrm>
            <a:off x="2263140" y="3127248"/>
            <a:ext cx="548640" cy="548640"/>
          </a:xfrm>
          <a:prstGeom prst="rect">
            <a:avLst/>
          </a:prstGeom>
        </p:spPr>
      </p:pic>
      <p:pic>
        <p:nvPicPr>
          <p:cNvPr id="11" name="Image 1" descr="Desk">    </p:cNvPr>
          <p:cNvPicPr>
            <a:picLocks noChangeAspect="1"/>
          </p:cNvPicPr>
          <p:nvPr/>
        </p:nvPicPr>
        <p:blipFill>
          <a:blip r:embed="rId2"/>
          <a:stretch>
            <a:fillRect/>
          </a:stretch>
        </p:blipFill>
        <p:spPr>
          <a:xfrm>
            <a:off x="3314700" y="3108960"/>
            <a:ext cx="594360" cy="594360"/>
          </a:xfrm>
          <a:prstGeom prst="rect">
            <a:avLst/>
          </a:prstGeom>
        </p:spPr>
      </p:pic>
      <p:sp>
        <p:nvSpPr>
          <p:cNvPr id="12" name="Shape 7"/>
          <p:cNvSpPr/>
          <p:nvPr/>
        </p:nvSpPr>
        <p:spPr>
          <a:xfrm>
            <a:off x="6565392" y="1536192"/>
            <a:ext cx="5074920" cy="2240280"/>
          </a:xfrm>
          <a:prstGeom prst="roundRect">
            <a:avLst>
              <a:gd name="adj" fmla="val 1633"/>
            </a:avLst>
          </a:prstGeom>
          <a:solidFill>
            <a:schemeClr val="bg1"/>
          </a:solidFill>
          <a:ln w="25400">
            <a:solidFill>
              <a:srgbClr val="1B2333"/>
            </a:solidFill>
            <a:prstDash val="solid"/>
          </a:ln>
        </p:spPr>
      </p:sp>
      <p:sp>
        <p:nvSpPr>
          <p:cNvPr id="13" name="Shape 8"/>
          <p:cNvSpPr/>
          <p:nvPr/>
        </p:nvSpPr>
        <p:spPr>
          <a:xfrm>
            <a:off x="6702552" y="1645920"/>
            <a:ext cx="2619248" cy="347472"/>
          </a:xfrm>
          <a:prstGeom prst="roundRect">
            <a:avLst>
              <a:gd name="adj" fmla="val 26316"/>
            </a:avLst>
          </a:prstGeom>
          <a:solidFill>
            <a:schemeClr val="tx2"/>
          </a:solidFill>
          <a:ln w="12700">
            <a:solidFill>
              <a:srgbClr val="FFFFFF">
                <a:alpha val="0"/>
              </a:srgbClr>
            </a:solidFill>
            <a:prstDash val="solid"/>
          </a:ln>
        </p:spPr>
      </p:sp>
      <p:sp>
        <p:nvSpPr>
          <p:cNvPr id="14" name="Text 9"/>
          <p:cNvSpPr txBox="1"/>
          <p:nvPr/>
        </p:nvSpPr>
        <p:spPr>
          <a:xfrm>
            <a:off x="6729984" y="1645920"/>
            <a:ext cx="2564384" cy="347472"/>
          </a:xfrm>
          <a:prstGeom prst="rect">
            <a:avLst/>
          </a:prstGeom>
          <a:noFill/>
          <a:ln/>
        </p:spPr>
        <p:txBody>
          <a:bodyPr wrap="square" lIns="0" tIns="0" rIns="0" bIns="0" rtlCol="0" anchor="ctr"/>
          <a:lstStyle/>
          <a:p>
            <a:pPr algn="ctr" indent="0" marL="0">
              <a:buNone/>
            </a:pPr>
            <a:r>
              <a:rPr lang="en-US" sz="1400" b="1" dirty="0">
                <a:solidFill>
                  <a:schemeClr val="bg1"/>
                </a:solidFill>
              </a:rPr>
              <a:t>② déjà connu → </a:t>
            </a:r>
            <a:r>
              <a:rPr lang="en-US" sz="1400" b="1" i="1" dirty="0">
                <a:solidFill>
                  <a:schemeClr val="bg1"/>
                </a:solidFill>
              </a:rPr>
              <a:t>de / het</a:t>
            </a:r>
            <a:endParaRPr lang="en-US" sz="1400" dirty="0"/>
          </a:p>
        </p:txBody>
      </p:sp>
      <p:sp>
        <p:nvSpPr>
          <p:cNvPr id="15" name="Shape 10"/>
          <p:cNvSpPr/>
          <p:nvPr/>
        </p:nvSpPr>
        <p:spPr>
          <a:xfrm>
            <a:off x="6793992" y="2130552"/>
            <a:ext cx="4617720" cy="914400"/>
          </a:xfrm>
          <a:prstGeom prst="roundRect">
            <a:avLst>
              <a:gd name="adj" fmla="val 18000"/>
            </a:avLst>
          </a:prstGeom>
          <a:solidFill>
            <a:schemeClr val="bg2"/>
          </a:solidFill>
          <a:ln w="12700">
            <a:solidFill>
              <a:srgbClr val="4A5A70"/>
            </a:solidFill>
            <a:prstDash val="solid"/>
          </a:ln>
        </p:spPr>
      </p:sp>
      <p:sp>
        <p:nvSpPr>
          <p:cNvPr id="16" name="Text 11"/>
          <p:cNvSpPr txBox="1"/>
          <p:nvPr/>
        </p:nvSpPr>
        <p:spPr>
          <a:xfrm>
            <a:off x="6976872" y="2130552"/>
            <a:ext cx="4251960" cy="914400"/>
          </a:xfrm>
          <a:prstGeom prst="rect">
            <a:avLst/>
          </a:prstGeom>
          <a:noFill/>
          <a:ln/>
        </p:spPr>
        <p:txBody>
          <a:bodyPr wrap="square" lIns="0" tIns="0" rIns="0" bIns="0" rtlCol="0" anchor="ctr"/>
          <a:lstStyle/>
          <a:p>
            <a:pPr algn="ctr" indent="0" marL="0">
              <a:buNone/>
            </a:pPr>
            <a:r>
              <a:rPr lang="en-US" sz="2000" b="1" dirty="0">
                <a:solidFill>
                  <a:schemeClr val="tx2"/>
                </a:solidFill>
              </a:rPr>
              <a:t>De</a:t>
            </a:r>
            <a:r>
              <a:rPr lang="en-US" sz="2000" dirty="0">
                <a:solidFill>
                  <a:schemeClr val="tx1"/>
                </a:solidFill>
              </a:rPr>
              <a:t> computer is nieuw, </a:t>
            </a:r>
            <a:r>
              <a:rPr lang="en-US" sz="2000" b="1" dirty="0">
                <a:solidFill>
                  <a:schemeClr val="accent1"/>
                </a:solidFill>
              </a:rPr>
              <a:t>het</a:t>
            </a:r>
            <a:r>
              <a:rPr lang="en-US" sz="2000" dirty="0">
                <a:solidFill>
                  <a:schemeClr val="tx1"/>
                </a:solidFill>
              </a:rPr>
              <a:t> bureau is oud.</a:t>
            </a:r>
            <a:endParaRPr lang="en-US" sz="2000" dirty="0"/>
          </a:p>
        </p:txBody>
      </p:sp>
      <p:pic>
        <p:nvPicPr>
          <p:cNvPr id="17" name="Image 2" descr="desktop computer">    </p:cNvPr>
          <p:cNvPicPr>
            <a:picLocks noChangeAspect="1"/>
          </p:cNvPicPr>
          <p:nvPr/>
        </p:nvPicPr>
        <p:blipFill>
          <a:blip r:embed="rId3"/>
          <a:stretch>
            <a:fillRect/>
          </a:stretch>
        </p:blipFill>
        <p:spPr>
          <a:xfrm>
            <a:off x="8279892" y="3127248"/>
            <a:ext cx="548640" cy="548640"/>
          </a:xfrm>
          <a:prstGeom prst="rect">
            <a:avLst/>
          </a:prstGeom>
        </p:spPr>
      </p:pic>
      <p:pic>
        <p:nvPicPr>
          <p:cNvPr id="18" name="Image 3" descr="Desk">    </p:cNvPr>
          <p:cNvPicPr>
            <a:picLocks noChangeAspect="1"/>
          </p:cNvPicPr>
          <p:nvPr/>
        </p:nvPicPr>
        <p:blipFill>
          <a:blip r:embed="rId4"/>
          <a:stretch>
            <a:fillRect/>
          </a:stretch>
        </p:blipFill>
        <p:spPr>
          <a:xfrm>
            <a:off x="9331452" y="3108960"/>
            <a:ext cx="594360" cy="594360"/>
          </a:xfrm>
          <a:prstGeom prst="rect">
            <a:avLst/>
          </a:prstGeom>
        </p:spPr>
      </p:pic>
      <p:sp>
        <p:nvSpPr>
          <p:cNvPr id="19" name="Text 12"/>
          <p:cNvSpPr txBox="1"/>
          <p:nvPr/>
        </p:nvSpPr>
        <p:spPr>
          <a:xfrm>
            <a:off x="9765792" y="3310128"/>
            <a:ext cx="1737360" cy="365760"/>
          </a:xfrm>
          <a:prstGeom prst="rect">
            <a:avLst/>
          </a:prstGeom>
          <a:noFill/>
          <a:ln/>
        </p:spPr>
        <p:txBody>
          <a:bodyPr wrap="square" lIns="0" tIns="0" rIns="0" bIns="0" rtlCol="0" anchor="ctr"/>
          <a:lstStyle/>
          <a:p>
            <a:pPr algn="r" indent="0" marL="0">
              <a:buNone/>
            </a:pPr>
            <a:r>
              <a:rPr lang="en-US" sz="1400" i="1" dirty="0">
                <a:solidFill>
                  <a:schemeClr val="accent5"/>
                </a:solidFill>
              </a:rPr>
              <a:t>(comme en français)</a:t>
            </a:r>
            <a:endParaRPr lang="en-US" sz="1400" dirty="0"/>
          </a:p>
        </p:txBody>
      </p:sp>
      <p:sp>
        <p:nvSpPr>
          <p:cNvPr id="20" name="Shape 13"/>
          <p:cNvSpPr/>
          <p:nvPr/>
        </p:nvSpPr>
        <p:spPr>
          <a:xfrm>
            <a:off x="5715000" y="2587752"/>
            <a:ext cx="758952" cy="914"/>
          </a:xfrm>
          <a:prstGeom prst="line">
            <a:avLst/>
          </a:prstGeom>
          <a:noFill/>
          <a:ln w="38100">
            <a:solidFill>
              <a:srgbClr val="17375E"/>
            </a:solidFill>
            <a:prstDash val="solid"/>
            <a:tailEnd type="triangle"/>
          </a:ln>
        </p:spPr>
      </p:sp>
      <p:sp>
        <p:nvSpPr>
          <p:cNvPr id="21" name="Shape 14"/>
          <p:cNvSpPr/>
          <p:nvPr/>
        </p:nvSpPr>
        <p:spPr>
          <a:xfrm>
            <a:off x="548640" y="3977640"/>
            <a:ext cx="6812280" cy="2286000"/>
          </a:xfrm>
          <a:prstGeom prst="roundRect">
            <a:avLst>
              <a:gd name="adj" fmla="val 3200"/>
            </a:avLst>
          </a:prstGeom>
          <a:solidFill>
            <a:schemeClr val="accent6">
              <a:alpha val="7000"/>
            </a:schemeClr>
          </a:solidFill>
          <a:ln w="12700">
            <a:solidFill>
              <a:srgbClr val="B83227">
                <a:alpha val="60000"/>
              </a:srgbClr>
            </a:solidFill>
            <a:prstDash val="solid"/>
          </a:ln>
        </p:spPr>
      </p:sp>
      <p:sp>
        <p:nvSpPr>
          <p:cNvPr id="22" name="tag"/>
          <p:cNvSpPr/>
          <p:nvPr/>
        </p:nvSpPr>
        <p:spPr>
          <a:xfrm>
            <a:off x="731520" y="4114800"/>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23" name="Text 16"/>
          <p:cNvSpPr txBox="1"/>
          <p:nvPr/>
        </p:nvSpPr>
        <p:spPr>
          <a:xfrm>
            <a:off x="2057400" y="4069080"/>
            <a:ext cx="5166360" cy="384048"/>
          </a:xfrm>
          <a:prstGeom prst="rect">
            <a:avLst/>
          </a:prstGeom>
          <a:noFill/>
          <a:ln/>
        </p:spPr>
        <p:txBody>
          <a:bodyPr wrap="square" lIns="0" tIns="0" rIns="0" bIns="0" rtlCol="0" anchor="ctr"/>
          <a:lstStyle/>
          <a:p>
            <a:pPr algn="l" indent="0" marL="0">
              <a:buNone/>
            </a:pPr>
            <a:r>
              <a:rPr lang="en-US" sz="1700" b="1" dirty="0">
                <a:solidFill>
                  <a:schemeClr val="accent6"/>
                </a:solidFill>
              </a:rPr>
              <a:t>✗</a:t>
            </a:r>
            <a:r>
              <a:rPr lang="en-US" sz="1700" dirty="0">
                <a:solidFill>
                  <a:schemeClr val="tx1"/>
                </a:solidFill>
              </a:rPr>
              <a:t> </a:t>
            </a:r>
            <a:r>
              <a:rPr lang="en-US" sz="1700" strike="sngStrike" dirty="0">
                <a:solidFill>
                  <a:schemeClr val="accent6"/>
                </a:solidFill>
              </a:rPr>
              <a:t>Ik drink van de koffie.</a:t>
            </a:r>
            <a:r>
              <a:rPr lang="en-US" sz="1700" dirty="0">
                <a:solidFill>
                  <a:schemeClr val="tx1"/>
                </a:solidFill>
              </a:rPr>
              <a:t>  ← calque de « du »</a:t>
            </a:r>
            <a:endParaRPr lang="en-US" sz="1700" dirty="0"/>
          </a:p>
        </p:txBody>
      </p:sp>
      <p:sp>
        <p:nvSpPr>
          <p:cNvPr id="24" name="Text 17"/>
          <p:cNvSpPr txBox="1"/>
          <p:nvPr/>
        </p:nvSpPr>
        <p:spPr>
          <a:xfrm>
            <a:off x="777240" y="4617720"/>
            <a:ext cx="2514600" cy="621792"/>
          </a:xfrm>
          <a:prstGeom prst="rect">
            <a:avLst/>
          </a:prstGeom>
          <a:noFill/>
          <a:ln/>
        </p:spPr>
        <p:txBody>
          <a:bodyPr wrap="square" lIns="0" tIns="0" rIns="0" bIns="0" rtlCol="0" anchor="ctr"/>
          <a:lstStyle/>
          <a:p>
            <a:pPr algn="l" indent="0" marL="0">
              <a:buNone/>
            </a:pPr>
            <a:r>
              <a:rPr lang="en-US" sz="1900" dirty="0">
                <a:solidFill>
                  <a:schemeClr val="tx1"/>
                </a:solidFill>
              </a:rPr>
              <a:t>Je bois </a:t>
            </a:r>
            <a:r>
              <a:rPr lang="en-US" sz="1900" strike="sngStrike" dirty="0">
                <a:solidFill>
                  <a:schemeClr val="accent6"/>
                </a:solidFill>
              </a:rPr>
              <a:t>du</a:t>
            </a:r>
            <a:r>
              <a:rPr lang="en-US" sz="1900" dirty="0">
                <a:solidFill>
                  <a:schemeClr val="tx1"/>
                </a:solidFill>
              </a:rPr>
              <a:t> café</a:t>
            </a:r>
            <a:endParaRPr lang="en-US" sz="1900" dirty="0"/>
          </a:p>
        </p:txBody>
      </p:sp>
      <p:sp>
        <p:nvSpPr>
          <p:cNvPr id="25" name="Shape 18"/>
          <p:cNvSpPr/>
          <p:nvPr/>
        </p:nvSpPr>
        <p:spPr>
          <a:xfrm>
            <a:off x="3291840" y="4928616"/>
            <a:ext cx="502920" cy="914"/>
          </a:xfrm>
          <a:prstGeom prst="line">
            <a:avLst/>
          </a:prstGeom>
          <a:noFill/>
          <a:ln w="25400">
            <a:solidFill>
              <a:srgbClr val="B83227"/>
            </a:solidFill>
            <a:prstDash val="solid"/>
            <a:tailEnd type="triangle"/>
          </a:ln>
        </p:spPr>
      </p:sp>
      <p:sp>
        <p:nvSpPr>
          <p:cNvPr id="26" name="Shape 19"/>
          <p:cNvSpPr/>
          <p:nvPr/>
        </p:nvSpPr>
        <p:spPr>
          <a:xfrm>
            <a:off x="3931920" y="4617720"/>
            <a:ext cx="3246120" cy="621792"/>
          </a:xfrm>
          <a:prstGeom prst="roundRect">
            <a:avLst>
              <a:gd name="adj" fmla="val 11765"/>
            </a:avLst>
          </a:prstGeom>
          <a:solidFill>
            <a:schemeClr val="accent3">
              <a:alpha val="10000"/>
            </a:schemeClr>
          </a:solidFill>
          <a:ln w="15875">
            <a:solidFill>
              <a:srgbClr val="2E7D4F"/>
            </a:solidFill>
            <a:prstDash val="solid"/>
          </a:ln>
        </p:spPr>
      </p:sp>
      <p:sp>
        <p:nvSpPr>
          <p:cNvPr id="27" name="Text 20"/>
          <p:cNvSpPr txBox="1"/>
          <p:nvPr/>
        </p:nvSpPr>
        <p:spPr>
          <a:xfrm>
            <a:off x="3977640" y="4617720"/>
            <a:ext cx="1143000" cy="621792"/>
          </a:xfrm>
          <a:prstGeom prst="rect">
            <a:avLst/>
          </a:prstGeom>
          <a:noFill/>
          <a:ln/>
        </p:spPr>
        <p:txBody>
          <a:bodyPr wrap="square" lIns="0" tIns="0" rIns="0" bIns="0" rtlCol="0" anchor="ctr"/>
          <a:lstStyle/>
          <a:p>
            <a:pPr algn="r" indent="0" marL="0">
              <a:buNone/>
            </a:pPr>
            <a:r>
              <a:rPr lang="en-US" sz="2000" b="1" dirty="0">
                <a:solidFill>
                  <a:schemeClr val="tx1"/>
                </a:solidFill>
              </a:rPr>
              <a:t>Ik drink</a:t>
            </a:r>
            <a:endParaRPr lang="en-US" sz="2000" dirty="0"/>
          </a:p>
        </p:txBody>
      </p:sp>
      <p:sp>
        <p:nvSpPr>
          <p:cNvPr id="28" name="Shape 21"/>
          <p:cNvSpPr/>
          <p:nvPr/>
        </p:nvSpPr>
        <p:spPr>
          <a:xfrm>
            <a:off x="5193792" y="4718304"/>
            <a:ext cx="502920" cy="420624"/>
          </a:xfrm>
          <a:prstGeom prst="roundRect">
            <a:avLst>
              <a:gd name="adj" fmla="val 13043"/>
            </a:avLst>
          </a:prstGeom>
          <a:noFill/>
          <a:ln w="25400">
            <a:solidFill>
              <a:srgbClr val="2E7D4F"/>
            </a:solidFill>
            <a:prstDash val="dash"/>
          </a:ln>
        </p:spPr>
      </p:sp>
      <p:sp>
        <p:nvSpPr>
          <p:cNvPr id="29" name="Text 22"/>
          <p:cNvSpPr txBox="1"/>
          <p:nvPr/>
        </p:nvSpPr>
        <p:spPr>
          <a:xfrm>
            <a:off x="5193792" y="4718304"/>
            <a:ext cx="502920" cy="420624"/>
          </a:xfrm>
          <a:prstGeom prst="rect">
            <a:avLst/>
          </a:prstGeom>
          <a:noFill/>
          <a:ln/>
        </p:spPr>
        <p:txBody>
          <a:bodyPr wrap="square" lIns="0" tIns="0" rIns="0" bIns="0" rtlCol="0" anchor="ctr"/>
          <a:lstStyle/>
          <a:p>
            <a:pPr algn="ctr" indent="0" marL="0">
              <a:buNone/>
            </a:pPr>
            <a:r>
              <a:rPr lang="en-US" sz="1600" b="1" dirty="0">
                <a:solidFill>
                  <a:schemeClr val="accent3"/>
                </a:solidFill>
                <a:latin typeface="+mj-lt" pitchFamily="34" charset="0"/>
                <a:ea typeface="+mj-lt" pitchFamily="34" charset="-122"/>
                <a:cs typeface="+mj-lt" pitchFamily="34" charset="-120"/>
              </a:rPr>
              <a:t>Ø</a:t>
            </a:r>
            <a:endParaRPr lang="en-US" sz="1600" dirty="0"/>
          </a:p>
        </p:txBody>
      </p:sp>
      <p:sp>
        <p:nvSpPr>
          <p:cNvPr id="30" name="Text 23"/>
          <p:cNvSpPr txBox="1"/>
          <p:nvPr/>
        </p:nvSpPr>
        <p:spPr>
          <a:xfrm>
            <a:off x="5779008" y="4617720"/>
            <a:ext cx="1325880" cy="621792"/>
          </a:xfrm>
          <a:prstGeom prst="rect">
            <a:avLst/>
          </a:prstGeom>
          <a:noFill/>
          <a:ln/>
        </p:spPr>
        <p:txBody>
          <a:bodyPr wrap="square" lIns="0" tIns="0" rIns="0" bIns="0" rtlCol="0" anchor="ctr"/>
          <a:lstStyle/>
          <a:p>
            <a:pPr algn="l" indent="0" marL="0">
              <a:buNone/>
            </a:pPr>
            <a:r>
              <a:rPr lang="en-US" sz="2000" b="1" dirty="0">
                <a:solidFill>
                  <a:schemeClr val="tx1"/>
                </a:solidFill>
              </a:rPr>
              <a:t>koffie.</a:t>
            </a:r>
            <a:endParaRPr lang="en-US" sz="2000" dirty="0"/>
          </a:p>
        </p:txBody>
      </p:sp>
      <p:sp>
        <p:nvSpPr>
          <p:cNvPr id="31" name="Text 24"/>
          <p:cNvSpPr txBox="1"/>
          <p:nvPr/>
        </p:nvSpPr>
        <p:spPr>
          <a:xfrm>
            <a:off x="777240" y="5394960"/>
            <a:ext cx="2514600" cy="621792"/>
          </a:xfrm>
          <a:prstGeom prst="rect">
            <a:avLst/>
          </a:prstGeom>
          <a:noFill/>
          <a:ln/>
        </p:spPr>
        <p:txBody>
          <a:bodyPr wrap="square" lIns="0" tIns="0" rIns="0" bIns="0" rtlCol="0" anchor="ctr"/>
          <a:lstStyle/>
          <a:p>
            <a:pPr algn="l" indent="0" marL="0">
              <a:buNone/>
            </a:pPr>
            <a:r>
              <a:rPr lang="en-US" sz="1900" dirty="0">
                <a:solidFill>
                  <a:schemeClr val="tx1"/>
                </a:solidFill>
              </a:rPr>
              <a:t>Tu veux </a:t>
            </a:r>
            <a:r>
              <a:rPr lang="en-US" sz="1900" strike="sngStrike" dirty="0">
                <a:solidFill>
                  <a:schemeClr val="accent6"/>
                </a:solidFill>
              </a:rPr>
              <a:t>de l’</a:t>
            </a:r>
            <a:r>
              <a:rPr lang="en-US" sz="1900" dirty="0">
                <a:solidFill>
                  <a:schemeClr val="tx1"/>
                </a:solidFill>
              </a:rPr>
              <a:t>eau ?</a:t>
            </a:r>
            <a:endParaRPr lang="en-US" sz="1900" dirty="0"/>
          </a:p>
        </p:txBody>
      </p:sp>
      <p:sp>
        <p:nvSpPr>
          <p:cNvPr id="32" name="Shape 25"/>
          <p:cNvSpPr/>
          <p:nvPr/>
        </p:nvSpPr>
        <p:spPr>
          <a:xfrm>
            <a:off x="3291840" y="5705856"/>
            <a:ext cx="502920" cy="914"/>
          </a:xfrm>
          <a:prstGeom prst="line">
            <a:avLst/>
          </a:prstGeom>
          <a:noFill/>
          <a:ln w="25400">
            <a:solidFill>
              <a:srgbClr val="B83227"/>
            </a:solidFill>
            <a:prstDash val="solid"/>
            <a:tailEnd type="triangle"/>
          </a:ln>
        </p:spPr>
      </p:sp>
      <p:sp>
        <p:nvSpPr>
          <p:cNvPr id="33" name="Shape 26"/>
          <p:cNvSpPr/>
          <p:nvPr/>
        </p:nvSpPr>
        <p:spPr>
          <a:xfrm>
            <a:off x="3931920" y="5394960"/>
            <a:ext cx="3246120" cy="621792"/>
          </a:xfrm>
          <a:prstGeom prst="roundRect">
            <a:avLst>
              <a:gd name="adj" fmla="val 11765"/>
            </a:avLst>
          </a:prstGeom>
          <a:solidFill>
            <a:schemeClr val="accent3">
              <a:alpha val="10000"/>
            </a:schemeClr>
          </a:solidFill>
          <a:ln w="15875">
            <a:solidFill>
              <a:srgbClr val="2E7D4F"/>
            </a:solidFill>
            <a:prstDash val="solid"/>
          </a:ln>
        </p:spPr>
      </p:sp>
      <p:sp>
        <p:nvSpPr>
          <p:cNvPr id="34" name="Text 27"/>
          <p:cNvSpPr txBox="1"/>
          <p:nvPr/>
        </p:nvSpPr>
        <p:spPr>
          <a:xfrm>
            <a:off x="3977640" y="5394960"/>
            <a:ext cx="1143000" cy="621792"/>
          </a:xfrm>
          <a:prstGeom prst="rect">
            <a:avLst/>
          </a:prstGeom>
          <a:noFill/>
          <a:ln/>
        </p:spPr>
        <p:txBody>
          <a:bodyPr wrap="square" lIns="0" tIns="0" rIns="0" bIns="0" rtlCol="0" anchor="ctr"/>
          <a:lstStyle/>
          <a:p>
            <a:pPr algn="r" indent="0" marL="0">
              <a:buNone/>
            </a:pPr>
            <a:r>
              <a:rPr lang="en-US" sz="2000" b="1" dirty="0">
                <a:solidFill>
                  <a:schemeClr val="tx1"/>
                </a:solidFill>
              </a:rPr>
              <a:t>Wil je</a:t>
            </a:r>
            <a:endParaRPr lang="en-US" sz="2000" dirty="0"/>
          </a:p>
        </p:txBody>
      </p:sp>
      <p:sp>
        <p:nvSpPr>
          <p:cNvPr id="35" name="Shape 28"/>
          <p:cNvSpPr/>
          <p:nvPr/>
        </p:nvSpPr>
        <p:spPr>
          <a:xfrm>
            <a:off x="5193792" y="5495544"/>
            <a:ext cx="502920" cy="420624"/>
          </a:xfrm>
          <a:prstGeom prst="roundRect">
            <a:avLst>
              <a:gd name="adj" fmla="val 13043"/>
            </a:avLst>
          </a:prstGeom>
          <a:noFill/>
          <a:ln w="25400">
            <a:solidFill>
              <a:srgbClr val="2E7D4F"/>
            </a:solidFill>
            <a:prstDash val="dash"/>
          </a:ln>
        </p:spPr>
      </p:sp>
      <p:sp>
        <p:nvSpPr>
          <p:cNvPr id="36" name="Text 29"/>
          <p:cNvSpPr txBox="1"/>
          <p:nvPr/>
        </p:nvSpPr>
        <p:spPr>
          <a:xfrm>
            <a:off x="5193792" y="5495544"/>
            <a:ext cx="502920" cy="420624"/>
          </a:xfrm>
          <a:prstGeom prst="rect">
            <a:avLst/>
          </a:prstGeom>
          <a:noFill/>
          <a:ln/>
        </p:spPr>
        <p:txBody>
          <a:bodyPr wrap="square" lIns="0" tIns="0" rIns="0" bIns="0" rtlCol="0" anchor="ctr"/>
          <a:lstStyle/>
          <a:p>
            <a:pPr algn="ctr" indent="0" marL="0">
              <a:buNone/>
            </a:pPr>
            <a:r>
              <a:rPr lang="en-US" sz="1600" b="1" dirty="0">
                <a:solidFill>
                  <a:schemeClr val="accent3"/>
                </a:solidFill>
                <a:latin typeface="+mj-lt" pitchFamily="34" charset="0"/>
                <a:ea typeface="+mj-lt" pitchFamily="34" charset="-122"/>
                <a:cs typeface="+mj-lt" pitchFamily="34" charset="-120"/>
              </a:rPr>
              <a:t>Ø</a:t>
            </a:r>
            <a:endParaRPr lang="en-US" sz="1600" dirty="0"/>
          </a:p>
        </p:txBody>
      </p:sp>
      <p:sp>
        <p:nvSpPr>
          <p:cNvPr id="37" name="Text 30"/>
          <p:cNvSpPr txBox="1"/>
          <p:nvPr/>
        </p:nvSpPr>
        <p:spPr>
          <a:xfrm>
            <a:off x="5779008" y="5394960"/>
            <a:ext cx="1325880" cy="621792"/>
          </a:xfrm>
          <a:prstGeom prst="rect">
            <a:avLst/>
          </a:prstGeom>
          <a:noFill/>
          <a:ln/>
        </p:spPr>
        <p:txBody>
          <a:bodyPr wrap="square" lIns="0" tIns="0" rIns="0" bIns="0" rtlCol="0" anchor="ctr"/>
          <a:lstStyle/>
          <a:p>
            <a:pPr algn="l" indent="0" marL="0">
              <a:buNone/>
            </a:pPr>
            <a:r>
              <a:rPr lang="en-US" sz="2000" b="1" dirty="0">
                <a:solidFill>
                  <a:schemeClr val="tx1"/>
                </a:solidFill>
              </a:rPr>
              <a:t>water?</a:t>
            </a:r>
            <a:endParaRPr lang="en-US" sz="2000" dirty="0"/>
          </a:p>
        </p:txBody>
      </p:sp>
      <p:sp>
        <p:nvSpPr>
          <p:cNvPr id="38" name="Shape 31"/>
          <p:cNvSpPr/>
          <p:nvPr/>
        </p:nvSpPr>
        <p:spPr>
          <a:xfrm>
            <a:off x="7589520" y="3977640"/>
            <a:ext cx="4050792" cy="2286000"/>
          </a:xfrm>
          <a:prstGeom prst="roundRect">
            <a:avLst>
              <a:gd name="adj" fmla="val 3200"/>
            </a:avLst>
          </a:prstGeom>
          <a:solidFill>
            <a:schemeClr val="bg2"/>
          </a:solidFill>
          <a:ln w="12700">
            <a:solidFill>
              <a:srgbClr val="D5DCE6"/>
            </a:solidFill>
            <a:prstDash val="solid"/>
          </a:ln>
        </p:spPr>
      </p:sp>
      <p:sp>
        <p:nvSpPr>
          <p:cNvPr id="39" name="Text 32"/>
          <p:cNvSpPr txBox="1"/>
          <p:nvPr/>
        </p:nvSpPr>
        <p:spPr>
          <a:xfrm>
            <a:off x="7772400" y="4069080"/>
            <a:ext cx="3685032" cy="320040"/>
          </a:xfrm>
          <a:prstGeom prst="rect">
            <a:avLst/>
          </a:prstGeom>
          <a:noFill/>
          <a:ln/>
        </p:spPr>
        <p:txBody>
          <a:bodyPr wrap="square" lIns="0" tIns="0" rIns="0" bIns="0" rtlCol="0" anchor="t"/>
          <a:lstStyle/>
          <a:p>
            <a:pPr algn="l" indent="0" marL="0">
              <a:buNone/>
            </a:pPr>
            <a:r>
              <a:rPr lang="en-US" sz="1200" b="1" spc="200" kern="0" dirty="0">
                <a:solidFill>
                  <a:schemeClr val="accent5"/>
                </a:solidFill>
              </a:rPr>
              <a:t>À RETENIR AUSSI</a:t>
            </a:r>
            <a:endParaRPr lang="en-US" sz="1200" dirty="0"/>
          </a:p>
        </p:txBody>
      </p:sp>
      <p:sp>
        <p:nvSpPr>
          <p:cNvPr id="40" name="Text 33"/>
          <p:cNvSpPr txBox="1"/>
          <p:nvPr/>
        </p:nvSpPr>
        <p:spPr>
          <a:xfrm>
            <a:off x="7772400" y="4434840"/>
            <a:ext cx="3685032" cy="1737360"/>
          </a:xfrm>
          <a:prstGeom prst="rect">
            <a:avLst/>
          </a:prstGeom>
          <a:noFill/>
          <a:ln/>
        </p:spPr>
        <p:txBody>
          <a:bodyPr wrap="square" lIns="0" tIns="0" rIns="0" bIns="0" rtlCol="0" anchor="t"/>
          <a:lstStyle/>
          <a:p>
            <a:pPr algn="l" indent="0" marL="0">
              <a:spcAft>
                <a:spcPts val="800"/>
              </a:spcAft>
              <a:buNone/>
            </a:pPr>
            <a:r>
              <a:rPr lang="en-US" sz="1700" dirty="0">
                <a:solidFill>
                  <a:schemeClr val="tx1"/>
                </a:solidFill>
              </a:rPr>
              <a:t>✓ </a:t>
            </a:r>
            <a:r>
              <a:rPr lang="en-US" sz="1700" i="1" dirty="0">
                <a:solidFill>
                  <a:schemeClr val="tx1"/>
                </a:solidFill>
              </a:rPr>
              <a:t>Ik koop </a:t>
            </a:r>
            <a:r>
              <a:rPr lang="en-US" sz="1700" b="1" i="1" dirty="0">
                <a:solidFill>
                  <a:schemeClr val="tx1"/>
                </a:solidFill>
              </a:rPr>
              <a:t>Ø</a:t>
            </a:r>
            <a:r>
              <a:rPr lang="en-US" sz="1700" i="1" dirty="0">
                <a:solidFill>
                  <a:schemeClr val="tx1"/>
                </a:solidFill>
              </a:rPr>
              <a:t> appels.</a:t>
            </a:r>
            <a:endParaRPr lang="en-US" sz="1700" dirty="0"/>
          </a:p>
          <a:p>
            <a:pPr algn="l" indent="0" marL="0">
              <a:spcAft>
                <a:spcPts val="800"/>
              </a:spcAft>
              <a:buNone/>
            </a:pPr>
            <a:r>
              <a:rPr lang="en-US" sz="1700" i="1" dirty="0">
                <a:solidFill>
                  <a:schemeClr val="tx1"/>
                </a:solidFill>
              </a:rPr>
              <a:t>een koffie</a:t>
            </a:r>
            <a:r>
              <a:rPr lang="en-US" sz="1700" dirty="0">
                <a:solidFill>
                  <a:schemeClr val="tx1"/>
                </a:solidFill>
              </a:rPr>
              <a:t> = </a:t>
            </a:r>
            <a:r>
              <a:rPr lang="en-US" sz="1700" b="1" dirty="0">
                <a:solidFill>
                  <a:schemeClr val="tx1"/>
                </a:solidFill>
              </a:rPr>
              <a:t>un</a:t>
            </a:r>
            <a:r>
              <a:rPr lang="en-US" sz="1700" dirty="0">
                <a:solidFill>
                  <a:schemeClr val="tx1"/>
                </a:solidFill>
              </a:rPr>
              <a:t> café (une tasse)</a:t>
            </a:r>
            <a:endParaRPr lang="en-US" sz="1700" dirty="0"/>
          </a:p>
          <a:p>
            <a:pPr algn="l" indent="0" marL="0">
              <a:spcAft>
                <a:spcPts val="800"/>
              </a:spcAft>
              <a:buNone/>
            </a:pPr>
            <a:r>
              <a:rPr lang="en-US" sz="1700" dirty="0">
                <a:solidFill>
                  <a:schemeClr val="tx1"/>
                </a:solidFill>
              </a:rPr>
              <a:t>« J’aime </a:t>
            </a:r>
            <a:r>
              <a:rPr lang="en-US" sz="1700" b="1" dirty="0">
                <a:solidFill>
                  <a:schemeClr val="tx1"/>
                </a:solidFill>
              </a:rPr>
              <a:t>le</a:t>
            </a:r>
            <a:r>
              <a:rPr lang="en-US" sz="1700" dirty="0">
                <a:solidFill>
                  <a:schemeClr val="tx1"/>
                </a:solidFill>
              </a:rPr>
              <a:t> café » → </a:t>
            </a:r>
            <a:r>
              <a:rPr lang="en-US" sz="1700" i="1" dirty="0">
                <a:solidFill>
                  <a:schemeClr val="tx1"/>
                </a:solidFill>
              </a:rPr>
              <a:t>Ik hou van </a:t>
            </a:r>
            <a:r>
              <a:rPr lang="en-US" sz="1700" b="1" i="1" dirty="0">
                <a:solidFill>
                  <a:schemeClr val="tx1"/>
                </a:solidFill>
              </a:rPr>
              <a:t>Ø</a:t>
            </a:r>
            <a:r>
              <a:rPr lang="en-US" sz="1700" i="1" dirty="0">
                <a:solidFill>
                  <a:schemeClr val="tx1"/>
                </a:solidFill>
              </a:rPr>
              <a:t> koffie.</a:t>
            </a:r>
            <a:r>
              <a:rPr lang="en-US" sz="1700" dirty="0">
                <a:solidFill>
                  <a:schemeClr val="tx1"/>
                </a:solidFill>
              </a:rPr>
              <a:t> (sens général)</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 APERÇU — pourquoi de / het est important</a:t>
            </a:r>
            <a:endParaRPr lang="en-US" sz="3000" dirty="0"/>
          </a:p>
        </p:txBody>
      </p:sp>
      <p:sp>
        <p:nvSpPr>
          <p:cNvPr id="3" name="tag"/>
          <p:cNvSpPr/>
          <p:nvPr/>
        </p:nvSpPr>
        <p:spPr>
          <a:xfrm>
            <a:off x="548640" y="237744"/>
            <a:ext cx="1121054"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 BONUS</a:t>
            </a:r>
            <a:endParaRPr lang="en-US" sz="1200" dirty="0"/>
          </a:p>
        </p:txBody>
      </p:sp>
      <p:sp>
        <p:nvSpPr>
          <p:cNvPr id="5" name="Shape 2"/>
          <p:cNvSpPr/>
          <p:nvPr/>
        </p:nvSpPr>
        <p:spPr>
          <a:xfrm>
            <a:off x="5870448" y="3154680"/>
            <a:ext cx="457200" cy="1828800"/>
          </a:xfrm>
          <a:prstGeom prst="roundRect">
            <a:avLst>
              <a:gd name="adj" fmla="val 10000"/>
            </a:avLst>
          </a:prstGeom>
          <a:solidFill>
            <a:srgbClr val="8B6B43"/>
          </a:solidFill>
          <a:ln w="12700">
            <a:solidFill>
              <a:srgbClr val="FFFFFF">
                <a:alpha val="0"/>
              </a:srgbClr>
            </a:solidFill>
            <a:prstDash val="solid"/>
          </a:ln>
        </p:spPr>
      </p:sp>
      <p:sp>
        <p:nvSpPr>
          <p:cNvPr id="6" name="Shape 3"/>
          <p:cNvSpPr/>
          <p:nvPr/>
        </p:nvSpPr>
        <p:spPr>
          <a:xfrm flipH="1" flipV="1">
            <a:off x="4434840" y="2880360"/>
            <a:ext cx="1572768" cy="365760"/>
          </a:xfrm>
          <a:prstGeom prst="line">
            <a:avLst/>
          </a:prstGeom>
          <a:noFill/>
          <a:ln w="114300">
            <a:solidFill>
              <a:srgbClr val="17375E"/>
            </a:solidFill>
            <a:prstDash val="solid"/>
          </a:ln>
        </p:spPr>
      </p:sp>
      <p:sp>
        <p:nvSpPr>
          <p:cNvPr id="7" name="Shape 4"/>
          <p:cNvSpPr/>
          <p:nvPr/>
        </p:nvSpPr>
        <p:spPr>
          <a:xfrm flipV="1">
            <a:off x="6190488" y="2880360"/>
            <a:ext cx="1572768" cy="365760"/>
          </a:xfrm>
          <a:prstGeom prst="line">
            <a:avLst/>
          </a:prstGeom>
          <a:noFill/>
          <a:ln w="114300">
            <a:solidFill>
              <a:srgbClr val="D9700F"/>
            </a:solidFill>
            <a:prstDash val="solid"/>
          </a:ln>
        </p:spPr>
      </p:sp>
      <p:sp>
        <p:nvSpPr>
          <p:cNvPr id="8" name="Shape 5"/>
          <p:cNvSpPr/>
          <p:nvPr/>
        </p:nvSpPr>
        <p:spPr>
          <a:xfrm flipH="1" flipV="1">
            <a:off x="4114800" y="2057400"/>
            <a:ext cx="320040" cy="822960"/>
          </a:xfrm>
          <a:prstGeom prst="line">
            <a:avLst/>
          </a:prstGeom>
          <a:noFill/>
          <a:ln w="44450">
            <a:solidFill>
              <a:srgbClr val="17375E"/>
            </a:solidFill>
            <a:prstDash val="solid"/>
          </a:ln>
        </p:spPr>
      </p:sp>
      <p:sp>
        <p:nvSpPr>
          <p:cNvPr id="9" name="Shape 6"/>
          <p:cNvSpPr/>
          <p:nvPr/>
        </p:nvSpPr>
        <p:spPr>
          <a:xfrm flipV="1">
            <a:off x="7763256" y="2057400"/>
            <a:ext cx="310896" cy="822960"/>
          </a:xfrm>
          <a:prstGeom prst="line">
            <a:avLst/>
          </a:prstGeom>
          <a:noFill/>
          <a:ln w="44450">
            <a:solidFill>
              <a:srgbClr val="D9700F"/>
            </a:solidFill>
            <a:prstDash val="solid"/>
          </a:ln>
        </p:spPr>
      </p:sp>
      <p:sp>
        <p:nvSpPr>
          <p:cNvPr id="10" name="Shape 7"/>
          <p:cNvSpPr/>
          <p:nvPr/>
        </p:nvSpPr>
        <p:spPr>
          <a:xfrm flipH="1">
            <a:off x="4114800" y="2880360"/>
            <a:ext cx="320040" cy="320040"/>
          </a:xfrm>
          <a:prstGeom prst="line">
            <a:avLst/>
          </a:prstGeom>
          <a:noFill/>
          <a:ln w="44450">
            <a:solidFill>
              <a:srgbClr val="17375E"/>
            </a:solidFill>
            <a:prstDash val="solid"/>
          </a:ln>
        </p:spPr>
      </p:sp>
      <p:sp>
        <p:nvSpPr>
          <p:cNvPr id="11" name="Shape 8"/>
          <p:cNvSpPr/>
          <p:nvPr/>
        </p:nvSpPr>
        <p:spPr>
          <a:xfrm>
            <a:off x="7763256" y="2880360"/>
            <a:ext cx="310896" cy="320040"/>
          </a:xfrm>
          <a:prstGeom prst="line">
            <a:avLst/>
          </a:prstGeom>
          <a:noFill/>
          <a:ln w="44450">
            <a:solidFill>
              <a:srgbClr val="D9700F"/>
            </a:solidFill>
            <a:prstDash val="solid"/>
          </a:ln>
        </p:spPr>
      </p:sp>
      <p:sp>
        <p:nvSpPr>
          <p:cNvPr id="12" name="Shape 9"/>
          <p:cNvSpPr/>
          <p:nvPr/>
        </p:nvSpPr>
        <p:spPr>
          <a:xfrm flipH="1">
            <a:off x="4114800" y="2880360"/>
            <a:ext cx="320040" cy="1463040"/>
          </a:xfrm>
          <a:prstGeom prst="line">
            <a:avLst/>
          </a:prstGeom>
          <a:noFill/>
          <a:ln w="44450">
            <a:solidFill>
              <a:srgbClr val="17375E"/>
            </a:solidFill>
            <a:prstDash val="solid"/>
          </a:ln>
        </p:spPr>
      </p:sp>
      <p:sp>
        <p:nvSpPr>
          <p:cNvPr id="13" name="Shape 10"/>
          <p:cNvSpPr/>
          <p:nvPr/>
        </p:nvSpPr>
        <p:spPr>
          <a:xfrm>
            <a:off x="7763256" y="2880360"/>
            <a:ext cx="310896" cy="1463040"/>
          </a:xfrm>
          <a:prstGeom prst="line">
            <a:avLst/>
          </a:prstGeom>
          <a:noFill/>
          <a:ln w="44450">
            <a:solidFill>
              <a:srgbClr val="D9700F"/>
            </a:solidFill>
            <a:prstDash val="solid"/>
          </a:ln>
        </p:spPr>
      </p:sp>
      <p:sp>
        <p:nvSpPr>
          <p:cNvPr id="14" name="Shape 11"/>
          <p:cNvSpPr/>
          <p:nvPr/>
        </p:nvSpPr>
        <p:spPr>
          <a:xfrm>
            <a:off x="5184648" y="4892040"/>
            <a:ext cx="1828800" cy="548640"/>
          </a:xfrm>
          <a:prstGeom prst="roundRect">
            <a:avLst>
              <a:gd name="adj" fmla="val 20000"/>
            </a:avLst>
          </a:prstGeom>
          <a:solidFill>
            <a:schemeClr val="bg1"/>
          </a:solidFill>
          <a:ln w="25400">
            <a:solidFill>
              <a:srgbClr val="8B6B43"/>
            </a:solidFill>
            <a:prstDash val="solid"/>
          </a:ln>
        </p:spPr>
      </p:sp>
      <p:sp>
        <p:nvSpPr>
          <p:cNvPr id="15" name="Text 12"/>
          <p:cNvSpPr txBox="1"/>
          <p:nvPr/>
        </p:nvSpPr>
        <p:spPr>
          <a:xfrm>
            <a:off x="5184648" y="4892040"/>
            <a:ext cx="182880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le nom</a:t>
            </a:r>
            <a:endParaRPr lang="en-US" sz="2000" dirty="0"/>
          </a:p>
        </p:txBody>
      </p:sp>
      <p:sp>
        <p:nvSpPr>
          <p:cNvPr id="16" name="Shape 13"/>
          <p:cNvSpPr/>
          <p:nvPr/>
        </p:nvSpPr>
        <p:spPr>
          <a:xfrm>
            <a:off x="4663440" y="3246120"/>
            <a:ext cx="868680" cy="457200"/>
          </a:xfrm>
          <a:prstGeom prst="roundRect">
            <a:avLst>
              <a:gd name="adj" fmla="val 16000"/>
            </a:avLst>
          </a:prstGeom>
          <a:solidFill>
            <a:schemeClr val="tx2"/>
          </a:solidFill>
          <a:ln w="12700">
            <a:solidFill>
              <a:srgbClr val="FFFFFF">
                <a:alpha val="0"/>
              </a:srgbClr>
            </a:solidFill>
            <a:prstDash val="solid"/>
          </a:ln>
        </p:spPr>
      </p:sp>
      <p:sp>
        <p:nvSpPr>
          <p:cNvPr id="17" name="Text 14"/>
          <p:cNvSpPr txBox="1"/>
          <p:nvPr/>
        </p:nvSpPr>
        <p:spPr>
          <a:xfrm>
            <a:off x="4663440" y="3246120"/>
            <a:ext cx="8686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DE</a:t>
            </a:r>
            <a:endParaRPr lang="en-US" sz="1800" dirty="0"/>
          </a:p>
        </p:txBody>
      </p:sp>
      <p:sp>
        <p:nvSpPr>
          <p:cNvPr id="18" name="Shape 15"/>
          <p:cNvSpPr/>
          <p:nvPr/>
        </p:nvSpPr>
        <p:spPr>
          <a:xfrm>
            <a:off x="6675120" y="3246120"/>
            <a:ext cx="868680" cy="457200"/>
          </a:xfrm>
          <a:prstGeom prst="roundRect">
            <a:avLst>
              <a:gd name="adj" fmla="val 16000"/>
            </a:avLst>
          </a:prstGeom>
          <a:solidFill>
            <a:schemeClr val="accent1"/>
          </a:solidFill>
          <a:ln w="12700">
            <a:solidFill>
              <a:srgbClr val="FFFFFF">
                <a:alpha val="0"/>
              </a:srgbClr>
            </a:solidFill>
            <a:prstDash val="solid"/>
          </a:ln>
        </p:spPr>
      </p:sp>
      <p:sp>
        <p:nvSpPr>
          <p:cNvPr id="19" name="Text 16"/>
          <p:cNvSpPr txBox="1"/>
          <p:nvPr/>
        </p:nvSpPr>
        <p:spPr>
          <a:xfrm>
            <a:off x="6675120" y="3246120"/>
            <a:ext cx="8686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HET</a:t>
            </a:r>
            <a:endParaRPr lang="en-US" sz="1800" dirty="0"/>
          </a:p>
        </p:txBody>
      </p:sp>
      <p:sp>
        <p:nvSpPr>
          <p:cNvPr id="20" name="Shape 17"/>
          <p:cNvSpPr/>
          <p:nvPr/>
        </p:nvSpPr>
        <p:spPr>
          <a:xfrm>
            <a:off x="822960" y="1600200"/>
            <a:ext cx="3291840" cy="914400"/>
          </a:xfrm>
          <a:prstGeom prst="roundRect">
            <a:avLst>
              <a:gd name="adj" fmla="val 45000"/>
            </a:avLst>
          </a:prstGeom>
          <a:solidFill>
            <a:schemeClr val="tx2">
              <a:alpha val="8000"/>
            </a:schemeClr>
          </a:solidFill>
          <a:ln w="25400">
            <a:solidFill>
              <a:srgbClr val="17375E"/>
            </a:solidFill>
            <a:prstDash val="solid"/>
          </a:ln>
        </p:spPr>
      </p:sp>
      <p:sp>
        <p:nvSpPr>
          <p:cNvPr id="21" name="Text 18"/>
          <p:cNvSpPr txBox="1"/>
          <p:nvPr/>
        </p:nvSpPr>
        <p:spPr>
          <a:xfrm>
            <a:off x="1005840" y="1673352"/>
            <a:ext cx="2926080" cy="502920"/>
          </a:xfrm>
          <a:prstGeom prst="rect">
            <a:avLst/>
          </a:prstGeom>
          <a:noFill/>
          <a:ln/>
        </p:spPr>
        <p:txBody>
          <a:bodyPr wrap="square" lIns="0" tIns="0" rIns="0" bIns="0" rtlCol="0" anchor="ctr"/>
          <a:lstStyle/>
          <a:p>
            <a:pPr algn="ctr" indent="0" marL="0">
              <a:buNone/>
            </a:pPr>
            <a:r>
              <a:rPr lang="en-US" sz="2400" b="1" dirty="0">
                <a:solidFill>
                  <a:schemeClr val="tx1"/>
                </a:solidFill>
                <a:highlight>
                  <a:srgbClr val="FFE07A"/>
                </a:highlight>
                <a:latin typeface="+mj-lt" pitchFamily="34" charset="0"/>
                <a:ea typeface="+mj-lt" pitchFamily="34" charset="-122"/>
                <a:cs typeface="+mj-lt" pitchFamily="34" charset="-120"/>
              </a:rPr>
              <a:t>deze</a:t>
            </a:r>
            <a:r>
              <a:rPr lang="en-US" sz="2400" b="1" dirty="0">
                <a:solidFill>
                  <a:schemeClr val="tx1"/>
                </a:solidFill>
                <a:latin typeface="+mj-lt" pitchFamily="34" charset="0"/>
                <a:ea typeface="+mj-lt" pitchFamily="34" charset="-122"/>
                <a:cs typeface="+mj-lt" pitchFamily="34" charset="-120"/>
              </a:rPr>
              <a:t> / </a:t>
            </a:r>
            <a:r>
              <a:rPr lang="en-US" sz="2400" b="1" dirty="0">
                <a:solidFill>
                  <a:schemeClr val="tx1"/>
                </a:solidFill>
                <a:highlight>
                  <a:srgbClr val="FFE07A"/>
                </a:highlight>
                <a:latin typeface="+mj-lt" pitchFamily="34" charset="0"/>
                <a:ea typeface="+mj-lt" pitchFamily="34" charset="-122"/>
                <a:cs typeface="+mj-lt" pitchFamily="34" charset="-120"/>
              </a:rPr>
              <a:t>die</a:t>
            </a:r>
            <a:r>
              <a:rPr lang="en-US" sz="2400" b="1" dirty="0">
                <a:solidFill>
                  <a:schemeClr val="tx1"/>
                </a:solidFill>
                <a:latin typeface="+mj-lt" pitchFamily="34" charset="0"/>
                <a:ea typeface="+mj-lt" pitchFamily="34" charset="-122"/>
                <a:cs typeface="+mj-lt" pitchFamily="34" charset="-120"/>
              </a:rPr>
              <a:t> stoel</a:t>
            </a:r>
            <a:endParaRPr lang="en-US" sz="2400" dirty="0"/>
          </a:p>
        </p:txBody>
      </p:sp>
      <p:sp>
        <p:nvSpPr>
          <p:cNvPr id="22" name="Text 19"/>
          <p:cNvSpPr txBox="1"/>
          <p:nvPr/>
        </p:nvSpPr>
        <p:spPr>
          <a:xfrm>
            <a:off x="1005840" y="2148840"/>
            <a:ext cx="2926080" cy="292608"/>
          </a:xfrm>
          <a:prstGeom prst="rect">
            <a:avLst/>
          </a:prstGeom>
          <a:noFill/>
          <a:ln/>
        </p:spPr>
        <p:txBody>
          <a:bodyPr wrap="square" lIns="0" tIns="0" rIns="0" bIns="0" rtlCol="0" anchor="ctr"/>
          <a:lstStyle/>
          <a:p>
            <a:pPr algn="ctr" indent="0" marL="0">
              <a:buNone/>
            </a:pPr>
            <a:r>
              <a:rPr lang="en-US" sz="1400" i="1" dirty="0">
                <a:solidFill>
                  <a:schemeClr val="accent5"/>
                </a:solidFill>
              </a:rPr>
              <a:t>deze stoel</a:t>
            </a:r>
            <a:r>
              <a:rPr lang="en-US" sz="1400" dirty="0">
                <a:solidFill>
                  <a:schemeClr val="accent5"/>
                </a:solidFill>
              </a:rPr>
              <a:t> = cette chaise-ci</a:t>
            </a:r>
            <a:endParaRPr lang="en-US" sz="1400" dirty="0"/>
          </a:p>
        </p:txBody>
      </p:sp>
      <p:sp>
        <p:nvSpPr>
          <p:cNvPr id="23" name="Shape 20"/>
          <p:cNvSpPr/>
          <p:nvPr/>
        </p:nvSpPr>
        <p:spPr>
          <a:xfrm>
            <a:off x="822960" y="2743200"/>
            <a:ext cx="3291840" cy="914400"/>
          </a:xfrm>
          <a:prstGeom prst="roundRect">
            <a:avLst>
              <a:gd name="adj" fmla="val 45000"/>
            </a:avLst>
          </a:prstGeom>
          <a:solidFill>
            <a:schemeClr val="tx2">
              <a:alpha val="8000"/>
            </a:schemeClr>
          </a:solidFill>
          <a:ln w="25400">
            <a:solidFill>
              <a:srgbClr val="17375E"/>
            </a:solidFill>
            <a:prstDash val="solid"/>
          </a:ln>
        </p:spPr>
      </p:sp>
      <p:sp>
        <p:nvSpPr>
          <p:cNvPr id="24" name="Text 21"/>
          <p:cNvSpPr txBox="1"/>
          <p:nvPr/>
        </p:nvSpPr>
        <p:spPr>
          <a:xfrm>
            <a:off x="1005840" y="2743200"/>
            <a:ext cx="2926080" cy="914400"/>
          </a:xfrm>
          <a:prstGeom prst="rect">
            <a:avLst/>
          </a:prstGeom>
          <a:noFill/>
          <a:ln/>
        </p:spPr>
        <p:txBody>
          <a:bodyPr wrap="square" lIns="0" tIns="0" rIns="0" bIns="0" rtlCol="0" anchor="ctr"/>
          <a:lstStyle/>
          <a:p>
            <a:pPr algn="ctr" indent="0" marL="0">
              <a:buNone/>
            </a:pPr>
            <a:r>
              <a:rPr lang="en-US" sz="2400" b="1" dirty="0">
                <a:solidFill>
                  <a:schemeClr val="tx1"/>
                </a:solidFill>
                <a:latin typeface="+mj-lt" pitchFamily="34" charset="0"/>
                <a:ea typeface="+mj-lt" pitchFamily="34" charset="-122"/>
                <a:cs typeface="+mj-lt" pitchFamily="34" charset="-120"/>
              </a:rPr>
              <a:t>een grot</a:t>
            </a:r>
            <a:r>
              <a:rPr lang="en-US" sz="2400" b="1" dirty="0">
                <a:solidFill>
                  <a:schemeClr val="tx1"/>
                </a:solidFill>
                <a:highlight>
                  <a:srgbClr val="FFE07A"/>
                </a:highlight>
                <a:latin typeface="+mj-lt" pitchFamily="34" charset="0"/>
                <a:ea typeface="+mj-lt" pitchFamily="34" charset="-122"/>
                <a:cs typeface="+mj-lt" pitchFamily="34" charset="-120"/>
              </a:rPr>
              <a:t>e</a:t>
            </a:r>
            <a:r>
              <a:rPr lang="en-US" sz="2400" b="1" dirty="0">
                <a:solidFill>
                  <a:schemeClr val="tx1"/>
                </a:solidFill>
                <a:latin typeface="+mj-lt" pitchFamily="34" charset="0"/>
                <a:ea typeface="+mj-lt" pitchFamily="34" charset="-122"/>
                <a:cs typeface="+mj-lt" pitchFamily="34" charset="-120"/>
              </a:rPr>
              <a:t> stoel</a:t>
            </a:r>
            <a:endParaRPr lang="en-US" sz="2400" dirty="0"/>
          </a:p>
        </p:txBody>
      </p:sp>
      <p:sp>
        <p:nvSpPr>
          <p:cNvPr id="25" name="Shape 22"/>
          <p:cNvSpPr/>
          <p:nvPr/>
        </p:nvSpPr>
        <p:spPr>
          <a:xfrm>
            <a:off x="822960" y="3886200"/>
            <a:ext cx="3291840" cy="914400"/>
          </a:xfrm>
          <a:prstGeom prst="roundRect">
            <a:avLst>
              <a:gd name="adj" fmla="val 45000"/>
            </a:avLst>
          </a:prstGeom>
          <a:solidFill>
            <a:schemeClr val="tx2">
              <a:alpha val="8000"/>
            </a:schemeClr>
          </a:solidFill>
          <a:ln w="25400">
            <a:solidFill>
              <a:srgbClr val="17375E"/>
            </a:solidFill>
            <a:prstDash val="solid"/>
          </a:ln>
        </p:spPr>
      </p:sp>
      <p:sp>
        <p:nvSpPr>
          <p:cNvPr id="26" name="Text 23"/>
          <p:cNvSpPr txBox="1"/>
          <p:nvPr/>
        </p:nvSpPr>
        <p:spPr>
          <a:xfrm>
            <a:off x="1005840" y="3886200"/>
            <a:ext cx="2926080" cy="914400"/>
          </a:xfrm>
          <a:prstGeom prst="rect">
            <a:avLst/>
          </a:prstGeom>
          <a:noFill/>
          <a:ln/>
        </p:spPr>
        <p:txBody>
          <a:bodyPr wrap="square" lIns="0" tIns="0" rIns="0" bIns="0" rtlCol="0" anchor="ctr"/>
          <a:lstStyle/>
          <a:p>
            <a:pPr algn="ctr" indent="0" marL="0">
              <a:buNone/>
            </a:pPr>
            <a:r>
              <a:rPr lang="en-US" sz="2400" b="1" dirty="0">
                <a:solidFill>
                  <a:schemeClr val="tx1"/>
                </a:solidFill>
                <a:highlight>
                  <a:srgbClr val="FFE07A"/>
                </a:highlight>
                <a:latin typeface="+mj-lt" pitchFamily="34" charset="0"/>
                <a:ea typeface="+mj-lt" pitchFamily="34" charset="-122"/>
                <a:cs typeface="+mj-lt" pitchFamily="34" charset="-120"/>
              </a:rPr>
              <a:t>Hij</a:t>
            </a:r>
            <a:r>
              <a:rPr lang="en-US" sz="2400" b="1" dirty="0">
                <a:solidFill>
                  <a:schemeClr val="tx1"/>
                </a:solidFill>
                <a:latin typeface="+mj-lt" pitchFamily="34" charset="0"/>
                <a:ea typeface="+mj-lt" pitchFamily="34" charset="-122"/>
                <a:cs typeface="+mj-lt" pitchFamily="34" charset="-120"/>
              </a:rPr>
              <a:t> is nieuw</a:t>
            </a:r>
            <a:endParaRPr lang="en-US" sz="2400" dirty="0"/>
          </a:p>
        </p:txBody>
      </p:sp>
      <p:sp>
        <p:nvSpPr>
          <p:cNvPr id="27" name="Shape 24"/>
          <p:cNvSpPr/>
          <p:nvPr/>
        </p:nvSpPr>
        <p:spPr>
          <a:xfrm>
            <a:off x="8074152" y="1600200"/>
            <a:ext cx="3291840" cy="914400"/>
          </a:xfrm>
          <a:prstGeom prst="roundRect">
            <a:avLst>
              <a:gd name="adj" fmla="val 45000"/>
            </a:avLst>
          </a:prstGeom>
          <a:solidFill>
            <a:schemeClr val="accent1">
              <a:alpha val="10000"/>
            </a:schemeClr>
          </a:solidFill>
          <a:ln w="25400">
            <a:solidFill>
              <a:srgbClr val="D9700F"/>
            </a:solidFill>
            <a:prstDash val="solid"/>
          </a:ln>
        </p:spPr>
      </p:sp>
      <p:sp>
        <p:nvSpPr>
          <p:cNvPr id="28" name="Text 25"/>
          <p:cNvSpPr txBox="1"/>
          <p:nvPr/>
        </p:nvSpPr>
        <p:spPr>
          <a:xfrm>
            <a:off x="8257032" y="1673352"/>
            <a:ext cx="2926080" cy="502920"/>
          </a:xfrm>
          <a:prstGeom prst="rect">
            <a:avLst/>
          </a:prstGeom>
          <a:noFill/>
          <a:ln/>
        </p:spPr>
        <p:txBody>
          <a:bodyPr wrap="square" lIns="0" tIns="0" rIns="0" bIns="0" rtlCol="0" anchor="ctr"/>
          <a:lstStyle/>
          <a:p>
            <a:pPr algn="ctr" indent="0" marL="0">
              <a:buNone/>
            </a:pPr>
            <a:r>
              <a:rPr lang="en-US" sz="2400" b="1" dirty="0">
                <a:solidFill>
                  <a:schemeClr val="tx1"/>
                </a:solidFill>
                <a:highlight>
                  <a:srgbClr val="FFE07A"/>
                </a:highlight>
                <a:latin typeface="+mj-lt" pitchFamily="34" charset="0"/>
                <a:ea typeface="+mj-lt" pitchFamily="34" charset="-122"/>
                <a:cs typeface="+mj-lt" pitchFamily="34" charset="-120"/>
              </a:rPr>
              <a:t>dit</a:t>
            </a:r>
            <a:r>
              <a:rPr lang="en-US" sz="2400" b="1" dirty="0">
                <a:solidFill>
                  <a:schemeClr val="tx1"/>
                </a:solidFill>
                <a:latin typeface="+mj-lt" pitchFamily="34" charset="0"/>
                <a:ea typeface="+mj-lt" pitchFamily="34" charset="-122"/>
                <a:cs typeface="+mj-lt" pitchFamily="34" charset="-120"/>
              </a:rPr>
              <a:t> / </a:t>
            </a:r>
            <a:r>
              <a:rPr lang="en-US" sz="2400" b="1" dirty="0">
                <a:solidFill>
                  <a:schemeClr val="tx1"/>
                </a:solidFill>
                <a:highlight>
                  <a:srgbClr val="FFE07A"/>
                </a:highlight>
                <a:latin typeface="+mj-lt" pitchFamily="34" charset="0"/>
                <a:ea typeface="+mj-lt" pitchFamily="34" charset="-122"/>
                <a:cs typeface="+mj-lt" pitchFamily="34" charset="-120"/>
              </a:rPr>
              <a:t>dat</a:t>
            </a:r>
            <a:r>
              <a:rPr lang="en-US" sz="2400" b="1" dirty="0">
                <a:solidFill>
                  <a:schemeClr val="tx1"/>
                </a:solidFill>
                <a:latin typeface="+mj-lt" pitchFamily="34" charset="0"/>
                <a:ea typeface="+mj-lt" pitchFamily="34" charset="-122"/>
                <a:cs typeface="+mj-lt" pitchFamily="34" charset="-120"/>
              </a:rPr>
              <a:t> boek</a:t>
            </a:r>
            <a:endParaRPr lang="en-US" sz="2400" dirty="0"/>
          </a:p>
        </p:txBody>
      </p:sp>
      <p:sp>
        <p:nvSpPr>
          <p:cNvPr id="29" name="Text 26"/>
          <p:cNvSpPr txBox="1"/>
          <p:nvPr/>
        </p:nvSpPr>
        <p:spPr>
          <a:xfrm>
            <a:off x="8257032" y="2148840"/>
            <a:ext cx="2926080" cy="292608"/>
          </a:xfrm>
          <a:prstGeom prst="rect">
            <a:avLst/>
          </a:prstGeom>
          <a:noFill/>
          <a:ln/>
        </p:spPr>
        <p:txBody>
          <a:bodyPr wrap="square" lIns="0" tIns="0" rIns="0" bIns="0" rtlCol="0" anchor="ctr"/>
          <a:lstStyle/>
          <a:p>
            <a:pPr algn="ctr" indent="0" marL="0">
              <a:buNone/>
            </a:pPr>
            <a:r>
              <a:rPr lang="en-US" sz="1400" i="1" dirty="0">
                <a:solidFill>
                  <a:schemeClr val="accent5"/>
                </a:solidFill>
              </a:rPr>
              <a:t>dit boek</a:t>
            </a:r>
            <a:r>
              <a:rPr lang="en-US" sz="1400" dirty="0">
                <a:solidFill>
                  <a:schemeClr val="accent5"/>
                </a:solidFill>
              </a:rPr>
              <a:t> = ce livre-ci</a:t>
            </a:r>
            <a:endParaRPr lang="en-US" sz="1400" dirty="0"/>
          </a:p>
        </p:txBody>
      </p:sp>
      <p:sp>
        <p:nvSpPr>
          <p:cNvPr id="30" name="Shape 27"/>
          <p:cNvSpPr/>
          <p:nvPr/>
        </p:nvSpPr>
        <p:spPr>
          <a:xfrm>
            <a:off x="8074152" y="2743200"/>
            <a:ext cx="3291840" cy="914400"/>
          </a:xfrm>
          <a:prstGeom prst="roundRect">
            <a:avLst>
              <a:gd name="adj" fmla="val 45000"/>
            </a:avLst>
          </a:prstGeom>
          <a:solidFill>
            <a:schemeClr val="accent1">
              <a:alpha val="10000"/>
            </a:schemeClr>
          </a:solidFill>
          <a:ln w="25400">
            <a:solidFill>
              <a:srgbClr val="D9700F"/>
            </a:solidFill>
            <a:prstDash val="solid"/>
          </a:ln>
        </p:spPr>
      </p:sp>
      <p:sp>
        <p:nvSpPr>
          <p:cNvPr id="31" name="Text 28"/>
          <p:cNvSpPr txBox="1"/>
          <p:nvPr/>
        </p:nvSpPr>
        <p:spPr>
          <a:xfrm>
            <a:off x="8257032" y="2743200"/>
            <a:ext cx="2926080" cy="914400"/>
          </a:xfrm>
          <a:prstGeom prst="rect">
            <a:avLst/>
          </a:prstGeom>
          <a:noFill/>
          <a:ln/>
        </p:spPr>
        <p:txBody>
          <a:bodyPr wrap="square" lIns="0" tIns="0" rIns="0" bIns="0" rtlCol="0" anchor="ctr"/>
          <a:lstStyle/>
          <a:p>
            <a:pPr algn="ctr" indent="0" marL="0">
              <a:buNone/>
            </a:pPr>
            <a:r>
              <a:rPr lang="en-US" sz="2400" b="1" dirty="0">
                <a:solidFill>
                  <a:schemeClr val="tx1"/>
                </a:solidFill>
                <a:latin typeface="+mj-lt" pitchFamily="34" charset="0"/>
                <a:ea typeface="+mj-lt" pitchFamily="34" charset="-122"/>
                <a:cs typeface="+mj-lt" pitchFamily="34" charset="-120"/>
              </a:rPr>
              <a:t>een </a:t>
            </a:r>
            <a:r>
              <a:rPr lang="en-US" sz="2400" b="1" dirty="0">
                <a:solidFill>
                  <a:schemeClr val="tx1"/>
                </a:solidFill>
                <a:highlight>
                  <a:srgbClr val="FFE07A"/>
                </a:highlight>
                <a:latin typeface="+mj-lt" pitchFamily="34" charset="0"/>
                <a:ea typeface="+mj-lt" pitchFamily="34" charset="-122"/>
                <a:cs typeface="+mj-lt" pitchFamily="34" charset="-120"/>
              </a:rPr>
              <a:t>groot</a:t>
            </a:r>
            <a:r>
              <a:rPr lang="en-US" sz="2400" b="1" dirty="0">
                <a:solidFill>
                  <a:schemeClr val="tx1"/>
                </a:solidFill>
                <a:latin typeface="+mj-lt" pitchFamily="34" charset="0"/>
                <a:ea typeface="+mj-lt" pitchFamily="34" charset="-122"/>
                <a:cs typeface="+mj-lt" pitchFamily="34" charset="-120"/>
              </a:rPr>
              <a:t> boek</a:t>
            </a:r>
            <a:endParaRPr lang="en-US" sz="2400" dirty="0"/>
          </a:p>
        </p:txBody>
      </p:sp>
      <p:sp>
        <p:nvSpPr>
          <p:cNvPr id="32" name="Shape 29"/>
          <p:cNvSpPr/>
          <p:nvPr/>
        </p:nvSpPr>
        <p:spPr>
          <a:xfrm>
            <a:off x="8074152" y="3886200"/>
            <a:ext cx="3291840" cy="914400"/>
          </a:xfrm>
          <a:prstGeom prst="roundRect">
            <a:avLst>
              <a:gd name="adj" fmla="val 45000"/>
            </a:avLst>
          </a:prstGeom>
          <a:solidFill>
            <a:schemeClr val="accent1">
              <a:alpha val="10000"/>
            </a:schemeClr>
          </a:solidFill>
          <a:ln w="25400">
            <a:solidFill>
              <a:srgbClr val="D9700F"/>
            </a:solidFill>
            <a:prstDash val="solid"/>
          </a:ln>
        </p:spPr>
      </p:sp>
      <p:sp>
        <p:nvSpPr>
          <p:cNvPr id="33" name="Text 30"/>
          <p:cNvSpPr txBox="1"/>
          <p:nvPr/>
        </p:nvSpPr>
        <p:spPr>
          <a:xfrm>
            <a:off x="8257032" y="3886200"/>
            <a:ext cx="2926080" cy="914400"/>
          </a:xfrm>
          <a:prstGeom prst="rect">
            <a:avLst/>
          </a:prstGeom>
          <a:noFill/>
          <a:ln/>
        </p:spPr>
        <p:txBody>
          <a:bodyPr wrap="square" lIns="0" tIns="0" rIns="0" bIns="0" rtlCol="0" anchor="ctr"/>
          <a:lstStyle/>
          <a:p>
            <a:pPr algn="ctr" indent="0" marL="0">
              <a:buNone/>
            </a:pPr>
            <a:r>
              <a:rPr lang="en-US" sz="2400" b="1" dirty="0">
                <a:solidFill>
                  <a:schemeClr val="tx1"/>
                </a:solidFill>
                <a:highlight>
                  <a:srgbClr val="FFE07A"/>
                </a:highlight>
                <a:latin typeface="+mj-lt" pitchFamily="34" charset="0"/>
                <a:ea typeface="+mj-lt" pitchFamily="34" charset="-122"/>
                <a:cs typeface="+mj-lt" pitchFamily="34" charset="-120"/>
              </a:rPr>
              <a:t>Het</a:t>
            </a:r>
            <a:r>
              <a:rPr lang="en-US" sz="2400" b="1" dirty="0">
                <a:solidFill>
                  <a:schemeClr val="tx1"/>
                </a:solidFill>
                <a:latin typeface="+mj-lt" pitchFamily="34" charset="0"/>
                <a:ea typeface="+mj-lt" pitchFamily="34" charset="-122"/>
                <a:cs typeface="+mj-lt" pitchFamily="34" charset="-120"/>
              </a:rPr>
              <a:t> is nieuw</a:t>
            </a:r>
            <a:endParaRPr lang="en-US" sz="2400" dirty="0"/>
          </a:p>
        </p:txBody>
      </p:sp>
      <p:sp>
        <p:nvSpPr>
          <p:cNvPr id="34" name="Shape 31"/>
          <p:cNvSpPr/>
          <p:nvPr/>
        </p:nvSpPr>
        <p:spPr>
          <a:xfrm>
            <a:off x="548640" y="5623560"/>
            <a:ext cx="11091672" cy="640080"/>
          </a:xfrm>
          <a:prstGeom prst="roundRect">
            <a:avLst>
              <a:gd name="adj" fmla="val 11429"/>
            </a:avLst>
          </a:prstGeom>
          <a:solidFill>
            <a:schemeClr val="bg2"/>
          </a:solidFill>
          <a:ln w="12700">
            <a:solidFill>
              <a:srgbClr val="D5DCE6"/>
            </a:solidFill>
            <a:prstDash val="solid"/>
          </a:ln>
        </p:spPr>
      </p:sp>
      <p:pic>
        <p:nvPicPr>
          <p:cNvPr id="35" name="Image 0" descr="Lightbulb">    </p:cNvPr>
          <p:cNvPicPr>
            <a:picLocks noChangeAspect="1"/>
          </p:cNvPicPr>
          <p:nvPr/>
        </p:nvPicPr>
        <p:blipFill>
          <a:blip r:embed="rId1"/>
          <a:stretch>
            <a:fillRect/>
          </a:stretch>
        </p:blipFill>
        <p:spPr>
          <a:xfrm>
            <a:off x="731520" y="5760720"/>
            <a:ext cx="365760" cy="365760"/>
          </a:xfrm>
          <a:prstGeom prst="rect">
            <a:avLst/>
          </a:prstGeom>
        </p:spPr>
      </p:pic>
      <p:sp>
        <p:nvSpPr>
          <p:cNvPr id="36" name="Text 32"/>
          <p:cNvSpPr txBox="1"/>
          <p:nvPr/>
        </p:nvSpPr>
        <p:spPr>
          <a:xfrm>
            <a:off x="1234440" y="5623560"/>
            <a:ext cx="10241280" cy="640080"/>
          </a:xfrm>
          <a:prstGeom prst="rect">
            <a:avLst/>
          </a:prstGeom>
          <a:noFill/>
          <a:ln/>
        </p:spPr>
        <p:txBody>
          <a:bodyPr wrap="square" lIns="0" tIns="0" rIns="0" bIns="0" rtlCol="0" anchor="ctr"/>
          <a:lstStyle/>
          <a:p>
            <a:pPr algn="l" indent="0" marL="0">
              <a:buNone/>
            </a:pPr>
            <a:r>
              <a:rPr lang="en-US" sz="1800" dirty="0">
                <a:solidFill>
                  <a:schemeClr val="tx1"/>
                </a:solidFill>
              </a:rPr>
              <a:t>Bien connaître l’article aujourd’hui = réussir les </a:t>
            </a:r>
            <a:r>
              <a:rPr lang="en-US" sz="1800" b="1" dirty="0">
                <a:solidFill>
                  <a:schemeClr val="tx1"/>
                </a:solidFill>
              </a:rPr>
              <a:t>démonstratifs</a:t>
            </a:r>
            <a:r>
              <a:rPr lang="en-US" sz="1800" dirty="0">
                <a:solidFill>
                  <a:schemeClr val="tx1"/>
                </a:solidFill>
              </a:rPr>
              <a:t> et les </a:t>
            </a:r>
            <a:r>
              <a:rPr lang="en-US" sz="1800" b="1" dirty="0">
                <a:solidFill>
                  <a:schemeClr val="tx1"/>
                </a:solidFill>
              </a:rPr>
              <a:t>adjectifs</a:t>
            </a:r>
            <a:r>
              <a:rPr lang="en-US" sz="1800" dirty="0">
                <a:solidFill>
                  <a:schemeClr val="tx1"/>
                </a:solidFill>
              </a:rPr>
              <a:t> demain (Néerlandais 2).</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À retenir — de ou het ? l'organigramme</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sp>
        <p:nvSpPr>
          <p:cNvPr id="5" name="Shape 2"/>
          <p:cNvSpPr/>
          <p:nvPr/>
        </p:nvSpPr>
        <p:spPr>
          <a:xfrm>
            <a:off x="1289304" y="1993392"/>
            <a:ext cx="914" cy="146304"/>
          </a:xfrm>
          <a:prstGeom prst="line">
            <a:avLst/>
          </a:prstGeom>
          <a:noFill/>
          <a:ln w="19050">
            <a:solidFill>
              <a:srgbClr val="4A5A70"/>
            </a:solidFill>
            <a:prstDash val="solid"/>
            <a:tailEnd type="triangle"/>
          </a:ln>
        </p:spPr>
      </p:sp>
      <p:sp>
        <p:nvSpPr>
          <p:cNvPr id="6" name="Text 3"/>
          <p:cNvSpPr txBox="1"/>
          <p:nvPr/>
        </p:nvSpPr>
        <p:spPr>
          <a:xfrm>
            <a:off x="502920" y="1975104"/>
            <a:ext cx="777240" cy="182880"/>
          </a:xfrm>
          <a:prstGeom prst="rect">
            <a:avLst/>
          </a:prstGeom>
          <a:noFill/>
          <a:ln/>
        </p:spPr>
        <p:txBody>
          <a:bodyPr wrap="square" lIns="0" tIns="0" rIns="0" bIns="0" rtlCol="0" anchor="ctr"/>
          <a:lstStyle/>
          <a:p>
            <a:pPr algn="r" indent="0" marL="0">
              <a:buNone/>
            </a:pPr>
            <a:r>
              <a:rPr lang="en-US" sz="1000" b="1" dirty="0">
                <a:solidFill>
                  <a:schemeClr val="accent5"/>
                </a:solidFill>
              </a:rPr>
              <a:t>NON</a:t>
            </a:r>
            <a:endParaRPr lang="en-US" sz="1000" dirty="0"/>
          </a:p>
        </p:txBody>
      </p:sp>
      <p:sp>
        <p:nvSpPr>
          <p:cNvPr id="7" name="Shape 4"/>
          <p:cNvSpPr/>
          <p:nvPr/>
        </p:nvSpPr>
        <p:spPr>
          <a:xfrm>
            <a:off x="6675120" y="1755648"/>
            <a:ext cx="685800" cy="914"/>
          </a:xfrm>
          <a:prstGeom prst="line">
            <a:avLst/>
          </a:prstGeom>
          <a:noFill/>
          <a:ln w="25400">
            <a:solidFill>
              <a:srgbClr val="2E7D4F"/>
            </a:solidFill>
            <a:prstDash val="solid"/>
            <a:tailEnd type="triangle"/>
          </a:ln>
        </p:spPr>
      </p:sp>
      <p:sp>
        <p:nvSpPr>
          <p:cNvPr id="8" name="Text 5"/>
          <p:cNvSpPr txBox="1"/>
          <p:nvPr/>
        </p:nvSpPr>
        <p:spPr>
          <a:xfrm>
            <a:off x="6720840" y="1481328"/>
            <a:ext cx="640080" cy="219456"/>
          </a:xfrm>
          <a:prstGeom prst="rect">
            <a:avLst/>
          </a:prstGeom>
          <a:noFill/>
          <a:ln/>
        </p:spPr>
        <p:txBody>
          <a:bodyPr wrap="square" lIns="0" tIns="0" rIns="0" bIns="0" rtlCol="0" anchor="ctr"/>
          <a:lstStyle/>
          <a:p>
            <a:pPr algn="ctr" indent="0" marL="0">
              <a:buNone/>
            </a:pPr>
            <a:r>
              <a:rPr lang="en-US" sz="1100" b="1" dirty="0">
                <a:solidFill>
                  <a:schemeClr val="accent3"/>
                </a:solidFill>
              </a:rPr>
              <a:t>OUI</a:t>
            </a:r>
            <a:endParaRPr lang="en-US" sz="1100" dirty="0"/>
          </a:p>
        </p:txBody>
      </p:sp>
      <p:sp>
        <p:nvSpPr>
          <p:cNvPr id="9" name="Shape 6"/>
          <p:cNvSpPr/>
          <p:nvPr/>
        </p:nvSpPr>
        <p:spPr>
          <a:xfrm>
            <a:off x="1051560" y="1517904"/>
            <a:ext cx="475488" cy="475488"/>
          </a:xfrm>
          <a:prstGeom prst="diamond">
            <a:avLst/>
          </a:prstGeom>
          <a:solidFill>
            <a:schemeClr val="tx2"/>
          </a:solidFill>
          <a:ln w="6350">
            <a:solidFill>
              <a:schemeClr val="tx2"/>
            </a:solidFill>
            <a:prstDash val="solid"/>
          </a:ln>
        </p:spPr>
      </p:sp>
      <p:sp>
        <p:nvSpPr>
          <p:cNvPr id="10" name="Text 7"/>
          <p:cNvSpPr txBox="1"/>
          <p:nvPr/>
        </p:nvSpPr>
        <p:spPr>
          <a:xfrm>
            <a:off x="1051560" y="1517904"/>
            <a:ext cx="475488" cy="47548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Shape 8"/>
          <p:cNvSpPr/>
          <p:nvPr/>
        </p:nvSpPr>
        <p:spPr>
          <a:xfrm>
            <a:off x="1691640" y="1517904"/>
            <a:ext cx="4983480" cy="475488"/>
          </a:xfrm>
          <a:prstGeom prst="roundRect">
            <a:avLst>
              <a:gd name="adj" fmla="val 15385"/>
            </a:avLst>
          </a:prstGeom>
          <a:solidFill>
            <a:schemeClr val="bg2"/>
          </a:solidFill>
          <a:ln w="12700">
            <a:solidFill>
              <a:srgbClr val="D5DCE6"/>
            </a:solidFill>
            <a:prstDash val="solid"/>
          </a:ln>
        </p:spPr>
      </p:sp>
      <p:sp>
        <p:nvSpPr>
          <p:cNvPr id="12" name="Text 9"/>
          <p:cNvSpPr txBox="1"/>
          <p:nvPr/>
        </p:nvSpPr>
        <p:spPr>
          <a:xfrm>
            <a:off x="1828800" y="1517904"/>
            <a:ext cx="4754880" cy="475488"/>
          </a:xfrm>
          <a:prstGeom prst="rect">
            <a:avLst/>
          </a:prstGeom>
          <a:noFill/>
          <a:ln/>
        </p:spPr>
        <p:txBody>
          <a:bodyPr wrap="square" lIns="0" tIns="0" rIns="0" bIns="0" rtlCol="0" anchor="ctr"/>
          <a:lstStyle/>
          <a:p>
            <a:pPr algn="l" indent="0" marL="0">
              <a:buNone/>
            </a:pPr>
            <a:r>
              <a:rPr lang="en-US" sz="1600" dirty="0">
                <a:solidFill>
                  <a:schemeClr val="tx1"/>
                </a:solidFill>
              </a:rPr>
              <a:t>Pluriel ?</a:t>
            </a:r>
            <a:endParaRPr lang="en-US" sz="1600" dirty="0"/>
          </a:p>
        </p:txBody>
      </p:sp>
      <p:sp>
        <p:nvSpPr>
          <p:cNvPr id="13" name="Shape 10"/>
          <p:cNvSpPr/>
          <p:nvPr/>
        </p:nvSpPr>
        <p:spPr>
          <a:xfrm>
            <a:off x="7406640" y="1517904"/>
            <a:ext cx="1097280" cy="475488"/>
          </a:xfrm>
          <a:prstGeom prst="roundRect">
            <a:avLst>
              <a:gd name="adj" fmla="val 15385"/>
            </a:avLst>
          </a:prstGeom>
          <a:solidFill>
            <a:schemeClr val="tx2"/>
          </a:solidFill>
          <a:ln w="12700">
            <a:solidFill>
              <a:srgbClr val="FFFFFF">
                <a:alpha val="0"/>
              </a:srgbClr>
            </a:solidFill>
            <a:prstDash val="solid"/>
          </a:ln>
        </p:spPr>
      </p:sp>
      <p:sp>
        <p:nvSpPr>
          <p:cNvPr id="14" name="Text 11"/>
          <p:cNvSpPr txBox="1"/>
          <p:nvPr/>
        </p:nvSpPr>
        <p:spPr>
          <a:xfrm>
            <a:off x="7406640" y="1517904"/>
            <a:ext cx="1097280" cy="475488"/>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DE</a:t>
            </a:r>
            <a:endParaRPr lang="en-US" sz="1800" dirty="0"/>
          </a:p>
        </p:txBody>
      </p:sp>
      <p:sp>
        <p:nvSpPr>
          <p:cNvPr id="15" name="Shape 12"/>
          <p:cNvSpPr/>
          <p:nvPr/>
        </p:nvSpPr>
        <p:spPr>
          <a:xfrm>
            <a:off x="1289304" y="2615184"/>
            <a:ext cx="914" cy="146304"/>
          </a:xfrm>
          <a:prstGeom prst="line">
            <a:avLst/>
          </a:prstGeom>
          <a:noFill/>
          <a:ln w="19050">
            <a:solidFill>
              <a:srgbClr val="4A5A70"/>
            </a:solidFill>
            <a:prstDash val="solid"/>
            <a:tailEnd type="triangle"/>
          </a:ln>
        </p:spPr>
      </p:sp>
      <p:sp>
        <p:nvSpPr>
          <p:cNvPr id="16" name="Text 13"/>
          <p:cNvSpPr txBox="1"/>
          <p:nvPr/>
        </p:nvSpPr>
        <p:spPr>
          <a:xfrm>
            <a:off x="502920" y="2596896"/>
            <a:ext cx="777240" cy="182880"/>
          </a:xfrm>
          <a:prstGeom prst="rect">
            <a:avLst/>
          </a:prstGeom>
          <a:noFill/>
          <a:ln/>
        </p:spPr>
        <p:txBody>
          <a:bodyPr wrap="square" lIns="0" tIns="0" rIns="0" bIns="0" rtlCol="0" anchor="ctr"/>
          <a:lstStyle/>
          <a:p>
            <a:pPr algn="r" indent="0" marL="0">
              <a:buNone/>
            </a:pPr>
            <a:r>
              <a:rPr lang="en-US" sz="1000" b="1" dirty="0">
                <a:solidFill>
                  <a:schemeClr val="accent5"/>
                </a:solidFill>
              </a:rPr>
              <a:t>NON</a:t>
            </a:r>
            <a:endParaRPr lang="en-US" sz="1000" dirty="0"/>
          </a:p>
        </p:txBody>
      </p:sp>
      <p:sp>
        <p:nvSpPr>
          <p:cNvPr id="17" name="Shape 14"/>
          <p:cNvSpPr/>
          <p:nvPr/>
        </p:nvSpPr>
        <p:spPr>
          <a:xfrm>
            <a:off x="6675120" y="2377440"/>
            <a:ext cx="685800" cy="914"/>
          </a:xfrm>
          <a:prstGeom prst="line">
            <a:avLst/>
          </a:prstGeom>
          <a:noFill/>
          <a:ln w="25400">
            <a:solidFill>
              <a:srgbClr val="2E7D4F"/>
            </a:solidFill>
            <a:prstDash val="solid"/>
            <a:tailEnd type="triangle"/>
          </a:ln>
        </p:spPr>
      </p:sp>
      <p:sp>
        <p:nvSpPr>
          <p:cNvPr id="18" name="Text 15"/>
          <p:cNvSpPr txBox="1"/>
          <p:nvPr/>
        </p:nvSpPr>
        <p:spPr>
          <a:xfrm>
            <a:off x="6720840" y="2103120"/>
            <a:ext cx="640080" cy="219456"/>
          </a:xfrm>
          <a:prstGeom prst="rect">
            <a:avLst/>
          </a:prstGeom>
          <a:noFill/>
          <a:ln/>
        </p:spPr>
        <p:txBody>
          <a:bodyPr wrap="square" lIns="0" tIns="0" rIns="0" bIns="0" rtlCol="0" anchor="ctr"/>
          <a:lstStyle/>
          <a:p>
            <a:pPr algn="ctr" indent="0" marL="0">
              <a:buNone/>
            </a:pPr>
            <a:r>
              <a:rPr lang="en-US" sz="1100" b="1" dirty="0">
                <a:solidFill>
                  <a:schemeClr val="accent3"/>
                </a:solidFill>
              </a:rPr>
              <a:t>OUI</a:t>
            </a:r>
            <a:endParaRPr lang="en-US" sz="1100" dirty="0"/>
          </a:p>
        </p:txBody>
      </p:sp>
      <p:sp>
        <p:nvSpPr>
          <p:cNvPr id="19" name="Shape 16"/>
          <p:cNvSpPr/>
          <p:nvPr/>
        </p:nvSpPr>
        <p:spPr>
          <a:xfrm>
            <a:off x="1051560" y="2139696"/>
            <a:ext cx="475488" cy="475488"/>
          </a:xfrm>
          <a:prstGeom prst="diamond">
            <a:avLst/>
          </a:prstGeom>
          <a:solidFill>
            <a:schemeClr val="tx2"/>
          </a:solidFill>
          <a:ln w="6350">
            <a:solidFill>
              <a:schemeClr val="tx2"/>
            </a:solidFill>
            <a:prstDash val="solid"/>
          </a:ln>
        </p:spPr>
      </p:sp>
      <p:sp>
        <p:nvSpPr>
          <p:cNvPr id="20" name="Text 17"/>
          <p:cNvSpPr txBox="1"/>
          <p:nvPr/>
        </p:nvSpPr>
        <p:spPr>
          <a:xfrm>
            <a:off x="1051560" y="2139696"/>
            <a:ext cx="475488" cy="47548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Shape 18"/>
          <p:cNvSpPr/>
          <p:nvPr/>
        </p:nvSpPr>
        <p:spPr>
          <a:xfrm>
            <a:off x="1691640" y="2139696"/>
            <a:ext cx="4983480" cy="475488"/>
          </a:xfrm>
          <a:prstGeom prst="roundRect">
            <a:avLst>
              <a:gd name="adj" fmla="val 15385"/>
            </a:avLst>
          </a:prstGeom>
          <a:solidFill>
            <a:schemeClr val="bg2"/>
          </a:solidFill>
          <a:ln w="12700">
            <a:solidFill>
              <a:srgbClr val="D5DCE6"/>
            </a:solidFill>
            <a:prstDash val="solid"/>
          </a:ln>
        </p:spPr>
      </p:sp>
      <p:sp>
        <p:nvSpPr>
          <p:cNvPr id="22" name="Text 19"/>
          <p:cNvSpPr txBox="1"/>
          <p:nvPr/>
        </p:nvSpPr>
        <p:spPr>
          <a:xfrm>
            <a:off x="1828800" y="2139696"/>
            <a:ext cx="4754880" cy="475488"/>
          </a:xfrm>
          <a:prstGeom prst="rect">
            <a:avLst/>
          </a:prstGeom>
          <a:noFill/>
          <a:ln/>
        </p:spPr>
        <p:txBody>
          <a:bodyPr wrap="square" lIns="0" tIns="0" rIns="0" bIns="0" rtlCol="0" anchor="ctr"/>
          <a:lstStyle/>
          <a:p>
            <a:pPr algn="l" indent="0" marL="0">
              <a:buNone/>
            </a:pPr>
            <a:r>
              <a:rPr lang="en-US" sz="1600" dirty="0">
                <a:solidFill>
                  <a:schemeClr val="tx1"/>
                </a:solidFill>
              </a:rPr>
              <a:t>Mot composé ?</a:t>
            </a:r>
            <a:endParaRPr lang="en-US" sz="1600" dirty="0"/>
          </a:p>
        </p:txBody>
      </p:sp>
      <p:sp>
        <p:nvSpPr>
          <p:cNvPr id="23" name="Shape 20"/>
          <p:cNvSpPr/>
          <p:nvPr/>
        </p:nvSpPr>
        <p:spPr>
          <a:xfrm>
            <a:off x="7406640" y="2139696"/>
            <a:ext cx="3063240" cy="475488"/>
          </a:xfrm>
          <a:prstGeom prst="roundRect">
            <a:avLst>
              <a:gd name="adj" fmla="val 28846"/>
            </a:avLst>
          </a:prstGeom>
          <a:solidFill>
            <a:schemeClr val="accent3">
              <a:alpha val="12000"/>
            </a:schemeClr>
          </a:solidFill>
          <a:ln w="15875">
            <a:solidFill>
              <a:srgbClr val="2E7D4F"/>
            </a:solidFill>
            <a:prstDash val="solid"/>
          </a:ln>
        </p:spPr>
      </p:sp>
      <p:sp>
        <p:nvSpPr>
          <p:cNvPr id="24" name="Text 21"/>
          <p:cNvSpPr txBox="1"/>
          <p:nvPr/>
        </p:nvSpPr>
        <p:spPr>
          <a:xfrm>
            <a:off x="7516368" y="2139696"/>
            <a:ext cx="2880360" cy="475488"/>
          </a:xfrm>
          <a:prstGeom prst="rect">
            <a:avLst/>
          </a:prstGeom>
          <a:noFill/>
          <a:ln/>
        </p:spPr>
        <p:txBody>
          <a:bodyPr wrap="square" lIns="0" tIns="0" rIns="0" bIns="0" rtlCol="0" anchor="ctr"/>
          <a:lstStyle/>
          <a:p>
            <a:pPr algn="l" indent="0" marL="0">
              <a:buNone/>
            </a:pPr>
            <a:r>
              <a:rPr lang="en-US" sz="1300" dirty="0">
                <a:solidFill>
                  <a:schemeClr val="tx1"/>
                </a:solidFill>
              </a:rPr>
              <a:t>je regarde le </a:t>
            </a:r>
            <a:r>
              <a:rPr lang="en-US" sz="1300" b="1" dirty="0">
                <a:solidFill>
                  <a:schemeClr val="tx1"/>
                </a:solidFill>
              </a:rPr>
              <a:t>dernier mot</a:t>
            </a:r>
            <a:r>
              <a:rPr lang="en-US" sz="1300" dirty="0">
                <a:solidFill>
                  <a:schemeClr val="tx1"/>
                </a:solidFill>
              </a:rPr>
              <a:t> et je recommence avec lui</a:t>
            </a:r>
            <a:endParaRPr lang="en-US" sz="1300" dirty="0"/>
          </a:p>
        </p:txBody>
      </p:sp>
      <p:sp>
        <p:nvSpPr>
          <p:cNvPr id="25" name="Shape 22"/>
          <p:cNvSpPr/>
          <p:nvPr/>
        </p:nvSpPr>
        <p:spPr>
          <a:xfrm>
            <a:off x="10469880" y="2377440"/>
            <a:ext cx="1005840" cy="914"/>
          </a:xfrm>
          <a:prstGeom prst="line">
            <a:avLst/>
          </a:prstGeom>
          <a:noFill/>
          <a:ln w="22225">
            <a:solidFill>
              <a:srgbClr val="2E7D4F"/>
            </a:solidFill>
            <a:prstDash val="solid"/>
          </a:ln>
        </p:spPr>
      </p:sp>
      <p:sp>
        <p:nvSpPr>
          <p:cNvPr id="26" name="Shape 23"/>
          <p:cNvSpPr/>
          <p:nvPr/>
        </p:nvSpPr>
        <p:spPr>
          <a:xfrm flipV="1">
            <a:off x="11475720" y="1755648"/>
            <a:ext cx="914" cy="621792"/>
          </a:xfrm>
          <a:prstGeom prst="line">
            <a:avLst/>
          </a:prstGeom>
          <a:noFill/>
          <a:ln w="22225">
            <a:solidFill>
              <a:srgbClr val="2E7D4F"/>
            </a:solidFill>
            <a:prstDash val="solid"/>
          </a:ln>
        </p:spPr>
      </p:sp>
      <p:sp>
        <p:nvSpPr>
          <p:cNvPr id="27" name="Shape 24"/>
          <p:cNvSpPr/>
          <p:nvPr/>
        </p:nvSpPr>
        <p:spPr>
          <a:xfrm flipH="1">
            <a:off x="9144000" y="1755648"/>
            <a:ext cx="2331720" cy="914"/>
          </a:xfrm>
          <a:prstGeom prst="line">
            <a:avLst/>
          </a:prstGeom>
          <a:noFill/>
          <a:ln w="22225">
            <a:solidFill>
              <a:srgbClr val="2E7D4F"/>
            </a:solidFill>
            <a:prstDash val="solid"/>
            <a:tailEnd type="triangle"/>
          </a:ln>
        </p:spPr>
      </p:sp>
      <p:sp>
        <p:nvSpPr>
          <p:cNvPr id="28" name="Shape 25"/>
          <p:cNvSpPr/>
          <p:nvPr/>
        </p:nvSpPr>
        <p:spPr>
          <a:xfrm>
            <a:off x="8732520" y="1572768"/>
            <a:ext cx="365760" cy="365760"/>
          </a:xfrm>
          <a:prstGeom prst="ellipse">
            <a:avLst/>
          </a:prstGeom>
          <a:solidFill>
            <a:schemeClr val="accent3"/>
          </a:solidFill>
          <a:ln w="12700">
            <a:solidFill>
              <a:srgbClr val="FFFFFF">
                <a:alpha val="0"/>
              </a:srgbClr>
            </a:solidFill>
            <a:prstDash val="solid"/>
          </a:ln>
        </p:spPr>
      </p:sp>
      <p:sp>
        <p:nvSpPr>
          <p:cNvPr id="29" name="Text 26"/>
          <p:cNvSpPr txBox="1"/>
          <p:nvPr/>
        </p:nvSpPr>
        <p:spPr>
          <a:xfrm>
            <a:off x="8732520" y="157276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30" name="Text 27"/>
          <p:cNvSpPr txBox="1"/>
          <p:nvPr/>
        </p:nvSpPr>
        <p:spPr>
          <a:xfrm>
            <a:off x="9189720" y="1426464"/>
            <a:ext cx="2194560" cy="274320"/>
          </a:xfrm>
          <a:prstGeom prst="rect">
            <a:avLst/>
          </a:prstGeom>
          <a:noFill/>
          <a:ln/>
        </p:spPr>
        <p:txBody>
          <a:bodyPr wrap="square" lIns="0" tIns="0" rIns="0" bIns="0" rtlCol="0" anchor="t"/>
          <a:lstStyle/>
          <a:p>
            <a:pPr algn="ctr" indent="0" marL="0">
              <a:buNone/>
            </a:pPr>
            <a:r>
              <a:rPr lang="en-US" sz="1100" i="1" dirty="0">
                <a:solidFill>
                  <a:schemeClr val="accent3"/>
                </a:solidFill>
              </a:rPr>
              <a:t>retour à la question 1</a:t>
            </a:r>
            <a:endParaRPr lang="en-US" sz="1100" dirty="0"/>
          </a:p>
        </p:txBody>
      </p:sp>
      <p:sp>
        <p:nvSpPr>
          <p:cNvPr id="31" name="Shape 28"/>
          <p:cNvSpPr/>
          <p:nvPr/>
        </p:nvSpPr>
        <p:spPr>
          <a:xfrm>
            <a:off x="1289304" y="3236976"/>
            <a:ext cx="914" cy="146304"/>
          </a:xfrm>
          <a:prstGeom prst="line">
            <a:avLst/>
          </a:prstGeom>
          <a:noFill/>
          <a:ln w="19050">
            <a:solidFill>
              <a:srgbClr val="4A5A70"/>
            </a:solidFill>
            <a:prstDash val="solid"/>
            <a:tailEnd type="triangle"/>
          </a:ln>
        </p:spPr>
      </p:sp>
      <p:sp>
        <p:nvSpPr>
          <p:cNvPr id="32" name="Text 29"/>
          <p:cNvSpPr txBox="1"/>
          <p:nvPr/>
        </p:nvSpPr>
        <p:spPr>
          <a:xfrm>
            <a:off x="502920" y="3218688"/>
            <a:ext cx="777240" cy="182880"/>
          </a:xfrm>
          <a:prstGeom prst="rect">
            <a:avLst/>
          </a:prstGeom>
          <a:noFill/>
          <a:ln/>
        </p:spPr>
        <p:txBody>
          <a:bodyPr wrap="square" lIns="0" tIns="0" rIns="0" bIns="0" rtlCol="0" anchor="ctr"/>
          <a:lstStyle/>
          <a:p>
            <a:pPr algn="r" indent="0" marL="0">
              <a:buNone/>
            </a:pPr>
            <a:r>
              <a:rPr lang="en-US" sz="1000" b="1" dirty="0">
                <a:solidFill>
                  <a:schemeClr val="accent5"/>
                </a:solidFill>
              </a:rPr>
              <a:t>NON</a:t>
            </a:r>
            <a:endParaRPr lang="en-US" sz="1000" dirty="0"/>
          </a:p>
        </p:txBody>
      </p:sp>
      <p:sp>
        <p:nvSpPr>
          <p:cNvPr id="33" name="Shape 30"/>
          <p:cNvSpPr/>
          <p:nvPr/>
        </p:nvSpPr>
        <p:spPr>
          <a:xfrm>
            <a:off x="6675120" y="2999232"/>
            <a:ext cx="685800" cy="914"/>
          </a:xfrm>
          <a:prstGeom prst="line">
            <a:avLst/>
          </a:prstGeom>
          <a:noFill/>
          <a:ln w="25400">
            <a:solidFill>
              <a:srgbClr val="2E7D4F"/>
            </a:solidFill>
            <a:prstDash val="solid"/>
            <a:tailEnd type="triangle"/>
          </a:ln>
        </p:spPr>
      </p:sp>
      <p:sp>
        <p:nvSpPr>
          <p:cNvPr id="34" name="Text 31"/>
          <p:cNvSpPr txBox="1"/>
          <p:nvPr/>
        </p:nvSpPr>
        <p:spPr>
          <a:xfrm>
            <a:off x="6720840" y="2724912"/>
            <a:ext cx="640080" cy="219456"/>
          </a:xfrm>
          <a:prstGeom prst="rect">
            <a:avLst/>
          </a:prstGeom>
          <a:noFill/>
          <a:ln/>
        </p:spPr>
        <p:txBody>
          <a:bodyPr wrap="square" lIns="0" tIns="0" rIns="0" bIns="0" rtlCol="0" anchor="ctr"/>
          <a:lstStyle/>
          <a:p>
            <a:pPr algn="ctr" indent="0" marL="0">
              <a:buNone/>
            </a:pPr>
            <a:r>
              <a:rPr lang="en-US" sz="1100" b="1" dirty="0">
                <a:solidFill>
                  <a:schemeClr val="accent3"/>
                </a:solidFill>
              </a:rPr>
              <a:t>OUI</a:t>
            </a:r>
            <a:endParaRPr lang="en-US" sz="1100" dirty="0"/>
          </a:p>
        </p:txBody>
      </p:sp>
      <p:sp>
        <p:nvSpPr>
          <p:cNvPr id="35" name="Shape 32"/>
          <p:cNvSpPr/>
          <p:nvPr/>
        </p:nvSpPr>
        <p:spPr>
          <a:xfrm>
            <a:off x="1051560" y="2761488"/>
            <a:ext cx="475488" cy="475488"/>
          </a:xfrm>
          <a:prstGeom prst="diamond">
            <a:avLst/>
          </a:prstGeom>
          <a:solidFill>
            <a:schemeClr val="tx2"/>
          </a:solidFill>
          <a:ln w="6350">
            <a:solidFill>
              <a:schemeClr val="tx2"/>
            </a:solidFill>
            <a:prstDash val="solid"/>
          </a:ln>
        </p:spPr>
      </p:sp>
      <p:sp>
        <p:nvSpPr>
          <p:cNvPr id="36" name="Text 33"/>
          <p:cNvSpPr txBox="1"/>
          <p:nvPr/>
        </p:nvSpPr>
        <p:spPr>
          <a:xfrm>
            <a:off x="1051560" y="2761488"/>
            <a:ext cx="475488" cy="47548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7" name="Shape 34"/>
          <p:cNvSpPr/>
          <p:nvPr/>
        </p:nvSpPr>
        <p:spPr>
          <a:xfrm>
            <a:off x="1691640" y="2761488"/>
            <a:ext cx="4983480" cy="475488"/>
          </a:xfrm>
          <a:prstGeom prst="roundRect">
            <a:avLst>
              <a:gd name="adj" fmla="val 15385"/>
            </a:avLst>
          </a:prstGeom>
          <a:solidFill>
            <a:schemeClr val="bg2"/>
          </a:solidFill>
          <a:ln w="12700">
            <a:solidFill>
              <a:srgbClr val="D5DCE6"/>
            </a:solidFill>
            <a:prstDash val="solid"/>
          </a:ln>
        </p:spPr>
      </p:sp>
      <p:sp>
        <p:nvSpPr>
          <p:cNvPr id="38" name="Text 35"/>
          <p:cNvSpPr txBox="1"/>
          <p:nvPr/>
        </p:nvSpPr>
        <p:spPr>
          <a:xfrm>
            <a:off x="1828800" y="2761488"/>
            <a:ext cx="4754880" cy="475488"/>
          </a:xfrm>
          <a:prstGeom prst="rect">
            <a:avLst/>
          </a:prstGeom>
          <a:noFill/>
          <a:ln/>
        </p:spPr>
        <p:txBody>
          <a:bodyPr wrap="square" lIns="0" tIns="0" rIns="0" bIns="0" rtlCol="0" anchor="ctr"/>
          <a:lstStyle/>
          <a:p>
            <a:pPr algn="l" indent="0" marL="0">
              <a:buNone/>
            </a:pPr>
            <a:r>
              <a:rPr lang="en-US" sz="1600" dirty="0">
                <a:solidFill>
                  <a:schemeClr val="tx1"/>
                </a:solidFill>
              </a:rPr>
              <a:t>Finit par </a:t>
            </a:r>
            <a:r>
              <a:rPr lang="en-US" sz="1600" i="1" dirty="0">
                <a:solidFill>
                  <a:schemeClr val="tx1"/>
                </a:solidFill>
              </a:rPr>
              <a:t>-je</a:t>
            </a:r>
            <a:r>
              <a:rPr lang="en-US" sz="1600" dirty="0">
                <a:solidFill>
                  <a:schemeClr val="tx1"/>
                </a:solidFill>
              </a:rPr>
              <a:t> (diminutif) ?</a:t>
            </a:r>
            <a:endParaRPr lang="en-US" sz="1600" dirty="0"/>
          </a:p>
        </p:txBody>
      </p:sp>
      <p:sp>
        <p:nvSpPr>
          <p:cNvPr id="39" name="Shape 36"/>
          <p:cNvSpPr/>
          <p:nvPr/>
        </p:nvSpPr>
        <p:spPr>
          <a:xfrm>
            <a:off x="7406640" y="2761488"/>
            <a:ext cx="1097280" cy="475488"/>
          </a:xfrm>
          <a:prstGeom prst="roundRect">
            <a:avLst>
              <a:gd name="adj" fmla="val 15385"/>
            </a:avLst>
          </a:prstGeom>
          <a:solidFill>
            <a:schemeClr val="accent1"/>
          </a:solidFill>
          <a:ln w="12700">
            <a:solidFill>
              <a:srgbClr val="FFFFFF">
                <a:alpha val="0"/>
              </a:srgbClr>
            </a:solidFill>
            <a:prstDash val="solid"/>
          </a:ln>
        </p:spPr>
      </p:sp>
      <p:sp>
        <p:nvSpPr>
          <p:cNvPr id="40" name="Text 37"/>
          <p:cNvSpPr txBox="1"/>
          <p:nvPr/>
        </p:nvSpPr>
        <p:spPr>
          <a:xfrm>
            <a:off x="7406640" y="2761488"/>
            <a:ext cx="1097280" cy="475488"/>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HET</a:t>
            </a:r>
            <a:endParaRPr lang="en-US" sz="1800" dirty="0"/>
          </a:p>
        </p:txBody>
      </p:sp>
      <p:sp>
        <p:nvSpPr>
          <p:cNvPr id="41" name="Shape 38"/>
          <p:cNvSpPr/>
          <p:nvPr/>
        </p:nvSpPr>
        <p:spPr>
          <a:xfrm>
            <a:off x="1289304" y="3858768"/>
            <a:ext cx="914" cy="146304"/>
          </a:xfrm>
          <a:prstGeom prst="line">
            <a:avLst/>
          </a:prstGeom>
          <a:noFill/>
          <a:ln w="19050">
            <a:solidFill>
              <a:srgbClr val="4A5A70"/>
            </a:solidFill>
            <a:prstDash val="solid"/>
            <a:tailEnd type="triangle"/>
          </a:ln>
        </p:spPr>
      </p:sp>
      <p:sp>
        <p:nvSpPr>
          <p:cNvPr id="42" name="Text 39"/>
          <p:cNvSpPr txBox="1"/>
          <p:nvPr/>
        </p:nvSpPr>
        <p:spPr>
          <a:xfrm>
            <a:off x="502920" y="3840480"/>
            <a:ext cx="777240" cy="182880"/>
          </a:xfrm>
          <a:prstGeom prst="rect">
            <a:avLst/>
          </a:prstGeom>
          <a:noFill/>
          <a:ln/>
        </p:spPr>
        <p:txBody>
          <a:bodyPr wrap="square" lIns="0" tIns="0" rIns="0" bIns="0" rtlCol="0" anchor="ctr"/>
          <a:lstStyle/>
          <a:p>
            <a:pPr algn="r" indent="0" marL="0">
              <a:buNone/>
            </a:pPr>
            <a:r>
              <a:rPr lang="en-US" sz="1000" b="1" dirty="0">
                <a:solidFill>
                  <a:schemeClr val="accent5"/>
                </a:solidFill>
              </a:rPr>
              <a:t>NON</a:t>
            </a:r>
            <a:endParaRPr lang="en-US" sz="1000" dirty="0"/>
          </a:p>
        </p:txBody>
      </p:sp>
      <p:sp>
        <p:nvSpPr>
          <p:cNvPr id="43" name="Shape 40"/>
          <p:cNvSpPr/>
          <p:nvPr/>
        </p:nvSpPr>
        <p:spPr>
          <a:xfrm>
            <a:off x="6675120" y="3621024"/>
            <a:ext cx="685800" cy="914"/>
          </a:xfrm>
          <a:prstGeom prst="line">
            <a:avLst/>
          </a:prstGeom>
          <a:noFill/>
          <a:ln w="25400">
            <a:solidFill>
              <a:srgbClr val="2E7D4F"/>
            </a:solidFill>
            <a:prstDash val="solid"/>
            <a:tailEnd type="triangle"/>
          </a:ln>
        </p:spPr>
      </p:sp>
      <p:sp>
        <p:nvSpPr>
          <p:cNvPr id="44" name="Text 41"/>
          <p:cNvSpPr txBox="1"/>
          <p:nvPr/>
        </p:nvSpPr>
        <p:spPr>
          <a:xfrm>
            <a:off x="6720840" y="3346704"/>
            <a:ext cx="640080" cy="219456"/>
          </a:xfrm>
          <a:prstGeom prst="rect">
            <a:avLst/>
          </a:prstGeom>
          <a:noFill/>
          <a:ln/>
        </p:spPr>
        <p:txBody>
          <a:bodyPr wrap="square" lIns="0" tIns="0" rIns="0" bIns="0" rtlCol="0" anchor="ctr"/>
          <a:lstStyle/>
          <a:p>
            <a:pPr algn="ctr" indent="0" marL="0">
              <a:buNone/>
            </a:pPr>
            <a:r>
              <a:rPr lang="en-US" sz="1100" b="1" dirty="0">
                <a:solidFill>
                  <a:schemeClr val="accent3"/>
                </a:solidFill>
              </a:rPr>
              <a:t>OUI</a:t>
            </a:r>
            <a:endParaRPr lang="en-US" sz="1100" dirty="0"/>
          </a:p>
        </p:txBody>
      </p:sp>
      <p:sp>
        <p:nvSpPr>
          <p:cNvPr id="45" name="Shape 42"/>
          <p:cNvSpPr/>
          <p:nvPr/>
        </p:nvSpPr>
        <p:spPr>
          <a:xfrm>
            <a:off x="1051560" y="3383280"/>
            <a:ext cx="475488" cy="475488"/>
          </a:xfrm>
          <a:prstGeom prst="diamond">
            <a:avLst/>
          </a:prstGeom>
          <a:solidFill>
            <a:schemeClr val="tx2"/>
          </a:solidFill>
          <a:ln w="6350">
            <a:solidFill>
              <a:schemeClr val="tx2"/>
            </a:solidFill>
            <a:prstDash val="solid"/>
          </a:ln>
        </p:spPr>
      </p:sp>
      <p:sp>
        <p:nvSpPr>
          <p:cNvPr id="46" name="Text 43"/>
          <p:cNvSpPr txBox="1"/>
          <p:nvPr/>
        </p:nvSpPr>
        <p:spPr>
          <a:xfrm>
            <a:off x="1051560" y="3383280"/>
            <a:ext cx="475488" cy="47548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47" name="Shape 44"/>
          <p:cNvSpPr/>
          <p:nvPr/>
        </p:nvSpPr>
        <p:spPr>
          <a:xfrm>
            <a:off x="1691640" y="3383280"/>
            <a:ext cx="4983480" cy="475488"/>
          </a:xfrm>
          <a:prstGeom prst="roundRect">
            <a:avLst>
              <a:gd name="adj" fmla="val 15385"/>
            </a:avLst>
          </a:prstGeom>
          <a:solidFill>
            <a:schemeClr val="bg2"/>
          </a:solidFill>
          <a:ln w="12700">
            <a:solidFill>
              <a:srgbClr val="D5DCE6"/>
            </a:solidFill>
            <a:prstDash val="solid"/>
          </a:ln>
        </p:spPr>
      </p:sp>
      <p:sp>
        <p:nvSpPr>
          <p:cNvPr id="48" name="Text 45"/>
          <p:cNvSpPr txBox="1"/>
          <p:nvPr/>
        </p:nvSpPr>
        <p:spPr>
          <a:xfrm>
            <a:off x="1828800" y="3383280"/>
            <a:ext cx="4754880" cy="475488"/>
          </a:xfrm>
          <a:prstGeom prst="rect">
            <a:avLst/>
          </a:prstGeom>
          <a:noFill/>
          <a:ln/>
        </p:spPr>
        <p:txBody>
          <a:bodyPr wrap="square" lIns="0" tIns="0" rIns="0" bIns="0" rtlCol="0" anchor="ctr"/>
          <a:lstStyle/>
          <a:p>
            <a:pPr algn="l" indent="0" marL="0">
              <a:buNone/>
            </a:pPr>
            <a:r>
              <a:rPr lang="en-US" sz="1600" dirty="0">
                <a:solidFill>
                  <a:schemeClr val="tx1"/>
                </a:solidFill>
              </a:rPr>
              <a:t>Une personne ?</a:t>
            </a:r>
            <a:endParaRPr lang="en-US" sz="1600" dirty="0"/>
          </a:p>
        </p:txBody>
      </p:sp>
      <p:sp>
        <p:nvSpPr>
          <p:cNvPr id="49" name="Shape 46"/>
          <p:cNvSpPr/>
          <p:nvPr/>
        </p:nvSpPr>
        <p:spPr>
          <a:xfrm>
            <a:off x="7406640" y="3383280"/>
            <a:ext cx="1097280" cy="475488"/>
          </a:xfrm>
          <a:prstGeom prst="roundRect">
            <a:avLst>
              <a:gd name="adj" fmla="val 15385"/>
            </a:avLst>
          </a:prstGeom>
          <a:solidFill>
            <a:schemeClr val="tx2"/>
          </a:solidFill>
          <a:ln w="12700">
            <a:solidFill>
              <a:srgbClr val="FFFFFF">
                <a:alpha val="0"/>
              </a:srgbClr>
            </a:solidFill>
            <a:prstDash val="solid"/>
          </a:ln>
        </p:spPr>
      </p:sp>
      <p:sp>
        <p:nvSpPr>
          <p:cNvPr id="50" name="Text 47"/>
          <p:cNvSpPr txBox="1"/>
          <p:nvPr/>
        </p:nvSpPr>
        <p:spPr>
          <a:xfrm>
            <a:off x="7406640" y="3383280"/>
            <a:ext cx="1097280" cy="475488"/>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DE</a:t>
            </a:r>
            <a:endParaRPr lang="en-US" sz="1800" dirty="0"/>
          </a:p>
        </p:txBody>
      </p:sp>
      <p:sp>
        <p:nvSpPr>
          <p:cNvPr id="51" name="Text 48"/>
          <p:cNvSpPr txBox="1"/>
          <p:nvPr/>
        </p:nvSpPr>
        <p:spPr>
          <a:xfrm>
            <a:off x="8641080" y="3383280"/>
            <a:ext cx="2999232" cy="475488"/>
          </a:xfrm>
          <a:prstGeom prst="rect">
            <a:avLst/>
          </a:prstGeom>
          <a:noFill/>
          <a:ln/>
        </p:spPr>
        <p:txBody>
          <a:bodyPr wrap="square" lIns="0" tIns="0" rIns="0" bIns="0" rtlCol="0" anchor="ctr"/>
          <a:lstStyle/>
          <a:p>
            <a:pPr algn="l" indent="0" marL="0">
              <a:buNone/>
            </a:pPr>
            <a:r>
              <a:rPr lang="en-US" sz="1400" dirty="0">
                <a:solidFill>
                  <a:schemeClr val="accent6"/>
                </a:solidFill>
              </a:rPr>
              <a:t>(sauf </a:t>
            </a:r>
            <a:r>
              <a:rPr lang="en-US" sz="1400" i="1" dirty="0">
                <a:solidFill>
                  <a:schemeClr val="accent6"/>
                </a:solidFill>
              </a:rPr>
              <a:t>het kind, het lid</a:t>
            </a:r>
            <a:r>
              <a:rPr lang="en-US" sz="1400" dirty="0">
                <a:solidFill>
                  <a:schemeClr val="accent6"/>
                </a:solidFill>
              </a:rPr>
              <a:t>)</a:t>
            </a:r>
            <a:endParaRPr lang="en-US" sz="1400" dirty="0"/>
          </a:p>
        </p:txBody>
      </p:sp>
      <p:sp>
        <p:nvSpPr>
          <p:cNvPr id="52" name="Shape 49"/>
          <p:cNvSpPr/>
          <p:nvPr/>
        </p:nvSpPr>
        <p:spPr>
          <a:xfrm>
            <a:off x="1289304" y="4480560"/>
            <a:ext cx="914" cy="146304"/>
          </a:xfrm>
          <a:prstGeom prst="line">
            <a:avLst/>
          </a:prstGeom>
          <a:noFill/>
          <a:ln w="19050">
            <a:solidFill>
              <a:srgbClr val="4A5A70"/>
            </a:solidFill>
            <a:prstDash val="solid"/>
            <a:tailEnd type="triangle"/>
          </a:ln>
        </p:spPr>
      </p:sp>
      <p:sp>
        <p:nvSpPr>
          <p:cNvPr id="53" name="Text 50"/>
          <p:cNvSpPr txBox="1"/>
          <p:nvPr/>
        </p:nvSpPr>
        <p:spPr>
          <a:xfrm>
            <a:off x="502920" y="4462272"/>
            <a:ext cx="777240" cy="182880"/>
          </a:xfrm>
          <a:prstGeom prst="rect">
            <a:avLst/>
          </a:prstGeom>
          <a:noFill/>
          <a:ln/>
        </p:spPr>
        <p:txBody>
          <a:bodyPr wrap="square" lIns="0" tIns="0" rIns="0" bIns="0" rtlCol="0" anchor="ctr"/>
          <a:lstStyle/>
          <a:p>
            <a:pPr algn="r" indent="0" marL="0">
              <a:buNone/>
            </a:pPr>
            <a:r>
              <a:rPr lang="en-US" sz="1000" b="1" dirty="0">
                <a:solidFill>
                  <a:schemeClr val="accent5"/>
                </a:solidFill>
              </a:rPr>
              <a:t>NON</a:t>
            </a:r>
            <a:endParaRPr lang="en-US" sz="1000" dirty="0"/>
          </a:p>
        </p:txBody>
      </p:sp>
      <p:sp>
        <p:nvSpPr>
          <p:cNvPr id="54" name="Shape 51"/>
          <p:cNvSpPr/>
          <p:nvPr/>
        </p:nvSpPr>
        <p:spPr>
          <a:xfrm>
            <a:off x="6675120" y="4242816"/>
            <a:ext cx="685800" cy="914"/>
          </a:xfrm>
          <a:prstGeom prst="line">
            <a:avLst/>
          </a:prstGeom>
          <a:noFill/>
          <a:ln w="25400">
            <a:solidFill>
              <a:srgbClr val="2E7D4F"/>
            </a:solidFill>
            <a:prstDash val="solid"/>
            <a:tailEnd type="triangle"/>
          </a:ln>
        </p:spPr>
      </p:sp>
      <p:sp>
        <p:nvSpPr>
          <p:cNvPr id="55" name="Text 52"/>
          <p:cNvSpPr txBox="1"/>
          <p:nvPr/>
        </p:nvSpPr>
        <p:spPr>
          <a:xfrm>
            <a:off x="6720840" y="3968496"/>
            <a:ext cx="640080" cy="219456"/>
          </a:xfrm>
          <a:prstGeom prst="rect">
            <a:avLst/>
          </a:prstGeom>
          <a:noFill/>
          <a:ln/>
        </p:spPr>
        <p:txBody>
          <a:bodyPr wrap="square" lIns="0" tIns="0" rIns="0" bIns="0" rtlCol="0" anchor="ctr"/>
          <a:lstStyle/>
          <a:p>
            <a:pPr algn="ctr" indent="0" marL="0">
              <a:buNone/>
            </a:pPr>
            <a:r>
              <a:rPr lang="en-US" sz="1100" b="1" dirty="0">
                <a:solidFill>
                  <a:schemeClr val="accent3"/>
                </a:solidFill>
              </a:rPr>
              <a:t>OUI</a:t>
            </a:r>
            <a:endParaRPr lang="en-US" sz="1100" dirty="0"/>
          </a:p>
        </p:txBody>
      </p:sp>
      <p:sp>
        <p:nvSpPr>
          <p:cNvPr id="56" name="Shape 53"/>
          <p:cNvSpPr/>
          <p:nvPr/>
        </p:nvSpPr>
        <p:spPr>
          <a:xfrm>
            <a:off x="1051560" y="4005072"/>
            <a:ext cx="475488" cy="475488"/>
          </a:xfrm>
          <a:prstGeom prst="diamond">
            <a:avLst/>
          </a:prstGeom>
          <a:solidFill>
            <a:schemeClr val="tx2"/>
          </a:solidFill>
          <a:ln w="6350">
            <a:solidFill>
              <a:schemeClr val="tx2"/>
            </a:solidFill>
            <a:prstDash val="solid"/>
          </a:ln>
        </p:spPr>
      </p:sp>
      <p:sp>
        <p:nvSpPr>
          <p:cNvPr id="57" name="Text 54"/>
          <p:cNvSpPr txBox="1"/>
          <p:nvPr/>
        </p:nvSpPr>
        <p:spPr>
          <a:xfrm>
            <a:off x="1051560" y="4005072"/>
            <a:ext cx="475488" cy="47548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58" name="Shape 55"/>
          <p:cNvSpPr/>
          <p:nvPr/>
        </p:nvSpPr>
        <p:spPr>
          <a:xfrm>
            <a:off x="1691640" y="4005072"/>
            <a:ext cx="4983480" cy="475488"/>
          </a:xfrm>
          <a:prstGeom prst="roundRect">
            <a:avLst>
              <a:gd name="adj" fmla="val 15385"/>
            </a:avLst>
          </a:prstGeom>
          <a:solidFill>
            <a:schemeClr val="bg2"/>
          </a:solidFill>
          <a:ln w="12700">
            <a:solidFill>
              <a:srgbClr val="D5DCE6"/>
            </a:solidFill>
            <a:prstDash val="solid"/>
          </a:ln>
        </p:spPr>
      </p:sp>
      <p:sp>
        <p:nvSpPr>
          <p:cNvPr id="59" name="Text 56"/>
          <p:cNvSpPr txBox="1"/>
          <p:nvPr/>
        </p:nvSpPr>
        <p:spPr>
          <a:xfrm>
            <a:off x="1828800" y="4005072"/>
            <a:ext cx="4754880" cy="475488"/>
          </a:xfrm>
          <a:prstGeom prst="rect">
            <a:avLst/>
          </a:prstGeom>
          <a:noFill/>
          <a:ln/>
        </p:spPr>
        <p:txBody>
          <a:bodyPr wrap="square" lIns="0" tIns="0" rIns="0" bIns="0" rtlCol="0" anchor="ctr"/>
          <a:lstStyle/>
          <a:p>
            <a:pPr algn="l" indent="0" marL="0">
              <a:buNone/>
            </a:pPr>
            <a:r>
              <a:rPr lang="en-US" sz="1600" dirty="0">
                <a:solidFill>
                  <a:schemeClr val="tx1"/>
                </a:solidFill>
              </a:rPr>
              <a:t>Infinitif ou langue ?</a:t>
            </a:r>
            <a:endParaRPr lang="en-US" sz="1600" dirty="0"/>
          </a:p>
        </p:txBody>
      </p:sp>
      <p:sp>
        <p:nvSpPr>
          <p:cNvPr id="60" name="Shape 57"/>
          <p:cNvSpPr/>
          <p:nvPr/>
        </p:nvSpPr>
        <p:spPr>
          <a:xfrm>
            <a:off x="7406640" y="4005072"/>
            <a:ext cx="1097280" cy="475488"/>
          </a:xfrm>
          <a:prstGeom prst="roundRect">
            <a:avLst>
              <a:gd name="adj" fmla="val 15385"/>
            </a:avLst>
          </a:prstGeom>
          <a:solidFill>
            <a:schemeClr val="accent1"/>
          </a:solidFill>
          <a:ln w="12700">
            <a:solidFill>
              <a:srgbClr val="FFFFFF">
                <a:alpha val="0"/>
              </a:srgbClr>
            </a:solidFill>
            <a:prstDash val="solid"/>
          </a:ln>
        </p:spPr>
      </p:sp>
      <p:sp>
        <p:nvSpPr>
          <p:cNvPr id="61" name="Text 58"/>
          <p:cNvSpPr txBox="1"/>
          <p:nvPr/>
        </p:nvSpPr>
        <p:spPr>
          <a:xfrm>
            <a:off x="7406640" y="4005072"/>
            <a:ext cx="1097280" cy="475488"/>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HET</a:t>
            </a:r>
            <a:endParaRPr lang="en-US" sz="1800" dirty="0"/>
          </a:p>
        </p:txBody>
      </p:sp>
      <p:sp>
        <p:nvSpPr>
          <p:cNvPr id="62" name="Shape 59"/>
          <p:cNvSpPr/>
          <p:nvPr/>
        </p:nvSpPr>
        <p:spPr>
          <a:xfrm>
            <a:off x="1289304" y="5102352"/>
            <a:ext cx="914" cy="146304"/>
          </a:xfrm>
          <a:prstGeom prst="line">
            <a:avLst/>
          </a:prstGeom>
          <a:noFill/>
          <a:ln w="19050">
            <a:solidFill>
              <a:srgbClr val="4A5A70"/>
            </a:solidFill>
            <a:prstDash val="solid"/>
            <a:tailEnd type="triangle"/>
          </a:ln>
        </p:spPr>
      </p:sp>
      <p:sp>
        <p:nvSpPr>
          <p:cNvPr id="63" name="Text 60"/>
          <p:cNvSpPr txBox="1"/>
          <p:nvPr/>
        </p:nvSpPr>
        <p:spPr>
          <a:xfrm>
            <a:off x="502920" y="5084064"/>
            <a:ext cx="777240" cy="182880"/>
          </a:xfrm>
          <a:prstGeom prst="rect">
            <a:avLst/>
          </a:prstGeom>
          <a:noFill/>
          <a:ln/>
        </p:spPr>
        <p:txBody>
          <a:bodyPr wrap="square" lIns="0" tIns="0" rIns="0" bIns="0" rtlCol="0" anchor="ctr"/>
          <a:lstStyle/>
          <a:p>
            <a:pPr algn="r" indent="0" marL="0">
              <a:buNone/>
            </a:pPr>
            <a:r>
              <a:rPr lang="en-US" sz="1000" b="1" dirty="0">
                <a:solidFill>
                  <a:schemeClr val="accent5"/>
                </a:solidFill>
              </a:rPr>
              <a:t>NON</a:t>
            </a:r>
            <a:endParaRPr lang="en-US" sz="1000" dirty="0"/>
          </a:p>
        </p:txBody>
      </p:sp>
      <p:sp>
        <p:nvSpPr>
          <p:cNvPr id="64" name="Shape 61"/>
          <p:cNvSpPr/>
          <p:nvPr/>
        </p:nvSpPr>
        <p:spPr>
          <a:xfrm>
            <a:off x="6675120" y="4864608"/>
            <a:ext cx="685800" cy="914"/>
          </a:xfrm>
          <a:prstGeom prst="line">
            <a:avLst/>
          </a:prstGeom>
          <a:noFill/>
          <a:ln w="25400">
            <a:solidFill>
              <a:srgbClr val="2E7D4F"/>
            </a:solidFill>
            <a:prstDash val="solid"/>
            <a:tailEnd type="triangle"/>
          </a:ln>
        </p:spPr>
      </p:sp>
      <p:sp>
        <p:nvSpPr>
          <p:cNvPr id="65" name="Text 62"/>
          <p:cNvSpPr txBox="1"/>
          <p:nvPr/>
        </p:nvSpPr>
        <p:spPr>
          <a:xfrm>
            <a:off x="6720840" y="4590288"/>
            <a:ext cx="640080" cy="219456"/>
          </a:xfrm>
          <a:prstGeom prst="rect">
            <a:avLst/>
          </a:prstGeom>
          <a:noFill/>
          <a:ln/>
        </p:spPr>
        <p:txBody>
          <a:bodyPr wrap="square" lIns="0" tIns="0" rIns="0" bIns="0" rtlCol="0" anchor="ctr"/>
          <a:lstStyle/>
          <a:p>
            <a:pPr algn="ctr" indent="0" marL="0">
              <a:buNone/>
            </a:pPr>
            <a:r>
              <a:rPr lang="en-US" sz="1100" b="1" dirty="0">
                <a:solidFill>
                  <a:schemeClr val="accent3"/>
                </a:solidFill>
              </a:rPr>
              <a:t>OUI</a:t>
            </a:r>
            <a:endParaRPr lang="en-US" sz="1100" dirty="0"/>
          </a:p>
        </p:txBody>
      </p:sp>
      <p:sp>
        <p:nvSpPr>
          <p:cNvPr id="66" name="Shape 63"/>
          <p:cNvSpPr/>
          <p:nvPr/>
        </p:nvSpPr>
        <p:spPr>
          <a:xfrm>
            <a:off x="1051560" y="4626864"/>
            <a:ext cx="475488" cy="475488"/>
          </a:xfrm>
          <a:prstGeom prst="diamond">
            <a:avLst/>
          </a:prstGeom>
          <a:solidFill>
            <a:schemeClr val="tx2"/>
          </a:solidFill>
          <a:ln w="6350">
            <a:solidFill>
              <a:schemeClr val="tx2"/>
            </a:solidFill>
            <a:prstDash val="solid"/>
          </a:ln>
        </p:spPr>
      </p:sp>
      <p:sp>
        <p:nvSpPr>
          <p:cNvPr id="67" name="Text 64"/>
          <p:cNvSpPr txBox="1"/>
          <p:nvPr/>
        </p:nvSpPr>
        <p:spPr>
          <a:xfrm>
            <a:off x="1051560" y="4626864"/>
            <a:ext cx="475488" cy="47548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68" name="Shape 65"/>
          <p:cNvSpPr/>
          <p:nvPr/>
        </p:nvSpPr>
        <p:spPr>
          <a:xfrm>
            <a:off x="1691640" y="4626864"/>
            <a:ext cx="4983480" cy="475488"/>
          </a:xfrm>
          <a:prstGeom prst="roundRect">
            <a:avLst>
              <a:gd name="adj" fmla="val 15385"/>
            </a:avLst>
          </a:prstGeom>
          <a:solidFill>
            <a:schemeClr val="bg2"/>
          </a:solidFill>
          <a:ln w="12700">
            <a:solidFill>
              <a:srgbClr val="D5DCE6"/>
            </a:solidFill>
            <a:prstDash val="solid"/>
          </a:ln>
        </p:spPr>
      </p:sp>
      <p:sp>
        <p:nvSpPr>
          <p:cNvPr id="69" name="Text 66"/>
          <p:cNvSpPr txBox="1"/>
          <p:nvPr/>
        </p:nvSpPr>
        <p:spPr>
          <a:xfrm>
            <a:off x="1828800" y="4626864"/>
            <a:ext cx="4754880" cy="475488"/>
          </a:xfrm>
          <a:prstGeom prst="rect">
            <a:avLst/>
          </a:prstGeom>
          <a:noFill/>
          <a:ln/>
        </p:spPr>
        <p:txBody>
          <a:bodyPr wrap="square" lIns="0" tIns="0" rIns="0" bIns="0" rtlCol="0" anchor="ctr"/>
          <a:lstStyle/>
          <a:p>
            <a:pPr algn="l" indent="0" marL="0">
              <a:buNone/>
            </a:pPr>
            <a:r>
              <a:rPr lang="en-US" sz="1600" dirty="0">
                <a:solidFill>
                  <a:schemeClr val="tx1"/>
                </a:solidFill>
              </a:rPr>
              <a:t>Suffixe </a:t>
            </a:r>
            <a:r>
              <a:rPr lang="en-US" sz="1600" i="1" dirty="0">
                <a:solidFill>
                  <a:schemeClr val="tx1"/>
                </a:solidFill>
              </a:rPr>
              <a:t>-ing, -heid, -ie, -ij, -nis, -de/-te, -teit</a:t>
            </a:r>
            <a:r>
              <a:rPr lang="en-US" sz="1600" dirty="0">
                <a:solidFill>
                  <a:schemeClr val="tx1"/>
                </a:solidFill>
              </a:rPr>
              <a:t> ?</a:t>
            </a:r>
            <a:endParaRPr lang="en-US" sz="1600" dirty="0"/>
          </a:p>
        </p:txBody>
      </p:sp>
      <p:sp>
        <p:nvSpPr>
          <p:cNvPr id="70" name="Shape 67"/>
          <p:cNvSpPr/>
          <p:nvPr/>
        </p:nvSpPr>
        <p:spPr>
          <a:xfrm>
            <a:off x="7406640" y="4626864"/>
            <a:ext cx="1097280" cy="475488"/>
          </a:xfrm>
          <a:prstGeom prst="roundRect">
            <a:avLst>
              <a:gd name="adj" fmla="val 15385"/>
            </a:avLst>
          </a:prstGeom>
          <a:solidFill>
            <a:schemeClr val="tx2"/>
          </a:solidFill>
          <a:ln w="12700">
            <a:solidFill>
              <a:srgbClr val="FFFFFF">
                <a:alpha val="0"/>
              </a:srgbClr>
            </a:solidFill>
            <a:prstDash val="solid"/>
          </a:ln>
        </p:spPr>
      </p:sp>
      <p:sp>
        <p:nvSpPr>
          <p:cNvPr id="71" name="Text 68"/>
          <p:cNvSpPr txBox="1"/>
          <p:nvPr/>
        </p:nvSpPr>
        <p:spPr>
          <a:xfrm>
            <a:off x="7406640" y="4626864"/>
            <a:ext cx="1097280" cy="475488"/>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DE</a:t>
            </a:r>
            <a:endParaRPr lang="en-US" sz="1800" dirty="0"/>
          </a:p>
        </p:txBody>
      </p:sp>
      <p:sp>
        <p:nvSpPr>
          <p:cNvPr id="72" name="Text 69"/>
          <p:cNvSpPr txBox="1"/>
          <p:nvPr/>
        </p:nvSpPr>
        <p:spPr>
          <a:xfrm>
            <a:off x="8641080" y="4626864"/>
            <a:ext cx="2999232" cy="475488"/>
          </a:xfrm>
          <a:prstGeom prst="rect">
            <a:avLst/>
          </a:prstGeom>
          <a:noFill/>
          <a:ln/>
        </p:spPr>
        <p:txBody>
          <a:bodyPr wrap="square" lIns="0" tIns="0" rIns="0" bIns="0" rtlCol="0" anchor="ctr"/>
          <a:lstStyle/>
          <a:p>
            <a:pPr algn="l" indent="0" marL="0">
              <a:buNone/>
            </a:pPr>
            <a:r>
              <a:rPr lang="en-US" sz="1400" dirty="0">
                <a:solidFill>
                  <a:schemeClr val="accent6"/>
                </a:solidFill>
              </a:rPr>
              <a:t>! </a:t>
            </a:r>
            <a:r>
              <a:rPr lang="en-US" sz="1400" i="1" dirty="0">
                <a:solidFill>
                  <a:schemeClr val="accent6"/>
                </a:solidFill>
              </a:rPr>
              <a:t>het ding, het einde, het ministerie</a:t>
            </a:r>
            <a:endParaRPr lang="en-US" sz="1400" dirty="0"/>
          </a:p>
        </p:txBody>
      </p:sp>
      <p:sp>
        <p:nvSpPr>
          <p:cNvPr id="73" name="Shape 70"/>
          <p:cNvSpPr/>
          <p:nvPr/>
        </p:nvSpPr>
        <p:spPr>
          <a:xfrm>
            <a:off x="1289304" y="5724144"/>
            <a:ext cx="914" cy="146304"/>
          </a:xfrm>
          <a:prstGeom prst="line">
            <a:avLst/>
          </a:prstGeom>
          <a:noFill/>
          <a:ln w="19050">
            <a:solidFill>
              <a:srgbClr val="4A5A70"/>
            </a:solidFill>
            <a:prstDash val="solid"/>
            <a:tailEnd type="triangle"/>
          </a:ln>
        </p:spPr>
      </p:sp>
      <p:sp>
        <p:nvSpPr>
          <p:cNvPr id="74" name="Text 71"/>
          <p:cNvSpPr txBox="1"/>
          <p:nvPr/>
        </p:nvSpPr>
        <p:spPr>
          <a:xfrm>
            <a:off x="502920" y="5705856"/>
            <a:ext cx="777240" cy="182880"/>
          </a:xfrm>
          <a:prstGeom prst="rect">
            <a:avLst/>
          </a:prstGeom>
          <a:noFill/>
          <a:ln/>
        </p:spPr>
        <p:txBody>
          <a:bodyPr wrap="square" lIns="0" tIns="0" rIns="0" bIns="0" rtlCol="0" anchor="ctr"/>
          <a:lstStyle/>
          <a:p>
            <a:pPr algn="r" indent="0" marL="0">
              <a:buNone/>
            </a:pPr>
            <a:r>
              <a:rPr lang="en-US" sz="1000" b="1" dirty="0">
                <a:solidFill>
                  <a:schemeClr val="accent5"/>
                </a:solidFill>
              </a:rPr>
              <a:t>NON</a:t>
            </a:r>
            <a:endParaRPr lang="en-US" sz="1000" dirty="0"/>
          </a:p>
        </p:txBody>
      </p:sp>
      <p:sp>
        <p:nvSpPr>
          <p:cNvPr id="75" name="Shape 72"/>
          <p:cNvSpPr/>
          <p:nvPr/>
        </p:nvSpPr>
        <p:spPr>
          <a:xfrm>
            <a:off x="6675120" y="5486400"/>
            <a:ext cx="685800" cy="914"/>
          </a:xfrm>
          <a:prstGeom prst="line">
            <a:avLst/>
          </a:prstGeom>
          <a:noFill/>
          <a:ln w="25400">
            <a:solidFill>
              <a:srgbClr val="2E7D4F"/>
            </a:solidFill>
            <a:prstDash val="solid"/>
            <a:tailEnd type="triangle"/>
          </a:ln>
        </p:spPr>
      </p:sp>
      <p:sp>
        <p:nvSpPr>
          <p:cNvPr id="76" name="Text 73"/>
          <p:cNvSpPr txBox="1"/>
          <p:nvPr/>
        </p:nvSpPr>
        <p:spPr>
          <a:xfrm>
            <a:off x="6720840" y="5212080"/>
            <a:ext cx="640080" cy="219456"/>
          </a:xfrm>
          <a:prstGeom prst="rect">
            <a:avLst/>
          </a:prstGeom>
          <a:noFill/>
          <a:ln/>
        </p:spPr>
        <p:txBody>
          <a:bodyPr wrap="square" lIns="0" tIns="0" rIns="0" bIns="0" rtlCol="0" anchor="ctr"/>
          <a:lstStyle/>
          <a:p>
            <a:pPr algn="ctr" indent="0" marL="0">
              <a:buNone/>
            </a:pPr>
            <a:r>
              <a:rPr lang="en-US" sz="1100" b="1" dirty="0">
                <a:solidFill>
                  <a:schemeClr val="accent3"/>
                </a:solidFill>
              </a:rPr>
              <a:t>OUI</a:t>
            </a:r>
            <a:endParaRPr lang="en-US" sz="1100" dirty="0"/>
          </a:p>
        </p:txBody>
      </p:sp>
      <p:sp>
        <p:nvSpPr>
          <p:cNvPr id="77" name="Shape 74"/>
          <p:cNvSpPr/>
          <p:nvPr/>
        </p:nvSpPr>
        <p:spPr>
          <a:xfrm>
            <a:off x="1051560" y="5248656"/>
            <a:ext cx="475488" cy="475488"/>
          </a:xfrm>
          <a:prstGeom prst="diamond">
            <a:avLst/>
          </a:prstGeom>
          <a:solidFill>
            <a:schemeClr val="tx2"/>
          </a:solidFill>
          <a:ln w="6350">
            <a:solidFill>
              <a:schemeClr val="tx2"/>
            </a:solidFill>
            <a:prstDash val="solid"/>
          </a:ln>
        </p:spPr>
      </p:sp>
      <p:sp>
        <p:nvSpPr>
          <p:cNvPr id="78" name="Text 75"/>
          <p:cNvSpPr txBox="1"/>
          <p:nvPr/>
        </p:nvSpPr>
        <p:spPr>
          <a:xfrm>
            <a:off x="1051560" y="5248656"/>
            <a:ext cx="475488" cy="475488"/>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79" name="Shape 76"/>
          <p:cNvSpPr/>
          <p:nvPr/>
        </p:nvSpPr>
        <p:spPr>
          <a:xfrm>
            <a:off x="1691640" y="5248656"/>
            <a:ext cx="4983480" cy="475488"/>
          </a:xfrm>
          <a:prstGeom prst="roundRect">
            <a:avLst>
              <a:gd name="adj" fmla="val 15385"/>
            </a:avLst>
          </a:prstGeom>
          <a:solidFill>
            <a:schemeClr val="bg2"/>
          </a:solidFill>
          <a:ln w="12700">
            <a:solidFill>
              <a:srgbClr val="D5DCE6"/>
            </a:solidFill>
            <a:prstDash val="solid"/>
          </a:ln>
        </p:spPr>
      </p:sp>
      <p:sp>
        <p:nvSpPr>
          <p:cNvPr id="80" name="Text 77"/>
          <p:cNvSpPr txBox="1"/>
          <p:nvPr/>
        </p:nvSpPr>
        <p:spPr>
          <a:xfrm>
            <a:off x="1828800" y="5248656"/>
            <a:ext cx="4754880" cy="475488"/>
          </a:xfrm>
          <a:prstGeom prst="rect">
            <a:avLst/>
          </a:prstGeom>
          <a:noFill/>
          <a:ln/>
        </p:spPr>
        <p:txBody>
          <a:bodyPr wrap="square" lIns="0" tIns="0" rIns="0" bIns="0" rtlCol="0" anchor="ctr"/>
          <a:lstStyle/>
          <a:p>
            <a:pPr algn="l" indent="0" marL="0">
              <a:buNone/>
            </a:pPr>
            <a:r>
              <a:rPr lang="en-US" sz="1300" dirty="0">
                <a:solidFill>
                  <a:schemeClr val="tx1"/>
                </a:solidFill>
              </a:rPr>
              <a:t>Préfixe </a:t>
            </a:r>
            <a:r>
              <a:rPr lang="en-US" sz="1300" i="1" dirty="0">
                <a:solidFill>
                  <a:schemeClr val="tx1"/>
                </a:solidFill>
              </a:rPr>
              <a:t>ge-, be-, ver-, ont-</a:t>
            </a:r>
            <a:r>
              <a:rPr lang="en-US" sz="1300" dirty="0">
                <a:solidFill>
                  <a:schemeClr val="tx1"/>
                </a:solidFill>
              </a:rPr>
              <a:t> + radical de verbe, </a:t>
            </a:r>
            <a:r>
              <a:rPr lang="en-US" sz="1300" b="1" dirty="0">
                <a:solidFill>
                  <a:schemeClr val="tx1"/>
                </a:solidFill>
              </a:rPr>
              <a:t>sans suffixe</a:t>
            </a:r>
            <a:r>
              <a:rPr lang="en-US" sz="1300" dirty="0">
                <a:solidFill>
                  <a:schemeClr val="tx1"/>
                </a:solidFill>
              </a:rPr>
              <a:t> ? Ou suffixe </a:t>
            </a:r>
            <a:r>
              <a:rPr lang="en-US" sz="1300" i="1" dirty="0">
                <a:solidFill>
                  <a:schemeClr val="tx1"/>
                </a:solidFill>
              </a:rPr>
              <a:t>-ment, -um, -isme</a:t>
            </a:r>
            <a:r>
              <a:rPr lang="en-US" sz="1300" dirty="0">
                <a:solidFill>
                  <a:schemeClr val="tx1"/>
                </a:solidFill>
              </a:rPr>
              <a:t> ?</a:t>
            </a:r>
            <a:endParaRPr lang="en-US" sz="1300" dirty="0"/>
          </a:p>
        </p:txBody>
      </p:sp>
      <p:sp>
        <p:nvSpPr>
          <p:cNvPr id="81" name="Shape 78"/>
          <p:cNvSpPr/>
          <p:nvPr/>
        </p:nvSpPr>
        <p:spPr>
          <a:xfrm>
            <a:off x="7406640" y="5248656"/>
            <a:ext cx="1097280" cy="475488"/>
          </a:xfrm>
          <a:prstGeom prst="roundRect">
            <a:avLst>
              <a:gd name="adj" fmla="val 15385"/>
            </a:avLst>
          </a:prstGeom>
          <a:solidFill>
            <a:schemeClr val="accent1"/>
          </a:solidFill>
          <a:ln w="12700">
            <a:solidFill>
              <a:srgbClr val="FFFFFF">
                <a:alpha val="0"/>
              </a:srgbClr>
            </a:solidFill>
            <a:prstDash val="solid"/>
          </a:ln>
        </p:spPr>
      </p:sp>
      <p:sp>
        <p:nvSpPr>
          <p:cNvPr id="82" name="Text 79"/>
          <p:cNvSpPr txBox="1"/>
          <p:nvPr/>
        </p:nvSpPr>
        <p:spPr>
          <a:xfrm>
            <a:off x="7406640" y="5248656"/>
            <a:ext cx="1097280" cy="475488"/>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HET</a:t>
            </a:r>
            <a:endParaRPr lang="en-US" sz="1800" dirty="0"/>
          </a:p>
        </p:txBody>
      </p:sp>
      <p:sp>
        <p:nvSpPr>
          <p:cNvPr id="83" name="Text 80"/>
          <p:cNvSpPr txBox="1"/>
          <p:nvPr/>
        </p:nvSpPr>
        <p:spPr>
          <a:xfrm>
            <a:off x="8641080" y="5248656"/>
            <a:ext cx="2999232" cy="475488"/>
          </a:xfrm>
          <a:prstGeom prst="rect">
            <a:avLst/>
          </a:prstGeom>
          <a:noFill/>
          <a:ln/>
        </p:spPr>
        <p:txBody>
          <a:bodyPr wrap="square" lIns="0" tIns="0" rIns="0" bIns="0" rtlCol="0" anchor="ctr"/>
          <a:lstStyle/>
          <a:p>
            <a:pPr algn="l" indent="0" marL="0">
              <a:buNone/>
            </a:pPr>
            <a:r>
              <a:rPr lang="en-US" sz="1400" dirty="0">
                <a:solidFill>
                  <a:schemeClr val="accent6"/>
                </a:solidFill>
              </a:rPr>
              <a:t>! </a:t>
            </a:r>
            <a:r>
              <a:rPr lang="en-US" sz="1400" i="1" dirty="0">
                <a:solidFill>
                  <a:schemeClr val="accent6"/>
                </a:solidFill>
              </a:rPr>
              <a:t>de verkoop, de datum</a:t>
            </a:r>
            <a:endParaRPr lang="en-US" sz="1400" dirty="0"/>
          </a:p>
        </p:txBody>
      </p:sp>
      <p:sp>
        <p:nvSpPr>
          <p:cNvPr id="84" name="Shape 81"/>
          <p:cNvSpPr/>
          <p:nvPr/>
        </p:nvSpPr>
        <p:spPr>
          <a:xfrm>
            <a:off x="914400" y="5870448"/>
            <a:ext cx="5760720" cy="411480"/>
          </a:xfrm>
          <a:prstGeom prst="roundRect">
            <a:avLst>
              <a:gd name="adj" fmla="val 26667"/>
            </a:avLst>
          </a:prstGeom>
          <a:solidFill>
            <a:schemeClr val="accent3"/>
          </a:solidFill>
          <a:ln w="12700">
            <a:solidFill>
              <a:srgbClr val="FFFFFF">
                <a:alpha val="0"/>
              </a:srgbClr>
            </a:solidFill>
            <a:prstDash val="solid"/>
          </a:ln>
        </p:spPr>
      </p:sp>
      <p:pic>
        <p:nvPicPr>
          <p:cNvPr id="85" name="Image 0" descr="LifeBuoy">    </p:cNvPr>
          <p:cNvPicPr>
            <a:picLocks noChangeAspect="1"/>
          </p:cNvPicPr>
          <p:nvPr/>
        </p:nvPicPr>
        <p:blipFill>
          <a:blip r:embed="rId1"/>
          <a:stretch>
            <a:fillRect/>
          </a:stretch>
        </p:blipFill>
        <p:spPr>
          <a:xfrm>
            <a:off x="1051560" y="5916168"/>
            <a:ext cx="320040" cy="320040"/>
          </a:xfrm>
          <a:prstGeom prst="rect">
            <a:avLst/>
          </a:prstGeom>
        </p:spPr>
      </p:pic>
      <p:sp>
        <p:nvSpPr>
          <p:cNvPr id="86" name="Text 82"/>
          <p:cNvSpPr txBox="1"/>
          <p:nvPr/>
        </p:nvSpPr>
        <p:spPr>
          <a:xfrm>
            <a:off x="1463040" y="5870448"/>
            <a:ext cx="5120640" cy="411480"/>
          </a:xfrm>
          <a:prstGeom prst="rect">
            <a:avLst/>
          </a:prstGeom>
          <a:noFill/>
          <a:ln/>
        </p:spPr>
        <p:txBody>
          <a:bodyPr wrap="square" lIns="0" tIns="0" rIns="0" bIns="0" rtlCol="0" anchor="ctr"/>
          <a:lstStyle/>
          <a:p>
            <a:pPr algn="l" indent="0" marL="0">
              <a:buNone/>
            </a:pPr>
            <a:r>
              <a:rPr lang="en-US" sz="1700" dirty="0">
                <a:solidFill>
                  <a:schemeClr val="bg1"/>
                </a:solidFill>
              </a:rPr>
              <a:t>Sinon → dictionnaire… ou </a:t>
            </a:r>
            <a:r>
              <a:rPr lang="en-US" sz="1700" b="1" dirty="0">
                <a:solidFill>
                  <a:schemeClr val="bg1"/>
                </a:solidFill>
              </a:rPr>
              <a:t>DE</a:t>
            </a:r>
            <a:endParaRPr lang="en-US" sz="1700" dirty="0"/>
          </a:p>
        </p:txBody>
      </p:sp>
      <p:sp>
        <p:nvSpPr>
          <p:cNvPr id="87" name="Text 83"/>
          <p:cNvSpPr txBox="1"/>
          <p:nvPr/>
        </p:nvSpPr>
        <p:spPr>
          <a:xfrm>
            <a:off x="6903720" y="5870448"/>
            <a:ext cx="4736592" cy="411480"/>
          </a:xfrm>
          <a:prstGeom prst="rect">
            <a:avLst/>
          </a:prstGeom>
          <a:noFill/>
          <a:ln/>
        </p:spPr>
        <p:txBody>
          <a:bodyPr wrap="square" lIns="0" tIns="0" rIns="0" bIns="0" rtlCol="0" anchor="ctr"/>
          <a:lstStyle/>
          <a:p>
            <a:pPr algn="l" indent="0" marL="0">
              <a:buNone/>
            </a:pPr>
            <a:r>
              <a:rPr lang="en-US" sz="1300" i="1" dirty="0">
                <a:solidFill>
                  <a:schemeClr val="accent5"/>
                </a:solidFill>
              </a:rPr>
              <a:t>Lecture de haut en bas : </a:t>
            </a:r>
            <a:r>
              <a:rPr lang="en-US" sz="1300" b="1" i="1" dirty="0">
                <a:solidFill>
                  <a:schemeClr val="accent5"/>
                </a:solidFill>
              </a:rPr>
              <a:t>OUI</a:t>
            </a:r>
            <a:r>
              <a:rPr lang="en-US" sz="1300" i="1" dirty="0">
                <a:solidFill>
                  <a:schemeClr val="accent5"/>
                </a:solidFill>
              </a:rPr>
              <a:t> → sortie · </a:t>
            </a:r>
            <a:r>
              <a:rPr lang="en-US" sz="1300" b="1" i="1" dirty="0">
                <a:solidFill>
                  <a:schemeClr val="accent5"/>
                </a:solidFill>
              </a:rPr>
              <a:t>NON</a:t>
            </a:r>
            <a:r>
              <a:rPr lang="en-US" sz="1300" i="1" dirty="0">
                <a:solidFill>
                  <a:schemeClr val="accent5"/>
                </a:solidFill>
              </a:rPr>
              <a:t> ↓ question suivante</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bg1"/>
                </a:solidFill>
              </a:rPr>
              <a:t>Oefeningen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5" name="Text 2"/>
          <p:cNvSpPr txBox="1"/>
          <p:nvPr/>
        </p:nvSpPr>
        <p:spPr>
          <a:xfrm>
            <a:off x="548640" y="1417320"/>
            <a:ext cx="731520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JIJ NU !</a:t>
            </a:r>
            <a:endParaRPr lang="en-US" sz="5400" dirty="0"/>
          </a:p>
        </p:txBody>
      </p:sp>
      <p:sp>
        <p:nvSpPr>
          <p:cNvPr id="6" name="Shape 3"/>
          <p:cNvSpPr/>
          <p:nvPr/>
        </p:nvSpPr>
        <p:spPr>
          <a:xfrm>
            <a:off x="54864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7" name="Shape 4"/>
          <p:cNvSpPr/>
          <p:nvPr/>
        </p:nvSpPr>
        <p:spPr>
          <a:xfrm>
            <a:off x="685800" y="2743200"/>
            <a:ext cx="438912" cy="438912"/>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9" name="Image 0" descr="LayerGroup">    </p:cNvPr>
          <p:cNvPicPr>
            <a:picLocks noChangeAspect="1"/>
          </p:cNvPicPr>
          <p:nvPr/>
        </p:nvPicPr>
        <p:blipFill>
          <a:blip r:embed="rId1"/>
          <a:stretch>
            <a:fillRect/>
          </a:stretch>
        </p:blipFill>
        <p:spPr>
          <a:xfrm>
            <a:off x="2183130" y="2770632"/>
            <a:ext cx="384048" cy="384048"/>
          </a:xfrm>
          <a:prstGeom prst="rect">
            <a:avLst/>
          </a:prstGeom>
        </p:spPr>
      </p:pic>
      <p:sp>
        <p:nvSpPr>
          <p:cNvPr id="10" name="Text 6"/>
          <p:cNvSpPr txBox="1"/>
          <p:nvPr/>
        </p:nvSpPr>
        <p:spPr>
          <a:xfrm>
            <a:off x="68580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Tri express</a:t>
            </a:r>
            <a:endParaRPr lang="en-US" sz="1600" dirty="0"/>
          </a:p>
        </p:txBody>
      </p:sp>
      <p:sp>
        <p:nvSpPr>
          <p:cNvPr id="11" name="Text 7"/>
          <p:cNvSpPr txBox="1"/>
          <p:nvPr/>
        </p:nvSpPr>
        <p:spPr>
          <a:xfrm>
            <a:off x="68580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2" name="Shape 8"/>
          <p:cNvSpPr/>
          <p:nvPr/>
        </p:nvSpPr>
        <p:spPr>
          <a:xfrm>
            <a:off x="296037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3" name="Shape 9"/>
          <p:cNvSpPr/>
          <p:nvPr/>
        </p:nvSpPr>
        <p:spPr>
          <a:xfrm>
            <a:off x="3097530" y="2743200"/>
            <a:ext cx="438912" cy="438912"/>
          </a:xfrm>
          <a:prstGeom prst="ellipse">
            <a:avLst/>
          </a:prstGeom>
          <a:solidFill>
            <a:schemeClr val="accent1"/>
          </a:solidFill>
          <a:ln w="12700">
            <a:solidFill>
              <a:srgbClr val="FFFFFF">
                <a:alpha val="0"/>
              </a:srgbClr>
            </a:solidFill>
            <a:prstDash val="solid"/>
          </a:ln>
        </p:spPr>
      </p:sp>
      <p:sp>
        <p:nvSpPr>
          <p:cNvPr id="14" name="Text 10"/>
          <p:cNvSpPr txBox="1"/>
          <p:nvPr/>
        </p:nvSpPr>
        <p:spPr>
          <a:xfrm>
            <a:off x="309753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Clone">    </p:cNvPr>
          <p:cNvPicPr>
            <a:picLocks noChangeAspect="1"/>
          </p:cNvPicPr>
          <p:nvPr/>
        </p:nvPicPr>
        <p:blipFill>
          <a:blip r:embed="rId2"/>
          <a:stretch>
            <a:fillRect/>
          </a:stretch>
        </p:blipFill>
        <p:spPr>
          <a:xfrm>
            <a:off x="4594860" y="2770632"/>
            <a:ext cx="384048" cy="384048"/>
          </a:xfrm>
          <a:prstGeom prst="rect">
            <a:avLst/>
          </a:prstGeom>
        </p:spPr>
      </p:pic>
      <p:sp>
        <p:nvSpPr>
          <p:cNvPr id="16" name="Text 11"/>
          <p:cNvSpPr txBox="1"/>
          <p:nvPr/>
        </p:nvSpPr>
        <p:spPr>
          <a:xfrm>
            <a:off x="309753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Au pluriel</a:t>
            </a:r>
            <a:endParaRPr lang="en-US" sz="1600" dirty="0"/>
          </a:p>
        </p:txBody>
      </p:sp>
      <p:sp>
        <p:nvSpPr>
          <p:cNvPr id="17" name="Text 12"/>
          <p:cNvSpPr txBox="1"/>
          <p:nvPr/>
        </p:nvSpPr>
        <p:spPr>
          <a:xfrm>
            <a:off x="309753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8" name="Shape 13"/>
          <p:cNvSpPr/>
          <p:nvPr/>
        </p:nvSpPr>
        <p:spPr>
          <a:xfrm>
            <a:off x="537210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9" name="Shape 14"/>
          <p:cNvSpPr/>
          <p:nvPr/>
        </p:nvSpPr>
        <p:spPr>
          <a:xfrm>
            <a:off x="5509260" y="2743200"/>
            <a:ext cx="438912" cy="438912"/>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550926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1" name="Image 2" descr="PuzzlePiece">    </p:cNvPr>
          <p:cNvPicPr>
            <a:picLocks noChangeAspect="1"/>
          </p:cNvPicPr>
          <p:nvPr/>
        </p:nvPicPr>
        <p:blipFill>
          <a:blip r:embed="rId3"/>
          <a:stretch>
            <a:fillRect/>
          </a:stretch>
        </p:blipFill>
        <p:spPr>
          <a:xfrm>
            <a:off x="7006590" y="2770632"/>
            <a:ext cx="384048" cy="384048"/>
          </a:xfrm>
          <a:prstGeom prst="rect">
            <a:avLst/>
          </a:prstGeom>
        </p:spPr>
      </p:pic>
      <p:sp>
        <p:nvSpPr>
          <p:cNvPr id="22" name="Text 16"/>
          <p:cNvSpPr txBox="1"/>
          <p:nvPr/>
        </p:nvSpPr>
        <p:spPr>
          <a:xfrm>
            <a:off x="550926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de, het, een ou Ø ?</a:t>
            </a:r>
            <a:endParaRPr lang="en-US" sz="1600" dirty="0"/>
          </a:p>
        </p:txBody>
      </p:sp>
      <p:sp>
        <p:nvSpPr>
          <p:cNvPr id="23" name="Text 17"/>
          <p:cNvSpPr txBox="1"/>
          <p:nvPr/>
        </p:nvSpPr>
        <p:spPr>
          <a:xfrm>
            <a:off x="550926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24" name="Shape 18"/>
          <p:cNvSpPr/>
          <p:nvPr/>
        </p:nvSpPr>
        <p:spPr>
          <a:xfrm>
            <a:off x="778383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25" name="Shape 19"/>
          <p:cNvSpPr/>
          <p:nvPr/>
        </p:nvSpPr>
        <p:spPr>
          <a:xfrm>
            <a:off x="7920990" y="2743200"/>
            <a:ext cx="438912" cy="438912"/>
          </a:xfrm>
          <a:prstGeom prst="ellipse">
            <a:avLst/>
          </a:prstGeom>
          <a:solidFill>
            <a:schemeClr val="accent1"/>
          </a:solidFill>
          <a:ln w="12700">
            <a:solidFill>
              <a:srgbClr val="FFFFFF">
                <a:alpha val="0"/>
              </a:srgbClr>
            </a:solidFill>
            <a:prstDash val="solid"/>
          </a:ln>
        </p:spPr>
      </p:sp>
      <p:sp>
        <p:nvSpPr>
          <p:cNvPr id="26" name="Text 20"/>
          <p:cNvSpPr txBox="1"/>
          <p:nvPr/>
        </p:nvSpPr>
        <p:spPr>
          <a:xfrm>
            <a:off x="792099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7" name="Image 3" descr="Train">    </p:cNvPr>
          <p:cNvPicPr>
            <a:picLocks noChangeAspect="1"/>
          </p:cNvPicPr>
          <p:nvPr/>
        </p:nvPicPr>
        <p:blipFill>
          <a:blip r:embed="rId4"/>
          <a:stretch>
            <a:fillRect/>
          </a:stretch>
        </p:blipFill>
        <p:spPr>
          <a:xfrm>
            <a:off x="9418320" y="2770632"/>
            <a:ext cx="384048" cy="384048"/>
          </a:xfrm>
          <a:prstGeom prst="rect">
            <a:avLst/>
          </a:prstGeom>
        </p:spPr>
      </p:pic>
      <p:sp>
        <p:nvSpPr>
          <p:cNvPr id="28" name="Text 21"/>
          <p:cNvSpPr txBox="1"/>
          <p:nvPr/>
        </p:nvSpPr>
        <p:spPr>
          <a:xfrm>
            <a:off x="792099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train des mots</a:t>
            </a:r>
            <a:endParaRPr lang="en-US" sz="1600" dirty="0"/>
          </a:p>
        </p:txBody>
      </p:sp>
      <p:sp>
        <p:nvSpPr>
          <p:cNvPr id="29" name="Text 22"/>
          <p:cNvSpPr txBox="1"/>
          <p:nvPr/>
        </p:nvSpPr>
        <p:spPr>
          <a:xfrm>
            <a:off x="792099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0" name="Shape 23"/>
          <p:cNvSpPr/>
          <p:nvPr/>
        </p:nvSpPr>
        <p:spPr>
          <a:xfrm>
            <a:off x="54864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1" name="Shape 24"/>
          <p:cNvSpPr/>
          <p:nvPr/>
        </p:nvSpPr>
        <p:spPr>
          <a:xfrm>
            <a:off x="685800" y="4572000"/>
            <a:ext cx="438912" cy="438912"/>
          </a:xfrm>
          <a:prstGeom prst="ellipse">
            <a:avLst/>
          </a:prstGeom>
          <a:solidFill>
            <a:schemeClr val="accent1"/>
          </a:solidFill>
          <a:ln w="12700">
            <a:solidFill>
              <a:srgbClr val="FFFFFF">
                <a:alpha val="0"/>
              </a:srgbClr>
            </a:solidFill>
            <a:prstDash val="solid"/>
          </a:ln>
        </p:spPr>
      </p:sp>
      <p:sp>
        <p:nvSpPr>
          <p:cNvPr id="32" name="Text 25"/>
          <p:cNvSpPr txBox="1"/>
          <p:nvPr/>
        </p:nvSpPr>
        <p:spPr>
          <a:xfrm>
            <a:off x="68580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pic>
        <p:nvPicPr>
          <p:cNvPr id="33" name="Image 4" descr="CrossedSwords">    </p:cNvPr>
          <p:cNvPicPr>
            <a:picLocks noChangeAspect="1"/>
          </p:cNvPicPr>
          <p:nvPr/>
        </p:nvPicPr>
        <p:blipFill>
          <a:blip r:embed="rId5"/>
          <a:stretch>
            <a:fillRect/>
          </a:stretch>
        </p:blipFill>
        <p:spPr>
          <a:xfrm>
            <a:off x="2183130" y="4599432"/>
            <a:ext cx="384048" cy="384048"/>
          </a:xfrm>
          <a:prstGeom prst="rect">
            <a:avLst/>
          </a:prstGeom>
        </p:spPr>
      </p:pic>
      <p:sp>
        <p:nvSpPr>
          <p:cNvPr id="34" name="Text 26"/>
          <p:cNvSpPr txBox="1"/>
          <p:nvPr/>
        </p:nvSpPr>
        <p:spPr>
          <a:xfrm>
            <a:off x="68580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grand duel</a:t>
            </a:r>
            <a:endParaRPr lang="en-US" sz="1600" dirty="0"/>
          </a:p>
        </p:txBody>
      </p:sp>
      <p:sp>
        <p:nvSpPr>
          <p:cNvPr id="35" name="Text 27"/>
          <p:cNvSpPr txBox="1"/>
          <p:nvPr/>
        </p:nvSpPr>
        <p:spPr>
          <a:xfrm>
            <a:off x="68580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6" name="Shape 28"/>
          <p:cNvSpPr/>
          <p:nvPr/>
        </p:nvSpPr>
        <p:spPr>
          <a:xfrm>
            <a:off x="296037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7" name="Shape 29"/>
          <p:cNvSpPr/>
          <p:nvPr/>
        </p:nvSpPr>
        <p:spPr>
          <a:xfrm>
            <a:off x="3097530" y="4572000"/>
            <a:ext cx="438912" cy="438912"/>
          </a:xfrm>
          <a:prstGeom prst="ellipse">
            <a:avLst/>
          </a:prstGeom>
          <a:solidFill>
            <a:schemeClr val="accent1"/>
          </a:solidFill>
          <a:ln w="12700">
            <a:solidFill>
              <a:srgbClr val="FFFFFF">
                <a:alpha val="0"/>
              </a:srgbClr>
            </a:solidFill>
            <a:prstDash val="solid"/>
          </a:ln>
        </p:spPr>
      </p:sp>
      <p:sp>
        <p:nvSpPr>
          <p:cNvPr id="38" name="Text 30"/>
          <p:cNvSpPr txBox="1"/>
          <p:nvPr/>
        </p:nvSpPr>
        <p:spPr>
          <a:xfrm>
            <a:off x="309753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pic>
        <p:nvPicPr>
          <p:cNvPr id="39" name="Image 5" descr="UserSecret">    </p:cNvPr>
          <p:cNvPicPr>
            <a:picLocks noChangeAspect="1"/>
          </p:cNvPicPr>
          <p:nvPr/>
        </p:nvPicPr>
        <p:blipFill>
          <a:blip r:embed="rId6"/>
          <a:stretch>
            <a:fillRect/>
          </a:stretch>
        </p:blipFill>
        <p:spPr>
          <a:xfrm>
            <a:off x="4594860" y="4599432"/>
            <a:ext cx="384048" cy="384048"/>
          </a:xfrm>
          <a:prstGeom prst="rect">
            <a:avLst/>
          </a:prstGeom>
        </p:spPr>
      </p:pic>
      <p:sp>
        <p:nvSpPr>
          <p:cNvPr id="40" name="Text 31"/>
          <p:cNvSpPr txBox="1"/>
          <p:nvPr/>
        </p:nvSpPr>
        <p:spPr>
          <a:xfrm>
            <a:off x="309753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détective du bureau</a:t>
            </a:r>
            <a:endParaRPr lang="en-US" sz="1600" dirty="0"/>
          </a:p>
        </p:txBody>
      </p:sp>
      <p:sp>
        <p:nvSpPr>
          <p:cNvPr id="41" name="Text 32"/>
          <p:cNvSpPr txBox="1"/>
          <p:nvPr/>
        </p:nvSpPr>
        <p:spPr>
          <a:xfrm>
            <a:off x="309753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2" name="Shape 33"/>
          <p:cNvSpPr/>
          <p:nvPr/>
        </p:nvSpPr>
        <p:spPr>
          <a:xfrm>
            <a:off x="537210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43" name="Shape 34"/>
          <p:cNvSpPr/>
          <p:nvPr/>
        </p:nvSpPr>
        <p:spPr>
          <a:xfrm>
            <a:off x="5509260" y="4572000"/>
            <a:ext cx="438912" cy="438912"/>
          </a:xfrm>
          <a:prstGeom prst="ellipse">
            <a:avLst/>
          </a:prstGeom>
          <a:solidFill>
            <a:schemeClr val="accent1"/>
          </a:solidFill>
          <a:ln w="12700">
            <a:solidFill>
              <a:srgbClr val="FFFFFF">
                <a:alpha val="0"/>
              </a:srgbClr>
            </a:solidFill>
            <a:prstDash val="solid"/>
          </a:ln>
        </p:spPr>
      </p:sp>
      <p:sp>
        <p:nvSpPr>
          <p:cNvPr id="44" name="Text 35"/>
          <p:cNvSpPr txBox="1"/>
          <p:nvPr/>
        </p:nvSpPr>
        <p:spPr>
          <a:xfrm>
            <a:off x="550926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pic>
        <p:nvPicPr>
          <p:cNvPr id="45" name="Image 6" descr="ClipboardList">    </p:cNvPr>
          <p:cNvPicPr>
            <a:picLocks noChangeAspect="1"/>
          </p:cNvPicPr>
          <p:nvPr/>
        </p:nvPicPr>
        <p:blipFill>
          <a:blip r:embed="rId7"/>
          <a:stretch>
            <a:fillRect/>
          </a:stretch>
        </p:blipFill>
        <p:spPr>
          <a:xfrm>
            <a:off x="7006590" y="4599432"/>
            <a:ext cx="384048" cy="384048"/>
          </a:xfrm>
          <a:prstGeom prst="rect">
            <a:avLst/>
          </a:prstGeom>
        </p:spPr>
      </p:pic>
      <p:sp>
        <p:nvSpPr>
          <p:cNvPr id="46" name="Text 36"/>
          <p:cNvSpPr txBox="1"/>
          <p:nvPr/>
        </p:nvSpPr>
        <p:spPr>
          <a:xfrm>
            <a:off x="550926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L’inventaire du bureau</a:t>
            </a:r>
            <a:endParaRPr lang="en-US" sz="1600" dirty="0"/>
          </a:p>
        </p:txBody>
      </p:sp>
      <p:sp>
        <p:nvSpPr>
          <p:cNvPr id="47" name="Text 37"/>
          <p:cNvSpPr txBox="1"/>
          <p:nvPr/>
        </p:nvSpPr>
        <p:spPr>
          <a:xfrm>
            <a:off x="550926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pic>
        <p:nvPicPr>
          <p:cNvPr id="48" name="Image 7" descr="man teacher">    </p:cNvPr>
          <p:cNvPicPr>
            <a:picLocks noChangeAspect="1"/>
          </p:cNvPicPr>
          <p:nvPr/>
        </p:nvPicPr>
        <p:blipFill>
          <a:blip r:embed="rId8"/>
          <a:stretch>
            <a:fillRect/>
          </a:stretch>
        </p:blipFill>
        <p:spPr>
          <a:xfrm>
            <a:off x="10058400" y="3657600"/>
            <a:ext cx="1645920" cy="16459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Tri express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Classez les 16 mots : </a:t>
            </a:r>
            <a:r>
              <a:rPr lang="en-US" sz="1700" b="1" i="1" dirty="0">
                <a:solidFill>
                  <a:schemeClr val="tx2"/>
                </a:solidFill>
              </a:rPr>
              <a:t>DE</a:t>
            </a:r>
            <a:r>
              <a:rPr lang="en-US" sz="1700" i="1" dirty="0">
                <a:solidFill>
                  <a:schemeClr val="accent5"/>
                </a:solidFill>
              </a:rPr>
              <a:t> ou </a:t>
            </a:r>
            <a:r>
              <a:rPr lang="en-US" sz="1700" b="1" i="1" dirty="0">
                <a:solidFill>
                  <a:schemeClr val="accent1"/>
                </a:solidFill>
              </a:rPr>
              <a:t>HET</a:t>
            </a:r>
            <a:r>
              <a:rPr lang="en-US" sz="1700" i="1" dirty="0">
                <a:solidFill>
                  <a:schemeClr val="accent5"/>
                </a:solidFill>
              </a:rPr>
              <a:t> ? Vous avez 2 minutes.</a:t>
            </a:r>
            <a:endParaRPr lang="en-US" sz="1700" dirty="0"/>
          </a:p>
        </p:txBody>
      </p:sp>
      <p:pic>
        <p:nvPicPr>
          <p:cNvPr id="8" name="Image 1" descr="stopwatch">    </p:cNvPr>
          <p:cNvPicPr>
            <a:picLocks noChangeAspect="1"/>
          </p:cNvPicPr>
          <p:nvPr/>
        </p:nvPicPr>
        <p:blipFill>
          <a:blip r:embed="rId2"/>
          <a:stretch>
            <a:fillRect/>
          </a:stretch>
        </p:blipFill>
        <p:spPr>
          <a:xfrm>
            <a:off x="10927080" y="713232"/>
            <a:ext cx="640080" cy="640080"/>
          </a:xfrm>
          <a:prstGeom prst="rect">
            <a:avLst/>
          </a:prstGeom>
        </p:spPr>
      </p:pic>
      <p:sp>
        <p:nvSpPr>
          <p:cNvPr id="9" name="Text 4"/>
          <p:cNvSpPr txBox="1"/>
          <p:nvPr/>
        </p:nvSpPr>
        <p:spPr>
          <a:xfrm>
            <a:off x="10012680" y="822960"/>
            <a:ext cx="868680" cy="411480"/>
          </a:xfrm>
          <a:prstGeom prst="rect">
            <a:avLst/>
          </a:prstGeom>
          <a:noFill/>
          <a:ln/>
        </p:spPr>
        <p:txBody>
          <a:bodyPr wrap="square" lIns="0" tIns="0" rIns="0" bIns="0" rtlCol="0" anchor="ctr"/>
          <a:lstStyle/>
          <a:p>
            <a:pPr algn="r" indent="0" marL="0">
              <a:buNone/>
            </a:pPr>
            <a:r>
              <a:rPr lang="en-US" sz="1800" b="1" dirty="0">
                <a:solidFill>
                  <a:schemeClr val="accent1"/>
                </a:solidFill>
              </a:rPr>
              <a:t>2 min</a:t>
            </a:r>
            <a:endParaRPr lang="en-US" sz="1800" dirty="0"/>
          </a:p>
        </p:txBody>
      </p:sp>
      <p:sp>
        <p:nvSpPr>
          <p:cNvPr id="10" name="Shape 5"/>
          <p:cNvSpPr/>
          <p:nvPr/>
        </p:nvSpPr>
        <p:spPr>
          <a:xfrm>
            <a:off x="548640" y="1978152"/>
            <a:ext cx="1280160" cy="548640"/>
          </a:xfrm>
          <a:prstGeom prst="roundRect">
            <a:avLst>
              <a:gd name="adj" fmla="val 13333"/>
            </a:avLst>
          </a:prstGeom>
          <a:solidFill>
            <a:schemeClr val="bg2"/>
          </a:solidFill>
          <a:ln w="15875">
            <a:solidFill>
              <a:srgbClr val="B8C2CF"/>
            </a:solidFill>
            <a:prstDash val="solid"/>
          </a:ln>
        </p:spPr>
      </p:sp>
      <p:sp>
        <p:nvSpPr>
          <p:cNvPr id="11" name="Text 6"/>
          <p:cNvSpPr txBox="1"/>
          <p:nvPr/>
        </p:nvSpPr>
        <p:spPr>
          <a:xfrm>
            <a:off x="566928" y="1978152"/>
            <a:ext cx="1243584" cy="548640"/>
          </a:xfrm>
          <a:prstGeom prst="rect">
            <a:avLst/>
          </a:prstGeom>
          <a:noFill/>
          <a:ln/>
        </p:spPr>
        <p:txBody>
          <a:bodyPr wrap="square" lIns="0" tIns="0" rIns="0" bIns="0" rtlCol="0" anchor="ctr"/>
          <a:lstStyle/>
          <a:p>
            <a:pPr algn="ctr" indent="0" marL="0">
              <a:buNone/>
            </a:pPr>
            <a:r>
              <a:rPr lang="en-US" sz="1300" b="1" dirty="0">
                <a:solidFill>
                  <a:schemeClr val="tx1"/>
                </a:solidFill>
              </a:rPr>
              <a:t>vergadering</a:t>
            </a:r>
            <a:endParaRPr lang="en-US" sz="1300" dirty="0"/>
          </a:p>
        </p:txBody>
      </p:sp>
      <p:sp>
        <p:nvSpPr>
          <p:cNvPr id="12" name="Shape 7"/>
          <p:cNvSpPr/>
          <p:nvPr/>
        </p:nvSpPr>
        <p:spPr>
          <a:xfrm>
            <a:off x="1950415" y="1978152"/>
            <a:ext cx="1280160" cy="548640"/>
          </a:xfrm>
          <a:prstGeom prst="roundRect">
            <a:avLst>
              <a:gd name="adj" fmla="val 13333"/>
            </a:avLst>
          </a:prstGeom>
          <a:solidFill>
            <a:schemeClr val="bg2"/>
          </a:solidFill>
          <a:ln w="15875">
            <a:solidFill>
              <a:srgbClr val="B8C2CF"/>
            </a:solidFill>
            <a:prstDash val="solid"/>
          </a:ln>
        </p:spPr>
      </p:sp>
      <p:sp>
        <p:nvSpPr>
          <p:cNvPr id="13" name="Text 8"/>
          <p:cNvSpPr txBox="1"/>
          <p:nvPr/>
        </p:nvSpPr>
        <p:spPr>
          <a:xfrm>
            <a:off x="1968703" y="1978152"/>
            <a:ext cx="1243584" cy="548640"/>
          </a:xfrm>
          <a:prstGeom prst="rect">
            <a:avLst/>
          </a:prstGeom>
          <a:noFill/>
          <a:ln/>
        </p:spPr>
        <p:txBody>
          <a:bodyPr wrap="square" lIns="0" tIns="0" rIns="0" bIns="0" rtlCol="0" anchor="ctr"/>
          <a:lstStyle/>
          <a:p>
            <a:pPr algn="ctr" indent="0" marL="0">
              <a:buNone/>
            </a:pPr>
            <a:r>
              <a:rPr lang="en-US" sz="1300" b="1" dirty="0">
                <a:solidFill>
                  <a:schemeClr val="tx1"/>
                </a:solidFill>
              </a:rPr>
              <a:t>meisje</a:t>
            </a:r>
            <a:endParaRPr lang="en-US" sz="1300" dirty="0"/>
          </a:p>
        </p:txBody>
      </p:sp>
      <p:sp>
        <p:nvSpPr>
          <p:cNvPr id="14" name="Shape 9"/>
          <p:cNvSpPr/>
          <p:nvPr/>
        </p:nvSpPr>
        <p:spPr>
          <a:xfrm>
            <a:off x="3352190" y="1978152"/>
            <a:ext cx="1280160" cy="548640"/>
          </a:xfrm>
          <a:prstGeom prst="roundRect">
            <a:avLst>
              <a:gd name="adj" fmla="val 13333"/>
            </a:avLst>
          </a:prstGeom>
          <a:solidFill>
            <a:schemeClr val="bg2"/>
          </a:solidFill>
          <a:ln w="15875">
            <a:solidFill>
              <a:srgbClr val="B8C2CF"/>
            </a:solidFill>
            <a:prstDash val="solid"/>
          </a:ln>
        </p:spPr>
      </p:sp>
      <p:sp>
        <p:nvSpPr>
          <p:cNvPr id="15" name="Text 10"/>
          <p:cNvSpPr txBox="1"/>
          <p:nvPr/>
        </p:nvSpPr>
        <p:spPr>
          <a:xfrm>
            <a:off x="3370478" y="1978152"/>
            <a:ext cx="1243584" cy="548640"/>
          </a:xfrm>
          <a:prstGeom prst="rect">
            <a:avLst/>
          </a:prstGeom>
          <a:noFill/>
          <a:ln/>
        </p:spPr>
        <p:txBody>
          <a:bodyPr wrap="square" lIns="0" tIns="0" rIns="0" bIns="0" rtlCol="0" anchor="ctr"/>
          <a:lstStyle/>
          <a:p>
            <a:pPr algn="ctr" indent="0" marL="0">
              <a:buNone/>
            </a:pPr>
            <a:r>
              <a:rPr lang="en-US" sz="1300" b="1" dirty="0">
                <a:solidFill>
                  <a:schemeClr val="tx1"/>
                </a:solidFill>
              </a:rPr>
              <a:t>document</a:t>
            </a:r>
            <a:endParaRPr lang="en-US" sz="1300" dirty="0"/>
          </a:p>
        </p:txBody>
      </p:sp>
      <p:sp>
        <p:nvSpPr>
          <p:cNvPr id="16" name="Shape 11"/>
          <p:cNvSpPr/>
          <p:nvPr/>
        </p:nvSpPr>
        <p:spPr>
          <a:xfrm>
            <a:off x="4753966" y="1978152"/>
            <a:ext cx="1280160" cy="548640"/>
          </a:xfrm>
          <a:prstGeom prst="roundRect">
            <a:avLst>
              <a:gd name="adj" fmla="val 13333"/>
            </a:avLst>
          </a:prstGeom>
          <a:solidFill>
            <a:schemeClr val="bg2"/>
          </a:solidFill>
          <a:ln w="15875">
            <a:solidFill>
              <a:srgbClr val="B8C2CF"/>
            </a:solidFill>
            <a:prstDash val="solid"/>
          </a:ln>
        </p:spPr>
      </p:sp>
      <p:sp>
        <p:nvSpPr>
          <p:cNvPr id="17" name="Text 12"/>
          <p:cNvSpPr txBox="1"/>
          <p:nvPr/>
        </p:nvSpPr>
        <p:spPr>
          <a:xfrm>
            <a:off x="4772254" y="1978152"/>
            <a:ext cx="1243584" cy="548640"/>
          </a:xfrm>
          <a:prstGeom prst="rect">
            <a:avLst/>
          </a:prstGeom>
          <a:noFill/>
          <a:ln/>
        </p:spPr>
        <p:txBody>
          <a:bodyPr wrap="square" lIns="0" tIns="0" rIns="0" bIns="0" rtlCol="0" anchor="ctr"/>
          <a:lstStyle/>
          <a:p>
            <a:pPr algn="ctr" indent="0" marL="0">
              <a:buNone/>
            </a:pPr>
            <a:r>
              <a:rPr lang="en-US" sz="1300" b="1" dirty="0">
                <a:solidFill>
                  <a:schemeClr val="tx1"/>
                </a:solidFill>
              </a:rPr>
              <a:t>collega</a:t>
            </a:r>
            <a:endParaRPr lang="en-US" sz="1300" dirty="0"/>
          </a:p>
        </p:txBody>
      </p:sp>
      <p:sp>
        <p:nvSpPr>
          <p:cNvPr id="18" name="Shape 13"/>
          <p:cNvSpPr/>
          <p:nvPr/>
        </p:nvSpPr>
        <p:spPr>
          <a:xfrm>
            <a:off x="6155741" y="1978152"/>
            <a:ext cx="1280160" cy="548640"/>
          </a:xfrm>
          <a:prstGeom prst="roundRect">
            <a:avLst>
              <a:gd name="adj" fmla="val 13333"/>
            </a:avLst>
          </a:prstGeom>
          <a:solidFill>
            <a:schemeClr val="bg2"/>
          </a:solidFill>
          <a:ln w="15875">
            <a:solidFill>
              <a:srgbClr val="B8C2CF"/>
            </a:solidFill>
            <a:prstDash val="solid"/>
          </a:ln>
        </p:spPr>
      </p:sp>
      <p:sp>
        <p:nvSpPr>
          <p:cNvPr id="19" name="Text 14"/>
          <p:cNvSpPr txBox="1"/>
          <p:nvPr/>
        </p:nvSpPr>
        <p:spPr>
          <a:xfrm>
            <a:off x="6174029" y="1978152"/>
            <a:ext cx="1243584" cy="548640"/>
          </a:xfrm>
          <a:prstGeom prst="rect">
            <a:avLst/>
          </a:prstGeom>
          <a:noFill/>
          <a:ln/>
        </p:spPr>
        <p:txBody>
          <a:bodyPr wrap="square" lIns="0" tIns="0" rIns="0" bIns="0" rtlCol="0" anchor="ctr"/>
          <a:lstStyle/>
          <a:p>
            <a:pPr algn="ctr" indent="0" marL="0">
              <a:buNone/>
            </a:pPr>
            <a:r>
              <a:rPr lang="en-US" sz="1300" b="1" dirty="0">
                <a:solidFill>
                  <a:schemeClr val="tx1"/>
                </a:solidFill>
              </a:rPr>
              <a:t>eten</a:t>
            </a:r>
            <a:endParaRPr lang="en-US" sz="1300" dirty="0"/>
          </a:p>
        </p:txBody>
      </p:sp>
      <p:sp>
        <p:nvSpPr>
          <p:cNvPr id="20" name="Shape 15"/>
          <p:cNvSpPr/>
          <p:nvPr/>
        </p:nvSpPr>
        <p:spPr>
          <a:xfrm>
            <a:off x="7557516" y="1978152"/>
            <a:ext cx="1280160" cy="548640"/>
          </a:xfrm>
          <a:prstGeom prst="roundRect">
            <a:avLst>
              <a:gd name="adj" fmla="val 13333"/>
            </a:avLst>
          </a:prstGeom>
          <a:solidFill>
            <a:schemeClr val="bg2"/>
          </a:solidFill>
          <a:ln w="15875">
            <a:solidFill>
              <a:srgbClr val="B8C2CF"/>
            </a:solidFill>
            <a:prstDash val="solid"/>
          </a:ln>
        </p:spPr>
      </p:sp>
      <p:sp>
        <p:nvSpPr>
          <p:cNvPr id="21" name="Text 16"/>
          <p:cNvSpPr txBox="1"/>
          <p:nvPr/>
        </p:nvSpPr>
        <p:spPr>
          <a:xfrm>
            <a:off x="7575804" y="1978152"/>
            <a:ext cx="1243584" cy="548640"/>
          </a:xfrm>
          <a:prstGeom prst="rect">
            <a:avLst/>
          </a:prstGeom>
          <a:noFill/>
          <a:ln/>
        </p:spPr>
        <p:txBody>
          <a:bodyPr wrap="square" lIns="0" tIns="0" rIns="0" bIns="0" rtlCol="0" anchor="ctr"/>
          <a:lstStyle/>
          <a:p>
            <a:pPr algn="ctr" indent="0" marL="0">
              <a:buNone/>
            </a:pPr>
            <a:r>
              <a:rPr lang="en-US" sz="1300" b="1" dirty="0">
                <a:solidFill>
                  <a:schemeClr val="tx1"/>
                </a:solidFill>
              </a:rPr>
              <a:t>informatie</a:t>
            </a:r>
            <a:endParaRPr lang="en-US" sz="1300" dirty="0"/>
          </a:p>
        </p:txBody>
      </p:sp>
      <p:sp>
        <p:nvSpPr>
          <p:cNvPr id="22" name="Shape 17"/>
          <p:cNvSpPr/>
          <p:nvPr/>
        </p:nvSpPr>
        <p:spPr>
          <a:xfrm>
            <a:off x="8959291" y="1978152"/>
            <a:ext cx="1280160" cy="548640"/>
          </a:xfrm>
          <a:prstGeom prst="roundRect">
            <a:avLst>
              <a:gd name="adj" fmla="val 13333"/>
            </a:avLst>
          </a:prstGeom>
          <a:solidFill>
            <a:schemeClr val="bg2"/>
          </a:solidFill>
          <a:ln w="15875">
            <a:solidFill>
              <a:srgbClr val="B8C2CF"/>
            </a:solidFill>
            <a:prstDash val="solid"/>
          </a:ln>
        </p:spPr>
      </p:sp>
      <p:sp>
        <p:nvSpPr>
          <p:cNvPr id="23" name="Text 18"/>
          <p:cNvSpPr txBox="1"/>
          <p:nvPr/>
        </p:nvSpPr>
        <p:spPr>
          <a:xfrm>
            <a:off x="8977579" y="1978152"/>
            <a:ext cx="1243584" cy="548640"/>
          </a:xfrm>
          <a:prstGeom prst="rect">
            <a:avLst/>
          </a:prstGeom>
          <a:noFill/>
          <a:ln/>
        </p:spPr>
        <p:txBody>
          <a:bodyPr wrap="square" lIns="0" tIns="0" rIns="0" bIns="0" rtlCol="0" anchor="ctr"/>
          <a:lstStyle/>
          <a:p>
            <a:pPr algn="ctr" indent="0" marL="0">
              <a:buNone/>
            </a:pPr>
            <a:r>
              <a:rPr lang="en-US" sz="1300" b="1" dirty="0">
                <a:solidFill>
                  <a:schemeClr val="tx1"/>
                </a:solidFill>
              </a:rPr>
              <a:t>gesprek</a:t>
            </a:r>
            <a:endParaRPr lang="en-US" sz="1300" dirty="0"/>
          </a:p>
        </p:txBody>
      </p:sp>
      <p:sp>
        <p:nvSpPr>
          <p:cNvPr id="24" name="Shape 19"/>
          <p:cNvSpPr/>
          <p:nvPr/>
        </p:nvSpPr>
        <p:spPr>
          <a:xfrm>
            <a:off x="10361066" y="1978152"/>
            <a:ext cx="1280160" cy="548640"/>
          </a:xfrm>
          <a:prstGeom prst="roundRect">
            <a:avLst>
              <a:gd name="adj" fmla="val 13333"/>
            </a:avLst>
          </a:prstGeom>
          <a:solidFill>
            <a:schemeClr val="bg2"/>
          </a:solidFill>
          <a:ln w="15875">
            <a:solidFill>
              <a:srgbClr val="B8C2CF"/>
            </a:solidFill>
            <a:prstDash val="solid"/>
          </a:ln>
        </p:spPr>
      </p:sp>
      <p:sp>
        <p:nvSpPr>
          <p:cNvPr id="25" name="Text 20"/>
          <p:cNvSpPr txBox="1"/>
          <p:nvPr/>
        </p:nvSpPr>
        <p:spPr>
          <a:xfrm>
            <a:off x="10379354" y="1978152"/>
            <a:ext cx="1243584" cy="548640"/>
          </a:xfrm>
          <a:prstGeom prst="rect">
            <a:avLst/>
          </a:prstGeom>
          <a:noFill/>
          <a:ln/>
        </p:spPr>
        <p:txBody>
          <a:bodyPr wrap="square" lIns="0" tIns="0" rIns="0" bIns="0" rtlCol="0" anchor="ctr"/>
          <a:lstStyle/>
          <a:p>
            <a:pPr algn="ctr" indent="0" marL="0">
              <a:buNone/>
            </a:pPr>
            <a:r>
              <a:rPr lang="en-US" sz="1300" b="1" dirty="0">
                <a:solidFill>
                  <a:schemeClr val="tx1"/>
                </a:solidFill>
              </a:rPr>
              <a:t>waarheid</a:t>
            </a:r>
            <a:endParaRPr lang="en-US" sz="1300" dirty="0"/>
          </a:p>
        </p:txBody>
      </p:sp>
      <p:sp>
        <p:nvSpPr>
          <p:cNvPr id="26" name="Shape 21"/>
          <p:cNvSpPr/>
          <p:nvPr/>
        </p:nvSpPr>
        <p:spPr>
          <a:xfrm>
            <a:off x="548640" y="2636520"/>
            <a:ext cx="1280160" cy="548640"/>
          </a:xfrm>
          <a:prstGeom prst="roundRect">
            <a:avLst>
              <a:gd name="adj" fmla="val 13333"/>
            </a:avLst>
          </a:prstGeom>
          <a:solidFill>
            <a:schemeClr val="bg2"/>
          </a:solidFill>
          <a:ln w="15875">
            <a:solidFill>
              <a:srgbClr val="B8C2CF"/>
            </a:solidFill>
            <a:prstDash val="solid"/>
          </a:ln>
        </p:spPr>
      </p:sp>
      <p:sp>
        <p:nvSpPr>
          <p:cNvPr id="27" name="Text 22"/>
          <p:cNvSpPr txBox="1"/>
          <p:nvPr/>
        </p:nvSpPr>
        <p:spPr>
          <a:xfrm>
            <a:off x="566928" y="2636520"/>
            <a:ext cx="1243584" cy="548640"/>
          </a:xfrm>
          <a:prstGeom prst="rect">
            <a:avLst/>
          </a:prstGeom>
          <a:noFill/>
          <a:ln/>
        </p:spPr>
        <p:txBody>
          <a:bodyPr wrap="square" lIns="0" tIns="0" rIns="0" bIns="0" rtlCol="0" anchor="ctr"/>
          <a:lstStyle/>
          <a:p>
            <a:pPr algn="ctr" indent="0" marL="0">
              <a:buNone/>
            </a:pPr>
            <a:r>
              <a:rPr lang="en-US" sz="1300" b="1" dirty="0">
                <a:solidFill>
                  <a:schemeClr val="tx1"/>
                </a:solidFill>
              </a:rPr>
              <a:t>trein</a:t>
            </a:r>
            <a:endParaRPr lang="en-US" sz="1300" dirty="0"/>
          </a:p>
        </p:txBody>
      </p:sp>
      <p:sp>
        <p:nvSpPr>
          <p:cNvPr id="28" name="Shape 23"/>
          <p:cNvSpPr/>
          <p:nvPr/>
        </p:nvSpPr>
        <p:spPr>
          <a:xfrm>
            <a:off x="1950415" y="2636520"/>
            <a:ext cx="1280160" cy="548640"/>
          </a:xfrm>
          <a:prstGeom prst="roundRect">
            <a:avLst>
              <a:gd name="adj" fmla="val 13333"/>
            </a:avLst>
          </a:prstGeom>
          <a:solidFill>
            <a:schemeClr val="bg2"/>
          </a:solidFill>
          <a:ln w="15875">
            <a:solidFill>
              <a:srgbClr val="B8C2CF"/>
            </a:solidFill>
            <a:prstDash val="solid"/>
          </a:ln>
        </p:spPr>
      </p:sp>
      <p:sp>
        <p:nvSpPr>
          <p:cNvPr id="29" name="Text 24"/>
          <p:cNvSpPr txBox="1"/>
          <p:nvPr/>
        </p:nvSpPr>
        <p:spPr>
          <a:xfrm>
            <a:off x="1968703" y="2636520"/>
            <a:ext cx="1243584" cy="548640"/>
          </a:xfrm>
          <a:prstGeom prst="rect">
            <a:avLst/>
          </a:prstGeom>
          <a:noFill/>
          <a:ln/>
        </p:spPr>
        <p:txBody>
          <a:bodyPr wrap="square" lIns="0" tIns="0" rIns="0" bIns="0" rtlCol="0" anchor="ctr"/>
          <a:lstStyle/>
          <a:p>
            <a:pPr algn="ctr" indent="0" marL="0">
              <a:buNone/>
            </a:pPr>
            <a:r>
              <a:rPr lang="en-US" sz="1300" b="1" dirty="0">
                <a:solidFill>
                  <a:schemeClr val="tx1"/>
                </a:solidFill>
              </a:rPr>
              <a:t>vliegtuig</a:t>
            </a:r>
            <a:endParaRPr lang="en-US" sz="1300" dirty="0"/>
          </a:p>
        </p:txBody>
      </p:sp>
      <p:sp>
        <p:nvSpPr>
          <p:cNvPr id="30" name="Shape 25"/>
          <p:cNvSpPr/>
          <p:nvPr/>
        </p:nvSpPr>
        <p:spPr>
          <a:xfrm>
            <a:off x="3352190" y="2636520"/>
            <a:ext cx="1280160" cy="548640"/>
          </a:xfrm>
          <a:prstGeom prst="roundRect">
            <a:avLst>
              <a:gd name="adj" fmla="val 13333"/>
            </a:avLst>
          </a:prstGeom>
          <a:solidFill>
            <a:schemeClr val="bg2"/>
          </a:solidFill>
          <a:ln w="15875">
            <a:solidFill>
              <a:srgbClr val="B8C2CF"/>
            </a:solidFill>
            <a:prstDash val="solid"/>
          </a:ln>
        </p:spPr>
      </p:sp>
      <p:sp>
        <p:nvSpPr>
          <p:cNvPr id="31" name="Text 26"/>
          <p:cNvSpPr txBox="1"/>
          <p:nvPr/>
        </p:nvSpPr>
        <p:spPr>
          <a:xfrm>
            <a:off x="3370478" y="2636520"/>
            <a:ext cx="1243584" cy="548640"/>
          </a:xfrm>
          <a:prstGeom prst="rect">
            <a:avLst/>
          </a:prstGeom>
          <a:noFill/>
          <a:ln/>
        </p:spPr>
        <p:txBody>
          <a:bodyPr wrap="square" lIns="0" tIns="0" rIns="0" bIns="0" rtlCol="0" anchor="ctr"/>
          <a:lstStyle/>
          <a:p>
            <a:pPr algn="ctr" indent="0" marL="0">
              <a:buNone/>
            </a:pPr>
            <a:r>
              <a:rPr lang="en-US" sz="1300" b="1" dirty="0">
                <a:solidFill>
                  <a:schemeClr val="tx1"/>
                </a:solidFill>
              </a:rPr>
              <a:t>tafeltje</a:t>
            </a:r>
            <a:endParaRPr lang="en-US" sz="1300" dirty="0"/>
          </a:p>
        </p:txBody>
      </p:sp>
      <p:sp>
        <p:nvSpPr>
          <p:cNvPr id="32" name="Shape 27"/>
          <p:cNvSpPr/>
          <p:nvPr/>
        </p:nvSpPr>
        <p:spPr>
          <a:xfrm>
            <a:off x="4753966" y="2636520"/>
            <a:ext cx="1280160" cy="548640"/>
          </a:xfrm>
          <a:prstGeom prst="roundRect">
            <a:avLst>
              <a:gd name="adj" fmla="val 13333"/>
            </a:avLst>
          </a:prstGeom>
          <a:solidFill>
            <a:schemeClr val="bg2"/>
          </a:solidFill>
          <a:ln w="15875">
            <a:solidFill>
              <a:srgbClr val="B8C2CF"/>
            </a:solidFill>
            <a:prstDash val="solid"/>
          </a:ln>
        </p:spPr>
      </p:sp>
      <p:sp>
        <p:nvSpPr>
          <p:cNvPr id="33" name="Text 28"/>
          <p:cNvSpPr txBox="1"/>
          <p:nvPr/>
        </p:nvSpPr>
        <p:spPr>
          <a:xfrm>
            <a:off x="4772254" y="2636520"/>
            <a:ext cx="1243584" cy="548640"/>
          </a:xfrm>
          <a:prstGeom prst="rect">
            <a:avLst/>
          </a:prstGeom>
          <a:noFill/>
          <a:ln/>
        </p:spPr>
        <p:txBody>
          <a:bodyPr wrap="square" lIns="0" tIns="0" rIns="0" bIns="0" rtlCol="0" anchor="ctr"/>
          <a:lstStyle/>
          <a:p>
            <a:pPr algn="ctr" indent="0" marL="0">
              <a:buNone/>
            </a:pPr>
            <a:r>
              <a:rPr lang="en-US" sz="1300" b="1" dirty="0">
                <a:solidFill>
                  <a:schemeClr val="tx1"/>
                </a:solidFill>
              </a:rPr>
              <a:t>museum</a:t>
            </a:r>
            <a:endParaRPr lang="en-US" sz="1300" dirty="0"/>
          </a:p>
        </p:txBody>
      </p:sp>
      <p:sp>
        <p:nvSpPr>
          <p:cNvPr id="34" name="Shape 29"/>
          <p:cNvSpPr/>
          <p:nvPr/>
        </p:nvSpPr>
        <p:spPr>
          <a:xfrm>
            <a:off x="6155741" y="2636520"/>
            <a:ext cx="1280160" cy="548640"/>
          </a:xfrm>
          <a:prstGeom prst="roundRect">
            <a:avLst>
              <a:gd name="adj" fmla="val 13333"/>
            </a:avLst>
          </a:prstGeom>
          <a:solidFill>
            <a:schemeClr val="bg2"/>
          </a:solidFill>
          <a:ln w="15875">
            <a:solidFill>
              <a:srgbClr val="B8C2CF"/>
            </a:solidFill>
            <a:prstDash val="solid"/>
          </a:ln>
        </p:spPr>
      </p:sp>
      <p:sp>
        <p:nvSpPr>
          <p:cNvPr id="35" name="Text 30"/>
          <p:cNvSpPr txBox="1"/>
          <p:nvPr/>
        </p:nvSpPr>
        <p:spPr>
          <a:xfrm>
            <a:off x="6174029" y="2636520"/>
            <a:ext cx="1243584" cy="548640"/>
          </a:xfrm>
          <a:prstGeom prst="rect">
            <a:avLst/>
          </a:prstGeom>
          <a:noFill/>
          <a:ln/>
        </p:spPr>
        <p:txBody>
          <a:bodyPr wrap="square" lIns="0" tIns="0" rIns="0" bIns="0" rtlCol="0" anchor="ctr"/>
          <a:lstStyle/>
          <a:p>
            <a:pPr algn="ctr" indent="0" marL="0">
              <a:buNone/>
            </a:pPr>
            <a:r>
              <a:rPr lang="en-US" sz="1300" b="1" dirty="0">
                <a:solidFill>
                  <a:schemeClr val="tx1"/>
                </a:solidFill>
              </a:rPr>
              <a:t>fiets</a:t>
            </a:r>
            <a:endParaRPr lang="en-US" sz="1300" dirty="0"/>
          </a:p>
        </p:txBody>
      </p:sp>
      <p:sp>
        <p:nvSpPr>
          <p:cNvPr id="36" name="Shape 31"/>
          <p:cNvSpPr/>
          <p:nvPr/>
        </p:nvSpPr>
        <p:spPr>
          <a:xfrm>
            <a:off x="7557516" y="2636520"/>
            <a:ext cx="1280160" cy="548640"/>
          </a:xfrm>
          <a:prstGeom prst="roundRect">
            <a:avLst>
              <a:gd name="adj" fmla="val 13333"/>
            </a:avLst>
          </a:prstGeom>
          <a:solidFill>
            <a:schemeClr val="bg2"/>
          </a:solidFill>
          <a:ln w="15875">
            <a:solidFill>
              <a:srgbClr val="B8C2CF"/>
            </a:solidFill>
            <a:prstDash val="solid"/>
          </a:ln>
        </p:spPr>
      </p:sp>
      <p:sp>
        <p:nvSpPr>
          <p:cNvPr id="37" name="Text 32"/>
          <p:cNvSpPr txBox="1"/>
          <p:nvPr/>
        </p:nvSpPr>
        <p:spPr>
          <a:xfrm>
            <a:off x="7575804" y="2636520"/>
            <a:ext cx="1243584" cy="548640"/>
          </a:xfrm>
          <a:prstGeom prst="rect">
            <a:avLst/>
          </a:prstGeom>
          <a:noFill/>
          <a:ln/>
        </p:spPr>
        <p:txBody>
          <a:bodyPr wrap="square" lIns="0" tIns="0" rIns="0" bIns="0" rtlCol="0" anchor="ctr"/>
          <a:lstStyle/>
          <a:p>
            <a:pPr algn="ctr" indent="0" marL="0">
              <a:buNone/>
            </a:pPr>
            <a:r>
              <a:rPr lang="en-US" sz="1300" b="1" dirty="0">
                <a:solidFill>
                  <a:schemeClr val="tx1"/>
                </a:solidFill>
              </a:rPr>
              <a:t>jaar</a:t>
            </a:r>
            <a:endParaRPr lang="en-US" sz="1300" dirty="0"/>
          </a:p>
        </p:txBody>
      </p:sp>
      <p:sp>
        <p:nvSpPr>
          <p:cNvPr id="38" name="Shape 33"/>
          <p:cNvSpPr/>
          <p:nvPr/>
        </p:nvSpPr>
        <p:spPr>
          <a:xfrm>
            <a:off x="8959291" y="2636520"/>
            <a:ext cx="1280160" cy="548640"/>
          </a:xfrm>
          <a:prstGeom prst="roundRect">
            <a:avLst>
              <a:gd name="adj" fmla="val 13333"/>
            </a:avLst>
          </a:prstGeom>
          <a:solidFill>
            <a:schemeClr val="bg2"/>
          </a:solidFill>
          <a:ln w="15875">
            <a:solidFill>
              <a:srgbClr val="B8C2CF"/>
            </a:solidFill>
            <a:prstDash val="solid"/>
          </a:ln>
        </p:spPr>
      </p:sp>
      <p:sp>
        <p:nvSpPr>
          <p:cNvPr id="39" name="Text 34"/>
          <p:cNvSpPr txBox="1"/>
          <p:nvPr/>
        </p:nvSpPr>
        <p:spPr>
          <a:xfrm>
            <a:off x="8977579" y="2636520"/>
            <a:ext cx="1243584" cy="548640"/>
          </a:xfrm>
          <a:prstGeom prst="rect">
            <a:avLst/>
          </a:prstGeom>
          <a:noFill/>
          <a:ln/>
        </p:spPr>
        <p:txBody>
          <a:bodyPr wrap="square" lIns="0" tIns="0" rIns="0" bIns="0" rtlCol="0" anchor="ctr"/>
          <a:lstStyle/>
          <a:p>
            <a:pPr algn="ctr" indent="0" marL="0">
              <a:buNone/>
            </a:pPr>
            <a:r>
              <a:rPr lang="en-US" sz="1300" b="1" dirty="0">
                <a:solidFill>
                  <a:schemeClr val="tx1"/>
                </a:solidFill>
              </a:rPr>
              <a:t>Nederlands</a:t>
            </a:r>
            <a:endParaRPr lang="en-US" sz="1300" dirty="0"/>
          </a:p>
        </p:txBody>
      </p:sp>
      <p:sp>
        <p:nvSpPr>
          <p:cNvPr id="40" name="Shape 35"/>
          <p:cNvSpPr/>
          <p:nvPr/>
        </p:nvSpPr>
        <p:spPr>
          <a:xfrm>
            <a:off x="10361066" y="2636520"/>
            <a:ext cx="1280160" cy="548640"/>
          </a:xfrm>
          <a:prstGeom prst="roundRect">
            <a:avLst>
              <a:gd name="adj" fmla="val 13333"/>
            </a:avLst>
          </a:prstGeom>
          <a:solidFill>
            <a:schemeClr val="bg2"/>
          </a:solidFill>
          <a:ln w="15875">
            <a:solidFill>
              <a:srgbClr val="B8C2CF"/>
            </a:solidFill>
            <a:prstDash val="solid"/>
          </a:ln>
        </p:spPr>
      </p:sp>
      <p:sp>
        <p:nvSpPr>
          <p:cNvPr id="41" name="Text 36"/>
          <p:cNvSpPr txBox="1"/>
          <p:nvPr/>
        </p:nvSpPr>
        <p:spPr>
          <a:xfrm>
            <a:off x="10379354" y="2636520"/>
            <a:ext cx="1243584" cy="548640"/>
          </a:xfrm>
          <a:prstGeom prst="rect">
            <a:avLst/>
          </a:prstGeom>
          <a:noFill/>
          <a:ln/>
        </p:spPr>
        <p:txBody>
          <a:bodyPr wrap="square" lIns="0" tIns="0" rIns="0" bIns="0" rtlCol="0" anchor="ctr"/>
          <a:lstStyle/>
          <a:p>
            <a:pPr algn="ctr" indent="0" marL="0">
              <a:buNone/>
            </a:pPr>
            <a:r>
              <a:rPr lang="en-US" sz="1300" b="1" dirty="0">
                <a:solidFill>
                  <a:schemeClr val="tx1"/>
                </a:solidFill>
              </a:rPr>
              <a:t>oefening</a:t>
            </a:r>
            <a:endParaRPr lang="en-US" sz="1300" dirty="0"/>
          </a:p>
        </p:txBody>
      </p:sp>
      <p:sp>
        <p:nvSpPr>
          <p:cNvPr id="42" name="Shape 37"/>
          <p:cNvSpPr/>
          <p:nvPr/>
        </p:nvSpPr>
        <p:spPr>
          <a:xfrm>
            <a:off x="548640" y="3395472"/>
            <a:ext cx="5394960" cy="2868168"/>
          </a:xfrm>
          <a:prstGeom prst="roundRect">
            <a:avLst>
              <a:gd name="adj" fmla="val 2550"/>
            </a:avLst>
          </a:prstGeom>
          <a:solidFill>
            <a:schemeClr val="tx2">
              <a:alpha val="8000"/>
            </a:schemeClr>
          </a:solidFill>
          <a:ln w="25400">
            <a:solidFill>
              <a:srgbClr val="17375E"/>
            </a:solidFill>
            <a:prstDash val="solid"/>
          </a:ln>
        </p:spPr>
      </p:sp>
      <p:sp>
        <p:nvSpPr>
          <p:cNvPr id="43" name="Shape 38"/>
          <p:cNvSpPr/>
          <p:nvPr/>
        </p:nvSpPr>
        <p:spPr>
          <a:xfrm>
            <a:off x="2514600" y="3532632"/>
            <a:ext cx="1463040" cy="502920"/>
          </a:xfrm>
          <a:prstGeom prst="roundRect">
            <a:avLst>
              <a:gd name="adj" fmla="val 14545"/>
            </a:avLst>
          </a:prstGeom>
          <a:solidFill>
            <a:schemeClr val="tx2"/>
          </a:solidFill>
          <a:ln w="12700">
            <a:solidFill>
              <a:srgbClr val="FFFFFF">
                <a:alpha val="0"/>
              </a:srgbClr>
            </a:solidFill>
            <a:prstDash val="solid"/>
          </a:ln>
        </p:spPr>
      </p:sp>
      <p:sp>
        <p:nvSpPr>
          <p:cNvPr id="44" name="Text 39"/>
          <p:cNvSpPr txBox="1"/>
          <p:nvPr/>
        </p:nvSpPr>
        <p:spPr>
          <a:xfrm>
            <a:off x="2514600" y="3532632"/>
            <a:ext cx="1463040" cy="50292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DE</a:t>
            </a:r>
            <a:endParaRPr lang="en-US" sz="2200" dirty="0"/>
          </a:p>
        </p:txBody>
      </p:sp>
      <p:pic>
        <p:nvPicPr>
          <p:cNvPr id="45" name="Image 2" descr="basket">    </p:cNvPr>
          <p:cNvPicPr>
            <a:picLocks noChangeAspect="1"/>
          </p:cNvPicPr>
          <p:nvPr/>
        </p:nvPicPr>
        <p:blipFill>
          <a:blip r:embed="rId3"/>
          <a:stretch>
            <a:fillRect/>
          </a:stretch>
        </p:blipFill>
        <p:spPr>
          <a:xfrm>
            <a:off x="2926080" y="4538472"/>
            <a:ext cx="640080" cy="640080"/>
          </a:xfrm>
          <a:prstGeom prst="rect">
            <a:avLst/>
          </a:prstGeom>
        </p:spPr>
      </p:pic>
      <p:sp>
        <p:nvSpPr>
          <p:cNvPr id="46" name="Shape 40"/>
          <p:cNvSpPr/>
          <p:nvPr/>
        </p:nvSpPr>
        <p:spPr>
          <a:xfrm>
            <a:off x="6245352" y="3395472"/>
            <a:ext cx="5394960" cy="2868168"/>
          </a:xfrm>
          <a:prstGeom prst="roundRect">
            <a:avLst>
              <a:gd name="adj" fmla="val 2550"/>
            </a:avLst>
          </a:prstGeom>
          <a:solidFill>
            <a:schemeClr val="accent1">
              <a:alpha val="10000"/>
            </a:schemeClr>
          </a:solidFill>
          <a:ln w="25400">
            <a:solidFill>
              <a:srgbClr val="D9700F"/>
            </a:solidFill>
            <a:prstDash val="solid"/>
          </a:ln>
        </p:spPr>
      </p:sp>
      <p:sp>
        <p:nvSpPr>
          <p:cNvPr id="47" name="Shape 41"/>
          <p:cNvSpPr/>
          <p:nvPr/>
        </p:nvSpPr>
        <p:spPr>
          <a:xfrm>
            <a:off x="8211312" y="3532632"/>
            <a:ext cx="1463040" cy="502920"/>
          </a:xfrm>
          <a:prstGeom prst="roundRect">
            <a:avLst>
              <a:gd name="adj" fmla="val 14545"/>
            </a:avLst>
          </a:prstGeom>
          <a:solidFill>
            <a:schemeClr val="accent1"/>
          </a:solidFill>
          <a:ln w="12700">
            <a:solidFill>
              <a:srgbClr val="FFFFFF">
                <a:alpha val="0"/>
              </a:srgbClr>
            </a:solidFill>
            <a:prstDash val="solid"/>
          </a:ln>
        </p:spPr>
      </p:sp>
      <p:sp>
        <p:nvSpPr>
          <p:cNvPr id="48" name="Text 42"/>
          <p:cNvSpPr txBox="1"/>
          <p:nvPr/>
        </p:nvSpPr>
        <p:spPr>
          <a:xfrm>
            <a:off x="8211312" y="3532632"/>
            <a:ext cx="1463040" cy="50292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HET</a:t>
            </a:r>
            <a:endParaRPr lang="en-US" sz="2200" dirty="0"/>
          </a:p>
        </p:txBody>
      </p:sp>
      <p:pic>
        <p:nvPicPr>
          <p:cNvPr id="49" name="Image 3" descr="basket">    </p:cNvPr>
          <p:cNvPicPr>
            <a:picLocks noChangeAspect="1"/>
          </p:cNvPicPr>
          <p:nvPr/>
        </p:nvPicPr>
        <p:blipFill>
          <a:blip r:embed="rId4"/>
          <a:stretch>
            <a:fillRect/>
          </a:stretch>
        </p:blipFill>
        <p:spPr>
          <a:xfrm>
            <a:off x="8622792" y="4538472"/>
            <a:ext cx="640080" cy="64008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Tri express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Classez les 16 mots : </a:t>
            </a:r>
            <a:r>
              <a:rPr lang="en-US" sz="1700" b="1" i="1" dirty="0">
                <a:solidFill>
                  <a:schemeClr val="tx2"/>
                </a:solidFill>
              </a:rPr>
              <a:t>DE</a:t>
            </a:r>
            <a:r>
              <a:rPr lang="en-US" sz="1700" i="1" dirty="0">
                <a:solidFill>
                  <a:schemeClr val="accent5"/>
                </a:solidFill>
              </a:rPr>
              <a:t> ou </a:t>
            </a:r>
            <a:r>
              <a:rPr lang="en-US" sz="1700" b="1" i="1" dirty="0">
                <a:solidFill>
                  <a:schemeClr val="accent1"/>
                </a:solidFill>
              </a:rPr>
              <a:t>HET</a:t>
            </a:r>
            <a:r>
              <a:rPr lang="en-US" sz="1700" i="1" dirty="0">
                <a:solidFill>
                  <a:schemeClr val="accent5"/>
                </a:solidFill>
              </a:rPr>
              <a:t> ? Vous avez 2 minutes.</a:t>
            </a:r>
            <a:endParaRPr lang="en-US" sz="1700" dirty="0"/>
          </a:p>
        </p:txBody>
      </p:sp>
      <p:pic>
        <p:nvPicPr>
          <p:cNvPr id="9" name="Image 1" descr="stopwatch">    </p:cNvPr>
          <p:cNvPicPr>
            <a:picLocks noChangeAspect="1"/>
          </p:cNvPicPr>
          <p:nvPr/>
        </p:nvPicPr>
        <p:blipFill>
          <a:blip r:embed="rId2"/>
          <a:stretch>
            <a:fillRect/>
          </a:stretch>
        </p:blipFill>
        <p:spPr>
          <a:xfrm>
            <a:off x="10927080" y="713232"/>
            <a:ext cx="640080" cy="640080"/>
          </a:xfrm>
          <a:prstGeom prst="rect">
            <a:avLst/>
          </a:prstGeom>
        </p:spPr>
      </p:pic>
      <p:sp>
        <p:nvSpPr>
          <p:cNvPr id="10" name="Text 5"/>
          <p:cNvSpPr txBox="1"/>
          <p:nvPr/>
        </p:nvSpPr>
        <p:spPr>
          <a:xfrm>
            <a:off x="10012680" y="822960"/>
            <a:ext cx="868680" cy="411480"/>
          </a:xfrm>
          <a:prstGeom prst="rect">
            <a:avLst/>
          </a:prstGeom>
          <a:noFill/>
          <a:ln/>
        </p:spPr>
        <p:txBody>
          <a:bodyPr wrap="square" lIns="0" tIns="0" rIns="0" bIns="0" rtlCol="0" anchor="ctr"/>
          <a:lstStyle/>
          <a:p>
            <a:pPr algn="r" indent="0" marL="0">
              <a:buNone/>
            </a:pPr>
            <a:r>
              <a:rPr lang="en-US" sz="1800" b="1" dirty="0">
                <a:solidFill>
                  <a:schemeClr val="accent1"/>
                </a:solidFill>
              </a:rPr>
              <a:t>2 min</a:t>
            </a:r>
            <a:endParaRPr lang="en-US" sz="1800" dirty="0"/>
          </a:p>
        </p:txBody>
      </p:sp>
      <p:sp>
        <p:nvSpPr>
          <p:cNvPr id="11" name="Shape 6"/>
          <p:cNvSpPr/>
          <p:nvPr/>
        </p:nvSpPr>
        <p:spPr>
          <a:xfrm>
            <a:off x="548640" y="1978152"/>
            <a:ext cx="5394960" cy="4285488"/>
          </a:xfrm>
          <a:prstGeom prst="roundRect">
            <a:avLst>
              <a:gd name="adj" fmla="val 1707"/>
            </a:avLst>
          </a:prstGeom>
          <a:solidFill>
            <a:schemeClr val="tx2">
              <a:alpha val="8000"/>
            </a:schemeClr>
          </a:solidFill>
          <a:ln w="25400">
            <a:solidFill>
              <a:srgbClr val="17375E"/>
            </a:solidFill>
            <a:prstDash val="solid"/>
          </a:ln>
        </p:spPr>
      </p:sp>
      <p:sp>
        <p:nvSpPr>
          <p:cNvPr id="12" name="Shape 7"/>
          <p:cNvSpPr/>
          <p:nvPr/>
        </p:nvSpPr>
        <p:spPr>
          <a:xfrm>
            <a:off x="2514600" y="2115312"/>
            <a:ext cx="1463040" cy="502920"/>
          </a:xfrm>
          <a:prstGeom prst="roundRect">
            <a:avLst>
              <a:gd name="adj" fmla="val 14545"/>
            </a:avLst>
          </a:prstGeom>
          <a:solidFill>
            <a:schemeClr val="tx2"/>
          </a:solidFill>
          <a:ln w="12700">
            <a:solidFill>
              <a:srgbClr val="FFFFFF">
                <a:alpha val="0"/>
              </a:srgbClr>
            </a:solidFill>
            <a:prstDash val="solid"/>
          </a:ln>
        </p:spPr>
      </p:sp>
      <p:sp>
        <p:nvSpPr>
          <p:cNvPr id="13" name="Text 8"/>
          <p:cNvSpPr txBox="1"/>
          <p:nvPr/>
        </p:nvSpPr>
        <p:spPr>
          <a:xfrm>
            <a:off x="2514600" y="2115312"/>
            <a:ext cx="1463040" cy="50292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DE</a:t>
            </a:r>
            <a:endParaRPr lang="en-US" sz="2200" dirty="0"/>
          </a:p>
        </p:txBody>
      </p:sp>
      <p:sp>
        <p:nvSpPr>
          <p:cNvPr id="14" name="Shape 9"/>
          <p:cNvSpPr/>
          <p:nvPr/>
        </p:nvSpPr>
        <p:spPr>
          <a:xfrm>
            <a:off x="685800" y="2755392"/>
            <a:ext cx="2491740" cy="566928"/>
          </a:xfrm>
          <a:prstGeom prst="roundRect">
            <a:avLst>
              <a:gd name="adj" fmla="val 12903"/>
            </a:avLst>
          </a:prstGeom>
          <a:solidFill>
            <a:schemeClr val="bg1"/>
          </a:solidFill>
          <a:ln w="19050">
            <a:solidFill>
              <a:srgbClr val="17375E"/>
            </a:solidFill>
            <a:prstDash val="solid"/>
          </a:ln>
        </p:spPr>
      </p:sp>
      <p:sp>
        <p:nvSpPr>
          <p:cNvPr id="15" name="Text 10"/>
          <p:cNvSpPr txBox="1"/>
          <p:nvPr/>
        </p:nvSpPr>
        <p:spPr>
          <a:xfrm>
            <a:off x="795528" y="2755392"/>
            <a:ext cx="1638300" cy="566928"/>
          </a:xfrm>
          <a:prstGeom prst="rect">
            <a:avLst/>
          </a:prstGeom>
          <a:noFill/>
          <a:ln/>
        </p:spPr>
        <p:txBody>
          <a:bodyPr wrap="square" lIns="0" tIns="0" rIns="0" bIns="0" rtlCol="0" anchor="ctr"/>
          <a:lstStyle/>
          <a:p>
            <a:pPr algn="l" indent="0" marL="0">
              <a:buNone/>
            </a:pPr>
            <a:r>
              <a:rPr lang="en-US" sz="1900" b="1" dirty="0">
                <a:solidFill>
                  <a:schemeClr val="tx1"/>
                </a:solidFill>
                <a:latin typeface="+mj-lt" pitchFamily="34" charset="0"/>
                <a:ea typeface="+mj-lt" pitchFamily="34" charset="-122"/>
                <a:cs typeface="+mj-lt" pitchFamily="34" charset="-120"/>
              </a:rPr>
              <a:t>vergadering</a:t>
            </a:r>
            <a:endParaRPr lang="en-US" sz="1900" dirty="0"/>
          </a:p>
        </p:txBody>
      </p:sp>
      <p:sp>
        <p:nvSpPr>
          <p:cNvPr id="16" name="Shape 11"/>
          <p:cNvSpPr/>
          <p:nvPr/>
        </p:nvSpPr>
        <p:spPr>
          <a:xfrm>
            <a:off x="2506980" y="2883408"/>
            <a:ext cx="579120" cy="310896"/>
          </a:xfrm>
          <a:prstGeom prst="roundRect">
            <a:avLst>
              <a:gd name="adj" fmla="val 29412"/>
            </a:avLst>
          </a:prstGeom>
          <a:solidFill>
            <a:schemeClr val="tx2">
              <a:alpha val="85000"/>
            </a:schemeClr>
          </a:solidFill>
          <a:ln w="12700">
            <a:solidFill>
              <a:srgbClr val="FFFFFF">
                <a:alpha val="0"/>
              </a:srgbClr>
            </a:solidFill>
            <a:prstDash val="solid"/>
          </a:ln>
        </p:spPr>
      </p:sp>
      <p:sp>
        <p:nvSpPr>
          <p:cNvPr id="17" name="Text 12"/>
          <p:cNvSpPr txBox="1"/>
          <p:nvPr/>
        </p:nvSpPr>
        <p:spPr>
          <a:xfrm>
            <a:off x="2534412" y="2883408"/>
            <a:ext cx="524256" cy="310896"/>
          </a:xfrm>
          <a:prstGeom prst="rect">
            <a:avLst/>
          </a:prstGeom>
          <a:noFill/>
          <a:ln/>
        </p:spPr>
        <p:txBody>
          <a:bodyPr wrap="square" lIns="0" tIns="0" rIns="0" bIns="0" rtlCol="0" anchor="ctr"/>
          <a:lstStyle/>
          <a:p>
            <a:pPr algn="ctr" indent="0" marL="0">
              <a:buNone/>
            </a:pPr>
            <a:r>
              <a:rPr lang="en-US" sz="1200" b="1" dirty="0">
                <a:solidFill>
                  <a:schemeClr val="bg1"/>
                </a:solidFill>
              </a:rPr>
              <a:t>-ing</a:t>
            </a:r>
            <a:endParaRPr lang="en-US" sz="1200" dirty="0"/>
          </a:p>
        </p:txBody>
      </p:sp>
      <p:sp>
        <p:nvSpPr>
          <p:cNvPr id="18" name="Shape 13"/>
          <p:cNvSpPr/>
          <p:nvPr/>
        </p:nvSpPr>
        <p:spPr>
          <a:xfrm>
            <a:off x="3314700" y="2755392"/>
            <a:ext cx="2491740" cy="566928"/>
          </a:xfrm>
          <a:prstGeom prst="roundRect">
            <a:avLst>
              <a:gd name="adj" fmla="val 12903"/>
            </a:avLst>
          </a:prstGeom>
          <a:solidFill>
            <a:schemeClr val="bg1"/>
          </a:solidFill>
          <a:ln w="19050">
            <a:solidFill>
              <a:srgbClr val="17375E"/>
            </a:solidFill>
            <a:prstDash val="solid"/>
          </a:ln>
        </p:spPr>
      </p:sp>
      <p:sp>
        <p:nvSpPr>
          <p:cNvPr id="19" name="Text 14"/>
          <p:cNvSpPr txBox="1"/>
          <p:nvPr/>
        </p:nvSpPr>
        <p:spPr>
          <a:xfrm>
            <a:off x="3424428" y="2755392"/>
            <a:ext cx="1296924" cy="566928"/>
          </a:xfrm>
          <a:prstGeom prst="rect">
            <a:avLst/>
          </a:prstGeom>
          <a:noFill/>
          <a:ln/>
        </p:spPr>
        <p:txBody>
          <a:bodyPr wrap="square" lIns="0" tIns="0" rIns="0" bIns="0" rtlCol="0" anchor="ctr"/>
          <a:lstStyle/>
          <a:p>
            <a:pPr algn="l" indent="0" marL="0">
              <a:buNone/>
            </a:pPr>
            <a:r>
              <a:rPr lang="en-US" sz="1900" b="1" dirty="0">
                <a:solidFill>
                  <a:schemeClr val="tx1"/>
                </a:solidFill>
                <a:latin typeface="+mj-lt" pitchFamily="34" charset="0"/>
                <a:ea typeface="+mj-lt" pitchFamily="34" charset="-122"/>
                <a:cs typeface="+mj-lt" pitchFamily="34" charset="-120"/>
              </a:rPr>
              <a:t>collega</a:t>
            </a:r>
            <a:endParaRPr lang="en-US" sz="1900" dirty="0"/>
          </a:p>
        </p:txBody>
      </p:sp>
      <p:sp>
        <p:nvSpPr>
          <p:cNvPr id="20" name="Shape 15"/>
          <p:cNvSpPr/>
          <p:nvPr/>
        </p:nvSpPr>
        <p:spPr>
          <a:xfrm>
            <a:off x="4794504" y="2883408"/>
            <a:ext cx="920496" cy="310896"/>
          </a:xfrm>
          <a:prstGeom prst="roundRect">
            <a:avLst>
              <a:gd name="adj" fmla="val 29412"/>
            </a:avLst>
          </a:prstGeom>
          <a:solidFill>
            <a:schemeClr val="tx2">
              <a:alpha val="85000"/>
            </a:schemeClr>
          </a:solidFill>
          <a:ln w="12700">
            <a:solidFill>
              <a:srgbClr val="FFFFFF">
                <a:alpha val="0"/>
              </a:srgbClr>
            </a:solidFill>
            <a:prstDash val="solid"/>
          </a:ln>
        </p:spPr>
      </p:sp>
      <p:sp>
        <p:nvSpPr>
          <p:cNvPr id="21" name="Text 16"/>
          <p:cNvSpPr txBox="1"/>
          <p:nvPr/>
        </p:nvSpPr>
        <p:spPr>
          <a:xfrm>
            <a:off x="4821936" y="2883408"/>
            <a:ext cx="865632" cy="310896"/>
          </a:xfrm>
          <a:prstGeom prst="rect">
            <a:avLst/>
          </a:prstGeom>
          <a:noFill/>
          <a:ln/>
        </p:spPr>
        <p:txBody>
          <a:bodyPr wrap="square" lIns="0" tIns="0" rIns="0" bIns="0" rtlCol="0" anchor="ctr"/>
          <a:lstStyle/>
          <a:p>
            <a:pPr algn="ctr" indent="0" marL="0">
              <a:buNone/>
            </a:pPr>
            <a:r>
              <a:rPr lang="en-US" sz="1200" b="1" dirty="0">
                <a:solidFill>
                  <a:schemeClr val="bg1"/>
                </a:solidFill>
              </a:rPr>
              <a:t>personne</a:t>
            </a:r>
            <a:endParaRPr lang="en-US" sz="1200" dirty="0"/>
          </a:p>
        </p:txBody>
      </p:sp>
      <p:sp>
        <p:nvSpPr>
          <p:cNvPr id="22" name="Shape 17"/>
          <p:cNvSpPr/>
          <p:nvPr/>
        </p:nvSpPr>
        <p:spPr>
          <a:xfrm>
            <a:off x="685800" y="3450336"/>
            <a:ext cx="2491740" cy="566928"/>
          </a:xfrm>
          <a:prstGeom prst="roundRect">
            <a:avLst>
              <a:gd name="adj" fmla="val 12903"/>
            </a:avLst>
          </a:prstGeom>
          <a:solidFill>
            <a:schemeClr val="bg1"/>
          </a:solidFill>
          <a:ln w="19050">
            <a:solidFill>
              <a:srgbClr val="17375E"/>
            </a:solidFill>
            <a:prstDash val="solid"/>
          </a:ln>
        </p:spPr>
      </p:sp>
      <p:sp>
        <p:nvSpPr>
          <p:cNvPr id="23" name="Text 18"/>
          <p:cNvSpPr txBox="1"/>
          <p:nvPr/>
        </p:nvSpPr>
        <p:spPr>
          <a:xfrm>
            <a:off x="795528" y="3450336"/>
            <a:ext cx="1668780" cy="566928"/>
          </a:xfrm>
          <a:prstGeom prst="rect">
            <a:avLst/>
          </a:prstGeom>
          <a:noFill/>
          <a:ln/>
        </p:spPr>
        <p:txBody>
          <a:bodyPr wrap="square" lIns="0" tIns="0" rIns="0" bIns="0" rtlCol="0" anchor="ctr"/>
          <a:lstStyle/>
          <a:p>
            <a:pPr algn="l" indent="0" marL="0">
              <a:buNone/>
            </a:pPr>
            <a:r>
              <a:rPr lang="en-US" sz="1900" b="1" dirty="0">
                <a:solidFill>
                  <a:schemeClr val="tx1"/>
                </a:solidFill>
                <a:latin typeface="+mj-lt" pitchFamily="34" charset="0"/>
                <a:ea typeface="+mj-lt" pitchFamily="34" charset="-122"/>
                <a:cs typeface="+mj-lt" pitchFamily="34" charset="-120"/>
              </a:rPr>
              <a:t>informatie</a:t>
            </a:r>
            <a:endParaRPr lang="en-US" sz="1900" dirty="0"/>
          </a:p>
        </p:txBody>
      </p:sp>
      <p:sp>
        <p:nvSpPr>
          <p:cNvPr id="24" name="Shape 19"/>
          <p:cNvSpPr/>
          <p:nvPr/>
        </p:nvSpPr>
        <p:spPr>
          <a:xfrm>
            <a:off x="2537460" y="3578352"/>
            <a:ext cx="548640" cy="310896"/>
          </a:xfrm>
          <a:prstGeom prst="roundRect">
            <a:avLst>
              <a:gd name="adj" fmla="val 29412"/>
            </a:avLst>
          </a:prstGeom>
          <a:solidFill>
            <a:schemeClr val="tx2">
              <a:alpha val="85000"/>
            </a:schemeClr>
          </a:solidFill>
          <a:ln w="12700">
            <a:solidFill>
              <a:srgbClr val="FFFFFF">
                <a:alpha val="0"/>
              </a:srgbClr>
            </a:solidFill>
            <a:prstDash val="solid"/>
          </a:ln>
        </p:spPr>
      </p:sp>
      <p:sp>
        <p:nvSpPr>
          <p:cNvPr id="25" name="Text 20"/>
          <p:cNvSpPr txBox="1"/>
          <p:nvPr/>
        </p:nvSpPr>
        <p:spPr>
          <a:xfrm>
            <a:off x="2564892" y="3578352"/>
            <a:ext cx="493776" cy="310896"/>
          </a:xfrm>
          <a:prstGeom prst="rect">
            <a:avLst/>
          </a:prstGeom>
          <a:noFill/>
          <a:ln/>
        </p:spPr>
        <p:txBody>
          <a:bodyPr wrap="square" lIns="0" tIns="0" rIns="0" bIns="0" rtlCol="0" anchor="ctr"/>
          <a:lstStyle/>
          <a:p>
            <a:pPr algn="ctr" indent="0" marL="0">
              <a:buNone/>
            </a:pPr>
            <a:r>
              <a:rPr lang="en-US" sz="1200" b="1" dirty="0">
                <a:solidFill>
                  <a:schemeClr val="bg1"/>
                </a:solidFill>
              </a:rPr>
              <a:t>-ie</a:t>
            </a:r>
            <a:endParaRPr lang="en-US" sz="1200" dirty="0"/>
          </a:p>
        </p:txBody>
      </p:sp>
      <p:sp>
        <p:nvSpPr>
          <p:cNvPr id="26" name="Shape 21"/>
          <p:cNvSpPr/>
          <p:nvPr/>
        </p:nvSpPr>
        <p:spPr>
          <a:xfrm>
            <a:off x="3314700" y="3450336"/>
            <a:ext cx="2491740" cy="566928"/>
          </a:xfrm>
          <a:prstGeom prst="roundRect">
            <a:avLst>
              <a:gd name="adj" fmla="val 12903"/>
            </a:avLst>
          </a:prstGeom>
          <a:solidFill>
            <a:schemeClr val="bg1"/>
          </a:solidFill>
          <a:ln w="19050">
            <a:solidFill>
              <a:srgbClr val="17375E"/>
            </a:solidFill>
            <a:prstDash val="solid"/>
          </a:ln>
        </p:spPr>
      </p:sp>
      <p:sp>
        <p:nvSpPr>
          <p:cNvPr id="27" name="Text 22"/>
          <p:cNvSpPr txBox="1"/>
          <p:nvPr/>
        </p:nvSpPr>
        <p:spPr>
          <a:xfrm>
            <a:off x="3424428" y="3450336"/>
            <a:ext cx="1552956" cy="566928"/>
          </a:xfrm>
          <a:prstGeom prst="rect">
            <a:avLst/>
          </a:prstGeom>
          <a:noFill/>
          <a:ln/>
        </p:spPr>
        <p:txBody>
          <a:bodyPr wrap="square" lIns="0" tIns="0" rIns="0" bIns="0" rtlCol="0" anchor="ctr"/>
          <a:lstStyle/>
          <a:p>
            <a:pPr algn="l" indent="0" marL="0">
              <a:buNone/>
            </a:pPr>
            <a:r>
              <a:rPr lang="en-US" sz="1900" b="1" dirty="0">
                <a:solidFill>
                  <a:schemeClr val="tx1"/>
                </a:solidFill>
                <a:latin typeface="+mj-lt" pitchFamily="34" charset="0"/>
                <a:ea typeface="+mj-lt" pitchFamily="34" charset="-122"/>
                <a:cs typeface="+mj-lt" pitchFamily="34" charset="-120"/>
              </a:rPr>
              <a:t>waarheid</a:t>
            </a:r>
            <a:endParaRPr lang="en-US" sz="1900" dirty="0"/>
          </a:p>
        </p:txBody>
      </p:sp>
      <p:sp>
        <p:nvSpPr>
          <p:cNvPr id="28" name="Shape 23"/>
          <p:cNvSpPr/>
          <p:nvPr/>
        </p:nvSpPr>
        <p:spPr>
          <a:xfrm>
            <a:off x="5050536" y="3578352"/>
            <a:ext cx="664464" cy="310896"/>
          </a:xfrm>
          <a:prstGeom prst="roundRect">
            <a:avLst>
              <a:gd name="adj" fmla="val 29412"/>
            </a:avLst>
          </a:prstGeom>
          <a:solidFill>
            <a:schemeClr val="tx2">
              <a:alpha val="85000"/>
            </a:schemeClr>
          </a:solidFill>
          <a:ln w="12700">
            <a:solidFill>
              <a:srgbClr val="FFFFFF">
                <a:alpha val="0"/>
              </a:srgbClr>
            </a:solidFill>
            <a:prstDash val="solid"/>
          </a:ln>
        </p:spPr>
      </p:sp>
      <p:sp>
        <p:nvSpPr>
          <p:cNvPr id="29" name="Text 24"/>
          <p:cNvSpPr txBox="1"/>
          <p:nvPr/>
        </p:nvSpPr>
        <p:spPr>
          <a:xfrm>
            <a:off x="5077968" y="3578352"/>
            <a:ext cx="609600" cy="310896"/>
          </a:xfrm>
          <a:prstGeom prst="rect">
            <a:avLst/>
          </a:prstGeom>
          <a:noFill/>
          <a:ln/>
        </p:spPr>
        <p:txBody>
          <a:bodyPr wrap="square" lIns="0" tIns="0" rIns="0" bIns="0" rtlCol="0" anchor="ctr"/>
          <a:lstStyle/>
          <a:p>
            <a:pPr algn="ctr" indent="0" marL="0">
              <a:buNone/>
            </a:pPr>
            <a:r>
              <a:rPr lang="en-US" sz="1200" b="1" dirty="0">
                <a:solidFill>
                  <a:schemeClr val="bg1"/>
                </a:solidFill>
              </a:rPr>
              <a:t>-heid</a:t>
            </a:r>
            <a:endParaRPr lang="en-US" sz="1200" dirty="0"/>
          </a:p>
        </p:txBody>
      </p:sp>
      <p:sp>
        <p:nvSpPr>
          <p:cNvPr id="30" name="Shape 25"/>
          <p:cNvSpPr/>
          <p:nvPr/>
        </p:nvSpPr>
        <p:spPr>
          <a:xfrm>
            <a:off x="685800" y="4145280"/>
            <a:ext cx="2491740" cy="566928"/>
          </a:xfrm>
          <a:prstGeom prst="roundRect">
            <a:avLst>
              <a:gd name="adj" fmla="val 12903"/>
            </a:avLst>
          </a:prstGeom>
          <a:solidFill>
            <a:schemeClr val="bg1"/>
          </a:solidFill>
          <a:ln w="19050">
            <a:solidFill>
              <a:srgbClr val="17375E"/>
            </a:solidFill>
            <a:prstDash val="solid"/>
          </a:ln>
        </p:spPr>
      </p:sp>
      <p:sp>
        <p:nvSpPr>
          <p:cNvPr id="31" name="Text 26"/>
          <p:cNvSpPr txBox="1"/>
          <p:nvPr/>
        </p:nvSpPr>
        <p:spPr>
          <a:xfrm>
            <a:off x="795528" y="4145280"/>
            <a:ext cx="1211580" cy="566928"/>
          </a:xfrm>
          <a:prstGeom prst="rect">
            <a:avLst/>
          </a:prstGeom>
          <a:noFill/>
          <a:ln/>
        </p:spPr>
        <p:txBody>
          <a:bodyPr wrap="square" lIns="0" tIns="0" rIns="0" bIns="0" rtlCol="0" anchor="ctr"/>
          <a:lstStyle/>
          <a:p>
            <a:pPr algn="l" indent="0" marL="0">
              <a:buNone/>
            </a:pPr>
            <a:r>
              <a:rPr lang="en-US" sz="1900" b="1" dirty="0">
                <a:solidFill>
                  <a:schemeClr val="tx1"/>
                </a:solidFill>
                <a:latin typeface="+mj-lt" pitchFamily="34" charset="0"/>
                <a:ea typeface="+mj-lt" pitchFamily="34" charset="-122"/>
                <a:cs typeface="+mj-lt" pitchFamily="34" charset="-120"/>
              </a:rPr>
              <a:t>trein</a:t>
            </a:r>
            <a:endParaRPr lang="en-US" sz="1900" dirty="0"/>
          </a:p>
        </p:txBody>
      </p:sp>
      <p:sp>
        <p:nvSpPr>
          <p:cNvPr id="32" name="Shape 27"/>
          <p:cNvSpPr/>
          <p:nvPr/>
        </p:nvSpPr>
        <p:spPr>
          <a:xfrm>
            <a:off x="2080260" y="4273296"/>
            <a:ext cx="1005840" cy="310896"/>
          </a:xfrm>
          <a:prstGeom prst="roundRect">
            <a:avLst>
              <a:gd name="adj" fmla="val 29412"/>
            </a:avLst>
          </a:prstGeom>
          <a:solidFill>
            <a:schemeClr val="tx2">
              <a:alpha val="85000"/>
            </a:schemeClr>
          </a:solidFill>
          <a:ln w="12700">
            <a:solidFill>
              <a:srgbClr val="FFFFFF">
                <a:alpha val="0"/>
              </a:srgbClr>
            </a:solidFill>
            <a:prstDash val="solid"/>
          </a:ln>
        </p:spPr>
      </p:sp>
      <p:sp>
        <p:nvSpPr>
          <p:cNvPr id="33" name="Text 28"/>
          <p:cNvSpPr txBox="1"/>
          <p:nvPr/>
        </p:nvSpPr>
        <p:spPr>
          <a:xfrm>
            <a:off x="2107692" y="4273296"/>
            <a:ext cx="950976" cy="310896"/>
          </a:xfrm>
          <a:prstGeom prst="rect">
            <a:avLst/>
          </a:prstGeom>
          <a:noFill/>
          <a:ln/>
        </p:spPr>
        <p:txBody>
          <a:bodyPr wrap="square" lIns="0" tIns="0" rIns="0" bIns="0" rtlCol="0" anchor="ctr"/>
          <a:lstStyle/>
          <a:p>
            <a:pPr algn="ctr" indent="0" marL="0">
              <a:buNone/>
            </a:pPr>
            <a:r>
              <a:rPr lang="en-US" sz="1200" b="1" dirty="0">
                <a:solidFill>
                  <a:schemeClr val="bg1"/>
                </a:solidFill>
              </a:rPr>
              <a:t>transport</a:t>
            </a:r>
            <a:endParaRPr lang="en-US" sz="1200" dirty="0"/>
          </a:p>
        </p:txBody>
      </p:sp>
      <p:sp>
        <p:nvSpPr>
          <p:cNvPr id="34" name="Shape 29"/>
          <p:cNvSpPr/>
          <p:nvPr/>
        </p:nvSpPr>
        <p:spPr>
          <a:xfrm>
            <a:off x="3314700" y="4145280"/>
            <a:ext cx="2491740" cy="566928"/>
          </a:xfrm>
          <a:prstGeom prst="roundRect">
            <a:avLst>
              <a:gd name="adj" fmla="val 12903"/>
            </a:avLst>
          </a:prstGeom>
          <a:solidFill>
            <a:schemeClr val="bg1"/>
          </a:solidFill>
          <a:ln w="19050">
            <a:solidFill>
              <a:srgbClr val="17375E"/>
            </a:solidFill>
            <a:prstDash val="solid"/>
          </a:ln>
        </p:spPr>
      </p:sp>
      <p:sp>
        <p:nvSpPr>
          <p:cNvPr id="35" name="Text 30"/>
          <p:cNvSpPr txBox="1"/>
          <p:nvPr/>
        </p:nvSpPr>
        <p:spPr>
          <a:xfrm>
            <a:off x="3424428" y="4145280"/>
            <a:ext cx="1211580" cy="566928"/>
          </a:xfrm>
          <a:prstGeom prst="rect">
            <a:avLst/>
          </a:prstGeom>
          <a:noFill/>
          <a:ln/>
        </p:spPr>
        <p:txBody>
          <a:bodyPr wrap="square" lIns="0" tIns="0" rIns="0" bIns="0" rtlCol="0" anchor="ctr"/>
          <a:lstStyle/>
          <a:p>
            <a:pPr algn="l" indent="0" marL="0">
              <a:buNone/>
            </a:pPr>
            <a:r>
              <a:rPr lang="en-US" sz="1900" b="1" dirty="0">
                <a:solidFill>
                  <a:schemeClr val="tx1"/>
                </a:solidFill>
                <a:latin typeface="+mj-lt" pitchFamily="34" charset="0"/>
                <a:ea typeface="+mj-lt" pitchFamily="34" charset="-122"/>
                <a:cs typeface="+mj-lt" pitchFamily="34" charset="-120"/>
              </a:rPr>
              <a:t>fiets</a:t>
            </a:r>
            <a:endParaRPr lang="en-US" sz="1900" dirty="0"/>
          </a:p>
        </p:txBody>
      </p:sp>
      <p:sp>
        <p:nvSpPr>
          <p:cNvPr id="36" name="Shape 31"/>
          <p:cNvSpPr/>
          <p:nvPr/>
        </p:nvSpPr>
        <p:spPr>
          <a:xfrm>
            <a:off x="4709160" y="4273296"/>
            <a:ext cx="1005840" cy="310896"/>
          </a:xfrm>
          <a:prstGeom prst="roundRect">
            <a:avLst>
              <a:gd name="adj" fmla="val 29412"/>
            </a:avLst>
          </a:prstGeom>
          <a:solidFill>
            <a:schemeClr val="tx2">
              <a:alpha val="85000"/>
            </a:schemeClr>
          </a:solidFill>
          <a:ln w="12700">
            <a:solidFill>
              <a:srgbClr val="FFFFFF">
                <a:alpha val="0"/>
              </a:srgbClr>
            </a:solidFill>
            <a:prstDash val="solid"/>
          </a:ln>
        </p:spPr>
      </p:sp>
      <p:sp>
        <p:nvSpPr>
          <p:cNvPr id="37" name="Text 32"/>
          <p:cNvSpPr txBox="1"/>
          <p:nvPr/>
        </p:nvSpPr>
        <p:spPr>
          <a:xfrm>
            <a:off x="4736592" y="4273296"/>
            <a:ext cx="950976" cy="310896"/>
          </a:xfrm>
          <a:prstGeom prst="rect">
            <a:avLst/>
          </a:prstGeom>
          <a:noFill/>
          <a:ln/>
        </p:spPr>
        <p:txBody>
          <a:bodyPr wrap="square" lIns="0" tIns="0" rIns="0" bIns="0" rtlCol="0" anchor="ctr"/>
          <a:lstStyle/>
          <a:p>
            <a:pPr algn="ctr" indent="0" marL="0">
              <a:buNone/>
            </a:pPr>
            <a:r>
              <a:rPr lang="en-US" sz="1200" b="1" dirty="0">
                <a:solidFill>
                  <a:schemeClr val="bg1"/>
                </a:solidFill>
              </a:rPr>
              <a:t>transport</a:t>
            </a:r>
            <a:endParaRPr lang="en-US" sz="1200" dirty="0"/>
          </a:p>
        </p:txBody>
      </p:sp>
      <p:sp>
        <p:nvSpPr>
          <p:cNvPr id="38" name="Shape 33"/>
          <p:cNvSpPr/>
          <p:nvPr/>
        </p:nvSpPr>
        <p:spPr>
          <a:xfrm>
            <a:off x="685800" y="4840224"/>
            <a:ext cx="2491740" cy="566928"/>
          </a:xfrm>
          <a:prstGeom prst="roundRect">
            <a:avLst>
              <a:gd name="adj" fmla="val 12903"/>
            </a:avLst>
          </a:prstGeom>
          <a:solidFill>
            <a:schemeClr val="bg1"/>
          </a:solidFill>
          <a:ln w="19050">
            <a:solidFill>
              <a:srgbClr val="17375E"/>
            </a:solidFill>
            <a:prstDash val="solid"/>
          </a:ln>
        </p:spPr>
      </p:sp>
      <p:sp>
        <p:nvSpPr>
          <p:cNvPr id="39" name="Text 34"/>
          <p:cNvSpPr txBox="1"/>
          <p:nvPr/>
        </p:nvSpPr>
        <p:spPr>
          <a:xfrm>
            <a:off x="795528" y="4840224"/>
            <a:ext cx="1638300" cy="566928"/>
          </a:xfrm>
          <a:prstGeom prst="rect">
            <a:avLst/>
          </a:prstGeom>
          <a:noFill/>
          <a:ln/>
        </p:spPr>
        <p:txBody>
          <a:bodyPr wrap="square" lIns="0" tIns="0" rIns="0" bIns="0" rtlCol="0" anchor="ctr"/>
          <a:lstStyle/>
          <a:p>
            <a:pPr algn="l" indent="0" marL="0">
              <a:buNone/>
            </a:pPr>
            <a:r>
              <a:rPr lang="en-US" sz="1900" b="1" dirty="0">
                <a:solidFill>
                  <a:schemeClr val="tx1"/>
                </a:solidFill>
                <a:latin typeface="+mj-lt" pitchFamily="34" charset="0"/>
                <a:ea typeface="+mj-lt" pitchFamily="34" charset="-122"/>
                <a:cs typeface="+mj-lt" pitchFamily="34" charset="-120"/>
              </a:rPr>
              <a:t>oefening</a:t>
            </a:r>
            <a:endParaRPr lang="en-US" sz="1900" dirty="0"/>
          </a:p>
        </p:txBody>
      </p:sp>
      <p:sp>
        <p:nvSpPr>
          <p:cNvPr id="40" name="Shape 35"/>
          <p:cNvSpPr/>
          <p:nvPr/>
        </p:nvSpPr>
        <p:spPr>
          <a:xfrm>
            <a:off x="2506980" y="4968240"/>
            <a:ext cx="579120" cy="310896"/>
          </a:xfrm>
          <a:prstGeom prst="roundRect">
            <a:avLst>
              <a:gd name="adj" fmla="val 29412"/>
            </a:avLst>
          </a:prstGeom>
          <a:solidFill>
            <a:schemeClr val="tx2">
              <a:alpha val="85000"/>
            </a:schemeClr>
          </a:solidFill>
          <a:ln w="12700">
            <a:solidFill>
              <a:srgbClr val="FFFFFF">
                <a:alpha val="0"/>
              </a:srgbClr>
            </a:solidFill>
            <a:prstDash val="solid"/>
          </a:ln>
        </p:spPr>
      </p:sp>
      <p:sp>
        <p:nvSpPr>
          <p:cNvPr id="41" name="Text 36"/>
          <p:cNvSpPr txBox="1"/>
          <p:nvPr/>
        </p:nvSpPr>
        <p:spPr>
          <a:xfrm>
            <a:off x="2534412" y="4968240"/>
            <a:ext cx="524256" cy="310896"/>
          </a:xfrm>
          <a:prstGeom prst="rect">
            <a:avLst/>
          </a:prstGeom>
          <a:noFill/>
          <a:ln/>
        </p:spPr>
        <p:txBody>
          <a:bodyPr wrap="square" lIns="0" tIns="0" rIns="0" bIns="0" rtlCol="0" anchor="ctr"/>
          <a:lstStyle/>
          <a:p>
            <a:pPr algn="ctr" indent="0" marL="0">
              <a:buNone/>
            </a:pPr>
            <a:r>
              <a:rPr lang="en-US" sz="1200" b="1" dirty="0">
                <a:solidFill>
                  <a:schemeClr val="bg1"/>
                </a:solidFill>
              </a:rPr>
              <a:t>-ing</a:t>
            </a:r>
            <a:endParaRPr lang="en-US" sz="1200" dirty="0"/>
          </a:p>
        </p:txBody>
      </p:sp>
      <p:sp>
        <p:nvSpPr>
          <p:cNvPr id="42" name="Shape 37"/>
          <p:cNvSpPr/>
          <p:nvPr/>
        </p:nvSpPr>
        <p:spPr>
          <a:xfrm>
            <a:off x="6245352" y="1978152"/>
            <a:ext cx="5394960" cy="4285488"/>
          </a:xfrm>
          <a:prstGeom prst="roundRect">
            <a:avLst>
              <a:gd name="adj" fmla="val 1707"/>
            </a:avLst>
          </a:prstGeom>
          <a:solidFill>
            <a:schemeClr val="accent1">
              <a:alpha val="10000"/>
            </a:schemeClr>
          </a:solidFill>
          <a:ln w="25400">
            <a:solidFill>
              <a:srgbClr val="D9700F"/>
            </a:solidFill>
            <a:prstDash val="solid"/>
          </a:ln>
        </p:spPr>
      </p:sp>
      <p:sp>
        <p:nvSpPr>
          <p:cNvPr id="43" name="Shape 38"/>
          <p:cNvSpPr/>
          <p:nvPr/>
        </p:nvSpPr>
        <p:spPr>
          <a:xfrm>
            <a:off x="8211312" y="2115312"/>
            <a:ext cx="1463040" cy="502920"/>
          </a:xfrm>
          <a:prstGeom prst="roundRect">
            <a:avLst>
              <a:gd name="adj" fmla="val 14545"/>
            </a:avLst>
          </a:prstGeom>
          <a:solidFill>
            <a:schemeClr val="accent1"/>
          </a:solidFill>
          <a:ln w="12700">
            <a:solidFill>
              <a:srgbClr val="FFFFFF">
                <a:alpha val="0"/>
              </a:srgbClr>
            </a:solidFill>
            <a:prstDash val="solid"/>
          </a:ln>
        </p:spPr>
      </p:sp>
      <p:sp>
        <p:nvSpPr>
          <p:cNvPr id="44" name="Text 39"/>
          <p:cNvSpPr txBox="1"/>
          <p:nvPr/>
        </p:nvSpPr>
        <p:spPr>
          <a:xfrm>
            <a:off x="8211312" y="2115312"/>
            <a:ext cx="1463040" cy="50292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HET</a:t>
            </a:r>
            <a:endParaRPr lang="en-US" sz="2200" dirty="0"/>
          </a:p>
        </p:txBody>
      </p:sp>
      <p:sp>
        <p:nvSpPr>
          <p:cNvPr id="45" name="Shape 40"/>
          <p:cNvSpPr/>
          <p:nvPr/>
        </p:nvSpPr>
        <p:spPr>
          <a:xfrm>
            <a:off x="6382512" y="2755392"/>
            <a:ext cx="2491740" cy="566928"/>
          </a:xfrm>
          <a:prstGeom prst="roundRect">
            <a:avLst>
              <a:gd name="adj" fmla="val 12903"/>
            </a:avLst>
          </a:prstGeom>
          <a:solidFill>
            <a:schemeClr val="bg1"/>
          </a:solidFill>
          <a:ln w="19050">
            <a:solidFill>
              <a:srgbClr val="D9700F"/>
            </a:solidFill>
            <a:prstDash val="solid"/>
          </a:ln>
        </p:spPr>
      </p:sp>
      <p:sp>
        <p:nvSpPr>
          <p:cNvPr id="46" name="Text 41"/>
          <p:cNvSpPr txBox="1"/>
          <p:nvPr/>
        </p:nvSpPr>
        <p:spPr>
          <a:xfrm>
            <a:off x="6492240" y="2755392"/>
            <a:ext cx="1668780" cy="566928"/>
          </a:xfrm>
          <a:prstGeom prst="rect">
            <a:avLst/>
          </a:prstGeom>
          <a:noFill/>
          <a:ln/>
        </p:spPr>
        <p:txBody>
          <a:bodyPr wrap="square" lIns="0" tIns="0" rIns="0" bIns="0" rtlCol="0" anchor="ctr"/>
          <a:lstStyle/>
          <a:p>
            <a:pPr algn="l" indent="0" marL="0">
              <a:buNone/>
            </a:pPr>
            <a:r>
              <a:rPr lang="en-US" sz="1900" b="1" dirty="0">
                <a:solidFill>
                  <a:schemeClr val="tx1"/>
                </a:solidFill>
                <a:latin typeface="+mj-lt" pitchFamily="34" charset="0"/>
                <a:ea typeface="+mj-lt" pitchFamily="34" charset="-122"/>
                <a:cs typeface="+mj-lt" pitchFamily="34" charset="-120"/>
              </a:rPr>
              <a:t>meisje</a:t>
            </a:r>
            <a:endParaRPr lang="en-US" sz="1900" dirty="0"/>
          </a:p>
        </p:txBody>
      </p:sp>
      <p:sp>
        <p:nvSpPr>
          <p:cNvPr id="47" name="Shape 42"/>
          <p:cNvSpPr/>
          <p:nvPr/>
        </p:nvSpPr>
        <p:spPr>
          <a:xfrm>
            <a:off x="8234172" y="2883408"/>
            <a:ext cx="548640" cy="310896"/>
          </a:xfrm>
          <a:prstGeom prst="roundRect">
            <a:avLst>
              <a:gd name="adj" fmla="val 29412"/>
            </a:avLst>
          </a:prstGeom>
          <a:solidFill>
            <a:schemeClr val="accent1">
              <a:alpha val="85000"/>
            </a:schemeClr>
          </a:solidFill>
          <a:ln w="12700">
            <a:solidFill>
              <a:srgbClr val="FFFFFF">
                <a:alpha val="0"/>
              </a:srgbClr>
            </a:solidFill>
            <a:prstDash val="solid"/>
          </a:ln>
        </p:spPr>
      </p:sp>
      <p:sp>
        <p:nvSpPr>
          <p:cNvPr id="48" name="Text 43"/>
          <p:cNvSpPr txBox="1"/>
          <p:nvPr/>
        </p:nvSpPr>
        <p:spPr>
          <a:xfrm>
            <a:off x="8261604" y="2883408"/>
            <a:ext cx="493776" cy="310896"/>
          </a:xfrm>
          <a:prstGeom prst="rect">
            <a:avLst/>
          </a:prstGeom>
          <a:noFill/>
          <a:ln/>
        </p:spPr>
        <p:txBody>
          <a:bodyPr wrap="square" lIns="0" tIns="0" rIns="0" bIns="0" rtlCol="0" anchor="ctr"/>
          <a:lstStyle/>
          <a:p>
            <a:pPr algn="ctr" indent="0" marL="0">
              <a:buNone/>
            </a:pPr>
            <a:r>
              <a:rPr lang="en-US" sz="1200" b="1" dirty="0">
                <a:solidFill>
                  <a:schemeClr val="bg1"/>
                </a:solidFill>
              </a:rPr>
              <a:t>-je</a:t>
            </a:r>
            <a:endParaRPr lang="en-US" sz="1200" dirty="0"/>
          </a:p>
        </p:txBody>
      </p:sp>
      <p:sp>
        <p:nvSpPr>
          <p:cNvPr id="49" name="Shape 44"/>
          <p:cNvSpPr/>
          <p:nvPr/>
        </p:nvSpPr>
        <p:spPr>
          <a:xfrm>
            <a:off x="9011412" y="2755392"/>
            <a:ext cx="2491740" cy="566928"/>
          </a:xfrm>
          <a:prstGeom prst="roundRect">
            <a:avLst>
              <a:gd name="adj" fmla="val 12903"/>
            </a:avLst>
          </a:prstGeom>
          <a:solidFill>
            <a:schemeClr val="bg1"/>
          </a:solidFill>
          <a:ln w="19050">
            <a:solidFill>
              <a:srgbClr val="D9700F"/>
            </a:solidFill>
            <a:prstDash val="solid"/>
          </a:ln>
        </p:spPr>
      </p:sp>
      <p:sp>
        <p:nvSpPr>
          <p:cNvPr id="50" name="Text 45"/>
          <p:cNvSpPr txBox="1"/>
          <p:nvPr/>
        </p:nvSpPr>
        <p:spPr>
          <a:xfrm>
            <a:off x="9121140" y="2755392"/>
            <a:ext cx="1552956" cy="566928"/>
          </a:xfrm>
          <a:prstGeom prst="rect">
            <a:avLst/>
          </a:prstGeom>
          <a:noFill/>
          <a:ln/>
        </p:spPr>
        <p:txBody>
          <a:bodyPr wrap="square" lIns="0" tIns="0" rIns="0" bIns="0" rtlCol="0" anchor="ctr"/>
          <a:lstStyle/>
          <a:p>
            <a:pPr algn="l" indent="0" marL="0">
              <a:buNone/>
            </a:pPr>
            <a:r>
              <a:rPr lang="en-US" sz="1900" b="1" dirty="0">
                <a:solidFill>
                  <a:schemeClr val="tx1"/>
                </a:solidFill>
                <a:latin typeface="+mj-lt" pitchFamily="34" charset="0"/>
                <a:ea typeface="+mj-lt" pitchFamily="34" charset="-122"/>
                <a:cs typeface="+mj-lt" pitchFamily="34" charset="-120"/>
              </a:rPr>
              <a:t>document</a:t>
            </a:r>
            <a:endParaRPr lang="en-US" sz="1900" dirty="0"/>
          </a:p>
        </p:txBody>
      </p:sp>
      <p:sp>
        <p:nvSpPr>
          <p:cNvPr id="51" name="Shape 46"/>
          <p:cNvSpPr/>
          <p:nvPr/>
        </p:nvSpPr>
        <p:spPr>
          <a:xfrm>
            <a:off x="10747248" y="2883408"/>
            <a:ext cx="664464" cy="310896"/>
          </a:xfrm>
          <a:prstGeom prst="roundRect">
            <a:avLst>
              <a:gd name="adj" fmla="val 29412"/>
            </a:avLst>
          </a:prstGeom>
          <a:solidFill>
            <a:schemeClr val="accent1">
              <a:alpha val="85000"/>
            </a:schemeClr>
          </a:solidFill>
          <a:ln w="12700">
            <a:solidFill>
              <a:srgbClr val="FFFFFF">
                <a:alpha val="0"/>
              </a:srgbClr>
            </a:solidFill>
            <a:prstDash val="solid"/>
          </a:ln>
        </p:spPr>
      </p:sp>
      <p:sp>
        <p:nvSpPr>
          <p:cNvPr id="52" name="Text 47"/>
          <p:cNvSpPr txBox="1"/>
          <p:nvPr/>
        </p:nvSpPr>
        <p:spPr>
          <a:xfrm>
            <a:off x="10774680" y="2883408"/>
            <a:ext cx="609600" cy="310896"/>
          </a:xfrm>
          <a:prstGeom prst="rect">
            <a:avLst/>
          </a:prstGeom>
          <a:noFill/>
          <a:ln/>
        </p:spPr>
        <p:txBody>
          <a:bodyPr wrap="square" lIns="0" tIns="0" rIns="0" bIns="0" rtlCol="0" anchor="ctr"/>
          <a:lstStyle/>
          <a:p>
            <a:pPr algn="ctr" indent="0" marL="0">
              <a:buNone/>
            </a:pPr>
            <a:r>
              <a:rPr lang="en-US" sz="1200" b="1" dirty="0">
                <a:solidFill>
                  <a:schemeClr val="bg1"/>
                </a:solidFill>
              </a:rPr>
              <a:t>-ment</a:t>
            </a:r>
            <a:endParaRPr lang="en-US" sz="1200" dirty="0"/>
          </a:p>
        </p:txBody>
      </p:sp>
      <p:sp>
        <p:nvSpPr>
          <p:cNvPr id="53" name="Shape 48"/>
          <p:cNvSpPr/>
          <p:nvPr/>
        </p:nvSpPr>
        <p:spPr>
          <a:xfrm>
            <a:off x="6382512" y="3450336"/>
            <a:ext cx="2491740" cy="566928"/>
          </a:xfrm>
          <a:prstGeom prst="roundRect">
            <a:avLst>
              <a:gd name="adj" fmla="val 12903"/>
            </a:avLst>
          </a:prstGeom>
          <a:solidFill>
            <a:schemeClr val="bg1"/>
          </a:solidFill>
          <a:ln w="19050">
            <a:solidFill>
              <a:srgbClr val="D9700F"/>
            </a:solidFill>
            <a:prstDash val="solid"/>
          </a:ln>
        </p:spPr>
      </p:sp>
      <p:sp>
        <p:nvSpPr>
          <p:cNvPr id="54" name="Text 49"/>
          <p:cNvSpPr txBox="1"/>
          <p:nvPr/>
        </p:nvSpPr>
        <p:spPr>
          <a:xfrm>
            <a:off x="6492240" y="3450336"/>
            <a:ext cx="1211580" cy="566928"/>
          </a:xfrm>
          <a:prstGeom prst="rect">
            <a:avLst/>
          </a:prstGeom>
          <a:noFill/>
          <a:ln/>
        </p:spPr>
        <p:txBody>
          <a:bodyPr wrap="square" lIns="0" tIns="0" rIns="0" bIns="0" rtlCol="0" anchor="ctr"/>
          <a:lstStyle/>
          <a:p>
            <a:pPr algn="l" indent="0" marL="0">
              <a:buNone/>
            </a:pPr>
            <a:r>
              <a:rPr lang="en-US" sz="1900" b="1" dirty="0">
                <a:solidFill>
                  <a:schemeClr val="tx1"/>
                </a:solidFill>
                <a:latin typeface="+mj-lt" pitchFamily="34" charset="0"/>
                <a:ea typeface="+mj-lt" pitchFamily="34" charset="-122"/>
                <a:cs typeface="+mj-lt" pitchFamily="34" charset="-120"/>
              </a:rPr>
              <a:t>eten</a:t>
            </a:r>
            <a:endParaRPr lang="en-US" sz="1900" dirty="0"/>
          </a:p>
        </p:txBody>
      </p:sp>
      <p:sp>
        <p:nvSpPr>
          <p:cNvPr id="55" name="Shape 50"/>
          <p:cNvSpPr/>
          <p:nvPr/>
        </p:nvSpPr>
        <p:spPr>
          <a:xfrm>
            <a:off x="7776972" y="3578352"/>
            <a:ext cx="1005840" cy="310896"/>
          </a:xfrm>
          <a:prstGeom prst="roundRect">
            <a:avLst>
              <a:gd name="adj" fmla="val 29412"/>
            </a:avLst>
          </a:prstGeom>
          <a:solidFill>
            <a:schemeClr val="accent1">
              <a:alpha val="85000"/>
            </a:schemeClr>
          </a:solidFill>
          <a:ln w="12700">
            <a:solidFill>
              <a:srgbClr val="FFFFFF">
                <a:alpha val="0"/>
              </a:srgbClr>
            </a:solidFill>
            <a:prstDash val="solid"/>
          </a:ln>
        </p:spPr>
      </p:sp>
      <p:sp>
        <p:nvSpPr>
          <p:cNvPr id="56" name="Text 51"/>
          <p:cNvSpPr txBox="1"/>
          <p:nvPr/>
        </p:nvSpPr>
        <p:spPr>
          <a:xfrm>
            <a:off x="7804404" y="3578352"/>
            <a:ext cx="950976" cy="310896"/>
          </a:xfrm>
          <a:prstGeom prst="rect">
            <a:avLst/>
          </a:prstGeom>
          <a:noFill/>
          <a:ln/>
        </p:spPr>
        <p:txBody>
          <a:bodyPr wrap="square" lIns="0" tIns="0" rIns="0" bIns="0" rtlCol="0" anchor="ctr"/>
          <a:lstStyle/>
          <a:p>
            <a:pPr algn="ctr" indent="0" marL="0">
              <a:buNone/>
            </a:pPr>
            <a:r>
              <a:rPr lang="en-US" sz="1200" b="1" dirty="0">
                <a:solidFill>
                  <a:schemeClr val="bg1"/>
                </a:solidFill>
              </a:rPr>
              <a:t>infinitif</a:t>
            </a:r>
            <a:endParaRPr lang="en-US" sz="1200" dirty="0"/>
          </a:p>
        </p:txBody>
      </p:sp>
      <p:sp>
        <p:nvSpPr>
          <p:cNvPr id="57" name="Shape 52"/>
          <p:cNvSpPr/>
          <p:nvPr/>
        </p:nvSpPr>
        <p:spPr>
          <a:xfrm>
            <a:off x="9011412" y="3450336"/>
            <a:ext cx="2491740" cy="566928"/>
          </a:xfrm>
          <a:prstGeom prst="roundRect">
            <a:avLst>
              <a:gd name="adj" fmla="val 12903"/>
            </a:avLst>
          </a:prstGeom>
          <a:solidFill>
            <a:schemeClr val="bg1"/>
          </a:solidFill>
          <a:ln w="19050">
            <a:solidFill>
              <a:srgbClr val="D9700F"/>
            </a:solidFill>
            <a:prstDash val="solid"/>
          </a:ln>
        </p:spPr>
      </p:sp>
      <p:sp>
        <p:nvSpPr>
          <p:cNvPr id="58" name="Text 53"/>
          <p:cNvSpPr txBox="1"/>
          <p:nvPr/>
        </p:nvSpPr>
        <p:spPr>
          <a:xfrm>
            <a:off x="9121140" y="3450336"/>
            <a:ext cx="1668780" cy="566928"/>
          </a:xfrm>
          <a:prstGeom prst="rect">
            <a:avLst/>
          </a:prstGeom>
          <a:noFill/>
          <a:ln/>
        </p:spPr>
        <p:txBody>
          <a:bodyPr wrap="square" lIns="0" tIns="0" rIns="0" bIns="0" rtlCol="0" anchor="ctr"/>
          <a:lstStyle/>
          <a:p>
            <a:pPr algn="l" indent="0" marL="0">
              <a:buNone/>
            </a:pPr>
            <a:r>
              <a:rPr lang="en-US" sz="1900" b="1" dirty="0">
                <a:solidFill>
                  <a:schemeClr val="tx1"/>
                </a:solidFill>
                <a:latin typeface="+mj-lt" pitchFamily="34" charset="0"/>
                <a:ea typeface="+mj-lt" pitchFamily="34" charset="-122"/>
                <a:cs typeface="+mj-lt" pitchFamily="34" charset="-120"/>
              </a:rPr>
              <a:t>gesprek</a:t>
            </a:r>
            <a:endParaRPr lang="en-US" sz="1900" dirty="0"/>
          </a:p>
        </p:txBody>
      </p:sp>
      <p:sp>
        <p:nvSpPr>
          <p:cNvPr id="59" name="Shape 54"/>
          <p:cNvSpPr/>
          <p:nvPr/>
        </p:nvSpPr>
        <p:spPr>
          <a:xfrm>
            <a:off x="10863072" y="3578352"/>
            <a:ext cx="548640" cy="310896"/>
          </a:xfrm>
          <a:prstGeom prst="roundRect">
            <a:avLst>
              <a:gd name="adj" fmla="val 29412"/>
            </a:avLst>
          </a:prstGeom>
          <a:solidFill>
            <a:schemeClr val="accent1">
              <a:alpha val="85000"/>
            </a:schemeClr>
          </a:solidFill>
          <a:ln w="12700">
            <a:solidFill>
              <a:srgbClr val="FFFFFF">
                <a:alpha val="0"/>
              </a:srgbClr>
            </a:solidFill>
            <a:prstDash val="solid"/>
          </a:ln>
        </p:spPr>
      </p:sp>
      <p:sp>
        <p:nvSpPr>
          <p:cNvPr id="60" name="Text 55"/>
          <p:cNvSpPr txBox="1"/>
          <p:nvPr/>
        </p:nvSpPr>
        <p:spPr>
          <a:xfrm>
            <a:off x="10890504" y="3578352"/>
            <a:ext cx="493776" cy="310896"/>
          </a:xfrm>
          <a:prstGeom prst="rect">
            <a:avLst/>
          </a:prstGeom>
          <a:noFill/>
          <a:ln/>
        </p:spPr>
        <p:txBody>
          <a:bodyPr wrap="square" lIns="0" tIns="0" rIns="0" bIns="0" rtlCol="0" anchor="ctr"/>
          <a:lstStyle/>
          <a:p>
            <a:pPr algn="ctr" indent="0" marL="0">
              <a:buNone/>
            </a:pPr>
            <a:r>
              <a:rPr lang="en-US" sz="1200" b="1" dirty="0">
                <a:solidFill>
                  <a:schemeClr val="bg1"/>
                </a:solidFill>
              </a:rPr>
              <a:t>ge-</a:t>
            </a:r>
            <a:endParaRPr lang="en-US" sz="1200" dirty="0"/>
          </a:p>
        </p:txBody>
      </p:sp>
      <p:sp>
        <p:nvSpPr>
          <p:cNvPr id="61" name="Shape 56"/>
          <p:cNvSpPr/>
          <p:nvPr/>
        </p:nvSpPr>
        <p:spPr>
          <a:xfrm>
            <a:off x="6382512" y="4145280"/>
            <a:ext cx="2491740" cy="566928"/>
          </a:xfrm>
          <a:prstGeom prst="roundRect">
            <a:avLst>
              <a:gd name="adj" fmla="val 12903"/>
            </a:avLst>
          </a:prstGeom>
          <a:solidFill>
            <a:schemeClr val="bg1"/>
          </a:solidFill>
          <a:ln w="19050">
            <a:solidFill>
              <a:srgbClr val="D9700F"/>
            </a:solidFill>
            <a:prstDash val="solid"/>
          </a:ln>
        </p:spPr>
      </p:sp>
      <p:sp>
        <p:nvSpPr>
          <p:cNvPr id="62" name="Text 57"/>
          <p:cNvSpPr txBox="1"/>
          <p:nvPr/>
        </p:nvSpPr>
        <p:spPr>
          <a:xfrm>
            <a:off x="6492240" y="4145280"/>
            <a:ext cx="1211580" cy="566928"/>
          </a:xfrm>
          <a:prstGeom prst="rect">
            <a:avLst/>
          </a:prstGeom>
          <a:noFill/>
          <a:ln/>
        </p:spPr>
        <p:txBody>
          <a:bodyPr wrap="square" lIns="0" tIns="0" rIns="0" bIns="0" rtlCol="0" anchor="ctr"/>
          <a:lstStyle/>
          <a:p>
            <a:pPr algn="l" indent="0" marL="0">
              <a:buNone/>
            </a:pPr>
            <a:r>
              <a:rPr lang="en-US" sz="1900" b="1" dirty="0">
                <a:solidFill>
                  <a:schemeClr val="tx1"/>
                </a:solidFill>
                <a:latin typeface="+mj-lt" pitchFamily="34" charset="0"/>
                <a:ea typeface="+mj-lt" pitchFamily="34" charset="-122"/>
                <a:cs typeface="+mj-lt" pitchFamily="34" charset="-120"/>
              </a:rPr>
              <a:t>vliegtuig</a:t>
            </a:r>
            <a:endParaRPr lang="en-US" sz="1900" dirty="0"/>
          </a:p>
        </p:txBody>
      </p:sp>
      <p:sp>
        <p:nvSpPr>
          <p:cNvPr id="63" name="Shape 58"/>
          <p:cNvSpPr/>
          <p:nvPr/>
        </p:nvSpPr>
        <p:spPr>
          <a:xfrm>
            <a:off x="7776972" y="4273296"/>
            <a:ext cx="1005840" cy="310896"/>
          </a:xfrm>
          <a:prstGeom prst="roundRect">
            <a:avLst>
              <a:gd name="adj" fmla="val 29412"/>
            </a:avLst>
          </a:prstGeom>
          <a:solidFill>
            <a:schemeClr val="accent1">
              <a:alpha val="85000"/>
            </a:schemeClr>
          </a:solidFill>
          <a:ln w="12700">
            <a:solidFill>
              <a:srgbClr val="FFFFFF">
                <a:alpha val="0"/>
              </a:srgbClr>
            </a:solidFill>
            <a:prstDash val="solid"/>
          </a:ln>
        </p:spPr>
      </p:sp>
      <p:sp>
        <p:nvSpPr>
          <p:cNvPr id="64" name="Text 59"/>
          <p:cNvSpPr txBox="1"/>
          <p:nvPr/>
        </p:nvSpPr>
        <p:spPr>
          <a:xfrm>
            <a:off x="7804404" y="4273296"/>
            <a:ext cx="950976" cy="310896"/>
          </a:xfrm>
          <a:prstGeom prst="rect">
            <a:avLst/>
          </a:prstGeom>
          <a:noFill/>
          <a:ln/>
        </p:spPr>
        <p:txBody>
          <a:bodyPr wrap="square" lIns="0" tIns="0" rIns="0" bIns="0" rtlCol="0" anchor="ctr"/>
          <a:lstStyle/>
          <a:p>
            <a:pPr algn="ctr" indent="0" marL="0">
              <a:buNone/>
            </a:pPr>
            <a:r>
              <a:rPr lang="en-US" sz="1200" b="1" dirty="0">
                <a:solidFill>
                  <a:schemeClr val="bg1"/>
                </a:solidFill>
              </a:rPr>
              <a:t>exception</a:t>
            </a:r>
            <a:endParaRPr lang="en-US" sz="1200" dirty="0"/>
          </a:p>
        </p:txBody>
      </p:sp>
      <p:sp>
        <p:nvSpPr>
          <p:cNvPr id="65" name="Shape 60"/>
          <p:cNvSpPr/>
          <p:nvPr/>
        </p:nvSpPr>
        <p:spPr>
          <a:xfrm>
            <a:off x="9011412" y="4145280"/>
            <a:ext cx="2491740" cy="566928"/>
          </a:xfrm>
          <a:prstGeom prst="roundRect">
            <a:avLst>
              <a:gd name="adj" fmla="val 12903"/>
            </a:avLst>
          </a:prstGeom>
          <a:solidFill>
            <a:schemeClr val="bg1"/>
          </a:solidFill>
          <a:ln w="19050">
            <a:solidFill>
              <a:srgbClr val="D9700F"/>
            </a:solidFill>
            <a:prstDash val="solid"/>
          </a:ln>
        </p:spPr>
      </p:sp>
      <p:sp>
        <p:nvSpPr>
          <p:cNvPr id="66" name="Text 61"/>
          <p:cNvSpPr txBox="1"/>
          <p:nvPr/>
        </p:nvSpPr>
        <p:spPr>
          <a:xfrm>
            <a:off x="9121140" y="4145280"/>
            <a:ext cx="1668780" cy="566928"/>
          </a:xfrm>
          <a:prstGeom prst="rect">
            <a:avLst/>
          </a:prstGeom>
          <a:noFill/>
          <a:ln/>
        </p:spPr>
        <p:txBody>
          <a:bodyPr wrap="square" lIns="0" tIns="0" rIns="0" bIns="0" rtlCol="0" anchor="ctr"/>
          <a:lstStyle/>
          <a:p>
            <a:pPr algn="l" indent="0" marL="0">
              <a:buNone/>
            </a:pPr>
            <a:r>
              <a:rPr lang="en-US" sz="1900" b="1" dirty="0">
                <a:solidFill>
                  <a:schemeClr val="tx1"/>
                </a:solidFill>
                <a:latin typeface="+mj-lt" pitchFamily="34" charset="0"/>
                <a:ea typeface="+mj-lt" pitchFamily="34" charset="-122"/>
                <a:cs typeface="+mj-lt" pitchFamily="34" charset="-120"/>
              </a:rPr>
              <a:t>tafeltje</a:t>
            </a:r>
            <a:endParaRPr lang="en-US" sz="1900" dirty="0"/>
          </a:p>
        </p:txBody>
      </p:sp>
      <p:sp>
        <p:nvSpPr>
          <p:cNvPr id="67" name="Shape 62"/>
          <p:cNvSpPr/>
          <p:nvPr/>
        </p:nvSpPr>
        <p:spPr>
          <a:xfrm>
            <a:off x="10863072" y="4273296"/>
            <a:ext cx="548640" cy="310896"/>
          </a:xfrm>
          <a:prstGeom prst="roundRect">
            <a:avLst>
              <a:gd name="adj" fmla="val 29412"/>
            </a:avLst>
          </a:prstGeom>
          <a:solidFill>
            <a:schemeClr val="accent1">
              <a:alpha val="85000"/>
            </a:schemeClr>
          </a:solidFill>
          <a:ln w="12700">
            <a:solidFill>
              <a:srgbClr val="FFFFFF">
                <a:alpha val="0"/>
              </a:srgbClr>
            </a:solidFill>
            <a:prstDash val="solid"/>
          </a:ln>
        </p:spPr>
      </p:sp>
      <p:sp>
        <p:nvSpPr>
          <p:cNvPr id="68" name="Text 63"/>
          <p:cNvSpPr txBox="1"/>
          <p:nvPr/>
        </p:nvSpPr>
        <p:spPr>
          <a:xfrm>
            <a:off x="10890504" y="4273296"/>
            <a:ext cx="493776" cy="310896"/>
          </a:xfrm>
          <a:prstGeom prst="rect">
            <a:avLst/>
          </a:prstGeom>
          <a:noFill/>
          <a:ln/>
        </p:spPr>
        <p:txBody>
          <a:bodyPr wrap="square" lIns="0" tIns="0" rIns="0" bIns="0" rtlCol="0" anchor="ctr"/>
          <a:lstStyle/>
          <a:p>
            <a:pPr algn="ctr" indent="0" marL="0">
              <a:buNone/>
            </a:pPr>
            <a:r>
              <a:rPr lang="en-US" sz="1200" b="1" dirty="0">
                <a:solidFill>
                  <a:schemeClr val="bg1"/>
                </a:solidFill>
              </a:rPr>
              <a:t>-je</a:t>
            </a:r>
            <a:endParaRPr lang="en-US" sz="1200" dirty="0"/>
          </a:p>
        </p:txBody>
      </p:sp>
      <p:sp>
        <p:nvSpPr>
          <p:cNvPr id="69" name="Shape 64"/>
          <p:cNvSpPr/>
          <p:nvPr/>
        </p:nvSpPr>
        <p:spPr>
          <a:xfrm>
            <a:off x="6382512" y="4840224"/>
            <a:ext cx="2491740" cy="566928"/>
          </a:xfrm>
          <a:prstGeom prst="roundRect">
            <a:avLst>
              <a:gd name="adj" fmla="val 12903"/>
            </a:avLst>
          </a:prstGeom>
          <a:solidFill>
            <a:schemeClr val="bg1"/>
          </a:solidFill>
          <a:ln w="19050">
            <a:solidFill>
              <a:srgbClr val="D9700F"/>
            </a:solidFill>
            <a:prstDash val="solid"/>
          </a:ln>
        </p:spPr>
      </p:sp>
      <p:sp>
        <p:nvSpPr>
          <p:cNvPr id="70" name="Text 65"/>
          <p:cNvSpPr txBox="1"/>
          <p:nvPr/>
        </p:nvSpPr>
        <p:spPr>
          <a:xfrm>
            <a:off x="6492240" y="4840224"/>
            <a:ext cx="1668780" cy="566928"/>
          </a:xfrm>
          <a:prstGeom prst="rect">
            <a:avLst/>
          </a:prstGeom>
          <a:noFill/>
          <a:ln/>
        </p:spPr>
        <p:txBody>
          <a:bodyPr wrap="square" lIns="0" tIns="0" rIns="0" bIns="0" rtlCol="0" anchor="ctr"/>
          <a:lstStyle/>
          <a:p>
            <a:pPr algn="l" indent="0" marL="0">
              <a:buNone/>
            </a:pPr>
            <a:r>
              <a:rPr lang="en-US" sz="1900" b="1" dirty="0">
                <a:solidFill>
                  <a:schemeClr val="tx1"/>
                </a:solidFill>
                <a:latin typeface="+mj-lt" pitchFamily="34" charset="0"/>
                <a:ea typeface="+mj-lt" pitchFamily="34" charset="-122"/>
                <a:cs typeface="+mj-lt" pitchFamily="34" charset="-120"/>
              </a:rPr>
              <a:t>museum</a:t>
            </a:r>
            <a:endParaRPr lang="en-US" sz="1900" dirty="0"/>
          </a:p>
        </p:txBody>
      </p:sp>
      <p:sp>
        <p:nvSpPr>
          <p:cNvPr id="71" name="Shape 66"/>
          <p:cNvSpPr/>
          <p:nvPr/>
        </p:nvSpPr>
        <p:spPr>
          <a:xfrm>
            <a:off x="8234172" y="4968240"/>
            <a:ext cx="548640" cy="310896"/>
          </a:xfrm>
          <a:prstGeom prst="roundRect">
            <a:avLst>
              <a:gd name="adj" fmla="val 29412"/>
            </a:avLst>
          </a:prstGeom>
          <a:solidFill>
            <a:schemeClr val="accent1">
              <a:alpha val="85000"/>
            </a:schemeClr>
          </a:solidFill>
          <a:ln w="12700">
            <a:solidFill>
              <a:srgbClr val="FFFFFF">
                <a:alpha val="0"/>
              </a:srgbClr>
            </a:solidFill>
            <a:prstDash val="solid"/>
          </a:ln>
        </p:spPr>
      </p:sp>
      <p:sp>
        <p:nvSpPr>
          <p:cNvPr id="72" name="Text 67"/>
          <p:cNvSpPr txBox="1"/>
          <p:nvPr/>
        </p:nvSpPr>
        <p:spPr>
          <a:xfrm>
            <a:off x="8261604" y="4968240"/>
            <a:ext cx="493776" cy="310896"/>
          </a:xfrm>
          <a:prstGeom prst="rect">
            <a:avLst/>
          </a:prstGeom>
          <a:noFill/>
          <a:ln/>
        </p:spPr>
        <p:txBody>
          <a:bodyPr wrap="square" lIns="0" tIns="0" rIns="0" bIns="0" rtlCol="0" anchor="ctr"/>
          <a:lstStyle/>
          <a:p>
            <a:pPr algn="ctr" indent="0" marL="0">
              <a:buNone/>
            </a:pPr>
            <a:r>
              <a:rPr lang="en-US" sz="1200" b="1" dirty="0">
                <a:solidFill>
                  <a:schemeClr val="bg1"/>
                </a:solidFill>
              </a:rPr>
              <a:t>-um</a:t>
            </a:r>
            <a:endParaRPr lang="en-US" sz="1200" dirty="0"/>
          </a:p>
        </p:txBody>
      </p:sp>
      <p:sp>
        <p:nvSpPr>
          <p:cNvPr id="73" name="Shape 68"/>
          <p:cNvSpPr/>
          <p:nvPr/>
        </p:nvSpPr>
        <p:spPr>
          <a:xfrm>
            <a:off x="9011412" y="4840224"/>
            <a:ext cx="2491740" cy="566928"/>
          </a:xfrm>
          <a:prstGeom prst="roundRect">
            <a:avLst>
              <a:gd name="adj" fmla="val 12903"/>
            </a:avLst>
          </a:prstGeom>
          <a:solidFill>
            <a:schemeClr val="bg1"/>
          </a:solidFill>
          <a:ln w="19050">
            <a:solidFill>
              <a:srgbClr val="D9700F"/>
            </a:solidFill>
            <a:prstDash val="solid"/>
          </a:ln>
        </p:spPr>
      </p:sp>
      <p:sp>
        <p:nvSpPr>
          <p:cNvPr id="74" name="Text 69"/>
          <p:cNvSpPr txBox="1"/>
          <p:nvPr/>
        </p:nvSpPr>
        <p:spPr>
          <a:xfrm>
            <a:off x="9121140" y="4840224"/>
            <a:ext cx="1211580" cy="566928"/>
          </a:xfrm>
          <a:prstGeom prst="rect">
            <a:avLst/>
          </a:prstGeom>
          <a:noFill/>
          <a:ln/>
        </p:spPr>
        <p:txBody>
          <a:bodyPr wrap="square" lIns="0" tIns="0" rIns="0" bIns="0" rtlCol="0" anchor="ctr"/>
          <a:lstStyle/>
          <a:p>
            <a:pPr algn="l" indent="0" marL="0">
              <a:buNone/>
            </a:pPr>
            <a:r>
              <a:rPr lang="en-US" sz="1900" b="1" dirty="0">
                <a:solidFill>
                  <a:schemeClr val="tx1"/>
                </a:solidFill>
                <a:latin typeface="+mj-lt" pitchFamily="34" charset="0"/>
                <a:ea typeface="+mj-lt" pitchFamily="34" charset="-122"/>
                <a:cs typeface="+mj-lt" pitchFamily="34" charset="-120"/>
              </a:rPr>
              <a:t>jaar</a:t>
            </a:r>
            <a:endParaRPr lang="en-US" sz="1900" dirty="0"/>
          </a:p>
        </p:txBody>
      </p:sp>
      <p:sp>
        <p:nvSpPr>
          <p:cNvPr id="75" name="Shape 70"/>
          <p:cNvSpPr/>
          <p:nvPr/>
        </p:nvSpPr>
        <p:spPr>
          <a:xfrm>
            <a:off x="10405872" y="4968240"/>
            <a:ext cx="1005840" cy="310896"/>
          </a:xfrm>
          <a:prstGeom prst="roundRect">
            <a:avLst>
              <a:gd name="adj" fmla="val 29412"/>
            </a:avLst>
          </a:prstGeom>
          <a:solidFill>
            <a:schemeClr val="accent1">
              <a:alpha val="85000"/>
            </a:schemeClr>
          </a:solidFill>
          <a:ln w="12700">
            <a:solidFill>
              <a:srgbClr val="FFFFFF">
                <a:alpha val="0"/>
              </a:srgbClr>
            </a:solidFill>
            <a:prstDash val="solid"/>
          </a:ln>
        </p:spPr>
      </p:sp>
      <p:sp>
        <p:nvSpPr>
          <p:cNvPr id="76" name="Text 71"/>
          <p:cNvSpPr txBox="1"/>
          <p:nvPr/>
        </p:nvSpPr>
        <p:spPr>
          <a:xfrm>
            <a:off x="10433304" y="4968240"/>
            <a:ext cx="950976" cy="310896"/>
          </a:xfrm>
          <a:prstGeom prst="rect">
            <a:avLst/>
          </a:prstGeom>
          <a:noFill/>
          <a:ln/>
        </p:spPr>
        <p:txBody>
          <a:bodyPr wrap="square" lIns="0" tIns="0" rIns="0" bIns="0" rtlCol="0" anchor="ctr"/>
          <a:lstStyle/>
          <a:p>
            <a:pPr algn="ctr" indent="0" marL="0">
              <a:buNone/>
            </a:pPr>
            <a:r>
              <a:rPr lang="en-US" sz="1200" b="1" dirty="0">
                <a:solidFill>
                  <a:schemeClr val="bg1"/>
                </a:solidFill>
              </a:rPr>
              <a:t>exception</a:t>
            </a:r>
            <a:endParaRPr lang="en-US" sz="1200" dirty="0"/>
          </a:p>
        </p:txBody>
      </p:sp>
      <p:sp>
        <p:nvSpPr>
          <p:cNvPr id="77" name="Shape 72"/>
          <p:cNvSpPr/>
          <p:nvPr/>
        </p:nvSpPr>
        <p:spPr>
          <a:xfrm>
            <a:off x="6382512" y="5535168"/>
            <a:ext cx="2491740" cy="566928"/>
          </a:xfrm>
          <a:prstGeom prst="roundRect">
            <a:avLst>
              <a:gd name="adj" fmla="val 12903"/>
            </a:avLst>
          </a:prstGeom>
          <a:solidFill>
            <a:schemeClr val="bg1"/>
          </a:solidFill>
          <a:ln w="19050">
            <a:solidFill>
              <a:srgbClr val="D9700F"/>
            </a:solidFill>
            <a:prstDash val="solid"/>
          </a:ln>
        </p:spPr>
      </p:sp>
      <p:sp>
        <p:nvSpPr>
          <p:cNvPr id="78" name="Text 73"/>
          <p:cNvSpPr txBox="1"/>
          <p:nvPr/>
        </p:nvSpPr>
        <p:spPr>
          <a:xfrm>
            <a:off x="6492240" y="5535168"/>
            <a:ext cx="1467612" cy="566928"/>
          </a:xfrm>
          <a:prstGeom prst="rect">
            <a:avLst/>
          </a:prstGeom>
          <a:noFill/>
          <a:ln/>
        </p:spPr>
        <p:txBody>
          <a:bodyPr wrap="square" lIns="0" tIns="0" rIns="0" bIns="0" rtlCol="0" anchor="ctr"/>
          <a:lstStyle/>
          <a:p>
            <a:pPr algn="l" indent="0" marL="0">
              <a:buNone/>
            </a:pPr>
            <a:r>
              <a:rPr lang="en-US" sz="1900" b="1" dirty="0">
                <a:solidFill>
                  <a:schemeClr val="tx1"/>
                </a:solidFill>
                <a:latin typeface="+mj-lt" pitchFamily="34" charset="0"/>
                <a:ea typeface="+mj-lt" pitchFamily="34" charset="-122"/>
                <a:cs typeface="+mj-lt" pitchFamily="34" charset="-120"/>
              </a:rPr>
              <a:t>Nederlands</a:t>
            </a:r>
            <a:endParaRPr lang="en-US" sz="1900" dirty="0"/>
          </a:p>
        </p:txBody>
      </p:sp>
      <p:sp>
        <p:nvSpPr>
          <p:cNvPr id="79" name="Shape 74"/>
          <p:cNvSpPr/>
          <p:nvPr/>
        </p:nvSpPr>
        <p:spPr>
          <a:xfrm>
            <a:off x="8033004" y="5663184"/>
            <a:ext cx="749808" cy="310896"/>
          </a:xfrm>
          <a:prstGeom prst="roundRect">
            <a:avLst>
              <a:gd name="adj" fmla="val 29412"/>
            </a:avLst>
          </a:prstGeom>
          <a:solidFill>
            <a:schemeClr val="accent1">
              <a:alpha val="85000"/>
            </a:schemeClr>
          </a:solidFill>
          <a:ln w="12700">
            <a:solidFill>
              <a:srgbClr val="FFFFFF">
                <a:alpha val="0"/>
              </a:srgbClr>
            </a:solidFill>
            <a:prstDash val="solid"/>
          </a:ln>
        </p:spPr>
      </p:sp>
      <p:sp>
        <p:nvSpPr>
          <p:cNvPr id="80" name="Text 75"/>
          <p:cNvSpPr txBox="1"/>
          <p:nvPr/>
        </p:nvSpPr>
        <p:spPr>
          <a:xfrm>
            <a:off x="8060436" y="5663184"/>
            <a:ext cx="694944" cy="310896"/>
          </a:xfrm>
          <a:prstGeom prst="rect">
            <a:avLst/>
          </a:prstGeom>
          <a:noFill/>
          <a:ln/>
        </p:spPr>
        <p:txBody>
          <a:bodyPr wrap="square" lIns="0" tIns="0" rIns="0" bIns="0" rtlCol="0" anchor="ctr"/>
          <a:lstStyle/>
          <a:p>
            <a:pPr algn="ctr" indent="0" marL="0">
              <a:buNone/>
            </a:pPr>
            <a:r>
              <a:rPr lang="en-US" sz="1200" b="1" dirty="0">
                <a:solidFill>
                  <a:schemeClr val="bg1"/>
                </a:solidFill>
              </a:rPr>
              <a:t>langue</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Au pluriel</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Mettez au pluriel, avec l’article. Attention à l’orthographe (module 1) !</a:t>
            </a:r>
            <a:endParaRPr lang="en-US" sz="1700" dirty="0"/>
          </a:p>
        </p:txBody>
      </p:sp>
      <p:sp>
        <p:nvSpPr>
          <p:cNvPr id="8" name="Shape 4"/>
          <p:cNvSpPr/>
          <p:nvPr/>
        </p:nvSpPr>
        <p:spPr>
          <a:xfrm>
            <a:off x="548640" y="2023872"/>
            <a:ext cx="2194560" cy="713232"/>
          </a:xfrm>
          <a:prstGeom prst="roundRect">
            <a:avLst>
              <a:gd name="adj" fmla="val 10256"/>
            </a:avLst>
          </a:prstGeom>
          <a:solidFill>
            <a:schemeClr val="bg2"/>
          </a:solidFill>
          <a:ln w="31750">
            <a:solidFill>
              <a:srgbClr val="D9700F"/>
            </a:solidFill>
            <a:prstDash val="solid"/>
          </a:ln>
        </p:spPr>
      </p:sp>
      <p:sp>
        <p:nvSpPr>
          <p:cNvPr id="9" name="Text 5"/>
          <p:cNvSpPr txBox="1"/>
          <p:nvPr/>
        </p:nvSpPr>
        <p:spPr>
          <a:xfrm>
            <a:off x="621792" y="2023872"/>
            <a:ext cx="2048256" cy="713232"/>
          </a:xfrm>
          <a:prstGeom prst="rect">
            <a:avLst/>
          </a:prstGeom>
          <a:noFill/>
          <a:ln/>
        </p:spPr>
        <p:txBody>
          <a:bodyPr wrap="square" lIns="0" tIns="0" rIns="0" bIns="0" rtlCol="0" anchor="ctr"/>
          <a:lstStyle/>
          <a:p>
            <a:pPr algn="ctr" indent="0" marL="0">
              <a:buNone/>
            </a:pPr>
            <a:r>
              <a:rPr lang="en-US" sz="2100" b="1" dirty="0">
                <a:solidFill>
                  <a:schemeClr val="accent1"/>
                </a:solidFill>
                <a:latin typeface="+mj-lt" pitchFamily="34" charset="0"/>
                <a:ea typeface="+mj-lt" pitchFamily="34" charset="-122"/>
                <a:cs typeface="+mj-lt" pitchFamily="34" charset="-120"/>
              </a:rPr>
              <a:t>het</a:t>
            </a:r>
            <a:r>
              <a:rPr lang="en-US" sz="2100" dirty="0">
                <a:solidFill>
                  <a:schemeClr val="tx1"/>
                </a:solidFill>
                <a:latin typeface="+mj-lt" pitchFamily="34" charset="0"/>
                <a:ea typeface="+mj-lt" pitchFamily="34" charset="-122"/>
                <a:cs typeface="+mj-lt" pitchFamily="34" charset="-120"/>
              </a:rPr>
              <a:t> huis</a:t>
            </a:r>
            <a:endParaRPr lang="en-US" sz="2100" dirty="0"/>
          </a:p>
        </p:txBody>
      </p:sp>
      <p:sp>
        <p:nvSpPr>
          <p:cNvPr id="10" name="Text 6"/>
          <p:cNvSpPr/>
          <p:nvPr/>
        </p:nvSpPr>
        <p:spPr>
          <a:xfrm>
            <a:off x="2834640" y="2133600"/>
            <a:ext cx="914400" cy="493776"/>
          </a:xfrm>
          <a:prstGeom prst="rightArrow">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rgbClr val="FFFFFF"/>
                </a:solidFill>
              </a:rPr>
              <a:t>pl.</a:t>
            </a:r>
            <a:endParaRPr lang="en-US" sz="1200" dirty="0"/>
          </a:p>
        </p:txBody>
      </p:sp>
      <p:sp>
        <p:nvSpPr>
          <p:cNvPr id="11" name="Shape 7"/>
          <p:cNvSpPr/>
          <p:nvPr/>
        </p:nvSpPr>
        <p:spPr>
          <a:xfrm>
            <a:off x="3840480" y="2023872"/>
            <a:ext cx="2103120" cy="713232"/>
          </a:xfrm>
          <a:prstGeom prst="roundRect">
            <a:avLst>
              <a:gd name="adj" fmla="val 10256"/>
            </a:avLst>
          </a:prstGeom>
          <a:solidFill>
            <a:schemeClr val="bg1"/>
          </a:solidFill>
          <a:ln w="31750">
            <a:solidFill>
              <a:srgbClr val="17375E"/>
            </a:solidFill>
            <a:prstDash val="solid"/>
          </a:ln>
        </p:spPr>
      </p:sp>
      <p:sp>
        <p:nvSpPr>
          <p:cNvPr id="12" name="Text 8"/>
          <p:cNvSpPr txBox="1"/>
          <p:nvPr/>
        </p:nvSpPr>
        <p:spPr>
          <a:xfrm>
            <a:off x="3886200" y="2023872"/>
            <a:ext cx="2011680" cy="713232"/>
          </a:xfrm>
          <a:prstGeom prst="rect">
            <a:avLst/>
          </a:prstGeom>
          <a:noFill/>
          <a:ln/>
        </p:spPr>
        <p:txBody>
          <a:bodyPr wrap="square" lIns="0" tIns="0" rIns="0" bIns="0" rtlCol="0" anchor="ctr"/>
          <a:lstStyle/>
          <a:p>
            <a:pPr algn="ctr" indent="0" marL="0">
              <a:buNone/>
            </a:pPr>
            <a:r>
              <a:rPr lang="en-US" sz="1900" dirty="0">
                <a:solidFill>
                  <a:srgbClr val="B8C2CF"/>
                </a:solidFill>
                <a:latin typeface="+mj-lt" pitchFamily="34" charset="0"/>
                <a:ea typeface="+mj-lt" pitchFamily="34" charset="-122"/>
                <a:cs typeface="+mj-lt" pitchFamily="34" charset="-120"/>
              </a:rPr>
              <a:t>…………</a:t>
            </a:r>
            <a:endParaRPr lang="en-US" sz="1900" dirty="0"/>
          </a:p>
        </p:txBody>
      </p:sp>
      <p:sp>
        <p:nvSpPr>
          <p:cNvPr id="13" name="Shape 9"/>
          <p:cNvSpPr/>
          <p:nvPr/>
        </p:nvSpPr>
        <p:spPr>
          <a:xfrm>
            <a:off x="548640" y="2919984"/>
            <a:ext cx="2194560" cy="713232"/>
          </a:xfrm>
          <a:prstGeom prst="roundRect">
            <a:avLst>
              <a:gd name="adj" fmla="val 10256"/>
            </a:avLst>
          </a:prstGeom>
          <a:solidFill>
            <a:schemeClr val="bg2"/>
          </a:solidFill>
          <a:ln w="31750">
            <a:solidFill>
              <a:srgbClr val="D9700F"/>
            </a:solidFill>
            <a:prstDash val="solid"/>
          </a:ln>
        </p:spPr>
      </p:sp>
      <p:sp>
        <p:nvSpPr>
          <p:cNvPr id="14" name="Text 10"/>
          <p:cNvSpPr txBox="1"/>
          <p:nvPr/>
        </p:nvSpPr>
        <p:spPr>
          <a:xfrm>
            <a:off x="621792" y="2919984"/>
            <a:ext cx="2048256" cy="713232"/>
          </a:xfrm>
          <a:prstGeom prst="rect">
            <a:avLst/>
          </a:prstGeom>
          <a:noFill/>
          <a:ln/>
        </p:spPr>
        <p:txBody>
          <a:bodyPr wrap="square" lIns="0" tIns="0" rIns="0" bIns="0" rtlCol="0" anchor="ctr"/>
          <a:lstStyle/>
          <a:p>
            <a:pPr algn="ctr" indent="0" marL="0">
              <a:buNone/>
            </a:pPr>
            <a:r>
              <a:rPr lang="en-US" sz="2100" b="1" dirty="0">
                <a:solidFill>
                  <a:schemeClr val="accent1"/>
                </a:solidFill>
                <a:latin typeface="+mj-lt" pitchFamily="34" charset="0"/>
                <a:ea typeface="+mj-lt" pitchFamily="34" charset="-122"/>
                <a:cs typeface="+mj-lt" pitchFamily="34" charset="-120"/>
              </a:rPr>
              <a:t>het</a:t>
            </a:r>
            <a:r>
              <a:rPr lang="en-US" sz="2100" dirty="0">
                <a:solidFill>
                  <a:schemeClr val="tx1"/>
                </a:solidFill>
                <a:latin typeface="+mj-lt" pitchFamily="34" charset="0"/>
                <a:ea typeface="+mj-lt" pitchFamily="34" charset="-122"/>
                <a:cs typeface="+mj-lt" pitchFamily="34" charset="-120"/>
              </a:rPr>
              <a:t> kind</a:t>
            </a:r>
            <a:endParaRPr lang="en-US" sz="2100" dirty="0"/>
          </a:p>
        </p:txBody>
      </p:sp>
      <p:sp>
        <p:nvSpPr>
          <p:cNvPr id="15" name="Text 11"/>
          <p:cNvSpPr/>
          <p:nvPr/>
        </p:nvSpPr>
        <p:spPr>
          <a:xfrm>
            <a:off x="2834640" y="3029712"/>
            <a:ext cx="914400" cy="493776"/>
          </a:xfrm>
          <a:prstGeom prst="rightArrow">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rgbClr val="FFFFFF"/>
                </a:solidFill>
              </a:rPr>
              <a:t>pl.</a:t>
            </a:r>
            <a:endParaRPr lang="en-US" sz="1200" dirty="0"/>
          </a:p>
        </p:txBody>
      </p:sp>
      <p:sp>
        <p:nvSpPr>
          <p:cNvPr id="16" name="Shape 12"/>
          <p:cNvSpPr/>
          <p:nvPr/>
        </p:nvSpPr>
        <p:spPr>
          <a:xfrm>
            <a:off x="3840480" y="2919984"/>
            <a:ext cx="2103120" cy="713232"/>
          </a:xfrm>
          <a:prstGeom prst="roundRect">
            <a:avLst>
              <a:gd name="adj" fmla="val 10256"/>
            </a:avLst>
          </a:prstGeom>
          <a:solidFill>
            <a:schemeClr val="bg1"/>
          </a:solidFill>
          <a:ln w="31750">
            <a:solidFill>
              <a:srgbClr val="17375E"/>
            </a:solidFill>
            <a:prstDash val="solid"/>
          </a:ln>
        </p:spPr>
      </p:sp>
      <p:sp>
        <p:nvSpPr>
          <p:cNvPr id="17" name="Text 13"/>
          <p:cNvSpPr txBox="1"/>
          <p:nvPr/>
        </p:nvSpPr>
        <p:spPr>
          <a:xfrm>
            <a:off x="3886200" y="2919984"/>
            <a:ext cx="2011680" cy="713232"/>
          </a:xfrm>
          <a:prstGeom prst="rect">
            <a:avLst/>
          </a:prstGeom>
          <a:noFill/>
          <a:ln/>
        </p:spPr>
        <p:txBody>
          <a:bodyPr wrap="square" lIns="0" tIns="0" rIns="0" bIns="0" rtlCol="0" anchor="ctr"/>
          <a:lstStyle/>
          <a:p>
            <a:pPr algn="ctr" indent="0" marL="0">
              <a:buNone/>
            </a:pPr>
            <a:r>
              <a:rPr lang="en-US" sz="1900" dirty="0">
                <a:solidFill>
                  <a:srgbClr val="B8C2CF"/>
                </a:solidFill>
                <a:latin typeface="+mj-lt" pitchFamily="34" charset="0"/>
                <a:ea typeface="+mj-lt" pitchFamily="34" charset="-122"/>
                <a:cs typeface="+mj-lt" pitchFamily="34" charset="-120"/>
              </a:rPr>
              <a:t>…………</a:t>
            </a:r>
            <a:endParaRPr lang="en-US" sz="1900" dirty="0"/>
          </a:p>
        </p:txBody>
      </p:sp>
      <p:sp>
        <p:nvSpPr>
          <p:cNvPr id="18" name="Shape 14"/>
          <p:cNvSpPr/>
          <p:nvPr/>
        </p:nvSpPr>
        <p:spPr>
          <a:xfrm>
            <a:off x="548640" y="3816096"/>
            <a:ext cx="2194560" cy="713232"/>
          </a:xfrm>
          <a:prstGeom prst="roundRect">
            <a:avLst>
              <a:gd name="adj" fmla="val 10256"/>
            </a:avLst>
          </a:prstGeom>
          <a:solidFill>
            <a:schemeClr val="bg2"/>
          </a:solidFill>
          <a:ln w="31750">
            <a:solidFill>
              <a:srgbClr val="17375E"/>
            </a:solidFill>
            <a:prstDash val="solid"/>
          </a:ln>
        </p:spPr>
      </p:sp>
      <p:sp>
        <p:nvSpPr>
          <p:cNvPr id="19" name="Text 15"/>
          <p:cNvSpPr txBox="1"/>
          <p:nvPr/>
        </p:nvSpPr>
        <p:spPr>
          <a:xfrm>
            <a:off x="621792" y="3816096"/>
            <a:ext cx="2048256" cy="713232"/>
          </a:xfrm>
          <a:prstGeom prst="rect">
            <a:avLst/>
          </a:prstGeom>
          <a:noFill/>
          <a:ln/>
        </p:spPr>
        <p:txBody>
          <a:bodyPr wrap="square" lIns="0" tIns="0" rIns="0" bIns="0" rtlCol="0" anchor="ctr"/>
          <a:lstStyle/>
          <a:p>
            <a:pPr algn="ctr" indent="0" marL="0">
              <a:buNone/>
            </a:pPr>
            <a:r>
              <a:rPr lang="en-US" sz="2100" b="1" dirty="0">
                <a:solidFill>
                  <a:schemeClr val="tx2"/>
                </a:solidFill>
                <a:latin typeface="+mj-lt" pitchFamily="34" charset="0"/>
                <a:ea typeface="+mj-lt" pitchFamily="34" charset="-122"/>
                <a:cs typeface="+mj-lt" pitchFamily="34" charset="-120"/>
              </a:rPr>
              <a:t>de</a:t>
            </a:r>
            <a:r>
              <a:rPr lang="en-US" sz="2100" dirty="0">
                <a:solidFill>
                  <a:schemeClr val="tx1"/>
                </a:solidFill>
                <a:latin typeface="+mj-lt" pitchFamily="34" charset="0"/>
                <a:ea typeface="+mj-lt" pitchFamily="34" charset="-122"/>
                <a:cs typeface="+mj-lt" pitchFamily="34" charset="-120"/>
              </a:rPr>
              <a:t> collega</a:t>
            </a:r>
            <a:endParaRPr lang="en-US" sz="2100" dirty="0"/>
          </a:p>
        </p:txBody>
      </p:sp>
      <p:sp>
        <p:nvSpPr>
          <p:cNvPr id="20" name="Text 16"/>
          <p:cNvSpPr/>
          <p:nvPr/>
        </p:nvSpPr>
        <p:spPr>
          <a:xfrm>
            <a:off x="2834640" y="3925824"/>
            <a:ext cx="914400" cy="493776"/>
          </a:xfrm>
          <a:prstGeom prst="rightArrow">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rgbClr val="FFFFFF"/>
                </a:solidFill>
              </a:rPr>
              <a:t>pl.</a:t>
            </a:r>
            <a:endParaRPr lang="en-US" sz="1200" dirty="0"/>
          </a:p>
        </p:txBody>
      </p:sp>
      <p:sp>
        <p:nvSpPr>
          <p:cNvPr id="21" name="Shape 17"/>
          <p:cNvSpPr/>
          <p:nvPr/>
        </p:nvSpPr>
        <p:spPr>
          <a:xfrm>
            <a:off x="3840480" y="3816096"/>
            <a:ext cx="2103120" cy="713232"/>
          </a:xfrm>
          <a:prstGeom prst="roundRect">
            <a:avLst>
              <a:gd name="adj" fmla="val 10256"/>
            </a:avLst>
          </a:prstGeom>
          <a:solidFill>
            <a:schemeClr val="bg1"/>
          </a:solidFill>
          <a:ln w="31750">
            <a:solidFill>
              <a:srgbClr val="17375E"/>
            </a:solidFill>
            <a:prstDash val="solid"/>
          </a:ln>
        </p:spPr>
      </p:sp>
      <p:sp>
        <p:nvSpPr>
          <p:cNvPr id="22" name="Text 18"/>
          <p:cNvSpPr txBox="1"/>
          <p:nvPr/>
        </p:nvSpPr>
        <p:spPr>
          <a:xfrm>
            <a:off x="3886200" y="3816096"/>
            <a:ext cx="2011680" cy="713232"/>
          </a:xfrm>
          <a:prstGeom prst="rect">
            <a:avLst/>
          </a:prstGeom>
          <a:noFill/>
          <a:ln/>
        </p:spPr>
        <p:txBody>
          <a:bodyPr wrap="square" lIns="0" tIns="0" rIns="0" bIns="0" rtlCol="0" anchor="ctr"/>
          <a:lstStyle/>
          <a:p>
            <a:pPr algn="ctr" indent="0" marL="0">
              <a:buNone/>
            </a:pPr>
            <a:r>
              <a:rPr lang="en-US" sz="1900" dirty="0">
                <a:solidFill>
                  <a:srgbClr val="B8C2CF"/>
                </a:solidFill>
                <a:latin typeface="+mj-lt" pitchFamily="34" charset="0"/>
                <a:ea typeface="+mj-lt" pitchFamily="34" charset="-122"/>
                <a:cs typeface="+mj-lt" pitchFamily="34" charset="-120"/>
              </a:rPr>
              <a:t>…………</a:t>
            </a:r>
            <a:endParaRPr lang="en-US" sz="1900" dirty="0"/>
          </a:p>
        </p:txBody>
      </p:sp>
      <p:sp>
        <p:nvSpPr>
          <p:cNvPr id="23" name="Shape 19"/>
          <p:cNvSpPr/>
          <p:nvPr/>
        </p:nvSpPr>
        <p:spPr>
          <a:xfrm>
            <a:off x="548640" y="4712208"/>
            <a:ext cx="2194560" cy="713232"/>
          </a:xfrm>
          <a:prstGeom prst="roundRect">
            <a:avLst>
              <a:gd name="adj" fmla="val 10256"/>
            </a:avLst>
          </a:prstGeom>
          <a:solidFill>
            <a:schemeClr val="bg2"/>
          </a:solidFill>
          <a:ln w="31750">
            <a:solidFill>
              <a:srgbClr val="D9700F"/>
            </a:solidFill>
            <a:prstDash val="solid"/>
          </a:ln>
        </p:spPr>
      </p:sp>
      <p:sp>
        <p:nvSpPr>
          <p:cNvPr id="24" name="Text 20"/>
          <p:cNvSpPr txBox="1"/>
          <p:nvPr/>
        </p:nvSpPr>
        <p:spPr>
          <a:xfrm>
            <a:off x="621792" y="4712208"/>
            <a:ext cx="2048256" cy="713232"/>
          </a:xfrm>
          <a:prstGeom prst="rect">
            <a:avLst/>
          </a:prstGeom>
          <a:noFill/>
          <a:ln/>
        </p:spPr>
        <p:txBody>
          <a:bodyPr wrap="square" lIns="0" tIns="0" rIns="0" bIns="0" rtlCol="0" anchor="ctr"/>
          <a:lstStyle/>
          <a:p>
            <a:pPr algn="ctr" indent="0" marL="0">
              <a:buNone/>
            </a:pPr>
            <a:r>
              <a:rPr lang="en-US" sz="2100" b="1" dirty="0">
                <a:solidFill>
                  <a:schemeClr val="accent1"/>
                </a:solidFill>
                <a:latin typeface="+mj-lt" pitchFamily="34" charset="0"/>
                <a:ea typeface="+mj-lt" pitchFamily="34" charset="-122"/>
                <a:cs typeface="+mj-lt" pitchFamily="34" charset="-120"/>
              </a:rPr>
              <a:t>het</a:t>
            </a:r>
            <a:r>
              <a:rPr lang="en-US" sz="2100" dirty="0">
                <a:solidFill>
                  <a:schemeClr val="tx1"/>
                </a:solidFill>
                <a:latin typeface="+mj-lt" pitchFamily="34" charset="0"/>
                <a:ea typeface="+mj-lt" pitchFamily="34" charset="-122"/>
                <a:cs typeface="+mj-lt" pitchFamily="34" charset="-120"/>
              </a:rPr>
              <a:t> boek</a:t>
            </a:r>
            <a:endParaRPr lang="en-US" sz="2100" dirty="0"/>
          </a:p>
        </p:txBody>
      </p:sp>
      <p:sp>
        <p:nvSpPr>
          <p:cNvPr id="25" name="Text 21"/>
          <p:cNvSpPr/>
          <p:nvPr/>
        </p:nvSpPr>
        <p:spPr>
          <a:xfrm>
            <a:off x="2834640" y="4821936"/>
            <a:ext cx="914400" cy="493776"/>
          </a:xfrm>
          <a:prstGeom prst="rightArrow">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rgbClr val="FFFFFF"/>
                </a:solidFill>
              </a:rPr>
              <a:t>pl.</a:t>
            </a:r>
            <a:endParaRPr lang="en-US" sz="1200" dirty="0"/>
          </a:p>
        </p:txBody>
      </p:sp>
      <p:sp>
        <p:nvSpPr>
          <p:cNvPr id="26" name="Shape 22"/>
          <p:cNvSpPr/>
          <p:nvPr/>
        </p:nvSpPr>
        <p:spPr>
          <a:xfrm>
            <a:off x="3840480" y="4712208"/>
            <a:ext cx="2103120" cy="713232"/>
          </a:xfrm>
          <a:prstGeom prst="roundRect">
            <a:avLst>
              <a:gd name="adj" fmla="val 10256"/>
            </a:avLst>
          </a:prstGeom>
          <a:solidFill>
            <a:schemeClr val="bg1"/>
          </a:solidFill>
          <a:ln w="31750">
            <a:solidFill>
              <a:srgbClr val="17375E"/>
            </a:solidFill>
            <a:prstDash val="solid"/>
          </a:ln>
        </p:spPr>
      </p:sp>
      <p:sp>
        <p:nvSpPr>
          <p:cNvPr id="27" name="Text 23"/>
          <p:cNvSpPr txBox="1"/>
          <p:nvPr/>
        </p:nvSpPr>
        <p:spPr>
          <a:xfrm>
            <a:off x="3886200" y="4712208"/>
            <a:ext cx="2011680" cy="713232"/>
          </a:xfrm>
          <a:prstGeom prst="rect">
            <a:avLst/>
          </a:prstGeom>
          <a:noFill/>
          <a:ln/>
        </p:spPr>
        <p:txBody>
          <a:bodyPr wrap="square" lIns="0" tIns="0" rIns="0" bIns="0" rtlCol="0" anchor="ctr"/>
          <a:lstStyle/>
          <a:p>
            <a:pPr algn="ctr" indent="0" marL="0">
              <a:buNone/>
            </a:pPr>
            <a:r>
              <a:rPr lang="en-US" sz="1900" dirty="0">
                <a:solidFill>
                  <a:srgbClr val="B8C2CF"/>
                </a:solidFill>
                <a:latin typeface="+mj-lt" pitchFamily="34" charset="0"/>
                <a:ea typeface="+mj-lt" pitchFamily="34" charset="-122"/>
                <a:cs typeface="+mj-lt" pitchFamily="34" charset="-120"/>
              </a:rPr>
              <a:t>…………</a:t>
            </a:r>
            <a:endParaRPr lang="en-US" sz="1900" dirty="0"/>
          </a:p>
        </p:txBody>
      </p:sp>
      <p:sp>
        <p:nvSpPr>
          <p:cNvPr id="28" name="Shape 24"/>
          <p:cNvSpPr/>
          <p:nvPr/>
        </p:nvSpPr>
        <p:spPr>
          <a:xfrm>
            <a:off x="6245352" y="2023872"/>
            <a:ext cx="2194560" cy="713232"/>
          </a:xfrm>
          <a:prstGeom prst="roundRect">
            <a:avLst>
              <a:gd name="adj" fmla="val 10256"/>
            </a:avLst>
          </a:prstGeom>
          <a:solidFill>
            <a:schemeClr val="bg2"/>
          </a:solidFill>
          <a:ln w="31750">
            <a:solidFill>
              <a:srgbClr val="17375E"/>
            </a:solidFill>
            <a:prstDash val="solid"/>
          </a:ln>
        </p:spPr>
      </p:sp>
      <p:sp>
        <p:nvSpPr>
          <p:cNvPr id="29" name="Text 25"/>
          <p:cNvSpPr txBox="1"/>
          <p:nvPr/>
        </p:nvSpPr>
        <p:spPr>
          <a:xfrm>
            <a:off x="6318504" y="2023872"/>
            <a:ext cx="2048256" cy="713232"/>
          </a:xfrm>
          <a:prstGeom prst="rect">
            <a:avLst/>
          </a:prstGeom>
          <a:noFill/>
          <a:ln/>
        </p:spPr>
        <p:txBody>
          <a:bodyPr wrap="square" lIns="0" tIns="0" rIns="0" bIns="0" rtlCol="0" anchor="ctr"/>
          <a:lstStyle/>
          <a:p>
            <a:pPr algn="ctr" indent="0" marL="0">
              <a:buNone/>
            </a:pPr>
            <a:r>
              <a:rPr lang="en-US" sz="2100" b="1" dirty="0">
                <a:solidFill>
                  <a:schemeClr val="tx2"/>
                </a:solidFill>
                <a:latin typeface="+mj-lt" pitchFamily="34" charset="0"/>
                <a:ea typeface="+mj-lt" pitchFamily="34" charset="-122"/>
                <a:cs typeface="+mj-lt" pitchFamily="34" charset="-120"/>
              </a:rPr>
              <a:t>de</a:t>
            </a:r>
            <a:r>
              <a:rPr lang="en-US" sz="2100" dirty="0">
                <a:solidFill>
                  <a:schemeClr val="tx1"/>
                </a:solidFill>
                <a:latin typeface="+mj-lt" pitchFamily="34" charset="0"/>
                <a:ea typeface="+mj-lt" pitchFamily="34" charset="-122"/>
                <a:cs typeface="+mj-lt" pitchFamily="34" charset="-120"/>
              </a:rPr>
              <a:t> vergadering</a:t>
            </a:r>
            <a:endParaRPr lang="en-US" sz="2100" dirty="0"/>
          </a:p>
        </p:txBody>
      </p:sp>
      <p:sp>
        <p:nvSpPr>
          <p:cNvPr id="30" name="Text 26"/>
          <p:cNvSpPr/>
          <p:nvPr/>
        </p:nvSpPr>
        <p:spPr>
          <a:xfrm>
            <a:off x="8531352" y="2133600"/>
            <a:ext cx="914400" cy="493776"/>
          </a:xfrm>
          <a:prstGeom prst="rightArrow">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rgbClr val="FFFFFF"/>
                </a:solidFill>
              </a:rPr>
              <a:t>pl.</a:t>
            </a:r>
            <a:endParaRPr lang="en-US" sz="1200" dirty="0"/>
          </a:p>
        </p:txBody>
      </p:sp>
      <p:sp>
        <p:nvSpPr>
          <p:cNvPr id="31" name="Shape 27"/>
          <p:cNvSpPr/>
          <p:nvPr/>
        </p:nvSpPr>
        <p:spPr>
          <a:xfrm>
            <a:off x="9537192" y="2023872"/>
            <a:ext cx="2103120" cy="713232"/>
          </a:xfrm>
          <a:prstGeom prst="roundRect">
            <a:avLst>
              <a:gd name="adj" fmla="val 10256"/>
            </a:avLst>
          </a:prstGeom>
          <a:solidFill>
            <a:schemeClr val="bg1"/>
          </a:solidFill>
          <a:ln w="31750">
            <a:solidFill>
              <a:srgbClr val="17375E"/>
            </a:solidFill>
            <a:prstDash val="solid"/>
          </a:ln>
        </p:spPr>
      </p:sp>
      <p:sp>
        <p:nvSpPr>
          <p:cNvPr id="32" name="Text 28"/>
          <p:cNvSpPr txBox="1"/>
          <p:nvPr/>
        </p:nvSpPr>
        <p:spPr>
          <a:xfrm>
            <a:off x="9582912" y="2023872"/>
            <a:ext cx="2011680" cy="713232"/>
          </a:xfrm>
          <a:prstGeom prst="rect">
            <a:avLst/>
          </a:prstGeom>
          <a:noFill/>
          <a:ln/>
        </p:spPr>
        <p:txBody>
          <a:bodyPr wrap="square" lIns="0" tIns="0" rIns="0" bIns="0" rtlCol="0" anchor="ctr"/>
          <a:lstStyle/>
          <a:p>
            <a:pPr algn="ctr" indent="0" marL="0">
              <a:buNone/>
            </a:pPr>
            <a:r>
              <a:rPr lang="en-US" sz="1900" dirty="0">
                <a:solidFill>
                  <a:srgbClr val="B8C2CF"/>
                </a:solidFill>
                <a:latin typeface="+mj-lt" pitchFamily="34" charset="0"/>
                <a:ea typeface="+mj-lt" pitchFamily="34" charset="-122"/>
                <a:cs typeface="+mj-lt" pitchFamily="34" charset="-120"/>
              </a:rPr>
              <a:t>…………</a:t>
            </a:r>
            <a:endParaRPr lang="en-US" sz="1900" dirty="0"/>
          </a:p>
        </p:txBody>
      </p:sp>
      <p:sp>
        <p:nvSpPr>
          <p:cNvPr id="33" name="Shape 29"/>
          <p:cNvSpPr/>
          <p:nvPr/>
        </p:nvSpPr>
        <p:spPr>
          <a:xfrm>
            <a:off x="6245352" y="2919984"/>
            <a:ext cx="2194560" cy="713232"/>
          </a:xfrm>
          <a:prstGeom prst="roundRect">
            <a:avLst>
              <a:gd name="adj" fmla="val 10256"/>
            </a:avLst>
          </a:prstGeom>
          <a:solidFill>
            <a:schemeClr val="bg2"/>
          </a:solidFill>
          <a:ln w="31750">
            <a:solidFill>
              <a:srgbClr val="D9700F"/>
            </a:solidFill>
            <a:prstDash val="solid"/>
          </a:ln>
        </p:spPr>
      </p:sp>
      <p:sp>
        <p:nvSpPr>
          <p:cNvPr id="34" name="Text 30"/>
          <p:cNvSpPr txBox="1"/>
          <p:nvPr/>
        </p:nvSpPr>
        <p:spPr>
          <a:xfrm>
            <a:off x="6318504" y="2919984"/>
            <a:ext cx="2048256" cy="713232"/>
          </a:xfrm>
          <a:prstGeom prst="rect">
            <a:avLst/>
          </a:prstGeom>
          <a:noFill/>
          <a:ln/>
        </p:spPr>
        <p:txBody>
          <a:bodyPr wrap="square" lIns="0" tIns="0" rIns="0" bIns="0" rtlCol="0" anchor="ctr"/>
          <a:lstStyle/>
          <a:p>
            <a:pPr algn="ctr" indent="0" marL="0">
              <a:buNone/>
            </a:pPr>
            <a:r>
              <a:rPr lang="en-US" sz="2100" b="1" dirty="0">
                <a:solidFill>
                  <a:schemeClr val="accent1"/>
                </a:solidFill>
                <a:latin typeface="+mj-lt" pitchFamily="34" charset="0"/>
                <a:ea typeface="+mj-lt" pitchFamily="34" charset="-122"/>
                <a:cs typeface="+mj-lt" pitchFamily="34" charset="-120"/>
              </a:rPr>
              <a:t>het</a:t>
            </a:r>
            <a:r>
              <a:rPr lang="en-US" sz="2100" dirty="0">
                <a:solidFill>
                  <a:schemeClr val="tx1"/>
                </a:solidFill>
                <a:latin typeface="+mj-lt" pitchFamily="34" charset="0"/>
                <a:ea typeface="+mj-lt" pitchFamily="34" charset="-122"/>
                <a:cs typeface="+mj-lt" pitchFamily="34" charset="-120"/>
              </a:rPr>
              <a:t> meisje</a:t>
            </a:r>
            <a:endParaRPr lang="en-US" sz="2100" dirty="0"/>
          </a:p>
        </p:txBody>
      </p:sp>
      <p:sp>
        <p:nvSpPr>
          <p:cNvPr id="35" name="Text 31"/>
          <p:cNvSpPr/>
          <p:nvPr/>
        </p:nvSpPr>
        <p:spPr>
          <a:xfrm>
            <a:off x="8531352" y="3029712"/>
            <a:ext cx="914400" cy="493776"/>
          </a:xfrm>
          <a:prstGeom prst="rightArrow">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rgbClr val="FFFFFF"/>
                </a:solidFill>
              </a:rPr>
              <a:t>pl.</a:t>
            </a:r>
            <a:endParaRPr lang="en-US" sz="1200" dirty="0"/>
          </a:p>
        </p:txBody>
      </p:sp>
      <p:sp>
        <p:nvSpPr>
          <p:cNvPr id="36" name="Shape 32"/>
          <p:cNvSpPr/>
          <p:nvPr/>
        </p:nvSpPr>
        <p:spPr>
          <a:xfrm>
            <a:off x="9537192" y="2919984"/>
            <a:ext cx="2103120" cy="713232"/>
          </a:xfrm>
          <a:prstGeom prst="roundRect">
            <a:avLst>
              <a:gd name="adj" fmla="val 10256"/>
            </a:avLst>
          </a:prstGeom>
          <a:solidFill>
            <a:schemeClr val="bg1"/>
          </a:solidFill>
          <a:ln w="31750">
            <a:solidFill>
              <a:srgbClr val="17375E"/>
            </a:solidFill>
            <a:prstDash val="solid"/>
          </a:ln>
        </p:spPr>
      </p:sp>
      <p:sp>
        <p:nvSpPr>
          <p:cNvPr id="37" name="Text 33"/>
          <p:cNvSpPr txBox="1"/>
          <p:nvPr/>
        </p:nvSpPr>
        <p:spPr>
          <a:xfrm>
            <a:off x="9582912" y="2919984"/>
            <a:ext cx="2011680" cy="713232"/>
          </a:xfrm>
          <a:prstGeom prst="rect">
            <a:avLst/>
          </a:prstGeom>
          <a:noFill/>
          <a:ln/>
        </p:spPr>
        <p:txBody>
          <a:bodyPr wrap="square" lIns="0" tIns="0" rIns="0" bIns="0" rtlCol="0" anchor="ctr"/>
          <a:lstStyle/>
          <a:p>
            <a:pPr algn="ctr" indent="0" marL="0">
              <a:buNone/>
            </a:pPr>
            <a:r>
              <a:rPr lang="en-US" sz="1900" dirty="0">
                <a:solidFill>
                  <a:srgbClr val="B8C2CF"/>
                </a:solidFill>
                <a:latin typeface="+mj-lt" pitchFamily="34" charset="0"/>
                <a:ea typeface="+mj-lt" pitchFamily="34" charset="-122"/>
                <a:cs typeface="+mj-lt" pitchFamily="34" charset="-120"/>
              </a:rPr>
              <a:t>…………</a:t>
            </a:r>
            <a:endParaRPr lang="en-US" sz="1900" dirty="0"/>
          </a:p>
        </p:txBody>
      </p:sp>
      <p:sp>
        <p:nvSpPr>
          <p:cNvPr id="38" name="Shape 34"/>
          <p:cNvSpPr/>
          <p:nvPr/>
        </p:nvSpPr>
        <p:spPr>
          <a:xfrm>
            <a:off x="6245352" y="3816096"/>
            <a:ext cx="2194560" cy="713232"/>
          </a:xfrm>
          <a:prstGeom prst="roundRect">
            <a:avLst>
              <a:gd name="adj" fmla="val 10256"/>
            </a:avLst>
          </a:prstGeom>
          <a:solidFill>
            <a:schemeClr val="bg2"/>
          </a:solidFill>
          <a:ln w="31750">
            <a:solidFill>
              <a:srgbClr val="17375E"/>
            </a:solidFill>
            <a:prstDash val="solid"/>
          </a:ln>
        </p:spPr>
      </p:sp>
      <p:sp>
        <p:nvSpPr>
          <p:cNvPr id="39" name="Text 35"/>
          <p:cNvSpPr txBox="1"/>
          <p:nvPr/>
        </p:nvSpPr>
        <p:spPr>
          <a:xfrm>
            <a:off x="6318504" y="3816096"/>
            <a:ext cx="2048256" cy="713232"/>
          </a:xfrm>
          <a:prstGeom prst="rect">
            <a:avLst/>
          </a:prstGeom>
          <a:noFill/>
          <a:ln/>
        </p:spPr>
        <p:txBody>
          <a:bodyPr wrap="square" lIns="0" tIns="0" rIns="0" bIns="0" rtlCol="0" anchor="ctr"/>
          <a:lstStyle/>
          <a:p>
            <a:pPr algn="ctr" indent="0" marL="0">
              <a:buNone/>
            </a:pPr>
            <a:r>
              <a:rPr lang="en-US" sz="2100" b="1" dirty="0">
                <a:solidFill>
                  <a:schemeClr val="tx2"/>
                </a:solidFill>
                <a:latin typeface="+mj-lt" pitchFamily="34" charset="0"/>
                <a:ea typeface="+mj-lt" pitchFamily="34" charset="-122"/>
                <a:cs typeface="+mj-lt" pitchFamily="34" charset="-120"/>
              </a:rPr>
              <a:t>de</a:t>
            </a:r>
            <a:r>
              <a:rPr lang="en-US" sz="2100" dirty="0">
                <a:solidFill>
                  <a:schemeClr val="tx1"/>
                </a:solidFill>
                <a:latin typeface="+mj-lt" pitchFamily="34" charset="0"/>
                <a:ea typeface="+mj-lt" pitchFamily="34" charset="-122"/>
                <a:cs typeface="+mj-lt" pitchFamily="34" charset="-120"/>
              </a:rPr>
              <a:t> les</a:t>
            </a:r>
            <a:endParaRPr lang="en-US" sz="2100" dirty="0"/>
          </a:p>
        </p:txBody>
      </p:sp>
      <p:sp>
        <p:nvSpPr>
          <p:cNvPr id="40" name="Text 36"/>
          <p:cNvSpPr/>
          <p:nvPr/>
        </p:nvSpPr>
        <p:spPr>
          <a:xfrm>
            <a:off x="8531352" y="3925824"/>
            <a:ext cx="914400" cy="493776"/>
          </a:xfrm>
          <a:prstGeom prst="rightArrow">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rgbClr val="FFFFFF"/>
                </a:solidFill>
              </a:rPr>
              <a:t>pl.</a:t>
            </a:r>
            <a:endParaRPr lang="en-US" sz="1200" dirty="0"/>
          </a:p>
        </p:txBody>
      </p:sp>
      <p:sp>
        <p:nvSpPr>
          <p:cNvPr id="41" name="Shape 37"/>
          <p:cNvSpPr/>
          <p:nvPr/>
        </p:nvSpPr>
        <p:spPr>
          <a:xfrm>
            <a:off x="9537192" y="3816096"/>
            <a:ext cx="2103120" cy="713232"/>
          </a:xfrm>
          <a:prstGeom prst="roundRect">
            <a:avLst>
              <a:gd name="adj" fmla="val 10256"/>
            </a:avLst>
          </a:prstGeom>
          <a:solidFill>
            <a:schemeClr val="bg1"/>
          </a:solidFill>
          <a:ln w="31750">
            <a:solidFill>
              <a:srgbClr val="17375E"/>
            </a:solidFill>
            <a:prstDash val="solid"/>
          </a:ln>
        </p:spPr>
      </p:sp>
      <p:sp>
        <p:nvSpPr>
          <p:cNvPr id="42" name="Text 38"/>
          <p:cNvSpPr txBox="1"/>
          <p:nvPr/>
        </p:nvSpPr>
        <p:spPr>
          <a:xfrm>
            <a:off x="9582912" y="3816096"/>
            <a:ext cx="2011680" cy="713232"/>
          </a:xfrm>
          <a:prstGeom prst="rect">
            <a:avLst/>
          </a:prstGeom>
          <a:noFill/>
          <a:ln/>
        </p:spPr>
        <p:txBody>
          <a:bodyPr wrap="square" lIns="0" tIns="0" rIns="0" bIns="0" rtlCol="0" anchor="ctr"/>
          <a:lstStyle/>
          <a:p>
            <a:pPr algn="ctr" indent="0" marL="0">
              <a:buNone/>
            </a:pPr>
            <a:r>
              <a:rPr lang="en-US" sz="1900" dirty="0">
                <a:solidFill>
                  <a:srgbClr val="B8C2CF"/>
                </a:solidFill>
                <a:latin typeface="+mj-lt" pitchFamily="34" charset="0"/>
                <a:ea typeface="+mj-lt" pitchFamily="34" charset="-122"/>
                <a:cs typeface="+mj-lt" pitchFamily="34" charset="-120"/>
              </a:rPr>
              <a:t>…………</a:t>
            </a:r>
            <a:endParaRPr lang="en-US" sz="1900" dirty="0"/>
          </a:p>
        </p:txBody>
      </p:sp>
      <p:sp>
        <p:nvSpPr>
          <p:cNvPr id="43" name="Shape 39"/>
          <p:cNvSpPr/>
          <p:nvPr/>
        </p:nvSpPr>
        <p:spPr>
          <a:xfrm>
            <a:off x="6245352" y="4712208"/>
            <a:ext cx="2194560" cy="713232"/>
          </a:xfrm>
          <a:prstGeom prst="roundRect">
            <a:avLst>
              <a:gd name="adj" fmla="val 10256"/>
            </a:avLst>
          </a:prstGeom>
          <a:solidFill>
            <a:schemeClr val="bg2"/>
          </a:solidFill>
          <a:ln w="31750">
            <a:solidFill>
              <a:srgbClr val="D9700F"/>
            </a:solidFill>
            <a:prstDash val="solid"/>
          </a:ln>
        </p:spPr>
      </p:sp>
      <p:sp>
        <p:nvSpPr>
          <p:cNvPr id="44" name="Text 40"/>
          <p:cNvSpPr txBox="1"/>
          <p:nvPr/>
        </p:nvSpPr>
        <p:spPr>
          <a:xfrm>
            <a:off x="6318504" y="4712208"/>
            <a:ext cx="2048256" cy="713232"/>
          </a:xfrm>
          <a:prstGeom prst="rect">
            <a:avLst/>
          </a:prstGeom>
          <a:noFill/>
          <a:ln/>
        </p:spPr>
        <p:txBody>
          <a:bodyPr wrap="square" lIns="0" tIns="0" rIns="0" bIns="0" rtlCol="0" anchor="ctr"/>
          <a:lstStyle/>
          <a:p>
            <a:pPr algn="ctr" indent="0" marL="0">
              <a:buNone/>
            </a:pPr>
            <a:r>
              <a:rPr lang="en-US" sz="2100" b="1" dirty="0">
                <a:solidFill>
                  <a:schemeClr val="accent1"/>
                </a:solidFill>
                <a:latin typeface="+mj-lt" pitchFamily="34" charset="0"/>
                <a:ea typeface="+mj-lt" pitchFamily="34" charset="-122"/>
                <a:cs typeface="+mj-lt" pitchFamily="34" charset="-120"/>
              </a:rPr>
              <a:t>het</a:t>
            </a:r>
            <a:r>
              <a:rPr lang="en-US" sz="2100" dirty="0">
                <a:solidFill>
                  <a:schemeClr val="tx1"/>
                </a:solidFill>
                <a:latin typeface="+mj-lt" pitchFamily="34" charset="0"/>
                <a:ea typeface="+mj-lt" pitchFamily="34" charset="-122"/>
                <a:cs typeface="+mj-lt" pitchFamily="34" charset="-120"/>
              </a:rPr>
              <a:t> raam</a:t>
            </a:r>
            <a:endParaRPr lang="en-US" sz="2100" dirty="0"/>
          </a:p>
        </p:txBody>
      </p:sp>
      <p:sp>
        <p:nvSpPr>
          <p:cNvPr id="45" name="Text 41"/>
          <p:cNvSpPr/>
          <p:nvPr/>
        </p:nvSpPr>
        <p:spPr>
          <a:xfrm>
            <a:off x="8531352" y="4821936"/>
            <a:ext cx="914400" cy="493776"/>
          </a:xfrm>
          <a:prstGeom prst="rightArrow">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rgbClr val="FFFFFF"/>
                </a:solidFill>
              </a:rPr>
              <a:t>pl.</a:t>
            </a:r>
            <a:endParaRPr lang="en-US" sz="1200" dirty="0"/>
          </a:p>
        </p:txBody>
      </p:sp>
      <p:sp>
        <p:nvSpPr>
          <p:cNvPr id="46" name="Shape 42"/>
          <p:cNvSpPr/>
          <p:nvPr/>
        </p:nvSpPr>
        <p:spPr>
          <a:xfrm>
            <a:off x="9537192" y="4712208"/>
            <a:ext cx="2103120" cy="713232"/>
          </a:xfrm>
          <a:prstGeom prst="roundRect">
            <a:avLst>
              <a:gd name="adj" fmla="val 10256"/>
            </a:avLst>
          </a:prstGeom>
          <a:solidFill>
            <a:schemeClr val="bg1"/>
          </a:solidFill>
          <a:ln w="31750">
            <a:solidFill>
              <a:srgbClr val="17375E"/>
            </a:solidFill>
            <a:prstDash val="solid"/>
          </a:ln>
        </p:spPr>
      </p:sp>
      <p:sp>
        <p:nvSpPr>
          <p:cNvPr id="47" name="Text 43"/>
          <p:cNvSpPr txBox="1"/>
          <p:nvPr/>
        </p:nvSpPr>
        <p:spPr>
          <a:xfrm>
            <a:off x="9582912" y="4712208"/>
            <a:ext cx="2011680" cy="713232"/>
          </a:xfrm>
          <a:prstGeom prst="rect">
            <a:avLst/>
          </a:prstGeom>
          <a:noFill/>
          <a:ln/>
        </p:spPr>
        <p:txBody>
          <a:bodyPr wrap="square" lIns="0" tIns="0" rIns="0" bIns="0" rtlCol="0" anchor="ctr"/>
          <a:lstStyle/>
          <a:p>
            <a:pPr algn="ctr" indent="0" marL="0">
              <a:buNone/>
            </a:pPr>
            <a:r>
              <a:rPr lang="en-US" sz="1900" dirty="0">
                <a:solidFill>
                  <a:srgbClr val="B8C2CF"/>
                </a:solidFill>
                <a:latin typeface="+mj-lt" pitchFamily="34" charset="0"/>
                <a:ea typeface="+mj-lt" pitchFamily="34" charset="-122"/>
                <a:cs typeface="+mj-lt" pitchFamily="34" charset="-120"/>
              </a:rPr>
              <a:t>…………</a:t>
            </a:r>
            <a:endParaRPr lang="en-US" sz="1900" dirty="0"/>
          </a:p>
        </p:txBody>
      </p:sp>
      <p:sp>
        <p:nvSpPr>
          <p:cNvPr id="48" name="Shape 44"/>
          <p:cNvSpPr/>
          <p:nvPr/>
        </p:nvSpPr>
        <p:spPr>
          <a:xfrm>
            <a:off x="548640" y="5669280"/>
            <a:ext cx="11091672" cy="594360"/>
          </a:xfrm>
          <a:prstGeom prst="roundRect">
            <a:avLst>
              <a:gd name="adj" fmla="val 12308"/>
            </a:avLst>
          </a:prstGeom>
          <a:solidFill>
            <a:schemeClr val="tx2"/>
          </a:solidFill>
          <a:ln w="12700">
            <a:solidFill>
              <a:srgbClr val="FFFFFF">
                <a:alpha val="0"/>
              </a:srgbClr>
            </a:solidFill>
            <a:prstDash val="solid"/>
          </a:ln>
        </p:spPr>
      </p:sp>
      <p:pic>
        <p:nvPicPr>
          <p:cNvPr id="49" name="Image 1" descr="Lightbulb">    </p:cNvPr>
          <p:cNvPicPr>
            <a:picLocks noChangeAspect="1"/>
          </p:cNvPicPr>
          <p:nvPr/>
        </p:nvPicPr>
        <p:blipFill>
          <a:blip r:embed="rId2"/>
          <a:stretch>
            <a:fillRect/>
          </a:stretch>
        </p:blipFill>
        <p:spPr>
          <a:xfrm>
            <a:off x="749808" y="5806440"/>
            <a:ext cx="320040" cy="320040"/>
          </a:xfrm>
          <a:prstGeom prst="rect">
            <a:avLst/>
          </a:prstGeom>
        </p:spPr>
      </p:pic>
      <p:sp>
        <p:nvSpPr>
          <p:cNvPr id="50" name="Text 45"/>
          <p:cNvSpPr txBox="1"/>
          <p:nvPr/>
        </p:nvSpPr>
        <p:spPr>
          <a:xfrm>
            <a:off x="1234440" y="5669280"/>
            <a:ext cx="10241280" cy="594360"/>
          </a:xfrm>
          <a:prstGeom prst="rect">
            <a:avLst/>
          </a:prstGeom>
          <a:noFill/>
          <a:ln/>
        </p:spPr>
        <p:txBody>
          <a:bodyPr wrap="square" lIns="0" tIns="0" rIns="0" bIns="0" rtlCol="0" anchor="ctr"/>
          <a:lstStyle/>
          <a:p>
            <a:pPr algn="l" indent="0" marL="0">
              <a:buNone/>
            </a:pPr>
            <a:r>
              <a:rPr lang="en-US" sz="1800" dirty="0">
                <a:solidFill>
                  <a:schemeClr val="bg1"/>
                </a:solidFill>
              </a:rPr>
              <a:t>Rappel du module 1 : je double ? je simplifie ? s → z ?</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Au pluriel</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Mettez au pluriel, avec l’article. Attention à l’orthographe (module 1) !</a:t>
            </a:r>
            <a:endParaRPr lang="en-US" sz="1700" dirty="0"/>
          </a:p>
        </p:txBody>
      </p:sp>
      <p:sp>
        <p:nvSpPr>
          <p:cNvPr id="9" name="Shape 5"/>
          <p:cNvSpPr/>
          <p:nvPr/>
        </p:nvSpPr>
        <p:spPr>
          <a:xfrm>
            <a:off x="548640" y="2023872"/>
            <a:ext cx="2194560" cy="713232"/>
          </a:xfrm>
          <a:prstGeom prst="roundRect">
            <a:avLst>
              <a:gd name="adj" fmla="val 10256"/>
            </a:avLst>
          </a:prstGeom>
          <a:solidFill>
            <a:schemeClr val="bg2"/>
          </a:solidFill>
          <a:ln w="31750">
            <a:solidFill>
              <a:srgbClr val="D9700F"/>
            </a:solidFill>
            <a:prstDash val="solid"/>
          </a:ln>
        </p:spPr>
      </p:sp>
      <p:sp>
        <p:nvSpPr>
          <p:cNvPr id="10" name="Text 6"/>
          <p:cNvSpPr txBox="1"/>
          <p:nvPr/>
        </p:nvSpPr>
        <p:spPr>
          <a:xfrm>
            <a:off x="621792" y="2023872"/>
            <a:ext cx="2048256" cy="713232"/>
          </a:xfrm>
          <a:prstGeom prst="rect">
            <a:avLst/>
          </a:prstGeom>
          <a:noFill/>
          <a:ln/>
        </p:spPr>
        <p:txBody>
          <a:bodyPr wrap="square" lIns="0" tIns="0" rIns="0" bIns="0" rtlCol="0" anchor="ctr"/>
          <a:lstStyle/>
          <a:p>
            <a:pPr algn="ctr" indent="0" marL="0">
              <a:buNone/>
            </a:pPr>
            <a:r>
              <a:rPr lang="en-US" sz="2100" b="1" dirty="0">
                <a:solidFill>
                  <a:schemeClr val="accent1"/>
                </a:solidFill>
                <a:latin typeface="+mj-lt" pitchFamily="34" charset="0"/>
                <a:ea typeface="+mj-lt" pitchFamily="34" charset="-122"/>
                <a:cs typeface="+mj-lt" pitchFamily="34" charset="-120"/>
              </a:rPr>
              <a:t>het</a:t>
            </a:r>
            <a:r>
              <a:rPr lang="en-US" sz="2100" dirty="0">
                <a:solidFill>
                  <a:schemeClr val="tx1"/>
                </a:solidFill>
                <a:latin typeface="+mj-lt" pitchFamily="34" charset="0"/>
                <a:ea typeface="+mj-lt" pitchFamily="34" charset="-122"/>
                <a:cs typeface="+mj-lt" pitchFamily="34" charset="-120"/>
              </a:rPr>
              <a:t> huis</a:t>
            </a:r>
            <a:endParaRPr lang="en-US" sz="2100" dirty="0"/>
          </a:p>
        </p:txBody>
      </p:sp>
      <p:sp>
        <p:nvSpPr>
          <p:cNvPr id="11" name="Text 7"/>
          <p:cNvSpPr/>
          <p:nvPr/>
        </p:nvSpPr>
        <p:spPr>
          <a:xfrm>
            <a:off x="2834640" y="2133600"/>
            <a:ext cx="914400" cy="493776"/>
          </a:xfrm>
          <a:prstGeom prst="rightArrow">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rgbClr val="FFFFFF"/>
                </a:solidFill>
              </a:rPr>
              <a:t>pl.</a:t>
            </a:r>
            <a:endParaRPr lang="en-US" sz="1200" dirty="0"/>
          </a:p>
        </p:txBody>
      </p:sp>
      <p:sp>
        <p:nvSpPr>
          <p:cNvPr id="12" name="Shape 8"/>
          <p:cNvSpPr/>
          <p:nvPr/>
        </p:nvSpPr>
        <p:spPr>
          <a:xfrm>
            <a:off x="3840480" y="2023872"/>
            <a:ext cx="2103120" cy="713232"/>
          </a:xfrm>
          <a:prstGeom prst="roundRect">
            <a:avLst>
              <a:gd name="adj" fmla="val 10256"/>
            </a:avLst>
          </a:prstGeom>
          <a:solidFill>
            <a:schemeClr val="bg1"/>
          </a:solidFill>
          <a:ln w="31750">
            <a:solidFill>
              <a:srgbClr val="17375E"/>
            </a:solidFill>
            <a:prstDash val="solid"/>
          </a:ln>
        </p:spPr>
      </p:sp>
      <p:sp>
        <p:nvSpPr>
          <p:cNvPr id="13" name="Text 9"/>
          <p:cNvSpPr txBox="1"/>
          <p:nvPr/>
        </p:nvSpPr>
        <p:spPr>
          <a:xfrm>
            <a:off x="3886200" y="2023872"/>
            <a:ext cx="2011680" cy="713232"/>
          </a:xfrm>
          <a:prstGeom prst="rect">
            <a:avLst/>
          </a:prstGeom>
          <a:noFill/>
          <a:ln/>
        </p:spPr>
        <p:txBody>
          <a:bodyPr wrap="square" lIns="0" tIns="0" rIns="0" bIns="0" rtlCol="0" anchor="ctr"/>
          <a:lstStyle/>
          <a:p>
            <a:pPr algn="ctr" indent="0" marL="0">
              <a:buNone/>
            </a:pPr>
            <a:r>
              <a:rPr lang="en-US" sz="1900" b="1" dirty="0">
                <a:solidFill>
                  <a:schemeClr val="tx2"/>
                </a:solidFill>
                <a:latin typeface="+mj-lt" pitchFamily="34" charset="0"/>
                <a:ea typeface="+mj-lt" pitchFamily="34" charset="-122"/>
                <a:cs typeface="+mj-lt" pitchFamily="34" charset="-120"/>
              </a:rPr>
              <a:t>de</a:t>
            </a:r>
            <a:r>
              <a:rPr lang="en-US" sz="1900" dirty="0">
                <a:solidFill>
                  <a:schemeClr val="tx1"/>
                </a:solidFill>
                <a:latin typeface="+mj-lt" pitchFamily="34" charset="0"/>
                <a:ea typeface="+mj-lt" pitchFamily="34" charset="-122"/>
                <a:cs typeface="+mj-lt" pitchFamily="34" charset="-120"/>
              </a:rPr>
              <a:t> hui</a:t>
            </a:r>
            <a:r>
              <a:rPr lang="en-US" sz="1900" u="sng" dirty="0">
                <a:solidFill>
                  <a:schemeClr val="tx1"/>
                </a:solidFill>
                <a:latin typeface="+mj-lt" pitchFamily="34" charset="0"/>
                <a:ea typeface="+mj-lt" pitchFamily="34" charset="-122"/>
                <a:cs typeface="+mj-lt" pitchFamily="34" charset="-120"/>
              </a:rPr>
              <a:t>z</a:t>
            </a:r>
            <a:r>
              <a:rPr lang="en-US" sz="1900" dirty="0">
                <a:solidFill>
                  <a:schemeClr val="tx1"/>
                </a:solidFill>
                <a:latin typeface="+mj-lt" pitchFamily="34" charset="0"/>
                <a:ea typeface="+mj-lt" pitchFamily="34" charset="-122"/>
                <a:cs typeface="+mj-lt" pitchFamily="34" charset="-120"/>
              </a:rPr>
              <a:t>en</a:t>
            </a:r>
            <a:endParaRPr lang="en-US" sz="1900" dirty="0"/>
          </a:p>
        </p:txBody>
      </p:sp>
      <p:sp>
        <p:nvSpPr>
          <p:cNvPr id="14" name="Shape 10"/>
          <p:cNvSpPr/>
          <p:nvPr/>
        </p:nvSpPr>
        <p:spPr>
          <a:xfrm>
            <a:off x="548640" y="2919984"/>
            <a:ext cx="2194560" cy="713232"/>
          </a:xfrm>
          <a:prstGeom prst="roundRect">
            <a:avLst>
              <a:gd name="adj" fmla="val 10256"/>
            </a:avLst>
          </a:prstGeom>
          <a:solidFill>
            <a:schemeClr val="bg2"/>
          </a:solidFill>
          <a:ln w="31750">
            <a:solidFill>
              <a:srgbClr val="D9700F"/>
            </a:solidFill>
            <a:prstDash val="solid"/>
          </a:ln>
        </p:spPr>
      </p:sp>
      <p:sp>
        <p:nvSpPr>
          <p:cNvPr id="15" name="Text 11"/>
          <p:cNvSpPr txBox="1"/>
          <p:nvPr/>
        </p:nvSpPr>
        <p:spPr>
          <a:xfrm>
            <a:off x="621792" y="2919984"/>
            <a:ext cx="2048256" cy="713232"/>
          </a:xfrm>
          <a:prstGeom prst="rect">
            <a:avLst/>
          </a:prstGeom>
          <a:noFill/>
          <a:ln/>
        </p:spPr>
        <p:txBody>
          <a:bodyPr wrap="square" lIns="0" tIns="0" rIns="0" bIns="0" rtlCol="0" anchor="ctr"/>
          <a:lstStyle/>
          <a:p>
            <a:pPr algn="ctr" indent="0" marL="0">
              <a:buNone/>
            </a:pPr>
            <a:r>
              <a:rPr lang="en-US" sz="2100" b="1" dirty="0">
                <a:solidFill>
                  <a:schemeClr val="accent1"/>
                </a:solidFill>
                <a:latin typeface="+mj-lt" pitchFamily="34" charset="0"/>
                <a:ea typeface="+mj-lt" pitchFamily="34" charset="-122"/>
                <a:cs typeface="+mj-lt" pitchFamily="34" charset="-120"/>
              </a:rPr>
              <a:t>het</a:t>
            </a:r>
            <a:r>
              <a:rPr lang="en-US" sz="2100" dirty="0">
                <a:solidFill>
                  <a:schemeClr val="tx1"/>
                </a:solidFill>
                <a:latin typeface="+mj-lt" pitchFamily="34" charset="0"/>
                <a:ea typeface="+mj-lt" pitchFamily="34" charset="-122"/>
                <a:cs typeface="+mj-lt" pitchFamily="34" charset="-120"/>
              </a:rPr>
              <a:t> kind</a:t>
            </a:r>
            <a:endParaRPr lang="en-US" sz="2100" dirty="0"/>
          </a:p>
        </p:txBody>
      </p:sp>
      <p:sp>
        <p:nvSpPr>
          <p:cNvPr id="16" name="Text 12"/>
          <p:cNvSpPr/>
          <p:nvPr/>
        </p:nvSpPr>
        <p:spPr>
          <a:xfrm>
            <a:off x="2834640" y="3029712"/>
            <a:ext cx="914400" cy="493776"/>
          </a:xfrm>
          <a:prstGeom prst="rightArrow">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rgbClr val="FFFFFF"/>
                </a:solidFill>
              </a:rPr>
              <a:t>pl.</a:t>
            </a:r>
            <a:endParaRPr lang="en-US" sz="1200" dirty="0"/>
          </a:p>
        </p:txBody>
      </p:sp>
      <p:sp>
        <p:nvSpPr>
          <p:cNvPr id="17" name="Shape 13"/>
          <p:cNvSpPr/>
          <p:nvPr/>
        </p:nvSpPr>
        <p:spPr>
          <a:xfrm>
            <a:off x="3840480" y="2919984"/>
            <a:ext cx="2103120" cy="713232"/>
          </a:xfrm>
          <a:prstGeom prst="roundRect">
            <a:avLst>
              <a:gd name="adj" fmla="val 10256"/>
            </a:avLst>
          </a:prstGeom>
          <a:solidFill>
            <a:schemeClr val="bg1"/>
          </a:solidFill>
          <a:ln w="31750">
            <a:solidFill>
              <a:srgbClr val="17375E"/>
            </a:solidFill>
            <a:prstDash val="solid"/>
          </a:ln>
        </p:spPr>
      </p:sp>
      <p:sp>
        <p:nvSpPr>
          <p:cNvPr id="18" name="Text 14"/>
          <p:cNvSpPr txBox="1"/>
          <p:nvPr/>
        </p:nvSpPr>
        <p:spPr>
          <a:xfrm>
            <a:off x="3886200" y="2919984"/>
            <a:ext cx="2011680" cy="713232"/>
          </a:xfrm>
          <a:prstGeom prst="rect">
            <a:avLst/>
          </a:prstGeom>
          <a:noFill/>
          <a:ln/>
        </p:spPr>
        <p:txBody>
          <a:bodyPr wrap="square" lIns="0" tIns="0" rIns="0" bIns="0" rtlCol="0" anchor="ctr"/>
          <a:lstStyle/>
          <a:p>
            <a:pPr algn="ctr" indent="0" marL="0">
              <a:buNone/>
            </a:pPr>
            <a:r>
              <a:rPr lang="en-US" sz="1900" b="1" dirty="0">
                <a:solidFill>
                  <a:schemeClr val="tx2"/>
                </a:solidFill>
                <a:latin typeface="+mj-lt" pitchFamily="34" charset="0"/>
                <a:ea typeface="+mj-lt" pitchFamily="34" charset="-122"/>
                <a:cs typeface="+mj-lt" pitchFamily="34" charset="-120"/>
              </a:rPr>
              <a:t>de</a:t>
            </a:r>
            <a:r>
              <a:rPr lang="en-US" sz="1900" dirty="0">
                <a:solidFill>
                  <a:schemeClr val="tx1"/>
                </a:solidFill>
                <a:latin typeface="+mj-lt" pitchFamily="34" charset="0"/>
                <a:ea typeface="+mj-lt" pitchFamily="34" charset="-122"/>
                <a:cs typeface="+mj-lt" pitchFamily="34" charset="-120"/>
              </a:rPr>
              <a:t> kinderen</a:t>
            </a:r>
            <a:endParaRPr lang="en-US" sz="1900" dirty="0"/>
          </a:p>
        </p:txBody>
      </p:sp>
      <p:sp>
        <p:nvSpPr>
          <p:cNvPr id="19" name="Shape 15"/>
          <p:cNvSpPr/>
          <p:nvPr/>
        </p:nvSpPr>
        <p:spPr>
          <a:xfrm>
            <a:off x="548640" y="3816096"/>
            <a:ext cx="2194560" cy="713232"/>
          </a:xfrm>
          <a:prstGeom prst="roundRect">
            <a:avLst>
              <a:gd name="adj" fmla="val 10256"/>
            </a:avLst>
          </a:prstGeom>
          <a:solidFill>
            <a:schemeClr val="bg2"/>
          </a:solidFill>
          <a:ln w="31750">
            <a:solidFill>
              <a:srgbClr val="17375E"/>
            </a:solidFill>
            <a:prstDash val="solid"/>
          </a:ln>
        </p:spPr>
      </p:sp>
      <p:sp>
        <p:nvSpPr>
          <p:cNvPr id="20" name="Text 16"/>
          <p:cNvSpPr txBox="1"/>
          <p:nvPr/>
        </p:nvSpPr>
        <p:spPr>
          <a:xfrm>
            <a:off x="621792" y="3816096"/>
            <a:ext cx="2048256" cy="713232"/>
          </a:xfrm>
          <a:prstGeom prst="rect">
            <a:avLst/>
          </a:prstGeom>
          <a:noFill/>
          <a:ln/>
        </p:spPr>
        <p:txBody>
          <a:bodyPr wrap="square" lIns="0" tIns="0" rIns="0" bIns="0" rtlCol="0" anchor="ctr"/>
          <a:lstStyle/>
          <a:p>
            <a:pPr algn="ctr" indent="0" marL="0">
              <a:buNone/>
            </a:pPr>
            <a:r>
              <a:rPr lang="en-US" sz="2100" b="1" dirty="0">
                <a:solidFill>
                  <a:schemeClr val="tx2"/>
                </a:solidFill>
                <a:latin typeface="+mj-lt" pitchFamily="34" charset="0"/>
                <a:ea typeface="+mj-lt" pitchFamily="34" charset="-122"/>
                <a:cs typeface="+mj-lt" pitchFamily="34" charset="-120"/>
              </a:rPr>
              <a:t>de</a:t>
            </a:r>
            <a:r>
              <a:rPr lang="en-US" sz="2100" dirty="0">
                <a:solidFill>
                  <a:schemeClr val="tx1"/>
                </a:solidFill>
                <a:latin typeface="+mj-lt" pitchFamily="34" charset="0"/>
                <a:ea typeface="+mj-lt" pitchFamily="34" charset="-122"/>
                <a:cs typeface="+mj-lt" pitchFamily="34" charset="-120"/>
              </a:rPr>
              <a:t> collega</a:t>
            </a:r>
            <a:endParaRPr lang="en-US" sz="2100" dirty="0"/>
          </a:p>
        </p:txBody>
      </p:sp>
      <p:sp>
        <p:nvSpPr>
          <p:cNvPr id="21" name="Text 17"/>
          <p:cNvSpPr/>
          <p:nvPr/>
        </p:nvSpPr>
        <p:spPr>
          <a:xfrm>
            <a:off x="2834640" y="3925824"/>
            <a:ext cx="914400" cy="493776"/>
          </a:xfrm>
          <a:prstGeom prst="rightArrow">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rgbClr val="FFFFFF"/>
                </a:solidFill>
              </a:rPr>
              <a:t>pl.</a:t>
            </a:r>
            <a:endParaRPr lang="en-US" sz="1200" dirty="0"/>
          </a:p>
        </p:txBody>
      </p:sp>
      <p:sp>
        <p:nvSpPr>
          <p:cNvPr id="22" name="Shape 18"/>
          <p:cNvSpPr/>
          <p:nvPr/>
        </p:nvSpPr>
        <p:spPr>
          <a:xfrm>
            <a:off x="3840480" y="3816096"/>
            <a:ext cx="2103120" cy="713232"/>
          </a:xfrm>
          <a:prstGeom prst="roundRect">
            <a:avLst>
              <a:gd name="adj" fmla="val 10256"/>
            </a:avLst>
          </a:prstGeom>
          <a:solidFill>
            <a:schemeClr val="bg1"/>
          </a:solidFill>
          <a:ln w="31750">
            <a:solidFill>
              <a:srgbClr val="17375E"/>
            </a:solidFill>
            <a:prstDash val="solid"/>
          </a:ln>
        </p:spPr>
      </p:sp>
      <p:sp>
        <p:nvSpPr>
          <p:cNvPr id="23" name="Text 19"/>
          <p:cNvSpPr txBox="1"/>
          <p:nvPr/>
        </p:nvSpPr>
        <p:spPr>
          <a:xfrm>
            <a:off x="3886200" y="3816096"/>
            <a:ext cx="2011680" cy="713232"/>
          </a:xfrm>
          <a:prstGeom prst="rect">
            <a:avLst/>
          </a:prstGeom>
          <a:noFill/>
          <a:ln/>
        </p:spPr>
        <p:txBody>
          <a:bodyPr wrap="square" lIns="0" tIns="0" rIns="0" bIns="0" rtlCol="0" anchor="ctr"/>
          <a:lstStyle/>
          <a:p>
            <a:pPr algn="ctr" indent="0" marL="0">
              <a:buNone/>
            </a:pPr>
            <a:r>
              <a:rPr lang="en-US" sz="1900" b="1" dirty="0">
                <a:solidFill>
                  <a:schemeClr val="tx2"/>
                </a:solidFill>
                <a:latin typeface="+mj-lt" pitchFamily="34" charset="0"/>
                <a:ea typeface="+mj-lt" pitchFamily="34" charset="-122"/>
                <a:cs typeface="+mj-lt" pitchFamily="34" charset="-120"/>
              </a:rPr>
              <a:t>de</a:t>
            </a:r>
            <a:r>
              <a:rPr lang="en-US" sz="1900" dirty="0">
                <a:solidFill>
                  <a:schemeClr val="tx1"/>
                </a:solidFill>
                <a:latin typeface="+mj-lt" pitchFamily="34" charset="0"/>
                <a:ea typeface="+mj-lt" pitchFamily="34" charset="-122"/>
                <a:cs typeface="+mj-lt" pitchFamily="34" charset="-120"/>
              </a:rPr>
              <a:t> collega's</a:t>
            </a:r>
            <a:endParaRPr lang="en-US" sz="1900" dirty="0"/>
          </a:p>
        </p:txBody>
      </p:sp>
      <p:sp>
        <p:nvSpPr>
          <p:cNvPr id="24" name="Shape 20"/>
          <p:cNvSpPr/>
          <p:nvPr/>
        </p:nvSpPr>
        <p:spPr>
          <a:xfrm>
            <a:off x="548640" y="4712208"/>
            <a:ext cx="2194560" cy="713232"/>
          </a:xfrm>
          <a:prstGeom prst="roundRect">
            <a:avLst>
              <a:gd name="adj" fmla="val 10256"/>
            </a:avLst>
          </a:prstGeom>
          <a:solidFill>
            <a:schemeClr val="bg2"/>
          </a:solidFill>
          <a:ln w="31750">
            <a:solidFill>
              <a:srgbClr val="D9700F"/>
            </a:solidFill>
            <a:prstDash val="solid"/>
          </a:ln>
        </p:spPr>
      </p:sp>
      <p:sp>
        <p:nvSpPr>
          <p:cNvPr id="25" name="Text 21"/>
          <p:cNvSpPr txBox="1"/>
          <p:nvPr/>
        </p:nvSpPr>
        <p:spPr>
          <a:xfrm>
            <a:off x="621792" y="4712208"/>
            <a:ext cx="2048256" cy="713232"/>
          </a:xfrm>
          <a:prstGeom prst="rect">
            <a:avLst/>
          </a:prstGeom>
          <a:noFill/>
          <a:ln/>
        </p:spPr>
        <p:txBody>
          <a:bodyPr wrap="square" lIns="0" tIns="0" rIns="0" bIns="0" rtlCol="0" anchor="ctr"/>
          <a:lstStyle/>
          <a:p>
            <a:pPr algn="ctr" indent="0" marL="0">
              <a:buNone/>
            </a:pPr>
            <a:r>
              <a:rPr lang="en-US" sz="2100" b="1" dirty="0">
                <a:solidFill>
                  <a:schemeClr val="accent1"/>
                </a:solidFill>
                <a:latin typeface="+mj-lt" pitchFamily="34" charset="0"/>
                <a:ea typeface="+mj-lt" pitchFamily="34" charset="-122"/>
                <a:cs typeface="+mj-lt" pitchFamily="34" charset="-120"/>
              </a:rPr>
              <a:t>het</a:t>
            </a:r>
            <a:r>
              <a:rPr lang="en-US" sz="2100" dirty="0">
                <a:solidFill>
                  <a:schemeClr val="tx1"/>
                </a:solidFill>
                <a:latin typeface="+mj-lt" pitchFamily="34" charset="0"/>
                <a:ea typeface="+mj-lt" pitchFamily="34" charset="-122"/>
                <a:cs typeface="+mj-lt" pitchFamily="34" charset="-120"/>
              </a:rPr>
              <a:t> boek</a:t>
            </a:r>
            <a:endParaRPr lang="en-US" sz="2100" dirty="0"/>
          </a:p>
        </p:txBody>
      </p:sp>
      <p:sp>
        <p:nvSpPr>
          <p:cNvPr id="26" name="Text 22"/>
          <p:cNvSpPr/>
          <p:nvPr/>
        </p:nvSpPr>
        <p:spPr>
          <a:xfrm>
            <a:off x="2834640" y="4821936"/>
            <a:ext cx="914400" cy="493776"/>
          </a:xfrm>
          <a:prstGeom prst="rightArrow">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rgbClr val="FFFFFF"/>
                </a:solidFill>
              </a:rPr>
              <a:t>pl.</a:t>
            </a:r>
            <a:endParaRPr lang="en-US" sz="1200" dirty="0"/>
          </a:p>
        </p:txBody>
      </p:sp>
      <p:sp>
        <p:nvSpPr>
          <p:cNvPr id="27" name="Shape 23"/>
          <p:cNvSpPr/>
          <p:nvPr/>
        </p:nvSpPr>
        <p:spPr>
          <a:xfrm>
            <a:off x="3840480" y="4712208"/>
            <a:ext cx="2103120" cy="713232"/>
          </a:xfrm>
          <a:prstGeom prst="roundRect">
            <a:avLst>
              <a:gd name="adj" fmla="val 10256"/>
            </a:avLst>
          </a:prstGeom>
          <a:solidFill>
            <a:schemeClr val="bg1"/>
          </a:solidFill>
          <a:ln w="31750">
            <a:solidFill>
              <a:srgbClr val="17375E"/>
            </a:solidFill>
            <a:prstDash val="solid"/>
          </a:ln>
        </p:spPr>
      </p:sp>
      <p:sp>
        <p:nvSpPr>
          <p:cNvPr id="28" name="Text 24"/>
          <p:cNvSpPr txBox="1"/>
          <p:nvPr/>
        </p:nvSpPr>
        <p:spPr>
          <a:xfrm>
            <a:off x="3886200" y="4712208"/>
            <a:ext cx="2011680" cy="713232"/>
          </a:xfrm>
          <a:prstGeom prst="rect">
            <a:avLst/>
          </a:prstGeom>
          <a:noFill/>
          <a:ln/>
        </p:spPr>
        <p:txBody>
          <a:bodyPr wrap="square" lIns="0" tIns="0" rIns="0" bIns="0" rtlCol="0" anchor="ctr"/>
          <a:lstStyle/>
          <a:p>
            <a:pPr algn="ctr" indent="0" marL="0">
              <a:buNone/>
            </a:pPr>
            <a:r>
              <a:rPr lang="en-US" sz="1900" b="1" dirty="0">
                <a:solidFill>
                  <a:schemeClr val="tx2"/>
                </a:solidFill>
                <a:latin typeface="+mj-lt" pitchFamily="34" charset="0"/>
                <a:ea typeface="+mj-lt" pitchFamily="34" charset="-122"/>
                <a:cs typeface="+mj-lt" pitchFamily="34" charset="-120"/>
              </a:rPr>
              <a:t>de</a:t>
            </a:r>
            <a:r>
              <a:rPr lang="en-US" sz="1900" dirty="0">
                <a:solidFill>
                  <a:schemeClr val="tx1"/>
                </a:solidFill>
                <a:latin typeface="+mj-lt" pitchFamily="34" charset="0"/>
                <a:ea typeface="+mj-lt" pitchFamily="34" charset="-122"/>
                <a:cs typeface="+mj-lt" pitchFamily="34" charset="-120"/>
              </a:rPr>
              <a:t> boeken</a:t>
            </a:r>
            <a:endParaRPr lang="en-US" sz="1900" dirty="0"/>
          </a:p>
        </p:txBody>
      </p:sp>
      <p:sp>
        <p:nvSpPr>
          <p:cNvPr id="29" name="Shape 25"/>
          <p:cNvSpPr/>
          <p:nvPr/>
        </p:nvSpPr>
        <p:spPr>
          <a:xfrm>
            <a:off x="6245352" y="2023872"/>
            <a:ext cx="2194560" cy="713232"/>
          </a:xfrm>
          <a:prstGeom prst="roundRect">
            <a:avLst>
              <a:gd name="adj" fmla="val 10256"/>
            </a:avLst>
          </a:prstGeom>
          <a:solidFill>
            <a:schemeClr val="bg2"/>
          </a:solidFill>
          <a:ln w="31750">
            <a:solidFill>
              <a:srgbClr val="17375E"/>
            </a:solidFill>
            <a:prstDash val="solid"/>
          </a:ln>
        </p:spPr>
      </p:sp>
      <p:sp>
        <p:nvSpPr>
          <p:cNvPr id="30" name="Text 26"/>
          <p:cNvSpPr txBox="1"/>
          <p:nvPr/>
        </p:nvSpPr>
        <p:spPr>
          <a:xfrm>
            <a:off x="6318504" y="2023872"/>
            <a:ext cx="2048256" cy="713232"/>
          </a:xfrm>
          <a:prstGeom prst="rect">
            <a:avLst/>
          </a:prstGeom>
          <a:noFill/>
          <a:ln/>
        </p:spPr>
        <p:txBody>
          <a:bodyPr wrap="square" lIns="0" tIns="0" rIns="0" bIns="0" rtlCol="0" anchor="ctr"/>
          <a:lstStyle/>
          <a:p>
            <a:pPr algn="ctr" indent="0" marL="0">
              <a:buNone/>
            </a:pPr>
            <a:r>
              <a:rPr lang="en-US" sz="2100" b="1" dirty="0">
                <a:solidFill>
                  <a:schemeClr val="tx2"/>
                </a:solidFill>
                <a:latin typeface="+mj-lt" pitchFamily="34" charset="0"/>
                <a:ea typeface="+mj-lt" pitchFamily="34" charset="-122"/>
                <a:cs typeface="+mj-lt" pitchFamily="34" charset="-120"/>
              </a:rPr>
              <a:t>de</a:t>
            </a:r>
            <a:r>
              <a:rPr lang="en-US" sz="2100" dirty="0">
                <a:solidFill>
                  <a:schemeClr val="tx1"/>
                </a:solidFill>
                <a:latin typeface="+mj-lt" pitchFamily="34" charset="0"/>
                <a:ea typeface="+mj-lt" pitchFamily="34" charset="-122"/>
                <a:cs typeface="+mj-lt" pitchFamily="34" charset="-120"/>
              </a:rPr>
              <a:t> vergadering</a:t>
            </a:r>
            <a:endParaRPr lang="en-US" sz="2100" dirty="0"/>
          </a:p>
        </p:txBody>
      </p:sp>
      <p:sp>
        <p:nvSpPr>
          <p:cNvPr id="31" name="Text 27"/>
          <p:cNvSpPr/>
          <p:nvPr/>
        </p:nvSpPr>
        <p:spPr>
          <a:xfrm>
            <a:off x="8531352" y="2133600"/>
            <a:ext cx="914400" cy="493776"/>
          </a:xfrm>
          <a:prstGeom prst="rightArrow">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rgbClr val="FFFFFF"/>
                </a:solidFill>
              </a:rPr>
              <a:t>pl.</a:t>
            </a:r>
            <a:endParaRPr lang="en-US" sz="1200" dirty="0"/>
          </a:p>
        </p:txBody>
      </p:sp>
      <p:sp>
        <p:nvSpPr>
          <p:cNvPr id="32" name="Shape 28"/>
          <p:cNvSpPr/>
          <p:nvPr/>
        </p:nvSpPr>
        <p:spPr>
          <a:xfrm>
            <a:off x="9537192" y="2023872"/>
            <a:ext cx="2103120" cy="713232"/>
          </a:xfrm>
          <a:prstGeom prst="roundRect">
            <a:avLst>
              <a:gd name="adj" fmla="val 10256"/>
            </a:avLst>
          </a:prstGeom>
          <a:solidFill>
            <a:schemeClr val="bg1"/>
          </a:solidFill>
          <a:ln w="31750">
            <a:solidFill>
              <a:srgbClr val="17375E"/>
            </a:solidFill>
            <a:prstDash val="solid"/>
          </a:ln>
        </p:spPr>
      </p:sp>
      <p:sp>
        <p:nvSpPr>
          <p:cNvPr id="33" name="Text 29"/>
          <p:cNvSpPr txBox="1"/>
          <p:nvPr/>
        </p:nvSpPr>
        <p:spPr>
          <a:xfrm>
            <a:off x="9582912" y="2023872"/>
            <a:ext cx="2011680" cy="713232"/>
          </a:xfrm>
          <a:prstGeom prst="rect">
            <a:avLst/>
          </a:prstGeom>
          <a:noFill/>
          <a:ln/>
        </p:spPr>
        <p:txBody>
          <a:bodyPr wrap="square" lIns="0" tIns="0" rIns="0" bIns="0" rtlCol="0" anchor="ctr"/>
          <a:lstStyle/>
          <a:p>
            <a:pPr algn="ctr" indent="0" marL="0">
              <a:buNone/>
            </a:pPr>
            <a:r>
              <a:rPr lang="en-US" sz="1900" b="1" dirty="0">
                <a:solidFill>
                  <a:schemeClr val="tx2"/>
                </a:solidFill>
                <a:latin typeface="+mj-lt" pitchFamily="34" charset="0"/>
                <a:ea typeface="+mj-lt" pitchFamily="34" charset="-122"/>
                <a:cs typeface="+mj-lt" pitchFamily="34" charset="-120"/>
              </a:rPr>
              <a:t>de</a:t>
            </a:r>
            <a:r>
              <a:rPr lang="en-US" sz="1900" dirty="0">
                <a:solidFill>
                  <a:schemeClr val="tx1"/>
                </a:solidFill>
                <a:latin typeface="+mj-lt" pitchFamily="34" charset="0"/>
                <a:ea typeface="+mj-lt" pitchFamily="34" charset="-122"/>
                <a:cs typeface="+mj-lt" pitchFamily="34" charset="-120"/>
              </a:rPr>
              <a:t> vergaderingen</a:t>
            </a:r>
            <a:endParaRPr lang="en-US" sz="1900" dirty="0"/>
          </a:p>
        </p:txBody>
      </p:sp>
      <p:sp>
        <p:nvSpPr>
          <p:cNvPr id="34" name="Shape 30"/>
          <p:cNvSpPr/>
          <p:nvPr/>
        </p:nvSpPr>
        <p:spPr>
          <a:xfrm>
            <a:off x="6245352" y="2919984"/>
            <a:ext cx="2194560" cy="713232"/>
          </a:xfrm>
          <a:prstGeom prst="roundRect">
            <a:avLst>
              <a:gd name="adj" fmla="val 10256"/>
            </a:avLst>
          </a:prstGeom>
          <a:solidFill>
            <a:schemeClr val="bg2"/>
          </a:solidFill>
          <a:ln w="31750">
            <a:solidFill>
              <a:srgbClr val="D9700F"/>
            </a:solidFill>
            <a:prstDash val="solid"/>
          </a:ln>
        </p:spPr>
      </p:sp>
      <p:sp>
        <p:nvSpPr>
          <p:cNvPr id="35" name="Text 31"/>
          <p:cNvSpPr txBox="1"/>
          <p:nvPr/>
        </p:nvSpPr>
        <p:spPr>
          <a:xfrm>
            <a:off x="6318504" y="2919984"/>
            <a:ext cx="2048256" cy="713232"/>
          </a:xfrm>
          <a:prstGeom prst="rect">
            <a:avLst/>
          </a:prstGeom>
          <a:noFill/>
          <a:ln/>
        </p:spPr>
        <p:txBody>
          <a:bodyPr wrap="square" lIns="0" tIns="0" rIns="0" bIns="0" rtlCol="0" anchor="ctr"/>
          <a:lstStyle/>
          <a:p>
            <a:pPr algn="ctr" indent="0" marL="0">
              <a:buNone/>
            </a:pPr>
            <a:r>
              <a:rPr lang="en-US" sz="2100" b="1" dirty="0">
                <a:solidFill>
                  <a:schemeClr val="accent1"/>
                </a:solidFill>
                <a:latin typeface="+mj-lt" pitchFamily="34" charset="0"/>
                <a:ea typeface="+mj-lt" pitchFamily="34" charset="-122"/>
                <a:cs typeface="+mj-lt" pitchFamily="34" charset="-120"/>
              </a:rPr>
              <a:t>het</a:t>
            </a:r>
            <a:r>
              <a:rPr lang="en-US" sz="2100" dirty="0">
                <a:solidFill>
                  <a:schemeClr val="tx1"/>
                </a:solidFill>
                <a:latin typeface="+mj-lt" pitchFamily="34" charset="0"/>
                <a:ea typeface="+mj-lt" pitchFamily="34" charset="-122"/>
                <a:cs typeface="+mj-lt" pitchFamily="34" charset="-120"/>
              </a:rPr>
              <a:t> meisje</a:t>
            </a:r>
            <a:endParaRPr lang="en-US" sz="2100" dirty="0"/>
          </a:p>
        </p:txBody>
      </p:sp>
      <p:sp>
        <p:nvSpPr>
          <p:cNvPr id="36" name="Text 32"/>
          <p:cNvSpPr/>
          <p:nvPr/>
        </p:nvSpPr>
        <p:spPr>
          <a:xfrm>
            <a:off x="8531352" y="3029712"/>
            <a:ext cx="914400" cy="493776"/>
          </a:xfrm>
          <a:prstGeom prst="rightArrow">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rgbClr val="FFFFFF"/>
                </a:solidFill>
              </a:rPr>
              <a:t>pl.</a:t>
            </a:r>
            <a:endParaRPr lang="en-US" sz="1200" dirty="0"/>
          </a:p>
        </p:txBody>
      </p:sp>
      <p:sp>
        <p:nvSpPr>
          <p:cNvPr id="37" name="Shape 33"/>
          <p:cNvSpPr/>
          <p:nvPr/>
        </p:nvSpPr>
        <p:spPr>
          <a:xfrm>
            <a:off x="9537192" y="2919984"/>
            <a:ext cx="2103120" cy="713232"/>
          </a:xfrm>
          <a:prstGeom prst="roundRect">
            <a:avLst>
              <a:gd name="adj" fmla="val 10256"/>
            </a:avLst>
          </a:prstGeom>
          <a:solidFill>
            <a:schemeClr val="bg1"/>
          </a:solidFill>
          <a:ln w="31750">
            <a:solidFill>
              <a:srgbClr val="17375E"/>
            </a:solidFill>
            <a:prstDash val="solid"/>
          </a:ln>
        </p:spPr>
      </p:sp>
      <p:sp>
        <p:nvSpPr>
          <p:cNvPr id="38" name="Text 34"/>
          <p:cNvSpPr txBox="1"/>
          <p:nvPr/>
        </p:nvSpPr>
        <p:spPr>
          <a:xfrm>
            <a:off x="9582912" y="2919984"/>
            <a:ext cx="2011680" cy="713232"/>
          </a:xfrm>
          <a:prstGeom prst="rect">
            <a:avLst/>
          </a:prstGeom>
          <a:noFill/>
          <a:ln/>
        </p:spPr>
        <p:txBody>
          <a:bodyPr wrap="square" lIns="0" tIns="0" rIns="0" bIns="0" rtlCol="0" anchor="ctr"/>
          <a:lstStyle/>
          <a:p>
            <a:pPr algn="ctr" indent="0" marL="0">
              <a:buNone/>
            </a:pPr>
            <a:r>
              <a:rPr lang="en-US" sz="1900" b="1" dirty="0">
                <a:solidFill>
                  <a:schemeClr val="tx2"/>
                </a:solidFill>
                <a:latin typeface="+mj-lt" pitchFamily="34" charset="0"/>
                <a:ea typeface="+mj-lt" pitchFamily="34" charset="-122"/>
                <a:cs typeface="+mj-lt" pitchFamily="34" charset="-120"/>
              </a:rPr>
              <a:t>de</a:t>
            </a:r>
            <a:r>
              <a:rPr lang="en-US" sz="1900" dirty="0">
                <a:solidFill>
                  <a:schemeClr val="tx1"/>
                </a:solidFill>
                <a:latin typeface="+mj-lt" pitchFamily="34" charset="0"/>
                <a:ea typeface="+mj-lt" pitchFamily="34" charset="-122"/>
                <a:cs typeface="+mj-lt" pitchFamily="34" charset="-120"/>
              </a:rPr>
              <a:t> meisjes</a:t>
            </a:r>
            <a:endParaRPr lang="en-US" sz="1900" dirty="0"/>
          </a:p>
        </p:txBody>
      </p:sp>
      <p:sp>
        <p:nvSpPr>
          <p:cNvPr id="39" name="Shape 35"/>
          <p:cNvSpPr/>
          <p:nvPr/>
        </p:nvSpPr>
        <p:spPr>
          <a:xfrm>
            <a:off x="6245352" y="3816096"/>
            <a:ext cx="2194560" cy="713232"/>
          </a:xfrm>
          <a:prstGeom prst="roundRect">
            <a:avLst>
              <a:gd name="adj" fmla="val 10256"/>
            </a:avLst>
          </a:prstGeom>
          <a:solidFill>
            <a:schemeClr val="bg2"/>
          </a:solidFill>
          <a:ln w="31750">
            <a:solidFill>
              <a:srgbClr val="17375E"/>
            </a:solidFill>
            <a:prstDash val="solid"/>
          </a:ln>
        </p:spPr>
      </p:sp>
      <p:sp>
        <p:nvSpPr>
          <p:cNvPr id="40" name="Text 36"/>
          <p:cNvSpPr txBox="1"/>
          <p:nvPr/>
        </p:nvSpPr>
        <p:spPr>
          <a:xfrm>
            <a:off x="6318504" y="3816096"/>
            <a:ext cx="2048256" cy="713232"/>
          </a:xfrm>
          <a:prstGeom prst="rect">
            <a:avLst/>
          </a:prstGeom>
          <a:noFill/>
          <a:ln/>
        </p:spPr>
        <p:txBody>
          <a:bodyPr wrap="square" lIns="0" tIns="0" rIns="0" bIns="0" rtlCol="0" anchor="ctr"/>
          <a:lstStyle/>
          <a:p>
            <a:pPr algn="ctr" indent="0" marL="0">
              <a:buNone/>
            </a:pPr>
            <a:r>
              <a:rPr lang="en-US" sz="2100" b="1" dirty="0">
                <a:solidFill>
                  <a:schemeClr val="tx2"/>
                </a:solidFill>
                <a:latin typeface="+mj-lt" pitchFamily="34" charset="0"/>
                <a:ea typeface="+mj-lt" pitchFamily="34" charset="-122"/>
                <a:cs typeface="+mj-lt" pitchFamily="34" charset="-120"/>
              </a:rPr>
              <a:t>de</a:t>
            </a:r>
            <a:r>
              <a:rPr lang="en-US" sz="2100" dirty="0">
                <a:solidFill>
                  <a:schemeClr val="tx1"/>
                </a:solidFill>
                <a:latin typeface="+mj-lt" pitchFamily="34" charset="0"/>
                <a:ea typeface="+mj-lt" pitchFamily="34" charset="-122"/>
                <a:cs typeface="+mj-lt" pitchFamily="34" charset="-120"/>
              </a:rPr>
              <a:t> les</a:t>
            </a:r>
            <a:endParaRPr lang="en-US" sz="2100" dirty="0"/>
          </a:p>
        </p:txBody>
      </p:sp>
      <p:sp>
        <p:nvSpPr>
          <p:cNvPr id="41" name="Text 37"/>
          <p:cNvSpPr/>
          <p:nvPr/>
        </p:nvSpPr>
        <p:spPr>
          <a:xfrm>
            <a:off x="8531352" y="3925824"/>
            <a:ext cx="914400" cy="493776"/>
          </a:xfrm>
          <a:prstGeom prst="rightArrow">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rgbClr val="FFFFFF"/>
                </a:solidFill>
              </a:rPr>
              <a:t>pl.</a:t>
            </a:r>
            <a:endParaRPr lang="en-US" sz="1200" dirty="0"/>
          </a:p>
        </p:txBody>
      </p:sp>
      <p:sp>
        <p:nvSpPr>
          <p:cNvPr id="42" name="Shape 38"/>
          <p:cNvSpPr/>
          <p:nvPr/>
        </p:nvSpPr>
        <p:spPr>
          <a:xfrm>
            <a:off x="9537192" y="3816096"/>
            <a:ext cx="2103120" cy="713232"/>
          </a:xfrm>
          <a:prstGeom prst="roundRect">
            <a:avLst>
              <a:gd name="adj" fmla="val 10256"/>
            </a:avLst>
          </a:prstGeom>
          <a:solidFill>
            <a:schemeClr val="bg1"/>
          </a:solidFill>
          <a:ln w="31750">
            <a:solidFill>
              <a:srgbClr val="17375E"/>
            </a:solidFill>
            <a:prstDash val="solid"/>
          </a:ln>
        </p:spPr>
      </p:sp>
      <p:sp>
        <p:nvSpPr>
          <p:cNvPr id="43" name="Text 39"/>
          <p:cNvSpPr txBox="1"/>
          <p:nvPr/>
        </p:nvSpPr>
        <p:spPr>
          <a:xfrm>
            <a:off x="9582912" y="3816096"/>
            <a:ext cx="2011680" cy="713232"/>
          </a:xfrm>
          <a:prstGeom prst="rect">
            <a:avLst/>
          </a:prstGeom>
          <a:noFill/>
          <a:ln/>
        </p:spPr>
        <p:txBody>
          <a:bodyPr wrap="square" lIns="0" tIns="0" rIns="0" bIns="0" rtlCol="0" anchor="ctr"/>
          <a:lstStyle/>
          <a:p>
            <a:pPr algn="ctr" indent="0" marL="0">
              <a:buNone/>
            </a:pPr>
            <a:r>
              <a:rPr lang="en-US" sz="1900" b="1" dirty="0">
                <a:solidFill>
                  <a:schemeClr val="tx2"/>
                </a:solidFill>
                <a:latin typeface="+mj-lt" pitchFamily="34" charset="0"/>
                <a:ea typeface="+mj-lt" pitchFamily="34" charset="-122"/>
                <a:cs typeface="+mj-lt" pitchFamily="34" charset="-120"/>
              </a:rPr>
              <a:t>de</a:t>
            </a:r>
            <a:r>
              <a:rPr lang="en-US" sz="1900" dirty="0">
                <a:solidFill>
                  <a:schemeClr val="tx1"/>
                </a:solidFill>
                <a:latin typeface="+mj-lt" pitchFamily="34" charset="0"/>
                <a:ea typeface="+mj-lt" pitchFamily="34" charset="-122"/>
                <a:cs typeface="+mj-lt" pitchFamily="34" charset="-120"/>
              </a:rPr>
              <a:t> les</a:t>
            </a:r>
            <a:r>
              <a:rPr lang="en-US" sz="1900" u="sng" dirty="0">
                <a:solidFill>
                  <a:schemeClr val="tx1"/>
                </a:solidFill>
                <a:latin typeface="+mj-lt" pitchFamily="34" charset="0"/>
                <a:ea typeface="+mj-lt" pitchFamily="34" charset="-122"/>
                <a:cs typeface="+mj-lt" pitchFamily="34" charset="-120"/>
              </a:rPr>
              <a:t>s</a:t>
            </a:r>
            <a:r>
              <a:rPr lang="en-US" sz="1900" dirty="0">
                <a:solidFill>
                  <a:schemeClr val="tx1"/>
                </a:solidFill>
                <a:latin typeface="+mj-lt" pitchFamily="34" charset="0"/>
                <a:ea typeface="+mj-lt" pitchFamily="34" charset="-122"/>
                <a:cs typeface="+mj-lt" pitchFamily="34" charset="-120"/>
              </a:rPr>
              <a:t>en</a:t>
            </a:r>
            <a:endParaRPr lang="en-US" sz="1900" dirty="0"/>
          </a:p>
        </p:txBody>
      </p:sp>
      <p:sp>
        <p:nvSpPr>
          <p:cNvPr id="44" name="Shape 40"/>
          <p:cNvSpPr/>
          <p:nvPr/>
        </p:nvSpPr>
        <p:spPr>
          <a:xfrm>
            <a:off x="6245352" y="4712208"/>
            <a:ext cx="2194560" cy="713232"/>
          </a:xfrm>
          <a:prstGeom prst="roundRect">
            <a:avLst>
              <a:gd name="adj" fmla="val 10256"/>
            </a:avLst>
          </a:prstGeom>
          <a:solidFill>
            <a:schemeClr val="bg2"/>
          </a:solidFill>
          <a:ln w="31750">
            <a:solidFill>
              <a:srgbClr val="D9700F"/>
            </a:solidFill>
            <a:prstDash val="solid"/>
          </a:ln>
        </p:spPr>
      </p:sp>
      <p:sp>
        <p:nvSpPr>
          <p:cNvPr id="45" name="Text 41"/>
          <p:cNvSpPr txBox="1"/>
          <p:nvPr/>
        </p:nvSpPr>
        <p:spPr>
          <a:xfrm>
            <a:off x="6318504" y="4712208"/>
            <a:ext cx="2048256" cy="713232"/>
          </a:xfrm>
          <a:prstGeom prst="rect">
            <a:avLst/>
          </a:prstGeom>
          <a:noFill/>
          <a:ln/>
        </p:spPr>
        <p:txBody>
          <a:bodyPr wrap="square" lIns="0" tIns="0" rIns="0" bIns="0" rtlCol="0" anchor="ctr"/>
          <a:lstStyle/>
          <a:p>
            <a:pPr algn="ctr" indent="0" marL="0">
              <a:buNone/>
            </a:pPr>
            <a:r>
              <a:rPr lang="en-US" sz="2100" b="1" dirty="0">
                <a:solidFill>
                  <a:schemeClr val="accent1"/>
                </a:solidFill>
                <a:latin typeface="+mj-lt" pitchFamily="34" charset="0"/>
                <a:ea typeface="+mj-lt" pitchFamily="34" charset="-122"/>
                <a:cs typeface="+mj-lt" pitchFamily="34" charset="-120"/>
              </a:rPr>
              <a:t>het</a:t>
            </a:r>
            <a:r>
              <a:rPr lang="en-US" sz="2100" dirty="0">
                <a:solidFill>
                  <a:schemeClr val="tx1"/>
                </a:solidFill>
                <a:latin typeface="+mj-lt" pitchFamily="34" charset="0"/>
                <a:ea typeface="+mj-lt" pitchFamily="34" charset="-122"/>
                <a:cs typeface="+mj-lt" pitchFamily="34" charset="-120"/>
              </a:rPr>
              <a:t> raam</a:t>
            </a:r>
            <a:endParaRPr lang="en-US" sz="2100" dirty="0"/>
          </a:p>
        </p:txBody>
      </p:sp>
      <p:sp>
        <p:nvSpPr>
          <p:cNvPr id="46" name="Text 42"/>
          <p:cNvSpPr/>
          <p:nvPr/>
        </p:nvSpPr>
        <p:spPr>
          <a:xfrm>
            <a:off x="8531352" y="4821936"/>
            <a:ext cx="914400" cy="493776"/>
          </a:xfrm>
          <a:prstGeom prst="rightArrow">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rgbClr val="FFFFFF"/>
                </a:solidFill>
              </a:rPr>
              <a:t>pl.</a:t>
            </a:r>
            <a:endParaRPr lang="en-US" sz="1200" dirty="0"/>
          </a:p>
        </p:txBody>
      </p:sp>
      <p:sp>
        <p:nvSpPr>
          <p:cNvPr id="47" name="Shape 43"/>
          <p:cNvSpPr/>
          <p:nvPr/>
        </p:nvSpPr>
        <p:spPr>
          <a:xfrm>
            <a:off x="9537192" y="4712208"/>
            <a:ext cx="2103120" cy="713232"/>
          </a:xfrm>
          <a:prstGeom prst="roundRect">
            <a:avLst>
              <a:gd name="adj" fmla="val 10256"/>
            </a:avLst>
          </a:prstGeom>
          <a:solidFill>
            <a:schemeClr val="bg1"/>
          </a:solidFill>
          <a:ln w="31750">
            <a:solidFill>
              <a:srgbClr val="17375E"/>
            </a:solidFill>
            <a:prstDash val="solid"/>
          </a:ln>
        </p:spPr>
      </p:sp>
      <p:sp>
        <p:nvSpPr>
          <p:cNvPr id="48" name="Text 44"/>
          <p:cNvSpPr txBox="1"/>
          <p:nvPr/>
        </p:nvSpPr>
        <p:spPr>
          <a:xfrm>
            <a:off x="9582912" y="4712208"/>
            <a:ext cx="2011680" cy="713232"/>
          </a:xfrm>
          <a:prstGeom prst="rect">
            <a:avLst/>
          </a:prstGeom>
          <a:noFill/>
          <a:ln/>
        </p:spPr>
        <p:txBody>
          <a:bodyPr wrap="square" lIns="0" tIns="0" rIns="0" bIns="0" rtlCol="0" anchor="ctr"/>
          <a:lstStyle/>
          <a:p>
            <a:pPr algn="ctr" indent="0" marL="0">
              <a:buNone/>
            </a:pPr>
            <a:r>
              <a:rPr lang="en-US" sz="1900" b="1" dirty="0">
                <a:solidFill>
                  <a:schemeClr val="tx2"/>
                </a:solidFill>
                <a:latin typeface="+mj-lt" pitchFamily="34" charset="0"/>
                <a:ea typeface="+mj-lt" pitchFamily="34" charset="-122"/>
                <a:cs typeface="+mj-lt" pitchFamily="34" charset="-120"/>
              </a:rPr>
              <a:t>de</a:t>
            </a:r>
            <a:r>
              <a:rPr lang="en-US" sz="1900" dirty="0">
                <a:solidFill>
                  <a:schemeClr val="tx1"/>
                </a:solidFill>
                <a:latin typeface="+mj-lt" pitchFamily="34" charset="0"/>
                <a:ea typeface="+mj-lt" pitchFamily="34" charset="-122"/>
                <a:cs typeface="+mj-lt" pitchFamily="34" charset="-120"/>
              </a:rPr>
              <a:t> r</a:t>
            </a:r>
            <a:r>
              <a:rPr lang="en-US" sz="1900" u="sng" dirty="0">
                <a:solidFill>
                  <a:schemeClr val="tx1"/>
                </a:solidFill>
                <a:latin typeface="+mj-lt" pitchFamily="34" charset="0"/>
                <a:ea typeface="+mj-lt" pitchFamily="34" charset="-122"/>
                <a:cs typeface="+mj-lt" pitchFamily="34" charset="-120"/>
              </a:rPr>
              <a:t>a</a:t>
            </a:r>
            <a:r>
              <a:rPr lang="en-US" sz="1900" dirty="0">
                <a:solidFill>
                  <a:schemeClr val="tx1"/>
                </a:solidFill>
                <a:latin typeface="+mj-lt" pitchFamily="34" charset="0"/>
                <a:ea typeface="+mj-lt" pitchFamily="34" charset="-122"/>
                <a:cs typeface="+mj-lt" pitchFamily="34" charset="-120"/>
              </a:rPr>
              <a:t>men</a:t>
            </a:r>
            <a:endParaRPr lang="en-US" sz="1900" dirty="0"/>
          </a:p>
        </p:txBody>
      </p:sp>
      <p:sp>
        <p:nvSpPr>
          <p:cNvPr id="49" name="Shape 45"/>
          <p:cNvSpPr/>
          <p:nvPr/>
        </p:nvSpPr>
        <p:spPr>
          <a:xfrm>
            <a:off x="548640" y="5669280"/>
            <a:ext cx="11091672" cy="594360"/>
          </a:xfrm>
          <a:prstGeom prst="roundRect">
            <a:avLst>
              <a:gd name="adj" fmla="val 12308"/>
            </a:avLst>
          </a:prstGeom>
          <a:solidFill>
            <a:schemeClr val="tx2"/>
          </a:solidFill>
          <a:ln w="12700">
            <a:solidFill>
              <a:srgbClr val="FFFFFF">
                <a:alpha val="0"/>
              </a:srgbClr>
            </a:solidFill>
            <a:prstDash val="solid"/>
          </a:ln>
        </p:spPr>
      </p:sp>
      <p:pic>
        <p:nvPicPr>
          <p:cNvPr id="50" name="Image 1" descr="Check">    </p:cNvPr>
          <p:cNvPicPr>
            <a:picLocks noChangeAspect="1"/>
          </p:cNvPicPr>
          <p:nvPr/>
        </p:nvPicPr>
        <p:blipFill>
          <a:blip r:embed="rId2"/>
          <a:stretch>
            <a:fillRect/>
          </a:stretch>
        </p:blipFill>
        <p:spPr>
          <a:xfrm>
            <a:off x="749808" y="5806440"/>
            <a:ext cx="320040" cy="320040"/>
          </a:xfrm>
          <a:prstGeom prst="rect">
            <a:avLst/>
          </a:prstGeom>
        </p:spPr>
      </p:pic>
      <p:sp>
        <p:nvSpPr>
          <p:cNvPr id="51" name="Text 46"/>
          <p:cNvSpPr txBox="1"/>
          <p:nvPr/>
        </p:nvSpPr>
        <p:spPr>
          <a:xfrm>
            <a:off x="1234440" y="5669280"/>
            <a:ext cx="10241280" cy="594360"/>
          </a:xfrm>
          <a:prstGeom prst="rect">
            <a:avLst/>
          </a:prstGeom>
          <a:noFill/>
          <a:ln/>
        </p:spPr>
        <p:txBody>
          <a:bodyPr wrap="square" lIns="0" tIns="0" rIns="0" bIns="0" rtlCol="0" anchor="ctr"/>
          <a:lstStyle/>
          <a:p>
            <a:pPr algn="l" indent="0" marL="0">
              <a:buNone/>
            </a:pPr>
            <a:r>
              <a:rPr lang="en-US" sz="1800" dirty="0">
                <a:solidFill>
                  <a:schemeClr val="bg1"/>
                </a:solidFill>
              </a:rPr>
              <a:t>Pluriel → toujours </a:t>
            </a:r>
            <a:r>
              <a:rPr lang="en-US" sz="1800" b="1" dirty="0">
                <a:solidFill>
                  <a:schemeClr val="bg1"/>
                </a:solidFill>
              </a:rPr>
              <a:t>de</a:t>
            </a:r>
            <a:r>
              <a:rPr lang="en-US" sz="1800" dirty="0">
                <a:solidFill>
                  <a:schemeClr val="bg1"/>
                </a:solidFill>
              </a:rPr>
              <a:t> · M1 : les</a:t>
            </a:r>
            <a:r>
              <a:rPr lang="en-US" sz="1800" u="sng" dirty="0">
                <a:solidFill>
                  <a:schemeClr val="bg1"/>
                </a:solidFill>
              </a:rPr>
              <a:t>s</a:t>
            </a:r>
            <a:r>
              <a:rPr lang="en-US" sz="1800" dirty="0">
                <a:solidFill>
                  <a:schemeClr val="bg1"/>
                </a:solidFill>
              </a:rPr>
              <a:t>en (je double) · r</a:t>
            </a:r>
            <a:r>
              <a:rPr lang="en-US" sz="1800" u="sng" dirty="0">
                <a:solidFill>
                  <a:schemeClr val="bg1"/>
                </a:solidFill>
              </a:rPr>
              <a:t>a</a:t>
            </a:r>
            <a:r>
              <a:rPr lang="en-US" sz="1800" dirty="0">
                <a:solidFill>
                  <a:schemeClr val="bg1"/>
                </a:solidFill>
              </a:rPr>
              <a:t>men (je simplifie) · hui</a:t>
            </a:r>
            <a:r>
              <a:rPr lang="en-US" sz="1800" u="sng" dirty="0">
                <a:solidFill>
                  <a:schemeClr val="bg1"/>
                </a:solidFill>
              </a:rPr>
              <a:t>z</a:t>
            </a:r>
            <a:r>
              <a:rPr lang="en-US" sz="1800" dirty="0">
                <a:solidFill>
                  <a:schemeClr val="bg1"/>
                </a:solidFill>
              </a:rPr>
              <a:t>en (s → z)</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de, het, een ou Ø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a:t>
            </a:r>
            <a:r>
              <a:rPr lang="en-US" sz="1700" b="1" i="1" dirty="0">
                <a:solidFill>
                  <a:schemeClr val="tx2"/>
                </a:solidFill>
              </a:rPr>
              <a:t>de</a:t>
            </a:r>
            <a:r>
              <a:rPr lang="en-US" sz="1700" i="1" dirty="0">
                <a:solidFill>
                  <a:schemeClr val="accent5"/>
                </a:solidFill>
              </a:rPr>
              <a:t>, </a:t>
            </a:r>
            <a:r>
              <a:rPr lang="en-US" sz="1700" b="1" i="1" dirty="0">
                <a:solidFill>
                  <a:schemeClr val="accent1"/>
                </a:solidFill>
              </a:rPr>
              <a:t>het</a:t>
            </a:r>
            <a:r>
              <a:rPr lang="en-US" sz="1700" i="1" dirty="0">
                <a:solidFill>
                  <a:schemeClr val="accent5"/>
                </a:solidFill>
              </a:rPr>
              <a:t>, een ou Ø (pas d’article).</a:t>
            </a:r>
            <a:endParaRPr lang="en-US" sz="1700" dirty="0"/>
          </a:p>
        </p:txBody>
      </p:sp>
      <p:sp>
        <p:nvSpPr>
          <p:cNvPr id="8" name="Text 4"/>
          <p:cNvSpPr txBox="1"/>
          <p:nvPr/>
        </p:nvSpPr>
        <p:spPr>
          <a:xfrm>
            <a:off x="548640" y="2069592"/>
            <a:ext cx="3886200" cy="4194048"/>
          </a:xfrm>
          <a:prstGeom prst="rect">
            <a:avLst/>
          </a:prstGeom>
          <a:noFill/>
          <a:ln/>
        </p:spPr>
        <p:txBody>
          <a:bodyPr wrap="square" lIns="0" tIns="0" rIns="0" bIns="0" rtlCol="0" anchor="t"/>
          <a:lstStyle/>
          <a:p>
            <a:pPr indent="0" marL="0">
              <a:spcAft>
                <a:spcPts val="1600"/>
              </a:spcAft>
              <a:buNone/>
            </a:pPr>
            <a:r>
              <a:rPr lang="en-US" sz="2100" b="1" dirty="0">
                <a:solidFill>
                  <a:schemeClr val="tx2"/>
                </a:solidFill>
              </a:rPr>
              <a:t>1  </a:t>
            </a:r>
            <a:r>
              <a:rPr lang="en-US" sz="2100" dirty="0">
                <a:solidFill>
                  <a:schemeClr val="tx1"/>
                </a:solidFill>
              </a:rPr>
              <a:t>Ik drink </a:t>
            </a:r>
            <a:r>
              <a:rPr lang="en-US" sz="2100" dirty="0">
                <a:solidFill>
                  <a:schemeClr val="accent5"/>
                </a:solidFill>
              </a:rPr>
              <a:t>……</a:t>
            </a:r>
            <a:r>
              <a:rPr lang="en-US" sz="2100" dirty="0">
                <a:solidFill>
                  <a:schemeClr val="tx1"/>
                </a:solidFill>
              </a:rPr>
              <a:t> koffie. </a:t>
            </a:r>
            <a:endParaRPr lang="en-US" sz="2100" dirty="0"/>
          </a:p>
          <a:p>
            <a:pPr indent="0" marL="0">
              <a:spcAft>
                <a:spcPts val="1600"/>
              </a:spcAft>
              <a:buNone/>
            </a:pPr>
            <a:r>
              <a:rPr lang="en-US" sz="2100" b="1" dirty="0">
                <a:solidFill>
                  <a:schemeClr val="tx2"/>
                </a:solidFill>
              </a:rPr>
              <a:t>2  </a:t>
            </a:r>
            <a:r>
              <a:rPr lang="en-US" sz="2100" dirty="0">
                <a:solidFill>
                  <a:schemeClr val="accent5"/>
                </a:solidFill>
              </a:rPr>
              <a:t>……</a:t>
            </a:r>
            <a:r>
              <a:rPr lang="en-US" sz="2100" dirty="0">
                <a:solidFill>
                  <a:schemeClr val="tx1"/>
                </a:solidFill>
              </a:rPr>
              <a:t> vergadering begint om 9 uur.</a:t>
            </a:r>
            <a:endParaRPr lang="en-US" sz="2100" dirty="0"/>
          </a:p>
          <a:p>
            <a:pPr indent="0" marL="0">
              <a:spcAft>
                <a:spcPts val="1600"/>
              </a:spcAft>
              <a:buNone/>
            </a:pPr>
            <a:r>
              <a:rPr lang="en-US" sz="2100" b="1" dirty="0">
                <a:solidFill>
                  <a:schemeClr val="tx2"/>
                </a:solidFill>
              </a:rPr>
              <a:t>3  </a:t>
            </a:r>
            <a:r>
              <a:rPr lang="en-US" sz="2100" dirty="0">
                <a:solidFill>
                  <a:schemeClr val="tx1"/>
                </a:solidFill>
              </a:rPr>
              <a:t>Ik heb </a:t>
            </a:r>
            <a:r>
              <a:rPr lang="en-US" sz="2100" dirty="0">
                <a:solidFill>
                  <a:schemeClr val="accent5"/>
                </a:solidFill>
              </a:rPr>
              <a:t>……</a:t>
            </a:r>
            <a:r>
              <a:rPr lang="en-US" sz="2100" dirty="0">
                <a:solidFill>
                  <a:schemeClr val="tx1"/>
                </a:solidFill>
              </a:rPr>
              <a:t> vraag.</a:t>
            </a:r>
            <a:endParaRPr lang="en-US" sz="2100" dirty="0"/>
          </a:p>
          <a:p>
            <a:pPr indent="0" marL="0">
              <a:spcAft>
                <a:spcPts val="1600"/>
              </a:spcAft>
              <a:buNone/>
            </a:pPr>
            <a:r>
              <a:rPr lang="en-US" sz="2100" b="1" dirty="0">
                <a:solidFill>
                  <a:schemeClr val="tx2"/>
                </a:solidFill>
              </a:rPr>
              <a:t>4  </a:t>
            </a:r>
            <a:r>
              <a:rPr lang="en-US" sz="2100" dirty="0">
                <a:solidFill>
                  <a:schemeClr val="accent5"/>
                </a:solidFill>
              </a:rPr>
              <a:t>……</a:t>
            </a:r>
            <a:r>
              <a:rPr lang="en-US" sz="2100" dirty="0">
                <a:solidFill>
                  <a:schemeClr val="tx1"/>
                </a:solidFill>
              </a:rPr>
              <a:t> meisje van mijn collega is ziek.</a:t>
            </a:r>
            <a:endParaRPr lang="en-US" sz="2100" dirty="0"/>
          </a:p>
          <a:p>
            <a:pPr indent="0" marL="0">
              <a:spcAft>
                <a:spcPts val="1600"/>
              </a:spcAft>
              <a:buNone/>
            </a:pPr>
            <a:r>
              <a:rPr lang="en-US" sz="2100" b="1" dirty="0">
                <a:solidFill>
                  <a:schemeClr val="tx2"/>
                </a:solidFill>
              </a:rPr>
              <a:t>5  </a:t>
            </a:r>
            <a:r>
              <a:rPr lang="en-US" sz="2100" dirty="0">
                <a:solidFill>
                  <a:schemeClr val="tx1"/>
                </a:solidFill>
              </a:rPr>
              <a:t>We leren </a:t>
            </a:r>
            <a:r>
              <a:rPr lang="en-US" sz="2100" dirty="0">
                <a:solidFill>
                  <a:schemeClr val="accent5"/>
                </a:solidFill>
              </a:rPr>
              <a:t>……</a:t>
            </a:r>
            <a:r>
              <a:rPr lang="en-US" sz="2100" dirty="0">
                <a:solidFill>
                  <a:schemeClr val="tx1"/>
                </a:solidFill>
              </a:rPr>
              <a:t> talen.</a:t>
            </a:r>
            <a:endParaRPr lang="en-US" sz="2100" dirty="0"/>
          </a:p>
        </p:txBody>
      </p:sp>
      <p:sp>
        <p:nvSpPr>
          <p:cNvPr id="9" name="Text 5"/>
          <p:cNvSpPr txBox="1"/>
          <p:nvPr/>
        </p:nvSpPr>
        <p:spPr>
          <a:xfrm>
            <a:off x="4800600" y="2069592"/>
            <a:ext cx="3886200" cy="4194048"/>
          </a:xfrm>
          <a:prstGeom prst="rect">
            <a:avLst/>
          </a:prstGeom>
          <a:noFill/>
          <a:ln/>
        </p:spPr>
        <p:txBody>
          <a:bodyPr wrap="square" lIns="0" tIns="0" rIns="0" bIns="0" rtlCol="0" anchor="t"/>
          <a:lstStyle/>
          <a:p>
            <a:pPr indent="0" marL="0">
              <a:spcAft>
                <a:spcPts val="1600"/>
              </a:spcAft>
              <a:buNone/>
            </a:pPr>
            <a:r>
              <a:rPr lang="en-US" sz="2100" b="1" dirty="0">
                <a:solidFill>
                  <a:schemeClr val="tx2"/>
                </a:solidFill>
              </a:rPr>
              <a:t>6  </a:t>
            </a:r>
            <a:r>
              <a:rPr lang="en-US" sz="2100" dirty="0">
                <a:solidFill>
                  <a:schemeClr val="accent5"/>
                </a:solidFill>
              </a:rPr>
              <a:t>……</a:t>
            </a:r>
            <a:r>
              <a:rPr lang="en-US" sz="2100" dirty="0">
                <a:solidFill>
                  <a:schemeClr val="tx1"/>
                </a:solidFill>
              </a:rPr>
              <a:t> kantoor is op de tweede verdieping.</a:t>
            </a:r>
            <a:endParaRPr lang="en-US" sz="2100" dirty="0"/>
          </a:p>
          <a:p>
            <a:pPr indent="0" marL="0">
              <a:spcAft>
                <a:spcPts val="1600"/>
              </a:spcAft>
              <a:buNone/>
            </a:pPr>
            <a:r>
              <a:rPr lang="en-US" sz="2100" b="1" dirty="0">
                <a:solidFill>
                  <a:schemeClr val="tx2"/>
                </a:solidFill>
              </a:rPr>
              <a:t>7  </a:t>
            </a:r>
            <a:r>
              <a:rPr lang="en-US" sz="2100" dirty="0">
                <a:solidFill>
                  <a:schemeClr val="tx1"/>
                </a:solidFill>
              </a:rPr>
              <a:t>Ik neem </a:t>
            </a:r>
            <a:r>
              <a:rPr lang="en-US" sz="2100" dirty="0">
                <a:solidFill>
                  <a:schemeClr val="accent5"/>
                </a:solidFill>
              </a:rPr>
              <a:t>……</a:t>
            </a:r>
            <a:r>
              <a:rPr lang="en-US" sz="2100" dirty="0">
                <a:solidFill>
                  <a:schemeClr val="tx1"/>
                </a:solidFill>
              </a:rPr>
              <a:t> trein van 8 uur.</a:t>
            </a:r>
            <a:endParaRPr lang="en-US" sz="2100" dirty="0"/>
          </a:p>
          <a:p>
            <a:pPr indent="0" marL="0">
              <a:spcAft>
                <a:spcPts val="1600"/>
              </a:spcAft>
              <a:buNone/>
            </a:pPr>
            <a:r>
              <a:rPr lang="en-US" sz="2100" b="1" dirty="0">
                <a:solidFill>
                  <a:schemeClr val="tx2"/>
                </a:solidFill>
              </a:rPr>
              <a:t>8  </a:t>
            </a:r>
            <a:r>
              <a:rPr lang="en-US" sz="2100" dirty="0">
                <a:solidFill>
                  <a:schemeClr val="accent5"/>
                </a:solidFill>
              </a:rPr>
              <a:t>……</a:t>
            </a:r>
            <a:r>
              <a:rPr lang="en-US" sz="2100" dirty="0">
                <a:solidFill>
                  <a:schemeClr val="tx1"/>
                </a:solidFill>
              </a:rPr>
              <a:t> informatie staat op de website.</a:t>
            </a:r>
            <a:endParaRPr lang="en-US" sz="2100" dirty="0"/>
          </a:p>
          <a:p>
            <a:pPr indent="0" marL="0">
              <a:spcAft>
                <a:spcPts val="1600"/>
              </a:spcAft>
              <a:buNone/>
            </a:pPr>
            <a:r>
              <a:rPr lang="en-US" sz="2100" b="1" dirty="0">
                <a:solidFill>
                  <a:schemeClr val="tx2"/>
                </a:solidFill>
              </a:rPr>
              <a:t>9  </a:t>
            </a:r>
            <a:r>
              <a:rPr lang="en-US" sz="2100" dirty="0">
                <a:solidFill>
                  <a:schemeClr val="tx1"/>
                </a:solidFill>
              </a:rPr>
              <a:t>Mijn zoon wil </a:t>
            </a:r>
            <a:r>
              <a:rPr lang="en-US" sz="2100" dirty="0">
                <a:solidFill>
                  <a:schemeClr val="accent5"/>
                </a:solidFill>
              </a:rPr>
              <a:t>……</a:t>
            </a:r>
            <a:r>
              <a:rPr lang="en-US" sz="2100" dirty="0">
                <a:solidFill>
                  <a:schemeClr val="tx1"/>
                </a:solidFill>
              </a:rPr>
              <a:t> broodje met kaas.</a:t>
            </a:r>
            <a:endParaRPr lang="en-US" sz="2100" dirty="0"/>
          </a:p>
          <a:p>
            <a:pPr indent="0" marL="0">
              <a:spcAft>
                <a:spcPts val="1600"/>
              </a:spcAft>
              <a:buNone/>
            </a:pPr>
            <a:r>
              <a:rPr lang="en-US" sz="2100" b="1" dirty="0">
                <a:solidFill>
                  <a:schemeClr val="tx2"/>
                </a:solidFill>
              </a:rPr>
              <a:t>10  </a:t>
            </a:r>
            <a:r>
              <a:rPr lang="en-US" sz="2100" dirty="0">
                <a:solidFill>
                  <a:schemeClr val="accent5"/>
                </a:solidFill>
              </a:rPr>
              <a:t>……</a:t>
            </a:r>
            <a:r>
              <a:rPr lang="en-US" sz="2100" dirty="0">
                <a:solidFill>
                  <a:schemeClr val="tx1"/>
                </a:solidFill>
              </a:rPr>
              <a:t> documenten liggen op tafel.</a:t>
            </a:r>
            <a:endParaRPr lang="en-US" sz="2100" dirty="0"/>
          </a:p>
        </p:txBody>
      </p:sp>
      <p:sp>
        <p:nvSpPr>
          <p:cNvPr id="10" name="Shape 6"/>
          <p:cNvSpPr/>
          <p:nvPr/>
        </p:nvSpPr>
        <p:spPr>
          <a:xfrm>
            <a:off x="9144000" y="2069592"/>
            <a:ext cx="2496312" cy="4194048"/>
          </a:xfrm>
          <a:prstGeom prst="roundRect">
            <a:avLst>
              <a:gd name="adj" fmla="val 2930"/>
            </a:avLst>
          </a:prstGeom>
          <a:solidFill>
            <a:schemeClr val="bg2"/>
          </a:solidFill>
          <a:ln w="12700">
            <a:solidFill>
              <a:srgbClr val="D5DCE6"/>
            </a:solidFill>
            <a:prstDash val="solid"/>
          </a:ln>
        </p:spPr>
      </p:sp>
      <p:sp>
        <p:nvSpPr>
          <p:cNvPr id="11" name="Text 7"/>
          <p:cNvSpPr txBox="1"/>
          <p:nvPr/>
        </p:nvSpPr>
        <p:spPr>
          <a:xfrm>
            <a:off x="9144000" y="2179320"/>
            <a:ext cx="2496312" cy="320040"/>
          </a:xfrm>
          <a:prstGeom prst="rect">
            <a:avLst/>
          </a:prstGeom>
          <a:noFill/>
          <a:ln/>
        </p:spPr>
        <p:txBody>
          <a:bodyPr wrap="square" lIns="0" tIns="0" rIns="0" bIns="0" rtlCol="0" anchor="t"/>
          <a:lstStyle/>
          <a:p>
            <a:pPr algn="ctr" indent="0" marL="0">
              <a:buNone/>
            </a:pPr>
            <a:r>
              <a:rPr lang="en-US" sz="1200" b="1" spc="200" kern="0" dirty="0">
                <a:solidFill>
                  <a:schemeClr val="accent5"/>
                </a:solidFill>
              </a:rPr>
              <a:t>BANQUE</a:t>
            </a:r>
            <a:endParaRPr lang="en-US" sz="1200" dirty="0"/>
          </a:p>
        </p:txBody>
      </p:sp>
      <p:sp>
        <p:nvSpPr>
          <p:cNvPr id="12" name="Shape 8"/>
          <p:cNvSpPr/>
          <p:nvPr/>
        </p:nvSpPr>
        <p:spPr>
          <a:xfrm>
            <a:off x="9509760" y="2618232"/>
            <a:ext cx="1764792" cy="658368"/>
          </a:xfrm>
          <a:prstGeom prst="roundRect">
            <a:avLst>
              <a:gd name="adj" fmla="val 11111"/>
            </a:avLst>
          </a:prstGeom>
          <a:solidFill>
            <a:schemeClr val="tx2"/>
          </a:solidFill>
          <a:ln w="12700">
            <a:solidFill>
              <a:srgbClr val="FFFFFF">
                <a:alpha val="0"/>
              </a:srgbClr>
            </a:solidFill>
            <a:prstDash val="solid"/>
          </a:ln>
        </p:spPr>
      </p:sp>
      <p:sp>
        <p:nvSpPr>
          <p:cNvPr id="13" name="Text 9"/>
          <p:cNvSpPr txBox="1"/>
          <p:nvPr/>
        </p:nvSpPr>
        <p:spPr>
          <a:xfrm>
            <a:off x="9509760" y="2618232"/>
            <a:ext cx="1764792" cy="658368"/>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DE</a:t>
            </a:r>
            <a:endParaRPr lang="en-US" sz="2400" dirty="0"/>
          </a:p>
        </p:txBody>
      </p:sp>
      <p:sp>
        <p:nvSpPr>
          <p:cNvPr id="14" name="Shape 10"/>
          <p:cNvSpPr/>
          <p:nvPr/>
        </p:nvSpPr>
        <p:spPr>
          <a:xfrm>
            <a:off x="9509760" y="3486912"/>
            <a:ext cx="1764792" cy="658368"/>
          </a:xfrm>
          <a:prstGeom prst="roundRect">
            <a:avLst>
              <a:gd name="adj" fmla="val 11111"/>
            </a:avLst>
          </a:prstGeom>
          <a:solidFill>
            <a:schemeClr val="accent1"/>
          </a:solidFill>
          <a:ln w="12700">
            <a:solidFill>
              <a:srgbClr val="FFFFFF">
                <a:alpha val="0"/>
              </a:srgbClr>
            </a:solidFill>
            <a:prstDash val="solid"/>
          </a:ln>
        </p:spPr>
      </p:sp>
      <p:sp>
        <p:nvSpPr>
          <p:cNvPr id="15" name="Text 11"/>
          <p:cNvSpPr txBox="1"/>
          <p:nvPr/>
        </p:nvSpPr>
        <p:spPr>
          <a:xfrm>
            <a:off x="9509760" y="3486912"/>
            <a:ext cx="1764792" cy="658368"/>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HET</a:t>
            </a:r>
            <a:endParaRPr lang="en-US" sz="2400" dirty="0"/>
          </a:p>
        </p:txBody>
      </p:sp>
      <p:sp>
        <p:nvSpPr>
          <p:cNvPr id="16" name="Shape 12"/>
          <p:cNvSpPr/>
          <p:nvPr/>
        </p:nvSpPr>
        <p:spPr>
          <a:xfrm>
            <a:off x="9509760" y="4355592"/>
            <a:ext cx="1764792" cy="658368"/>
          </a:xfrm>
          <a:prstGeom prst="roundRect">
            <a:avLst>
              <a:gd name="adj" fmla="val 11111"/>
            </a:avLst>
          </a:prstGeom>
          <a:solidFill>
            <a:schemeClr val="accent5"/>
          </a:solidFill>
          <a:ln w="12700">
            <a:solidFill>
              <a:srgbClr val="FFFFFF">
                <a:alpha val="0"/>
              </a:srgbClr>
            </a:solidFill>
            <a:prstDash val="solid"/>
          </a:ln>
        </p:spPr>
      </p:sp>
      <p:sp>
        <p:nvSpPr>
          <p:cNvPr id="17" name="Text 13"/>
          <p:cNvSpPr txBox="1"/>
          <p:nvPr/>
        </p:nvSpPr>
        <p:spPr>
          <a:xfrm>
            <a:off x="9509760" y="4355592"/>
            <a:ext cx="1764792" cy="658368"/>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EEN</a:t>
            </a:r>
            <a:endParaRPr lang="en-US" sz="2400" dirty="0"/>
          </a:p>
        </p:txBody>
      </p:sp>
      <p:sp>
        <p:nvSpPr>
          <p:cNvPr id="18" name="Shape 14"/>
          <p:cNvSpPr/>
          <p:nvPr/>
        </p:nvSpPr>
        <p:spPr>
          <a:xfrm>
            <a:off x="9509760" y="5224272"/>
            <a:ext cx="1764792" cy="658368"/>
          </a:xfrm>
          <a:prstGeom prst="roundRect">
            <a:avLst>
              <a:gd name="adj" fmla="val 8333"/>
            </a:avLst>
          </a:prstGeom>
          <a:solidFill>
            <a:srgbClr val="FFFFFF"/>
          </a:solidFill>
          <a:ln w="22225">
            <a:solidFill>
              <a:srgbClr val="7F8C9E"/>
            </a:solidFill>
            <a:prstDash val="dash"/>
          </a:ln>
        </p:spPr>
      </p:sp>
      <p:sp>
        <p:nvSpPr>
          <p:cNvPr id="19" name="Text 15"/>
          <p:cNvSpPr txBox="1"/>
          <p:nvPr/>
        </p:nvSpPr>
        <p:spPr>
          <a:xfrm>
            <a:off x="9509760" y="5224272"/>
            <a:ext cx="1764792" cy="658368"/>
          </a:xfrm>
          <a:prstGeom prst="rect">
            <a:avLst/>
          </a:prstGeom>
          <a:noFill/>
          <a:ln/>
        </p:spPr>
        <p:txBody>
          <a:bodyPr wrap="square" lIns="0" tIns="0" rIns="0" bIns="0" rtlCol="0" anchor="ctr"/>
          <a:lstStyle/>
          <a:p>
            <a:pPr algn="ctr" indent="0" marL="0">
              <a:buNone/>
            </a:pPr>
            <a:r>
              <a:rPr lang="en-US" sz="2400" b="1" dirty="0">
                <a:solidFill>
                  <a:srgbClr val="7F8C9E"/>
                </a:solidFill>
                <a:latin typeface="+mj-lt" pitchFamily="34" charset="0"/>
                <a:ea typeface="+mj-lt" pitchFamily="34" charset="-122"/>
                <a:cs typeface="+mj-lt" pitchFamily="34" charset="-120"/>
              </a:rPr>
              <a:t>Ø</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de, het, een ou Ø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a:t>
            </a:r>
            <a:r>
              <a:rPr lang="en-US" sz="1700" b="1" i="1" dirty="0">
                <a:solidFill>
                  <a:schemeClr val="tx2"/>
                </a:solidFill>
              </a:rPr>
              <a:t>de</a:t>
            </a:r>
            <a:r>
              <a:rPr lang="en-US" sz="1700" i="1" dirty="0">
                <a:solidFill>
                  <a:schemeClr val="accent5"/>
                </a:solidFill>
              </a:rPr>
              <a:t>, </a:t>
            </a:r>
            <a:r>
              <a:rPr lang="en-US" sz="1700" b="1" i="1" dirty="0">
                <a:solidFill>
                  <a:schemeClr val="accent1"/>
                </a:solidFill>
              </a:rPr>
              <a:t>het</a:t>
            </a:r>
            <a:r>
              <a:rPr lang="en-US" sz="1700" i="1" dirty="0">
                <a:solidFill>
                  <a:schemeClr val="accent5"/>
                </a:solidFill>
              </a:rPr>
              <a:t>, een ou Ø (pas d’article).</a:t>
            </a:r>
            <a:endParaRPr lang="en-US" sz="1700" dirty="0"/>
          </a:p>
        </p:txBody>
      </p:sp>
      <p:sp>
        <p:nvSpPr>
          <p:cNvPr id="9" name="Text 5"/>
          <p:cNvSpPr txBox="1"/>
          <p:nvPr/>
        </p:nvSpPr>
        <p:spPr>
          <a:xfrm>
            <a:off x="548640" y="2069592"/>
            <a:ext cx="3886200" cy="4194048"/>
          </a:xfrm>
          <a:prstGeom prst="rect">
            <a:avLst/>
          </a:prstGeom>
          <a:noFill/>
          <a:ln/>
        </p:spPr>
        <p:txBody>
          <a:bodyPr wrap="square" lIns="0" tIns="0" rIns="0" bIns="0" rtlCol="0" anchor="t"/>
          <a:lstStyle/>
          <a:p>
            <a:pPr indent="0" marL="0">
              <a:spcAft>
                <a:spcPts val="1600"/>
              </a:spcAft>
              <a:buNone/>
            </a:pPr>
            <a:r>
              <a:rPr lang="en-US" sz="2100" b="1" dirty="0">
                <a:solidFill>
                  <a:schemeClr val="tx2"/>
                </a:solidFill>
              </a:rPr>
              <a:t>1  </a:t>
            </a:r>
            <a:r>
              <a:rPr lang="en-US" sz="2100" dirty="0">
                <a:solidFill>
                  <a:schemeClr val="tx1"/>
                </a:solidFill>
              </a:rPr>
              <a:t>Ik drink </a:t>
            </a:r>
            <a:r>
              <a:rPr lang="en-US" sz="2100" b="1" u="sng" dirty="0">
                <a:solidFill>
                  <a:srgbClr val="7F8C9E"/>
                </a:solidFill>
              </a:rPr>
              <a:t>Ø</a:t>
            </a:r>
            <a:r>
              <a:rPr lang="en-US" sz="2100" dirty="0">
                <a:solidFill>
                  <a:schemeClr val="tx1"/>
                </a:solidFill>
              </a:rPr>
              <a:t> koffie. </a:t>
            </a:r>
            <a:r>
              <a:rPr lang="en-US" sz="2100" b="1" dirty="0">
                <a:solidFill>
                  <a:schemeClr val="accent3"/>
                </a:solidFill>
              </a:rPr>
              <a:t>(ou </a:t>
            </a:r>
            <a:r>
              <a:rPr lang="en-US" sz="2100" b="1" i="1" dirty="0">
                <a:solidFill>
                  <a:schemeClr val="accent3"/>
                </a:solidFill>
              </a:rPr>
              <a:t>een</a:t>
            </a:r>
            <a:r>
              <a:rPr lang="en-US" sz="2100" b="1" dirty="0">
                <a:solidFill>
                  <a:schemeClr val="accent3"/>
                </a:solidFill>
              </a:rPr>
              <a:t> : une tasse)</a:t>
            </a:r>
            <a:endParaRPr lang="en-US" sz="2100" dirty="0"/>
          </a:p>
          <a:p>
            <a:pPr indent="0" marL="0">
              <a:spcAft>
                <a:spcPts val="1600"/>
              </a:spcAft>
              <a:buNone/>
            </a:pPr>
            <a:r>
              <a:rPr lang="en-US" sz="2100" b="1" dirty="0">
                <a:solidFill>
                  <a:schemeClr val="tx2"/>
                </a:solidFill>
              </a:rPr>
              <a:t>2  </a:t>
            </a:r>
            <a:r>
              <a:rPr lang="en-US" sz="2100" b="1" u="sng" dirty="0">
                <a:solidFill>
                  <a:schemeClr val="tx2"/>
                </a:solidFill>
              </a:rPr>
              <a:t>De</a:t>
            </a:r>
            <a:r>
              <a:rPr lang="en-US" sz="2100" dirty="0">
                <a:solidFill>
                  <a:schemeClr val="tx1"/>
                </a:solidFill>
              </a:rPr>
              <a:t> vergadering begint om 9 uur.</a:t>
            </a:r>
            <a:endParaRPr lang="en-US" sz="2100" dirty="0"/>
          </a:p>
          <a:p>
            <a:pPr indent="0" marL="0">
              <a:spcAft>
                <a:spcPts val="1600"/>
              </a:spcAft>
              <a:buNone/>
            </a:pPr>
            <a:r>
              <a:rPr lang="en-US" sz="2100" b="1" dirty="0">
                <a:solidFill>
                  <a:schemeClr val="tx2"/>
                </a:solidFill>
              </a:rPr>
              <a:t>3  </a:t>
            </a:r>
            <a:r>
              <a:rPr lang="en-US" sz="2100" dirty="0">
                <a:solidFill>
                  <a:schemeClr val="tx1"/>
                </a:solidFill>
              </a:rPr>
              <a:t>Ik heb </a:t>
            </a:r>
            <a:r>
              <a:rPr lang="en-US" sz="2100" b="1" u="sng" dirty="0">
                <a:solidFill>
                  <a:schemeClr val="accent5"/>
                </a:solidFill>
              </a:rPr>
              <a:t>een</a:t>
            </a:r>
            <a:r>
              <a:rPr lang="en-US" sz="2100" dirty="0">
                <a:solidFill>
                  <a:schemeClr val="tx1"/>
                </a:solidFill>
              </a:rPr>
              <a:t> vraag.</a:t>
            </a:r>
            <a:endParaRPr lang="en-US" sz="2100" dirty="0"/>
          </a:p>
          <a:p>
            <a:pPr indent="0" marL="0">
              <a:spcAft>
                <a:spcPts val="1600"/>
              </a:spcAft>
              <a:buNone/>
            </a:pPr>
            <a:r>
              <a:rPr lang="en-US" sz="2100" b="1" dirty="0">
                <a:solidFill>
                  <a:schemeClr val="tx2"/>
                </a:solidFill>
              </a:rPr>
              <a:t>4  </a:t>
            </a:r>
            <a:r>
              <a:rPr lang="en-US" sz="2100" b="1" u="sng" dirty="0">
                <a:solidFill>
                  <a:schemeClr val="accent1"/>
                </a:solidFill>
              </a:rPr>
              <a:t>Het</a:t>
            </a:r>
            <a:r>
              <a:rPr lang="en-US" sz="2100" dirty="0">
                <a:solidFill>
                  <a:schemeClr val="tx1"/>
                </a:solidFill>
              </a:rPr>
              <a:t> meisje van mijn collega is ziek.</a:t>
            </a:r>
            <a:endParaRPr lang="en-US" sz="2100" dirty="0"/>
          </a:p>
          <a:p>
            <a:pPr indent="0" marL="0">
              <a:spcAft>
                <a:spcPts val="1600"/>
              </a:spcAft>
              <a:buNone/>
            </a:pPr>
            <a:r>
              <a:rPr lang="en-US" sz="2100" b="1" dirty="0">
                <a:solidFill>
                  <a:schemeClr val="tx2"/>
                </a:solidFill>
              </a:rPr>
              <a:t>5  </a:t>
            </a:r>
            <a:r>
              <a:rPr lang="en-US" sz="2100" dirty="0">
                <a:solidFill>
                  <a:schemeClr val="tx1"/>
                </a:solidFill>
              </a:rPr>
              <a:t>We leren </a:t>
            </a:r>
            <a:r>
              <a:rPr lang="en-US" sz="2100" b="1" u="sng" dirty="0">
                <a:solidFill>
                  <a:srgbClr val="7F8C9E"/>
                </a:solidFill>
              </a:rPr>
              <a:t>Ø</a:t>
            </a:r>
            <a:r>
              <a:rPr lang="en-US" sz="2100" dirty="0">
                <a:solidFill>
                  <a:schemeClr val="tx1"/>
                </a:solidFill>
              </a:rPr>
              <a:t> talen.</a:t>
            </a:r>
            <a:endParaRPr lang="en-US" sz="2100" dirty="0"/>
          </a:p>
        </p:txBody>
      </p:sp>
      <p:sp>
        <p:nvSpPr>
          <p:cNvPr id="10" name="Text 6"/>
          <p:cNvSpPr txBox="1"/>
          <p:nvPr/>
        </p:nvSpPr>
        <p:spPr>
          <a:xfrm>
            <a:off x="4800600" y="2069592"/>
            <a:ext cx="3886200" cy="4194048"/>
          </a:xfrm>
          <a:prstGeom prst="rect">
            <a:avLst/>
          </a:prstGeom>
          <a:noFill/>
          <a:ln/>
        </p:spPr>
        <p:txBody>
          <a:bodyPr wrap="square" lIns="0" tIns="0" rIns="0" bIns="0" rtlCol="0" anchor="t"/>
          <a:lstStyle/>
          <a:p>
            <a:pPr indent="0" marL="0">
              <a:spcAft>
                <a:spcPts val="1600"/>
              </a:spcAft>
              <a:buNone/>
            </a:pPr>
            <a:r>
              <a:rPr lang="en-US" sz="2100" b="1" dirty="0">
                <a:solidFill>
                  <a:schemeClr val="tx2"/>
                </a:solidFill>
              </a:rPr>
              <a:t>6  </a:t>
            </a:r>
            <a:r>
              <a:rPr lang="en-US" sz="2100" b="1" u="sng" dirty="0">
                <a:solidFill>
                  <a:schemeClr val="accent1"/>
                </a:solidFill>
              </a:rPr>
              <a:t>Het</a:t>
            </a:r>
            <a:r>
              <a:rPr lang="en-US" sz="2100" dirty="0">
                <a:solidFill>
                  <a:schemeClr val="tx1"/>
                </a:solidFill>
              </a:rPr>
              <a:t> kantoor is op de tweede verdieping.</a:t>
            </a:r>
            <a:endParaRPr lang="en-US" sz="2100" dirty="0"/>
          </a:p>
          <a:p>
            <a:pPr indent="0" marL="0">
              <a:spcAft>
                <a:spcPts val="1600"/>
              </a:spcAft>
              <a:buNone/>
            </a:pPr>
            <a:r>
              <a:rPr lang="en-US" sz="2100" b="1" dirty="0">
                <a:solidFill>
                  <a:schemeClr val="tx2"/>
                </a:solidFill>
              </a:rPr>
              <a:t>7  </a:t>
            </a:r>
            <a:r>
              <a:rPr lang="en-US" sz="2100" dirty="0">
                <a:solidFill>
                  <a:schemeClr val="tx1"/>
                </a:solidFill>
              </a:rPr>
              <a:t>Ik neem </a:t>
            </a:r>
            <a:r>
              <a:rPr lang="en-US" sz="2100" b="1" u="sng" dirty="0">
                <a:solidFill>
                  <a:schemeClr val="tx2"/>
                </a:solidFill>
              </a:rPr>
              <a:t>de</a:t>
            </a:r>
            <a:r>
              <a:rPr lang="en-US" sz="2100" dirty="0">
                <a:solidFill>
                  <a:schemeClr val="tx1"/>
                </a:solidFill>
              </a:rPr>
              <a:t> trein van 8 uur.</a:t>
            </a:r>
            <a:endParaRPr lang="en-US" sz="2100" dirty="0"/>
          </a:p>
          <a:p>
            <a:pPr indent="0" marL="0">
              <a:spcAft>
                <a:spcPts val="1600"/>
              </a:spcAft>
              <a:buNone/>
            </a:pPr>
            <a:r>
              <a:rPr lang="en-US" sz="2100" b="1" dirty="0">
                <a:solidFill>
                  <a:schemeClr val="tx2"/>
                </a:solidFill>
              </a:rPr>
              <a:t>8  </a:t>
            </a:r>
            <a:r>
              <a:rPr lang="en-US" sz="2100" b="1" u="sng" dirty="0">
                <a:solidFill>
                  <a:schemeClr val="tx2"/>
                </a:solidFill>
              </a:rPr>
              <a:t>De</a:t>
            </a:r>
            <a:r>
              <a:rPr lang="en-US" sz="2100" dirty="0">
                <a:solidFill>
                  <a:schemeClr val="tx1"/>
                </a:solidFill>
              </a:rPr>
              <a:t> informatie staat op de website.</a:t>
            </a:r>
            <a:endParaRPr lang="en-US" sz="2100" dirty="0"/>
          </a:p>
          <a:p>
            <a:pPr indent="0" marL="0">
              <a:spcAft>
                <a:spcPts val="1600"/>
              </a:spcAft>
              <a:buNone/>
            </a:pPr>
            <a:r>
              <a:rPr lang="en-US" sz="2100" b="1" dirty="0">
                <a:solidFill>
                  <a:schemeClr val="tx2"/>
                </a:solidFill>
              </a:rPr>
              <a:t>9  </a:t>
            </a:r>
            <a:r>
              <a:rPr lang="en-US" sz="2100" dirty="0">
                <a:solidFill>
                  <a:schemeClr val="tx1"/>
                </a:solidFill>
              </a:rPr>
              <a:t>Mijn zoon wil </a:t>
            </a:r>
            <a:r>
              <a:rPr lang="en-US" sz="2100" b="1" u="sng" dirty="0">
                <a:solidFill>
                  <a:schemeClr val="accent5"/>
                </a:solidFill>
              </a:rPr>
              <a:t>een</a:t>
            </a:r>
            <a:r>
              <a:rPr lang="en-US" sz="2100" dirty="0">
                <a:solidFill>
                  <a:schemeClr val="tx1"/>
                </a:solidFill>
              </a:rPr>
              <a:t> broodje met kaas.</a:t>
            </a:r>
            <a:endParaRPr lang="en-US" sz="2100" dirty="0"/>
          </a:p>
          <a:p>
            <a:pPr indent="0" marL="0">
              <a:spcAft>
                <a:spcPts val="1600"/>
              </a:spcAft>
              <a:buNone/>
            </a:pPr>
            <a:r>
              <a:rPr lang="en-US" sz="2100" b="1" dirty="0">
                <a:solidFill>
                  <a:schemeClr val="tx2"/>
                </a:solidFill>
              </a:rPr>
              <a:t>10  </a:t>
            </a:r>
            <a:r>
              <a:rPr lang="en-US" sz="2100" b="1" u="sng" dirty="0">
                <a:solidFill>
                  <a:schemeClr val="tx2"/>
                </a:solidFill>
              </a:rPr>
              <a:t>De</a:t>
            </a:r>
            <a:r>
              <a:rPr lang="en-US" sz="2100" dirty="0">
                <a:solidFill>
                  <a:schemeClr val="tx1"/>
                </a:solidFill>
              </a:rPr>
              <a:t> documenten liggen op tafel.</a:t>
            </a:r>
            <a:endParaRPr lang="en-US" sz="2100" dirty="0"/>
          </a:p>
        </p:txBody>
      </p:sp>
      <p:sp>
        <p:nvSpPr>
          <p:cNvPr id="11" name="Shape 7"/>
          <p:cNvSpPr/>
          <p:nvPr/>
        </p:nvSpPr>
        <p:spPr>
          <a:xfrm>
            <a:off x="9144000" y="2069592"/>
            <a:ext cx="2496312" cy="4194048"/>
          </a:xfrm>
          <a:prstGeom prst="roundRect">
            <a:avLst>
              <a:gd name="adj" fmla="val 2930"/>
            </a:avLst>
          </a:prstGeom>
          <a:solidFill>
            <a:schemeClr val="bg2"/>
          </a:solidFill>
          <a:ln w="12700">
            <a:solidFill>
              <a:srgbClr val="D5DCE6"/>
            </a:solidFill>
            <a:prstDash val="solid"/>
          </a:ln>
        </p:spPr>
      </p:sp>
      <p:sp>
        <p:nvSpPr>
          <p:cNvPr id="12" name="Text 8"/>
          <p:cNvSpPr txBox="1"/>
          <p:nvPr/>
        </p:nvSpPr>
        <p:spPr>
          <a:xfrm>
            <a:off x="9144000" y="2179320"/>
            <a:ext cx="2496312" cy="320040"/>
          </a:xfrm>
          <a:prstGeom prst="rect">
            <a:avLst/>
          </a:prstGeom>
          <a:noFill/>
          <a:ln/>
        </p:spPr>
        <p:txBody>
          <a:bodyPr wrap="square" lIns="0" tIns="0" rIns="0" bIns="0" rtlCol="0" anchor="t"/>
          <a:lstStyle/>
          <a:p>
            <a:pPr algn="ctr" indent="0" marL="0">
              <a:buNone/>
            </a:pPr>
            <a:r>
              <a:rPr lang="en-US" sz="1200" b="1" spc="200" kern="0" dirty="0">
                <a:solidFill>
                  <a:schemeClr val="accent5"/>
                </a:solidFill>
              </a:rPr>
              <a:t>BANQUE</a:t>
            </a:r>
            <a:endParaRPr lang="en-US" sz="1200" dirty="0"/>
          </a:p>
        </p:txBody>
      </p:sp>
      <p:sp>
        <p:nvSpPr>
          <p:cNvPr id="13" name="Shape 9"/>
          <p:cNvSpPr/>
          <p:nvPr/>
        </p:nvSpPr>
        <p:spPr>
          <a:xfrm>
            <a:off x="9509760" y="2618232"/>
            <a:ext cx="1764792" cy="658368"/>
          </a:xfrm>
          <a:prstGeom prst="roundRect">
            <a:avLst>
              <a:gd name="adj" fmla="val 11111"/>
            </a:avLst>
          </a:prstGeom>
          <a:solidFill>
            <a:schemeClr val="tx2"/>
          </a:solidFill>
          <a:ln w="12700">
            <a:solidFill>
              <a:srgbClr val="FFFFFF">
                <a:alpha val="0"/>
              </a:srgbClr>
            </a:solidFill>
            <a:prstDash val="solid"/>
          </a:ln>
        </p:spPr>
      </p:sp>
      <p:sp>
        <p:nvSpPr>
          <p:cNvPr id="14" name="Text 10"/>
          <p:cNvSpPr txBox="1"/>
          <p:nvPr/>
        </p:nvSpPr>
        <p:spPr>
          <a:xfrm>
            <a:off x="9509760" y="2618232"/>
            <a:ext cx="1764792" cy="658368"/>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DE</a:t>
            </a:r>
            <a:endParaRPr lang="en-US" sz="2400" dirty="0"/>
          </a:p>
        </p:txBody>
      </p:sp>
      <p:sp>
        <p:nvSpPr>
          <p:cNvPr id="15" name="Shape 11"/>
          <p:cNvSpPr/>
          <p:nvPr/>
        </p:nvSpPr>
        <p:spPr>
          <a:xfrm>
            <a:off x="9509760" y="3486912"/>
            <a:ext cx="1764792" cy="658368"/>
          </a:xfrm>
          <a:prstGeom prst="roundRect">
            <a:avLst>
              <a:gd name="adj" fmla="val 11111"/>
            </a:avLst>
          </a:prstGeom>
          <a:solidFill>
            <a:schemeClr val="accent1"/>
          </a:solidFill>
          <a:ln w="12700">
            <a:solidFill>
              <a:srgbClr val="FFFFFF">
                <a:alpha val="0"/>
              </a:srgbClr>
            </a:solidFill>
            <a:prstDash val="solid"/>
          </a:ln>
        </p:spPr>
      </p:sp>
      <p:sp>
        <p:nvSpPr>
          <p:cNvPr id="16" name="Text 12"/>
          <p:cNvSpPr txBox="1"/>
          <p:nvPr/>
        </p:nvSpPr>
        <p:spPr>
          <a:xfrm>
            <a:off x="9509760" y="3486912"/>
            <a:ext cx="1764792" cy="658368"/>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HET</a:t>
            </a:r>
            <a:endParaRPr lang="en-US" sz="2400" dirty="0"/>
          </a:p>
        </p:txBody>
      </p:sp>
      <p:sp>
        <p:nvSpPr>
          <p:cNvPr id="17" name="Shape 13"/>
          <p:cNvSpPr/>
          <p:nvPr/>
        </p:nvSpPr>
        <p:spPr>
          <a:xfrm>
            <a:off x="9509760" y="4355592"/>
            <a:ext cx="1764792" cy="658368"/>
          </a:xfrm>
          <a:prstGeom prst="roundRect">
            <a:avLst>
              <a:gd name="adj" fmla="val 11111"/>
            </a:avLst>
          </a:prstGeom>
          <a:solidFill>
            <a:schemeClr val="accent5"/>
          </a:solidFill>
          <a:ln w="12700">
            <a:solidFill>
              <a:srgbClr val="FFFFFF">
                <a:alpha val="0"/>
              </a:srgbClr>
            </a:solidFill>
            <a:prstDash val="solid"/>
          </a:ln>
        </p:spPr>
      </p:sp>
      <p:sp>
        <p:nvSpPr>
          <p:cNvPr id="18" name="Text 14"/>
          <p:cNvSpPr txBox="1"/>
          <p:nvPr/>
        </p:nvSpPr>
        <p:spPr>
          <a:xfrm>
            <a:off x="9509760" y="4355592"/>
            <a:ext cx="1764792" cy="658368"/>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EEN</a:t>
            </a:r>
            <a:endParaRPr lang="en-US" sz="2400" dirty="0"/>
          </a:p>
        </p:txBody>
      </p:sp>
      <p:sp>
        <p:nvSpPr>
          <p:cNvPr id="19" name="Shape 15"/>
          <p:cNvSpPr/>
          <p:nvPr/>
        </p:nvSpPr>
        <p:spPr>
          <a:xfrm>
            <a:off x="9509760" y="5224272"/>
            <a:ext cx="1764792" cy="658368"/>
          </a:xfrm>
          <a:prstGeom prst="roundRect">
            <a:avLst>
              <a:gd name="adj" fmla="val 8333"/>
            </a:avLst>
          </a:prstGeom>
          <a:solidFill>
            <a:srgbClr val="FFFFFF"/>
          </a:solidFill>
          <a:ln w="22225">
            <a:solidFill>
              <a:srgbClr val="7F8C9E"/>
            </a:solidFill>
            <a:prstDash val="dash"/>
          </a:ln>
        </p:spPr>
      </p:sp>
      <p:sp>
        <p:nvSpPr>
          <p:cNvPr id="20" name="Text 16"/>
          <p:cNvSpPr txBox="1"/>
          <p:nvPr/>
        </p:nvSpPr>
        <p:spPr>
          <a:xfrm>
            <a:off x="9509760" y="5224272"/>
            <a:ext cx="1764792" cy="658368"/>
          </a:xfrm>
          <a:prstGeom prst="rect">
            <a:avLst/>
          </a:prstGeom>
          <a:noFill/>
          <a:ln/>
        </p:spPr>
        <p:txBody>
          <a:bodyPr wrap="square" lIns="0" tIns="0" rIns="0" bIns="0" rtlCol="0" anchor="ctr"/>
          <a:lstStyle/>
          <a:p>
            <a:pPr algn="ctr" indent="0" marL="0">
              <a:buNone/>
            </a:pPr>
            <a:r>
              <a:rPr lang="en-US" sz="2400" b="1" dirty="0">
                <a:solidFill>
                  <a:srgbClr val="7F8C9E"/>
                </a:solidFill>
                <a:latin typeface="+mj-lt" pitchFamily="34" charset="0"/>
                <a:ea typeface="+mj-lt" pitchFamily="34" charset="-122"/>
                <a:cs typeface="+mj-lt" pitchFamily="34" charset="-120"/>
              </a:rPr>
              <a:t>Ø</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Le train des mots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Assemblez le train : quel est le nouveau mot ? Quel article ?</a:t>
            </a:r>
            <a:endParaRPr lang="en-US" sz="1700" dirty="0"/>
          </a:p>
        </p:txBody>
      </p:sp>
      <p:sp>
        <p:nvSpPr>
          <p:cNvPr id="8" name="Shape 4"/>
          <p:cNvSpPr/>
          <p:nvPr/>
        </p:nvSpPr>
        <p:spPr>
          <a:xfrm>
            <a:off x="548640" y="2078736"/>
            <a:ext cx="384048" cy="384048"/>
          </a:xfrm>
          <a:prstGeom prst="ellipse">
            <a:avLst/>
          </a:prstGeom>
          <a:solidFill>
            <a:schemeClr val="tx2"/>
          </a:solidFill>
          <a:ln w="12700">
            <a:solidFill>
              <a:srgbClr val="FFFFFF">
                <a:alpha val="0"/>
              </a:srgbClr>
            </a:solidFill>
            <a:prstDash val="solid"/>
          </a:ln>
        </p:spPr>
      </p:sp>
      <p:sp>
        <p:nvSpPr>
          <p:cNvPr id="9" name="Text 5"/>
          <p:cNvSpPr txBox="1"/>
          <p:nvPr/>
        </p:nvSpPr>
        <p:spPr>
          <a:xfrm>
            <a:off x="548640" y="20787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Shape 6"/>
          <p:cNvSpPr/>
          <p:nvPr/>
        </p:nvSpPr>
        <p:spPr>
          <a:xfrm>
            <a:off x="1367028" y="2421636"/>
            <a:ext cx="155448" cy="155448"/>
          </a:xfrm>
          <a:prstGeom prst="ellipse">
            <a:avLst/>
          </a:prstGeom>
          <a:solidFill>
            <a:schemeClr val="accent5"/>
          </a:solidFill>
          <a:ln w="12700">
            <a:solidFill>
              <a:srgbClr val="FFFFFF">
                <a:alpha val="0"/>
              </a:srgbClr>
            </a:solidFill>
            <a:prstDash val="solid"/>
          </a:ln>
        </p:spPr>
      </p:sp>
      <p:sp>
        <p:nvSpPr>
          <p:cNvPr id="11" name="Shape 7"/>
          <p:cNvSpPr/>
          <p:nvPr/>
        </p:nvSpPr>
        <p:spPr>
          <a:xfrm>
            <a:off x="2546604" y="2421636"/>
            <a:ext cx="155448" cy="155448"/>
          </a:xfrm>
          <a:prstGeom prst="ellipse">
            <a:avLst/>
          </a:prstGeom>
          <a:solidFill>
            <a:schemeClr val="accent5"/>
          </a:solidFill>
          <a:ln w="12700">
            <a:solidFill>
              <a:srgbClr val="FFFFFF">
                <a:alpha val="0"/>
              </a:srgbClr>
            </a:solidFill>
            <a:prstDash val="solid"/>
          </a:ln>
        </p:spPr>
      </p:sp>
      <p:sp>
        <p:nvSpPr>
          <p:cNvPr id="12" name="Shape 8"/>
          <p:cNvSpPr/>
          <p:nvPr/>
        </p:nvSpPr>
        <p:spPr>
          <a:xfrm>
            <a:off x="1051560" y="2042160"/>
            <a:ext cx="1965960" cy="457200"/>
          </a:xfrm>
          <a:prstGeom prst="roundRect">
            <a:avLst>
              <a:gd name="adj" fmla="val 12000"/>
            </a:avLst>
          </a:prstGeom>
          <a:solidFill>
            <a:schemeClr val="bg1"/>
          </a:solidFill>
          <a:ln w="31750">
            <a:solidFill>
              <a:srgbClr val="D9700F"/>
            </a:solidFill>
            <a:prstDash val="solid"/>
          </a:ln>
        </p:spPr>
      </p:sp>
      <p:sp>
        <p:nvSpPr>
          <p:cNvPr id="13" name="Text 9"/>
          <p:cNvSpPr txBox="1"/>
          <p:nvPr/>
        </p:nvSpPr>
        <p:spPr>
          <a:xfrm>
            <a:off x="1106424" y="2042160"/>
            <a:ext cx="1856232" cy="457200"/>
          </a:xfrm>
          <a:prstGeom prst="rect">
            <a:avLst/>
          </a:prstGeom>
          <a:noFill/>
          <a:ln/>
        </p:spPr>
        <p:txBody>
          <a:bodyPr wrap="square" lIns="0" tIns="0" rIns="0" bIns="0" rtlCol="0" anchor="ctr"/>
          <a:lstStyle/>
          <a:p>
            <a:pPr algn="ctr" indent="0" marL="0">
              <a:buNone/>
            </a:pPr>
            <a:r>
              <a:rPr lang="en-US" sz="1800" b="1" dirty="0">
                <a:solidFill>
                  <a:schemeClr val="accent1"/>
                </a:solidFill>
              </a:rPr>
              <a:t>het</a:t>
            </a:r>
            <a:r>
              <a:rPr lang="en-US" sz="1800" b="1" dirty="0">
                <a:solidFill>
                  <a:schemeClr val="tx1"/>
                </a:solidFill>
              </a:rPr>
              <a:t> kantoor</a:t>
            </a:r>
            <a:endParaRPr lang="en-US" sz="1800" dirty="0"/>
          </a:p>
        </p:txBody>
      </p:sp>
      <p:sp>
        <p:nvSpPr>
          <p:cNvPr id="14" name="Text 10"/>
          <p:cNvSpPr txBox="1"/>
          <p:nvPr/>
        </p:nvSpPr>
        <p:spPr>
          <a:xfrm>
            <a:off x="3017520" y="2042160"/>
            <a:ext cx="274320" cy="45720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15" name="Shape 11"/>
          <p:cNvSpPr/>
          <p:nvPr/>
        </p:nvSpPr>
        <p:spPr>
          <a:xfrm>
            <a:off x="3607308" y="2421636"/>
            <a:ext cx="155448" cy="155448"/>
          </a:xfrm>
          <a:prstGeom prst="ellipse">
            <a:avLst/>
          </a:prstGeom>
          <a:solidFill>
            <a:schemeClr val="accent5"/>
          </a:solidFill>
          <a:ln w="12700">
            <a:solidFill>
              <a:srgbClr val="FFFFFF">
                <a:alpha val="0"/>
              </a:srgbClr>
            </a:solidFill>
            <a:prstDash val="solid"/>
          </a:ln>
        </p:spPr>
      </p:sp>
      <p:sp>
        <p:nvSpPr>
          <p:cNvPr id="16" name="Shape 12"/>
          <p:cNvSpPr/>
          <p:nvPr/>
        </p:nvSpPr>
        <p:spPr>
          <a:xfrm>
            <a:off x="4786884" y="2421636"/>
            <a:ext cx="155448" cy="155448"/>
          </a:xfrm>
          <a:prstGeom prst="ellipse">
            <a:avLst/>
          </a:prstGeom>
          <a:solidFill>
            <a:schemeClr val="accent5"/>
          </a:solidFill>
          <a:ln w="12700">
            <a:solidFill>
              <a:srgbClr val="FFFFFF">
                <a:alpha val="0"/>
              </a:srgbClr>
            </a:solidFill>
            <a:prstDash val="solid"/>
          </a:ln>
        </p:spPr>
      </p:sp>
      <p:sp>
        <p:nvSpPr>
          <p:cNvPr id="17" name="Shape 13"/>
          <p:cNvSpPr/>
          <p:nvPr/>
        </p:nvSpPr>
        <p:spPr>
          <a:xfrm>
            <a:off x="3291840" y="2042160"/>
            <a:ext cx="1965960" cy="457200"/>
          </a:xfrm>
          <a:prstGeom prst="roundRect">
            <a:avLst>
              <a:gd name="adj" fmla="val 12000"/>
            </a:avLst>
          </a:prstGeom>
          <a:solidFill>
            <a:schemeClr val="bg1"/>
          </a:solidFill>
          <a:ln w="31750">
            <a:solidFill>
              <a:srgbClr val="17375E"/>
            </a:solidFill>
            <a:prstDash val="solid"/>
          </a:ln>
        </p:spPr>
      </p:sp>
      <p:sp>
        <p:nvSpPr>
          <p:cNvPr id="18" name="Text 14"/>
          <p:cNvSpPr txBox="1"/>
          <p:nvPr/>
        </p:nvSpPr>
        <p:spPr>
          <a:xfrm>
            <a:off x="3346704" y="2042160"/>
            <a:ext cx="1856232" cy="457200"/>
          </a:xfrm>
          <a:prstGeom prst="rect">
            <a:avLst/>
          </a:prstGeom>
          <a:noFill/>
          <a:ln/>
        </p:spPr>
        <p:txBody>
          <a:bodyPr wrap="square" lIns="0" tIns="0" rIns="0" bIns="0" rtlCol="0" anchor="ctr"/>
          <a:lstStyle/>
          <a:p>
            <a:pPr algn="ctr" indent="0" marL="0">
              <a:buNone/>
            </a:pPr>
            <a:r>
              <a:rPr lang="en-US" sz="1800" b="1" dirty="0">
                <a:solidFill>
                  <a:schemeClr val="tx2"/>
                </a:solidFill>
              </a:rPr>
              <a:t>de</a:t>
            </a:r>
            <a:r>
              <a:rPr lang="en-US" sz="1800" b="1" dirty="0">
                <a:solidFill>
                  <a:schemeClr val="tx1"/>
                </a:solidFill>
              </a:rPr>
              <a:t> stoel</a:t>
            </a:r>
            <a:endParaRPr lang="en-US" sz="1800" dirty="0"/>
          </a:p>
        </p:txBody>
      </p:sp>
      <p:sp>
        <p:nvSpPr>
          <p:cNvPr id="19" name="Shape 15"/>
          <p:cNvSpPr/>
          <p:nvPr/>
        </p:nvSpPr>
        <p:spPr>
          <a:xfrm>
            <a:off x="5394960" y="2270760"/>
            <a:ext cx="594360" cy="914"/>
          </a:xfrm>
          <a:prstGeom prst="line">
            <a:avLst/>
          </a:prstGeom>
          <a:noFill/>
          <a:ln w="31750">
            <a:solidFill>
              <a:srgbClr val="4A5A70"/>
            </a:solidFill>
            <a:prstDash val="solid"/>
            <a:tailEnd type="triangle"/>
          </a:ln>
        </p:spPr>
      </p:sp>
      <p:sp>
        <p:nvSpPr>
          <p:cNvPr id="20" name="Shape 16"/>
          <p:cNvSpPr/>
          <p:nvPr/>
        </p:nvSpPr>
        <p:spPr>
          <a:xfrm>
            <a:off x="6222492" y="2421636"/>
            <a:ext cx="155448" cy="155448"/>
          </a:xfrm>
          <a:prstGeom prst="ellipse">
            <a:avLst/>
          </a:prstGeom>
          <a:solidFill>
            <a:schemeClr val="accent5"/>
          </a:solidFill>
          <a:ln w="12700">
            <a:solidFill>
              <a:srgbClr val="FFFFFF">
                <a:alpha val="0"/>
              </a:srgbClr>
            </a:solidFill>
            <a:prstDash val="solid"/>
          </a:ln>
        </p:spPr>
      </p:sp>
      <p:sp>
        <p:nvSpPr>
          <p:cNvPr id="21" name="Shape 17"/>
          <p:cNvSpPr/>
          <p:nvPr/>
        </p:nvSpPr>
        <p:spPr>
          <a:xfrm>
            <a:off x="6743700" y="2421636"/>
            <a:ext cx="155448" cy="155448"/>
          </a:xfrm>
          <a:prstGeom prst="ellipse">
            <a:avLst/>
          </a:prstGeom>
          <a:solidFill>
            <a:schemeClr val="accent5"/>
          </a:solidFill>
          <a:ln w="12700">
            <a:solidFill>
              <a:srgbClr val="FFFFFF">
                <a:alpha val="0"/>
              </a:srgbClr>
            </a:solidFill>
            <a:prstDash val="solid"/>
          </a:ln>
        </p:spPr>
      </p:sp>
      <p:sp>
        <p:nvSpPr>
          <p:cNvPr id="22" name="Shape 18"/>
          <p:cNvSpPr/>
          <p:nvPr/>
        </p:nvSpPr>
        <p:spPr>
          <a:xfrm>
            <a:off x="6126480" y="2042160"/>
            <a:ext cx="868680" cy="457200"/>
          </a:xfrm>
          <a:prstGeom prst="roundRect">
            <a:avLst>
              <a:gd name="adj" fmla="val 12000"/>
            </a:avLst>
          </a:prstGeom>
          <a:solidFill>
            <a:schemeClr val="bg1"/>
          </a:solidFill>
          <a:ln w="19050">
            <a:solidFill>
              <a:srgbClr val="4A5A70"/>
            </a:solidFill>
            <a:prstDash val="dash"/>
          </a:ln>
        </p:spPr>
      </p:sp>
      <p:sp>
        <p:nvSpPr>
          <p:cNvPr id="23" name="Shape 19"/>
          <p:cNvSpPr/>
          <p:nvPr/>
        </p:nvSpPr>
        <p:spPr>
          <a:xfrm>
            <a:off x="7731252" y="2421636"/>
            <a:ext cx="155448" cy="155448"/>
          </a:xfrm>
          <a:prstGeom prst="ellipse">
            <a:avLst/>
          </a:prstGeom>
          <a:solidFill>
            <a:schemeClr val="accent5"/>
          </a:solidFill>
          <a:ln w="12700">
            <a:solidFill>
              <a:srgbClr val="FFFFFF">
                <a:alpha val="0"/>
              </a:srgbClr>
            </a:solidFill>
            <a:prstDash val="solid"/>
          </a:ln>
        </p:spPr>
      </p:sp>
      <p:sp>
        <p:nvSpPr>
          <p:cNvPr id="24" name="Shape 20"/>
          <p:cNvSpPr/>
          <p:nvPr/>
        </p:nvSpPr>
        <p:spPr>
          <a:xfrm>
            <a:off x="9761220" y="2421636"/>
            <a:ext cx="155448" cy="155448"/>
          </a:xfrm>
          <a:prstGeom prst="ellipse">
            <a:avLst/>
          </a:prstGeom>
          <a:solidFill>
            <a:schemeClr val="accent5"/>
          </a:solidFill>
          <a:ln w="12700">
            <a:solidFill>
              <a:srgbClr val="FFFFFF">
                <a:alpha val="0"/>
              </a:srgbClr>
            </a:solidFill>
            <a:prstDash val="solid"/>
          </a:ln>
        </p:spPr>
      </p:sp>
      <p:sp>
        <p:nvSpPr>
          <p:cNvPr id="25" name="Shape 21"/>
          <p:cNvSpPr/>
          <p:nvPr/>
        </p:nvSpPr>
        <p:spPr>
          <a:xfrm>
            <a:off x="7132320" y="2042160"/>
            <a:ext cx="3383280" cy="457200"/>
          </a:xfrm>
          <a:prstGeom prst="roundRect">
            <a:avLst>
              <a:gd name="adj" fmla="val 12000"/>
            </a:avLst>
          </a:prstGeom>
          <a:solidFill>
            <a:schemeClr val="bg1"/>
          </a:solidFill>
          <a:ln w="19050">
            <a:solidFill>
              <a:srgbClr val="4A5A70"/>
            </a:solidFill>
            <a:prstDash val="dash"/>
          </a:ln>
        </p:spPr>
      </p:sp>
      <p:sp>
        <p:nvSpPr>
          <p:cNvPr id="26" name="Text 22"/>
          <p:cNvSpPr txBox="1"/>
          <p:nvPr/>
        </p:nvSpPr>
        <p:spPr>
          <a:xfrm>
            <a:off x="7187184" y="2042160"/>
            <a:ext cx="3273552" cy="457200"/>
          </a:xfrm>
          <a:prstGeom prst="rect">
            <a:avLst/>
          </a:prstGeom>
          <a:noFill/>
          <a:ln/>
        </p:spPr>
        <p:txBody>
          <a:bodyPr wrap="square" lIns="0" tIns="0" rIns="0" bIns="0" rtlCol="0" anchor="ctr"/>
          <a:lstStyle/>
          <a:p>
            <a:pPr algn="ctr" indent="0" marL="0">
              <a:buNone/>
            </a:pPr>
            <a:r>
              <a:rPr lang="en-US" sz="1500" i="1" dirty="0">
                <a:solidFill>
                  <a:srgbClr val="B8C2CF"/>
                </a:solidFill>
              </a:rPr>
              <a:t>nouveau mot</a:t>
            </a:r>
            <a:endParaRPr lang="en-US" sz="1500" dirty="0"/>
          </a:p>
        </p:txBody>
      </p:sp>
      <p:sp>
        <p:nvSpPr>
          <p:cNvPr id="27" name="Shape 23"/>
          <p:cNvSpPr/>
          <p:nvPr/>
        </p:nvSpPr>
        <p:spPr>
          <a:xfrm>
            <a:off x="548640" y="2782316"/>
            <a:ext cx="384048" cy="384048"/>
          </a:xfrm>
          <a:prstGeom prst="ellipse">
            <a:avLst/>
          </a:prstGeom>
          <a:solidFill>
            <a:schemeClr val="tx2"/>
          </a:solidFill>
          <a:ln w="12700">
            <a:solidFill>
              <a:srgbClr val="FFFFFF">
                <a:alpha val="0"/>
              </a:srgbClr>
            </a:solidFill>
            <a:prstDash val="solid"/>
          </a:ln>
        </p:spPr>
      </p:sp>
      <p:sp>
        <p:nvSpPr>
          <p:cNvPr id="28" name="Text 24"/>
          <p:cNvSpPr txBox="1"/>
          <p:nvPr/>
        </p:nvSpPr>
        <p:spPr>
          <a:xfrm>
            <a:off x="548640" y="27823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9" name="Shape 25"/>
          <p:cNvSpPr/>
          <p:nvPr/>
        </p:nvSpPr>
        <p:spPr>
          <a:xfrm>
            <a:off x="1367028" y="3125216"/>
            <a:ext cx="155448" cy="155448"/>
          </a:xfrm>
          <a:prstGeom prst="ellipse">
            <a:avLst/>
          </a:prstGeom>
          <a:solidFill>
            <a:schemeClr val="accent5"/>
          </a:solidFill>
          <a:ln w="12700">
            <a:solidFill>
              <a:srgbClr val="FFFFFF">
                <a:alpha val="0"/>
              </a:srgbClr>
            </a:solidFill>
            <a:prstDash val="solid"/>
          </a:ln>
        </p:spPr>
      </p:sp>
      <p:sp>
        <p:nvSpPr>
          <p:cNvPr id="30" name="Shape 26"/>
          <p:cNvSpPr/>
          <p:nvPr/>
        </p:nvSpPr>
        <p:spPr>
          <a:xfrm>
            <a:off x="2546604" y="3125216"/>
            <a:ext cx="155448" cy="155448"/>
          </a:xfrm>
          <a:prstGeom prst="ellipse">
            <a:avLst/>
          </a:prstGeom>
          <a:solidFill>
            <a:schemeClr val="accent5"/>
          </a:solidFill>
          <a:ln w="12700">
            <a:solidFill>
              <a:srgbClr val="FFFFFF">
                <a:alpha val="0"/>
              </a:srgbClr>
            </a:solidFill>
            <a:prstDash val="solid"/>
          </a:ln>
        </p:spPr>
      </p:sp>
      <p:sp>
        <p:nvSpPr>
          <p:cNvPr id="31" name="Shape 27"/>
          <p:cNvSpPr/>
          <p:nvPr/>
        </p:nvSpPr>
        <p:spPr>
          <a:xfrm>
            <a:off x="1051560" y="2745740"/>
            <a:ext cx="1965960" cy="457200"/>
          </a:xfrm>
          <a:prstGeom prst="roundRect">
            <a:avLst>
              <a:gd name="adj" fmla="val 12000"/>
            </a:avLst>
          </a:prstGeom>
          <a:solidFill>
            <a:schemeClr val="bg1"/>
          </a:solidFill>
          <a:ln w="31750">
            <a:solidFill>
              <a:srgbClr val="17375E"/>
            </a:solidFill>
            <a:prstDash val="solid"/>
          </a:ln>
        </p:spPr>
      </p:sp>
      <p:sp>
        <p:nvSpPr>
          <p:cNvPr id="32" name="Text 28"/>
          <p:cNvSpPr txBox="1"/>
          <p:nvPr/>
        </p:nvSpPr>
        <p:spPr>
          <a:xfrm>
            <a:off x="1106424" y="2745740"/>
            <a:ext cx="1856232" cy="457200"/>
          </a:xfrm>
          <a:prstGeom prst="rect">
            <a:avLst/>
          </a:prstGeom>
          <a:noFill/>
          <a:ln/>
        </p:spPr>
        <p:txBody>
          <a:bodyPr wrap="square" lIns="0" tIns="0" rIns="0" bIns="0" rtlCol="0" anchor="ctr"/>
          <a:lstStyle/>
          <a:p>
            <a:pPr algn="ctr" indent="0" marL="0">
              <a:buNone/>
            </a:pPr>
            <a:r>
              <a:rPr lang="en-US" sz="1800" b="1" dirty="0">
                <a:solidFill>
                  <a:schemeClr val="tx2"/>
                </a:solidFill>
              </a:rPr>
              <a:t>de</a:t>
            </a:r>
            <a:r>
              <a:rPr lang="en-US" sz="1800" b="1" dirty="0">
                <a:solidFill>
                  <a:schemeClr val="tx1"/>
                </a:solidFill>
              </a:rPr>
              <a:t> trein</a:t>
            </a:r>
            <a:endParaRPr lang="en-US" sz="1800" dirty="0"/>
          </a:p>
        </p:txBody>
      </p:sp>
      <p:sp>
        <p:nvSpPr>
          <p:cNvPr id="33" name="Text 29"/>
          <p:cNvSpPr txBox="1"/>
          <p:nvPr/>
        </p:nvSpPr>
        <p:spPr>
          <a:xfrm>
            <a:off x="3017520" y="2745740"/>
            <a:ext cx="274320" cy="45720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34" name="Shape 30"/>
          <p:cNvSpPr/>
          <p:nvPr/>
        </p:nvSpPr>
        <p:spPr>
          <a:xfrm>
            <a:off x="3607308" y="3125216"/>
            <a:ext cx="155448" cy="155448"/>
          </a:xfrm>
          <a:prstGeom prst="ellipse">
            <a:avLst/>
          </a:prstGeom>
          <a:solidFill>
            <a:schemeClr val="accent5"/>
          </a:solidFill>
          <a:ln w="12700">
            <a:solidFill>
              <a:srgbClr val="FFFFFF">
                <a:alpha val="0"/>
              </a:srgbClr>
            </a:solidFill>
            <a:prstDash val="solid"/>
          </a:ln>
        </p:spPr>
      </p:sp>
      <p:sp>
        <p:nvSpPr>
          <p:cNvPr id="35" name="Shape 31"/>
          <p:cNvSpPr/>
          <p:nvPr/>
        </p:nvSpPr>
        <p:spPr>
          <a:xfrm>
            <a:off x="4786884" y="3125216"/>
            <a:ext cx="155448" cy="155448"/>
          </a:xfrm>
          <a:prstGeom prst="ellipse">
            <a:avLst/>
          </a:prstGeom>
          <a:solidFill>
            <a:schemeClr val="accent5"/>
          </a:solidFill>
          <a:ln w="12700">
            <a:solidFill>
              <a:srgbClr val="FFFFFF">
                <a:alpha val="0"/>
              </a:srgbClr>
            </a:solidFill>
            <a:prstDash val="solid"/>
          </a:ln>
        </p:spPr>
      </p:sp>
      <p:sp>
        <p:nvSpPr>
          <p:cNvPr id="36" name="Shape 32"/>
          <p:cNvSpPr/>
          <p:nvPr/>
        </p:nvSpPr>
        <p:spPr>
          <a:xfrm>
            <a:off x="3291840" y="2745740"/>
            <a:ext cx="1965960" cy="457200"/>
          </a:xfrm>
          <a:prstGeom prst="roundRect">
            <a:avLst>
              <a:gd name="adj" fmla="val 12000"/>
            </a:avLst>
          </a:prstGeom>
          <a:solidFill>
            <a:schemeClr val="bg1"/>
          </a:solidFill>
          <a:ln w="31750">
            <a:solidFill>
              <a:srgbClr val="D9700F"/>
            </a:solidFill>
            <a:prstDash val="solid"/>
          </a:ln>
        </p:spPr>
      </p:sp>
      <p:sp>
        <p:nvSpPr>
          <p:cNvPr id="37" name="Text 33"/>
          <p:cNvSpPr txBox="1"/>
          <p:nvPr/>
        </p:nvSpPr>
        <p:spPr>
          <a:xfrm>
            <a:off x="3346704" y="2745740"/>
            <a:ext cx="1856232" cy="457200"/>
          </a:xfrm>
          <a:prstGeom prst="rect">
            <a:avLst/>
          </a:prstGeom>
          <a:noFill/>
          <a:ln/>
        </p:spPr>
        <p:txBody>
          <a:bodyPr wrap="square" lIns="0" tIns="0" rIns="0" bIns="0" rtlCol="0" anchor="ctr"/>
          <a:lstStyle/>
          <a:p>
            <a:pPr algn="ctr" indent="0" marL="0">
              <a:buNone/>
            </a:pPr>
            <a:r>
              <a:rPr lang="en-US" sz="1800" b="1" dirty="0">
                <a:solidFill>
                  <a:schemeClr val="accent1"/>
                </a:solidFill>
              </a:rPr>
              <a:t>het</a:t>
            </a:r>
            <a:r>
              <a:rPr lang="en-US" sz="1800" b="1" dirty="0">
                <a:solidFill>
                  <a:schemeClr val="tx1"/>
                </a:solidFill>
              </a:rPr>
              <a:t> station</a:t>
            </a:r>
            <a:endParaRPr lang="en-US" sz="1800" dirty="0"/>
          </a:p>
        </p:txBody>
      </p:sp>
      <p:sp>
        <p:nvSpPr>
          <p:cNvPr id="38" name="Shape 34"/>
          <p:cNvSpPr/>
          <p:nvPr/>
        </p:nvSpPr>
        <p:spPr>
          <a:xfrm>
            <a:off x="5394960" y="2974340"/>
            <a:ext cx="594360" cy="914"/>
          </a:xfrm>
          <a:prstGeom prst="line">
            <a:avLst/>
          </a:prstGeom>
          <a:noFill/>
          <a:ln w="31750">
            <a:solidFill>
              <a:srgbClr val="4A5A70"/>
            </a:solidFill>
            <a:prstDash val="solid"/>
            <a:tailEnd type="triangle"/>
          </a:ln>
        </p:spPr>
      </p:sp>
      <p:sp>
        <p:nvSpPr>
          <p:cNvPr id="39" name="Shape 35"/>
          <p:cNvSpPr/>
          <p:nvPr/>
        </p:nvSpPr>
        <p:spPr>
          <a:xfrm>
            <a:off x="6222492" y="3125216"/>
            <a:ext cx="155448" cy="155448"/>
          </a:xfrm>
          <a:prstGeom prst="ellipse">
            <a:avLst/>
          </a:prstGeom>
          <a:solidFill>
            <a:schemeClr val="accent5"/>
          </a:solidFill>
          <a:ln w="12700">
            <a:solidFill>
              <a:srgbClr val="FFFFFF">
                <a:alpha val="0"/>
              </a:srgbClr>
            </a:solidFill>
            <a:prstDash val="solid"/>
          </a:ln>
        </p:spPr>
      </p:sp>
      <p:sp>
        <p:nvSpPr>
          <p:cNvPr id="40" name="Shape 36"/>
          <p:cNvSpPr/>
          <p:nvPr/>
        </p:nvSpPr>
        <p:spPr>
          <a:xfrm>
            <a:off x="6743700" y="3125216"/>
            <a:ext cx="155448" cy="155448"/>
          </a:xfrm>
          <a:prstGeom prst="ellipse">
            <a:avLst/>
          </a:prstGeom>
          <a:solidFill>
            <a:schemeClr val="accent5"/>
          </a:solidFill>
          <a:ln w="12700">
            <a:solidFill>
              <a:srgbClr val="FFFFFF">
                <a:alpha val="0"/>
              </a:srgbClr>
            </a:solidFill>
            <a:prstDash val="solid"/>
          </a:ln>
        </p:spPr>
      </p:sp>
      <p:sp>
        <p:nvSpPr>
          <p:cNvPr id="41" name="Shape 37"/>
          <p:cNvSpPr/>
          <p:nvPr/>
        </p:nvSpPr>
        <p:spPr>
          <a:xfrm>
            <a:off x="6126480" y="2745740"/>
            <a:ext cx="868680" cy="457200"/>
          </a:xfrm>
          <a:prstGeom prst="roundRect">
            <a:avLst>
              <a:gd name="adj" fmla="val 12000"/>
            </a:avLst>
          </a:prstGeom>
          <a:solidFill>
            <a:schemeClr val="bg1"/>
          </a:solidFill>
          <a:ln w="19050">
            <a:solidFill>
              <a:srgbClr val="4A5A70"/>
            </a:solidFill>
            <a:prstDash val="dash"/>
          </a:ln>
        </p:spPr>
      </p:sp>
      <p:sp>
        <p:nvSpPr>
          <p:cNvPr id="42" name="Shape 38"/>
          <p:cNvSpPr/>
          <p:nvPr/>
        </p:nvSpPr>
        <p:spPr>
          <a:xfrm>
            <a:off x="7731252" y="3125216"/>
            <a:ext cx="155448" cy="155448"/>
          </a:xfrm>
          <a:prstGeom prst="ellipse">
            <a:avLst/>
          </a:prstGeom>
          <a:solidFill>
            <a:schemeClr val="accent5"/>
          </a:solidFill>
          <a:ln w="12700">
            <a:solidFill>
              <a:srgbClr val="FFFFFF">
                <a:alpha val="0"/>
              </a:srgbClr>
            </a:solidFill>
            <a:prstDash val="solid"/>
          </a:ln>
        </p:spPr>
      </p:sp>
      <p:sp>
        <p:nvSpPr>
          <p:cNvPr id="43" name="Shape 39"/>
          <p:cNvSpPr/>
          <p:nvPr/>
        </p:nvSpPr>
        <p:spPr>
          <a:xfrm>
            <a:off x="9761220" y="3125216"/>
            <a:ext cx="155448" cy="155448"/>
          </a:xfrm>
          <a:prstGeom prst="ellipse">
            <a:avLst/>
          </a:prstGeom>
          <a:solidFill>
            <a:schemeClr val="accent5"/>
          </a:solidFill>
          <a:ln w="12700">
            <a:solidFill>
              <a:srgbClr val="FFFFFF">
                <a:alpha val="0"/>
              </a:srgbClr>
            </a:solidFill>
            <a:prstDash val="solid"/>
          </a:ln>
        </p:spPr>
      </p:sp>
      <p:sp>
        <p:nvSpPr>
          <p:cNvPr id="44" name="Shape 40"/>
          <p:cNvSpPr/>
          <p:nvPr/>
        </p:nvSpPr>
        <p:spPr>
          <a:xfrm>
            <a:off x="7132320" y="2745740"/>
            <a:ext cx="3383280" cy="457200"/>
          </a:xfrm>
          <a:prstGeom prst="roundRect">
            <a:avLst>
              <a:gd name="adj" fmla="val 12000"/>
            </a:avLst>
          </a:prstGeom>
          <a:solidFill>
            <a:schemeClr val="bg1"/>
          </a:solidFill>
          <a:ln w="19050">
            <a:solidFill>
              <a:srgbClr val="4A5A70"/>
            </a:solidFill>
            <a:prstDash val="dash"/>
          </a:ln>
        </p:spPr>
      </p:sp>
      <p:sp>
        <p:nvSpPr>
          <p:cNvPr id="45" name="Text 41"/>
          <p:cNvSpPr txBox="1"/>
          <p:nvPr/>
        </p:nvSpPr>
        <p:spPr>
          <a:xfrm>
            <a:off x="7187184" y="2745740"/>
            <a:ext cx="3273552" cy="457200"/>
          </a:xfrm>
          <a:prstGeom prst="rect">
            <a:avLst/>
          </a:prstGeom>
          <a:noFill/>
          <a:ln/>
        </p:spPr>
        <p:txBody>
          <a:bodyPr wrap="square" lIns="0" tIns="0" rIns="0" bIns="0" rtlCol="0" anchor="ctr"/>
          <a:lstStyle/>
          <a:p>
            <a:pPr algn="ctr" indent="0" marL="0">
              <a:buNone/>
            </a:pPr>
            <a:r>
              <a:rPr lang="en-US" sz="1500" i="1" dirty="0">
                <a:solidFill>
                  <a:srgbClr val="B8C2CF"/>
                </a:solidFill>
              </a:rPr>
              <a:t>nouveau mot</a:t>
            </a:r>
            <a:endParaRPr lang="en-US" sz="1500" dirty="0"/>
          </a:p>
        </p:txBody>
      </p:sp>
      <p:sp>
        <p:nvSpPr>
          <p:cNvPr id="46" name="Shape 42"/>
          <p:cNvSpPr/>
          <p:nvPr/>
        </p:nvSpPr>
        <p:spPr>
          <a:xfrm>
            <a:off x="548640" y="3485896"/>
            <a:ext cx="384048" cy="384048"/>
          </a:xfrm>
          <a:prstGeom prst="ellipse">
            <a:avLst/>
          </a:prstGeom>
          <a:solidFill>
            <a:schemeClr val="tx2"/>
          </a:solidFill>
          <a:ln w="12700">
            <a:solidFill>
              <a:srgbClr val="FFFFFF">
                <a:alpha val="0"/>
              </a:srgbClr>
            </a:solidFill>
            <a:prstDash val="solid"/>
          </a:ln>
        </p:spPr>
      </p:sp>
      <p:sp>
        <p:nvSpPr>
          <p:cNvPr id="47" name="Text 43"/>
          <p:cNvSpPr txBox="1"/>
          <p:nvPr/>
        </p:nvSpPr>
        <p:spPr>
          <a:xfrm>
            <a:off x="548640" y="34858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48" name="Shape 44"/>
          <p:cNvSpPr/>
          <p:nvPr/>
        </p:nvSpPr>
        <p:spPr>
          <a:xfrm>
            <a:off x="1367028" y="3828796"/>
            <a:ext cx="155448" cy="155448"/>
          </a:xfrm>
          <a:prstGeom prst="ellipse">
            <a:avLst/>
          </a:prstGeom>
          <a:solidFill>
            <a:schemeClr val="accent5"/>
          </a:solidFill>
          <a:ln w="12700">
            <a:solidFill>
              <a:srgbClr val="FFFFFF">
                <a:alpha val="0"/>
              </a:srgbClr>
            </a:solidFill>
            <a:prstDash val="solid"/>
          </a:ln>
        </p:spPr>
      </p:sp>
      <p:sp>
        <p:nvSpPr>
          <p:cNvPr id="49" name="Shape 45"/>
          <p:cNvSpPr/>
          <p:nvPr/>
        </p:nvSpPr>
        <p:spPr>
          <a:xfrm>
            <a:off x="2546604" y="3828796"/>
            <a:ext cx="155448" cy="155448"/>
          </a:xfrm>
          <a:prstGeom prst="ellipse">
            <a:avLst/>
          </a:prstGeom>
          <a:solidFill>
            <a:schemeClr val="accent5"/>
          </a:solidFill>
          <a:ln w="12700">
            <a:solidFill>
              <a:srgbClr val="FFFFFF">
                <a:alpha val="0"/>
              </a:srgbClr>
            </a:solidFill>
            <a:prstDash val="solid"/>
          </a:ln>
        </p:spPr>
      </p:sp>
      <p:sp>
        <p:nvSpPr>
          <p:cNvPr id="50" name="Shape 46"/>
          <p:cNvSpPr/>
          <p:nvPr/>
        </p:nvSpPr>
        <p:spPr>
          <a:xfrm>
            <a:off x="1051560" y="3449320"/>
            <a:ext cx="1965960" cy="457200"/>
          </a:xfrm>
          <a:prstGeom prst="roundRect">
            <a:avLst>
              <a:gd name="adj" fmla="val 12000"/>
            </a:avLst>
          </a:prstGeom>
          <a:solidFill>
            <a:schemeClr val="bg1"/>
          </a:solidFill>
          <a:ln w="31750">
            <a:solidFill>
              <a:srgbClr val="D9700F"/>
            </a:solidFill>
            <a:prstDash val="solid"/>
          </a:ln>
        </p:spPr>
      </p:sp>
      <p:sp>
        <p:nvSpPr>
          <p:cNvPr id="51" name="Text 47"/>
          <p:cNvSpPr txBox="1"/>
          <p:nvPr/>
        </p:nvSpPr>
        <p:spPr>
          <a:xfrm>
            <a:off x="1106424" y="3449320"/>
            <a:ext cx="1856232" cy="457200"/>
          </a:xfrm>
          <a:prstGeom prst="rect">
            <a:avLst/>
          </a:prstGeom>
          <a:noFill/>
          <a:ln/>
        </p:spPr>
        <p:txBody>
          <a:bodyPr wrap="square" lIns="0" tIns="0" rIns="0" bIns="0" rtlCol="0" anchor="ctr"/>
          <a:lstStyle/>
          <a:p>
            <a:pPr algn="ctr" indent="0" marL="0">
              <a:buNone/>
            </a:pPr>
            <a:r>
              <a:rPr lang="en-US" sz="1800" b="1" dirty="0">
                <a:solidFill>
                  <a:schemeClr val="accent1"/>
                </a:solidFill>
              </a:rPr>
              <a:t>het</a:t>
            </a:r>
            <a:r>
              <a:rPr lang="en-US" sz="1800" b="1" dirty="0">
                <a:solidFill>
                  <a:schemeClr val="tx1"/>
                </a:solidFill>
              </a:rPr>
              <a:t> werk</a:t>
            </a:r>
            <a:endParaRPr lang="en-US" sz="1800" dirty="0"/>
          </a:p>
        </p:txBody>
      </p:sp>
      <p:sp>
        <p:nvSpPr>
          <p:cNvPr id="52" name="Text 48"/>
          <p:cNvSpPr txBox="1"/>
          <p:nvPr/>
        </p:nvSpPr>
        <p:spPr>
          <a:xfrm>
            <a:off x="3017520" y="3449320"/>
            <a:ext cx="274320" cy="45720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53" name="Shape 49"/>
          <p:cNvSpPr/>
          <p:nvPr/>
        </p:nvSpPr>
        <p:spPr>
          <a:xfrm>
            <a:off x="3607308" y="3828796"/>
            <a:ext cx="155448" cy="155448"/>
          </a:xfrm>
          <a:prstGeom prst="ellipse">
            <a:avLst/>
          </a:prstGeom>
          <a:solidFill>
            <a:schemeClr val="accent5"/>
          </a:solidFill>
          <a:ln w="12700">
            <a:solidFill>
              <a:srgbClr val="FFFFFF">
                <a:alpha val="0"/>
              </a:srgbClr>
            </a:solidFill>
            <a:prstDash val="solid"/>
          </a:ln>
        </p:spPr>
      </p:sp>
      <p:sp>
        <p:nvSpPr>
          <p:cNvPr id="54" name="Shape 50"/>
          <p:cNvSpPr/>
          <p:nvPr/>
        </p:nvSpPr>
        <p:spPr>
          <a:xfrm>
            <a:off x="4786884" y="3828796"/>
            <a:ext cx="155448" cy="155448"/>
          </a:xfrm>
          <a:prstGeom prst="ellipse">
            <a:avLst/>
          </a:prstGeom>
          <a:solidFill>
            <a:schemeClr val="accent5"/>
          </a:solidFill>
          <a:ln w="12700">
            <a:solidFill>
              <a:srgbClr val="FFFFFF">
                <a:alpha val="0"/>
              </a:srgbClr>
            </a:solidFill>
            <a:prstDash val="solid"/>
          </a:ln>
        </p:spPr>
      </p:sp>
      <p:sp>
        <p:nvSpPr>
          <p:cNvPr id="55" name="Shape 51"/>
          <p:cNvSpPr/>
          <p:nvPr/>
        </p:nvSpPr>
        <p:spPr>
          <a:xfrm>
            <a:off x="3291840" y="3449320"/>
            <a:ext cx="1965960" cy="457200"/>
          </a:xfrm>
          <a:prstGeom prst="roundRect">
            <a:avLst>
              <a:gd name="adj" fmla="val 12000"/>
            </a:avLst>
          </a:prstGeom>
          <a:solidFill>
            <a:schemeClr val="bg1"/>
          </a:solidFill>
          <a:ln w="31750">
            <a:solidFill>
              <a:srgbClr val="17375E"/>
            </a:solidFill>
            <a:prstDash val="solid"/>
          </a:ln>
        </p:spPr>
      </p:sp>
      <p:sp>
        <p:nvSpPr>
          <p:cNvPr id="56" name="Text 52"/>
          <p:cNvSpPr txBox="1"/>
          <p:nvPr/>
        </p:nvSpPr>
        <p:spPr>
          <a:xfrm>
            <a:off x="3346704" y="3449320"/>
            <a:ext cx="1856232" cy="457200"/>
          </a:xfrm>
          <a:prstGeom prst="rect">
            <a:avLst/>
          </a:prstGeom>
          <a:noFill/>
          <a:ln/>
        </p:spPr>
        <p:txBody>
          <a:bodyPr wrap="square" lIns="0" tIns="0" rIns="0" bIns="0" rtlCol="0" anchor="ctr"/>
          <a:lstStyle/>
          <a:p>
            <a:pPr algn="ctr" indent="0" marL="0">
              <a:buNone/>
            </a:pPr>
            <a:r>
              <a:rPr lang="en-US" sz="1800" b="1" dirty="0">
                <a:solidFill>
                  <a:schemeClr val="tx2"/>
                </a:solidFill>
              </a:rPr>
              <a:t>de</a:t>
            </a:r>
            <a:r>
              <a:rPr lang="en-US" sz="1800" b="1" dirty="0">
                <a:solidFill>
                  <a:schemeClr val="tx1"/>
                </a:solidFill>
              </a:rPr>
              <a:t> dag</a:t>
            </a:r>
            <a:endParaRPr lang="en-US" sz="1800" dirty="0"/>
          </a:p>
        </p:txBody>
      </p:sp>
      <p:sp>
        <p:nvSpPr>
          <p:cNvPr id="57" name="Shape 53"/>
          <p:cNvSpPr/>
          <p:nvPr/>
        </p:nvSpPr>
        <p:spPr>
          <a:xfrm>
            <a:off x="5394960" y="3677920"/>
            <a:ext cx="594360" cy="914"/>
          </a:xfrm>
          <a:prstGeom prst="line">
            <a:avLst/>
          </a:prstGeom>
          <a:noFill/>
          <a:ln w="31750">
            <a:solidFill>
              <a:srgbClr val="4A5A70"/>
            </a:solidFill>
            <a:prstDash val="solid"/>
            <a:tailEnd type="triangle"/>
          </a:ln>
        </p:spPr>
      </p:sp>
      <p:sp>
        <p:nvSpPr>
          <p:cNvPr id="58" name="Shape 54"/>
          <p:cNvSpPr/>
          <p:nvPr/>
        </p:nvSpPr>
        <p:spPr>
          <a:xfrm>
            <a:off x="6222492" y="3828796"/>
            <a:ext cx="155448" cy="155448"/>
          </a:xfrm>
          <a:prstGeom prst="ellipse">
            <a:avLst/>
          </a:prstGeom>
          <a:solidFill>
            <a:schemeClr val="accent5"/>
          </a:solidFill>
          <a:ln w="12700">
            <a:solidFill>
              <a:srgbClr val="FFFFFF">
                <a:alpha val="0"/>
              </a:srgbClr>
            </a:solidFill>
            <a:prstDash val="solid"/>
          </a:ln>
        </p:spPr>
      </p:sp>
      <p:sp>
        <p:nvSpPr>
          <p:cNvPr id="59" name="Shape 55"/>
          <p:cNvSpPr/>
          <p:nvPr/>
        </p:nvSpPr>
        <p:spPr>
          <a:xfrm>
            <a:off x="6743700" y="3828796"/>
            <a:ext cx="155448" cy="155448"/>
          </a:xfrm>
          <a:prstGeom prst="ellipse">
            <a:avLst/>
          </a:prstGeom>
          <a:solidFill>
            <a:schemeClr val="accent5"/>
          </a:solidFill>
          <a:ln w="12700">
            <a:solidFill>
              <a:srgbClr val="FFFFFF">
                <a:alpha val="0"/>
              </a:srgbClr>
            </a:solidFill>
            <a:prstDash val="solid"/>
          </a:ln>
        </p:spPr>
      </p:sp>
      <p:sp>
        <p:nvSpPr>
          <p:cNvPr id="60" name="Shape 56"/>
          <p:cNvSpPr/>
          <p:nvPr/>
        </p:nvSpPr>
        <p:spPr>
          <a:xfrm>
            <a:off x="6126480" y="3449320"/>
            <a:ext cx="868680" cy="457200"/>
          </a:xfrm>
          <a:prstGeom prst="roundRect">
            <a:avLst>
              <a:gd name="adj" fmla="val 12000"/>
            </a:avLst>
          </a:prstGeom>
          <a:solidFill>
            <a:schemeClr val="bg1"/>
          </a:solidFill>
          <a:ln w="19050">
            <a:solidFill>
              <a:srgbClr val="4A5A70"/>
            </a:solidFill>
            <a:prstDash val="dash"/>
          </a:ln>
        </p:spPr>
      </p:sp>
      <p:sp>
        <p:nvSpPr>
          <p:cNvPr id="61" name="Shape 57"/>
          <p:cNvSpPr/>
          <p:nvPr/>
        </p:nvSpPr>
        <p:spPr>
          <a:xfrm>
            <a:off x="7731252" y="3828796"/>
            <a:ext cx="155448" cy="155448"/>
          </a:xfrm>
          <a:prstGeom prst="ellipse">
            <a:avLst/>
          </a:prstGeom>
          <a:solidFill>
            <a:schemeClr val="accent5"/>
          </a:solidFill>
          <a:ln w="12700">
            <a:solidFill>
              <a:srgbClr val="FFFFFF">
                <a:alpha val="0"/>
              </a:srgbClr>
            </a:solidFill>
            <a:prstDash val="solid"/>
          </a:ln>
        </p:spPr>
      </p:sp>
      <p:sp>
        <p:nvSpPr>
          <p:cNvPr id="62" name="Shape 58"/>
          <p:cNvSpPr/>
          <p:nvPr/>
        </p:nvSpPr>
        <p:spPr>
          <a:xfrm>
            <a:off x="9761220" y="3828796"/>
            <a:ext cx="155448" cy="155448"/>
          </a:xfrm>
          <a:prstGeom prst="ellipse">
            <a:avLst/>
          </a:prstGeom>
          <a:solidFill>
            <a:schemeClr val="accent5"/>
          </a:solidFill>
          <a:ln w="12700">
            <a:solidFill>
              <a:srgbClr val="FFFFFF">
                <a:alpha val="0"/>
              </a:srgbClr>
            </a:solidFill>
            <a:prstDash val="solid"/>
          </a:ln>
        </p:spPr>
      </p:sp>
      <p:sp>
        <p:nvSpPr>
          <p:cNvPr id="63" name="Shape 59"/>
          <p:cNvSpPr/>
          <p:nvPr/>
        </p:nvSpPr>
        <p:spPr>
          <a:xfrm>
            <a:off x="7132320" y="3449320"/>
            <a:ext cx="3383280" cy="457200"/>
          </a:xfrm>
          <a:prstGeom prst="roundRect">
            <a:avLst>
              <a:gd name="adj" fmla="val 12000"/>
            </a:avLst>
          </a:prstGeom>
          <a:solidFill>
            <a:schemeClr val="bg1"/>
          </a:solidFill>
          <a:ln w="19050">
            <a:solidFill>
              <a:srgbClr val="4A5A70"/>
            </a:solidFill>
            <a:prstDash val="dash"/>
          </a:ln>
        </p:spPr>
      </p:sp>
      <p:sp>
        <p:nvSpPr>
          <p:cNvPr id="64" name="Text 60"/>
          <p:cNvSpPr txBox="1"/>
          <p:nvPr/>
        </p:nvSpPr>
        <p:spPr>
          <a:xfrm>
            <a:off x="7187184" y="3449320"/>
            <a:ext cx="3273552" cy="457200"/>
          </a:xfrm>
          <a:prstGeom prst="rect">
            <a:avLst/>
          </a:prstGeom>
          <a:noFill/>
          <a:ln/>
        </p:spPr>
        <p:txBody>
          <a:bodyPr wrap="square" lIns="0" tIns="0" rIns="0" bIns="0" rtlCol="0" anchor="ctr"/>
          <a:lstStyle/>
          <a:p>
            <a:pPr algn="ctr" indent="0" marL="0">
              <a:buNone/>
            </a:pPr>
            <a:r>
              <a:rPr lang="en-US" sz="1500" i="1" dirty="0">
                <a:solidFill>
                  <a:srgbClr val="B8C2CF"/>
                </a:solidFill>
              </a:rPr>
              <a:t>nouveau mot</a:t>
            </a:r>
            <a:endParaRPr lang="en-US" sz="1500" dirty="0"/>
          </a:p>
        </p:txBody>
      </p:sp>
      <p:sp>
        <p:nvSpPr>
          <p:cNvPr id="65" name="Shape 61"/>
          <p:cNvSpPr/>
          <p:nvPr/>
        </p:nvSpPr>
        <p:spPr>
          <a:xfrm>
            <a:off x="548640" y="4189476"/>
            <a:ext cx="384048" cy="384048"/>
          </a:xfrm>
          <a:prstGeom prst="ellipse">
            <a:avLst/>
          </a:prstGeom>
          <a:solidFill>
            <a:schemeClr val="tx2"/>
          </a:solidFill>
          <a:ln w="12700">
            <a:solidFill>
              <a:srgbClr val="FFFFFF">
                <a:alpha val="0"/>
              </a:srgbClr>
            </a:solidFill>
            <a:prstDash val="solid"/>
          </a:ln>
        </p:spPr>
      </p:sp>
      <p:sp>
        <p:nvSpPr>
          <p:cNvPr id="66" name="Text 62"/>
          <p:cNvSpPr txBox="1"/>
          <p:nvPr/>
        </p:nvSpPr>
        <p:spPr>
          <a:xfrm>
            <a:off x="548640" y="41894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67" name="Shape 63"/>
          <p:cNvSpPr/>
          <p:nvPr/>
        </p:nvSpPr>
        <p:spPr>
          <a:xfrm>
            <a:off x="1367028" y="4532376"/>
            <a:ext cx="155448" cy="155448"/>
          </a:xfrm>
          <a:prstGeom prst="ellipse">
            <a:avLst/>
          </a:prstGeom>
          <a:solidFill>
            <a:schemeClr val="accent5"/>
          </a:solidFill>
          <a:ln w="12700">
            <a:solidFill>
              <a:srgbClr val="FFFFFF">
                <a:alpha val="0"/>
              </a:srgbClr>
            </a:solidFill>
            <a:prstDash val="solid"/>
          </a:ln>
        </p:spPr>
      </p:sp>
      <p:sp>
        <p:nvSpPr>
          <p:cNvPr id="68" name="Shape 64"/>
          <p:cNvSpPr/>
          <p:nvPr/>
        </p:nvSpPr>
        <p:spPr>
          <a:xfrm>
            <a:off x="2546604" y="4532376"/>
            <a:ext cx="155448" cy="155448"/>
          </a:xfrm>
          <a:prstGeom prst="ellipse">
            <a:avLst/>
          </a:prstGeom>
          <a:solidFill>
            <a:schemeClr val="accent5"/>
          </a:solidFill>
          <a:ln w="12700">
            <a:solidFill>
              <a:srgbClr val="FFFFFF">
                <a:alpha val="0"/>
              </a:srgbClr>
            </a:solidFill>
            <a:prstDash val="solid"/>
          </a:ln>
        </p:spPr>
      </p:sp>
      <p:sp>
        <p:nvSpPr>
          <p:cNvPr id="69" name="Shape 65"/>
          <p:cNvSpPr/>
          <p:nvPr/>
        </p:nvSpPr>
        <p:spPr>
          <a:xfrm>
            <a:off x="1051560" y="4152900"/>
            <a:ext cx="1965960" cy="457200"/>
          </a:xfrm>
          <a:prstGeom prst="roundRect">
            <a:avLst>
              <a:gd name="adj" fmla="val 12000"/>
            </a:avLst>
          </a:prstGeom>
          <a:solidFill>
            <a:schemeClr val="bg1"/>
          </a:solidFill>
          <a:ln w="31750">
            <a:solidFill>
              <a:srgbClr val="17375E"/>
            </a:solidFill>
            <a:prstDash val="solid"/>
          </a:ln>
        </p:spPr>
      </p:sp>
      <p:sp>
        <p:nvSpPr>
          <p:cNvPr id="70" name="Text 66"/>
          <p:cNvSpPr txBox="1"/>
          <p:nvPr/>
        </p:nvSpPr>
        <p:spPr>
          <a:xfrm>
            <a:off x="1106424" y="4152900"/>
            <a:ext cx="1856232" cy="457200"/>
          </a:xfrm>
          <a:prstGeom prst="rect">
            <a:avLst/>
          </a:prstGeom>
          <a:noFill/>
          <a:ln/>
        </p:spPr>
        <p:txBody>
          <a:bodyPr wrap="square" lIns="0" tIns="0" rIns="0" bIns="0" rtlCol="0" anchor="ctr"/>
          <a:lstStyle/>
          <a:p>
            <a:pPr algn="ctr" indent="0" marL="0">
              <a:buNone/>
            </a:pPr>
            <a:r>
              <a:rPr lang="en-US" sz="1800" b="1" dirty="0">
                <a:solidFill>
                  <a:schemeClr val="tx2"/>
                </a:solidFill>
              </a:rPr>
              <a:t>de</a:t>
            </a:r>
            <a:r>
              <a:rPr lang="en-US" sz="1800" b="1" dirty="0">
                <a:solidFill>
                  <a:schemeClr val="tx1"/>
                </a:solidFill>
              </a:rPr>
              <a:t> computer</a:t>
            </a:r>
            <a:endParaRPr lang="en-US" sz="1800" dirty="0"/>
          </a:p>
        </p:txBody>
      </p:sp>
      <p:sp>
        <p:nvSpPr>
          <p:cNvPr id="71" name="Text 67"/>
          <p:cNvSpPr txBox="1"/>
          <p:nvPr/>
        </p:nvSpPr>
        <p:spPr>
          <a:xfrm>
            <a:off x="3017520" y="4152900"/>
            <a:ext cx="274320" cy="45720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72" name="Shape 68"/>
          <p:cNvSpPr/>
          <p:nvPr/>
        </p:nvSpPr>
        <p:spPr>
          <a:xfrm>
            <a:off x="3607308" y="4532376"/>
            <a:ext cx="155448" cy="155448"/>
          </a:xfrm>
          <a:prstGeom prst="ellipse">
            <a:avLst/>
          </a:prstGeom>
          <a:solidFill>
            <a:schemeClr val="accent5"/>
          </a:solidFill>
          <a:ln w="12700">
            <a:solidFill>
              <a:srgbClr val="FFFFFF">
                <a:alpha val="0"/>
              </a:srgbClr>
            </a:solidFill>
            <a:prstDash val="solid"/>
          </a:ln>
        </p:spPr>
      </p:sp>
      <p:sp>
        <p:nvSpPr>
          <p:cNvPr id="73" name="Shape 69"/>
          <p:cNvSpPr/>
          <p:nvPr/>
        </p:nvSpPr>
        <p:spPr>
          <a:xfrm>
            <a:off x="4786884" y="4532376"/>
            <a:ext cx="155448" cy="155448"/>
          </a:xfrm>
          <a:prstGeom prst="ellipse">
            <a:avLst/>
          </a:prstGeom>
          <a:solidFill>
            <a:schemeClr val="accent5"/>
          </a:solidFill>
          <a:ln w="12700">
            <a:solidFill>
              <a:srgbClr val="FFFFFF">
                <a:alpha val="0"/>
              </a:srgbClr>
            </a:solidFill>
            <a:prstDash val="solid"/>
          </a:ln>
        </p:spPr>
      </p:sp>
      <p:sp>
        <p:nvSpPr>
          <p:cNvPr id="74" name="Shape 70"/>
          <p:cNvSpPr/>
          <p:nvPr/>
        </p:nvSpPr>
        <p:spPr>
          <a:xfrm>
            <a:off x="3291840" y="4152900"/>
            <a:ext cx="1965960" cy="457200"/>
          </a:xfrm>
          <a:prstGeom prst="roundRect">
            <a:avLst>
              <a:gd name="adj" fmla="val 12000"/>
            </a:avLst>
          </a:prstGeom>
          <a:solidFill>
            <a:schemeClr val="bg1"/>
          </a:solidFill>
          <a:ln w="31750">
            <a:solidFill>
              <a:srgbClr val="D9700F"/>
            </a:solidFill>
            <a:prstDash val="solid"/>
          </a:ln>
        </p:spPr>
      </p:sp>
      <p:sp>
        <p:nvSpPr>
          <p:cNvPr id="75" name="Text 71"/>
          <p:cNvSpPr txBox="1"/>
          <p:nvPr/>
        </p:nvSpPr>
        <p:spPr>
          <a:xfrm>
            <a:off x="3346704" y="4152900"/>
            <a:ext cx="1856232" cy="457200"/>
          </a:xfrm>
          <a:prstGeom prst="rect">
            <a:avLst/>
          </a:prstGeom>
          <a:noFill/>
          <a:ln/>
        </p:spPr>
        <p:txBody>
          <a:bodyPr wrap="square" lIns="0" tIns="0" rIns="0" bIns="0" rtlCol="0" anchor="ctr"/>
          <a:lstStyle/>
          <a:p>
            <a:pPr algn="ctr" indent="0" marL="0">
              <a:buNone/>
            </a:pPr>
            <a:r>
              <a:rPr lang="en-US" sz="1800" b="1" dirty="0">
                <a:solidFill>
                  <a:schemeClr val="accent1"/>
                </a:solidFill>
              </a:rPr>
              <a:t>het</a:t>
            </a:r>
            <a:r>
              <a:rPr lang="en-US" sz="1800" b="1" dirty="0">
                <a:solidFill>
                  <a:schemeClr val="tx1"/>
                </a:solidFill>
              </a:rPr>
              <a:t> scherm</a:t>
            </a:r>
            <a:endParaRPr lang="en-US" sz="1800" dirty="0"/>
          </a:p>
        </p:txBody>
      </p:sp>
      <p:sp>
        <p:nvSpPr>
          <p:cNvPr id="76" name="Shape 72"/>
          <p:cNvSpPr/>
          <p:nvPr/>
        </p:nvSpPr>
        <p:spPr>
          <a:xfrm>
            <a:off x="5394960" y="4381500"/>
            <a:ext cx="594360" cy="914"/>
          </a:xfrm>
          <a:prstGeom prst="line">
            <a:avLst/>
          </a:prstGeom>
          <a:noFill/>
          <a:ln w="31750">
            <a:solidFill>
              <a:srgbClr val="4A5A70"/>
            </a:solidFill>
            <a:prstDash val="solid"/>
            <a:tailEnd type="triangle"/>
          </a:ln>
        </p:spPr>
      </p:sp>
      <p:sp>
        <p:nvSpPr>
          <p:cNvPr id="77" name="Shape 73"/>
          <p:cNvSpPr/>
          <p:nvPr/>
        </p:nvSpPr>
        <p:spPr>
          <a:xfrm>
            <a:off x="6222492" y="4532376"/>
            <a:ext cx="155448" cy="155448"/>
          </a:xfrm>
          <a:prstGeom prst="ellipse">
            <a:avLst/>
          </a:prstGeom>
          <a:solidFill>
            <a:schemeClr val="accent5"/>
          </a:solidFill>
          <a:ln w="12700">
            <a:solidFill>
              <a:srgbClr val="FFFFFF">
                <a:alpha val="0"/>
              </a:srgbClr>
            </a:solidFill>
            <a:prstDash val="solid"/>
          </a:ln>
        </p:spPr>
      </p:sp>
      <p:sp>
        <p:nvSpPr>
          <p:cNvPr id="78" name="Shape 74"/>
          <p:cNvSpPr/>
          <p:nvPr/>
        </p:nvSpPr>
        <p:spPr>
          <a:xfrm>
            <a:off x="6743700" y="4532376"/>
            <a:ext cx="155448" cy="155448"/>
          </a:xfrm>
          <a:prstGeom prst="ellipse">
            <a:avLst/>
          </a:prstGeom>
          <a:solidFill>
            <a:schemeClr val="accent5"/>
          </a:solidFill>
          <a:ln w="12700">
            <a:solidFill>
              <a:srgbClr val="FFFFFF">
                <a:alpha val="0"/>
              </a:srgbClr>
            </a:solidFill>
            <a:prstDash val="solid"/>
          </a:ln>
        </p:spPr>
      </p:sp>
      <p:sp>
        <p:nvSpPr>
          <p:cNvPr id="79" name="Shape 75"/>
          <p:cNvSpPr/>
          <p:nvPr/>
        </p:nvSpPr>
        <p:spPr>
          <a:xfrm>
            <a:off x="6126480" y="4152900"/>
            <a:ext cx="868680" cy="457200"/>
          </a:xfrm>
          <a:prstGeom prst="roundRect">
            <a:avLst>
              <a:gd name="adj" fmla="val 12000"/>
            </a:avLst>
          </a:prstGeom>
          <a:solidFill>
            <a:schemeClr val="bg1"/>
          </a:solidFill>
          <a:ln w="19050">
            <a:solidFill>
              <a:srgbClr val="4A5A70"/>
            </a:solidFill>
            <a:prstDash val="dash"/>
          </a:ln>
        </p:spPr>
      </p:sp>
      <p:sp>
        <p:nvSpPr>
          <p:cNvPr id="80" name="Shape 76"/>
          <p:cNvSpPr/>
          <p:nvPr/>
        </p:nvSpPr>
        <p:spPr>
          <a:xfrm>
            <a:off x="7731252" y="4532376"/>
            <a:ext cx="155448" cy="155448"/>
          </a:xfrm>
          <a:prstGeom prst="ellipse">
            <a:avLst/>
          </a:prstGeom>
          <a:solidFill>
            <a:schemeClr val="accent5"/>
          </a:solidFill>
          <a:ln w="12700">
            <a:solidFill>
              <a:srgbClr val="FFFFFF">
                <a:alpha val="0"/>
              </a:srgbClr>
            </a:solidFill>
            <a:prstDash val="solid"/>
          </a:ln>
        </p:spPr>
      </p:sp>
      <p:sp>
        <p:nvSpPr>
          <p:cNvPr id="81" name="Shape 77"/>
          <p:cNvSpPr/>
          <p:nvPr/>
        </p:nvSpPr>
        <p:spPr>
          <a:xfrm>
            <a:off x="9761220" y="4532376"/>
            <a:ext cx="155448" cy="155448"/>
          </a:xfrm>
          <a:prstGeom prst="ellipse">
            <a:avLst/>
          </a:prstGeom>
          <a:solidFill>
            <a:schemeClr val="accent5"/>
          </a:solidFill>
          <a:ln w="12700">
            <a:solidFill>
              <a:srgbClr val="FFFFFF">
                <a:alpha val="0"/>
              </a:srgbClr>
            </a:solidFill>
            <a:prstDash val="solid"/>
          </a:ln>
        </p:spPr>
      </p:sp>
      <p:sp>
        <p:nvSpPr>
          <p:cNvPr id="82" name="Shape 78"/>
          <p:cNvSpPr/>
          <p:nvPr/>
        </p:nvSpPr>
        <p:spPr>
          <a:xfrm>
            <a:off x="7132320" y="4152900"/>
            <a:ext cx="3383280" cy="457200"/>
          </a:xfrm>
          <a:prstGeom prst="roundRect">
            <a:avLst>
              <a:gd name="adj" fmla="val 12000"/>
            </a:avLst>
          </a:prstGeom>
          <a:solidFill>
            <a:schemeClr val="bg1"/>
          </a:solidFill>
          <a:ln w="19050">
            <a:solidFill>
              <a:srgbClr val="4A5A70"/>
            </a:solidFill>
            <a:prstDash val="dash"/>
          </a:ln>
        </p:spPr>
      </p:sp>
      <p:sp>
        <p:nvSpPr>
          <p:cNvPr id="83" name="Text 79"/>
          <p:cNvSpPr txBox="1"/>
          <p:nvPr/>
        </p:nvSpPr>
        <p:spPr>
          <a:xfrm>
            <a:off x="7187184" y="4152900"/>
            <a:ext cx="3273552" cy="457200"/>
          </a:xfrm>
          <a:prstGeom prst="rect">
            <a:avLst/>
          </a:prstGeom>
          <a:noFill/>
          <a:ln/>
        </p:spPr>
        <p:txBody>
          <a:bodyPr wrap="square" lIns="0" tIns="0" rIns="0" bIns="0" rtlCol="0" anchor="ctr"/>
          <a:lstStyle/>
          <a:p>
            <a:pPr algn="ctr" indent="0" marL="0">
              <a:buNone/>
            </a:pPr>
            <a:r>
              <a:rPr lang="en-US" sz="1500" i="1" dirty="0">
                <a:solidFill>
                  <a:srgbClr val="B8C2CF"/>
                </a:solidFill>
              </a:rPr>
              <a:t>nouveau mot</a:t>
            </a:r>
            <a:endParaRPr lang="en-US" sz="1500" dirty="0"/>
          </a:p>
        </p:txBody>
      </p:sp>
      <p:sp>
        <p:nvSpPr>
          <p:cNvPr id="84" name="Shape 80"/>
          <p:cNvSpPr/>
          <p:nvPr/>
        </p:nvSpPr>
        <p:spPr>
          <a:xfrm>
            <a:off x="548640" y="4893056"/>
            <a:ext cx="384048" cy="384048"/>
          </a:xfrm>
          <a:prstGeom prst="ellipse">
            <a:avLst/>
          </a:prstGeom>
          <a:solidFill>
            <a:schemeClr val="tx2"/>
          </a:solidFill>
          <a:ln w="12700">
            <a:solidFill>
              <a:srgbClr val="FFFFFF">
                <a:alpha val="0"/>
              </a:srgbClr>
            </a:solidFill>
            <a:prstDash val="solid"/>
          </a:ln>
        </p:spPr>
      </p:sp>
      <p:sp>
        <p:nvSpPr>
          <p:cNvPr id="85" name="Text 81"/>
          <p:cNvSpPr txBox="1"/>
          <p:nvPr/>
        </p:nvSpPr>
        <p:spPr>
          <a:xfrm>
            <a:off x="548640" y="48930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86" name="Shape 82"/>
          <p:cNvSpPr/>
          <p:nvPr/>
        </p:nvSpPr>
        <p:spPr>
          <a:xfrm>
            <a:off x="1367028" y="5235956"/>
            <a:ext cx="155448" cy="155448"/>
          </a:xfrm>
          <a:prstGeom prst="ellipse">
            <a:avLst/>
          </a:prstGeom>
          <a:solidFill>
            <a:schemeClr val="accent5"/>
          </a:solidFill>
          <a:ln w="12700">
            <a:solidFill>
              <a:srgbClr val="FFFFFF">
                <a:alpha val="0"/>
              </a:srgbClr>
            </a:solidFill>
            <a:prstDash val="solid"/>
          </a:ln>
        </p:spPr>
      </p:sp>
      <p:sp>
        <p:nvSpPr>
          <p:cNvPr id="87" name="Shape 83"/>
          <p:cNvSpPr/>
          <p:nvPr/>
        </p:nvSpPr>
        <p:spPr>
          <a:xfrm>
            <a:off x="2546604" y="5235956"/>
            <a:ext cx="155448" cy="155448"/>
          </a:xfrm>
          <a:prstGeom prst="ellipse">
            <a:avLst/>
          </a:prstGeom>
          <a:solidFill>
            <a:schemeClr val="accent5"/>
          </a:solidFill>
          <a:ln w="12700">
            <a:solidFill>
              <a:srgbClr val="FFFFFF">
                <a:alpha val="0"/>
              </a:srgbClr>
            </a:solidFill>
            <a:prstDash val="solid"/>
          </a:ln>
        </p:spPr>
      </p:sp>
      <p:sp>
        <p:nvSpPr>
          <p:cNvPr id="88" name="Shape 84"/>
          <p:cNvSpPr/>
          <p:nvPr/>
        </p:nvSpPr>
        <p:spPr>
          <a:xfrm>
            <a:off x="1051560" y="4856480"/>
            <a:ext cx="1965960" cy="457200"/>
          </a:xfrm>
          <a:prstGeom prst="roundRect">
            <a:avLst>
              <a:gd name="adj" fmla="val 12000"/>
            </a:avLst>
          </a:prstGeom>
          <a:solidFill>
            <a:schemeClr val="bg1"/>
          </a:solidFill>
          <a:ln w="31750">
            <a:solidFill>
              <a:srgbClr val="17375E"/>
            </a:solidFill>
            <a:prstDash val="solid"/>
          </a:ln>
        </p:spPr>
      </p:sp>
      <p:sp>
        <p:nvSpPr>
          <p:cNvPr id="89" name="Text 85"/>
          <p:cNvSpPr txBox="1"/>
          <p:nvPr/>
        </p:nvSpPr>
        <p:spPr>
          <a:xfrm>
            <a:off x="1106424" y="4856480"/>
            <a:ext cx="1856232" cy="457200"/>
          </a:xfrm>
          <a:prstGeom prst="rect">
            <a:avLst/>
          </a:prstGeom>
          <a:noFill/>
          <a:ln/>
        </p:spPr>
        <p:txBody>
          <a:bodyPr wrap="square" lIns="0" tIns="0" rIns="0" bIns="0" rtlCol="0" anchor="ctr"/>
          <a:lstStyle/>
          <a:p>
            <a:pPr algn="ctr" indent="0" marL="0">
              <a:buNone/>
            </a:pPr>
            <a:r>
              <a:rPr lang="en-US" sz="1800" b="1" dirty="0">
                <a:solidFill>
                  <a:schemeClr val="tx2"/>
                </a:solidFill>
              </a:rPr>
              <a:t>de</a:t>
            </a:r>
            <a:r>
              <a:rPr lang="en-US" sz="1800" b="1" dirty="0">
                <a:solidFill>
                  <a:schemeClr val="tx1"/>
                </a:solidFill>
              </a:rPr>
              <a:t> telefoon</a:t>
            </a:r>
            <a:endParaRPr lang="en-US" sz="1800" dirty="0"/>
          </a:p>
        </p:txBody>
      </p:sp>
      <p:sp>
        <p:nvSpPr>
          <p:cNvPr id="90" name="Text 86"/>
          <p:cNvSpPr txBox="1"/>
          <p:nvPr/>
        </p:nvSpPr>
        <p:spPr>
          <a:xfrm>
            <a:off x="3017520" y="4856480"/>
            <a:ext cx="274320" cy="45720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91" name="Shape 87"/>
          <p:cNvSpPr/>
          <p:nvPr/>
        </p:nvSpPr>
        <p:spPr>
          <a:xfrm>
            <a:off x="3607308" y="5235956"/>
            <a:ext cx="155448" cy="155448"/>
          </a:xfrm>
          <a:prstGeom prst="ellipse">
            <a:avLst/>
          </a:prstGeom>
          <a:solidFill>
            <a:schemeClr val="accent5"/>
          </a:solidFill>
          <a:ln w="12700">
            <a:solidFill>
              <a:srgbClr val="FFFFFF">
                <a:alpha val="0"/>
              </a:srgbClr>
            </a:solidFill>
            <a:prstDash val="solid"/>
          </a:ln>
        </p:spPr>
      </p:sp>
      <p:sp>
        <p:nvSpPr>
          <p:cNvPr id="92" name="Shape 88"/>
          <p:cNvSpPr/>
          <p:nvPr/>
        </p:nvSpPr>
        <p:spPr>
          <a:xfrm>
            <a:off x="4786884" y="5235956"/>
            <a:ext cx="155448" cy="155448"/>
          </a:xfrm>
          <a:prstGeom prst="ellipse">
            <a:avLst/>
          </a:prstGeom>
          <a:solidFill>
            <a:schemeClr val="accent5"/>
          </a:solidFill>
          <a:ln w="12700">
            <a:solidFill>
              <a:srgbClr val="FFFFFF">
                <a:alpha val="0"/>
              </a:srgbClr>
            </a:solidFill>
            <a:prstDash val="solid"/>
          </a:ln>
        </p:spPr>
      </p:sp>
      <p:sp>
        <p:nvSpPr>
          <p:cNvPr id="93" name="Shape 89"/>
          <p:cNvSpPr/>
          <p:nvPr/>
        </p:nvSpPr>
        <p:spPr>
          <a:xfrm>
            <a:off x="3291840" y="4856480"/>
            <a:ext cx="1965960" cy="457200"/>
          </a:xfrm>
          <a:prstGeom prst="roundRect">
            <a:avLst>
              <a:gd name="adj" fmla="val 12000"/>
            </a:avLst>
          </a:prstGeom>
          <a:solidFill>
            <a:schemeClr val="bg1"/>
          </a:solidFill>
          <a:ln w="31750">
            <a:solidFill>
              <a:srgbClr val="D9700F"/>
            </a:solidFill>
            <a:prstDash val="solid"/>
          </a:ln>
        </p:spPr>
      </p:sp>
      <p:sp>
        <p:nvSpPr>
          <p:cNvPr id="94" name="Text 90"/>
          <p:cNvSpPr txBox="1"/>
          <p:nvPr/>
        </p:nvSpPr>
        <p:spPr>
          <a:xfrm>
            <a:off x="3346704" y="4856480"/>
            <a:ext cx="1856232" cy="457200"/>
          </a:xfrm>
          <a:prstGeom prst="rect">
            <a:avLst/>
          </a:prstGeom>
          <a:noFill/>
          <a:ln/>
        </p:spPr>
        <p:txBody>
          <a:bodyPr wrap="square" lIns="0" tIns="0" rIns="0" bIns="0" rtlCol="0" anchor="ctr"/>
          <a:lstStyle/>
          <a:p>
            <a:pPr algn="ctr" indent="0" marL="0">
              <a:buNone/>
            </a:pPr>
            <a:r>
              <a:rPr lang="en-US" sz="1800" b="1" dirty="0">
                <a:solidFill>
                  <a:schemeClr val="accent1"/>
                </a:solidFill>
              </a:rPr>
              <a:t>het</a:t>
            </a:r>
            <a:r>
              <a:rPr lang="en-US" sz="1800" b="1" dirty="0">
                <a:solidFill>
                  <a:schemeClr val="tx1"/>
                </a:solidFill>
              </a:rPr>
              <a:t> nummer</a:t>
            </a:r>
            <a:endParaRPr lang="en-US" sz="1800" dirty="0"/>
          </a:p>
        </p:txBody>
      </p:sp>
      <p:sp>
        <p:nvSpPr>
          <p:cNvPr id="95" name="Shape 91"/>
          <p:cNvSpPr/>
          <p:nvPr/>
        </p:nvSpPr>
        <p:spPr>
          <a:xfrm>
            <a:off x="5394960" y="5085080"/>
            <a:ext cx="594360" cy="914"/>
          </a:xfrm>
          <a:prstGeom prst="line">
            <a:avLst/>
          </a:prstGeom>
          <a:noFill/>
          <a:ln w="31750">
            <a:solidFill>
              <a:srgbClr val="4A5A70"/>
            </a:solidFill>
            <a:prstDash val="solid"/>
            <a:tailEnd type="triangle"/>
          </a:ln>
        </p:spPr>
      </p:sp>
      <p:sp>
        <p:nvSpPr>
          <p:cNvPr id="96" name="Shape 92"/>
          <p:cNvSpPr/>
          <p:nvPr/>
        </p:nvSpPr>
        <p:spPr>
          <a:xfrm>
            <a:off x="6222492" y="5235956"/>
            <a:ext cx="155448" cy="155448"/>
          </a:xfrm>
          <a:prstGeom prst="ellipse">
            <a:avLst/>
          </a:prstGeom>
          <a:solidFill>
            <a:schemeClr val="accent5"/>
          </a:solidFill>
          <a:ln w="12700">
            <a:solidFill>
              <a:srgbClr val="FFFFFF">
                <a:alpha val="0"/>
              </a:srgbClr>
            </a:solidFill>
            <a:prstDash val="solid"/>
          </a:ln>
        </p:spPr>
      </p:sp>
      <p:sp>
        <p:nvSpPr>
          <p:cNvPr id="97" name="Shape 93"/>
          <p:cNvSpPr/>
          <p:nvPr/>
        </p:nvSpPr>
        <p:spPr>
          <a:xfrm>
            <a:off x="6743700" y="5235956"/>
            <a:ext cx="155448" cy="155448"/>
          </a:xfrm>
          <a:prstGeom prst="ellipse">
            <a:avLst/>
          </a:prstGeom>
          <a:solidFill>
            <a:schemeClr val="accent5"/>
          </a:solidFill>
          <a:ln w="12700">
            <a:solidFill>
              <a:srgbClr val="FFFFFF">
                <a:alpha val="0"/>
              </a:srgbClr>
            </a:solidFill>
            <a:prstDash val="solid"/>
          </a:ln>
        </p:spPr>
      </p:sp>
      <p:sp>
        <p:nvSpPr>
          <p:cNvPr id="98" name="Shape 94"/>
          <p:cNvSpPr/>
          <p:nvPr/>
        </p:nvSpPr>
        <p:spPr>
          <a:xfrm>
            <a:off x="6126480" y="4856480"/>
            <a:ext cx="868680" cy="457200"/>
          </a:xfrm>
          <a:prstGeom prst="roundRect">
            <a:avLst>
              <a:gd name="adj" fmla="val 12000"/>
            </a:avLst>
          </a:prstGeom>
          <a:solidFill>
            <a:schemeClr val="bg1"/>
          </a:solidFill>
          <a:ln w="19050">
            <a:solidFill>
              <a:srgbClr val="4A5A70"/>
            </a:solidFill>
            <a:prstDash val="dash"/>
          </a:ln>
        </p:spPr>
      </p:sp>
      <p:sp>
        <p:nvSpPr>
          <p:cNvPr id="99" name="Shape 95"/>
          <p:cNvSpPr/>
          <p:nvPr/>
        </p:nvSpPr>
        <p:spPr>
          <a:xfrm>
            <a:off x="7731252" y="5235956"/>
            <a:ext cx="155448" cy="155448"/>
          </a:xfrm>
          <a:prstGeom prst="ellipse">
            <a:avLst/>
          </a:prstGeom>
          <a:solidFill>
            <a:schemeClr val="accent5"/>
          </a:solidFill>
          <a:ln w="12700">
            <a:solidFill>
              <a:srgbClr val="FFFFFF">
                <a:alpha val="0"/>
              </a:srgbClr>
            </a:solidFill>
            <a:prstDash val="solid"/>
          </a:ln>
        </p:spPr>
      </p:sp>
      <p:sp>
        <p:nvSpPr>
          <p:cNvPr id="100" name="Shape 96"/>
          <p:cNvSpPr/>
          <p:nvPr/>
        </p:nvSpPr>
        <p:spPr>
          <a:xfrm>
            <a:off x="9761220" y="5235956"/>
            <a:ext cx="155448" cy="155448"/>
          </a:xfrm>
          <a:prstGeom prst="ellipse">
            <a:avLst/>
          </a:prstGeom>
          <a:solidFill>
            <a:schemeClr val="accent5"/>
          </a:solidFill>
          <a:ln w="12700">
            <a:solidFill>
              <a:srgbClr val="FFFFFF">
                <a:alpha val="0"/>
              </a:srgbClr>
            </a:solidFill>
            <a:prstDash val="solid"/>
          </a:ln>
        </p:spPr>
      </p:sp>
      <p:sp>
        <p:nvSpPr>
          <p:cNvPr id="101" name="Shape 97"/>
          <p:cNvSpPr/>
          <p:nvPr/>
        </p:nvSpPr>
        <p:spPr>
          <a:xfrm>
            <a:off x="7132320" y="4856480"/>
            <a:ext cx="3383280" cy="457200"/>
          </a:xfrm>
          <a:prstGeom prst="roundRect">
            <a:avLst>
              <a:gd name="adj" fmla="val 12000"/>
            </a:avLst>
          </a:prstGeom>
          <a:solidFill>
            <a:schemeClr val="bg1"/>
          </a:solidFill>
          <a:ln w="19050">
            <a:solidFill>
              <a:srgbClr val="4A5A70"/>
            </a:solidFill>
            <a:prstDash val="dash"/>
          </a:ln>
        </p:spPr>
      </p:sp>
      <p:sp>
        <p:nvSpPr>
          <p:cNvPr id="102" name="Text 98"/>
          <p:cNvSpPr txBox="1"/>
          <p:nvPr/>
        </p:nvSpPr>
        <p:spPr>
          <a:xfrm>
            <a:off x="7187184" y="4856480"/>
            <a:ext cx="3273552" cy="457200"/>
          </a:xfrm>
          <a:prstGeom prst="rect">
            <a:avLst/>
          </a:prstGeom>
          <a:noFill/>
          <a:ln/>
        </p:spPr>
        <p:txBody>
          <a:bodyPr wrap="square" lIns="0" tIns="0" rIns="0" bIns="0" rtlCol="0" anchor="ctr"/>
          <a:lstStyle/>
          <a:p>
            <a:pPr algn="ctr" indent="0" marL="0">
              <a:buNone/>
            </a:pPr>
            <a:r>
              <a:rPr lang="en-US" sz="1500" i="1" dirty="0">
                <a:solidFill>
                  <a:srgbClr val="B8C2CF"/>
                </a:solidFill>
              </a:rPr>
              <a:t>nouveau mot</a:t>
            </a:r>
            <a:endParaRPr lang="en-US" sz="1500" dirty="0"/>
          </a:p>
        </p:txBody>
      </p:sp>
      <p:sp>
        <p:nvSpPr>
          <p:cNvPr id="103" name="Shape 99"/>
          <p:cNvSpPr/>
          <p:nvPr/>
        </p:nvSpPr>
        <p:spPr>
          <a:xfrm>
            <a:off x="548640" y="5596636"/>
            <a:ext cx="384048" cy="384048"/>
          </a:xfrm>
          <a:prstGeom prst="ellipse">
            <a:avLst/>
          </a:prstGeom>
          <a:solidFill>
            <a:schemeClr val="tx2"/>
          </a:solidFill>
          <a:ln w="12700">
            <a:solidFill>
              <a:srgbClr val="FFFFFF">
                <a:alpha val="0"/>
              </a:srgbClr>
            </a:solidFill>
            <a:prstDash val="solid"/>
          </a:ln>
        </p:spPr>
      </p:sp>
      <p:sp>
        <p:nvSpPr>
          <p:cNvPr id="104" name="Text 100"/>
          <p:cNvSpPr txBox="1"/>
          <p:nvPr/>
        </p:nvSpPr>
        <p:spPr>
          <a:xfrm>
            <a:off x="548640" y="55966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105" name="Shape 101"/>
          <p:cNvSpPr/>
          <p:nvPr/>
        </p:nvSpPr>
        <p:spPr>
          <a:xfrm>
            <a:off x="1367028" y="5939536"/>
            <a:ext cx="155448" cy="155448"/>
          </a:xfrm>
          <a:prstGeom prst="ellipse">
            <a:avLst/>
          </a:prstGeom>
          <a:solidFill>
            <a:schemeClr val="accent5"/>
          </a:solidFill>
          <a:ln w="12700">
            <a:solidFill>
              <a:srgbClr val="FFFFFF">
                <a:alpha val="0"/>
              </a:srgbClr>
            </a:solidFill>
            <a:prstDash val="solid"/>
          </a:ln>
        </p:spPr>
      </p:sp>
      <p:sp>
        <p:nvSpPr>
          <p:cNvPr id="106" name="Shape 102"/>
          <p:cNvSpPr/>
          <p:nvPr/>
        </p:nvSpPr>
        <p:spPr>
          <a:xfrm>
            <a:off x="2546604" y="5939536"/>
            <a:ext cx="155448" cy="155448"/>
          </a:xfrm>
          <a:prstGeom prst="ellipse">
            <a:avLst/>
          </a:prstGeom>
          <a:solidFill>
            <a:schemeClr val="accent5"/>
          </a:solidFill>
          <a:ln w="12700">
            <a:solidFill>
              <a:srgbClr val="FFFFFF">
                <a:alpha val="0"/>
              </a:srgbClr>
            </a:solidFill>
            <a:prstDash val="solid"/>
          </a:ln>
        </p:spPr>
      </p:sp>
      <p:sp>
        <p:nvSpPr>
          <p:cNvPr id="107" name="Shape 103"/>
          <p:cNvSpPr/>
          <p:nvPr/>
        </p:nvSpPr>
        <p:spPr>
          <a:xfrm>
            <a:off x="1051560" y="5560060"/>
            <a:ext cx="1965960" cy="457200"/>
          </a:xfrm>
          <a:prstGeom prst="roundRect">
            <a:avLst>
              <a:gd name="adj" fmla="val 12000"/>
            </a:avLst>
          </a:prstGeom>
          <a:solidFill>
            <a:schemeClr val="bg1"/>
          </a:solidFill>
          <a:ln w="31750">
            <a:solidFill>
              <a:srgbClr val="17375E"/>
            </a:solidFill>
            <a:prstDash val="solid"/>
          </a:ln>
        </p:spPr>
      </p:sp>
      <p:sp>
        <p:nvSpPr>
          <p:cNvPr id="108" name="Text 104"/>
          <p:cNvSpPr txBox="1"/>
          <p:nvPr/>
        </p:nvSpPr>
        <p:spPr>
          <a:xfrm>
            <a:off x="1106424" y="5560060"/>
            <a:ext cx="1856232" cy="457200"/>
          </a:xfrm>
          <a:prstGeom prst="rect">
            <a:avLst/>
          </a:prstGeom>
          <a:noFill/>
          <a:ln/>
        </p:spPr>
        <p:txBody>
          <a:bodyPr wrap="square" lIns="0" tIns="0" rIns="0" bIns="0" rtlCol="0" anchor="ctr"/>
          <a:lstStyle/>
          <a:p>
            <a:pPr algn="ctr" indent="0" marL="0">
              <a:buNone/>
            </a:pPr>
            <a:r>
              <a:rPr lang="en-US" sz="1800" b="1" dirty="0">
                <a:solidFill>
                  <a:schemeClr val="tx2"/>
                </a:solidFill>
              </a:rPr>
              <a:t>de</a:t>
            </a:r>
            <a:r>
              <a:rPr lang="en-US" sz="1800" b="1" dirty="0">
                <a:solidFill>
                  <a:schemeClr val="tx1"/>
                </a:solidFill>
              </a:rPr>
              <a:t> naam</a:t>
            </a:r>
            <a:endParaRPr lang="en-US" sz="1800" dirty="0"/>
          </a:p>
        </p:txBody>
      </p:sp>
      <p:sp>
        <p:nvSpPr>
          <p:cNvPr id="109" name="Text 105"/>
          <p:cNvSpPr txBox="1"/>
          <p:nvPr/>
        </p:nvSpPr>
        <p:spPr>
          <a:xfrm>
            <a:off x="3017520" y="5560060"/>
            <a:ext cx="274320" cy="45720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110" name="Shape 106"/>
          <p:cNvSpPr/>
          <p:nvPr/>
        </p:nvSpPr>
        <p:spPr>
          <a:xfrm>
            <a:off x="3607308" y="5939536"/>
            <a:ext cx="155448" cy="155448"/>
          </a:xfrm>
          <a:prstGeom prst="ellipse">
            <a:avLst/>
          </a:prstGeom>
          <a:solidFill>
            <a:schemeClr val="accent5"/>
          </a:solidFill>
          <a:ln w="12700">
            <a:solidFill>
              <a:srgbClr val="FFFFFF">
                <a:alpha val="0"/>
              </a:srgbClr>
            </a:solidFill>
            <a:prstDash val="solid"/>
          </a:ln>
        </p:spPr>
      </p:sp>
      <p:sp>
        <p:nvSpPr>
          <p:cNvPr id="111" name="Shape 107"/>
          <p:cNvSpPr/>
          <p:nvPr/>
        </p:nvSpPr>
        <p:spPr>
          <a:xfrm>
            <a:off x="4786884" y="5939536"/>
            <a:ext cx="155448" cy="155448"/>
          </a:xfrm>
          <a:prstGeom prst="ellipse">
            <a:avLst/>
          </a:prstGeom>
          <a:solidFill>
            <a:schemeClr val="accent5"/>
          </a:solidFill>
          <a:ln w="12700">
            <a:solidFill>
              <a:srgbClr val="FFFFFF">
                <a:alpha val="0"/>
              </a:srgbClr>
            </a:solidFill>
            <a:prstDash val="solid"/>
          </a:ln>
        </p:spPr>
      </p:sp>
      <p:sp>
        <p:nvSpPr>
          <p:cNvPr id="112" name="Shape 108"/>
          <p:cNvSpPr/>
          <p:nvPr/>
        </p:nvSpPr>
        <p:spPr>
          <a:xfrm>
            <a:off x="3291840" y="5560060"/>
            <a:ext cx="1965960" cy="457200"/>
          </a:xfrm>
          <a:prstGeom prst="roundRect">
            <a:avLst>
              <a:gd name="adj" fmla="val 12000"/>
            </a:avLst>
          </a:prstGeom>
          <a:solidFill>
            <a:schemeClr val="bg1"/>
          </a:solidFill>
          <a:ln w="31750">
            <a:solidFill>
              <a:srgbClr val="D9700F"/>
            </a:solidFill>
            <a:prstDash val="solid"/>
          </a:ln>
        </p:spPr>
      </p:sp>
      <p:sp>
        <p:nvSpPr>
          <p:cNvPr id="113" name="Text 109"/>
          <p:cNvSpPr txBox="1"/>
          <p:nvPr/>
        </p:nvSpPr>
        <p:spPr>
          <a:xfrm>
            <a:off x="3346704" y="5560060"/>
            <a:ext cx="1856232" cy="457200"/>
          </a:xfrm>
          <a:prstGeom prst="rect">
            <a:avLst/>
          </a:prstGeom>
          <a:noFill/>
          <a:ln/>
        </p:spPr>
        <p:txBody>
          <a:bodyPr wrap="square" lIns="0" tIns="0" rIns="0" bIns="0" rtlCol="0" anchor="ctr"/>
          <a:lstStyle/>
          <a:p>
            <a:pPr algn="ctr" indent="0" marL="0">
              <a:buNone/>
            </a:pPr>
            <a:r>
              <a:rPr lang="en-US" sz="1800" b="1" dirty="0">
                <a:solidFill>
                  <a:schemeClr val="accent1"/>
                </a:solidFill>
              </a:rPr>
              <a:t>het</a:t>
            </a:r>
            <a:r>
              <a:rPr lang="en-US" sz="1800" b="1" dirty="0">
                <a:solidFill>
                  <a:schemeClr val="tx1"/>
                </a:solidFill>
              </a:rPr>
              <a:t> kaartje</a:t>
            </a:r>
            <a:endParaRPr lang="en-US" sz="1800" dirty="0"/>
          </a:p>
        </p:txBody>
      </p:sp>
      <p:sp>
        <p:nvSpPr>
          <p:cNvPr id="114" name="Shape 110"/>
          <p:cNvSpPr/>
          <p:nvPr/>
        </p:nvSpPr>
        <p:spPr>
          <a:xfrm>
            <a:off x="5394960" y="5788660"/>
            <a:ext cx="594360" cy="914"/>
          </a:xfrm>
          <a:prstGeom prst="line">
            <a:avLst/>
          </a:prstGeom>
          <a:noFill/>
          <a:ln w="31750">
            <a:solidFill>
              <a:srgbClr val="4A5A70"/>
            </a:solidFill>
            <a:prstDash val="solid"/>
            <a:tailEnd type="triangle"/>
          </a:ln>
        </p:spPr>
      </p:sp>
      <p:sp>
        <p:nvSpPr>
          <p:cNvPr id="115" name="Shape 111"/>
          <p:cNvSpPr/>
          <p:nvPr/>
        </p:nvSpPr>
        <p:spPr>
          <a:xfrm>
            <a:off x="6222492" y="5939536"/>
            <a:ext cx="155448" cy="155448"/>
          </a:xfrm>
          <a:prstGeom prst="ellipse">
            <a:avLst/>
          </a:prstGeom>
          <a:solidFill>
            <a:schemeClr val="accent5"/>
          </a:solidFill>
          <a:ln w="12700">
            <a:solidFill>
              <a:srgbClr val="FFFFFF">
                <a:alpha val="0"/>
              </a:srgbClr>
            </a:solidFill>
            <a:prstDash val="solid"/>
          </a:ln>
        </p:spPr>
      </p:sp>
      <p:sp>
        <p:nvSpPr>
          <p:cNvPr id="116" name="Shape 112"/>
          <p:cNvSpPr/>
          <p:nvPr/>
        </p:nvSpPr>
        <p:spPr>
          <a:xfrm>
            <a:off x="6743700" y="5939536"/>
            <a:ext cx="155448" cy="155448"/>
          </a:xfrm>
          <a:prstGeom prst="ellipse">
            <a:avLst/>
          </a:prstGeom>
          <a:solidFill>
            <a:schemeClr val="accent5"/>
          </a:solidFill>
          <a:ln w="12700">
            <a:solidFill>
              <a:srgbClr val="FFFFFF">
                <a:alpha val="0"/>
              </a:srgbClr>
            </a:solidFill>
            <a:prstDash val="solid"/>
          </a:ln>
        </p:spPr>
      </p:sp>
      <p:sp>
        <p:nvSpPr>
          <p:cNvPr id="117" name="Shape 113"/>
          <p:cNvSpPr/>
          <p:nvPr/>
        </p:nvSpPr>
        <p:spPr>
          <a:xfrm>
            <a:off x="6126480" y="5560060"/>
            <a:ext cx="868680" cy="457200"/>
          </a:xfrm>
          <a:prstGeom prst="roundRect">
            <a:avLst>
              <a:gd name="adj" fmla="val 12000"/>
            </a:avLst>
          </a:prstGeom>
          <a:solidFill>
            <a:schemeClr val="bg1"/>
          </a:solidFill>
          <a:ln w="19050">
            <a:solidFill>
              <a:srgbClr val="4A5A70"/>
            </a:solidFill>
            <a:prstDash val="dash"/>
          </a:ln>
        </p:spPr>
      </p:sp>
      <p:sp>
        <p:nvSpPr>
          <p:cNvPr id="118" name="Shape 114"/>
          <p:cNvSpPr/>
          <p:nvPr/>
        </p:nvSpPr>
        <p:spPr>
          <a:xfrm>
            <a:off x="7731252" y="5939536"/>
            <a:ext cx="155448" cy="155448"/>
          </a:xfrm>
          <a:prstGeom prst="ellipse">
            <a:avLst/>
          </a:prstGeom>
          <a:solidFill>
            <a:schemeClr val="accent5"/>
          </a:solidFill>
          <a:ln w="12700">
            <a:solidFill>
              <a:srgbClr val="FFFFFF">
                <a:alpha val="0"/>
              </a:srgbClr>
            </a:solidFill>
            <a:prstDash val="solid"/>
          </a:ln>
        </p:spPr>
      </p:sp>
      <p:sp>
        <p:nvSpPr>
          <p:cNvPr id="119" name="Shape 115"/>
          <p:cNvSpPr/>
          <p:nvPr/>
        </p:nvSpPr>
        <p:spPr>
          <a:xfrm>
            <a:off x="9761220" y="5939536"/>
            <a:ext cx="155448" cy="155448"/>
          </a:xfrm>
          <a:prstGeom prst="ellipse">
            <a:avLst/>
          </a:prstGeom>
          <a:solidFill>
            <a:schemeClr val="accent5"/>
          </a:solidFill>
          <a:ln w="12700">
            <a:solidFill>
              <a:srgbClr val="FFFFFF">
                <a:alpha val="0"/>
              </a:srgbClr>
            </a:solidFill>
            <a:prstDash val="solid"/>
          </a:ln>
        </p:spPr>
      </p:sp>
      <p:sp>
        <p:nvSpPr>
          <p:cNvPr id="120" name="Shape 116"/>
          <p:cNvSpPr/>
          <p:nvPr/>
        </p:nvSpPr>
        <p:spPr>
          <a:xfrm>
            <a:off x="7132320" y="5560060"/>
            <a:ext cx="3383280" cy="457200"/>
          </a:xfrm>
          <a:prstGeom prst="roundRect">
            <a:avLst>
              <a:gd name="adj" fmla="val 12000"/>
            </a:avLst>
          </a:prstGeom>
          <a:solidFill>
            <a:schemeClr val="bg1"/>
          </a:solidFill>
          <a:ln w="19050">
            <a:solidFill>
              <a:srgbClr val="4A5A70"/>
            </a:solidFill>
            <a:prstDash val="dash"/>
          </a:ln>
        </p:spPr>
      </p:sp>
      <p:sp>
        <p:nvSpPr>
          <p:cNvPr id="121" name="Text 117"/>
          <p:cNvSpPr txBox="1"/>
          <p:nvPr/>
        </p:nvSpPr>
        <p:spPr>
          <a:xfrm>
            <a:off x="7187184" y="5560060"/>
            <a:ext cx="3273552" cy="457200"/>
          </a:xfrm>
          <a:prstGeom prst="rect">
            <a:avLst/>
          </a:prstGeom>
          <a:noFill/>
          <a:ln/>
        </p:spPr>
        <p:txBody>
          <a:bodyPr wrap="square" lIns="0" tIns="0" rIns="0" bIns="0" rtlCol="0" anchor="ctr"/>
          <a:lstStyle/>
          <a:p>
            <a:pPr algn="ctr" indent="0" marL="0">
              <a:buNone/>
            </a:pPr>
            <a:r>
              <a:rPr lang="en-US" sz="1500" i="1" dirty="0">
                <a:solidFill>
                  <a:srgbClr val="B8C2CF"/>
                </a:solidFill>
              </a:rPr>
              <a:t>nouveau mot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Le train des mots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Assemblez le train : quel est le nouveau mot ? Quel article ?</a:t>
            </a:r>
            <a:endParaRPr lang="en-US" sz="1700" dirty="0"/>
          </a:p>
        </p:txBody>
      </p:sp>
      <p:sp>
        <p:nvSpPr>
          <p:cNvPr id="9" name="Shape 5"/>
          <p:cNvSpPr/>
          <p:nvPr/>
        </p:nvSpPr>
        <p:spPr>
          <a:xfrm>
            <a:off x="548640" y="2078736"/>
            <a:ext cx="384048" cy="384048"/>
          </a:xfrm>
          <a:prstGeom prst="ellipse">
            <a:avLst/>
          </a:prstGeom>
          <a:solidFill>
            <a:schemeClr val="tx2"/>
          </a:solidFill>
          <a:ln w="12700">
            <a:solidFill>
              <a:srgbClr val="FFFFFF">
                <a:alpha val="0"/>
              </a:srgbClr>
            </a:solidFill>
            <a:prstDash val="solid"/>
          </a:ln>
        </p:spPr>
      </p:sp>
      <p:sp>
        <p:nvSpPr>
          <p:cNvPr id="10" name="Text 6"/>
          <p:cNvSpPr txBox="1"/>
          <p:nvPr/>
        </p:nvSpPr>
        <p:spPr>
          <a:xfrm>
            <a:off x="548640" y="20787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Shape 7"/>
          <p:cNvSpPr/>
          <p:nvPr/>
        </p:nvSpPr>
        <p:spPr>
          <a:xfrm>
            <a:off x="1367028" y="2421636"/>
            <a:ext cx="155448" cy="155448"/>
          </a:xfrm>
          <a:prstGeom prst="ellipse">
            <a:avLst/>
          </a:prstGeom>
          <a:solidFill>
            <a:schemeClr val="accent5"/>
          </a:solidFill>
          <a:ln w="12700">
            <a:solidFill>
              <a:srgbClr val="FFFFFF">
                <a:alpha val="0"/>
              </a:srgbClr>
            </a:solidFill>
            <a:prstDash val="solid"/>
          </a:ln>
        </p:spPr>
      </p:sp>
      <p:sp>
        <p:nvSpPr>
          <p:cNvPr id="12" name="Shape 8"/>
          <p:cNvSpPr/>
          <p:nvPr/>
        </p:nvSpPr>
        <p:spPr>
          <a:xfrm>
            <a:off x="2546604" y="2421636"/>
            <a:ext cx="155448" cy="155448"/>
          </a:xfrm>
          <a:prstGeom prst="ellipse">
            <a:avLst/>
          </a:prstGeom>
          <a:solidFill>
            <a:schemeClr val="accent5"/>
          </a:solidFill>
          <a:ln w="12700">
            <a:solidFill>
              <a:srgbClr val="FFFFFF">
                <a:alpha val="0"/>
              </a:srgbClr>
            </a:solidFill>
            <a:prstDash val="solid"/>
          </a:ln>
        </p:spPr>
      </p:sp>
      <p:sp>
        <p:nvSpPr>
          <p:cNvPr id="13" name="Shape 9"/>
          <p:cNvSpPr/>
          <p:nvPr/>
        </p:nvSpPr>
        <p:spPr>
          <a:xfrm>
            <a:off x="1051560" y="2042160"/>
            <a:ext cx="1965960" cy="457200"/>
          </a:xfrm>
          <a:prstGeom prst="roundRect">
            <a:avLst>
              <a:gd name="adj" fmla="val 12000"/>
            </a:avLst>
          </a:prstGeom>
          <a:solidFill>
            <a:schemeClr val="bg1"/>
          </a:solidFill>
          <a:ln w="31750">
            <a:solidFill>
              <a:srgbClr val="D9700F"/>
            </a:solidFill>
            <a:prstDash val="solid"/>
          </a:ln>
        </p:spPr>
      </p:sp>
      <p:sp>
        <p:nvSpPr>
          <p:cNvPr id="14" name="Text 10"/>
          <p:cNvSpPr txBox="1"/>
          <p:nvPr/>
        </p:nvSpPr>
        <p:spPr>
          <a:xfrm>
            <a:off x="1106424" y="2042160"/>
            <a:ext cx="1856232" cy="457200"/>
          </a:xfrm>
          <a:prstGeom prst="rect">
            <a:avLst/>
          </a:prstGeom>
          <a:noFill/>
          <a:ln/>
        </p:spPr>
        <p:txBody>
          <a:bodyPr wrap="square" lIns="0" tIns="0" rIns="0" bIns="0" rtlCol="0" anchor="ctr"/>
          <a:lstStyle/>
          <a:p>
            <a:pPr algn="ctr" indent="0" marL="0">
              <a:buNone/>
            </a:pPr>
            <a:r>
              <a:rPr lang="en-US" sz="1800" b="1" dirty="0">
                <a:solidFill>
                  <a:schemeClr val="accent1"/>
                </a:solidFill>
              </a:rPr>
              <a:t>het</a:t>
            </a:r>
            <a:r>
              <a:rPr lang="en-US" sz="1800" b="1" dirty="0">
                <a:solidFill>
                  <a:schemeClr val="tx1"/>
                </a:solidFill>
              </a:rPr>
              <a:t> kantoor</a:t>
            </a:r>
            <a:endParaRPr lang="en-US" sz="1800" dirty="0"/>
          </a:p>
        </p:txBody>
      </p:sp>
      <p:sp>
        <p:nvSpPr>
          <p:cNvPr id="15" name="Text 11"/>
          <p:cNvSpPr txBox="1"/>
          <p:nvPr/>
        </p:nvSpPr>
        <p:spPr>
          <a:xfrm>
            <a:off x="3017520" y="2042160"/>
            <a:ext cx="274320" cy="45720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16" name="Shape 12"/>
          <p:cNvSpPr/>
          <p:nvPr/>
        </p:nvSpPr>
        <p:spPr>
          <a:xfrm>
            <a:off x="3607308" y="2421636"/>
            <a:ext cx="155448" cy="155448"/>
          </a:xfrm>
          <a:prstGeom prst="ellipse">
            <a:avLst/>
          </a:prstGeom>
          <a:solidFill>
            <a:schemeClr val="accent5"/>
          </a:solidFill>
          <a:ln w="12700">
            <a:solidFill>
              <a:srgbClr val="FFFFFF">
                <a:alpha val="0"/>
              </a:srgbClr>
            </a:solidFill>
            <a:prstDash val="solid"/>
          </a:ln>
        </p:spPr>
      </p:sp>
      <p:sp>
        <p:nvSpPr>
          <p:cNvPr id="17" name="Shape 13"/>
          <p:cNvSpPr/>
          <p:nvPr/>
        </p:nvSpPr>
        <p:spPr>
          <a:xfrm>
            <a:off x="4786884" y="2421636"/>
            <a:ext cx="155448" cy="155448"/>
          </a:xfrm>
          <a:prstGeom prst="ellipse">
            <a:avLst/>
          </a:prstGeom>
          <a:solidFill>
            <a:schemeClr val="accent5"/>
          </a:solidFill>
          <a:ln w="12700">
            <a:solidFill>
              <a:srgbClr val="FFFFFF">
                <a:alpha val="0"/>
              </a:srgbClr>
            </a:solidFill>
            <a:prstDash val="solid"/>
          </a:ln>
        </p:spPr>
      </p:sp>
      <p:sp>
        <p:nvSpPr>
          <p:cNvPr id="18" name="Shape 14"/>
          <p:cNvSpPr/>
          <p:nvPr/>
        </p:nvSpPr>
        <p:spPr>
          <a:xfrm>
            <a:off x="3291840" y="2042160"/>
            <a:ext cx="1965960" cy="457200"/>
          </a:xfrm>
          <a:prstGeom prst="roundRect">
            <a:avLst>
              <a:gd name="adj" fmla="val 12000"/>
            </a:avLst>
          </a:prstGeom>
          <a:solidFill>
            <a:schemeClr val="bg1"/>
          </a:solidFill>
          <a:ln w="31750">
            <a:solidFill>
              <a:srgbClr val="17375E"/>
            </a:solidFill>
            <a:prstDash val="solid"/>
          </a:ln>
        </p:spPr>
      </p:sp>
      <p:sp>
        <p:nvSpPr>
          <p:cNvPr id="19" name="Text 15"/>
          <p:cNvSpPr txBox="1"/>
          <p:nvPr/>
        </p:nvSpPr>
        <p:spPr>
          <a:xfrm>
            <a:off x="3346704" y="2042160"/>
            <a:ext cx="1856232" cy="457200"/>
          </a:xfrm>
          <a:prstGeom prst="rect">
            <a:avLst/>
          </a:prstGeom>
          <a:noFill/>
          <a:ln/>
        </p:spPr>
        <p:txBody>
          <a:bodyPr wrap="square" lIns="0" tIns="0" rIns="0" bIns="0" rtlCol="0" anchor="ctr"/>
          <a:lstStyle/>
          <a:p>
            <a:pPr algn="ctr" indent="0" marL="0">
              <a:buNone/>
            </a:pPr>
            <a:r>
              <a:rPr lang="en-US" sz="1800" b="1" dirty="0">
                <a:solidFill>
                  <a:schemeClr val="tx2"/>
                </a:solidFill>
              </a:rPr>
              <a:t>de</a:t>
            </a:r>
            <a:r>
              <a:rPr lang="en-US" sz="1800" b="1" dirty="0">
                <a:solidFill>
                  <a:schemeClr val="tx1"/>
                </a:solidFill>
              </a:rPr>
              <a:t> stoel</a:t>
            </a:r>
            <a:endParaRPr lang="en-US" sz="1800" dirty="0"/>
          </a:p>
        </p:txBody>
      </p:sp>
      <p:sp>
        <p:nvSpPr>
          <p:cNvPr id="20" name="Shape 16"/>
          <p:cNvSpPr/>
          <p:nvPr/>
        </p:nvSpPr>
        <p:spPr>
          <a:xfrm>
            <a:off x="5394960" y="2270760"/>
            <a:ext cx="594360" cy="914"/>
          </a:xfrm>
          <a:prstGeom prst="line">
            <a:avLst/>
          </a:prstGeom>
          <a:noFill/>
          <a:ln w="31750">
            <a:solidFill>
              <a:srgbClr val="4A5A70"/>
            </a:solidFill>
            <a:prstDash val="solid"/>
            <a:tailEnd type="triangle"/>
          </a:ln>
        </p:spPr>
      </p:sp>
      <p:sp>
        <p:nvSpPr>
          <p:cNvPr id="21" name="Shape 17"/>
          <p:cNvSpPr/>
          <p:nvPr/>
        </p:nvSpPr>
        <p:spPr>
          <a:xfrm>
            <a:off x="6949440" y="2270760"/>
            <a:ext cx="228600" cy="914"/>
          </a:xfrm>
          <a:prstGeom prst="line">
            <a:avLst/>
          </a:prstGeom>
          <a:noFill/>
          <a:ln w="38100">
            <a:solidFill>
              <a:srgbClr val="4A5A70"/>
            </a:solidFill>
            <a:prstDash val="solid"/>
          </a:ln>
        </p:spPr>
      </p:sp>
      <p:sp>
        <p:nvSpPr>
          <p:cNvPr id="22" name="Shape 18"/>
          <p:cNvSpPr/>
          <p:nvPr/>
        </p:nvSpPr>
        <p:spPr>
          <a:xfrm>
            <a:off x="6222492" y="2421636"/>
            <a:ext cx="155448" cy="155448"/>
          </a:xfrm>
          <a:prstGeom prst="ellipse">
            <a:avLst/>
          </a:prstGeom>
          <a:solidFill>
            <a:schemeClr val="accent5"/>
          </a:solidFill>
          <a:ln w="12700">
            <a:solidFill>
              <a:srgbClr val="FFFFFF">
                <a:alpha val="0"/>
              </a:srgbClr>
            </a:solidFill>
            <a:prstDash val="solid"/>
          </a:ln>
        </p:spPr>
      </p:sp>
      <p:sp>
        <p:nvSpPr>
          <p:cNvPr id="23" name="Shape 19"/>
          <p:cNvSpPr/>
          <p:nvPr/>
        </p:nvSpPr>
        <p:spPr>
          <a:xfrm>
            <a:off x="6743700" y="2421636"/>
            <a:ext cx="155448" cy="155448"/>
          </a:xfrm>
          <a:prstGeom prst="ellipse">
            <a:avLst/>
          </a:prstGeom>
          <a:solidFill>
            <a:schemeClr val="accent5"/>
          </a:solidFill>
          <a:ln w="12700">
            <a:solidFill>
              <a:srgbClr val="FFFFFF">
                <a:alpha val="0"/>
              </a:srgbClr>
            </a:solidFill>
            <a:prstDash val="solid"/>
          </a:ln>
        </p:spPr>
      </p:sp>
      <p:sp>
        <p:nvSpPr>
          <p:cNvPr id="24" name="Shape 20"/>
          <p:cNvSpPr/>
          <p:nvPr/>
        </p:nvSpPr>
        <p:spPr>
          <a:xfrm>
            <a:off x="6126480" y="2042160"/>
            <a:ext cx="868680" cy="457200"/>
          </a:xfrm>
          <a:prstGeom prst="roundRect">
            <a:avLst>
              <a:gd name="adj" fmla="val 12000"/>
            </a:avLst>
          </a:prstGeom>
          <a:solidFill>
            <a:schemeClr val="tx2"/>
          </a:solidFill>
          <a:ln w="12700">
            <a:solidFill>
              <a:srgbClr val="FFFFFF">
                <a:alpha val="0"/>
              </a:srgbClr>
            </a:solidFill>
            <a:prstDash val="solid"/>
          </a:ln>
        </p:spPr>
      </p:sp>
      <p:sp>
        <p:nvSpPr>
          <p:cNvPr id="25" name="Text 21"/>
          <p:cNvSpPr txBox="1"/>
          <p:nvPr/>
        </p:nvSpPr>
        <p:spPr>
          <a:xfrm>
            <a:off x="6181344" y="2042160"/>
            <a:ext cx="758952" cy="457200"/>
          </a:xfrm>
          <a:prstGeom prst="rect">
            <a:avLst/>
          </a:prstGeom>
          <a:noFill/>
          <a:ln/>
        </p:spPr>
        <p:txBody>
          <a:bodyPr wrap="square" lIns="0" tIns="0" rIns="0" bIns="0" rtlCol="0" anchor="ctr"/>
          <a:lstStyle/>
          <a:p>
            <a:pPr algn="ctr" indent="0" marL="0">
              <a:buNone/>
            </a:pPr>
            <a:r>
              <a:rPr lang="en-US" sz="1800" b="1" dirty="0">
                <a:solidFill>
                  <a:schemeClr val="bg1"/>
                </a:solidFill>
              </a:rPr>
              <a:t>de</a:t>
            </a:r>
            <a:endParaRPr lang="en-US" sz="1800" dirty="0"/>
          </a:p>
        </p:txBody>
      </p:sp>
      <p:sp>
        <p:nvSpPr>
          <p:cNvPr id="26" name="Shape 22"/>
          <p:cNvSpPr/>
          <p:nvPr/>
        </p:nvSpPr>
        <p:spPr>
          <a:xfrm>
            <a:off x="7731252" y="2421636"/>
            <a:ext cx="155448" cy="155448"/>
          </a:xfrm>
          <a:prstGeom prst="ellipse">
            <a:avLst/>
          </a:prstGeom>
          <a:solidFill>
            <a:schemeClr val="accent5"/>
          </a:solidFill>
          <a:ln w="12700">
            <a:solidFill>
              <a:srgbClr val="FFFFFF">
                <a:alpha val="0"/>
              </a:srgbClr>
            </a:solidFill>
            <a:prstDash val="solid"/>
          </a:ln>
        </p:spPr>
      </p:sp>
      <p:sp>
        <p:nvSpPr>
          <p:cNvPr id="27" name="Shape 23"/>
          <p:cNvSpPr/>
          <p:nvPr/>
        </p:nvSpPr>
        <p:spPr>
          <a:xfrm>
            <a:off x="9761220" y="2421636"/>
            <a:ext cx="155448" cy="155448"/>
          </a:xfrm>
          <a:prstGeom prst="ellipse">
            <a:avLst/>
          </a:prstGeom>
          <a:solidFill>
            <a:schemeClr val="accent5"/>
          </a:solidFill>
          <a:ln w="12700">
            <a:solidFill>
              <a:srgbClr val="FFFFFF">
                <a:alpha val="0"/>
              </a:srgbClr>
            </a:solidFill>
            <a:prstDash val="solid"/>
          </a:ln>
        </p:spPr>
      </p:sp>
      <p:sp>
        <p:nvSpPr>
          <p:cNvPr id="28" name="Shape 24"/>
          <p:cNvSpPr/>
          <p:nvPr/>
        </p:nvSpPr>
        <p:spPr>
          <a:xfrm>
            <a:off x="7132320" y="2042160"/>
            <a:ext cx="3383280" cy="457200"/>
          </a:xfrm>
          <a:prstGeom prst="roundRect">
            <a:avLst>
              <a:gd name="adj" fmla="val 12000"/>
            </a:avLst>
          </a:prstGeom>
          <a:solidFill>
            <a:schemeClr val="tx2"/>
          </a:solidFill>
          <a:ln w="12700">
            <a:solidFill>
              <a:srgbClr val="FFFFFF">
                <a:alpha val="0"/>
              </a:srgbClr>
            </a:solidFill>
            <a:prstDash val="solid"/>
          </a:ln>
        </p:spPr>
      </p:sp>
      <p:sp>
        <p:nvSpPr>
          <p:cNvPr id="29" name="Text 25"/>
          <p:cNvSpPr txBox="1"/>
          <p:nvPr/>
        </p:nvSpPr>
        <p:spPr>
          <a:xfrm>
            <a:off x="7187184" y="2042160"/>
            <a:ext cx="3273552" cy="457200"/>
          </a:xfrm>
          <a:prstGeom prst="rect">
            <a:avLst/>
          </a:prstGeom>
          <a:noFill/>
          <a:ln/>
        </p:spPr>
        <p:txBody>
          <a:bodyPr wrap="square" lIns="0" tIns="0" rIns="0" bIns="0" rtlCol="0" anchor="ctr"/>
          <a:lstStyle/>
          <a:p>
            <a:pPr algn="ctr" indent="0" marL="0">
              <a:buNone/>
            </a:pPr>
            <a:r>
              <a:rPr lang="en-US" sz="2100" dirty="0">
                <a:solidFill>
                  <a:schemeClr val="bg1"/>
                </a:solidFill>
              </a:rPr>
              <a:t>kantoor</a:t>
            </a:r>
            <a:r>
              <a:rPr lang="en-US" sz="2100" b="1" dirty="0">
                <a:solidFill>
                  <a:schemeClr val="bg1"/>
                </a:solidFill>
              </a:rPr>
              <a:t>stoel</a:t>
            </a:r>
            <a:endParaRPr lang="en-US" sz="2100" dirty="0"/>
          </a:p>
        </p:txBody>
      </p:sp>
      <p:sp>
        <p:nvSpPr>
          <p:cNvPr id="30" name="Shape 26"/>
          <p:cNvSpPr/>
          <p:nvPr/>
        </p:nvSpPr>
        <p:spPr>
          <a:xfrm>
            <a:off x="548640" y="2782316"/>
            <a:ext cx="384048" cy="384048"/>
          </a:xfrm>
          <a:prstGeom prst="ellipse">
            <a:avLst/>
          </a:prstGeom>
          <a:solidFill>
            <a:schemeClr val="tx2"/>
          </a:solidFill>
          <a:ln w="12700">
            <a:solidFill>
              <a:srgbClr val="FFFFFF">
                <a:alpha val="0"/>
              </a:srgbClr>
            </a:solidFill>
            <a:prstDash val="solid"/>
          </a:ln>
        </p:spPr>
      </p:sp>
      <p:sp>
        <p:nvSpPr>
          <p:cNvPr id="31" name="Text 27"/>
          <p:cNvSpPr txBox="1"/>
          <p:nvPr/>
        </p:nvSpPr>
        <p:spPr>
          <a:xfrm>
            <a:off x="548640" y="27823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2" name="Shape 28"/>
          <p:cNvSpPr/>
          <p:nvPr/>
        </p:nvSpPr>
        <p:spPr>
          <a:xfrm>
            <a:off x="1367028" y="3125216"/>
            <a:ext cx="155448" cy="155448"/>
          </a:xfrm>
          <a:prstGeom prst="ellipse">
            <a:avLst/>
          </a:prstGeom>
          <a:solidFill>
            <a:schemeClr val="accent5"/>
          </a:solidFill>
          <a:ln w="12700">
            <a:solidFill>
              <a:srgbClr val="FFFFFF">
                <a:alpha val="0"/>
              </a:srgbClr>
            </a:solidFill>
            <a:prstDash val="solid"/>
          </a:ln>
        </p:spPr>
      </p:sp>
      <p:sp>
        <p:nvSpPr>
          <p:cNvPr id="33" name="Shape 29"/>
          <p:cNvSpPr/>
          <p:nvPr/>
        </p:nvSpPr>
        <p:spPr>
          <a:xfrm>
            <a:off x="2546604" y="3125216"/>
            <a:ext cx="155448" cy="155448"/>
          </a:xfrm>
          <a:prstGeom prst="ellipse">
            <a:avLst/>
          </a:prstGeom>
          <a:solidFill>
            <a:schemeClr val="accent5"/>
          </a:solidFill>
          <a:ln w="12700">
            <a:solidFill>
              <a:srgbClr val="FFFFFF">
                <a:alpha val="0"/>
              </a:srgbClr>
            </a:solidFill>
            <a:prstDash val="solid"/>
          </a:ln>
        </p:spPr>
      </p:sp>
      <p:sp>
        <p:nvSpPr>
          <p:cNvPr id="34" name="Shape 30"/>
          <p:cNvSpPr/>
          <p:nvPr/>
        </p:nvSpPr>
        <p:spPr>
          <a:xfrm>
            <a:off x="1051560" y="2745740"/>
            <a:ext cx="1965960" cy="457200"/>
          </a:xfrm>
          <a:prstGeom prst="roundRect">
            <a:avLst>
              <a:gd name="adj" fmla="val 12000"/>
            </a:avLst>
          </a:prstGeom>
          <a:solidFill>
            <a:schemeClr val="bg1"/>
          </a:solidFill>
          <a:ln w="31750">
            <a:solidFill>
              <a:srgbClr val="17375E"/>
            </a:solidFill>
            <a:prstDash val="solid"/>
          </a:ln>
        </p:spPr>
      </p:sp>
      <p:sp>
        <p:nvSpPr>
          <p:cNvPr id="35" name="Text 31"/>
          <p:cNvSpPr txBox="1"/>
          <p:nvPr/>
        </p:nvSpPr>
        <p:spPr>
          <a:xfrm>
            <a:off x="1106424" y="2745740"/>
            <a:ext cx="1856232" cy="457200"/>
          </a:xfrm>
          <a:prstGeom prst="rect">
            <a:avLst/>
          </a:prstGeom>
          <a:noFill/>
          <a:ln/>
        </p:spPr>
        <p:txBody>
          <a:bodyPr wrap="square" lIns="0" tIns="0" rIns="0" bIns="0" rtlCol="0" anchor="ctr"/>
          <a:lstStyle/>
          <a:p>
            <a:pPr algn="ctr" indent="0" marL="0">
              <a:buNone/>
            </a:pPr>
            <a:r>
              <a:rPr lang="en-US" sz="1800" b="1" dirty="0">
                <a:solidFill>
                  <a:schemeClr val="tx2"/>
                </a:solidFill>
              </a:rPr>
              <a:t>de</a:t>
            </a:r>
            <a:r>
              <a:rPr lang="en-US" sz="1800" b="1" dirty="0">
                <a:solidFill>
                  <a:schemeClr val="tx1"/>
                </a:solidFill>
              </a:rPr>
              <a:t> trein</a:t>
            </a:r>
            <a:endParaRPr lang="en-US" sz="1800" dirty="0"/>
          </a:p>
        </p:txBody>
      </p:sp>
      <p:sp>
        <p:nvSpPr>
          <p:cNvPr id="36" name="Text 32"/>
          <p:cNvSpPr txBox="1"/>
          <p:nvPr/>
        </p:nvSpPr>
        <p:spPr>
          <a:xfrm>
            <a:off x="3017520" y="2745740"/>
            <a:ext cx="274320" cy="45720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37" name="Shape 33"/>
          <p:cNvSpPr/>
          <p:nvPr/>
        </p:nvSpPr>
        <p:spPr>
          <a:xfrm>
            <a:off x="3607308" y="3125216"/>
            <a:ext cx="155448" cy="155448"/>
          </a:xfrm>
          <a:prstGeom prst="ellipse">
            <a:avLst/>
          </a:prstGeom>
          <a:solidFill>
            <a:schemeClr val="accent5"/>
          </a:solidFill>
          <a:ln w="12700">
            <a:solidFill>
              <a:srgbClr val="FFFFFF">
                <a:alpha val="0"/>
              </a:srgbClr>
            </a:solidFill>
            <a:prstDash val="solid"/>
          </a:ln>
        </p:spPr>
      </p:sp>
      <p:sp>
        <p:nvSpPr>
          <p:cNvPr id="38" name="Shape 34"/>
          <p:cNvSpPr/>
          <p:nvPr/>
        </p:nvSpPr>
        <p:spPr>
          <a:xfrm>
            <a:off x="4786884" y="3125216"/>
            <a:ext cx="155448" cy="155448"/>
          </a:xfrm>
          <a:prstGeom prst="ellipse">
            <a:avLst/>
          </a:prstGeom>
          <a:solidFill>
            <a:schemeClr val="accent5"/>
          </a:solidFill>
          <a:ln w="12700">
            <a:solidFill>
              <a:srgbClr val="FFFFFF">
                <a:alpha val="0"/>
              </a:srgbClr>
            </a:solidFill>
            <a:prstDash val="solid"/>
          </a:ln>
        </p:spPr>
      </p:sp>
      <p:sp>
        <p:nvSpPr>
          <p:cNvPr id="39" name="Shape 35"/>
          <p:cNvSpPr/>
          <p:nvPr/>
        </p:nvSpPr>
        <p:spPr>
          <a:xfrm>
            <a:off x="3291840" y="2745740"/>
            <a:ext cx="1965960" cy="457200"/>
          </a:xfrm>
          <a:prstGeom prst="roundRect">
            <a:avLst>
              <a:gd name="adj" fmla="val 12000"/>
            </a:avLst>
          </a:prstGeom>
          <a:solidFill>
            <a:schemeClr val="bg1"/>
          </a:solidFill>
          <a:ln w="31750">
            <a:solidFill>
              <a:srgbClr val="D9700F"/>
            </a:solidFill>
            <a:prstDash val="solid"/>
          </a:ln>
        </p:spPr>
      </p:sp>
      <p:sp>
        <p:nvSpPr>
          <p:cNvPr id="40" name="Text 36"/>
          <p:cNvSpPr txBox="1"/>
          <p:nvPr/>
        </p:nvSpPr>
        <p:spPr>
          <a:xfrm>
            <a:off x="3346704" y="2745740"/>
            <a:ext cx="1856232" cy="457200"/>
          </a:xfrm>
          <a:prstGeom prst="rect">
            <a:avLst/>
          </a:prstGeom>
          <a:noFill/>
          <a:ln/>
        </p:spPr>
        <p:txBody>
          <a:bodyPr wrap="square" lIns="0" tIns="0" rIns="0" bIns="0" rtlCol="0" anchor="ctr"/>
          <a:lstStyle/>
          <a:p>
            <a:pPr algn="ctr" indent="0" marL="0">
              <a:buNone/>
            </a:pPr>
            <a:r>
              <a:rPr lang="en-US" sz="1800" b="1" dirty="0">
                <a:solidFill>
                  <a:schemeClr val="accent1"/>
                </a:solidFill>
              </a:rPr>
              <a:t>het</a:t>
            </a:r>
            <a:r>
              <a:rPr lang="en-US" sz="1800" b="1" dirty="0">
                <a:solidFill>
                  <a:schemeClr val="tx1"/>
                </a:solidFill>
              </a:rPr>
              <a:t> station</a:t>
            </a:r>
            <a:endParaRPr lang="en-US" sz="1800" dirty="0"/>
          </a:p>
        </p:txBody>
      </p:sp>
      <p:sp>
        <p:nvSpPr>
          <p:cNvPr id="41" name="Shape 37"/>
          <p:cNvSpPr/>
          <p:nvPr/>
        </p:nvSpPr>
        <p:spPr>
          <a:xfrm>
            <a:off x="5394960" y="2974340"/>
            <a:ext cx="594360" cy="914"/>
          </a:xfrm>
          <a:prstGeom prst="line">
            <a:avLst/>
          </a:prstGeom>
          <a:noFill/>
          <a:ln w="31750">
            <a:solidFill>
              <a:srgbClr val="4A5A70"/>
            </a:solidFill>
            <a:prstDash val="solid"/>
            <a:tailEnd type="triangle"/>
          </a:ln>
        </p:spPr>
      </p:sp>
      <p:sp>
        <p:nvSpPr>
          <p:cNvPr id="42" name="Shape 38"/>
          <p:cNvSpPr/>
          <p:nvPr/>
        </p:nvSpPr>
        <p:spPr>
          <a:xfrm>
            <a:off x="6949440" y="2974340"/>
            <a:ext cx="228600" cy="914"/>
          </a:xfrm>
          <a:prstGeom prst="line">
            <a:avLst/>
          </a:prstGeom>
          <a:noFill/>
          <a:ln w="38100">
            <a:solidFill>
              <a:srgbClr val="4A5A70"/>
            </a:solidFill>
            <a:prstDash val="solid"/>
          </a:ln>
        </p:spPr>
      </p:sp>
      <p:sp>
        <p:nvSpPr>
          <p:cNvPr id="43" name="Shape 39"/>
          <p:cNvSpPr/>
          <p:nvPr/>
        </p:nvSpPr>
        <p:spPr>
          <a:xfrm>
            <a:off x="6222492" y="3125216"/>
            <a:ext cx="155448" cy="155448"/>
          </a:xfrm>
          <a:prstGeom prst="ellipse">
            <a:avLst/>
          </a:prstGeom>
          <a:solidFill>
            <a:schemeClr val="accent5"/>
          </a:solidFill>
          <a:ln w="12700">
            <a:solidFill>
              <a:srgbClr val="FFFFFF">
                <a:alpha val="0"/>
              </a:srgbClr>
            </a:solidFill>
            <a:prstDash val="solid"/>
          </a:ln>
        </p:spPr>
      </p:sp>
      <p:sp>
        <p:nvSpPr>
          <p:cNvPr id="44" name="Shape 40"/>
          <p:cNvSpPr/>
          <p:nvPr/>
        </p:nvSpPr>
        <p:spPr>
          <a:xfrm>
            <a:off x="6743700" y="3125216"/>
            <a:ext cx="155448" cy="155448"/>
          </a:xfrm>
          <a:prstGeom prst="ellipse">
            <a:avLst/>
          </a:prstGeom>
          <a:solidFill>
            <a:schemeClr val="accent5"/>
          </a:solidFill>
          <a:ln w="12700">
            <a:solidFill>
              <a:srgbClr val="FFFFFF">
                <a:alpha val="0"/>
              </a:srgbClr>
            </a:solidFill>
            <a:prstDash val="solid"/>
          </a:ln>
        </p:spPr>
      </p:sp>
      <p:sp>
        <p:nvSpPr>
          <p:cNvPr id="45" name="Shape 41"/>
          <p:cNvSpPr/>
          <p:nvPr/>
        </p:nvSpPr>
        <p:spPr>
          <a:xfrm>
            <a:off x="6126480" y="2745740"/>
            <a:ext cx="868680" cy="457200"/>
          </a:xfrm>
          <a:prstGeom prst="roundRect">
            <a:avLst>
              <a:gd name="adj" fmla="val 12000"/>
            </a:avLst>
          </a:prstGeom>
          <a:solidFill>
            <a:schemeClr val="accent1"/>
          </a:solidFill>
          <a:ln w="12700">
            <a:solidFill>
              <a:srgbClr val="FFFFFF">
                <a:alpha val="0"/>
              </a:srgbClr>
            </a:solidFill>
            <a:prstDash val="solid"/>
          </a:ln>
        </p:spPr>
      </p:sp>
      <p:sp>
        <p:nvSpPr>
          <p:cNvPr id="46" name="Text 42"/>
          <p:cNvSpPr txBox="1"/>
          <p:nvPr/>
        </p:nvSpPr>
        <p:spPr>
          <a:xfrm>
            <a:off x="6181344" y="2745740"/>
            <a:ext cx="758952" cy="457200"/>
          </a:xfrm>
          <a:prstGeom prst="rect">
            <a:avLst/>
          </a:prstGeom>
          <a:noFill/>
          <a:ln/>
        </p:spPr>
        <p:txBody>
          <a:bodyPr wrap="square" lIns="0" tIns="0" rIns="0" bIns="0" rtlCol="0" anchor="ctr"/>
          <a:lstStyle/>
          <a:p>
            <a:pPr algn="ctr" indent="0" marL="0">
              <a:buNone/>
            </a:pPr>
            <a:r>
              <a:rPr lang="en-US" sz="1800" b="1" dirty="0">
                <a:solidFill>
                  <a:schemeClr val="bg1"/>
                </a:solidFill>
              </a:rPr>
              <a:t>het</a:t>
            </a:r>
            <a:endParaRPr lang="en-US" sz="1800" dirty="0"/>
          </a:p>
        </p:txBody>
      </p:sp>
      <p:sp>
        <p:nvSpPr>
          <p:cNvPr id="47" name="Shape 43"/>
          <p:cNvSpPr/>
          <p:nvPr/>
        </p:nvSpPr>
        <p:spPr>
          <a:xfrm>
            <a:off x="7731252" y="3125216"/>
            <a:ext cx="155448" cy="155448"/>
          </a:xfrm>
          <a:prstGeom prst="ellipse">
            <a:avLst/>
          </a:prstGeom>
          <a:solidFill>
            <a:schemeClr val="accent5"/>
          </a:solidFill>
          <a:ln w="12700">
            <a:solidFill>
              <a:srgbClr val="FFFFFF">
                <a:alpha val="0"/>
              </a:srgbClr>
            </a:solidFill>
            <a:prstDash val="solid"/>
          </a:ln>
        </p:spPr>
      </p:sp>
      <p:sp>
        <p:nvSpPr>
          <p:cNvPr id="48" name="Shape 44"/>
          <p:cNvSpPr/>
          <p:nvPr/>
        </p:nvSpPr>
        <p:spPr>
          <a:xfrm>
            <a:off x="9761220" y="3125216"/>
            <a:ext cx="155448" cy="155448"/>
          </a:xfrm>
          <a:prstGeom prst="ellipse">
            <a:avLst/>
          </a:prstGeom>
          <a:solidFill>
            <a:schemeClr val="accent5"/>
          </a:solidFill>
          <a:ln w="12700">
            <a:solidFill>
              <a:srgbClr val="FFFFFF">
                <a:alpha val="0"/>
              </a:srgbClr>
            </a:solidFill>
            <a:prstDash val="solid"/>
          </a:ln>
        </p:spPr>
      </p:sp>
      <p:sp>
        <p:nvSpPr>
          <p:cNvPr id="49" name="Shape 45"/>
          <p:cNvSpPr/>
          <p:nvPr/>
        </p:nvSpPr>
        <p:spPr>
          <a:xfrm>
            <a:off x="7132320" y="2745740"/>
            <a:ext cx="3383280" cy="457200"/>
          </a:xfrm>
          <a:prstGeom prst="roundRect">
            <a:avLst>
              <a:gd name="adj" fmla="val 12000"/>
            </a:avLst>
          </a:prstGeom>
          <a:solidFill>
            <a:schemeClr val="accent1"/>
          </a:solidFill>
          <a:ln w="12700">
            <a:solidFill>
              <a:srgbClr val="FFFFFF">
                <a:alpha val="0"/>
              </a:srgbClr>
            </a:solidFill>
            <a:prstDash val="solid"/>
          </a:ln>
        </p:spPr>
      </p:sp>
      <p:sp>
        <p:nvSpPr>
          <p:cNvPr id="50" name="Text 46"/>
          <p:cNvSpPr txBox="1"/>
          <p:nvPr/>
        </p:nvSpPr>
        <p:spPr>
          <a:xfrm>
            <a:off x="7187184" y="2745740"/>
            <a:ext cx="3273552" cy="457200"/>
          </a:xfrm>
          <a:prstGeom prst="rect">
            <a:avLst/>
          </a:prstGeom>
          <a:noFill/>
          <a:ln/>
        </p:spPr>
        <p:txBody>
          <a:bodyPr wrap="square" lIns="0" tIns="0" rIns="0" bIns="0" rtlCol="0" anchor="ctr"/>
          <a:lstStyle/>
          <a:p>
            <a:pPr algn="ctr" indent="0" marL="0">
              <a:buNone/>
            </a:pPr>
            <a:r>
              <a:rPr lang="en-US" sz="2100" dirty="0">
                <a:solidFill>
                  <a:schemeClr val="bg1"/>
                </a:solidFill>
              </a:rPr>
              <a:t>trein</a:t>
            </a:r>
            <a:r>
              <a:rPr lang="en-US" sz="2100" b="1" dirty="0">
                <a:solidFill>
                  <a:schemeClr val="bg1"/>
                </a:solidFill>
              </a:rPr>
              <a:t>station</a:t>
            </a:r>
            <a:endParaRPr lang="en-US" sz="2100" dirty="0"/>
          </a:p>
        </p:txBody>
      </p:sp>
      <p:sp>
        <p:nvSpPr>
          <p:cNvPr id="51" name="Shape 47"/>
          <p:cNvSpPr/>
          <p:nvPr/>
        </p:nvSpPr>
        <p:spPr>
          <a:xfrm>
            <a:off x="548640" y="3485896"/>
            <a:ext cx="384048" cy="384048"/>
          </a:xfrm>
          <a:prstGeom prst="ellipse">
            <a:avLst/>
          </a:prstGeom>
          <a:solidFill>
            <a:schemeClr val="tx2"/>
          </a:solidFill>
          <a:ln w="12700">
            <a:solidFill>
              <a:srgbClr val="FFFFFF">
                <a:alpha val="0"/>
              </a:srgbClr>
            </a:solidFill>
            <a:prstDash val="solid"/>
          </a:ln>
        </p:spPr>
      </p:sp>
      <p:sp>
        <p:nvSpPr>
          <p:cNvPr id="52" name="Text 48"/>
          <p:cNvSpPr txBox="1"/>
          <p:nvPr/>
        </p:nvSpPr>
        <p:spPr>
          <a:xfrm>
            <a:off x="548640" y="34858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53" name="Shape 49"/>
          <p:cNvSpPr/>
          <p:nvPr/>
        </p:nvSpPr>
        <p:spPr>
          <a:xfrm>
            <a:off x="1367028" y="3828796"/>
            <a:ext cx="155448" cy="155448"/>
          </a:xfrm>
          <a:prstGeom prst="ellipse">
            <a:avLst/>
          </a:prstGeom>
          <a:solidFill>
            <a:schemeClr val="accent5"/>
          </a:solidFill>
          <a:ln w="12700">
            <a:solidFill>
              <a:srgbClr val="FFFFFF">
                <a:alpha val="0"/>
              </a:srgbClr>
            </a:solidFill>
            <a:prstDash val="solid"/>
          </a:ln>
        </p:spPr>
      </p:sp>
      <p:sp>
        <p:nvSpPr>
          <p:cNvPr id="54" name="Shape 50"/>
          <p:cNvSpPr/>
          <p:nvPr/>
        </p:nvSpPr>
        <p:spPr>
          <a:xfrm>
            <a:off x="2546604" y="3828796"/>
            <a:ext cx="155448" cy="155448"/>
          </a:xfrm>
          <a:prstGeom prst="ellipse">
            <a:avLst/>
          </a:prstGeom>
          <a:solidFill>
            <a:schemeClr val="accent5"/>
          </a:solidFill>
          <a:ln w="12700">
            <a:solidFill>
              <a:srgbClr val="FFFFFF">
                <a:alpha val="0"/>
              </a:srgbClr>
            </a:solidFill>
            <a:prstDash val="solid"/>
          </a:ln>
        </p:spPr>
      </p:sp>
      <p:sp>
        <p:nvSpPr>
          <p:cNvPr id="55" name="Shape 51"/>
          <p:cNvSpPr/>
          <p:nvPr/>
        </p:nvSpPr>
        <p:spPr>
          <a:xfrm>
            <a:off x="1051560" y="3449320"/>
            <a:ext cx="1965960" cy="457200"/>
          </a:xfrm>
          <a:prstGeom prst="roundRect">
            <a:avLst>
              <a:gd name="adj" fmla="val 12000"/>
            </a:avLst>
          </a:prstGeom>
          <a:solidFill>
            <a:schemeClr val="bg1"/>
          </a:solidFill>
          <a:ln w="31750">
            <a:solidFill>
              <a:srgbClr val="D9700F"/>
            </a:solidFill>
            <a:prstDash val="solid"/>
          </a:ln>
        </p:spPr>
      </p:sp>
      <p:sp>
        <p:nvSpPr>
          <p:cNvPr id="56" name="Text 52"/>
          <p:cNvSpPr txBox="1"/>
          <p:nvPr/>
        </p:nvSpPr>
        <p:spPr>
          <a:xfrm>
            <a:off x="1106424" y="3449320"/>
            <a:ext cx="1856232" cy="457200"/>
          </a:xfrm>
          <a:prstGeom prst="rect">
            <a:avLst/>
          </a:prstGeom>
          <a:noFill/>
          <a:ln/>
        </p:spPr>
        <p:txBody>
          <a:bodyPr wrap="square" lIns="0" tIns="0" rIns="0" bIns="0" rtlCol="0" anchor="ctr"/>
          <a:lstStyle/>
          <a:p>
            <a:pPr algn="ctr" indent="0" marL="0">
              <a:buNone/>
            </a:pPr>
            <a:r>
              <a:rPr lang="en-US" sz="1800" b="1" dirty="0">
                <a:solidFill>
                  <a:schemeClr val="accent1"/>
                </a:solidFill>
              </a:rPr>
              <a:t>het</a:t>
            </a:r>
            <a:r>
              <a:rPr lang="en-US" sz="1800" b="1" dirty="0">
                <a:solidFill>
                  <a:schemeClr val="tx1"/>
                </a:solidFill>
              </a:rPr>
              <a:t> werk</a:t>
            </a:r>
            <a:endParaRPr lang="en-US" sz="1800" dirty="0"/>
          </a:p>
        </p:txBody>
      </p:sp>
      <p:sp>
        <p:nvSpPr>
          <p:cNvPr id="57" name="Text 53"/>
          <p:cNvSpPr txBox="1"/>
          <p:nvPr/>
        </p:nvSpPr>
        <p:spPr>
          <a:xfrm>
            <a:off x="3017520" y="3449320"/>
            <a:ext cx="274320" cy="45720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58" name="Shape 54"/>
          <p:cNvSpPr/>
          <p:nvPr/>
        </p:nvSpPr>
        <p:spPr>
          <a:xfrm>
            <a:off x="3607308" y="3828796"/>
            <a:ext cx="155448" cy="155448"/>
          </a:xfrm>
          <a:prstGeom prst="ellipse">
            <a:avLst/>
          </a:prstGeom>
          <a:solidFill>
            <a:schemeClr val="accent5"/>
          </a:solidFill>
          <a:ln w="12700">
            <a:solidFill>
              <a:srgbClr val="FFFFFF">
                <a:alpha val="0"/>
              </a:srgbClr>
            </a:solidFill>
            <a:prstDash val="solid"/>
          </a:ln>
        </p:spPr>
      </p:sp>
      <p:sp>
        <p:nvSpPr>
          <p:cNvPr id="59" name="Shape 55"/>
          <p:cNvSpPr/>
          <p:nvPr/>
        </p:nvSpPr>
        <p:spPr>
          <a:xfrm>
            <a:off x="4786884" y="3828796"/>
            <a:ext cx="155448" cy="155448"/>
          </a:xfrm>
          <a:prstGeom prst="ellipse">
            <a:avLst/>
          </a:prstGeom>
          <a:solidFill>
            <a:schemeClr val="accent5"/>
          </a:solidFill>
          <a:ln w="12700">
            <a:solidFill>
              <a:srgbClr val="FFFFFF">
                <a:alpha val="0"/>
              </a:srgbClr>
            </a:solidFill>
            <a:prstDash val="solid"/>
          </a:ln>
        </p:spPr>
      </p:sp>
      <p:sp>
        <p:nvSpPr>
          <p:cNvPr id="60" name="Shape 56"/>
          <p:cNvSpPr/>
          <p:nvPr/>
        </p:nvSpPr>
        <p:spPr>
          <a:xfrm>
            <a:off x="3291840" y="3449320"/>
            <a:ext cx="1965960" cy="457200"/>
          </a:xfrm>
          <a:prstGeom prst="roundRect">
            <a:avLst>
              <a:gd name="adj" fmla="val 12000"/>
            </a:avLst>
          </a:prstGeom>
          <a:solidFill>
            <a:schemeClr val="bg1"/>
          </a:solidFill>
          <a:ln w="31750">
            <a:solidFill>
              <a:srgbClr val="17375E"/>
            </a:solidFill>
            <a:prstDash val="solid"/>
          </a:ln>
        </p:spPr>
      </p:sp>
      <p:sp>
        <p:nvSpPr>
          <p:cNvPr id="61" name="Text 57"/>
          <p:cNvSpPr txBox="1"/>
          <p:nvPr/>
        </p:nvSpPr>
        <p:spPr>
          <a:xfrm>
            <a:off x="3346704" y="3449320"/>
            <a:ext cx="1856232" cy="457200"/>
          </a:xfrm>
          <a:prstGeom prst="rect">
            <a:avLst/>
          </a:prstGeom>
          <a:noFill/>
          <a:ln/>
        </p:spPr>
        <p:txBody>
          <a:bodyPr wrap="square" lIns="0" tIns="0" rIns="0" bIns="0" rtlCol="0" anchor="ctr"/>
          <a:lstStyle/>
          <a:p>
            <a:pPr algn="ctr" indent="0" marL="0">
              <a:buNone/>
            </a:pPr>
            <a:r>
              <a:rPr lang="en-US" sz="1800" b="1" dirty="0">
                <a:solidFill>
                  <a:schemeClr val="tx2"/>
                </a:solidFill>
              </a:rPr>
              <a:t>de</a:t>
            </a:r>
            <a:r>
              <a:rPr lang="en-US" sz="1800" b="1" dirty="0">
                <a:solidFill>
                  <a:schemeClr val="tx1"/>
                </a:solidFill>
              </a:rPr>
              <a:t> dag</a:t>
            </a:r>
            <a:endParaRPr lang="en-US" sz="1800" dirty="0"/>
          </a:p>
        </p:txBody>
      </p:sp>
      <p:sp>
        <p:nvSpPr>
          <p:cNvPr id="62" name="Shape 58"/>
          <p:cNvSpPr/>
          <p:nvPr/>
        </p:nvSpPr>
        <p:spPr>
          <a:xfrm>
            <a:off x="5394960" y="3677920"/>
            <a:ext cx="594360" cy="914"/>
          </a:xfrm>
          <a:prstGeom prst="line">
            <a:avLst/>
          </a:prstGeom>
          <a:noFill/>
          <a:ln w="31750">
            <a:solidFill>
              <a:srgbClr val="4A5A70"/>
            </a:solidFill>
            <a:prstDash val="solid"/>
            <a:tailEnd type="triangle"/>
          </a:ln>
        </p:spPr>
      </p:sp>
      <p:sp>
        <p:nvSpPr>
          <p:cNvPr id="63" name="Shape 59"/>
          <p:cNvSpPr/>
          <p:nvPr/>
        </p:nvSpPr>
        <p:spPr>
          <a:xfrm>
            <a:off x="6949440" y="3677920"/>
            <a:ext cx="228600" cy="914"/>
          </a:xfrm>
          <a:prstGeom prst="line">
            <a:avLst/>
          </a:prstGeom>
          <a:noFill/>
          <a:ln w="38100">
            <a:solidFill>
              <a:srgbClr val="4A5A70"/>
            </a:solidFill>
            <a:prstDash val="solid"/>
          </a:ln>
        </p:spPr>
      </p:sp>
      <p:sp>
        <p:nvSpPr>
          <p:cNvPr id="64" name="Shape 60"/>
          <p:cNvSpPr/>
          <p:nvPr/>
        </p:nvSpPr>
        <p:spPr>
          <a:xfrm>
            <a:off x="6222492" y="3828796"/>
            <a:ext cx="155448" cy="155448"/>
          </a:xfrm>
          <a:prstGeom prst="ellipse">
            <a:avLst/>
          </a:prstGeom>
          <a:solidFill>
            <a:schemeClr val="accent5"/>
          </a:solidFill>
          <a:ln w="12700">
            <a:solidFill>
              <a:srgbClr val="FFFFFF">
                <a:alpha val="0"/>
              </a:srgbClr>
            </a:solidFill>
            <a:prstDash val="solid"/>
          </a:ln>
        </p:spPr>
      </p:sp>
      <p:sp>
        <p:nvSpPr>
          <p:cNvPr id="65" name="Shape 61"/>
          <p:cNvSpPr/>
          <p:nvPr/>
        </p:nvSpPr>
        <p:spPr>
          <a:xfrm>
            <a:off x="6743700" y="3828796"/>
            <a:ext cx="155448" cy="155448"/>
          </a:xfrm>
          <a:prstGeom prst="ellipse">
            <a:avLst/>
          </a:prstGeom>
          <a:solidFill>
            <a:schemeClr val="accent5"/>
          </a:solidFill>
          <a:ln w="12700">
            <a:solidFill>
              <a:srgbClr val="FFFFFF">
                <a:alpha val="0"/>
              </a:srgbClr>
            </a:solidFill>
            <a:prstDash val="solid"/>
          </a:ln>
        </p:spPr>
      </p:sp>
      <p:sp>
        <p:nvSpPr>
          <p:cNvPr id="66" name="Shape 62"/>
          <p:cNvSpPr/>
          <p:nvPr/>
        </p:nvSpPr>
        <p:spPr>
          <a:xfrm>
            <a:off x="6126480" y="3449320"/>
            <a:ext cx="868680" cy="457200"/>
          </a:xfrm>
          <a:prstGeom prst="roundRect">
            <a:avLst>
              <a:gd name="adj" fmla="val 12000"/>
            </a:avLst>
          </a:prstGeom>
          <a:solidFill>
            <a:schemeClr val="tx2"/>
          </a:solidFill>
          <a:ln w="12700">
            <a:solidFill>
              <a:srgbClr val="FFFFFF">
                <a:alpha val="0"/>
              </a:srgbClr>
            </a:solidFill>
            <a:prstDash val="solid"/>
          </a:ln>
        </p:spPr>
      </p:sp>
      <p:sp>
        <p:nvSpPr>
          <p:cNvPr id="67" name="Text 63"/>
          <p:cNvSpPr txBox="1"/>
          <p:nvPr/>
        </p:nvSpPr>
        <p:spPr>
          <a:xfrm>
            <a:off x="6181344" y="3449320"/>
            <a:ext cx="758952" cy="457200"/>
          </a:xfrm>
          <a:prstGeom prst="rect">
            <a:avLst/>
          </a:prstGeom>
          <a:noFill/>
          <a:ln/>
        </p:spPr>
        <p:txBody>
          <a:bodyPr wrap="square" lIns="0" tIns="0" rIns="0" bIns="0" rtlCol="0" anchor="ctr"/>
          <a:lstStyle/>
          <a:p>
            <a:pPr algn="ctr" indent="0" marL="0">
              <a:buNone/>
            </a:pPr>
            <a:r>
              <a:rPr lang="en-US" sz="1800" b="1" dirty="0">
                <a:solidFill>
                  <a:schemeClr val="bg1"/>
                </a:solidFill>
              </a:rPr>
              <a:t>de</a:t>
            </a:r>
            <a:endParaRPr lang="en-US" sz="1800" dirty="0"/>
          </a:p>
        </p:txBody>
      </p:sp>
      <p:sp>
        <p:nvSpPr>
          <p:cNvPr id="68" name="Shape 64"/>
          <p:cNvSpPr/>
          <p:nvPr/>
        </p:nvSpPr>
        <p:spPr>
          <a:xfrm>
            <a:off x="7731252" y="3828796"/>
            <a:ext cx="155448" cy="155448"/>
          </a:xfrm>
          <a:prstGeom prst="ellipse">
            <a:avLst/>
          </a:prstGeom>
          <a:solidFill>
            <a:schemeClr val="accent5"/>
          </a:solidFill>
          <a:ln w="12700">
            <a:solidFill>
              <a:srgbClr val="FFFFFF">
                <a:alpha val="0"/>
              </a:srgbClr>
            </a:solidFill>
            <a:prstDash val="solid"/>
          </a:ln>
        </p:spPr>
      </p:sp>
      <p:sp>
        <p:nvSpPr>
          <p:cNvPr id="69" name="Shape 65"/>
          <p:cNvSpPr/>
          <p:nvPr/>
        </p:nvSpPr>
        <p:spPr>
          <a:xfrm>
            <a:off x="9761220" y="3828796"/>
            <a:ext cx="155448" cy="155448"/>
          </a:xfrm>
          <a:prstGeom prst="ellipse">
            <a:avLst/>
          </a:prstGeom>
          <a:solidFill>
            <a:schemeClr val="accent5"/>
          </a:solidFill>
          <a:ln w="12700">
            <a:solidFill>
              <a:srgbClr val="FFFFFF">
                <a:alpha val="0"/>
              </a:srgbClr>
            </a:solidFill>
            <a:prstDash val="solid"/>
          </a:ln>
        </p:spPr>
      </p:sp>
      <p:sp>
        <p:nvSpPr>
          <p:cNvPr id="70" name="Shape 66"/>
          <p:cNvSpPr/>
          <p:nvPr/>
        </p:nvSpPr>
        <p:spPr>
          <a:xfrm>
            <a:off x="7132320" y="3449320"/>
            <a:ext cx="3383280" cy="457200"/>
          </a:xfrm>
          <a:prstGeom prst="roundRect">
            <a:avLst>
              <a:gd name="adj" fmla="val 12000"/>
            </a:avLst>
          </a:prstGeom>
          <a:solidFill>
            <a:schemeClr val="tx2"/>
          </a:solidFill>
          <a:ln w="12700">
            <a:solidFill>
              <a:srgbClr val="FFFFFF">
                <a:alpha val="0"/>
              </a:srgbClr>
            </a:solidFill>
            <a:prstDash val="solid"/>
          </a:ln>
        </p:spPr>
      </p:sp>
      <p:sp>
        <p:nvSpPr>
          <p:cNvPr id="71" name="Text 67"/>
          <p:cNvSpPr txBox="1"/>
          <p:nvPr/>
        </p:nvSpPr>
        <p:spPr>
          <a:xfrm>
            <a:off x="7187184" y="3449320"/>
            <a:ext cx="3273552" cy="457200"/>
          </a:xfrm>
          <a:prstGeom prst="rect">
            <a:avLst/>
          </a:prstGeom>
          <a:noFill/>
          <a:ln/>
        </p:spPr>
        <p:txBody>
          <a:bodyPr wrap="square" lIns="0" tIns="0" rIns="0" bIns="0" rtlCol="0" anchor="ctr"/>
          <a:lstStyle/>
          <a:p>
            <a:pPr algn="ctr" indent="0" marL="0">
              <a:buNone/>
            </a:pPr>
            <a:r>
              <a:rPr lang="en-US" sz="2100" dirty="0">
                <a:solidFill>
                  <a:schemeClr val="bg1"/>
                </a:solidFill>
              </a:rPr>
              <a:t>werk</a:t>
            </a:r>
            <a:r>
              <a:rPr lang="en-US" sz="2100" b="1" dirty="0">
                <a:solidFill>
                  <a:schemeClr val="bg1"/>
                </a:solidFill>
              </a:rPr>
              <a:t>dag</a:t>
            </a:r>
            <a:endParaRPr lang="en-US" sz="2100" dirty="0"/>
          </a:p>
        </p:txBody>
      </p:sp>
      <p:sp>
        <p:nvSpPr>
          <p:cNvPr id="72" name="Shape 68"/>
          <p:cNvSpPr/>
          <p:nvPr/>
        </p:nvSpPr>
        <p:spPr>
          <a:xfrm>
            <a:off x="548640" y="4189476"/>
            <a:ext cx="384048" cy="384048"/>
          </a:xfrm>
          <a:prstGeom prst="ellipse">
            <a:avLst/>
          </a:prstGeom>
          <a:solidFill>
            <a:schemeClr val="tx2"/>
          </a:solidFill>
          <a:ln w="12700">
            <a:solidFill>
              <a:srgbClr val="FFFFFF">
                <a:alpha val="0"/>
              </a:srgbClr>
            </a:solidFill>
            <a:prstDash val="solid"/>
          </a:ln>
        </p:spPr>
      </p:sp>
      <p:sp>
        <p:nvSpPr>
          <p:cNvPr id="73" name="Text 69"/>
          <p:cNvSpPr txBox="1"/>
          <p:nvPr/>
        </p:nvSpPr>
        <p:spPr>
          <a:xfrm>
            <a:off x="548640" y="41894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74" name="Shape 70"/>
          <p:cNvSpPr/>
          <p:nvPr/>
        </p:nvSpPr>
        <p:spPr>
          <a:xfrm>
            <a:off x="1367028" y="4532376"/>
            <a:ext cx="155448" cy="155448"/>
          </a:xfrm>
          <a:prstGeom prst="ellipse">
            <a:avLst/>
          </a:prstGeom>
          <a:solidFill>
            <a:schemeClr val="accent5"/>
          </a:solidFill>
          <a:ln w="12700">
            <a:solidFill>
              <a:srgbClr val="FFFFFF">
                <a:alpha val="0"/>
              </a:srgbClr>
            </a:solidFill>
            <a:prstDash val="solid"/>
          </a:ln>
        </p:spPr>
      </p:sp>
      <p:sp>
        <p:nvSpPr>
          <p:cNvPr id="75" name="Shape 71"/>
          <p:cNvSpPr/>
          <p:nvPr/>
        </p:nvSpPr>
        <p:spPr>
          <a:xfrm>
            <a:off x="2546604" y="4532376"/>
            <a:ext cx="155448" cy="155448"/>
          </a:xfrm>
          <a:prstGeom prst="ellipse">
            <a:avLst/>
          </a:prstGeom>
          <a:solidFill>
            <a:schemeClr val="accent5"/>
          </a:solidFill>
          <a:ln w="12700">
            <a:solidFill>
              <a:srgbClr val="FFFFFF">
                <a:alpha val="0"/>
              </a:srgbClr>
            </a:solidFill>
            <a:prstDash val="solid"/>
          </a:ln>
        </p:spPr>
      </p:sp>
      <p:sp>
        <p:nvSpPr>
          <p:cNvPr id="76" name="Shape 72"/>
          <p:cNvSpPr/>
          <p:nvPr/>
        </p:nvSpPr>
        <p:spPr>
          <a:xfrm>
            <a:off x="1051560" y="4152900"/>
            <a:ext cx="1965960" cy="457200"/>
          </a:xfrm>
          <a:prstGeom prst="roundRect">
            <a:avLst>
              <a:gd name="adj" fmla="val 12000"/>
            </a:avLst>
          </a:prstGeom>
          <a:solidFill>
            <a:schemeClr val="bg1"/>
          </a:solidFill>
          <a:ln w="31750">
            <a:solidFill>
              <a:srgbClr val="17375E"/>
            </a:solidFill>
            <a:prstDash val="solid"/>
          </a:ln>
        </p:spPr>
      </p:sp>
      <p:sp>
        <p:nvSpPr>
          <p:cNvPr id="77" name="Text 73"/>
          <p:cNvSpPr txBox="1"/>
          <p:nvPr/>
        </p:nvSpPr>
        <p:spPr>
          <a:xfrm>
            <a:off x="1106424" y="4152900"/>
            <a:ext cx="1856232" cy="457200"/>
          </a:xfrm>
          <a:prstGeom prst="rect">
            <a:avLst/>
          </a:prstGeom>
          <a:noFill/>
          <a:ln/>
        </p:spPr>
        <p:txBody>
          <a:bodyPr wrap="square" lIns="0" tIns="0" rIns="0" bIns="0" rtlCol="0" anchor="ctr"/>
          <a:lstStyle/>
          <a:p>
            <a:pPr algn="ctr" indent="0" marL="0">
              <a:buNone/>
            </a:pPr>
            <a:r>
              <a:rPr lang="en-US" sz="1800" b="1" dirty="0">
                <a:solidFill>
                  <a:schemeClr val="tx2"/>
                </a:solidFill>
              </a:rPr>
              <a:t>de</a:t>
            </a:r>
            <a:r>
              <a:rPr lang="en-US" sz="1800" b="1" dirty="0">
                <a:solidFill>
                  <a:schemeClr val="tx1"/>
                </a:solidFill>
              </a:rPr>
              <a:t> computer</a:t>
            </a:r>
            <a:endParaRPr lang="en-US" sz="1800" dirty="0"/>
          </a:p>
        </p:txBody>
      </p:sp>
      <p:sp>
        <p:nvSpPr>
          <p:cNvPr id="78" name="Text 74"/>
          <p:cNvSpPr txBox="1"/>
          <p:nvPr/>
        </p:nvSpPr>
        <p:spPr>
          <a:xfrm>
            <a:off x="3017520" y="4152900"/>
            <a:ext cx="274320" cy="45720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79" name="Shape 75"/>
          <p:cNvSpPr/>
          <p:nvPr/>
        </p:nvSpPr>
        <p:spPr>
          <a:xfrm>
            <a:off x="3607308" y="4532376"/>
            <a:ext cx="155448" cy="155448"/>
          </a:xfrm>
          <a:prstGeom prst="ellipse">
            <a:avLst/>
          </a:prstGeom>
          <a:solidFill>
            <a:schemeClr val="accent5"/>
          </a:solidFill>
          <a:ln w="12700">
            <a:solidFill>
              <a:srgbClr val="FFFFFF">
                <a:alpha val="0"/>
              </a:srgbClr>
            </a:solidFill>
            <a:prstDash val="solid"/>
          </a:ln>
        </p:spPr>
      </p:sp>
      <p:sp>
        <p:nvSpPr>
          <p:cNvPr id="80" name="Shape 76"/>
          <p:cNvSpPr/>
          <p:nvPr/>
        </p:nvSpPr>
        <p:spPr>
          <a:xfrm>
            <a:off x="4786884" y="4532376"/>
            <a:ext cx="155448" cy="155448"/>
          </a:xfrm>
          <a:prstGeom prst="ellipse">
            <a:avLst/>
          </a:prstGeom>
          <a:solidFill>
            <a:schemeClr val="accent5"/>
          </a:solidFill>
          <a:ln w="12700">
            <a:solidFill>
              <a:srgbClr val="FFFFFF">
                <a:alpha val="0"/>
              </a:srgbClr>
            </a:solidFill>
            <a:prstDash val="solid"/>
          </a:ln>
        </p:spPr>
      </p:sp>
      <p:sp>
        <p:nvSpPr>
          <p:cNvPr id="81" name="Shape 77"/>
          <p:cNvSpPr/>
          <p:nvPr/>
        </p:nvSpPr>
        <p:spPr>
          <a:xfrm>
            <a:off x="3291840" y="4152900"/>
            <a:ext cx="1965960" cy="457200"/>
          </a:xfrm>
          <a:prstGeom prst="roundRect">
            <a:avLst>
              <a:gd name="adj" fmla="val 12000"/>
            </a:avLst>
          </a:prstGeom>
          <a:solidFill>
            <a:schemeClr val="bg1"/>
          </a:solidFill>
          <a:ln w="31750">
            <a:solidFill>
              <a:srgbClr val="D9700F"/>
            </a:solidFill>
            <a:prstDash val="solid"/>
          </a:ln>
        </p:spPr>
      </p:sp>
      <p:sp>
        <p:nvSpPr>
          <p:cNvPr id="82" name="Text 78"/>
          <p:cNvSpPr txBox="1"/>
          <p:nvPr/>
        </p:nvSpPr>
        <p:spPr>
          <a:xfrm>
            <a:off x="3346704" y="4152900"/>
            <a:ext cx="1856232" cy="457200"/>
          </a:xfrm>
          <a:prstGeom prst="rect">
            <a:avLst/>
          </a:prstGeom>
          <a:noFill/>
          <a:ln/>
        </p:spPr>
        <p:txBody>
          <a:bodyPr wrap="square" lIns="0" tIns="0" rIns="0" bIns="0" rtlCol="0" anchor="ctr"/>
          <a:lstStyle/>
          <a:p>
            <a:pPr algn="ctr" indent="0" marL="0">
              <a:buNone/>
            </a:pPr>
            <a:r>
              <a:rPr lang="en-US" sz="1800" b="1" dirty="0">
                <a:solidFill>
                  <a:schemeClr val="accent1"/>
                </a:solidFill>
              </a:rPr>
              <a:t>het</a:t>
            </a:r>
            <a:r>
              <a:rPr lang="en-US" sz="1800" b="1" dirty="0">
                <a:solidFill>
                  <a:schemeClr val="tx1"/>
                </a:solidFill>
              </a:rPr>
              <a:t> scherm</a:t>
            </a:r>
            <a:endParaRPr lang="en-US" sz="1800" dirty="0"/>
          </a:p>
        </p:txBody>
      </p:sp>
      <p:sp>
        <p:nvSpPr>
          <p:cNvPr id="83" name="Shape 79"/>
          <p:cNvSpPr/>
          <p:nvPr/>
        </p:nvSpPr>
        <p:spPr>
          <a:xfrm>
            <a:off x="5394960" y="4381500"/>
            <a:ext cx="594360" cy="914"/>
          </a:xfrm>
          <a:prstGeom prst="line">
            <a:avLst/>
          </a:prstGeom>
          <a:noFill/>
          <a:ln w="31750">
            <a:solidFill>
              <a:srgbClr val="4A5A70"/>
            </a:solidFill>
            <a:prstDash val="solid"/>
            <a:tailEnd type="triangle"/>
          </a:ln>
        </p:spPr>
      </p:sp>
      <p:sp>
        <p:nvSpPr>
          <p:cNvPr id="84" name="Shape 80"/>
          <p:cNvSpPr/>
          <p:nvPr/>
        </p:nvSpPr>
        <p:spPr>
          <a:xfrm>
            <a:off x="6949440" y="4381500"/>
            <a:ext cx="228600" cy="914"/>
          </a:xfrm>
          <a:prstGeom prst="line">
            <a:avLst/>
          </a:prstGeom>
          <a:noFill/>
          <a:ln w="38100">
            <a:solidFill>
              <a:srgbClr val="4A5A70"/>
            </a:solidFill>
            <a:prstDash val="solid"/>
          </a:ln>
        </p:spPr>
      </p:sp>
      <p:sp>
        <p:nvSpPr>
          <p:cNvPr id="85" name="Shape 81"/>
          <p:cNvSpPr/>
          <p:nvPr/>
        </p:nvSpPr>
        <p:spPr>
          <a:xfrm>
            <a:off x="6222492" y="4532376"/>
            <a:ext cx="155448" cy="155448"/>
          </a:xfrm>
          <a:prstGeom prst="ellipse">
            <a:avLst/>
          </a:prstGeom>
          <a:solidFill>
            <a:schemeClr val="accent5"/>
          </a:solidFill>
          <a:ln w="12700">
            <a:solidFill>
              <a:srgbClr val="FFFFFF">
                <a:alpha val="0"/>
              </a:srgbClr>
            </a:solidFill>
            <a:prstDash val="solid"/>
          </a:ln>
        </p:spPr>
      </p:sp>
      <p:sp>
        <p:nvSpPr>
          <p:cNvPr id="86" name="Shape 82"/>
          <p:cNvSpPr/>
          <p:nvPr/>
        </p:nvSpPr>
        <p:spPr>
          <a:xfrm>
            <a:off x="6743700" y="4532376"/>
            <a:ext cx="155448" cy="155448"/>
          </a:xfrm>
          <a:prstGeom prst="ellipse">
            <a:avLst/>
          </a:prstGeom>
          <a:solidFill>
            <a:schemeClr val="accent5"/>
          </a:solidFill>
          <a:ln w="12700">
            <a:solidFill>
              <a:srgbClr val="FFFFFF">
                <a:alpha val="0"/>
              </a:srgbClr>
            </a:solidFill>
            <a:prstDash val="solid"/>
          </a:ln>
        </p:spPr>
      </p:sp>
      <p:sp>
        <p:nvSpPr>
          <p:cNvPr id="87" name="Shape 83"/>
          <p:cNvSpPr/>
          <p:nvPr/>
        </p:nvSpPr>
        <p:spPr>
          <a:xfrm>
            <a:off x="6126480" y="4152900"/>
            <a:ext cx="868680" cy="457200"/>
          </a:xfrm>
          <a:prstGeom prst="roundRect">
            <a:avLst>
              <a:gd name="adj" fmla="val 12000"/>
            </a:avLst>
          </a:prstGeom>
          <a:solidFill>
            <a:schemeClr val="accent1"/>
          </a:solidFill>
          <a:ln w="12700">
            <a:solidFill>
              <a:srgbClr val="FFFFFF">
                <a:alpha val="0"/>
              </a:srgbClr>
            </a:solidFill>
            <a:prstDash val="solid"/>
          </a:ln>
        </p:spPr>
      </p:sp>
      <p:sp>
        <p:nvSpPr>
          <p:cNvPr id="88" name="Text 84"/>
          <p:cNvSpPr txBox="1"/>
          <p:nvPr/>
        </p:nvSpPr>
        <p:spPr>
          <a:xfrm>
            <a:off x="6181344" y="4152900"/>
            <a:ext cx="758952" cy="457200"/>
          </a:xfrm>
          <a:prstGeom prst="rect">
            <a:avLst/>
          </a:prstGeom>
          <a:noFill/>
          <a:ln/>
        </p:spPr>
        <p:txBody>
          <a:bodyPr wrap="square" lIns="0" tIns="0" rIns="0" bIns="0" rtlCol="0" anchor="ctr"/>
          <a:lstStyle/>
          <a:p>
            <a:pPr algn="ctr" indent="0" marL="0">
              <a:buNone/>
            </a:pPr>
            <a:r>
              <a:rPr lang="en-US" sz="1800" b="1" dirty="0">
                <a:solidFill>
                  <a:schemeClr val="bg1"/>
                </a:solidFill>
              </a:rPr>
              <a:t>het</a:t>
            </a:r>
            <a:endParaRPr lang="en-US" sz="1800" dirty="0"/>
          </a:p>
        </p:txBody>
      </p:sp>
      <p:sp>
        <p:nvSpPr>
          <p:cNvPr id="89" name="Shape 85"/>
          <p:cNvSpPr/>
          <p:nvPr/>
        </p:nvSpPr>
        <p:spPr>
          <a:xfrm>
            <a:off x="7731252" y="4532376"/>
            <a:ext cx="155448" cy="155448"/>
          </a:xfrm>
          <a:prstGeom prst="ellipse">
            <a:avLst/>
          </a:prstGeom>
          <a:solidFill>
            <a:schemeClr val="accent5"/>
          </a:solidFill>
          <a:ln w="12700">
            <a:solidFill>
              <a:srgbClr val="FFFFFF">
                <a:alpha val="0"/>
              </a:srgbClr>
            </a:solidFill>
            <a:prstDash val="solid"/>
          </a:ln>
        </p:spPr>
      </p:sp>
      <p:sp>
        <p:nvSpPr>
          <p:cNvPr id="90" name="Shape 86"/>
          <p:cNvSpPr/>
          <p:nvPr/>
        </p:nvSpPr>
        <p:spPr>
          <a:xfrm>
            <a:off x="9761220" y="4532376"/>
            <a:ext cx="155448" cy="155448"/>
          </a:xfrm>
          <a:prstGeom prst="ellipse">
            <a:avLst/>
          </a:prstGeom>
          <a:solidFill>
            <a:schemeClr val="accent5"/>
          </a:solidFill>
          <a:ln w="12700">
            <a:solidFill>
              <a:srgbClr val="FFFFFF">
                <a:alpha val="0"/>
              </a:srgbClr>
            </a:solidFill>
            <a:prstDash val="solid"/>
          </a:ln>
        </p:spPr>
      </p:sp>
      <p:sp>
        <p:nvSpPr>
          <p:cNvPr id="91" name="Shape 87"/>
          <p:cNvSpPr/>
          <p:nvPr/>
        </p:nvSpPr>
        <p:spPr>
          <a:xfrm>
            <a:off x="7132320" y="4152900"/>
            <a:ext cx="3383280" cy="457200"/>
          </a:xfrm>
          <a:prstGeom prst="roundRect">
            <a:avLst>
              <a:gd name="adj" fmla="val 12000"/>
            </a:avLst>
          </a:prstGeom>
          <a:solidFill>
            <a:schemeClr val="accent1"/>
          </a:solidFill>
          <a:ln w="12700">
            <a:solidFill>
              <a:srgbClr val="FFFFFF">
                <a:alpha val="0"/>
              </a:srgbClr>
            </a:solidFill>
            <a:prstDash val="solid"/>
          </a:ln>
        </p:spPr>
      </p:sp>
      <p:sp>
        <p:nvSpPr>
          <p:cNvPr id="92" name="Text 88"/>
          <p:cNvSpPr txBox="1"/>
          <p:nvPr/>
        </p:nvSpPr>
        <p:spPr>
          <a:xfrm>
            <a:off x="7187184" y="4152900"/>
            <a:ext cx="3273552" cy="457200"/>
          </a:xfrm>
          <a:prstGeom prst="rect">
            <a:avLst/>
          </a:prstGeom>
          <a:noFill/>
          <a:ln/>
        </p:spPr>
        <p:txBody>
          <a:bodyPr wrap="square" lIns="0" tIns="0" rIns="0" bIns="0" rtlCol="0" anchor="ctr"/>
          <a:lstStyle/>
          <a:p>
            <a:pPr algn="ctr" indent="0" marL="0">
              <a:buNone/>
            </a:pPr>
            <a:r>
              <a:rPr lang="en-US" sz="2100" dirty="0">
                <a:solidFill>
                  <a:schemeClr val="bg1"/>
                </a:solidFill>
              </a:rPr>
              <a:t>computer</a:t>
            </a:r>
            <a:r>
              <a:rPr lang="en-US" sz="2100" b="1" dirty="0">
                <a:solidFill>
                  <a:schemeClr val="bg1"/>
                </a:solidFill>
              </a:rPr>
              <a:t>scherm</a:t>
            </a:r>
            <a:endParaRPr lang="en-US" sz="2100" dirty="0"/>
          </a:p>
        </p:txBody>
      </p:sp>
      <p:sp>
        <p:nvSpPr>
          <p:cNvPr id="93" name="Shape 89"/>
          <p:cNvSpPr/>
          <p:nvPr/>
        </p:nvSpPr>
        <p:spPr>
          <a:xfrm>
            <a:off x="548640" y="4893056"/>
            <a:ext cx="384048" cy="384048"/>
          </a:xfrm>
          <a:prstGeom prst="ellipse">
            <a:avLst/>
          </a:prstGeom>
          <a:solidFill>
            <a:schemeClr val="tx2"/>
          </a:solidFill>
          <a:ln w="12700">
            <a:solidFill>
              <a:srgbClr val="FFFFFF">
                <a:alpha val="0"/>
              </a:srgbClr>
            </a:solidFill>
            <a:prstDash val="solid"/>
          </a:ln>
        </p:spPr>
      </p:sp>
      <p:sp>
        <p:nvSpPr>
          <p:cNvPr id="94" name="Text 90"/>
          <p:cNvSpPr txBox="1"/>
          <p:nvPr/>
        </p:nvSpPr>
        <p:spPr>
          <a:xfrm>
            <a:off x="548640" y="48930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95" name="Shape 91"/>
          <p:cNvSpPr/>
          <p:nvPr/>
        </p:nvSpPr>
        <p:spPr>
          <a:xfrm>
            <a:off x="1367028" y="5235956"/>
            <a:ext cx="155448" cy="155448"/>
          </a:xfrm>
          <a:prstGeom prst="ellipse">
            <a:avLst/>
          </a:prstGeom>
          <a:solidFill>
            <a:schemeClr val="accent5"/>
          </a:solidFill>
          <a:ln w="12700">
            <a:solidFill>
              <a:srgbClr val="FFFFFF">
                <a:alpha val="0"/>
              </a:srgbClr>
            </a:solidFill>
            <a:prstDash val="solid"/>
          </a:ln>
        </p:spPr>
      </p:sp>
      <p:sp>
        <p:nvSpPr>
          <p:cNvPr id="96" name="Shape 92"/>
          <p:cNvSpPr/>
          <p:nvPr/>
        </p:nvSpPr>
        <p:spPr>
          <a:xfrm>
            <a:off x="2546604" y="5235956"/>
            <a:ext cx="155448" cy="155448"/>
          </a:xfrm>
          <a:prstGeom prst="ellipse">
            <a:avLst/>
          </a:prstGeom>
          <a:solidFill>
            <a:schemeClr val="accent5"/>
          </a:solidFill>
          <a:ln w="12700">
            <a:solidFill>
              <a:srgbClr val="FFFFFF">
                <a:alpha val="0"/>
              </a:srgbClr>
            </a:solidFill>
            <a:prstDash val="solid"/>
          </a:ln>
        </p:spPr>
      </p:sp>
      <p:sp>
        <p:nvSpPr>
          <p:cNvPr id="97" name="Shape 93"/>
          <p:cNvSpPr/>
          <p:nvPr/>
        </p:nvSpPr>
        <p:spPr>
          <a:xfrm>
            <a:off x="1051560" y="4856480"/>
            <a:ext cx="1965960" cy="457200"/>
          </a:xfrm>
          <a:prstGeom prst="roundRect">
            <a:avLst>
              <a:gd name="adj" fmla="val 12000"/>
            </a:avLst>
          </a:prstGeom>
          <a:solidFill>
            <a:schemeClr val="bg1"/>
          </a:solidFill>
          <a:ln w="31750">
            <a:solidFill>
              <a:srgbClr val="17375E"/>
            </a:solidFill>
            <a:prstDash val="solid"/>
          </a:ln>
        </p:spPr>
      </p:sp>
      <p:sp>
        <p:nvSpPr>
          <p:cNvPr id="98" name="Text 94"/>
          <p:cNvSpPr txBox="1"/>
          <p:nvPr/>
        </p:nvSpPr>
        <p:spPr>
          <a:xfrm>
            <a:off x="1106424" y="4856480"/>
            <a:ext cx="1856232" cy="457200"/>
          </a:xfrm>
          <a:prstGeom prst="rect">
            <a:avLst/>
          </a:prstGeom>
          <a:noFill/>
          <a:ln/>
        </p:spPr>
        <p:txBody>
          <a:bodyPr wrap="square" lIns="0" tIns="0" rIns="0" bIns="0" rtlCol="0" anchor="ctr"/>
          <a:lstStyle/>
          <a:p>
            <a:pPr algn="ctr" indent="0" marL="0">
              <a:buNone/>
            </a:pPr>
            <a:r>
              <a:rPr lang="en-US" sz="1800" b="1" dirty="0">
                <a:solidFill>
                  <a:schemeClr val="tx2"/>
                </a:solidFill>
              </a:rPr>
              <a:t>de</a:t>
            </a:r>
            <a:r>
              <a:rPr lang="en-US" sz="1800" b="1" dirty="0">
                <a:solidFill>
                  <a:schemeClr val="tx1"/>
                </a:solidFill>
              </a:rPr>
              <a:t> telefoon</a:t>
            </a:r>
            <a:endParaRPr lang="en-US" sz="1800" dirty="0"/>
          </a:p>
        </p:txBody>
      </p:sp>
      <p:sp>
        <p:nvSpPr>
          <p:cNvPr id="99" name="Text 95"/>
          <p:cNvSpPr txBox="1"/>
          <p:nvPr/>
        </p:nvSpPr>
        <p:spPr>
          <a:xfrm>
            <a:off x="3017520" y="4856480"/>
            <a:ext cx="274320" cy="45720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100" name="Shape 96"/>
          <p:cNvSpPr/>
          <p:nvPr/>
        </p:nvSpPr>
        <p:spPr>
          <a:xfrm>
            <a:off x="3607308" y="5235956"/>
            <a:ext cx="155448" cy="155448"/>
          </a:xfrm>
          <a:prstGeom prst="ellipse">
            <a:avLst/>
          </a:prstGeom>
          <a:solidFill>
            <a:schemeClr val="accent5"/>
          </a:solidFill>
          <a:ln w="12700">
            <a:solidFill>
              <a:srgbClr val="FFFFFF">
                <a:alpha val="0"/>
              </a:srgbClr>
            </a:solidFill>
            <a:prstDash val="solid"/>
          </a:ln>
        </p:spPr>
      </p:sp>
      <p:sp>
        <p:nvSpPr>
          <p:cNvPr id="101" name="Shape 97"/>
          <p:cNvSpPr/>
          <p:nvPr/>
        </p:nvSpPr>
        <p:spPr>
          <a:xfrm>
            <a:off x="4786884" y="5235956"/>
            <a:ext cx="155448" cy="155448"/>
          </a:xfrm>
          <a:prstGeom prst="ellipse">
            <a:avLst/>
          </a:prstGeom>
          <a:solidFill>
            <a:schemeClr val="accent5"/>
          </a:solidFill>
          <a:ln w="12700">
            <a:solidFill>
              <a:srgbClr val="FFFFFF">
                <a:alpha val="0"/>
              </a:srgbClr>
            </a:solidFill>
            <a:prstDash val="solid"/>
          </a:ln>
        </p:spPr>
      </p:sp>
      <p:sp>
        <p:nvSpPr>
          <p:cNvPr id="102" name="Shape 98"/>
          <p:cNvSpPr/>
          <p:nvPr/>
        </p:nvSpPr>
        <p:spPr>
          <a:xfrm>
            <a:off x="3291840" y="4856480"/>
            <a:ext cx="1965960" cy="457200"/>
          </a:xfrm>
          <a:prstGeom prst="roundRect">
            <a:avLst>
              <a:gd name="adj" fmla="val 12000"/>
            </a:avLst>
          </a:prstGeom>
          <a:solidFill>
            <a:schemeClr val="bg1"/>
          </a:solidFill>
          <a:ln w="31750">
            <a:solidFill>
              <a:srgbClr val="D9700F"/>
            </a:solidFill>
            <a:prstDash val="solid"/>
          </a:ln>
        </p:spPr>
      </p:sp>
      <p:sp>
        <p:nvSpPr>
          <p:cNvPr id="103" name="Text 99"/>
          <p:cNvSpPr txBox="1"/>
          <p:nvPr/>
        </p:nvSpPr>
        <p:spPr>
          <a:xfrm>
            <a:off x="3346704" y="4856480"/>
            <a:ext cx="1856232" cy="457200"/>
          </a:xfrm>
          <a:prstGeom prst="rect">
            <a:avLst/>
          </a:prstGeom>
          <a:noFill/>
          <a:ln/>
        </p:spPr>
        <p:txBody>
          <a:bodyPr wrap="square" lIns="0" tIns="0" rIns="0" bIns="0" rtlCol="0" anchor="ctr"/>
          <a:lstStyle/>
          <a:p>
            <a:pPr algn="ctr" indent="0" marL="0">
              <a:buNone/>
            </a:pPr>
            <a:r>
              <a:rPr lang="en-US" sz="1800" b="1" dirty="0">
                <a:solidFill>
                  <a:schemeClr val="accent1"/>
                </a:solidFill>
              </a:rPr>
              <a:t>het</a:t>
            </a:r>
            <a:r>
              <a:rPr lang="en-US" sz="1800" b="1" dirty="0">
                <a:solidFill>
                  <a:schemeClr val="tx1"/>
                </a:solidFill>
              </a:rPr>
              <a:t> nummer</a:t>
            </a:r>
            <a:endParaRPr lang="en-US" sz="1800" dirty="0"/>
          </a:p>
        </p:txBody>
      </p:sp>
      <p:sp>
        <p:nvSpPr>
          <p:cNvPr id="104" name="Shape 100"/>
          <p:cNvSpPr/>
          <p:nvPr/>
        </p:nvSpPr>
        <p:spPr>
          <a:xfrm>
            <a:off x="5394960" y="5085080"/>
            <a:ext cx="594360" cy="914"/>
          </a:xfrm>
          <a:prstGeom prst="line">
            <a:avLst/>
          </a:prstGeom>
          <a:noFill/>
          <a:ln w="31750">
            <a:solidFill>
              <a:srgbClr val="4A5A70"/>
            </a:solidFill>
            <a:prstDash val="solid"/>
            <a:tailEnd type="triangle"/>
          </a:ln>
        </p:spPr>
      </p:sp>
      <p:sp>
        <p:nvSpPr>
          <p:cNvPr id="105" name="Shape 101"/>
          <p:cNvSpPr/>
          <p:nvPr/>
        </p:nvSpPr>
        <p:spPr>
          <a:xfrm>
            <a:off x="6949440" y="5085080"/>
            <a:ext cx="228600" cy="914"/>
          </a:xfrm>
          <a:prstGeom prst="line">
            <a:avLst/>
          </a:prstGeom>
          <a:noFill/>
          <a:ln w="38100">
            <a:solidFill>
              <a:srgbClr val="4A5A70"/>
            </a:solidFill>
            <a:prstDash val="solid"/>
          </a:ln>
        </p:spPr>
      </p:sp>
      <p:sp>
        <p:nvSpPr>
          <p:cNvPr id="106" name="Shape 102"/>
          <p:cNvSpPr/>
          <p:nvPr/>
        </p:nvSpPr>
        <p:spPr>
          <a:xfrm>
            <a:off x="6222492" y="5235956"/>
            <a:ext cx="155448" cy="155448"/>
          </a:xfrm>
          <a:prstGeom prst="ellipse">
            <a:avLst/>
          </a:prstGeom>
          <a:solidFill>
            <a:schemeClr val="accent5"/>
          </a:solidFill>
          <a:ln w="12700">
            <a:solidFill>
              <a:srgbClr val="FFFFFF">
                <a:alpha val="0"/>
              </a:srgbClr>
            </a:solidFill>
            <a:prstDash val="solid"/>
          </a:ln>
        </p:spPr>
      </p:sp>
      <p:sp>
        <p:nvSpPr>
          <p:cNvPr id="107" name="Shape 103"/>
          <p:cNvSpPr/>
          <p:nvPr/>
        </p:nvSpPr>
        <p:spPr>
          <a:xfrm>
            <a:off x="6743700" y="5235956"/>
            <a:ext cx="155448" cy="155448"/>
          </a:xfrm>
          <a:prstGeom prst="ellipse">
            <a:avLst/>
          </a:prstGeom>
          <a:solidFill>
            <a:schemeClr val="accent5"/>
          </a:solidFill>
          <a:ln w="12700">
            <a:solidFill>
              <a:srgbClr val="FFFFFF">
                <a:alpha val="0"/>
              </a:srgbClr>
            </a:solidFill>
            <a:prstDash val="solid"/>
          </a:ln>
        </p:spPr>
      </p:sp>
      <p:sp>
        <p:nvSpPr>
          <p:cNvPr id="108" name="Shape 104"/>
          <p:cNvSpPr/>
          <p:nvPr/>
        </p:nvSpPr>
        <p:spPr>
          <a:xfrm>
            <a:off x="6126480" y="4856480"/>
            <a:ext cx="868680" cy="457200"/>
          </a:xfrm>
          <a:prstGeom prst="roundRect">
            <a:avLst>
              <a:gd name="adj" fmla="val 12000"/>
            </a:avLst>
          </a:prstGeom>
          <a:solidFill>
            <a:schemeClr val="accent1"/>
          </a:solidFill>
          <a:ln w="12700">
            <a:solidFill>
              <a:srgbClr val="FFFFFF">
                <a:alpha val="0"/>
              </a:srgbClr>
            </a:solidFill>
            <a:prstDash val="solid"/>
          </a:ln>
        </p:spPr>
      </p:sp>
      <p:sp>
        <p:nvSpPr>
          <p:cNvPr id="109" name="Text 105"/>
          <p:cNvSpPr txBox="1"/>
          <p:nvPr/>
        </p:nvSpPr>
        <p:spPr>
          <a:xfrm>
            <a:off x="6181344" y="4856480"/>
            <a:ext cx="758952" cy="457200"/>
          </a:xfrm>
          <a:prstGeom prst="rect">
            <a:avLst/>
          </a:prstGeom>
          <a:noFill/>
          <a:ln/>
        </p:spPr>
        <p:txBody>
          <a:bodyPr wrap="square" lIns="0" tIns="0" rIns="0" bIns="0" rtlCol="0" anchor="ctr"/>
          <a:lstStyle/>
          <a:p>
            <a:pPr algn="ctr" indent="0" marL="0">
              <a:buNone/>
            </a:pPr>
            <a:r>
              <a:rPr lang="en-US" sz="1800" b="1" dirty="0">
                <a:solidFill>
                  <a:schemeClr val="bg1"/>
                </a:solidFill>
              </a:rPr>
              <a:t>het</a:t>
            </a:r>
            <a:endParaRPr lang="en-US" sz="1800" dirty="0"/>
          </a:p>
        </p:txBody>
      </p:sp>
      <p:sp>
        <p:nvSpPr>
          <p:cNvPr id="110" name="Shape 106"/>
          <p:cNvSpPr/>
          <p:nvPr/>
        </p:nvSpPr>
        <p:spPr>
          <a:xfrm>
            <a:off x="7731252" y="5235956"/>
            <a:ext cx="155448" cy="155448"/>
          </a:xfrm>
          <a:prstGeom prst="ellipse">
            <a:avLst/>
          </a:prstGeom>
          <a:solidFill>
            <a:schemeClr val="accent5"/>
          </a:solidFill>
          <a:ln w="12700">
            <a:solidFill>
              <a:srgbClr val="FFFFFF">
                <a:alpha val="0"/>
              </a:srgbClr>
            </a:solidFill>
            <a:prstDash val="solid"/>
          </a:ln>
        </p:spPr>
      </p:sp>
      <p:sp>
        <p:nvSpPr>
          <p:cNvPr id="111" name="Shape 107"/>
          <p:cNvSpPr/>
          <p:nvPr/>
        </p:nvSpPr>
        <p:spPr>
          <a:xfrm>
            <a:off x="9761220" y="5235956"/>
            <a:ext cx="155448" cy="155448"/>
          </a:xfrm>
          <a:prstGeom prst="ellipse">
            <a:avLst/>
          </a:prstGeom>
          <a:solidFill>
            <a:schemeClr val="accent5"/>
          </a:solidFill>
          <a:ln w="12700">
            <a:solidFill>
              <a:srgbClr val="FFFFFF">
                <a:alpha val="0"/>
              </a:srgbClr>
            </a:solidFill>
            <a:prstDash val="solid"/>
          </a:ln>
        </p:spPr>
      </p:sp>
      <p:sp>
        <p:nvSpPr>
          <p:cNvPr id="112" name="Shape 108"/>
          <p:cNvSpPr/>
          <p:nvPr/>
        </p:nvSpPr>
        <p:spPr>
          <a:xfrm>
            <a:off x="7132320" y="4856480"/>
            <a:ext cx="3383280" cy="457200"/>
          </a:xfrm>
          <a:prstGeom prst="roundRect">
            <a:avLst>
              <a:gd name="adj" fmla="val 12000"/>
            </a:avLst>
          </a:prstGeom>
          <a:solidFill>
            <a:schemeClr val="accent1"/>
          </a:solidFill>
          <a:ln w="12700">
            <a:solidFill>
              <a:srgbClr val="FFFFFF">
                <a:alpha val="0"/>
              </a:srgbClr>
            </a:solidFill>
            <a:prstDash val="solid"/>
          </a:ln>
        </p:spPr>
      </p:sp>
      <p:sp>
        <p:nvSpPr>
          <p:cNvPr id="113" name="Text 109"/>
          <p:cNvSpPr txBox="1"/>
          <p:nvPr/>
        </p:nvSpPr>
        <p:spPr>
          <a:xfrm>
            <a:off x="7187184" y="4856480"/>
            <a:ext cx="3273552" cy="457200"/>
          </a:xfrm>
          <a:prstGeom prst="rect">
            <a:avLst/>
          </a:prstGeom>
          <a:noFill/>
          <a:ln/>
        </p:spPr>
        <p:txBody>
          <a:bodyPr wrap="square" lIns="0" tIns="0" rIns="0" bIns="0" rtlCol="0" anchor="ctr"/>
          <a:lstStyle/>
          <a:p>
            <a:pPr algn="ctr" indent="0" marL="0">
              <a:buNone/>
            </a:pPr>
            <a:r>
              <a:rPr lang="en-US" sz="2100" dirty="0">
                <a:solidFill>
                  <a:schemeClr val="bg1"/>
                </a:solidFill>
              </a:rPr>
              <a:t>telefoon</a:t>
            </a:r>
            <a:r>
              <a:rPr lang="en-US" sz="2100" b="1" dirty="0">
                <a:solidFill>
                  <a:schemeClr val="bg1"/>
                </a:solidFill>
              </a:rPr>
              <a:t>nummer</a:t>
            </a:r>
            <a:endParaRPr lang="en-US" sz="2100" dirty="0"/>
          </a:p>
        </p:txBody>
      </p:sp>
      <p:sp>
        <p:nvSpPr>
          <p:cNvPr id="114" name="Shape 110"/>
          <p:cNvSpPr/>
          <p:nvPr/>
        </p:nvSpPr>
        <p:spPr>
          <a:xfrm>
            <a:off x="548640" y="5596636"/>
            <a:ext cx="384048" cy="384048"/>
          </a:xfrm>
          <a:prstGeom prst="ellipse">
            <a:avLst/>
          </a:prstGeom>
          <a:solidFill>
            <a:schemeClr val="tx2"/>
          </a:solidFill>
          <a:ln w="12700">
            <a:solidFill>
              <a:srgbClr val="FFFFFF">
                <a:alpha val="0"/>
              </a:srgbClr>
            </a:solidFill>
            <a:prstDash val="solid"/>
          </a:ln>
        </p:spPr>
      </p:sp>
      <p:sp>
        <p:nvSpPr>
          <p:cNvPr id="115" name="Text 111"/>
          <p:cNvSpPr txBox="1"/>
          <p:nvPr/>
        </p:nvSpPr>
        <p:spPr>
          <a:xfrm>
            <a:off x="548640" y="55966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116" name="Shape 112"/>
          <p:cNvSpPr/>
          <p:nvPr/>
        </p:nvSpPr>
        <p:spPr>
          <a:xfrm>
            <a:off x="1367028" y="5939536"/>
            <a:ext cx="155448" cy="155448"/>
          </a:xfrm>
          <a:prstGeom prst="ellipse">
            <a:avLst/>
          </a:prstGeom>
          <a:solidFill>
            <a:schemeClr val="accent5"/>
          </a:solidFill>
          <a:ln w="12700">
            <a:solidFill>
              <a:srgbClr val="FFFFFF">
                <a:alpha val="0"/>
              </a:srgbClr>
            </a:solidFill>
            <a:prstDash val="solid"/>
          </a:ln>
        </p:spPr>
      </p:sp>
      <p:sp>
        <p:nvSpPr>
          <p:cNvPr id="117" name="Shape 113"/>
          <p:cNvSpPr/>
          <p:nvPr/>
        </p:nvSpPr>
        <p:spPr>
          <a:xfrm>
            <a:off x="2546604" y="5939536"/>
            <a:ext cx="155448" cy="155448"/>
          </a:xfrm>
          <a:prstGeom prst="ellipse">
            <a:avLst/>
          </a:prstGeom>
          <a:solidFill>
            <a:schemeClr val="accent5"/>
          </a:solidFill>
          <a:ln w="12700">
            <a:solidFill>
              <a:srgbClr val="FFFFFF">
                <a:alpha val="0"/>
              </a:srgbClr>
            </a:solidFill>
            <a:prstDash val="solid"/>
          </a:ln>
        </p:spPr>
      </p:sp>
      <p:sp>
        <p:nvSpPr>
          <p:cNvPr id="118" name="Shape 114"/>
          <p:cNvSpPr/>
          <p:nvPr/>
        </p:nvSpPr>
        <p:spPr>
          <a:xfrm>
            <a:off x="1051560" y="5560060"/>
            <a:ext cx="1965960" cy="457200"/>
          </a:xfrm>
          <a:prstGeom prst="roundRect">
            <a:avLst>
              <a:gd name="adj" fmla="val 12000"/>
            </a:avLst>
          </a:prstGeom>
          <a:solidFill>
            <a:schemeClr val="bg1"/>
          </a:solidFill>
          <a:ln w="31750">
            <a:solidFill>
              <a:srgbClr val="17375E"/>
            </a:solidFill>
            <a:prstDash val="solid"/>
          </a:ln>
        </p:spPr>
      </p:sp>
      <p:sp>
        <p:nvSpPr>
          <p:cNvPr id="119" name="Text 115"/>
          <p:cNvSpPr txBox="1"/>
          <p:nvPr/>
        </p:nvSpPr>
        <p:spPr>
          <a:xfrm>
            <a:off x="1106424" y="5560060"/>
            <a:ext cx="1856232" cy="457200"/>
          </a:xfrm>
          <a:prstGeom prst="rect">
            <a:avLst/>
          </a:prstGeom>
          <a:noFill/>
          <a:ln/>
        </p:spPr>
        <p:txBody>
          <a:bodyPr wrap="square" lIns="0" tIns="0" rIns="0" bIns="0" rtlCol="0" anchor="ctr"/>
          <a:lstStyle/>
          <a:p>
            <a:pPr algn="ctr" indent="0" marL="0">
              <a:buNone/>
            </a:pPr>
            <a:r>
              <a:rPr lang="en-US" sz="1800" b="1" dirty="0">
                <a:solidFill>
                  <a:schemeClr val="tx2"/>
                </a:solidFill>
              </a:rPr>
              <a:t>de</a:t>
            </a:r>
            <a:r>
              <a:rPr lang="en-US" sz="1800" b="1" dirty="0">
                <a:solidFill>
                  <a:schemeClr val="tx1"/>
                </a:solidFill>
              </a:rPr>
              <a:t> naam</a:t>
            </a:r>
            <a:endParaRPr lang="en-US" sz="1800" dirty="0"/>
          </a:p>
        </p:txBody>
      </p:sp>
      <p:sp>
        <p:nvSpPr>
          <p:cNvPr id="120" name="Text 116"/>
          <p:cNvSpPr txBox="1"/>
          <p:nvPr/>
        </p:nvSpPr>
        <p:spPr>
          <a:xfrm>
            <a:off x="3017520" y="5560060"/>
            <a:ext cx="274320" cy="45720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121" name="Shape 117"/>
          <p:cNvSpPr/>
          <p:nvPr/>
        </p:nvSpPr>
        <p:spPr>
          <a:xfrm>
            <a:off x="3607308" y="5939536"/>
            <a:ext cx="155448" cy="155448"/>
          </a:xfrm>
          <a:prstGeom prst="ellipse">
            <a:avLst/>
          </a:prstGeom>
          <a:solidFill>
            <a:schemeClr val="accent5"/>
          </a:solidFill>
          <a:ln w="12700">
            <a:solidFill>
              <a:srgbClr val="FFFFFF">
                <a:alpha val="0"/>
              </a:srgbClr>
            </a:solidFill>
            <a:prstDash val="solid"/>
          </a:ln>
        </p:spPr>
      </p:sp>
      <p:sp>
        <p:nvSpPr>
          <p:cNvPr id="122" name="Shape 118"/>
          <p:cNvSpPr/>
          <p:nvPr/>
        </p:nvSpPr>
        <p:spPr>
          <a:xfrm>
            <a:off x="4786884" y="5939536"/>
            <a:ext cx="155448" cy="155448"/>
          </a:xfrm>
          <a:prstGeom prst="ellipse">
            <a:avLst/>
          </a:prstGeom>
          <a:solidFill>
            <a:schemeClr val="accent5"/>
          </a:solidFill>
          <a:ln w="12700">
            <a:solidFill>
              <a:srgbClr val="FFFFFF">
                <a:alpha val="0"/>
              </a:srgbClr>
            </a:solidFill>
            <a:prstDash val="solid"/>
          </a:ln>
        </p:spPr>
      </p:sp>
      <p:sp>
        <p:nvSpPr>
          <p:cNvPr id="123" name="Shape 119"/>
          <p:cNvSpPr/>
          <p:nvPr/>
        </p:nvSpPr>
        <p:spPr>
          <a:xfrm>
            <a:off x="3291840" y="5560060"/>
            <a:ext cx="1965960" cy="457200"/>
          </a:xfrm>
          <a:prstGeom prst="roundRect">
            <a:avLst>
              <a:gd name="adj" fmla="val 12000"/>
            </a:avLst>
          </a:prstGeom>
          <a:solidFill>
            <a:schemeClr val="bg1"/>
          </a:solidFill>
          <a:ln w="31750">
            <a:solidFill>
              <a:srgbClr val="D9700F"/>
            </a:solidFill>
            <a:prstDash val="solid"/>
          </a:ln>
        </p:spPr>
      </p:sp>
      <p:sp>
        <p:nvSpPr>
          <p:cNvPr id="124" name="Text 120"/>
          <p:cNvSpPr txBox="1"/>
          <p:nvPr/>
        </p:nvSpPr>
        <p:spPr>
          <a:xfrm>
            <a:off x="3346704" y="5560060"/>
            <a:ext cx="1856232" cy="457200"/>
          </a:xfrm>
          <a:prstGeom prst="rect">
            <a:avLst/>
          </a:prstGeom>
          <a:noFill/>
          <a:ln/>
        </p:spPr>
        <p:txBody>
          <a:bodyPr wrap="square" lIns="0" tIns="0" rIns="0" bIns="0" rtlCol="0" anchor="ctr"/>
          <a:lstStyle/>
          <a:p>
            <a:pPr algn="ctr" indent="0" marL="0">
              <a:buNone/>
            </a:pPr>
            <a:r>
              <a:rPr lang="en-US" sz="1800" b="1" dirty="0">
                <a:solidFill>
                  <a:schemeClr val="accent1"/>
                </a:solidFill>
              </a:rPr>
              <a:t>het</a:t>
            </a:r>
            <a:r>
              <a:rPr lang="en-US" sz="1800" b="1" dirty="0">
                <a:solidFill>
                  <a:schemeClr val="tx1"/>
                </a:solidFill>
              </a:rPr>
              <a:t> kaartje</a:t>
            </a:r>
            <a:endParaRPr lang="en-US" sz="1800" dirty="0"/>
          </a:p>
        </p:txBody>
      </p:sp>
      <p:sp>
        <p:nvSpPr>
          <p:cNvPr id="125" name="Shape 121"/>
          <p:cNvSpPr/>
          <p:nvPr/>
        </p:nvSpPr>
        <p:spPr>
          <a:xfrm>
            <a:off x="5394960" y="5788660"/>
            <a:ext cx="594360" cy="914"/>
          </a:xfrm>
          <a:prstGeom prst="line">
            <a:avLst/>
          </a:prstGeom>
          <a:noFill/>
          <a:ln w="31750">
            <a:solidFill>
              <a:srgbClr val="4A5A70"/>
            </a:solidFill>
            <a:prstDash val="solid"/>
            <a:tailEnd type="triangle"/>
          </a:ln>
        </p:spPr>
      </p:sp>
      <p:sp>
        <p:nvSpPr>
          <p:cNvPr id="126" name="Shape 122"/>
          <p:cNvSpPr/>
          <p:nvPr/>
        </p:nvSpPr>
        <p:spPr>
          <a:xfrm>
            <a:off x="6949440" y="5788660"/>
            <a:ext cx="228600" cy="914"/>
          </a:xfrm>
          <a:prstGeom prst="line">
            <a:avLst/>
          </a:prstGeom>
          <a:noFill/>
          <a:ln w="38100">
            <a:solidFill>
              <a:srgbClr val="4A5A70"/>
            </a:solidFill>
            <a:prstDash val="solid"/>
          </a:ln>
        </p:spPr>
      </p:sp>
      <p:sp>
        <p:nvSpPr>
          <p:cNvPr id="127" name="Shape 123"/>
          <p:cNvSpPr/>
          <p:nvPr/>
        </p:nvSpPr>
        <p:spPr>
          <a:xfrm>
            <a:off x="6222492" y="5939536"/>
            <a:ext cx="155448" cy="155448"/>
          </a:xfrm>
          <a:prstGeom prst="ellipse">
            <a:avLst/>
          </a:prstGeom>
          <a:solidFill>
            <a:schemeClr val="accent5"/>
          </a:solidFill>
          <a:ln w="12700">
            <a:solidFill>
              <a:srgbClr val="FFFFFF">
                <a:alpha val="0"/>
              </a:srgbClr>
            </a:solidFill>
            <a:prstDash val="solid"/>
          </a:ln>
        </p:spPr>
      </p:sp>
      <p:sp>
        <p:nvSpPr>
          <p:cNvPr id="128" name="Shape 124"/>
          <p:cNvSpPr/>
          <p:nvPr/>
        </p:nvSpPr>
        <p:spPr>
          <a:xfrm>
            <a:off x="6743700" y="5939536"/>
            <a:ext cx="155448" cy="155448"/>
          </a:xfrm>
          <a:prstGeom prst="ellipse">
            <a:avLst/>
          </a:prstGeom>
          <a:solidFill>
            <a:schemeClr val="accent5"/>
          </a:solidFill>
          <a:ln w="12700">
            <a:solidFill>
              <a:srgbClr val="FFFFFF">
                <a:alpha val="0"/>
              </a:srgbClr>
            </a:solidFill>
            <a:prstDash val="solid"/>
          </a:ln>
        </p:spPr>
      </p:sp>
      <p:sp>
        <p:nvSpPr>
          <p:cNvPr id="129" name="Shape 125"/>
          <p:cNvSpPr/>
          <p:nvPr/>
        </p:nvSpPr>
        <p:spPr>
          <a:xfrm>
            <a:off x="6126480" y="5560060"/>
            <a:ext cx="868680" cy="457200"/>
          </a:xfrm>
          <a:prstGeom prst="roundRect">
            <a:avLst>
              <a:gd name="adj" fmla="val 12000"/>
            </a:avLst>
          </a:prstGeom>
          <a:solidFill>
            <a:schemeClr val="accent1"/>
          </a:solidFill>
          <a:ln w="12700">
            <a:solidFill>
              <a:srgbClr val="FFFFFF">
                <a:alpha val="0"/>
              </a:srgbClr>
            </a:solidFill>
            <a:prstDash val="solid"/>
          </a:ln>
        </p:spPr>
      </p:sp>
      <p:sp>
        <p:nvSpPr>
          <p:cNvPr id="130" name="Text 126"/>
          <p:cNvSpPr txBox="1"/>
          <p:nvPr/>
        </p:nvSpPr>
        <p:spPr>
          <a:xfrm>
            <a:off x="6181344" y="5560060"/>
            <a:ext cx="758952" cy="457200"/>
          </a:xfrm>
          <a:prstGeom prst="rect">
            <a:avLst/>
          </a:prstGeom>
          <a:noFill/>
          <a:ln/>
        </p:spPr>
        <p:txBody>
          <a:bodyPr wrap="square" lIns="0" tIns="0" rIns="0" bIns="0" rtlCol="0" anchor="ctr"/>
          <a:lstStyle/>
          <a:p>
            <a:pPr algn="ctr" indent="0" marL="0">
              <a:buNone/>
            </a:pPr>
            <a:r>
              <a:rPr lang="en-US" sz="1800" b="1" dirty="0">
                <a:solidFill>
                  <a:schemeClr val="bg1"/>
                </a:solidFill>
              </a:rPr>
              <a:t>het</a:t>
            </a:r>
            <a:endParaRPr lang="en-US" sz="1800" dirty="0"/>
          </a:p>
        </p:txBody>
      </p:sp>
      <p:sp>
        <p:nvSpPr>
          <p:cNvPr id="131" name="Shape 127"/>
          <p:cNvSpPr/>
          <p:nvPr/>
        </p:nvSpPr>
        <p:spPr>
          <a:xfrm>
            <a:off x="7731252" y="5939536"/>
            <a:ext cx="155448" cy="155448"/>
          </a:xfrm>
          <a:prstGeom prst="ellipse">
            <a:avLst/>
          </a:prstGeom>
          <a:solidFill>
            <a:schemeClr val="accent5"/>
          </a:solidFill>
          <a:ln w="12700">
            <a:solidFill>
              <a:srgbClr val="FFFFFF">
                <a:alpha val="0"/>
              </a:srgbClr>
            </a:solidFill>
            <a:prstDash val="solid"/>
          </a:ln>
        </p:spPr>
      </p:sp>
      <p:sp>
        <p:nvSpPr>
          <p:cNvPr id="132" name="Shape 128"/>
          <p:cNvSpPr/>
          <p:nvPr/>
        </p:nvSpPr>
        <p:spPr>
          <a:xfrm>
            <a:off x="9761220" y="5939536"/>
            <a:ext cx="155448" cy="155448"/>
          </a:xfrm>
          <a:prstGeom prst="ellipse">
            <a:avLst/>
          </a:prstGeom>
          <a:solidFill>
            <a:schemeClr val="accent5"/>
          </a:solidFill>
          <a:ln w="12700">
            <a:solidFill>
              <a:srgbClr val="FFFFFF">
                <a:alpha val="0"/>
              </a:srgbClr>
            </a:solidFill>
            <a:prstDash val="solid"/>
          </a:ln>
        </p:spPr>
      </p:sp>
      <p:sp>
        <p:nvSpPr>
          <p:cNvPr id="133" name="Shape 129"/>
          <p:cNvSpPr/>
          <p:nvPr/>
        </p:nvSpPr>
        <p:spPr>
          <a:xfrm>
            <a:off x="7132320" y="5560060"/>
            <a:ext cx="3383280" cy="457200"/>
          </a:xfrm>
          <a:prstGeom prst="roundRect">
            <a:avLst>
              <a:gd name="adj" fmla="val 12000"/>
            </a:avLst>
          </a:prstGeom>
          <a:solidFill>
            <a:schemeClr val="accent1"/>
          </a:solidFill>
          <a:ln w="12700">
            <a:solidFill>
              <a:srgbClr val="FFFFFF">
                <a:alpha val="0"/>
              </a:srgbClr>
            </a:solidFill>
            <a:prstDash val="solid"/>
          </a:ln>
        </p:spPr>
      </p:sp>
      <p:sp>
        <p:nvSpPr>
          <p:cNvPr id="134" name="Text 130"/>
          <p:cNvSpPr txBox="1"/>
          <p:nvPr/>
        </p:nvSpPr>
        <p:spPr>
          <a:xfrm>
            <a:off x="7187184" y="5560060"/>
            <a:ext cx="3273552" cy="457200"/>
          </a:xfrm>
          <a:prstGeom prst="rect">
            <a:avLst/>
          </a:prstGeom>
          <a:noFill/>
          <a:ln/>
        </p:spPr>
        <p:txBody>
          <a:bodyPr wrap="square" lIns="0" tIns="0" rIns="0" bIns="0" rtlCol="0" anchor="ctr"/>
          <a:lstStyle/>
          <a:p>
            <a:pPr algn="ctr" indent="0" marL="0">
              <a:buNone/>
            </a:pPr>
            <a:r>
              <a:rPr lang="en-US" sz="2100" dirty="0">
                <a:solidFill>
                  <a:schemeClr val="bg1"/>
                </a:solidFill>
              </a:rPr>
              <a:t>naam</a:t>
            </a:r>
            <a:r>
              <a:rPr lang="en-US" sz="2100" b="1" dirty="0">
                <a:solidFill>
                  <a:schemeClr val="bg1"/>
                </a:solidFill>
              </a:rPr>
              <a:t>kaartje</a:t>
            </a:r>
            <a:endParaRPr lang="en-US" sz="2100" dirty="0"/>
          </a:p>
        </p:txBody>
      </p:sp>
      <p:sp>
        <p:nvSpPr>
          <p:cNvPr id="135" name="Shape 131"/>
          <p:cNvSpPr/>
          <p:nvPr/>
        </p:nvSpPr>
        <p:spPr>
          <a:xfrm>
            <a:off x="10652760" y="5633212"/>
            <a:ext cx="987552" cy="310896"/>
          </a:xfrm>
          <a:prstGeom prst="roundRect">
            <a:avLst>
              <a:gd name="adj" fmla="val 29412"/>
            </a:avLst>
          </a:prstGeom>
          <a:solidFill>
            <a:schemeClr val="accent1"/>
          </a:solidFill>
          <a:ln w="12700">
            <a:solidFill>
              <a:srgbClr val="FFFFFF">
                <a:alpha val="0"/>
              </a:srgbClr>
            </a:solidFill>
            <a:prstDash val="solid"/>
          </a:ln>
        </p:spPr>
      </p:sp>
      <p:sp>
        <p:nvSpPr>
          <p:cNvPr id="136" name="Text 132"/>
          <p:cNvSpPr txBox="1"/>
          <p:nvPr/>
        </p:nvSpPr>
        <p:spPr>
          <a:xfrm>
            <a:off x="10680192" y="5633212"/>
            <a:ext cx="932688" cy="310896"/>
          </a:xfrm>
          <a:prstGeom prst="rect">
            <a:avLst/>
          </a:prstGeom>
          <a:noFill/>
          <a:ln/>
        </p:spPr>
        <p:txBody>
          <a:bodyPr wrap="square" lIns="0" tIns="0" rIns="0" bIns="0" rtlCol="0" anchor="ctr"/>
          <a:lstStyle/>
          <a:p>
            <a:pPr algn="ctr" indent="0" marL="0">
              <a:buNone/>
            </a:pPr>
            <a:r>
              <a:rPr lang="en-US" sz="1100" b="1" dirty="0">
                <a:solidFill>
                  <a:schemeClr val="bg1"/>
                </a:solidFill>
              </a:rPr>
              <a:t>composé + -je</a:t>
            </a:r>
            <a:endParaRPr lang="en-US" sz="1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Het grote de-het-duel</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Levez la bonne palette </a:t>
            </a:r>
            <a:r>
              <a:rPr lang="en-US" sz="1700" b="1" i="1" dirty="0">
                <a:solidFill>
                  <a:schemeClr val="accent5"/>
                </a:solidFill>
              </a:rPr>
              <a:t>et</a:t>
            </a:r>
            <a:r>
              <a:rPr lang="en-US" sz="1700" i="1" dirty="0">
                <a:solidFill>
                  <a:schemeClr val="accent5"/>
                </a:solidFill>
              </a:rPr>
              <a:t> donnez la famille !</a:t>
            </a:r>
            <a:endParaRPr lang="en-US" sz="1700" dirty="0"/>
          </a:p>
        </p:txBody>
      </p:sp>
      <p:sp>
        <p:nvSpPr>
          <p:cNvPr id="8" name="Shape 4"/>
          <p:cNvSpPr/>
          <p:nvPr/>
        </p:nvSpPr>
        <p:spPr>
          <a:xfrm>
            <a:off x="548640" y="1932432"/>
            <a:ext cx="1737360" cy="3508248"/>
          </a:xfrm>
          <a:prstGeom prst="roundRect">
            <a:avLst>
              <a:gd name="adj" fmla="val 4211"/>
            </a:avLst>
          </a:prstGeom>
          <a:solidFill>
            <a:schemeClr val="accent2">
              <a:alpha val="10000"/>
            </a:schemeClr>
          </a:solidFill>
          <a:ln w="19050">
            <a:solidFill>
              <a:srgbClr val="2A6FB0"/>
            </a:solidFill>
            <a:prstDash val="solid"/>
          </a:ln>
        </p:spPr>
      </p:sp>
      <p:sp>
        <p:nvSpPr>
          <p:cNvPr id="9" name="Shape 5"/>
          <p:cNvSpPr/>
          <p:nvPr/>
        </p:nvSpPr>
        <p:spPr>
          <a:xfrm>
            <a:off x="548640" y="1932432"/>
            <a:ext cx="1737360" cy="502920"/>
          </a:xfrm>
          <a:prstGeom prst="roundRect">
            <a:avLst>
              <a:gd name="adj" fmla="val 14545"/>
            </a:avLst>
          </a:prstGeom>
          <a:solidFill>
            <a:schemeClr val="accent2"/>
          </a:solidFill>
          <a:ln w="12700">
            <a:solidFill>
              <a:srgbClr val="FFFFFF">
                <a:alpha val="0"/>
              </a:srgbClr>
            </a:solidFill>
            <a:prstDash val="solid"/>
          </a:ln>
        </p:spPr>
      </p:sp>
      <p:sp>
        <p:nvSpPr>
          <p:cNvPr id="10" name="Text 6"/>
          <p:cNvSpPr txBox="1"/>
          <p:nvPr/>
        </p:nvSpPr>
        <p:spPr>
          <a:xfrm>
            <a:off x="548640" y="1932432"/>
            <a:ext cx="1737360" cy="502920"/>
          </a:xfrm>
          <a:prstGeom prst="rect">
            <a:avLst/>
          </a:prstGeom>
          <a:noFill/>
          <a:ln/>
        </p:spPr>
        <p:txBody>
          <a:bodyPr wrap="square" lIns="0" tIns="0" rIns="0" bIns="0" rtlCol="0" anchor="ctr"/>
          <a:lstStyle/>
          <a:p>
            <a:pPr algn="ctr" indent="0" marL="0">
              <a:buNone/>
            </a:pPr>
            <a:r>
              <a:rPr lang="en-US" sz="1700" b="1" dirty="0">
                <a:solidFill>
                  <a:schemeClr val="bg1"/>
                </a:solidFill>
              </a:rPr>
              <a:t>Équipe 1</a:t>
            </a:r>
            <a:endParaRPr lang="en-US" sz="1700" dirty="0"/>
          </a:p>
        </p:txBody>
      </p:sp>
      <p:pic>
        <p:nvPicPr>
          <p:cNvPr id="11" name="Image 1" descr="RegStar">    </p:cNvPr>
          <p:cNvPicPr>
            <a:picLocks noChangeAspect="1"/>
          </p:cNvPicPr>
          <p:nvPr/>
        </p:nvPicPr>
        <p:blipFill>
          <a:blip r:embed="rId2"/>
          <a:stretch>
            <a:fillRect/>
          </a:stretch>
        </p:blipFill>
        <p:spPr>
          <a:xfrm>
            <a:off x="822960" y="2663952"/>
            <a:ext cx="502920" cy="502920"/>
          </a:xfrm>
          <a:prstGeom prst="rect">
            <a:avLst/>
          </a:prstGeom>
        </p:spPr>
      </p:pic>
      <p:pic>
        <p:nvPicPr>
          <p:cNvPr id="12" name="Image 2" descr="RegStar">    </p:cNvPr>
          <p:cNvPicPr>
            <a:picLocks noChangeAspect="1"/>
          </p:cNvPicPr>
          <p:nvPr/>
        </p:nvPicPr>
        <p:blipFill>
          <a:blip r:embed="rId3"/>
          <a:stretch>
            <a:fillRect/>
          </a:stretch>
        </p:blipFill>
        <p:spPr>
          <a:xfrm>
            <a:off x="1508760" y="2663952"/>
            <a:ext cx="502920" cy="502920"/>
          </a:xfrm>
          <a:prstGeom prst="rect">
            <a:avLst/>
          </a:prstGeom>
        </p:spPr>
      </p:pic>
      <p:pic>
        <p:nvPicPr>
          <p:cNvPr id="13" name="Image 3" descr="RegStar">    </p:cNvPr>
          <p:cNvPicPr>
            <a:picLocks noChangeAspect="1"/>
          </p:cNvPicPr>
          <p:nvPr/>
        </p:nvPicPr>
        <p:blipFill>
          <a:blip r:embed="rId4"/>
          <a:stretch>
            <a:fillRect/>
          </a:stretch>
        </p:blipFill>
        <p:spPr>
          <a:xfrm>
            <a:off x="822960" y="3532632"/>
            <a:ext cx="502920" cy="502920"/>
          </a:xfrm>
          <a:prstGeom prst="rect">
            <a:avLst/>
          </a:prstGeom>
        </p:spPr>
      </p:pic>
      <p:pic>
        <p:nvPicPr>
          <p:cNvPr id="14" name="Image 4" descr="RegStar">    </p:cNvPr>
          <p:cNvPicPr>
            <a:picLocks noChangeAspect="1"/>
          </p:cNvPicPr>
          <p:nvPr/>
        </p:nvPicPr>
        <p:blipFill>
          <a:blip r:embed="rId5"/>
          <a:stretch>
            <a:fillRect/>
          </a:stretch>
        </p:blipFill>
        <p:spPr>
          <a:xfrm>
            <a:off x="1508760" y="3532632"/>
            <a:ext cx="502920" cy="502920"/>
          </a:xfrm>
          <a:prstGeom prst="rect">
            <a:avLst/>
          </a:prstGeom>
        </p:spPr>
      </p:pic>
      <p:pic>
        <p:nvPicPr>
          <p:cNvPr id="15" name="Image 5" descr="RegStar">    </p:cNvPr>
          <p:cNvPicPr>
            <a:picLocks noChangeAspect="1"/>
          </p:cNvPicPr>
          <p:nvPr/>
        </p:nvPicPr>
        <p:blipFill>
          <a:blip r:embed="rId6"/>
          <a:stretch>
            <a:fillRect/>
          </a:stretch>
        </p:blipFill>
        <p:spPr>
          <a:xfrm>
            <a:off x="822960" y="4401312"/>
            <a:ext cx="502920" cy="502920"/>
          </a:xfrm>
          <a:prstGeom prst="rect">
            <a:avLst/>
          </a:prstGeom>
        </p:spPr>
      </p:pic>
      <p:pic>
        <p:nvPicPr>
          <p:cNvPr id="16" name="Image 6" descr="RegStar">    </p:cNvPr>
          <p:cNvPicPr>
            <a:picLocks noChangeAspect="1"/>
          </p:cNvPicPr>
          <p:nvPr/>
        </p:nvPicPr>
        <p:blipFill>
          <a:blip r:embed="rId7"/>
          <a:stretch>
            <a:fillRect/>
          </a:stretch>
        </p:blipFill>
        <p:spPr>
          <a:xfrm>
            <a:off x="1508760" y="4401312"/>
            <a:ext cx="502920" cy="502920"/>
          </a:xfrm>
          <a:prstGeom prst="rect">
            <a:avLst/>
          </a:prstGeom>
        </p:spPr>
      </p:pic>
      <p:sp>
        <p:nvSpPr>
          <p:cNvPr id="17" name="Shape 7"/>
          <p:cNvSpPr/>
          <p:nvPr/>
        </p:nvSpPr>
        <p:spPr>
          <a:xfrm>
            <a:off x="9902952" y="1932432"/>
            <a:ext cx="1737360" cy="3508248"/>
          </a:xfrm>
          <a:prstGeom prst="roundRect">
            <a:avLst>
              <a:gd name="adj" fmla="val 4211"/>
            </a:avLst>
          </a:prstGeom>
          <a:solidFill>
            <a:schemeClr val="accent1">
              <a:alpha val="10000"/>
            </a:schemeClr>
          </a:solidFill>
          <a:ln w="19050">
            <a:solidFill>
              <a:srgbClr val="D9700F"/>
            </a:solidFill>
            <a:prstDash val="solid"/>
          </a:ln>
        </p:spPr>
      </p:sp>
      <p:sp>
        <p:nvSpPr>
          <p:cNvPr id="18" name="Shape 8"/>
          <p:cNvSpPr/>
          <p:nvPr/>
        </p:nvSpPr>
        <p:spPr>
          <a:xfrm>
            <a:off x="9902952" y="1932432"/>
            <a:ext cx="1737360" cy="502920"/>
          </a:xfrm>
          <a:prstGeom prst="roundRect">
            <a:avLst>
              <a:gd name="adj" fmla="val 14545"/>
            </a:avLst>
          </a:prstGeom>
          <a:solidFill>
            <a:schemeClr val="accent1"/>
          </a:solidFill>
          <a:ln w="12700">
            <a:solidFill>
              <a:srgbClr val="FFFFFF">
                <a:alpha val="0"/>
              </a:srgbClr>
            </a:solidFill>
            <a:prstDash val="solid"/>
          </a:ln>
        </p:spPr>
      </p:sp>
      <p:sp>
        <p:nvSpPr>
          <p:cNvPr id="19" name="Text 9"/>
          <p:cNvSpPr txBox="1"/>
          <p:nvPr/>
        </p:nvSpPr>
        <p:spPr>
          <a:xfrm>
            <a:off x="9902952" y="1932432"/>
            <a:ext cx="1737360" cy="502920"/>
          </a:xfrm>
          <a:prstGeom prst="rect">
            <a:avLst/>
          </a:prstGeom>
          <a:noFill/>
          <a:ln/>
        </p:spPr>
        <p:txBody>
          <a:bodyPr wrap="square" lIns="0" tIns="0" rIns="0" bIns="0" rtlCol="0" anchor="ctr"/>
          <a:lstStyle/>
          <a:p>
            <a:pPr algn="ctr" indent="0" marL="0">
              <a:buNone/>
            </a:pPr>
            <a:r>
              <a:rPr lang="en-US" sz="1700" b="1" dirty="0">
                <a:solidFill>
                  <a:schemeClr val="bg1"/>
                </a:solidFill>
              </a:rPr>
              <a:t>Équipe 2</a:t>
            </a:r>
            <a:endParaRPr lang="en-US" sz="1700" dirty="0"/>
          </a:p>
        </p:txBody>
      </p:sp>
      <p:pic>
        <p:nvPicPr>
          <p:cNvPr id="20" name="Image 7" descr="RegStar">    </p:cNvPr>
          <p:cNvPicPr>
            <a:picLocks noChangeAspect="1"/>
          </p:cNvPicPr>
          <p:nvPr/>
        </p:nvPicPr>
        <p:blipFill>
          <a:blip r:embed="rId8"/>
          <a:stretch>
            <a:fillRect/>
          </a:stretch>
        </p:blipFill>
        <p:spPr>
          <a:xfrm>
            <a:off x="10177272" y="2663952"/>
            <a:ext cx="502920" cy="502920"/>
          </a:xfrm>
          <a:prstGeom prst="rect">
            <a:avLst/>
          </a:prstGeom>
        </p:spPr>
      </p:pic>
      <p:pic>
        <p:nvPicPr>
          <p:cNvPr id="21" name="Image 8" descr="RegStar">    </p:cNvPr>
          <p:cNvPicPr>
            <a:picLocks noChangeAspect="1"/>
          </p:cNvPicPr>
          <p:nvPr/>
        </p:nvPicPr>
        <p:blipFill>
          <a:blip r:embed="rId9"/>
          <a:stretch>
            <a:fillRect/>
          </a:stretch>
        </p:blipFill>
        <p:spPr>
          <a:xfrm>
            <a:off x="10863072" y="2663952"/>
            <a:ext cx="502920" cy="502920"/>
          </a:xfrm>
          <a:prstGeom prst="rect">
            <a:avLst/>
          </a:prstGeom>
        </p:spPr>
      </p:pic>
      <p:pic>
        <p:nvPicPr>
          <p:cNvPr id="22" name="Image 9" descr="RegStar">    </p:cNvPr>
          <p:cNvPicPr>
            <a:picLocks noChangeAspect="1"/>
          </p:cNvPicPr>
          <p:nvPr/>
        </p:nvPicPr>
        <p:blipFill>
          <a:blip r:embed="rId10"/>
          <a:stretch>
            <a:fillRect/>
          </a:stretch>
        </p:blipFill>
        <p:spPr>
          <a:xfrm>
            <a:off x="10177272" y="3532632"/>
            <a:ext cx="502920" cy="502920"/>
          </a:xfrm>
          <a:prstGeom prst="rect">
            <a:avLst/>
          </a:prstGeom>
        </p:spPr>
      </p:pic>
      <p:pic>
        <p:nvPicPr>
          <p:cNvPr id="23" name="Image 10" descr="RegStar">    </p:cNvPr>
          <p:cNvPicPr>
            <a:picLocks noChangeAspect="1"/>
          </p:cNvPicPr>
          <p:nvPr/>
        </p:nvPicPr>
        <p:blipFill>
          <a:blip r:embed="rId11"/>
          <a:stretch>
            <a:fillRect/>
          </a:stretch>
        </p:blipFill>
        <p:spPr>
          <a:xfrm>
            <a:off x="10863072" y="3532632"/>
            <a:ext cx="502920" cy="502920"/>
          </a:xfrm>
          <a:prstGeom prst="rect">
            <a:avLst/>
          </a:prstGeom>
        </p:spPr>
      </p:pic>
      <p:pic>
        <p:nvPicPr>
          <p:cNvPr id="24" name="Image 11" descr="RegStar">    </p:cNvPr>
          <p:cNvPicPr>
            <a:picLocks noChangeAspect="1"/>
          </p:cNvPicPr>
          <p:nvPr/>
        </p:nvPicPr>
        <p:blipFill>
          <a:blip r:embed="rId12"/>
          <a:stretch>
            <a:fillRect/>
          </a:stretch>
        </p:blipFill>
        <p:spPr>
          <a:xfrm>
            <a:off x="10177272" y="4401312"/>
            <a:ext cx="502920" cy="502920"/>
          </a:xfrm>
          <a:prstGeom prst="rect">
            <a:avLst/>
          </a:prstGeom>
        </p:spPr>
      </p:pic>
      <p:pic>
        <p:nvPicPr>
          <p:cNvPr id="25" name="Image 12" descr="RegStar">    </p:cNvPr>
          <p:cNvPicPr>
            <a:picLocks noChangeAspect="1"/>
          </p:cNvPicPr>
          <p:nvPr/>
        </p:nvPicPr>
        <p:blipFill>
          <a:blip r:embed="rId13"/>
          <a:stretch>
            <a:fillRect/>
          </a:stretch>
        </p:blipFill>
        <p:spPr>
          <a:xfrm>
            <a:off x="10863072" y="4401312"/>
            <a:ext cx="502920" cy="502920"/>
          </a:xfrm>
          <a:prstGeom prst="rect">
            <a:avLst/>
          </a:prstGeom>
        </p:spPr>
      </p:pic>
      <p:pic>
        <p:nvPicPr>
          <p:cNvPr id="26" name="Image 13" descr="stopwatch">    </p:cNvPr>
          <p:cNvPicPr>
            <a:picLocks noChangeAspect="1"/>
          </p:cNvPicPr>
          <p:nvPr/>
        </p:nvPicPr>
        <p:blipFill>
          <a:blip r:embed="rId14"/>
          <a:stretch>
            <a:fillRect/>
          </a:stretch>
        </p:blipFill>
        <p:spPr>
          <a:xfrm>
            <a:off x="2971800" y="1932432"/>
            <a:ext cx="1051560" cy="1051560"/>
          </a:xfrm>
          <a:prstGeom prst="rect">
            <a:avLst/>
          </a:prstGeom>
        </p:spPr>
      </p:pic>
      <p:sp>
        <p:nvSpPr>
          <p:cNvPr id="27" name="Text 10"/>
          <p:cNvSpPr/>
          <p:nvPr/>
        </p:nvSpPr>
        <p:spPr>
          <a:xfrm>
            <a:off x="4343400" y="2115312"/>
            <a:ext cx="1737360" cy="685800"/>
          </a:xfrm>
          <a:prstGeom prst="roundRect">
            <a:avLst>
              <a:gd name="adj" fmla="val 26667"/>
            </a:avLst>
          </a:prstGeom>
          <a:solidFill>
            <a:schemeClr val="accent3"/>
          </a:solidFill>
          <a:ln/>
          <a:effectLst>
            <a:outerShdw sx="100000" sy="100000" kx="0" ky="0" algn="bl" rotWithShape="0" blurRad="76200" dist="25400" dir="3600000">
              <a:srgbClr val="000000">
                <a:alpha val="20000"/>
              </a:srgbClr>
            </a:outerShdw>
          </a:effectLst>
        </p:spPr>
        <p:txBody>
          <a:bodyPr wrap="square" lIns="0" tIns="0" rIns="0" bIns="0" rtlCol="0" anchor="ctr"/>
          <a:lstStyle/>
          <a:p>
            <a:pPr algn="ctr" indent="0" marL="0">
              <a:buNone/>
            </a:pPr>
            <a:r>
              <a:rPr lang="en-US" sz="2600" b="1" dirty="0">
                <a:solidFill>
                  <a:srgbClr val="FFFFFF"/>
                </a:solidFill>
                <a:latin typeface="+mj-lt" pitchFamily="34" charset="0"/>
                <a:ea typeface="+mj-lt" pitchFamily="34" charset="-122"/>
                <a:cs typeface="+mj-lt" pitchFamily="34" charset="-120"/>
              </a:rPr>
              <a:t>Start!</a:t>
            </a:r>
            <a:endParaRPr lang="en-US" sz="2600" dirty="0"/>
          </a:p>
        </p:txBody>
      </p:sp>
      <p:pic>
        <p:nvPicPr>
          <p:cNvPr id="28" name="Image 14" descr="man teacher">    </p:cNvPr>
          <p:cNvPicPr>
            <a:picLocks noChangeAspect="1"/>
          </p:cNvPicPr>
          <p:nvPr/>
        </p:nvPicPr>
        <p:blipFill>
          <a:blip r:embed="rId15"/>
          <a:stretch>
            <a:fillRect/>
          </a:stretch>
        </p:blipFill>
        <p:spPr>
          <a:xfrm>
            <a:off x="6400800" y="1840992"/>
            <a:ext cx="1234440" cy="1234440"/>
          </a:xfrm>
          <a:prstGeom prst="rect">
            <a:avLst/>
          </a:prstGeom>
        </p:spPr>
      </p:pic>
      <p:pic>
        <p:nvPicPr>
          <p:cNvPr id="29" name="Image 15" descr="red question mark">    </p:cNvPr>
          <p:cNvPicPr>
            <a:picLocks noChangeAspect="1"/>
          </p:cNvPicPr>
          <p:nvPr/>
        </p:nvPicPr>
        <p:blipFill>
          <a:blip r:embed="rId16"/>
          <a:stretch>
            <a:fillRect/>
          </a:stretch>
        </p:blipFill>
        <p:spPr>
          <a:xfrm>
            <a:off x="8001000" y="1978152"/>
            <a:ext cx="914400" cy="914400"/>
          </a:xfrm>
          <a:prstGeom prst="rect">
            <a:avLst/>
          </a:prstGeom>
        </p:spPr>
      </p:pic>
      <p:sp>
        <p:nvSpPr>
          <p:cNvPr id="30" name="Shape 11"/>
          <p:cNvSpPr/>
          <p:nvPr/>
        </p:nvSpPr>
        <p:spPr>
          <a:xfrm>
            <a:off x="3017520" y="3166872"/>
            <a:ext cx="6153912" cy="1417320"/>
          </a:xfrm>
          <a:prstGeom prst="roundRect">
            <a:avLst>
              <a:gd name="adj" fmla="val 5161"/>
            </a:avLst>
          </a:prstGeom>
          <a:solidFill>
            <a:schemeClr val="bg1"/>
          </a:solidFill>
          <a:ln w="38100">
            <a:solidFill>
              <a:srgbClr val="4A5A70"/>
            </a:solidFill>
            <a:prstDash val="solid"/>
          </a:ln>
          <a:effectLst>
            <a:outerShdw sx="100000" sy="100000" kx="0" ky="0" algn="bl" rotWithShape="0" blurRad="101600" dist="25400" dir="3600000">
              <a:srgbClr val="000000">
                <a:alpha val="16000"/>
              </a:srgbClr>
            </a:outerShdw>
          </a:effectLst>
        </p:spPr>
      </p:sp>
      <p:pic>
        <p:nvPicPr>
          <p:cNvPr id="31" name="Image 16" descr="office building">    </p:cNvPr>
          <p:cNvPicPr>
            <a:picLocks noChangeAspect="1"/>
          </p:cNvPicPr>
          <p:nvPr/>
        </p:nvPicPr>
        <p:blipFill>
          <a:blip r:embed="rId17"/>
          <a:stretch>
            <a:fillRect/>
          </a:stretch>
        </p:blipFill>
        <p:spPr>
          <a:xfrm>
            <a:off x="3291840" y="3413760"/>
            <a:ext cx="914400" cy="914400"/>
          </a:xfrm>
          <a:prstGeom prst="rect">
            <a:avLst/>
          </a:prstGeom>
        </p:spPr>
      </p:pic>
      <p:sp>
        <p:nvSpPr>
          <p:cNvPr id="32" name="Text 12"/>
          <p:cNvSpPr txBox="1"/>
          <p:nvPr/>
        </p:nvSpPr>
        <p:spPr>
          <a:xfrm>
            <a:off x="4389120" y="3166872"/>
            <a:ext cx="4114800" cy="1417320"/>
          </a:xfrm>
          <a:prstGeom prst="rect">
            <a:avLst/>
          </a:prstGeom>
          <a:noFill/>
          <a:ln/>
        </p:spPr>
        <p:txBody>
          <a:bodyPr wrap="square" lIns="0" tIns="0" rIns="0" bIns="0" rtlCol="0" anchor="ctr"/>
          <a:lstStyle/>
          <a:p>
            <a:pPr algn="ctr" indent="0" marL="0">
              <a:buNone/>
            </a:pPr>
            <a:r>
              <a:rPr lang="en-US" sz="5400" b="1" dirty="0">
                <a:solidFill>
                  <a:schemeClr val="tx1"/>
                </a:solidFill>
                <a:latin typeface="+mj-lt" pitchFamily="34" charset="0"/>
                <a:ea typeface="+mj-lt" pitchFamily="34" charset="-122"/>
                <a:cs typeface="+mj-lt" pitchFamily="34" charset="-120"/>
              </a:rPr>
              <a:t>bedrijf</a:t>
            </a:r>
            <a:endParaRPr lang="en-US" sz="5400" dirty="0"/>
          </a:p>
        </p:txBody>
      </p:sp>
      <p:sp>
        <p:nvSpPr>
          <p:cNvPr id="33" name="Text 13"/>
          <p:cNvSpPr txBox="1"/>
          <p:nvPr/>
        </p:nvSpPr>
        <p:spPr>
          <a:xfrm>
            <a:off x="2514600" y="4721352"/>
            <a:ext cx="1097280" cy="329184"/>
          </a:xfrm>
          <a:prstGeom prst="rect">
            <a:avLst/>
          </a:prstGeom>
          <a:noFill/>
          <a:ln/>
        </p:spPr>
        <p:txBody>
          <a:bodyPr wrap="square" lIns="0" tIns="0" rIns="0" bIns="0" rtlCol="0" anchor="ctr"/>
          <a:lstStyle/>
          <a:p>
            <a:pPr algn="l" indent="0" marL="0">
              <a:buNone/>
            </a:pPr>
            <a:r>
              <a:rPr lang="en-US" sz="1100" b="1" spc="200" kern="0" dirty="0">
                <a:solidFill>
                  <a:schemeClr val="accent5"/>
                </a:solidFill>
              </a:rPr>
              <a:t>ENSUITE</a:t>
            </a:r>
            <a:endParaRPr lang="en-US" sz="1100" dirty="0"/>
          </a:p>
        </p:txBody>
      </p:sp>
      <p:sp>
        <p:nvSpPr>
          <p:cNvPr id="34" name="Shape 14"/>
          <p:cNvSpPr/>
          <p:nvPr/>
        </p:nvSpPr>
        <p:spPr>
          <a:xfrm>
            <a:off x="3566160" y="4721352"/>
            <a:ext cx="1034288" cy="329184"/>
          </a:xfrm>
          <a:prstGeom prst="roundRect">
            <a:avLst>
              <a:gd name="adj" fmla="val 27778"/>
            </a:avLst>
          </a:prstGeom>
          <a:solidFill>
            <a:schemeClr val="bg2"/>
          </a:solidFill>
          <a:ln w="12700">
            <a:solidFill>
              <a:srgbClr val="B8C2CF"/>
            </a:solidFill>
            <a:prstDash val="solid"/>
          </a:ln>
        </p:spPr>
      </p:sp>
      <p:sp>
        <p:nvSpPr>
          <p:cNvPr id="35" name="Text 15"/>
          <p:cNvSpPr txBox="1"/>
          <p:nvPr/>
        </p:nvSpPr>
        <p:spPr>
          <a:xfrm>
            <a:off x="3593592" y="4721352"/>
            <a:ext cx="979424" cy="329184"/>
          </a:xfrm>
          <a:prstGeom prst="rect">
            <a:avLst/>
          </a:prstGeom>
          <a:noFill/>
          <a:ln/>
        </p:spPr>
        <p:txBody>
          <a:bodyPr wrap="square" lIns="0" tIns="0" rIns="0" bIns="0" rtlCol="0" anchor="ctr"/>
          <a:lstStyle/>
          <a:p>
            <a:pPr algn="ctr" indent="0" marL="0">
              <a:buNone/>
            </a:pPr>
            <a:r>
              <a:rPr lang="en-US" sz="1400" dirty="0">
                <a:solidFill>
                  <a:schemeClr val="tx1"/>
                </a:solidFill>
              </a:rPr>
              <a:t>rekening</a:t>
            </a:r>
            <a:endParaRPr lang="en-US" sz="1400" dirty="0"/>
          </a:p>
        </p:txBody>
      </p:sp>
      <p:sp>
        <p:nvSpPr>
          <p:cNvPr id="36" name="Shape 16"/>
          <p:cNvSpPr/>
          <p:nvPr/>
        </p:nvSpPr>
        <p:spPr>
          <a:xfrm>
            <a:off x="4691888" y="4721352"/>
            <a:ext cx="934720" cy="329184"/>
          </a:xfrm>
          <a:prstGeom prst="roundRect">
            <a:avLst>
              <a:gd name="adj" fmla="val 27778"/>
            </a:avLst>
          </a:prstGeom>
          <a:solidFill>
            <a:schemeClr val="bg2"/>
          </a:solidFill>
          <a:ln w="12700">
            <a:solidFill>
              <a:srgbClr val="B8C2CF"/>
            </a:solidFill>
            <a:prstDash val="solid"/>
          </a:ln>
        </p:spPr>
      </p:sp>
      <p:sp>
        <p:nvSpPr>
          <p:cNvPr id="37" name="Text 17"/>
          <p:cNvSpPr txBox="1"/>
          <p:nvPr/>
        </p:nvSpPr>
        <p:spPr>
          <a:xfrm>
            <a:off x="4719320" y="4721352"/>
            <a:ext cx="879856" cy="329184"/>
          </a:xfrm>
          <a:prstGeom prst="rect">
            <a:avLst/>
          </a:prstGeom>
          <a:noFill/>
          <a:ln/>
        </p:spPr>
        <p:txBody>
          <a:bodyPr wrap="square" lIns="0" tIns="0" rIns="0" bIns="0" rtlCol="0" anchor="ctr"/>
          <a:lstStyle/>
          <a:p>
            <a:pPr algn="ctr" indent="0" marL="0">
              <a:buNone/>
            </a:pPr>
            <a:r>
              <a:rPr lang="en-US" sz="1400" dirty="0">
                <a:solidFill>
                  <a:schemeClr val="tx1"/>
                </a:solidFill>
              </a:rPr>
              <a:t>broodje</a:t>
            </a:r>
            <a:endParaRPr lang="en-US" sz="1400" dirty="0"/>
          </a:p>
        </p:txBody>
      </p:sp>
      <p:sp>
        <p:nvSpPr>
          <p:cNvPr id="38" name="Shape 18"/>
          <p:cNvSpPr/>
          <p:nvPr/>
        </p:nvSpPr>
        <p:spPr>
          <a:xfrm>
            <a:off x="5718048" y="4721352"/>
            <a:ext cx="735584" cy="329184"/>
          </a:xfrm>
          <a:prstGeom prst="roundRect">
            <a:avLst>
              <a:gd name="adj" fmla="val 27778"/>
            </a:avLst>
          </a:prstGeom>
          <a:solidFill>
            <a:schemeClr val="bg2"/>
          </a:solidFill>
          <a:ln w="12700">
            <a:solidFill>
              <a:srgbClr val="B8C2CF"/>
            </a:solidFill>
            <a:prstDash val="solid"/>
          </a:ln>
        </p:spPr>
      </p:sp>
      <p:sp>
        <p:nvSpPr>
          <p:cNvPr id="39" name="Text 19"/>
          <p:cNvSpPr txBox="1"/>
          <p:nvPr/>
        </p:nvSpPr>
        <p:spPr>
          <a:xfrm>
            <a:off x="5745480" y="4721352"/>
            <a:ext cx="680720" cy="329184"/>
          </a:xfrm>
          <a:prstGeom prst="rect">
            <a:avLst/>
          </a:prstGeom>
          <a:noFill/>
          <a:ln/>
        </p:spPr>
        <p:txBody>
          <a:bodyPr wrap="square" lIns="0" tIns="0" rIns="0" bIns="0" rtlCol="0" anchor="ctr"/>
          <a:lstStyle/>
          <a:p>
            <a:pPr algn="ctr" indent="0" marL="0">
              <a:buNone/>
            </a:pPr>
            <a:r>
              <a:rPr lang="en-US" sz="1400" dirty="0">
                <a:solidFill>
                  <a:schemeClr val="tx1"/>
                </a:solidFill>
              </a:rPr>
              <a:t>klant</a:t>
            </a:r>
            <a:endParaRPr lang="en-US" sz="1400" dirty="0"/>
          </a:p>
        </p:txBody>
      </p:sp>
      <p:sp>
        <p:nvSpPr>
          <p:cNvPr id="40" name="Shape 20"/>
          <p:cNvSpPr/>
          <p:nvPr/>
        </p:nvSpPr>
        <p:spPr>
          <a:xfrm>
            <a:off x="6545072" y="4721352"/>
            <a:ext cx="835152" cy="329184"/>
          </a:xfrm>
          <a:prstGeom prst="roundRect">
            <a:avLst>
              <a:gd name="adj" fmla="val 27778"/>
            </a:avLst>
          </a:prstGeom>
          <a:solidFill>
            <a:schemeClr val="bg2"/>
          </a:solidFill>
          <a:ln w="12700">
            <a:solidFill>
              <a:srgbClr val="B8C2CF"/>
            </a:solidFill>
            <a:prstDash val="solid"/>
          </a:ln>
        </p:spPr>
      </p:sp>
      <p:sp>
        <p:nvSpPr>
          <p:cNvPr id="41" name="Text 21"/>
          <p:cNvSpPr txBox="1"/>
          <p:nvPr/>
        </p:nvSpPr>
        <p:spPr>
          <a:xfrm>
            <a:off x="6572504" y="4721352"/>
            <a:ext cx="780288" cy="329184"/>
          </a:xfrm>
          <a:prstGeom prst="rect">
            <a:avLst/>
          </a:prstGeom>
          <a:noFill/>
          <a:ln/>
        </p:spPr>
        <p:txBody>
          <a:bodyPr wrap="square" lIns="0" tIns="0" rIns="0" bIns="0" rtlCol="0" anchor="ctr"/>
          <a:lstStyle/>
          <a:p>
            <a:pPr algn="ctr" indent="0" marL="0">
              <a:buNone/>
            </a:pPr>
            <a:r>
              <a:rPr lang="en-US" sz="1400" dirty="0">
                <a:solidFill>
                  <a:schemeClr val="tx1"/>
                </a:solidFill>
              </a:rPr>
              <a:t>beroep</a:t>
            </a:r>
            <a:endParaRPr lang="en-US" sz="1400" dirty="0"/>
          </a:p>
        </p:txBody>
      </p:sp>
      <p:sp>
        <p:nvSpPr>
          <p:cNvPr id="42" name="Shape 22"/>
          <p:cNvSpPr/>
          <p:nvPr/>
        </p:nvSpPr>
        <p:spPr>
          <a:xfrm>
            <a:off x="7471664" y="4721352"/>
            <a:ext cx="1432560" cy="329184"/>
          </a:xfrm>
          <a:prstGeom prst="roundRect">
            <a:avLst>
              <a:gd name="adj" fmla="val 27778"/>
            </a:avLst>
          </a:prstGeom>
          <a:solidFill>
            <a:schemeClr val="bg2"/>
          </a:solidFill>
          <a:ln w="12700">
            <a:solidFill>
              <a:srgbClr val="B8C2CF"/>
            </a:solidFill>
            <a:prstDash val="solid"/>
          </a:ln>
        </p:spPr>
      </p:sp>
      <p:sp>
        <p:nvSpPr>
          <p:cNvPr id="43" name="Text 23"/>
          <p:cNvSpPr txBox="1"/>
          <p:nvPr/>
        </p:nvSpPr>
        <p:spPr>
          <a:xfrm>
            <a:off x="7499096" y="4721352"/>
            <a:ext cx="1377696" cy="329184"/>
          </a:xfrm>
          <a:prstGeom prst="rect">
            <a:avLst/>
          </a:prstGeom>
          <a:noFill/>
          <a:ln/>
        </p:spPr>
        <p:txBody>
          <a:bodyPr wrap="square" lIns="0" tIns="0" rIns="0" bIns="0" rtlCol="0" anchor="ctr"/>
          <a:lstStyle/>
          <a:p>
            <a:pPr algn="ctr" indent="0" marL="0">
              <a:buNone/>
            </a:pPr>
            <a:r>
              <a:rPr lang="en-US" sz="1400" dirty="0">
                <a:solidFill>
                  <a:schemeClr val="tx1"/>
                </a:solidFill>
              </a:rPr>
              <a:t>universiteit</a:t>
            </a:r>
            <a:endParaRPr lang="en-US" sz="1400" dirty="0"/>
          </a:p>
        </p:txBody>
      </p:sp>
      <p:sp>
        <p:nvSpPr>
          <p:cNvPr id="44" name="Shape 24"/>
          <p:cNvSpPr/>
          <p:nvPr/>
        </p:nvSpPr>
        <p:spPr>
          <a:xfrm>
            <a:off x="3566160" y="5141976"/>
            <a:ext cx="835152" cy="329184"/>
          </a:xfrm>
          <a:prstGeom prst="roundRect">
            <a:avLst>
              <a:gd name="adj" fmla="val 27778"/>
            </a:avLst>
          </a:prstGeom>
          <a:solidFill>
            <a:schemeClr val="bg2"/>
          </a:solidFill>
          <a:ln w="12700">
            <a:solidFill>
              <a:srgbClr val="B8C2CF"/>
            </a:solidFill>
            <a:prstDash val="solid"/>
          </a:ln>
        </p:spPr>
      </p:sp>
      <p:sp>
        <p:nvSpPr>
          <p:cNvPr id="45" name="Text 25"/>
          <p:cNvSpPr txBox="1"/>
          <p:nvPr/>
        </p:nvSpPr>
        <p:spPr>
          <a:xfrm>
            <a:off x="3593592" y="5141976"/>
            <a:ext cx="780288" cy="329184"/>
          </a:xfrm>
          <a:prstGeom prst="rect">
            <a:avLst/>
          </a:prstGeom>
          <a:noFill/>
          <a:ln/>
        </p:spPr>
        <p:txBody>
          <a:bodyPr wrap="square" lIns="0" tIns="0" rIns="0" bIns="0" rtlCol="0" anchor="ctr"/>
          <a:lstStyle/>
          <a:p>
            <a:pPr algn="ctr" indent="0" marL="0">
              <a:buNone/>
            </a:pPr>
            <a:r>
              <a:rPr lang="en-US" sz="1400" dirty="0">
                <a:solidFill>
                  <a:schemeClr val="tx1"/>
                </a:solidFill>
              </a:rPr>
              <a:t>Engels</a:t>
            </a:r>
            <a:endParaRPr lang="en-US" sz="1400" dirty="0"/>
          </a:p>
        </p:txBody>
      </p:sp>
      <p:sp>
        <p:nvSpPr>
          <p:cNvPr id="46" name="Shape 26"/>
          <p:cNvSpPr/>
          <p:nvPr/>
        </p:nvSpPr>
        <p:spPr>
          <a:xfrm>
            <a:off x="4492752" y="5141976"/>
            <a:ext cx="536448" cy="329184"/>
          </a:xfrm>
          <a:prstGeom prst="roundRect">
            <a:avLst>
              <a:gd name="adj" fmla="val 27778"/>
            </a:avLst>
          </a:prstGeom>
          <a:solidFill>
            <a:schemeClr val="bg2"/>
          </a:solidFill>
          <a:ln w="12700">
            <a:solidFill>
              <a:srgbClr val="B8C2CF"/>
            </a:solidFill>
            <a:prstDash val="solid"/>
          </a:ln>
        </p:spPr>
      </p:sp>
      <p:sp>
        <p:nvSpPr>
          <p:cNvPr id="47" name="Text 27"/>
          <p:cNvSpPr txBox="1"/>
          <p:nvPr/>
        </p:nvSpPr>
        <p:spPr>
          <a:xfrm>
            <a:off x="4520184" y="5141976"/>
            <a:ext cx="481584" cy="329184"/>
          </a:xfrm>
          <a:prstGeom prst="rect">
            <a:avLst/>
          </a:prstGeom>
          <a:noFill/>
          <a:ln/>
        </p:spPr>
        <p:txBody>
          <a:bodyPr wrap="square" lIns="0" tIns="0" rIns="0" bIns="0" rtlCol="0" anchor="ctr"/>
          <a:lstStyle/>
          <a:p>
            <a:pPr algn="ctr" indent="0" marL="0">
              <a:buNone/>
            </a:pPr>
            <a:r>
              <a:rPr lang="en-US" sz="1400" dirty="0">
                <a:solidFill>
                  <a:schemeClr val="tx1"/>
                </a:solidFill>
              </a:rPr>
              <a:t>bus</a:t>
            </a:r>
            <a:endParaRPr lang="en-US" sz="1400" dirty="0"/>
          </a:p>
        </p:txBody>
      </p:sp>
      <p:sp>
        <p:nvSpPr>
          <p:cNvPr id="48" name="Shape 28"/>
          <p:cNvSpPr/>
          <p:nvPr/>
        </p:nvSpPr>
        <p:spPr>
          <a:xfrm>
            <a:off x="5120640" y="5141976"/>
            <a:ext cx="934720" cy="329184"/>
          </a:xfrm>
          <a:prstGeom prst="roundRect">
            <a:avLst>
              <a:gd name="adj" fmla="val 27778"/>
            </a:avLst>
          </a:prstGeom>
          <a:solidFill>
            <a:schemeClr val="bg2"/>
          </a:solidFill>
          <a:ln w="12700">
            <a:solidFill>
              <a:srgbClr val="B8C2CF"/>
            </a:solidFill>
            <a:prstDash val="solid"/>
          </a:ln>
        </p:spPr>
      </p:sp>
      <p:sp>
        <p:nvSpPr>
          <p:cNvPr id="49" name="Text 29"/>
          <p:cNvSpPr txBox="1"/>
          <p:nvPr/>
        </p:nvSpPr>
        <p:spPr>
          <a:xfrm>
            <a:off x="5148072" y="5141976"/>
            <a:ext cx="879856" cy="329184"/>
          </a:xfrm>
          <a:prstGeom prst="rect">
            <a:avLst/>
          </a:prstGeom>
          <a:noFill/>
          <a:ln/>
        </p:spPr>
        <p:txBody>
          <a:bodyPr wrap="square" lIns="0" tIns="0" rIns="0" bIns="0" rtlCol="0" anchor="ctr"/>
          <a:lstStyle/>
          <a:p>
            <a:pPr algn="ctr" indent="0" marL="0">
              <a:buNone/>
            </a:pPr>
            <a:r>
              <a:rPr lang="en-US" sz="1400" dirty="0">
                <a:solidFill>
                  <a:schemeClr val="tx1"/>
                </a:solidFill>
              </a:rPr>
              <a:t>centrum</a:t>
            </a:r>
            <a:endParaRPr lang="en-US" sz="1400" dirty="0"/>
          </a:p>
        </p:txBody>
      </p:sp>
      <p:sp>
        <p:nvSpPr>
          <p:cNvPr id="50" name="Shape 30"/>
          <p:cNvSpPr/>
          <p:nvPr/>
        </p:nvSpPr>
        <p:spPr>
          <a:xfrm>
            <a:off x="6146800" y="5141976"/>
            <a:ext cx="1233424" cy="329184"/>
          </a:xfrm>
          <a:prstGeom prst="roundRect">
            <a:avLst>
              <a:gd name="adj" fmla="val 27778"/>
            </a:avLst>
          </a:prstGeom>
          <a:solidFill>
            <a:schemeClr val="bg2"/>
          </a:solidFill>
          <a:ln w="12700">
            <a:solidFill>
              <a:srgbClr val="B8C2CF"/>
            </a:solidFill>
            <a:prstDash val="solid"/>
          </a:ln>
        </p:spPr>
      </p:sp>
      <p:sp>
        <p:nvSpPr>
          <p:cNvPr id="51" name="Text 31"/>
          <p:cNvSpPr txBox="1"/>
          <p:nvPr/>
        </p:nvSpPr>
        <p:spPr>
          <a:xfrm>
            <a:off x="6174232" y="5141976"/>
            <a:ext cx="1178560" cy="329184"/>
          </a:xfrm>
          <a:prstGeom prst="rect">
            <a:avLst/>
          </a:prstGeom>
          <a:noFill/>
          <a:ln/>
        </p:spPr>
        <p:txBody>
          <a:bodyPr wrap="square" lIns="0" tIns="0" rIns="0" bIns="0" rtlCol="0" anchor="ctr"/>
          <a:lstStyle/>
          <a:p>
            <a:pPr algn="ctr" indent="0" marL="0">
              <a:buNone/>
            </a:pPr>
            <a:r>
              <a:rPr lang="en-US" sz="1400" dirty="0">
                <a:solidFill>
                  <a:schemeClr val="tx1"/>
                </a:solidFill>
              </a:rPr>
              <a:t>gezondheid</a:t>
            </a:r>
            <a:endParaRPr lang="en-US" sz="1400" dirty="0"/>
          </a:p>
        </p:txBody>
      </p:sp>
      <p:sp>
        <p:nvSpPr>
          <p:cNvPr id="52" name="Shape 32"/>
          <p:cNvSpPr/>
          <p:nvPr/>
        </p:nvSpPr>
        <p:spPr>
          <a:xfrm>
            <a:off x="7471664" y="5141976"/>
            <a:ext cx="934720" cy="329184"/>
          </a:xfrm>
          <a:prstGeom prst="roundRect">
            <a:avLst>
              <a:gd name="adj" fmla="val 27778"/>
            </a:avLst>
          </a:prstGeom>
          <a:solidFill>
            <a:schemeClr val="bg2"/>
          </a:solidFill>
          <a:ln w="12700">
            <a:solidFill>
              <a:srgbClr val="B8C2CF"/>
            </a:solidFill>
            <a:prstDash val="solid"/>
          </a:ln>
        </p:spPr>
      </p:sp>
      <p:sp>
        <p:nvSpPr>
          <p:cNvPr id="53" name="Text 33"/>
          <p:cNvSpPr txBox="1"/>
          <p:nvPr/>
        </p:nvSpPr>
        <p:spPr>
          <a:xfrm>
            <a:off x="7499096" y="5141976"/>
            <a:ext cx="879856" cy="329184"/>
          </a:xfrm>
          <a:prstGeom prst="rect">
            <a:avLst/>
          </a:prstGeom>
          <a:noFill/>
          <a:ln/>
        </p:spPr>
        <p:txBody>
          <a:bodyPr wrap="square" lIns="0" tIns="0" rIns="0" bIns="0" rtlCol="0" anchor="ctr"/>
          <a:lstStyle/>
          <a:p>
            <a:pPr algn="ctr" indent="0" marL="0">
              <a:buNone/>
            </a:pPr>
            <a:r>
              <a:rPr lang="en-US" sz="1400" dirty="0">
                <a:solidFill>
                  <a:schemeClr val="tx1"/>
                </a:solidFill>
              </a:rPr>
              <a:t>weekend</a:t>
            </a:r>
            <a:endParaRPr lang="en-US" sz="1400" dirty="0"/>
          </a:p>
        </p:txBody>
      </p:sp>
      <p:sp>
        <p:nvSpPr>
          <p:cNvPr id="54" name="Shape 34"/>
          <p:cNvSpPr/>
          <p:nvPr/>
        </p:nvSpPr>
        <p:spPr>
          <a:xfrm>
            <a:off x="8497824" y="5141976"/>
            <a:ext cx="636016" cy="329184"/>
          </a:xfrm>
          <a:prstGeom prst="roundRect">
            <a:avLst>
              <a:gd name="adj" fmla="val 27778"/>
            </a:avLst>
          </a:prstGeom>
          <a:solidFill>
            <a:schemeClr val="bg2"/>
          </a:solidFill>
          <a:ln w="12700">
            <a:solidFill>
              <a:srgbClr val="B8C2CF"/>
            </a:solidFill>
            <a:prstDash val="solid"/>
          </a:ln>
        </p:spPr>
      </p:sp>
      <p:sp>
        <p:nvSpPr>
          <p:cNvPr id="55" name="Text 35"/>
          <p:cNvSpPr txBox="1"/>
          <p:nvPr/>
        </p:nvSpPr>
        <p:spPr>
          <a:xfrm>
            <a:off x="8525256" y="5141976"/>
            <a:ext cx="581152" cy="329184"/>
          </a:xfrm>
          <a:prstGeom prst="rect">
            <a:avLst/>
          </a:prstGeom>
          <a:noFill/>
          <a:ln/>
        </p:spPr>
        <p:txBody>
          <a:bodyPr wrap="square" lIns="0" tIns="0" rIns="0" bIns="0" rtlCol="0" anchor="ctr"/>
          <a:lstStyle/>
          <a:p>
            <a:pPr algn="ctr" indent="0" marL="0">
              <a:buNone/>
            </a:pPr>
            <a:r>
              <a:rPr lang="en-US" sz="1400" dirty="0">
                <a:solidFill>
                  <a:schemeClr val="tx1"/>
                </a:solidFill>
              </a:rPr>
              <a:t>kind</a:t>
            </a:r>
            <a:endParaRPr lang="en-US" sz="1400" dirty="0"/>
          </a:p>
        </p:txBody>
      </p:sp>
      <p:sp>
        <p:nvSpPr>
          <p:cNvPr id="56" name="Shape 36"/>
          <p:cNvSpPr/>
          <p:nvPr/>
        </p:nvSpPr>
        <p:spPr>
          <a:xfrm>
            <a:off x="548640" y="5596128"/>
            <a:ext cx="11091672" cy="667512"/>
          </a:xfrm>
          <a:prstGeom prst="roundRect">
            <a:avLst>
              <a:gd name="adj" fmla="val 10959"/>
            </a:avLst>
          </a:prstGeom>
          <a:solidFill>
            <a:schemeClr val="bg2"/>
          </a:solidFill>
          <a:ln w="12700">
            <a:solidFill>
              <a:srgbClr val="D5DCE6"/>
            </a:solidFill>
            <a:prstDash val="solid"/>
          </a:ln>
        </p:spPr>
      </p:sp>
      <p:pic>
        <p:nvPicPr>
          <p:cNvPr id="57" name="Image 17" descr="Trophy">    </p:cNvPr>
          <p:cNvPicPr>
            <a:picLocks noChangeAspect="1"/>
          </p:cNvPicPr>
          <p:nvPr/>
        </p:nvPicPr>
        <p:blipFill>
          <a:blip r:embed="rId18"/>
          <a:stretch>
            <a:fillRect/>
          </a:stretch>
        </p:blipFill>
        <p:spPr>
          <a:xfrm>
            <a:off x="777240" y="5742432"/>
            <a:ext cx="384048" cy="384048"/>
          </a:xfrm>
          <a:prstGeom prst="rect">
            <a:avLst/>
          </a:prstGeom>
        </p:spPr>
      </p:pic>
      <p:sp>
        <p:nvSpPr>
          <p:cNvPr id="58" name="Text 37"/>
          <p:cNvSpPr txBox="1"/>
          <p:nvPr/>
        </p:nvSpPr>
        <p:spPr>
          <a:xfrm>
            <a:off x="1325880" y="5596128"/>
            <a:ext cx="10149840" cy="667512"/>
          </a:xfrm>
          <a:prstGeom prst="rect">
            <a:avLst/>
          </a:prstGeom>
          <a:noFill/>
          <a:ln/>
        </p:spPr>
        <p:txBody>
          <a:bodyPr wrap="square" lIns="0" tIns="0" rIns="0" bIns="0" rtlCol="0" anchor="ctr"/>
          <a:lstStyle/>
          <a:p>
            <a:pPr algn="l" indent="0" marL="0">
              <a:buNone/>
            </a:pPr>
            <a:r>
              <a:rPr lang="en-US" sz="1900" dirty="0">
                <a:solidFill>
                  <a:schemeClr val="tx1"/>
                </a:solidFill>
              </a:rPr>
              <a:t>BARÈME   ✓ article juste = </a:t>
            </a:r>
            <a:r>
              <a:rPr lang="en-US" sz="1900" b="1" dirty="0">
                <a:solidFill>
                  <a:schemeClr val="tx1"/>
                </a:solidFill>
              </a:rPr>
              <a:t>1 point</a:t>
            </a:r>
            <a:r>
              <a:rPr lang="en-US" sz="1900" dirty="0">
                <a:solidFill>
                  <a:schemeClr val="tx1"/>
                </a:solidFill>
              </a:rPr>
              <a:t>   ·   ✓✓ article + famille = </a:t>
            </a:r>
            <a:r>
              <a:rPr lang="en-US" sz="1900" b="1" dirty="0">
                <a:solidFill>
                  <a:schemeClr val="tx1"/>
                </a:solidFill>
              </a:rPr>
              <a:t>2 points</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Het grote de-het-duel</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Levez la bonne palette </a:t>
            </a:r>
            <a:r>
              <a:rPr lang="en-US" sz="1700" b="1" i="1" dirty="0">
                <a:solidFill>
                  <a:schemeClr val="accent5"/>
                </a:solidFill>
              </a:rPr>
              <a:t>et</a:t>
            </a:r>
            <a:r>
              <a:rPr lang="en-US" sz="1700" i="1" dirty="0">
                <a:solidFill>
                  <a:schemeClr val="accent5"/>
                </a:solidFill>
              </a:rPr>
              <a:t> donnez la famille !</a:t>
            </a:r>
            <a:endParaRPr lang="en-US" sz="1700" dirty="0"/>
          </a:p>
        </p:txBody>
      </p:sp>
      <p:sp>
        <p:nvSpPr>
          <p:cNvPr id="9" name="Shape 5"/>
          <p:cNvSpPr/>
          <p:nvPr/>
        </p:nvSpPr>
        <p:spPr>
          <a:xfrm>
            <a:off x="548640" y="1932432"/>
            <a:ext cx="2670048" cy="1077976"/>
          </a:xfrm>
          <a:prstGeom prst="roundRect">
            <a:avLst>
              <a:gd name="adj" fmla="val 6786"/>
            </a:avLst>
          </a:prstGeom>
          <a:solidFill>
            <a:schemeClr val="accent1">
              <a:alpha val="9000"/>
            </a:schemeClr>
          </a:solidFill>
          <a:ln w="25400">
            <a:solidFill>
              <a:srgbClr val="D9700F"/>
            </a:solidFill>
            <a:prstDash val="solid"/>
          </a:ln>
        </p:spPr>
      </p:sp>
      <p:sp>
        <p:nvSpPr>
          <p:cNvPr id="10" name="Text 6"/>
          <p:cNvSpPr txBox="1"/>
          <p:nvPr/>
        </p:nvSpPr>
        <p:spPr>
          <a:xfrm>
            <a:off x="640080" y="2005584"/>
            <a:ext cx="2487168" cy="592887"/>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het</a:t>
            </a:r>
            <a:r>
              <a:rPr lang="en-US" sz="2400" dirty="0">
                <a:solidFill>
                  <a:schemeClr val="tx1"/>
                </a:solidFill>
                <a:latin typeface="+mj-lt" pitchFamily="34" charset="0"/>
                <a:ea typeface="+mj-lt" pitchFamily="34" charset="-122"/>
                <a:cs typeface="+mj-lt" pitchFamily="34" charset="-120"/>
              </a:rPr>
              <a:t> bedrijf</a:t>
            </a:r>
            <a:endParaRPr lang="en-US" sz="2400" dirty="0"/>
          </a:p>
        </p:txBody>
      </p:sp>
      <p:sp>
        <p:nvSpPr>
          <p:cNvPr id="11" name="Shape 7"/>
          <p:cNvSpPr/>
          <p:nvPr/>
        </p:nvSpPr>
        <p:spPr>
          <a:xfrm>
            <a:off x="1626108" y="2600777"/>
            <a:ext cx="515112" cy="329184"/>
          </a:xfrm>
          <a:prstGeom prst="roundRect">
            <a:avLst>
              <a:gd name="adj" fmla="val 27778"/>
            </a:avLst>
          </a:prstGeom>
          <a:solidFill>
            <a:schemeClr val="accent1"/>
          </a:solidFill>
          <a:ln w="12700">
            <a:solidFill>
              <a:srgbClr val="FFFFFF">
                <a:alpha val="0"/>
              </a:srgbClr>
            </a:solidFill>
            <a:prstDash val="solid"/>
          </a:ln>
        </p:spPr>
      </p:sp>
      <p:sp>
        <p:nvSpPr>
          <p:cNvPr id="12" name="Text 8"/>
          <p:cNvSpPr txBox="1"/>
          <p:nvPr/>
        </p:nvSpPr>
        <p:spPr>
          <a:xfrm>
            <a:off x="1653540" y="2600777"/>
            <a:ext cx="460248" cy="329184"/>
          </a:xfrm>
          <a:prstGeom prst="rect">
            <a:avLst/>
          </a:prstGeom>
          <a:noFill/>
          <a:ln/>
        </p:spPr>
        <p:txBody>
          <a:bodyPr wrap="square" lIns="0" tIns="0" rIns="0" bIns="0" rtlCol="0" anchor="ctr"/>
          <a:lstStyle/>
          <a:p>
            <a:pPr algn="ctr" indent="0" marL="0">
              <a:buNone/>
            </a:pPr>
            <a:r>
              <a:rPr lang="en-US" sz="1300" b="1" dirty="0">
                <a:solidFill>
                  <a:schemeClr val="bg1"/>
                </a:solidFill>
              </a:rPr>
              <a:t>be-</a:t>
            </a:r>
            <a:endParaRPr lang="en-US" sz="1300" dirty="0"/>
          </a:p>
        </p:txBody>
      </p:sp>
      <p:sp>
        <p:nvSpPr>
          <p:cNvPr id="13" name="Shape 9"/>
          <p:cNvSpPr/>
          <p:nvPr/>
        </p:nvSpPr>
        <p:spPr>
          <a:xfrm>
            <a:off x="3355848" y="1932432"/>
            <a:ext cx="2670048" cy="1077976"/>
          </a:xfrm>
          <a:prstGeom prst="roundRect">
            <a:avLst>
              <a:gd name="adj" fmla="val 6786"/>
            </a:avLst>
          </a:prstGeom>
          <a:solidFill>
            <a:schemeClr val="tx2">
              <a:alpha val="7000"/>
            </a:schemeClr>
          </a:solidFill>
          <a:ln w="25400">
            <a:solidFill>
              <a:srgbClr val="17375E"/>
            </a:solidFill>
            <a:prstDash val="solid"/>
          </a:ln>
        </p:spPr>
      </p:sp>
      <p:sp>
        <p:nvSpPr>
          <p:cNvPr id="14" name="Text 10"/>
          <p:cNvSpPr txBox="1"/>
          <p:nvPr/>
        </p:nvSpPr>
        <p:spPr>
          <a:xfrm>
            <a:off x="3447288" y="2005584"/>
            <a:ext cx="2487168" cy="592887"/>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de</a:t>
            </a:r>
            <a:r>
              <a:rPr lang="en-US" sz="2400" dirty="0">
                <a:solidFill>
                  <a:schemeClr val="tx1"/>
                </a:solidFill>
                <a:latin typeface="+mj-lt" pitchFamily="34" charset="0"/>
                <a:ea typeface="+mj-lt" pitchFamily="34" charset="-122"/>
                <a:cs typeface="+mj-lt" pitchFamily="34" charset="-120"/>
              </a:rPr>
              <a:t> rekening</a:t>
            </a:r>
            <a:endParaRPr lang="en-US" sz="2400" dirty="0"/>
          </a:p>
        </p:txBody>
      </p:sp>
      <p:sp>
        <p:nvSpPr>
          <p:cNvPr id="15" name="Shape 11"/>
          <p:cNvSpPr/>
          <p:nvPr/>
        </p:nvSpPr>
        <p:spPr>
          <a:xfrm>
            <a:off x="4387088" y="2600777"/>
            <a:ext cx="607568" cy="329184"/>
          </a:xfrm>
          <a:prstGeom prst="roundRect">
            <a:avLst>
              <a:gd name="adj" fmla="val 27778"/>
            </a:avLst>
          </a:prstGeom>
          <a:solidFill>
            <a:schemeClr val="tx2"/>
          </a:solidFill>
          <a:ln w="12700">
            <a:solidFill>
              <a:srgbClr val="FFFFFF">
                <a:alpha val="0"/>
              </a:srgbClr>
            </a:solidFill>
            <a:prstDash val="solid"/>
          </a:ln>
        </p:spPr>
      </p:sp>
      <p:sp>
        <p:nvSpPr>
          <p:cNvPr id="16" name="Text 12"/>
          <p:cNvSpPr txBox="1"/>
          <p:nvPr/>
        </p:nvSpPr>
        <p:spPr>
          <a:xfrm>
            <a:off x="4414520" y="2600777"/>
            <a:ext cx="552704" cy="329184"/>
          </a:xfrm>
          <a:prstGeom prst="rect">
            <a:avLst/>
          </a:prstGeom>
          <a:noFill/>
          <a:ln/>
        </p:spPr>
        <p:txBody>
          <a:bodyPr wrap="square" lIns="0" tIns="0" rIns="0" bIns="0" rtlCol="0" anchor="ctr"/>
          <a:lstStyle/>
          <a:p>
            <a:pPr algn="ctr" indent="0" marL="0">
              <a:buNone/>
            </a:pPr>
            <a:r>
              <a:rPr lang="en-US" sz="1300" b="1" dirty="0">
                <a:solidFill>
                  <a:schemeClr val="bg1"/>
                </a:solidFill>
              </a:rPr>
              <a:t>-ing</a:t>
            </a:r>
            <a:endParaRPr lang="en-US" sz="1300" dirty="0"/>
          </a:p>
        </p:txBody>
      </p:sp>
      <p:sp>
        <p:nvSpPr>
          <p:cNvPr id="17" name="Shape 13"/>
          <p:cNvSpPr/>
          <p:nvPr/>
        </p:nvSpPr>
        <p:spPr>
          <a:xfrm>
            <a:off x="6163056" y="1932432"/>
            <a:ext cx="2670048" cy="1077976"/>
          </a:xfrm>
          <a:prstGeom prst="roundRect">
            <a:avLst>
              <a:gd name="adj" fmla="val 6786"/>
            </a:avLst>
          </a:prstGeom>
          <a:solidFill>
            <a:schemeClr val="accent1">
              <a:alpha val="9000"/>
            </a:schemeClr>
          </a:solidFill>
          <a:ln w="25400">
            <a:solidFill>
              <a:srgbClr val="D9700F"/>
            </a:solidFill>
            <a:prstDash val="solid"/>
          </a:ln>
        </p:spPr>
      </p:sp>
      <p:sp>
        <p:nvSpPr>
          <p:cNvPr id="18" name="Text 14"/>
          <p:cNvSpPr txBox="1"/>
          <p:nvPr/>
        </p:nvSpPr>
        <p:spPr>
          <a:xfrm>
            <a:off x="6254496" y="2005584"/>
            <a:ext cx="2487168" cy="592887"/>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het</a:t>
            </a:r>
            <a:r>
              <a:rPr lang="en-US" sz="2400" dirty="0">
                <a:solidFill>
                  <a:schemeClr val="tx1"/>
                </a:solidFill>
                <a:latin typeface="+mj-lt" pitchFamily="34" charset="0"/>
                <a:ea typeface="+mj-lt" pitchFamily="34" charset="-122"/>
                <a:cs typeface="+mj-lt" pitchFamily="34" charset="-120"/>
              </a:rPr>
              <a:t> broodje</a:t>
            </a:r>
            <a:endParaRPr lang="en-US" sz="2400" dirty="0"/>
          </a:p>
        </p:txBody>
      </p:sp>
      <p:sp>
        <p:nvSpPr>
          <p:cNvPr id="19" name="Shape 15"/>
          <p:cNvSpPr/>
          <p:nvPr/>
        </p:nvSpPr>
        <p:spPr>
          <a:xfrm>
            <a:off x="7240524" y="2600777"/>
            <a:ext cx="515112" cy="329184"/>
          </a:xfrm>
          <a:prstGeom prst="roundRect">
            <a:avLst>
              <a:gd name="adj" fmla="val 27778"/>
            </a:avLst>
          </a:prstGeom>
          <a:solidFill>
            <a:schemeClr val="accent1"/>
          </a:solidFill>
          <a:ln w="12700">
            <a:solidFill>
              <a:srgbClr val="FFFFFF">
                <a:alpha val="0"/>
              </a:srgbClr>
            </a:solidFill>
            <a:prstDash val="solid"/>
          </a:ln>
        </p:spPr>
      </p:sp>
      <p:sp>
        <p:nvSpPr>
          <p:cNvPr id="20" name="Text 16"/>
          <p:cNvSpPr txBox="1"/>
          <p:nvPr/>
        </p:nvSpPr>
        <p:spPr>
          <a:xfrm>
            <a:off x="7267956" y="2600777"/>
            <a:ext cx="460248" cy="329184"/>
          </a:xfrm>
          <a:prstGeom prst="rect">
            <a:avLst/>
          </a:prstGeom>
          <a:noFill/>
          <a:ln/>
        </p:spPr>
        <p:txBody>
          <a:bodyPr wrap="square" lIns="0" tIns="0" rIns="0" bIns="0" rtlCol="0" anchor="ctr"/>
          <a:lstStyle/>
          <a:p>
            <a:pPr algn="ctr" indent="0" marL="0">
              <a:buNone/>
            </a:pPr>
            <a:r>
              <a:rPr lang="en-US" sz="1300" b="1" dirty="0">
                <a:solidFill>
                  <a:schemeClr val="bg1"/>
                </a:solidFill>
              </a:rPr>
              <a:t>-je</a:t>
            </a:r>
            <a:endParaRPr lang="en-US" sz="1300" dirty="0"/>
          </a:p>
        </p:txBody>
      </p:sp>
      <p:sp>
        <p:nvSpPr>
          <p:cNvPr id="21" name="Shape 17"/>
          <p:cNvSpPr/>
          <p:nvPr/>
        </p:nvSpPr>
        <p:spPr>
          <a:xfrm>
            <a:off x="8970264" y="1932432"/>
            <a:ext cx="2670048" cy="1077976"/>
          </a:xfrm>
          <a:prstGeom prst="roundRect">
            <a:avLst>
              <a:gd name="adj" fmla="val 6786"/>
            </a:avLst>
          </a:prstGeom>
          <a:solidFill>
            <a:schemeClr val="tx2">
              <a:alpha val="7000"/>
            </a:schemeClr>
          </a:solidFill>
          <a:ln w="25400">
            <a:solidFill>
              <a:srgbClr val="17375E"/>
            </a:solidFill>
            <a:prstDash val="solid"/>
          </a:ln>
        </p:spPr>
      </p:sp>
      <p:sp>
        <p:nvSpPr>
          <p:cNvPr id="22" name="Text 18"/>
          <p:cNvSpPr txBox="1"/>
          <p:nvPr/>
        </p:nvSpPr>
        <p:spPr>
          <a:xfrm>
            <a:off x="9061704" y="2005584"/>
            <a:ext cx="2487168" cy="592887"/>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de</a:t>
            </a:r>
            <a:r>
              <a:rPr lang="en-US" sz="2400" dirty="0">
                <a:solidFill>
                  <a:schemeClr val="tx1"/>
                </a:solidFill>
                <a:latin typeface="+mj-lt" pitchFamily="34" charset="0"/>
                <a:ea typeface="+mj-lt" pitchFamily="34" charset="-122"/>
                <a:cs typeface="+mj-lt" pitchFamily="34" charset="-120"/>
              </a:rPr>
              <a:t> klant</a:t>
            </a:r>
            <a:endParaRPr lang="en-US" sz="2400" dirty="0"/>
          </a:p>
        </p:txBody>
      </p:sp>
      <p:sp>
        <p:nvSpPr>
          <p:cNvPr id="23" name="Shape 19"/>
          <p:cNvSpPr/>
          <p:nvPr/>
        </p:nvSpPr>
        <p:spPr>
          <a:xfrm>
            <a:off x="9816592" y="2600777"/>
            <a:ext cx="977392" cy="329184"/>
          </a:xfrm>
          <a:prstGeom prst="roundRect">
            <a:avLst>
              <a:gd name="adj" fmla="val 27778"/>
            </a:avLst>
          </a:prstGeom>
          <a:solidFill>
            <a:schemeClr val="tx2"/>
          </a:solidFill>
          <a:ln w="12700">
            <a:solidFill>
              <a:srgbClr val="FFFFFF">
                <a:alpha val="0"/>
              </a:srgbClr>
            </a:solidFill>
            <a:prstDash val="solid"/>
          </a:ln>
        </p:spPr>
      </p:sp>
      <p:sp>
        <p:nvSpPr>
          <p:cNvPr id="24" name="Text 20"/>
          <p:cNvSpPr txBox="1"/>
          <p:nvPr/>
        </p:nvSpPr>
        <p:spPr>
          <a:xfrm>
            <a:off x="9844024" y="2600777"/>
            <a:ext cx="922528" cy="329184"/>
          </a:xfrm>
          <a:prstGeom prst="rect">
            <a:avLst/>
          </a:prstGeom>
          <a:noFill/>
          <a:ln/>
        </p:spPr>
        <p:txBody>
          <a:bodyPr wrap="square" lIns="0" tIns="0" rIns="0" bIns="0" rtlCol="0" anchor="ctr"/>
          <a:lstStyle/>
          <a:p>
            <a:pPr algn="ctr" indent="0" marL="0">
              <a:buNone/>
            </a:pPr>
            <a:r>
              <a:rPr lang="en-US" sz="1300" b="1" dirty="0">
                <a:solidFill>
                  <a:schemeClr val="bg1"/>
                </a:solidFill>
              </a:rPr>
              <a:t>personne</a:t>
            </a:r>
            <a:endParaRPr lang="en-US" sz="1300" dirty="0"/>
          </a:p>
        </p:txBody>
      </p:sp>
      <p:sp>
        <p:nvSpPr>
          <p:cNvPr id="25" name="Shape 21"/>
          <p:cNvSpPr/>
          <p:nvPr/>
        </p:nvSpPr>
        <p:spPr>
          <a:xfrm>
            <a:off x="548640" y="3147568"/>
            <a:ext cx="2670048" cy="1077976"/>
          </a:xfrm>
          <a:prstGeom prst="roundRect">
            <a:avLst>
              <a:gd name="adj" fmla="val 6786"/>
            </a:avLst>
          </a:prstGeom>
          <a:solidFill>
            <a:schemeClr val="accent1">
              <a:alpha val="9000"/>
            </a:schemeClr>
          </a:solidFill>
          <a:ln w="25400">
            <a:solidFill>
              <a:srgbClr val="D9700F"/>
            </a:solidFill>
            <a:prstDash val="solid"/>
          </a:ln>
        </p:spPr>
      </p:sp>
      <p:sp>
        <p:nvSpPr>
          <p:cNvPr id="26" name="Text 22"/>
          <p:cNvSpPr txBox="1"/>
          <p:nvPr/>
        </p:nvSpPr>
        <p:spPr>
          <a:xfrm>
            <a:off x="640080" y="3220720"/>
            <a:ext cx="2487168" cy="592887"/>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het</a:t>
            </a:r>
            <a:r>
              <a:rPr lang="en-US" sz="2400" dirty="0">
                <a:solidFill>
                  <a:schemeClr val="tx1"/>
                </a:solidFill>
                <a:latin typeface="+mj-lt" pitchFamily="34" charset="0"/>
                <a:ea typeface="+mj-lt" pitchFamily="34" charset="-122"/>
                <a:cs typeface="+mj-lt" pitchFamily="34" charset="-120"/>
              </a:rPr>
              <a:t> beroep</a:t>
            </a:r>
            <a:endParaRPr lang="en-US" sz="2400" dirty="0"/>
          </a:p>
        </p:txBody>
      </p:sp>
      <p:sp>
        <p:nvSpPr>
          <p:cNvPr id="27" name="Shape 23"/>
          <p:cNvSpPr/>
          <p:nvPr/>
        </p:nvSpPr>
        <p:spPr>
          <a:xfrm>
            <a:off x="1626108" y="3815913"/>
            <a:ext cx="515112" cy="329184"/>
          </a:xfrm>
          <a:prstGeom prst="roundRect">
            <a:avLst>
              <a:gd name="adj" fmla="val 27778"/>
            </a:avLst>
          </a:prstGeom>
          <a:solidFill>
            <a:schemeClr val="accent1"/>
          </a:solidFill>
          <a:ln w="12700">
            <a:solidFill>
              <a:srgbClr val="FFFFFF">
                <a:alpha val="0"/>
              </a:srgbClr>
            </a:solidFill>
            <a:prstDash val="solid"/>
          </a:ln>
        </p:spPr>
      </p:sp>
      <p:sp>
        <p:nvSpPr>
          <p:cNvPr id="28" name="Text 24"/>
          <p:cNvSpPr txBox="1"/>
          <p:nvPr/>
        </p:nvSpPr>
        <p:spPr>
          <a:xfrm>
            <a:off x="1653540" y="3815913"/>
            <a:ext cx="460248" cy="329184"/>
          </a:xfrm>
          <a:prstGeom prst="rect">
            <a:avLst/>
          </a:prstGeom>
          <a:noFill/>
          <a:ln/>
        </p:spPr>
        <p:txBody>
          <a:bodyPr wrap="square" lIns="0" tIns="0" rIns="0" bIns="0" rtlCol="0" anchor="ctr"/>
          <a:lstStyle/>
          <a:p>
            <a:pPr algn="ctr" indent="0" marL="0">
              <a:buNone/>
            </a:pPr>
            <a:r>
              <a:rPr lang="en-US" sz="1300" b="1" dirty="0">
                <a:solidFill>
                  <a:schemeClr val="bg1"/>
                </a:solidFill>
              </a:rPr>
              <a:t>be-</a:t>
            </a:r>
            <a:endParaRPr lang="en-US" sz="1300" dirty="0"/>
          </a:p>
        </p:txBody>
      </p:sp>
      <p:sp>
        <p:nvSpPr>
          <p:cNvPr id="29" name="Shape 25"/>
          <p:cNvSpPr/>
          <p:nvPr/>
        </p:nvSpPr>
        <p:spPr>
          <a:xfrm>
            <a:off x="3355848" y="3147568"/>
            <a:ext cx="2670048" cy="1077976"/>
          </a:xfrm>
          <a:prstGeom prst="roundRect">
            <a:avLst>
              <a:gd name="adj" fmla="val 6786"/>
            </a:avLst>
          </a:prstGeom>
          <a:solidFill>
            <a:schemeClr val="tx2">
              <a:alpha val="7000"/>
            </a:schemeClr>
          </a:solidFill>
          <a:ln w="25400">
            <a:solidFill>
              <a:srgbClr val="17375E"/>
            </a:solidFill>
            <a:prstDash val="solid"/>
          </a:ln>
        </p:spPr>
      </p:sp>
      <p:sp>
        <p:nvSpPr>
          <p:cNvPr id="30" name="Text 26"/>
          <p:cNvSpPr txBox="1"/>
          <p:nvPr/>
        </p:nvSpPr>
        <p:spPr>
          <a:xfrm>
            <a:off x="3447288" y="3220720"/>
            <a:ext cx="2487168" cy="592887"/>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de</a:t>
            </a:r>
            <a:r>
              <a:rPr lang="en-US" sz="2400" dirty="0">
                <a:solidFill>
                  <a:schemeClr val="tx1"/>
                </a:solidFill>
                <a:latin typeface="+mj-lt" pitchFamily="34" charset="0"/>
                <a:ea typeface="+mj-lt" pitchFamily="34" charset="-122"/>
                <a:cs typeface="+mj-lt" pitchFamily="34" charset="-120"/>
              </a:rPr>
              <a:t> universiteit</a:t>
            </a:r>
            <a:endParaRPr lang="en-US" sz="2400" dirty="0"/>
          </a:p>
        </p:txBody>
      </p:sp>
      <p:sp>
        <p:nvSpPr>
          <p:cNvPr id="31" name="Shape 27"/>
          <p:cNvSpPr/>
          <p:nvPr/>
        </p:nvSpPr>
        <p:spPr>
          <a:xfrm>
            <a:off x="4340860" y="3815913"/>
            <a:ext cx="700024" cy="329184"/>
          </a:xfrm>
          <a:prstGeom prst="roundRect">
            <a:avLst>
              <a:gd name="adj" fmla="val 27778"/>
            </a:avLst>
          </a:prstGeom>
          <a:solidFill>
            <a:schemeClr val="tx2"/>
          </a:solidFill>
          <a:ln w="12700">
            <a:solidFill>
              <a:srgbClr val="FFFFFF">
                <a:alpha val="0"/>
              </a:srgbClr>
            </a:solidFill>
            <a:prstDash val="solid"/>
          </a:ln>
        </p:spPr>
      </p:sp>
      <p:sp>
        <p:nvSpPr>
          <p:cNvPr id="32" name="Text 28"/>
          <p:cNvSpPr txBox="1"/>
          <p:nvPr/>
        </p:nvSpPr>
        <p:spPr>
          <a:xfrm>
            <a:off x="4368292" y="3815913"/>
            <a:ext cx="645160" cy="329184"/>
          </a:xfrm>
          <a:prstGeom prst="rect">
            <a:avLst/>
          </a:prstGeom>
          <a:noFill/>
          <a:ln/>
        </p:spPr>
        <p:txBody>
          <a:bodyPr wrap="square" lIns="0" tIns="0" rIns="0" bIns="0" rtlCol="0" anchor="ctr"/>
          <a:lstStyle/>
          <a:p>
            <a:pPr algn="ctr" indent="0" marL="0">
              <a:buNone/>
            </a:pPr>
            <a:r>
              <a:rPr lang="en-US" sz="1300" b="1" dirty="0">
                <a:solidFill>
                  <a:schemeClr val="bg1"/>
                </a:solidFill>
              </a:rPr>
              <a:t>-teit</a:t>
            </a:r>
            <a:endParaRPr lang="en-US" sz="1300" dirty="0"/>
          </a:p>
        </p:txBody>
      </p:sp>
      <p:sp>
        <p:nvSpPr>
          <p:cNvPr id="33" name="Shape 29"/>
          <p:cNvSpPr/>
          <p:nvPr/>
        </p:nvSpPr>
        <p:spPr>
          <a:xfrm>
            <a:off x="6163056" y="3147568"/>
            <a:ext cx="2670048" cy="1077976"/>
          </a:xfrm>
          <a:prstGeom prst="roundRect">
            <a:avLst>
              <a:gd name="adj" fmla="val 6786"/>
            </a:avLst>
          </a:prstGeom>
          <a:solidFill>
            <a:schemeClr val="accent1">
              <a:alpha val="9000"/>
            </a:schemeClr>
          </a:solidFill>
          <a:ln w="25400">
            <a:solidFill>
              <a:srgbClr val="D9700F"/>
            </a:solidFill>
            <a:prstDash val="solid"/>
          </a:ln>
        </p:spPr>
      </p:sp>
      <p:sp>
        <p:nvSpPr>
          <p:cNvPr id="34" name="Text 30"/>
          <p:cNvSpPr txBox="1"/>
          <p:nvPr/>
        </p:nvSpPr>
        <p:spPr>
          <a:xfrm>
            <a:off x="6254496" y="3220720"/>
            <a:ext cx="2487168" cy="592887"/>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het</a:t>
            </a:r>
            <a:r>
              <a:rPr lang="en-US" sz="2400" dirty="0">
                <a:solidFill>
                  <a:schemeClr val="tx1"/>
                </a:solidFill>
                <a:latin typeface="+mj-lt" pitchFamily="34" charset="0"/>
                <a:ea typeface="+mj-lt" pitchFamily="34" charset="-122"/>
                <a:cs typeface="+mj-lt" pitchFamily="34" charset="-120"/>
              </a:rPr>
              <a:t> Engels</a:t>
            </a:r>
            <a:endParaRPr lang="en-US" sz="2400" dirty="0"/>
          </a:p>
        </p:txBody>
      </p:sp>
      <p:sp>
        <p:nvSpPr>
          <p:cNvPr id="35" name="Shape 31"/>
          <p:cNvSpPr/>
          <p:nvPr/>
        </p:nvSpPr>
        <p:spPr>
          <a:xfrm>
            <a:off x="7101840" y="3815913"/>
            <a:ext cx="792480" cy="329184"/>
          </a:xfrm>
          <a:prstGeom prst="roundRect">
            <a:avLst>
              <a:gd name="adj" fmla="val 27778"/>
            </a:avLst>
          </a:prstGeom>
          <a:solidFill>
            <a:schemeClr val="accent1"/>
          </a:solidFill>
          <a:ln w="12700">
            <a:solidFill>
              <a:srgbClr val="FFFFFF">
                <a:alpha val="0"/>
              </a:srgbClr>
            </a:solidFill>
            <a:prstDash val="solid"/>
          </a:ln>
        </p:spPr>
      </p:sp>
      <p:sp>
        <p:nvSpPr>
          <p:cNvPr id="36" name="Text 32"/>
          <p:cNvSpPr txBox="1"/>
          <p:nvPr/>
        </p:nvSpPr>
        <p:spPr>
          <a:xfrm>
            <a:off x="7129272" y="3815913"/>
            <a:ext cx="737616" cy="329184"/>
          </a:xfrm>
          <a:prstGeom prst="rect">
            <a:avLst/>
          </a:prstGeom>
          <a:noFill/>
          <a:ln/>
        </p:spPr>
        <p:txBody>
          <a:bodyPr wrap="square" lIns="0" tIns="0" rIns="0" bIns="0" rtlCol="0" anchor="ctr"/>
          <a:lstStyle/>
          <a:p>
            <a:pPr algn="ctr" indent="0" marL="0">
              <a:buNone/>
            </a:pPr>
            <a:r>
              <a:rPr lang="en-US" sz="1300" b="1" dirty="0">
                <a:solidFill>
                  <a:schemeClr val="bg1"/>
                </a:solidFill>
              </a:rPr>
              <a:t>langue</a:t>
            </a:r>
            <a:endParaRPr lang="en-US" sz="1300" dirty="0"/>
          </a:p>
        </p:txBody>
      </p:sp>
      <p:sp>
        <p:nvSpPr>
          <p:cNvPr id="37" name="Shape 33"/>
          <p:cNvSpPr/>
          <p:nvPr/>
        </p:nvSpPr>
        <p:spPr>
          <a:xfrm>
            <a:off x="8970264" y="3147568"/>
            <a:ext cx="2670048" cy="1077976"/>
          </a:xfrm>
          <a:prstGeom prst="roundRect">
            <a:avLst>
              <a:gd name="adj" fmla="val 6786"/>
            </a:avLst>
          </a:prstGeom>
          <a:solidFill>
            <a:schemeClr val="tx2">
              <a:alpha val="7000"/>
            </a:schemeClr>
          </a:solidFill>
          <a:ln w="25400">
            <a:solidFill>
              <a:srgbClr val="17375E"/>
            </a:solidFill>
            <a:prstDash val="solid"/>
          </a:ln>
        </p:spPr>
      </p:sp>
      <p:sp>
        <p:nvSpPr>
          <p:cNvPr id="38" name="Text 34"/>
          <p:cNvSpPr txBox="1"/>
          <p:nvPr/>
        </p:nvSpPr>
        <p:spPr>
          <a:xfrm>
            <a:off x="9061704" y="3220720"/>
            <a:ext cx="2487168" cy="592887"/>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de</a:t>
            </a:r>
            <a:r>
              <a:rPr lang="en-US" sz="2400" dirty="0">
                <a:solidFill>
                  <a:schemeClr val="tx1"/>
                </a:solidFill>
                <a:latin typeface="+mj-lt" pitchFamily="34" charset="0"/>
                <a:ea typeface="+mj-lt" pitchFamily="34" charset="-122"/>
                <a:cs typeface="+mj-lt" pitchFamily="34" charset="-120"/>
              </a:rPr>
              <a:t> bus</a:t>
            </a:r>
            <a:endParaRPr lang="en-US" sz="2400" dirty="0"/>
          </a:p>
        </p:txBody>
      </p:sp>
      <p:sp>
        <p:nvSpPr>
          <p:cNvPr id="39" name="Shape 35"/>
          <p:cNvSpPr/>
          <p:nvPr/>
        </p:nvSpPr>
        <p:spPr>
          <a:xfrm>
            <a:off x="9770364" y="3815913"/>
            <a:ext cx="1069848" cy="329184"/>
          </a:xfrm>
          <a:prstGeom prst="roundRect">
            <a:avLst>
              <a:gd name="adj" fmla="val 27778"/>
            </a:avLst>
          </a:prstGeom>
          <a:solidFill>
            <a:schemeClr val="tx2"/>
          </a:solidFill>
          <a:ln w="12700">
            <a:solidFill>
              <a:srgbClr val="FFFFFF">
                <a:alpha val="0"/>
              </a:srgbClr>
            </a:solidFill>
            <a:prstDash val="solid"/>
          </a:ln>
        </p:spPr>
      </p:sp>
      <p:sp>
        <p:nvSpPr>
          <p:cNvPr id="40" name="Text 36"/>
          <p:cNvSpPr txBox="1"/>
          <p:nvPr/>
        </p:nvSpPr>
        <p:spPr>
          <a:xfrm>
            <a:off x="9797796" y="3815913"/>
            <a:ext cx="1014984" cy="329184"/>
          </a:xfrm>
          <a:prstGeom prst="rect">
            <a:avLst/>
          </a:prstGeom>
          <a:noFill/>
          <a:ln/>
        </p:spPr>
        <p:txBody>
          <a:bodyPr wrap="square" lIns="0" tIns="0" rIns="0" bIns="0" rtlCol="0" anchor="ctr"/>
          <a:lstStyle/>
          <a:p>
            <a:pPr algn="ctr" indent="0" marL="0">
              <a:buNone/>
            </a:pPr>
            <a:r>
              <a:rPr lang="en-US" sz="1300" b="1" dirty="0">
                <a:solidFill>
                  <a:schemeClr val="bg1"/>
                </a:solidFill>
              </a:rPr>
              <a:t>transport</a:t>
            </a:r>
            <a:endParaRPr lang="en-US" sz="1300" dirty="0"/>
          </a:p>
        </p:txBody>
      </p:sp>
      <p:sp>
        <p:nvSpPr>
          <p:cNvPr id="41" name="Shape 37"/>
          <p:cNvSpPr/>
          <p:nvPr/>
        </p:nvSpPr>
        <p:spPr>
          <a:xfrm>
            <a:off x="548640" y="4362704"/>
            <a:ext cx="2670048" cy="1077976"/>
          </a:xfrm>
          <a:prstGeom prst="roundRect">
            <a:avLst>
              <a:gd name="adj" fmla="val 6786"/>
            </a:avLst>
          </a:prstGeom>
          <a:solidFill>
            <a:schemeClr val="accent1">
              <a:alpha val="9000"/>
            </a:schemeClr>
          </a:solidFill>
          <a:ln w="25400">
            <a:solidFill>
              <a:srgbClr val="D9700F"/>
            </a:solidFill>
            <a:prstDash val="solid"/>
          </a:ln>
        </p:spPr>
      </p:sp>
      <p:sp>
        <p:nvSpPr>
          <p:cNvPr id="42" name="Text 38"/>
          <p:cNvSpPr txBox="1"/>
          <p:nvPr/>
        </p:nvSpPr>
        <p:spPr>
          <a:xfrm>
            <a:off x="640080" y="4435856"/>
            <a:ext cx="2487168" cy="592887"/>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het</a:t>
            </a:r>
            <a:r>
              <a:rPr lang="en-US" sz="2400" dirty="0">
                <a:solidFill>
                  <a:schemeClr val="tx1"/>
                </a:solidFill>
                <a:latin typeface="+mj-lt" pitchFamily="34" charset="0"/>
                <a:ea typeface="+mj-lt" pitchFamily="34" charset="-122"/>
                <a:cs typeface="+mj-lt" pitchFamily="34" charset="-120"/>
              </a:rPr>
              <a:t> centrum</a:t>
            </a:r>
            <a:endParaRPr lang="en-US" sz="2400" dirty="0"/>
          </a:p>
        </p:txBody>
      </p:sp>
      <p:sp>
        <p:nvSpPr>
          <p:cNvPr id="43" name="Shape 39"/>
          <p:cNvSpPr/>
          <p:nvPr/>
        </p:nvSpPr>
        <p:spPr>
          <a:xfrm>
            <a:off x="1626108" y="5031049"/>
            <a:ext cx="515112" cy="329184"/>
          </a:xfrm>
          <a:prstGeom prst="roundRect">
            <a:avLst>
              <a:gd name="adj" fmla="val 27778"/>
            </a:avLst>
          </a:prstGeom>
          <a:solidFill>
            <a:schemeClr val="accent1"/>
          </a:solidFill>
          <a:ln w="12700">
            <a:solidFill>
              <a:srgbClr val="FFFFFF">
                <a:alpha val="0"/>
              </a:srgbClr>
            </a:solidFill>
            <a:prstDash val="solid"/>
          </a:ln>
        </p:spPr>
      </p:sp>
      <p:sp>
        <p:nvSpPr>
          <p:cNvPr id="44" name="Text 40"/>
          <p:cNvSpPr txBox="1"/>
          <p:nvPr/>
        </p:nvSpPr>
        <p:spPr>
          <a:xfrm>
            <a:off x="1653540" y="5031049"/>
            <a:ext cx="460248" cy="329184"/>
          </a:xfrm>
          <a:prstGeom prst="rect">
            <a:avLst/>
          </a:prstGeom>
          <a:noFill/>
          <a:ln/>
        </p:spPr>
        <p:txBody>
          <a:bodyPr wrap="square" lIns="0" tIns="0" rIns="0" bIns="0" rtlCol="0" anchor="ctr"/>
          <a:lstStyle/>
          <a:p>
            <a:pPr algn="ctr" indent="0" marL="0">
              <a:buNone/>
            </a:pPr>
            <a:r>
              <a:rPr lang="en-US" sz="1300" b="1" dirty="0">
                <a:solidFill>
                  <a:schemeClr val="bg1"/>
                </a:solidFill>
              </a:rPr>
              <a:t>-um</a:t>
            </a:r>
            <a:endParaRPr lang="en-US" sz="1300" dirty="0"/>
          </a:p>
        </p:txBody>
      </p:sp>
      <p:sp>
        <p:nvSpPr>
          <p:cNvPr id="45" name="Shape 41"/>
          <p:cNvSpPr/>
          <p:nvPr/>
        </p:nvSpPr>
        <p:spPr>
          <a:xfrm>
            <a:off x="3355848" y="4362704"/>
            <a:ext cx="2670048" cy="1077976"/>
          </a:xfrm>
          <a:prstGeom prst="roundRect">
            <a:avLst>
              <a:gd name="adj" fmla="val 6786"/>
            </a:avLst>
          </a:prstGeom>
          <a:solidFill>
            <a:schemeClr val="tx2">
              <a:alpha val="7000"/>
            </a:schemeClr>
          </a:solidFill>
          <a:ln w="25400">
            <a:solidFill>
              <a:srgbClr val="17375E"/>
            </a:solidFill>
            <a:prstDash val="solid"/>
          </a:ln>
        </p:spPr>
      </p:sp>
      <p:sp>
        <p:nvSpPr>
          <p:cNvPr id="46" name="Text 42"/>
          <p:cNvSpPr txBox="1"/>
          <p:nvPr/>
        </p:nvSpPr>
        <p:spPr>
          <a:xfrm>
            <a:off x="3447288" y="4435856"/>
            <a:ext cx="2487168" cy="592887"/>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de</a:t>
            </a:r>
            <a:r>
              <a:rPr lang="en-US" sz="2400" dirty="0">
                <a:solidFill>
                  <a:schemeClr val="tx1"/>
                </a:solidFill>
                <a:latin typeface="+mj-lt" pitchFamily="34" charset="0"/>
                <a:ea typeface="+mj-lt" pitchFamily="34" charset="-122"/>
                <a:cs typeface="+mj-lt" pitchFamily="34" charset="-120"/>
              </a:rPr>
              <a:t> gezondheid</a:t>
            </a:r>
            <a:endParaRPr lang="en-US" sz="2400" dirty="0"/>
          </a:p>
        </p:txBody>
      </p:sp>
      <p:sp>
        <p:nvSpPr>
          <p:cNvPr id="47" name="Shape 43"/>
          <p:cNvSpPr/>
          <p:nvPr/>
        </p:nvSpPr>
        <p:spPr>
          <a:xfrm>
            <a:off x="4340860" y="5031049"/>
            <a:ext cx="700024" cy="329184"/>
          </a:xfrm>
          <a:prstGeom prst="roundRect">
            <a:avLst>
              <a:gd name="adj" fmla="val 27778"/>
            </a:avLst>
          </a:prstGeom>
          <a:solidFill>
            <a:schemeClr val="tx2"/>
          </a:solidFill>
          <a:ln w="12700">
            <a:solidFill>
              <a:srgbClr val="FFFFFF">
                <a:alpha val="0"/>
              </a:srgbClr>
            </a:solidFill>
            <a:prstDash val="solid"/>
          </a:ln>
        </p:spPr>
      </p:sp>
      <p:sp>
        <p:nvSpPr>
          <p:cNvPr id="48" name="Text 44"/>
          <p:cNvSpPr txBox="1"/>
          <p:nvPr/>
        </p:nvSpPr>
        <p:spPr>
          <a:xfrm>
            <a:off x="4368292" y="5031049"/>
            <a:ext cx="645160" cy="329184"/>
          </a:xfrm>
          <a:prstGeom prst="rect">
            <a:avLst/>
          </a:prstGeom>
          <a:noFill/>
          <a:ln/>
        </p:spPr>
        <p:txBody>
          <a:bodyPr wrap="square" lIns="0" tIns="0" rIns="0" bIns="0" rtlCol="0" anchor="ctr"/>
          <a:lstStyle/>
          <a:p>
            <a:pPr algn="ctr" indent="0" marL="0">
              <a:buNone/>
            </a:pPr>
            <a:r>
              <a:rPr lang="en-US" sz="1300" b="1" dirty="0">
                <a:solidFill>
                  <a:schemeClr val="bg1"/>
                </a:solidFill>
              </a:rPr>
              <a:t>-heid</a:t>
            </a:r>
            <a:endParaRPr lang="en-US" sz="1300" dirty="0"/>
          </a:p>
        </p:txBody>
      </p:sp>
      <p:sp>
        <p:nvSpPr>
          <p:cNvPr id="49" name="Shape 45"/>
          <p:cNvSpPr/>
          <p:nvPr/>
        </p:nvSpPr>
        <p:spPr>
          <a:xfrm>
            <a:off x="6163056" y="4362704"/>
            <a:ext cx="2670048" cy="1077976"/>
          </a:xfrm>
          <a:prstGeom prst="roundRect">
            <a:avLst>
              <a:gd name="adj" fmla="val 6786"/>
            </a:avLst>
          </a:prstGeom>
          <a:solidFill>
            <a:schemeClr val="accent1">
              <a:alpha val="9000"/>
            </a:schemeClr>
          </a:solidFill>
          <a:ln w="25400">
            <a:solidFill>
              <a:srgbClr val="D9700F"/>
            </a:solidFill>
            <a:prstDash val="solid"/>
          </a:ln>
        </p:spPr>
      </p:sp>
      <p:sp>
        <p:nvSpPr>
          <p:cNvPr id="50" name="Text 46"/>
          <p:cNvSpPr txBox="1"/>
          <p:nvPr/>
        </p:nvSpPr>
        <p:spPr>
          <a:xfrm>
            <a:off x="6254496" y="4435856"/>
            <a:ext cx="2487168" cy="592887"/>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het</a:t>
            </a:r>
            <a:r>
              <a:rPr lang="en-US" sz="2400" dirty="0">
                <a:solidFill>
                  <a:schemeClr val="tx1"/>
                </a:solidFill>
                <a:latin typeface="+mj-lt" pitchFamily="34" charset="0"/>
                <a:ea typeface="+mj-lt" pitchFamily="34" charset="-122"/>
                <a:cs typeface="+mj-lt" pitchFamily="34" charset="-120"/>
              </a:rPr>
              <a:t> weekend</a:t>
            </a:r>
            <a:endParaRPr lang="en-US" sz="2400" dirty="0"/>
          </a:p>
        </p:txBody>
      </p:sp>
      <p:sp>
        <p:nvSpPr>
          <p:cNvPr id="51" name="Shape 47"/>
          <p:cNvSpPr/>
          <p:nvPr/>
        </p:nvSpPr>
        <p:spPr>
          <a:xfrm>
            <a:off x="6963156" y="5031049"/>
            <a:ext cx="1069848" cy="329184"/>
          </a:xfrm>
          <a:prstGeom prst="roundRect">
            <a:avLst>
              <a:gd name="adj" fmla="val 27778"/>
            </a:avLst>
          </a:prstGeom>
          <a:solidFill>
            <a:schemeClr val="accent1"/>
          </a:solidFill>
          <a:ln w="12700">
            <a:solidFill>
              <a:srgbClr val="FFFFFF">
                <a:alpha val="0"/>
              </a:srgbClr>
            </a:solidFill>
            <a:prstDash val="solid"/>
          </a:ln>
        </p:spPr>
      </p:sp>
      <p:sp>
        <p:nvSpPr>
          <p:cNvPr id="52" name="Text 48"/>
          <p:cNvSpPr txBox="1"/>
          <p:nvPr/>
        </p:nvSpPr>
        <p:spPr>
          <a:xfrm>
            <a:off x="6990588" y="5031049"/>
            <a:ext cx="1014984" cy="329184"/>
          </a:xfrm>
          <a:prstGeom prst="rect">
            <a:avLst/>
          </a:prstGeom>
          <a:noFill/>
          <a:ln/>
        </p:spPr>
        <p:txBody>
          <a:bodyPr wrap="square" lIns="0" tIns="0" rIns="0" bIns="0" rtlCol="0" anchor="ctr"/>
          <a:lstStyle/>
          <a:p>
            <a:pPr algn="ctr" indent="0" marL="0">
              <a:buNone/>
            </a:pPr>
            <a:r>
              <a:rPr lang="en-US" sz="1300" b="1" dirty="0">
                <a:solidFill>
                  <a:schemeClr val="bg1"/>
                </a:solidFill>
              </a:rPr>
              <a:t>exception</a:t>
            </a:r>
            <a:endParaRPr lang="en-US" sz="1300" dirty="0"/>
          </a:p>
        </p:txBody>
      </p:sp>
      <p:sp>
        <p:nvSpPr>
          <p:cNvPr id="53" name="Shape 49"/>
          <p:cNvSpPr/>
          <p:nvPr/>
        </p:nvSpPr>
        <p:spPr>
          <a:xfrm>
            <a:off x="8970264" y="4362704"/>
            <a:ext cx="2670048" cy="1077976"/>
          </a:xfrm>
          <a:prstGeom prst="roundRect">
            <a:avLst>
              <a:gd name="adj" fmla="val 6786"/>
            </a:avLst>
          </a:prstGeom>
          <a:solidFill>
            <a:schemeClr val="accent1">
              <a:alpha val="9000"/>
            </a:schemeClr>
          </a:solidFill>
          <a:ln w="25400">
            <a:solidFill>
              <a:srgbClr val="D9700F"/>
            </a:solidFill>
            <a:prstDash val="solid"/>
          </a:ln>
        </p:spPr>
      </p:sp>
      <p:sp>
        <p:nvSpPr>
          <p:cNvPr id="54" name="Text 50"/>
          <p:cNvSpPr txBox="1"/>
          <p:nvPr/>
        </p:nvSpPr>
        <p:spPr>
          <a:xfrm>
            <a:off x="9061704" y="4435856"/>
            <a:ext cx="2487168" cy="592887"/>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het</a:t>
            </a:r>
            <a:r>
              <a:rPr lang="en-US" sz="2400" dirty="0">
                <a:solidFill>
                  <a:schemeClr val="tx1"/>
                </a:solidFill>
                <a:latin typeface="+mj-lt" pitchFamily="34" charset="0"/>
                <a:ea typeface="+mj-lt" pitchFamily="34" charset="-122"/>
                <a:cs typeface="+mj-lt" pitchFamily="34" charset="-120"/>
              </a:rPr>
              <a:t> kind</a:t>
            </a:r>
            <a:endParaRPr lang="en-US" sz="2400" dirty="0"/>
          </a:p>
        </p:txBody>
      </p:sp>
      <p:sp>
        <p:nvSpPr>
          <p:cNvPr id="55" name="Shape 51"/>
          <p:cNvSpPr/>
          <p:nvPr/>
        </p:nvSpPr>
        <p:spPr>
          <a:xfrm>
            <a:off x="9770364" y="5031049"/>
            <a:ext cx="1069848" cy="329184"/>
          </a:xfrm>
          <a:prstGeom prst="roundRect">
            <a:avLst>
              <a:gd name="adj" fmla="val 27778"/>
            </a:avLst>
          </a:prstGeom>
          <a:solidFill>
            <a:schemeClr val="accent1"/>
          </a:solidFill>
          <a:ln w="12700">
            <a:solidFill>
              <a:srgbClr val="FFFFFF">
                <a:alpha val="0"/>
              </a:srgbClr>
            </a:solidFill>
            <a:prstDash val="solid"/>
          </a:ln>
        </p:spPr>
      </p:sp>
      <p:sp>
        <p:nvSpPr>
          <p:cNvPr id="56" name="Text 52"/>
          <p:cNvSpPr txBox="1"/>
          <p:nvPr/>
        </p:nvSpPr>
        <p:spPr>
          <a:xfrm>
            <a:off x="9797796" y="5031049"/>
            <a:ext cx="1014984" cy="329184"/>
          </a:xfrm>
          <a:prstGeom prst="rect">
            <a:avLst/>
          </a:prstGeom>
          <a:noFill/>
          <a:ln/>
        </p:spPr>
        <p:txBody>
          <a:bodyPr wrap="square" lIns="0" tIns="0" rIns="0" bIns="0" rtlCol="0" anchor="ctr"/>
          <a:lstStyle/>
          <a:p>
            <a:pPr algn="ctr" indent="0" marL="0">
              <a:buNone/>
            </a:pPr>
            <a:r>
              <a:rPr lang="en-US" sz="1300" b="1" dirty="0">
                <a:solidFill>
                  <a:schemeClr val="bg1"/>
                </a:solidFill>
              </a:rPr>
              <a:t>exception</a:t>
            </a:r>
            <a:endParaRPr lang="en-US" sz="1300" dirty="0"/>
          </a:p>
        </p:txBody>
      </p:sp>
      <p:sp>
        <p:nvSpPr>
          <p:cNvPr id="57" name="Shape 53"/>
          <p:cNvSpPr/>
          <p:nvPr/>
        </p:nvSpPr>
        <p:spPr>
          <a:xfrm>
            <a:off x="548640" y="5596128"/>
            <a:ext cx="11091672" cy="667512"/>
          </a:xfrm>
          <a:prstGeom prst="roundRect">
            <a:avLst>
              <a:gd name="adj" fmla="val 10959"/>
            </a:avLst>
          </a:prstGeom>
          <a:solidFill>
            <a:schemeClr val="bg2"/>
          </a:solidFill>
          <a:ln w="12700">
            <a:solidFill>
              <a:srgbClr val="D5DCE6"/>
            </a:solidFill>
            <a:prstDash val="solid"/>
          </a:ln>
        </p:spPr>
      </p:sp>
      <p:pic>
        <p:nvPicPr>
          <p:cNvPr id="58" name="Image 1" descr="Trophy">    </p:cNvPr>
          <p:cNvPicPr>
            <a:picLocks noChangeAspect="1"/>
          </p:cNvPicPr>
          <p:nvPr/>
        </p:nvPicPr>
        <p:blipFill>
          <a:blip r:embed="rId2"/>
          <a:stretch>
            <a:fillRect/>
          </a:stretch>
        </p:blipFill>
        <p:spPr>
          <a:xfrm>
            <a:off x="777240" y="5742432"/>
            <a:ext cx="384048" cy="384048"/>
          </a:xfrm>
          <a:prstGeom prst="rect">
            <a:avLst/>
          </a:prstGeom>
        </p:spPr>
      </p:pic>
      <p:sp>
        <p:nvSpPr>
          <p:cNvPr id="59" name="Text 54"/>
          <p:cNvSpPr txBox="1"/>
          <p:nvPr/>
        </p:nvSpPr>
        <p:spPr>
          <a:xfrm>
            <a:off x="1325880" y="5596128"/>
            <a:ext cx="10149840" cy="667512"/>
          </a:xfrm>
          <a:prstGeom prst="rect">
            <a:avLst/>
          </a:prstGeom>
          <a:noFill/>
          <a:ln/>
        </p:spPr>
        <p:txBody>
          <a:bodyPr wrap="square" lIns="0" tIns="0" rIns="0" bIns="0" rtlCol="0" anchor="ctr"/>
          <a:lstStyle/>
          <a:p>
            <a:pPr algn="l" indent="0" marL="0">
              <a:buNone/>
            </a:pPr>
            <a:r>
              <a:rPr lang="en-US" sz="1900" dirty="0">
                <a:solidFill>
                  <a:schemeClr val="tx1"/>
                </a:solidFill>
              </a:rPr>
              <a:t>BARÈME   ✓ article juste = </a:t>
            </a:r>
            <a:r>
              <a:rPr lang="en-US" sz="1900" b="1" dirty="0">
                <a:solidFill>
                  <a:schemeClr val="tx1"/>
                </a:solidFill>
              </a:rPr>
              <a:t>1 point</a:t>
            </a:r>
            <a:r>
              <a:rPr lang="en-US" sz="1900" dirty="0">
                <a:solidFill>
                  <a:schemeClr val="tx1"/>
                </a:solidFill>
              </a:rPr>
              <a:t>   ·   ✓✓ article + famille = </a:t>
            </a:r>
            <a:r>
              <a:rPr lang="en-US" sz="1900" b="1" dirty="0">
                <a:solidFill>
                  <a:schemeClr val="tx1"/>
                </a:solidFill>
              </a:rPr>
              <a:t>2 points</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Le détective du bureau</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Trouvez les erreurs d’articles… mais ne corrigez pas ce qui est juste !</a:t>
            </a:r>
            <a:endParaRPr lang="en-US" sz="1700" dirty="0"/>
          </a:p>
        </p:txBody>
      </p:sp>
      <p:sp>
        <p:nvSpPr>
          <p:cNvPr id="8" name="Shape 4"/>
          <p:cNvSpPr/>
          <p:nvPr/>
        </p:nvSpPr>
        <p:spPr>
          <a:xfrm>
            <a:off x="548640" y="1950720"/>
            <a:ext cx="7223760" cy="4312920"/>
          </a:xfrm>
          <a:prstGeom prst="roundRect">
            <a:avLst>
              <a:gd name="adj" fmla="val 848"/>
            </a:avLst>
          </a:prstGeom>
          <a:solidFill>
            <a:srgbClr val="C9A27A"/>
          </a:solidFill>
          <a:ln w="50800">
            <a:solidFill>
              <a:srgbClr val="8B6B43"/>
            </a:solidFill>
            <a:prstDash val="solid"/>
          </a:ln>
        </p:spPr>
      </p:sp>
      <p:sp>
        <p:nvSpPr>
          <p:cNvPr id="9" name="Shape 5"/>
          <p:cNvSpPr/>
          <p:nvPr/>
        </p:nvSpPr>
        <p:spPr>
          <a:xfrm>
            <a:off x="868680" y="2316480"/>
            <a:ext cx="82296" cy="82296"/>
          </a:xfrm>
          <a:prstGeom prst="ellipse">
            <a:avLst/>
          </a:prstGeom>
          <a:solidFill>
            <a:srgbClr val="8B6B43">
              <a:alpha val="60000"/>
            </a:srgbClr>
          </a:solidFill>
          <a:ln w="12700">
            <a:solidFill>
              <a:srgbClr val="FFFFFF">
                <a:alpha val="0"/>
              </a:srgbClr>
            </a:solidFill>
            <a:prstDash val="solid"/>
          </a:ln>
        </p:spPr>
      </p:sp>
      <p:sp>
        <p:nvSpPr>
          <p:cNvPr id="10" name="Shape 6"/>
          <p:cNvSpPr/>
          <p:nvPr/>
        </p:nvSpPr>
        <p:spPr>
          <a:xfrm>
            <a:off x="7223760" y="2453640"/>
            <a:ext cx="82296" cy="82296"/>
          </a:xfrm>
          <a:prstGeom prst="ellipse">
            <a:avLst/>
          </a:prstGeom>
          <a:solidFill>
            <a:srgbClr val="8B6B43">
              <a:alpha val="60000"/>
            </a:srgbClr>
          </a:solidFill>
          <a:ln w="12700">
            <a:solidFill>
              <a:srgbClr val="FFFFFF">
                <a:alpha val="0"/>
              </a:srgbClr>
            </a:solidFill>
            <a:prstDash val="solid"/>
          </a:ln>
        </p:spPr>
      </p:sp>
      <p:sp>
        <p:nvSpPr>
          <p:cNvPr id="11" name="Shape 7"/>
          <p:cNvSpPr/>
          <p:nvPr/>
        </p:nvSpPr>
        <p:spPr>
          <a:xfrm>
            <a:off x="1005840" y="5852160"/>
            <a:ext cx="82296" cy="82296"/>
          </a:xfrm>
          <a:prstGeom prst="ellipse">
            <a:avLst/>
          </a:prstGeom>
          <a:solidFill>
            <a:srgbClr val="8B6B43">
              <a:alpha val="60000"/>
            </a:srgbClr>
          </a:solidFill>
          <a:ln w="12700">
            <a:solidFill>
              <a:srgbClr val="FFFFFF">
                <a:alpha val="0"/>
              </a:srgbClr>
            </a:solidFill>
            <a:prstDash val="solid"/>
          </a:ln>
        </p:spPr>
      </p:sp>
      <p:sp>
        <p:nvSpPr>
          <p:cNvPr id="12" name="Shape 8"/>
          <p:cNvSpPr/>
          <p:nvPr/>
        </p:nvSpPr>
        <p:spPr>
          <a:xfrm>
            <a:off x="7315200" y="5897880"/>
            <a:ext cx="82296" cy="82296"/>
          </a:xfrm>
          <a:prstGeom prst="ellipse">
            <a:avLst/>
          </a:prstGeom>
          <a:solidFill>
            <a:srgbClr val="8B6B43">
              <a:alpha val="60000"/>
            </a:srgbClr>
          </a:solidFill>
          <a:ln w="12700">
            <a:solidFill>
              <a:srgbClr val="FFFFFF">
                <a:alpha val="0"/>
              </a:srgbClr>
            </a:solidFill>
            <a:prstDash val="solid"/>
          </a:ln>
        </p:spPr>
      </p:sp>
      <p:sp>
        <p:nvSpPr>
          <p:cNvPr id="13" name="Shape 9"/>
          <p:cNvSpPr/>
          <p:nvPr/>
        </p:nvSpPr>
        <p:spPr>
          <a:xfrm>
            <a:off x="4114800" y="6035040"/>
            <a:ext cx="82296" cy="82296"/>
          </a:xfrm>
          <a:prstGeom prst="ellipse">
            <a:avLst/>
          </a:prstGeom>
          <a:solidFill>
            <a:srgbClr val="8B6B43">
              <a:alpha val="60000"/>
            </a:srgbClr>
          </a:solidFill>
          <a:ln w="12700">
            <a:solidFill>
              <a:srgbClr val="FFFFFF">
                <a:alpha val="0"/>
              </a:srgbClr>
            </a:solidFill>
            <a:prstDash val="solid"/>
          </a:ln>
        </p:spPr>
      </p:sp>
      <p:sp>
        <p:nvSpPr>
          <p:cNvPr id="14" name="Shape 10"/>
          <p:cNvSpPr/>
          <p:nvPr/>
        </p:nvSpPr>
        <p:spPr>
          <a:xfrm>
            <a:off x="1005840" y="2270760"/>
            <a:ext cx="6309360" cy="3672840"/>
          </a:xfrm>
          <a:prstGeom prst="roundRect">
            <a:avLst>
              <a:gd name="adj" fmla="val 498"/>
            </a:avLst>
          </a:prstGeom>
          <a:solidFill>
            <a:srgbClr val="FFF3B0"/>
          </a:solidFill>
          <a:ln w="9525">
            <a:solidFill>
              <a:srgbClr val="E5D27A"/>
            </a:solidFill>
            <a:prstDash val="solid"/>
          </a:ln>
          <a:effectLst>
            <a:outerShdw sx="100000" sy="100000" kx="0" ky="0" algn="bl" rotWithShape="0" blurRad="101600" dist="25400" dir="3600000">
              <a:srgbClr val="000000">
                <a:alpha val="16000"/>
              </a:srgbClr>
            </a:outerShdw>
          </a:effectLst>
        </p:spPr>
      </p:sp>
      <p:pic>
        <p:nvPicPr>
          <p:cNvPr id="15" name="Image 1" descr="Thumbtack">    </p:cNvPr>
          <p:cNvPicPr>
            <a:picLocks noChangeAspect="1"/>
          </p:cNvPicPr>
          <p:nvPr/>
        </p:nvPicPr>
        <p:blipFill>
          <a:blip r:embed="rId2"/>
          <a:stretch>
            <a:fillRect/>
          </a:stretch>
        </p:blipFill>
        <p:spPr>
          <a:xfrm>
            <a:off x="3977640" y="2069592"/>
            <a:ext cx="384048" cy="384048"/>
          </a:xfrm>
          <a:prstGeom prst="rect">
            <a:avLst/>
          </a:prstGeom>
        </p:spPr>
      </p:pic>
      <p:sp>
        <p:nvSpPr>
          <p:cNvPr id="16" name="Text 11"/>
          <p:cNvSpPr txBox="1"/>
          <p:nvPr/>
        </p:nvSpPr>
        <p:spPr>
          <a:xfrm>
            <a:off x="1325880" y="2499360"/>
            <a:ext cx="3657600" cy="292608"/>
          </a:xfrm>
          <a:prstGeom prst="rect">
            <a:avLst/>
          </a:prstGeom>
          <a:noFill/>
          <a:ln/>
        </p:spPr>
        <p:txBody>
          <a:bodyPr wrap="square" lIns="0" tIns="0" rIns="0" bIns="0" rtlCol="0" anchor="t"/>
          <a:lstStyle/>
          <a:p>
            <a:pPr algn="l" indent="0" marL="0">
              <a:buNone/>
            </a:pPr>
            <a:r>
              <a:rPr lang="en-US" sz="1200" b="1" spc="200" kern="0" dirty="0">
                <a:solidFill>
                  <a:schemeClr val="accent5"/>
                </a:solidFill>
              </a:rPr>
              <a:t>NOTE DE SERVICE</a:t>
            </a:r>
            <a:endParaRPr lang="en-US" sz="1200" dirty="0"/>
          </a:p>
        </p:txBody>
      </p:sp>
      <p:sp>
        <p:nvSpPr>
          <p:cNvPr id="17" name="Text 12"/>
          <p:cNvSpPr txBox="1"/>
          <p:nvPr/>
        </p:nvSpPr>
        <p:spPr>
          <a:xfrm>
            <a:off x="1325880" y="2910840"/>
            <a:ext cx="5669280" cy="2849880"/>
          </a:xfrm>
          <a:prstGeom prst="rect">
            <a:avLst/>
          </a:prstGeom>
          <a:noFill/>
          <a:ln/>
        </p:spPr>
        <p:txBody>
          <a:bodyPr wrap="square" lIns="0" tIns="0" rIns="0" bIns="0" rtlCol="0" anchor="t"/>
          <a:lstStyle/>
          <a:p>
            <a:pPr algn="l" indent="0" marL="0">
              <a:lnSpc>
                <a:spcPct val="125000"/>
              </a:lnSpc>
              <a:buNone/>
            </a:pPr>
            <a:r>
              <a:rPr lang="en-US" sz="2300" dirty="0">
                <a:solidFill>
                  <a:schemeClr val="tx1"/>
                </a:solidFill>
              </a:rPr>
              <a:t>Het vergadering begint om 10 uur. De meisje van de receptie geeft het documenten aan de directeur. Ze zegt: "Het werken in de kantoor is leuk!"</a:t>
            </a:r>
            <a:endParaRPr lang="en-US" sz="2300" dirty="0"/>
          </a:p>
        </p:txBody>
      </p:sp>
      <p:pic>
        <p:nvPicPr>
          <p:cNvPr id="18" name="Image 2" descr="MagnifyingGlass">    </p:cNvPr>
          <p:cNvPicPr>
            <a:picLocks noChangeAspect="1"/>
          </p:cNvPicPr>
          <p:nvPr/>
        </p:nvPicPr>
        <p:blipFill>
          <a:blip r:embed="rId3"/>
          <a:stretch>
            <a:fillRect/>
          </a:stretch>
        </p:blipFill>
        <p:spPr>
          <a:xfrm>
            <a:off x="8915400" y="2161032"/>
            <a:ext cx="1828800" cy="1828800"/>
          </a:xfrm>
          <a:prstGeom prst="rect">
            <a:avLst/>
          </a:prstGeom>
        </p:spPr>
      </p:pic>
      <p:sp>
        <p:nvSpPr>
          <p:cNvPr id="19" name="Shape 13"/>
          <p:cNvSpPr/>
          <p:nvPr/>
        </p:nvSpPr>
        <p:spPr>
          <a:xfrm>
            <a:off x="8366760" y="4309872"/>
            <a:ext cx="1051560" cy="1051560"/>
          </a:xfrm>
          <a:prstGeom prst="ellipse">
            <a:avLst/>
          </a:prstGeom>
          <a:solidFill>
            <a:schemeClr val="accent6"/>
          </a:solidFill>
          <a:ln w="12700">
            <a:solidFill>
              <a:srgbClr val="FFFFFF">
                <a:alpha val="0"/>
              </a:srgbClr>
            </a:solidFill>
            <a:prstDash val="solid"/>
          </a:ln>
        </p:spPr>
      </p:sp>
      <p:sp>
        <p:nvSpPr>
          <p:cNvPr id="20" name="Text 14"/>
          <p:cNvSpPr txBox="1"/>
          <p:nvPr/>
        </p:nvSpPr>
        <p:spPr>
          <a:xfrm>
            <a:off x="8366760" y="4309872"/>
            <a:ext cx="1051560" cy="1051560"/>
          </a:xfrm>
          <a:prstGeom prst="rect">
            <a:avLst/>
          </a:prstGeom>
          <a:noFill/>
          <a:ln/>
        </p:spPr>
        <p:txBody>
          <a:bodyPr wrap="square" lIns="0" tIns="0" rIns="0" bIns="0" rtlCol="0" anchor="ctr"/>
          <a:lstStyle/>
          <a:p>
            <a:pPr algn="ctr" indent="0" marL="0">
              <a:buNone/>
            </a:pPr>
            <a:r>
              <a:rPr lang="en-US" sz="4800" b="1" dirty="0">
                <a:solidFill>
                  <a:schemeClr val="bg1"/>
                </a:solidFill>
                <a:latin typeface="+mj-lt" pitchFamily="34" charset="0"/>
                <a:ea typeface="+mj-lt" pitchFamily="34" charset="-122"/>
                <a:cs typeface="+mj-lt" pitchFamily="34" charset="-120"/>
              </a:rPr>
              <a:t>4</a:t>
            </a:r>
            <a:endParaRPr lang="en-US" sz="4800" dirty="0"/>
          </a:p>
        </p:txBody>
      </p:sp>
      <p:sp>
        <p:nvSpPr>
          <p:cNvPr id="21" name="Text 15"/>
          <p:cNvSpPr txBox="1"/>
          <p:nvPr/>
        </p:nvSpPr>
        <p:spPr>
          <a:xfrm>
            <a:off x="9555480" y="4309872"/>
            <a:ext cx="2011680" cy="1051560"/>
          </a:xfrm>
          <a:prstGeom prst="rect">
            <a:avLst/>
          </a:prstGeom>
          <a:noFill/>
          <a:ln/>
        </p:spPr>
        <p:txBody>
          <a:bodyPr wrap="square" lIns="0" tIns="0" rIns="0" bIns="0" rtlCol="0" anchor="ctr"/>
          <a:lstStyle/>
          <a:p>
            <a:pPr algn="l" indent="0" marL="0">
              <a:buNone/>
            </a:pPr>
            <a:r>
              <a:rPr lang="en-US" sz="2400" b="1" dirty="0">
                <a:solidFill>
                  <a:schemeClr val="accent6"/>
                </a:solidFill>
                <a:latin typeface="+mj-lt" pitchFamily="34" charset="0"/>
                <a:ea typeface="+mj-lt" pitchFamily="34" charset="-122"/>
                <a:cs typeface="+mj-lt" pitchFamily="34" charset="-120"/>
              </a:rPr>
              <a:t>erreurs</a:t>
            </a:r>
            <a:endParaRPr lang="en-US" sz="2400" dirty="0"/>
          </a:p>
          <a:p>
            <a:pPr algn="l" indent="0" marL="0">
              <a:buNone/>
            </a:pPr>
            <a:r>
              <a:rPr lang="en-US" sz="2400" b="1" dirty="0">
                <a:solidFill>
                  <a:schemeClr val="accent6"/>
                </a:solidFill>
                <a:latin typeface="+mj-lt" pitchFamily="34" charset="0"/>
                <a:ea typeface="+mj-lt" pitchFamily="34" charset="-122"/>
                <a:cs typeface="+mj-lt" pitchFamily="34" charset="-120"/>
              </a:rPr>
              <a:t>cachées</a:t>
            </a:r>
            <a:endParaRPr lang="en-US" sz="2400" dirty="0"/>
          </a:p>
        </p:txBody>
      </p:sp>
      <p:sp>
        <p:nvSpPr>
          <p:cNvPr id="22" name="Text 16"/>
          <p:cNvSpPr txBox="1"/>
          <p:nvPr/>
        </p:nvSpPr>
        <p:spPr>
          <a:xfrm>
            <a:off x="8046720" y="5590032"/>
            <a:ext cx="3593592" cy="640080"/>
          </a:xfrm>
          <a:prstGeom prst="rect">
            <a:avLst/>
          </a:prstGeom>
          <a:noFill/>
          <a:ln/>
        </p:spPr>
        <p:txBody>
          <a:bodyPr wrap="square" lIns="0" tIns="0" rIns="0" bIns="0" rtlCol="0" anchor="ctr"/>
          <a:lstStyle/>
          <a:p>
            <a:pPr algn="ctr" indent="0" marL="0">
              <a:buNone/>
            </a:pPr>
            <a:r>
              <a:rPr lang="en-US" sz="1600" i="1" dirty="0">
                <a:solidFill>
                  <a:schemeClr val="accent5"/>
                </a:solidFill>
              </a:rPr>
              <a:t>Justifiez chaque correction par sa </a:t>
            </a:r>
            <a:r>
              <a:rPr lang="en-US" sz="1600" b="1" i="1" dirty="0">
                <a:solidFill>
                  <a:schemeClr val="accent5"/>
                </a:solidFill>
              </a:rPr>
              <a:t>famille</a:t>
            </a:r>
            <a:r>
              <a:rPr lang="en-US" sz="1600" i="1" dirty="0">
                <a:solidFill>
                  <a:schemeClr val="accent5"/>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Le détective du bureau</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Trouvez les erreurs d’articles… mais ne corrigez pas ce qui est juste !</a:t>
            </a:r>
            <a:endParaRPr lang="en-US" sz="1700" dirty="0"/>
          </a:p>
        </p:txBody>
      </p:sp>
      <p:sp>
        <p:nvSpPr>
          <p:cNvPr id="9" name="Shape 5"/>
          <p:cNvSpPr/>
          <p:nvPr/>
        </p:nvSpPr>
        <p:spPr>
          <a:xfrm>
            <a:off x="548640" y="1950720"/>
            <a:ext cx="7223760" cy="4312920"/>
          </a:xfrm>
          <a:prstGeom prst="roundRect">
            <a:avLst>
              <a:gd name="adj" fmla="val 848"/>
            </a:avLst>
          </a:prstGeom>
          <a:solidFill>
            <a:srgbClr val="C9A27A"/>
          </a:solidFill>
          <a:ln w="50800">
            <a:solidFill>
              <a:srgbClr val="8B6B43"/>
            </a:solidFill>
            <a:prstDash val="solid"/>
          </a:ln>
        </p:spPr>
      </p:sp>
      <p:sp>
        <p:nvSpPr>
          <p:cNvPr id="10" name="Shape 6"/>
          <p:cNvSpPr/>
          <p:nvPr/>
        </p:nvSpPr>
        <p:spPr>
          <a:xfrm>
            <a:off x="868680" y="2316480"/>
            <a:ext cx="82296" cy="82296"/>
          </a:xfrm>
          <a:prstGeom prst="ellipse">
            <a:avLst/>
          </a:prstGeom>
          <a:solidFill>
            <a:srgbClr val="8B6B43">
              <a:alpha val="60000"/>
            </a:srgbClr>
          </a:solidFill>
          <a:ln w="12700">
            <a:solidFill>
              <a:srgbClr val="FFFFFF">
                <a:alpha val="0"/>
              </a:srgbClr>
            </a:solidFill>
            <a:prstDash val="solid"/>
          </a:ln>
        </p:spPr>
      </p:sp>
      <p:sp>
        <p:nvSpPr>
          <p:cNvPr id="11" name="Shape 7"/>
          <p:cNvSpPr/>
          <p:nvPr/>
        </p:nvSpPr>
        <p:spPr>
          <a:xfrm>
            <a:off x="7223760" y="2453640"/>
            <a:ext cx="82296" cy="82296"/>
          </a:xfrm>
          <a:prstGeom prst="ellipse">
            <a:avLst/>
          </a:prstGeom>
          <a:solidFill>
            <a:srgbClr val="8B6B43">
              <a:alpha val="60000"/>
            </a:srgbClr>
          </a:solidFill>
          <a:ln w="12700">
            <a:solidFill>
              <a:srgbClr val="FFFFFF">
                <a:alpha val="0"/>
              </a:srgbClr>
            </a:solidFill>
            <a:prstDash val="solid"/>
          </a:ln>
        </p:spPr>
      </p:sp>
      <p:sp>
        <p:nvSpPr>
          <p:cNvPr id="12" name="Shape 8"/>
          <p:cNvSpPr/>
          <p:nvPr/>
        </p:nvSpPr>
        <p:spPr>
          <a:xfrm>
            <a:off x="1005840" y="5852160"/>
            <a:ext cx="82296" cy="82296"/>
          </a:xfrm>
          <a:prstGeom prst="ellipse">
            <a:avLst/>
          </a:prstGeom>
          <a:solidFill>
            <a:srgbClr val="8B6B43">
              <a:alpha val="60000"/>
            </a:srgbClr>
          </a:solidFill>
          <a:ln w="12700">
            <a:solidFill>
              <a:srgbClr val="FFFFFF">
                <a:alpha val="0"/>
              </a:srgbClr>
            </a:solidFill>
            <a:prstDash val="solid"/>
          </a:ln>
        </p:spPr>
      </p:sp>
      <p:sp>
        <p:nvSpPr>
          <p:cNvPr id="13" name="Shape 9"/>
          <p:cNvSpPr/>
          <p:nvPr/>
        </p:nvSpPr>
        <p:spPr>
          <a:xfrm>
            <a:off x="7315200" y="5897880"/>
            <a:ext cx="82296" cy="82296"/>
          </a:xfrm>
          <a:prstGeom prst="ellipse">
            <a:avLst/>
          </a:prstGeom>
          <a:solidFill>
            <a:srgbClr val="8B6B43">
              <a:alpha val="60000"/>
            </a:srgbClr>
          </a:solidFill>
          <a:ln w="12700">
            <a:solidFill>
              <a:srgbClr val="FFFFFF">
                <a:alpha val="0"/>
              </a:srgbClr>
            </a:solidFill>
            <a:prstDash val="solid"/>
          </a:ln>
        </p:spPr>
      </p:sp>
      <p:sp>
        <p:nvSpPr>
          <p:cNvPr id="14" name="Shape 10"/>
          <p:cNvSpPr/>
          <p:nvPr/>
        </p:nvSpPr>
        <p:spPr>
          <a:xfrm>
            <a:off x="4114800" y="6035040"/>
            <a:ext cx="82296" cy="82296"/>
          </a:xfrm>
          <a:prstGeom prst="ellipse">
            <a:avLst/>
          </a:prstGeom>
          <a:solidFill>
            <a:srgbClr val="8B6B43">
              <a:alpha val="60000"/>
            </a:srgbClr>
          </a:solidFill>
          <a:ln w="12700">
            <a:solidFill>
              <a:srgbClr val="FFFFFF">
                <a:alpha val="0"/>
              </a:srgbClr>
            </a:solidFill>
            <a:prstDash val="solid"/>
          </a:ln>
        </p:spPr>
      </p:sp>
      <p:sp>
        <p:nvSpPr>
          <p:cNvPr id="15" name="Shape 11"/>
          <p:cNvSpPr/>
          <p:nvPr/>
        </p:nvSpPr>
        <p:spPr>
          <a:xfrm>
            <a:off x="1005840" y="2270760"/>
            <a:ext cx="6309360" cy="3672840"/>
          </a:xfrm>
          <a:prstGeom prst="roundRect">
            <a:avLst>
              <a:gd name="adj" fmla="val 498"/>
            </a:avLst>
          </a:prstGeom>
          <a:solidFill>
            <a:srgbClr val="FFF3B0"/>
          </a:solidFill>
          <a:ln w="9525">
            <a:solidFill>
              <a:srgbClr val="E5D27A"/>
            </a:solidFill>
            <a:prstDash val="solid"/>
          </a:ln>
          <a:effectLst>
            <a:outerShdw sx="100000" sy="100000" kx="0" ky="0" algn="bl" rotWithShape="0" blurRad="101600" dist="25400" dir="3600000">
              <a:srgbClr val="000000">
                <a:alpha val="16000"/>
              </a:srgbClr>
            </a:outerShdw>
          </a:effectLst>
        </p:spPr>
      </p:sp>
      <p:pic>
        <p:nvPicPr>
          <p:cNvPr id="16" name="Image 1" descr="Thumbtack">    </p:cNvPr>
          <p:cNvPicPr>
            <a:picLocks noChangeAspect="1"/>
          </p:cNvPicPr>
          <p:nvPr/>
        </p:nvPicPr>
        <p:blipFill>
          <a:blip r:embed="rId2"/>
          <a:stretch>
            <a:fillRect/>
          </a:stretch>
        </p:blipFill>
        <p:spPr>
          <a:xfrm>
            <a:off x="3977640" y="2069592"/>
            <a:ext cx="384048" cy="384048"/>
          </a:xfrm>
          <a:prstGeom prst="rect">
            <a:avLst/>
          </a:prstGeom>
        </p:spPr>
      </p:pic>
      <p:sp>
        <p:nvSpPr>
          <p:cNvPr id="17" name="Text 12"/>
          <p:cNvSpPr txBox="1"/>
          <p:nvPr/>
        </p:nvSpPr>
        <p:spPr>
          <a:xfrm>
            <a:off x="1325880" y="2499360"/>
            <a:ext cx="3657600" cy="292608"/>
          </a:xfrm>
          <a:prstGeom prst="rect">
            <a:avLst/>
          </a:prstGeom>
          <a:noFill/>
          <a:ln/>
        </p:spPr>
        <p:txBody>
          <a:bodyPr wrap="square" lIns="0" tIns="0" rIns="0" bIns="0" rtlCol="0" anchor="t"/>
          <a:lstStyle/>
          <a:p>
            <a:pPr algn="l" indent="0" marL="0">
              <a:buNone/>
            </a:pPr>
            <a:r>
              <a:rPr lang="en-US" sz="1200" b="1" spc="200" kern="0" dirty="0">
                <a:solidFill>
                  <a:schemeClr val="accent5"/>
                </a:solidFill>
              </a:rPr>
              <a:t>NOTE DE SERVICE</a:t>
            </a:r>
            <a:endParaRPr lang="en-US" sz="1200" dirty="0"/>
          </a:p>
        </p:txBody>
      </p:sp>
      <p:sp>
        <p:nvSpPr>
          <p:cNvPr id="18" name="Text 13"/>
          <p:cNvSpPr txBox="1"/>
          <p:nvPr/>
        </p:nvSpPr>
        <p:spPr>
          <a:xfrm>
            <a:off x="1325880" y="2910840"/>
            <a:ext cx="5669280" cy="2849880"/>
          </a:xfrm>
          <a:prstGeom prst="rect">
            <a:avLst/>
          </a:prstGeom>
          <a:noFill/>
          <a:ln/>
        </p:spPr>
        <p:txBody>
          <a:bodyPr wrap="square" lIns="0" tIns="0" rIns="0" bIns="0" rtlCol="0" anchor="t"/>
          <a:lstStyle/>
          <a:p>
            <a:pPr algn="l" indent="0" marL="0">
              <a:lnSpc>
                <a:spcPct val="125000"/>
              </a:lnSpc>
              <a:buNone/>
            </a:pPr>
            <a:r>
              <a:rPr lang="en-US" sz="2300" strike="sngStrike" dirty="0">
                <a:solidFill>
                  <a:schemeClr val="accent6"/>
                </a:solidFill>
              </a:rPr>
              <a:t>Het</a:t>
            </a:r>
            <a:r>
              <a:rPr lang="en-US" sz="2300" dirty="0">
                <a:solidFill>
                  <a:schemeClr val="tx1"/>
                </a:solidFill>
              </a:rPr>
              <a:t> </a:t>
            </a:r>
            <a:r>
              <a:rPr lang="en-US" sz="2300" b="1" dirty="0">
                <a:solidFill>
                  <a:schemeClr val="tx2"/>
                </a:solidFill>
              </a:rPr>
              <a:t>De</a:t>
            </a:r>
            <a:r>
              <a:rPr lang="en-US" sz="2300" dirty="0">
                <a:solidFill>
                  <a:schemeClr val="tx1"/>
                </a:solidFill>
              </a:rPr>
              <a:t> vergadering begint om 10 uur. </a:t>
            </a:r>
            <a:r>
              <a:rPr lang="en-US" sz="2300" strike="sngStrike" dirty="0">
                <a:solidFill>
                  <a:schemeClr val="accent6"/>
                </a:solidFill>
              </a:rPr>
              <a:t>De</a:t>
            </a:r>
            <a:r>
              <a:rPr lang="en-US" sz="2300" dirty="0">
                <a:solidFill>
                  <a:schemeClr val="tx1"/>
                </a:solidFill>
              </a:rPr>
              <a:t> </a:t>
            </a:r>
            <a:r>
              <a:rPr lang="en-US" sz="2300" b="1" dirty="0">
                <a:solidFill>
                  <a:schemeClr val="accent1"/>
                </a:solidFill>
              </a:rPr>
              <a:t>Het</a:t>
            </a:r>
            <a:r>
              <a:rPr lang="en-US" sz="2300" dirty="0">
                <a:solidFill>
                  <a:schemeClr val="tx1"/>
                </a:solidFill>
              </a:rPr>
              <a:t> meisje van </a:t>
            </a:r>
            <a:r>
              <a:rPr lang="en-US" sz="2300" b="1" u="sng" dirty="0">
                <a:solidFill>
                  <a:schemeClr val="tx2"/>
                </a:solidFill>
              </a:rPr>
              <a:t>de</a:t>
            </a:r>
            <a:r>
              <a:rPr lang="en-US" sz="2300" dirty="0">
                <a:solidFill>
                  <a:schemeClr val="tx1"/>
                </a:solidFill>
              </a:rPr>
              <a:t> receptie geeft </a:t>
            </a:r>
            <a:r>
              <a:rPr lang="en-US" sz="2300" strike="sngStrike" dirty="0">
                <a:solidFill>
                  <a:schemeClr val="accent6"/>
                </a:solidFill>
              </a:rPr>
              <a:t>het</a:t>
            </a:r>
            <a:r>
              <a:rPr lang="en-US" sz="2300" dirty="0">
                <a:solidFill>
                  <a:schemeClr val="tx1"/>
                </a:solidFill>
              </a:rPr>
              <a:t> </a:t>
            </a:r>
            <a:r>
              <a:rPr lang="en-US" sz="2300" b="1" dirty="0">
                <a:solidFill>
                  <a:schemeClr val="tx2"/>
                </a:solidFill>
              </a:rPr>
              <a:t>de</a:t>
            </a:r>
            <a:r>
              <a:rPr lang="en-US" sz="2300" dirty="0">
                <a:solidFill>
                  <a:schemeClr val="tx1"/>
                </a:solidFill>
              </a:rPr>
              <a:t> documenten aan </a:t>
            </a:r>
            <a:r>
              <a:rPr lang="en-US" sz="2300" b="1" u="sng" dirty="0">
                <a:solidFill>
                  <a:schemeClr val="tx2"/>
                </a:solidFill>
              </a:rPr>
              <a:t>de</a:t>
            </a:r>
            <a:r>
              <a:rPr lang="en-US" sz="2300" dirty="0">
                <a:solidFill>
                  <a:schemeClr val="tx1"/>
                </a:solidFill>
              </a:rPr>
              <a:t> directeur. Ze zegt: "</a:t>
            </a:r>
            <a:r>
              <a:rPr lang="en-US" sz="2300" b="1" u="sng" dirty="0">
                <a:solidFill>
                  <a:schemeClr val="accent1"/>
                </a:solidFill>
              </a:rPr>
              <a:t>Het</a:t>
            </a:r>
            <a:r>
              <a:rPr lang="en-US" sz="2300" dirty="0">
                <a:solidFill>
                  <a:schemeClr val="tx1"/>
                </a:solidFill>
              </a:rPr>
              <a:t> werken in </a:t>
            </a:r>
            <a:r>
              <a:rPr lang="en-US" sz="2300" strike="sngStrike" dirty="0">
                <a:solidFill>
                  <a:schemeClr val="accent6"/>
                </a:solidFill>
              </a:rPr>
              <a:t>de</a:t>
            </a:r>
            <a:r>
              <a:rPr lang="en-US" sz="2300" dirty="0">
                <a:solidFill>
                  <a:schemeClr val="tx1"/>
                </a:solidFill>
              </a:rPr>
              <a:t> </a:t>
            </a:r>
            <a:r>
              <a:rPr lang="en-US" sz="2300" b="1" dirty="0">
                <a:solidFill>
                  <a:schemeClr val="accent1"/>
                </a:solidFill>
              </a:rPr>
              <a:t>het</a:t>
            </a:r>
            <a:r>
              <a:rPr lang="en-US" sz="2300" dirty="0">
                <a:solidFill>
                  <a:schemeClr val="tx1"/>
                </a:solidFill>
              </a:rPr>
              <a:t> kantoor is leuk!"</a:t>
            </a:r>
            <a:endParaRPr lang="en-US" sz="2300" dirty="0"/>
          </a:p>
        </p:txBody>
      </p:sp>
      <p:sp>
        <p:nvSpPr>
          <p:cNvPr id="19" name="Text 14"/>
          <p:cNvSpPr txBox="1"/>
          <p:nvPr/>
        </p:nvSpPr>
        <p:spPr>
          <a:xfrm>
            <a:off x="8046720" y="1932432"/>
            <a:ext cx="3593592" cy="292608"/>
          </a:xfrm>
          <a:prstGeom prst="rect">
            <a:avLst/>
          </a:prstGeom>
          <a:noFill/>
          <a:ln/>
        </p:spPr>
        <p:txBody>
          <a:bodyPr wrap="square" lIns="0" tIns="0" rIns="0" bIns="0" rtlCol="0" anchor="t"/>
          <a:lstStyle/>
          <a:p>
            <a:pPr algn="l" indent="0" marL="0">
              <a:buNone/>
            </a:pPr>
            <a:r>
              <a:rPr lang="en-US" sz="1200" b="1" spc="200" kern="0" dirty="0">
                <a:solidFill>
                  <a:schemeClr val="accent6"/>
                </a:solidFill>
              </a:rPr>
              <a:t>4 ERREURS</a:t>
            </a:r>
            <a:endParaRPr lang="en-US" sz="1200" dirty="0"/>
          </a:p>
        </p:txBody>
      </p:sp>
      <p:sp>
        <p:nvSpPr>
          <p:cNvPr id="20" name="Shape 15"/>
          <p:cNvSpPr/>
          <p:nvPr/>
        </p:nvSpPr>
        <p:spPr>
          <a:xfrm>
            <a:off x="8046720" y="2298192"/>
            <a:ext cx="3593592" cy="548640"/>
          </a:xfrm>
          <a:prstGeom prst="roundRect">
            <a:avLst>
              <a:gd name="adj" fmla="val 13333"/>
            </a:avLst>
          </a:prstGeom>
          <a:solidFill>
            <a:schemeClr val="bg1"/>
          </a:solidFill>
          <a:ln w="19050">
            <a:solidFill>
              <a:srgbClr val="17375E"/>
            </a:solidFill>
            <a:prstDash val="solid"/>
          </a:ln>
        </p:spPr>
      </p:sp>
      <p:sp>
        <p:nvSpPr>
          <p:cNvPr id="21" name="Text 16"/>
          <p:cNvSpPr txBox="1"/>
          <p:nvPr/>
        </p:nvSpPr>
        <p:spPr>
          <a:xfrm>
            <a:off x="8156448" y="2298192"/>
            <a:ext cx="2267712" cy="548640"/>
          </a:xfrm>
          <a:prstGeom prst="rect">
            <a:avLst/>
          </a:prstGeom>
          <a:noFill/>
          <a:ln/>
        </p:spPr>
        <p:txBody>
          <a:bodyPr wrap="square" lIns="0" tIns="0" rIns="0" bIns="0" rtlCol="0" anchor="ctr"/>
          <a:lstStyle/>
          <a:p>
            <a:pPr algn="l" indent="0" marL="0">
              <a:buNone/>
            </a:pPr>
            <a:r>
              <a:rPr lang="en-US" sz="1700" strike="sngStrike" dirty="0">
                <a:solidFill>
                  <a:schemeClr val="accent6"/>
                </a:solidFill>
              </a:rPr>
              <a:t>Het</a:t>
            </a:r>
            <a:r>
              <a:rPr lang="en-US" sz="1700" dirty="0">
                <a:solidFill>
                  <a:schemeClr val="tx1"/>
                </a:solidFill>
              </a:rPr>
              <a:t> → </a:t>
            </a:r>
            <a:r>
              <a:rPr lang="en-US" sz="1700" b="1" dirty="0">
                <a:solidFill>
                  <a:schemeClr val="tx2"/>
                </a:solidFill>
              </a:rPr>
              <a:t>De</a:t>
            </a:r>
            <a:r>
              <a:rPr lang="en-US" sz="1700" dirty="0">
                <a:solidFill>
                  <a:schemeClr val="tx1"/>
                </a:solidFill>
              </a:rPr>
              <a:t> vergadering</a:t>
            </a:r>
            <a:endParaRPr lang="en-US" sz="1700" dirty="0"/>
          </a:p>
        </p:txBody>
      </p:sp>
      <p:sp>
        <p:nvSpPr>
          <p:cNvPr id="22" name="Shape 17"/>
          <p:cNvSpPr/>
          <p:nvPr/>
        </p:nvSpPr>
        <p:spPr>
          <a:xfrm>
            <a:off x="10969752" y="2417064"/>
            <a:ext cx="579120" cy="310896"/>
          </a:xfrm>
          <a:prstGeom prst="roundRect">
            <a:avLst>
              <a:gd name="adj" fmla="val 29412"/>
            </a:avLst>
          </a:prstGeom>
          <a:solidFill>
            <a:schemeClr val="tx2"/>
          </a:solidFill>
          <a:ln w="12700">
            <a:solidFill>
              <a:srgbClr val="FFFFFF">
                <a:alpha val="0"/>
              </a:srgbClr>
            </a:solidFill>
            <a:prstDash val="solid"/>
          </a:ln>
        </p:spPr>
      </p:sp>
      <p:sp>
        <p:nvSpPr>
          <p:cNvPr id="23" name="Text 18"/>
          <p:cNvSpPr txBox="1"/>
          <p:nvPr/>
        </p:nvSpPr>
        <p:spPr>
          <a:xfrm>
            <a:off x="10997184" y="2417064"/>
            <a:ext cx="524256" cy="310896"/>
          </a:xfrm>
          <a:prstGeom prst="rect">
            <a:avLst/>
          </a:prstGeom>
          <a:noFill/>
          <a:ln/>
        </p:spPr>
        <p:txBody>
          <a:bodyPr wrap="square" lIns="0" tIns="0" rIns="0" bIns="0" rtlCol="0" anchor="ctr"/>
          <a:lstStyle/>
          <a:p>
            <a:pPr algn="ctr" indent="0" marL="0">
              <a:buNone/>
            </a:pPr>
            <a:r>
              <a:rPr lang="en-US" sz="1200" b="1" dirty="0">
                <a:solidFill>
                  <a:schemeClr val="bg1"/>
                </a:solidFill>
              </a:rPr>
              <a:t>-ing</a:t>
            </a:r>
            <a:endParaRPr lang="en-US" sz="1200" dirty="0"/>
          </a:p>
        </p:txBody>
      </p:sp>
      <p:sp>
        <p:nvSpPr>
          <p:cNvPr id="24" name="Shape 19"/>
          <p:cNvSpPr/>
          <p:nvPr/>
        </p:nvSpPr>
        <p:spPr>
          <a:xfrm>
            <a:off x="8046720" y="2938272"/>
            <a:ext cx="3593592" cy="548640"/>
          </a:xfrm>
          <a:prstGeom prst="roundRect">
            <a:avLst>
              <a:gd name="adj" fmla="val 13333"/>
            </a:avLst>
          </a:prstGeom>
          <a:solidFill>
            <a:schemeClr val="bg1"/>
          </a:solidFill>
          <a:ln w="19050">
            <a:solidFill>
              <a:srgbClr val="D9700F"/>
            </a:solidFill>
            <a:prstDash val="solid"/>
          </a:ln>
        </p:spPr>
      </p:sp>
      <p:sp>
        <p:nvSpPr>
          <p:cNvPr id="25" name="Text 20"/>
          <p:cNvSpPr txBox="1"/>
          <p:nvPr/>
        </p:nvSpPr>
        <p:spPr>
          <a:xfrm>
            <a:off x="8156448" y="2938272"/>
            <a:ext cx="2267712" cy="548640"/>
          </a:xfrm>
          <a:prstGeom prst="rect">
            <a:avLst/>
          </a:prstGeom>
          <a:noFill/>
          <a:ln/>
        </p:spPr>
        <p:txBody>
          <a:bodyPr wrap="square" lIns="0" tIns="0" rIns="0" bIns="0" rtlCol="0" anchor="ctr"/>
          <a:lstStyle/>
          <a:p>
            <a:pPr algn="l" indent="0" marL="0">
              <a:buNone/>
            </a:pPr>
            <a:r>
              <a:rPr lang="en-US" sz="1700" strike="sngStrike" dirty="0">
                <a:solidFill>
                  <a:schemeClr val="accent6"/>
                </a:solidFill>
              </a:rPr>
              <a:t>De</a:t>
            </a:r>
            <a:r>
              <a:rPr lang="en-US" sz="1700" dirty="0">
                <a:solidFill>
                  <a:schemeClr val="tx1"/>
                </a:solidFill>
              </a:rPr>
              <a:t> → </a:t>
            </a:r>
            <a:r>
              <a:rPr lang="en-US" sz="1700" b="1" dirty="0">
                <a:solidFill>
                  <a:schemeClr val="accent1"/>
                </a:solidFill>
              </a:rPr>
              <a:t>Het</a:t>
            </a:r>
            <a:r>
              <a:rPr lang="en-US" sz="1700" dirty="0">
                <a:solidFill>
                  <a:schemeClr val="tx1"/>
                </a:solidFill>
              </a:rPr>
              <a:t> meisje</a:t>
            </a:r>
            <a:endParaRPr lang="en-US" sz="1700" dirty="0"/>
          </a:p>
        </p:txBody>
      </p:sp>
      <p:sp>
        <p:nvSpPr>
          <p:cNvPr id="26" name="Shape 21"/>
          <p:cNvSpPr/>
          <p:nvPr/>
        </p:nvSpPr>
        <p:spPr>
          <a:xfrm>
            <a:off x="11055096" y="3057144"/>
            <a:ext cx="493776" cy="310896"/>
          </a:xfrm>
          <a:prstGeom prst="roundRect">
            <a:avLst>
              <a:gd name="adj" fmla="val 29412"/>
            </a:avLst>
          </a:prstGeom>
          <a:solidFill>
            <a:schemeClr val="accent1"/>
          </a:solidFill>
          <a:ln w="12700">
            <a:solidFill>
              <a:srgbClr val="FFFFFF">
                <a:alpha val="0"/>
              </a:srgbClr>
            </a:solidFill>
            <a:prstDash val="solid"/>
          </a:ln>
        </p:spPr>
      </p:sp>
      <p:sp>
        <p:nvSpPr>
          <p:cNvPr id="27" name="Text 22"/>
          <p:cNvSpPr txBox="1"/>
          <p:nvPr/>
        </p:nvSpPr>
        <p:spPr>
          <a:xfrm>
            <a:off x="11082528" y="3057144"/>
            <a:ext cx="438912" cy="310896"/>
          </a:xfrm>
          <a:prstGeom prst="rect">
            <a:avLst/>
          </a:prstGeom>
          <a:noFill/>
          <a:ln/>
        </p:spPr>
        <p:txBody>
          <a:bodyPr wrap="square" lIns="0" tIns="0" rIns="0" bIns="0" rtlCol="0" anchor="ctr"/>
          <a:lstStyle/>
          <a:p>
            <a:pPr algn="ctr" indent="0" marL="0">
              <a:buNone/>
            </a:pPr>
            <a:r>
              <a:rPr lang="en-US" sz="1200" b="1" dirty="0">
                <a:solidFill>
                  <a:schemeClr val="bg1"/>
                </a:solidFill>
              </a:rPr>
              <a:t>-je</a:t>
            </a:r>
            <a:endParaRPr lang="en-US" sz="1200" dirty="0"/>
          </a:p>
        </p:txBody>
      </p:sp>
      <p:sp>
        <p:nvSpPr>
          <p:cNvPr id="28" name="Shape 23"/>
          <p:cNvSpPr/>
          <p:nvPr/>
        </p:nvSpPr>
        <p:spPr>
          <a:xfrm>
            <a:off x="8046720" y="3578352"/>
            <a:ext cx="3593592" cy="548640"/>
          </a:xfrm>
          <a:prstGeom prst="roundRect">
            <a:avLst>
              <a:gd name="adj" fmla="val 13333"/>
            </a:avLst>
          </a:prstGeom>
          <a:solidFill>
            <a:schemeClr val="bg1"/>
          </a:solidFill>
          <a:ln w="19050">
            <a:solidFill>
              <a:srgbClr val="17375E"/>
            </a:solidFill>
            <a:prstDash val="solid"/>
          </a:ln>
        </p:spPr>
      </p:sp>
      <p:sp>
        <p:nvSpPr>
          <p:cNvPr id="29" name="Text 24"/>
          <p:cNvSpPr txBox="1"/>
          <p:nvPr/>
        </p:nvSpPr>
        <p:spPr>
          <a:xfrm>
            <a:off x="8156448" y="3578352"/>
            <a:ext cx="2267712" cy="548640"/>
          </a:xfrm>
          <a:prstGeom prst="rect">
            <a:avLst/>
          </a:prstGeom>
          <a:noFill/>
          <a:ln/>
        </p:spPr>
        <p:txBody>
          <a:bodyPr wrap="square" lIns="0" tIns="0" rIns="0" bIns="0" rtlCol="0" anchor="ctr"/>
          <a:lstStyle/>
          <a:p>
            <a:pPr algn="l" indent="0" marL="0">
              <a:buNone/>
            </a:pPr>
            <a:r>
              <a:rPr lang="en-US" sz="1700" strike="sngStrike" dirty="0">
                <a:solidFill>
                  <a:schemeClr val="accent6"/>
                </a:solidFill>
              </a:rPr>
              <a:t>het</a:t>
            </a:r>
            <a:r>
              <a:rPr lang="en-US" sz="1700" dirty="0">
                <a:solidFill>
                  <a:schemeClr val="tx1"/>
                </a:solidFill>
              </a:rPr>
              <a:t> → </a:t>
            </a:r>
            <a:r>
              <a:rPr lang="en-US" sz="1700" b="1" dirty="0">
                <a:solidFill>
                  <a:schemeClr val="tx2"/>
                </a:solidFill>
              </a:rPr>
              <a:t>de</a:t>
            </a:r>
            <a:r>
              <a:rPr lang="en-US" sz="1700" dirty="0">
                <a:solidFill>
                  <a:schemeClr val="tx1"/>
                </a:solidFill>
              </a:rPr>
              <a:t> documenten</a:t>
            </a:r>
            <a:endParaRPr lang="en-US" sz="1700" dirty="0"/>
          </a:p>
        </p:txBody>
      </p:sp>
      <p:sp>
        <p:nvSpPr>
          <p:cNvPr id="30" name="Shape 25"/>
          <p:cNvSpPr/>
          <p:nvPr/>
        </p:nvSpPr>
        <p:spPr>
          <a:xfrm>
            <a:off x="10713720" y="3697224"/>
            <a:ext cx="835152" cy="310896"/>
          </a:xfrm>
          <a:prstGeom prst="roundRect">
            <a:avLst>
              <a:gd name="adj" fmla="val 29412"/>
            </a:avLst>
          </a:prstGeom>
          <a:solidFill>
            <a:schemeClr val="tx2"/>
          </a:solidFill>
          <a:ln w="12700">
            <a:solidFill>
              <a:srgbClr val="FFFFFF">
                <a:alpha val="0"/>
              </a:srgbClr>
            </a:solidFill>
            <a:prstDash val="solid"/>
          </a:ln>
        </p:spPr>
      </p:sp>
      <p:sp>
        <p:nvSpPr>
          <p:cNvPr id="31" name="Text 26"/>
          <p:cNvSpPr txBox="1"/>
          <p:nvPr/>
        </p:nvSpPr>
        <p:spPr>
          <a:xfrm>
            <a:off x="10741152" y="3697224"/>
            <a:ext cx="780288" cy="310896"/>
          </a:xfrm>
          <a:prstGeom prst="rect">
            <a:avLst/>
          </a:prstGeom>
          <a:noFill/>
          <a:ln/>
        </p:spPr>
        <p:txBody>
          <a:bodyPr wrap="square" lIns="0" tIns="0" rIns="0" bIns="0" rtlCol="0" anchor="ctr"/>
          <a:lstStyle/>
          <a:p>
            <a:pPr algn="ctr" indent="0" marL="0">
              <a:buNone/>
            </a:pPr>
            <a:r>
              <a:rPr lang="en-US" sz="1200" b="1" dirty="0">
                <a:solidFill>
                  <a:schemeClr val="bg1"/>
                </a:solidFill>
              </a:rPr>
              <a:t>pluriel</a:t>
            </a:r>
            <a:endParaRPr lang="en-US" sz="1200" dirty="0"/>
          </a:p>
        </p:txBody>
      </p:sp>
      <p:sp>
        <p:nvSpPr>
          <p:cNvPr id="32" name="Shape 27"/>
          <p:cNvSpPr/>
          <p:nvPr/>
        </p:nvSpPr>
        <p:spPr>
          <a:xfrm>
            <a:off x="8046720" y="4218432"/>
            <a:ext cx="3593592" cy="548640"/>
          </a:xfrm>
          <a:prstGeom prst="roundRect">
            <a:avLst>
              <a:gd name="adj" fmla="val 13333"/>
            </a:avLst>
          </a:prstGeom>
          <a:solidFill>
            <a:schemeClr val="bg1"/>
          </a:solidFill>
          <a:ln w="19050">
            <a:solidFill>
              <a:srgbClr val="D9700F"/>
            </a:solidFill>
            <a:prstDash val="solid"/>
          </a:ln>
        </p:spPr>
      </p:sp>
      <p:sp>
        <p:nvSpPr>
          <p:cNvPr id="33" name="Text 28"/>
          <p:cNvSpPr txBox="1"/>
          <p:nvPr/>
        </p:nvSpPr>
        <p:spPr>
          <a:xfrm>
            <a:off x="8156448" y="4218432"/>
            <a:ext cx="2267712" cy="548640"/>
          </a:xfrm>
          <a:prstGeom prst="rect">
            <a:avLst/>
          </a:prstGeom>
          <a:noFill/>
          <a:ln/>
        </p:spPr>
        <p:txBody>
          <a:bodyPr wrap="square" lIns="0" tIns="0" rIns="0" bIns="0" rtlCol="0" anchor="ctr"/>
          <a:lstStyle/>
          <a:p>
            <a:pPr algn="l" indent="0" marL="0">
              <a:buNone/>
            </a:pPr>
            <a:r>
              <a:rPr lang="en-US" sz="1700" strike="sngStrike" dirty="0">
                <a:solidFill>
                  <a:schemeClr val="accent6"/>
                </a:solidFill>
              </a:rPr>
              <a:t>de</a:t>
            </a:r>
            <a:r>
              <a:rPr lang="en-US" sz="1700" dirty="0">
                <a:solidFill>
                  <a:schemeClr val="tx1"/>
                </a:solidFill>
              </a:rPr>
              <a:t> → </a:t>
            </a:r>
            <a:r>
              <a:rPr lang="en-US" sz="1700" b="1" dirty="0">
                <a:solidFill>
                  <a:schemeClr val="accent1"/>
                </a:solidFill>
              </a:rPr>
              <a:t>het</a:t>
            </a:r>
            <a:r>
              <a:rPr lang="en-US" sz="1700" dirty="0">
                <a:solidFill>
                  <a:schemeClr val="tx1"/>
                </a:solidFill>
              </a:rPr>
              <a:t> kantoor</a:t>
            </a:r>
            <a:endParaRPr lang="en-US" sz="1700" dirty="0"/>
          </a:p>
        </p:txBody>
      </p:sp>
      <p:sp>
        <p:nvSpPr>
          <p:cNvPr id="34" name="Shape 29"/>
          <p:cNvSpPr/>
          <p:nvPr/>
        </p:nvSpPr>
        <p:spPr>
          <a:xfrm>
            <a:off x="10372344" y="4337304"/>
            <a:ext cx="1176528" cy="310896"/>
          </a:xfrm>
          <a:prstGeom prst="roundRect">
            <a:avLst>
              <a:gd name="adj" fmla="val 29412"/>
            </a:avLst>
          </a:prstGeom>
          <a:solidFill>
            <a:schemeClr val="accent1"/>
          </a:solidFill>
          <a:ln w="12700">
            <a:solidFill>
              <a:srgbClr val="FFFFFF">
                <a:alpha val="0"/>
              </a:srgbClr>
            </a:solidFill>
            <a:prstDash val="solid"/>
          </a:ln>
        </p:spPr>
      </p:sp>
      <p:sp>
        <p:nvSpPr>
          <p:cNvPr id="35" name="Text 30"/>
          <p:cNvSpPr txBox="1"/>
          <p:nvPr/>
        </p:nvSpPr>
        <p:spPr>
          <a:xfrm>
            <a:off x="10399776" y="4337304"/>
            <a:ext cx="1121664" cy="310896"/>
          </a:xfrm>
          <a:prstGeom prst="rect">
            <a:avLst/>
          </a:prstGeom>
          <a:noFill/>
          <a:ln/>
        </p:spPr>
        <p:txBody>
          <a:bodyPr wrap="square" lIns="0" tIns="0" rIns="0" bIns="0" rtlCol="0" anchor="ctr"/>
          <a:lstStyle/>
          <a:p>
            <a:pPr algn="ctr" indent="0" marL="0">
              <a:buNone/>
            </a:pPr>
            <a:r>
              <a:rPr lang="en-US" sz="1200" b="1" dirty="0">
                <a:solidFill>
                  <a:schemeClr val="bg1"/>
                </a:solidFill>
              </a:rPr>
              <a:t>à mémoriser</a:t>
            </a:r>
            <a:endParaRPr lang="en-US" sz="1200" dirty="0"/>
          </a:p>
        </p:txBody>
      </p:sp>
      <p:sp>
        <p:nvSpPr>
          <p:cNvPr id="36" name="Shape 31"/>
          <p:cNvSpPr/>
          <p:nvPr/>
        </p:nvSpPr>
        <p:spPr>
          <a:xfrm>
            <a:off x="8046720" y="4949952"/>
            <a:ext cx="3593592" cy="1313688"/>
          </a:xfrm>
          <a:prstGeom prst="roundRect">
            <a:avLst>
              <a:gd name="adj" fmla="val 5568"/>
            </a:avLst>
          </a:prstGeom>
          <a:solidFill>
            <a:schemeClr val="accent3">
              <a:alpha val="10000"/>
            </a:schemeClr>
          </a:solidFill>
          <a:ln w="15875">
            <a:solidFill>
              <a:srgbClr val="2E7D4F"/>
            </a:solidFill>
            <a:prstDash val="solid"/>
          </a:ln>
        </p:spPr>
      </p:sp>
      <p:sp>
        <p:nvSpPr>
          <p:cNvPr id="37" name="Text 32"/>
          <p:cNvSpPr txBox="1"/>
          <p:nvPr/>
        </p:nvSpPr>
        <p:spPr>
          <a:xfrm>
            <a:off x="8183880" y="5023104"/>
            <a:ext cx="3319272" cy="292608"/>
          </a:xfrm>
          <a:prstGeom prst="rect">
            <a:avLst/>
          </a:prstGeom>
          <a:noFill/>
          <a:ln/>
        </p:spPr>
        <p:txBody>
          <a:bodyPr wrap="square" lIns="0" tIns="0" rIns="0" bIns="0" rtlCol="0" anchor="t"/>
          <a:lstStyle/>
          <a:p>
            <a:pPr algn="l" indent="0" marL="0">
              <a:buNone/>
            </a:pPr>
            <a:r>
              <a:rPr lang="en-US" sz="1200" b="1" spc="100" kern="0" dirty="0">
                <a:solidFill>
                  <a:schemeClr val="accent3"/>
                </a:solidFill>
              </a:rPr>
              <a:t>CORRECTS (pas d’erreur)</a:t>
            </a:r>
            <a:endParaRPr lang="en-US" sz="1200" dirty="0"/>
          </a:p>
        </p:txBody>
      </p:sp>
      <p:sp>
        <p:nvSpPr>
          <p:cNvPr id="38" name="Text 33"/>
          <p:cNvSpPr txBox="1"/>
          <p:nvPr/>
        </p:nvSpPr>
        <p:spPr>
          <a:xfrm>
            <a:off x="8183880" y="5334000"/>
            <a:ext cx="3319272" cy="856488"/>
          </a:xfrm>
          <a:prstGeom prst="rect">
            <a:avLst/>
          </a:prstGeom>
          <a:noFill/>
          <a:ln/>
        </p:spPr>
        <p:txBody>
          <a:bodyPr wrap="square" lIns="0" tIns="0" rIns="0" bIns="0" rtlCol="0" anchor="t"/>
          <a:lstStyle/>
          <a:p>
            <a:pPr algn="l" indent="0" marL="0">
              <a:spcAft>
                <a:spcPts val="300"/>
              </a:spcAft>
              <a:buNone/>
            </a:pPr>
            <a:r>
              <a:rPr lang="en-US" sz="1500" b="1" i="1" dirty="0">
                <a:solidFill>
                  <a:schemeClr val="tx2"/>
                </a:solidFill>
              </a:rPr>
              <a:t>de</a:t>
            </a:r>
            <a:r>
              <a:rPr lang="en-US" sz="1500" i="1" dirty="0">
                <a:solidFill>
                  <a:schemeClr val="tx1"/>
                </a:solidFill>
              </a:rPr>
              <a:t> receptie</a:t>
            </a:r>
            <a:r>
              <a:rPr lang="en-US" sz="1500" dirty="0">
                <a:solidFill>
                  <a:schemeClr val="tx1"/>
                </a:solidFill>
              </a:rPr>
              <a:t> (-ie)</a:t>
            </a:r>
            <a:endParaRPr lang="en-US" sz="1500" dirty="0"/>
          </a:p>
          <a:p>
            <a:pPr algn="l" indent="0" marL="0">
              <a:spcAft>
                <a:spcPts val="300"/>
              </a:spcAft>
              <a:buNone/>
            </a:pPr>
            <a:r>
              <a:rPr lang="en-US" sz="1500" b="1" i="1" dirty="0">
                <a:solidFill>
                  <a:schemeClr val="tx2"/>
                </a:solidFill>
              </a:rPr>
              <a:t>de</a:t>
            </a:r>
            <a:r>
              <a:rPr lang="en-US" sz="1500" i="1" dirty="0">
                <a:solidFill>
                  <a:schemeClr val="tx1"/>
                </a:solidFill>
              </a:rPr>
              <a:t> directeur</a:t>
            </a:r>
            <a:r>
              <a:rPr lang="en-US" sz="1500" dirty="0">
                <a:solidFill>
                  <a:schemeClr val="tx1"/>
                </a:solidFill>
              </a:rPr>
              <a:t> (personne)</a:t>
            </a:r>
            <a:endParaRPr lang="en-US" sz="1500" dirty="0"/>
          </a:p>
          <a:p>
            <a:pPr algn="l" indent="0" marL="0">
              <a:spcAft>
                <a:spcPts val="300"/>
              </a:spcAft>
              <a:buNone/>
            </a:pPr>
            <a:r>
              <a:rPr lang="en-US" sz="1500" b="1" i="1" dirty="0">
                <a:solidFill>
                  <a:schemeClr val="accent1"/>
                </a:solidFill>
              </a:rPr>
              <a:t>Het</a:t>
            </a:r>
            <a:r>
              <a:rPr lang="en-US" sz="1500" i="1" dirty="0">
                <a:solidFill>
                  <a:schemeClr val="tx1"/>
                </a:solidFill>
              </a:rPr>
              <a:t> werken</a:t>
            </a:r>
            <a:r>
              <a:rPr lang="en-US" sz="1500" dirty="0">
                <a:solidFill>
                  <a:schemeClr val="tx1"/>
                </a:solidFill>
              </a:rPr>
              <a:t> (infinitif)</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7 — L’inventaire du bureau</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517904"/>
            <a:ext cx="11091672" cy="502920"/>
          </a:xfrm>
          <a:prstGeom prst="roundRect">
            <a:avLst>
              <a:gd name="adj" fmla="val 14545"/>
            </a:avLst>
          </a:prstGeom>
          <a:solidFill>
            <a:srgbClr val="6E4A9E">
              <a:alpha val="10000"/>
            </a:srgbClr>
          </a:solidFill>
          <a:ln w="12700">
            <a:solidFill>
              <a:srgbClr val="6E4A9E"/>
            </a:solidFill>
            <a:prstDash val="solid"/>
          </a:ln>
        </p:spPr>
      </p:sp>
      <p:sp>
        <p:nvSpPr>
          <p:cNvPr id="7" name="Text 4"/>
          <p:cNvSpPr txBox="1"/>
          <p:nvPr/>
        </p:nvSpPr>
        <p:spPr>
          <a:xfrm>
            <a:off x="777240" y="1517904"/>
            <a:ext cx="10698480" cy="502920"/>
          </a:xfrm>
          <a:prstGeom prst="rect">
            <a:avLst/>
          </a:prstGeom>
          <a:noFill/>
          <a:ln/>
        </p:spPr>
        <p:txBody>
          <a:bodyPr wrap="square" lIns="0" tIns="0" rIns="0" bIns="0" rtlCol="0" anchor="ctr"/>
          <a:lstStyle/>
          <a:p>
            <a:pPr algn="l" indent="0" marL="0">
              <a:buNone/>
            </a:pPr>
            <a:r>
              <a:rPr lang="en-US" sz="1800" b="1" dirty="0">
                <a:solidFill>
                  <a:schemeClr val="tx1"/>
                </a:solidFill>
              </a:rPr>
              <a:t>Mission</a:t>
            </a:r>
            <a:r>
              <a:rPr lang="en-US" sz="1800" dirty="0">
                <a:solidFill>
                  <a:schemeClr val="tx1"/>
                </a:solidFill>
              </a:rPr>
              <a:t> : décrivez votre bureau à votre collègue ; il ou elle trouve les </a:t>
            </a:r>
            <a:r>
              <a:rPr lang="en-US" sz="1800" b="1" dirty="0">
                <a:solidFill>
                  <a:schemeClr val="tx1"/>
                </a:solidFill>
              </a:rPr>
              <a:t>3 différences</a:t>
            </a:r>
            <a:r>
              <a:rPr lang="en-US" sz="1800" dirty="0">
                <a:solidFill>
                  <a:schemeClr val="tx1"/>
                </a:solidFill>
              </a:rPr>
              <a:t>.</a:t>
            </a:r>
            <a:endParaRPr lang="en-US" sz="1800" dirty="0"/>
          </a:p>
        </p:txBody>
      </p:sp>
      <p:sp>
        <p:nvSpPr>
          <p:cNvPr id="8" name="Shape 5"/>
          <p:cNvSpPr/>
          <p:nvPr/>
        </p:nvSpPr>
        <p:spPr>
          <a:xfrm>
            <a:off x="548640" y="2176272"/>
            <a:ext cx="5394960" cy="2697480"/>
          </a:xfrm>
          <a:prstGeom prst="roundRect">
            <a:avLst>
              <a:gd name="adj" fmla="val 2712"/>
            </a:avLst>
          </a:prstGeom>
          <a:solidFill>
            <a:schemeClr val="bg1"/>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9" name="Shape 6"/>
          <p:cNvSpPr/>
          <p:nvPr/>
        </p:nvSpPr>
        <p:spPr>
          <a:xfrm>
            <a:off x="658368" y="2286000"/>
            <a:ext cx="411480" cy="411480"/>
          </a:xfrm>
          <a:prstGeom prst="ellipse">
            <a:avLst/>
          </a:prstGeom>
          <a:solidFill>
            <a:schemeClr val="accent2"/>
          </a:solidFill>
          <a:ln w="12700">
            <a:solidFill>
              <a:srgbClr val="FFFFFF">
                <a:alpha val="0"/>
              </a:srgbClr>
            </a:solidFill>
            <a:prstDash val="solid"/>
          </a:ln>
        </p:spPr>
      </p:sp>
      <p:sp>
        <p:nvSpPr>
          <p:cNvPr id="10" name="Text 7"/>
          <p:cNvSpPr txBox="1"/>
          <p:nvPr/>
        </p:nvSpPr>
        <p:spPr>
          <a:xfrm>
            <a:off x="658368" y="22860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pic>
        <p:nvPicPr>
          <p:cNvPr id="11" name="Image 0" descr="file cabinet">    </p:cNvPr>
          <p:cNvPicPr>
            <a:picLocks noChangeAspect="1"/>
          </p:cNvPicPr>
          <p:nvPr/>
        </p:nvPicPr>
        <p:blipFill>
          <a:blip r:embed="rId1"/>
          <a:stretch>
            <a:fillRect/>
          </a:stretch>
        </p:blipFill>
        <p:spPr>
          <a:xfrm>
            <a:off x="731520" y="3044952"/>
            <a:ext cx="914400" cy="914400"/>
          </a:xfrm>
          <a:prstGeom prst="rect">
            <a:avLst/>
          </a:prstGeom>
        </p:spPr>
      </p:pic>
      <p:sp>
        <p:nvSpPr>
          <p:cNvPr id="12" name="Text 8"/>
          <p:cNvSpPr txBox="1"/>
          <p:nvPr/>
        </p:nvSpPr>
        <p:spPr>
          <a:xfrm>
            <a:off x="640080" y="4005072"/>
            <a:ext cx="1097280" cy="256032"/>
          </a:xfrm>
          <a:prstGeom prst="rect">
            <a:avLst/>
          </a:prstGeom>
          <a:noFill/>
          <a:ln/>
        </p:spPr>
        <p:txBody>
          <a:bodyPr wrap="square" lIns="0" tIns="0" rIns="0" bIns="0" rtlCol="0" anchor="ctr"/>
          <a:lstStyle/>
          <a:p>
            <a:pPr algn="ctr" indent="0" marL="0">
              <a:buNone/>
            </a:pPr>
            <a:r>
              <a:rPr lang="en-US" sz="1200" b="1" dirty="0">
                <a:solidFill>
                  <a:schemeClr val="tx2"/>
                </a:solidFill>
              </a:rPr>
              <a:t>de</a:t>
            </a:r>
            <a:r>
              <a:rPr lang="en-US" sz="1200" dirty="0">
                <a:solidFill>
                  <a:schemeClr val="tx1"/>
                </a:solidFill>
              </a:rPr>
              <a:t> kast</a:t>
            </a:r>
            <a:endParaRPr lang="en-US" sz="1200" dirty="0"/>
          </a:p>
        </p:txBody>
      </p:sp>
      <p:sp>
        <p:nvSpPr>
          <p:cNvPr id="13" name="Shape 9"/>
          <p:cNvSpPr/>
          <p:nvPr/>
        </p:nvSpPr>
        <p:spPr>
          <a:xfrm>
            <a:off x="2560320" y="2286000"/>
            <a:ext cx="1051560" cy="658368"/>
          </a:xfrm>
          <a:prstGeom prst="rect">
            <a:avLst/>
          </a:prstGeom>
          <a:solidFill>
            <a:srgbClr val="DCEBF7"/>
          </a:solidFill>
          <a:ln w="19050">
            <a:solidFill>
              <a:srgbClr val="4A5A70"/>
            </a:solidFill>
            <a:prstDash val="solid"/>
          </a:ln>
        </p:spPr>
      </p:sp>
      <p:sp>
        <p:nvSpPr>
          <p:cNvPr id="14" name="Shape 10"/>
          <p:cNvSpPr/>
          <p:nvPr/>
        </p:nvSpPr>
        <p:spPr>
          <a:xfrm>
            <a:off x="3086100" y="2286000"/>
            <a:ext cx="914" cy="658368"/>
          </a:xfrm>
          <a:prstGeom prst="line">
            <a:avLst/>
          </a:prstGeom>
          <a:noFill/>
          <a:ln w="15875">
            <a:solidFill>
              <a:srgbClr val="4A5A70"/>
            </a:solidFill>
            <a:prstDash val="solid"/>
          </a:ln>
        </p:spPr>
      </p:sp>
      <p:sp>
        <p:nvSpPr>
          <p:cNvPr id="15" name="Shape 11"/>
          <p:cNvSpPr/>
          <p:nvPr/>
        </p:nvSpPr>
        <p:spPr>
          <a:xfrm>
            <a:off x="2560320" y="2615184"/>
            <a:ext cx="1051560" cy="914"/>
          </a:xfrm>
          <a:prstGeom prst="line">
            <a:avLst/>
          </a:prstGeom>
          <a:noFill/>
          <a:ln w="15875">
            <a:solidFill>
              <a:srgbClr val="4A5A70"/>
            </a:solidFill>
            <a:prstDash val="solid"/>
          </a:ln>
        </p:spPr>
      </p:sp>
      <p:sp>
        <p:nvSpPr>
          <p:cNvPr id="16" name="Text 12"/>
          <p:cNvSpPr txBox="1"/>
          <p:nvPr/>
        </p:nvSpPr>
        <p:spPr>
          <a:xfrm>
            <a:off x="3657600" y="2478024"/>
            <a:ext cx="914400" cy="256032"/>
          </a:xfrm>
          <a:prstGeom prst="rect">
            <a:avLst/>
          </a:prstGeom>
          <a:noFill/>
          <a:ln/>
        </p:spPr>
        <p:txBody>
          <a:bodyPr wrap="square" lIns="0" tIns="0" rIns="0" bIns="0" rtlCol="0" anchor="ctr"/>
          <a:lstStyle/>
          <a:p>
            <a:pPr algn="ctr" indent="0" marL="0">
              <a:buNone/>
            </a:pPr>
            <a:r>
              <a:rPr lang="en-US" sz="1200" b="1" dirty="0">
                <a:solidFill>
                  <a:schemeClr val="accent1"/>
                </a:solidFill>
              </a:rPr>
              <a:t>het</a:t>
            </a:r>
            <a:r>
              <a:rPr lang="en-US" sz="1200" dirty="0">
                <a:solidFill>
                  <a:schemeClr val="tx1"/>
                </a:solidFill>
              </a:rPr>
              <a:t> raam</a:t>
            </a:r>
            <a:endParaRPr lang="en-US" sz="1200" dirty="0"/>
          </a:p>
        </p:txBody>
      </p:sp>
      <p:sp>
        <p:nvSpPr>
          <p:cNvPr id="17" name="Shape 13"/>
          <p:cNvSpPr/>
          <p:nvPr/>
        </p:nvSpPr>
        <p:spPr>
          <a:xfrm>
            <a:off x="1737360" y="3959352"/>
            <a:ext cx="2834640" cy="91440"/>
          </a:xfrm>
          <a:prstGeom prst="rect">
            <a:avLst/>
          </a:prstGeom>
          <a:solidFill>
            <a:srgbClr val="8B6B43"/>
          </a:solidFill>
          <a:ln w="12700">
            <a:solidFill>
              <a:srgbClr val="FFFFFF">
                <a:alpha val="0"/>
              </a:srgbClr>
            </a:solidFill>
            <a:prstDash val="solid"/>
          </a:ln>
        </p:spPr>
      </p:sp>
      <p:sp>
        <p:nvSpPr>
          <p:cNvPr id="18" name="Shape 14"/>
          <p:cNvSpPr/>
          <p:nvPr/>
        </p:nvSpPr>
        <p:spPr>
          <a:xfrm>
            <a:off x="1828800" y="4050792"/>
            <a:ext cx="64008" cy="548640"/>
          </a:xfrm>
          <a:prstGeom prst="rect">
            <a:avLst/>
          </a:prstGeom>
          <a:solidFill>
            <a:srgbClr val="8B6B43"/>
          </a:solidFill>
          <a:ln w="12700">
            <a:solidFill>
              <a:srgbClr val="FFFFFF">
                <a:alpha val="0"/>
              </a:srgbClr>
            </a:solidFill>
            <a:prstDash val="solid"/>
          </a:ln>
        </p:spPr>
      </p:sp>
      <p:sp>
        <p:nvSpPr>
          <p:cNvPr id="19" name="Shape 15"/>
          <p:cNvSpPr/>
          <p:nvPr/>
        </p:nvSpPr>
        <p:spPr>
          <a:xfrm>
            <a:off x="4416552" y="4050792"/>
            <a:ext cx="64008" cy="548640"/>
          </a:xfrm>
          <a:prstGeom prst="rect">
            <a:avLst/>
          </a:prstGeom>
          <a:solidFill>
            <a:srgbClr val="8B6B43"/>
          </a:solidFill>
          <a:ln w="12700">
            <a:solidFill>
              <a:srgbClr val="FFFFFF">
                <a:alpha val="0"/>
              </a:srgbClr>
            </a:solidFill>
            <a:prstDash val="solid"/>
          </a:ln>
        </p:spPr>
      </p:sp>
      <p:sp>
        <p:nvSpPr>
          <p:cNvPr id="20" name="Text 16"/>
          <p:cNvSpPr txBox="1"/>
          <p:nvPr/>
        </p:nvSpPr>
        <p:spPr>
          <a:xfrm>
            <a:off x="2514600" y="4279392"/>
            <a:ext cx="1280160" cy="256032"/>
          </a:xfrm>
          <a:prstGeom prst="rect">
            <a:avLst/>
          </a:prstGeom>
          <a:noFill/>
          <a:ln/>
        </p:spPr>
        <p:txBody>
          <a:bodyPr wrap="square" lIns="0" tIns="0" rIns="0" bIns="0" rtlCol="0" anchor="ctr"/>
          <a:lstStyle/>
          <a:p>
            <a:pPr algn="ctr" indent="0" marL="0">
              <a:buNone/>
            </a:pPr>
            <a:r>
              <a:rPr lang="en-US" sz="1200" b="1" dirty="0">
                <a:solidFill>
                  <a:schemeClr val="accent1"/>
                </a:solidFill>
              </a:rPr>
              <a:t>het</a:t>
            </a:r>
            <a:r>
              <a:rPr lang="en-US" sz="1200" dirty="0">
                <a:solidFill>
                  <a:schemeClr val="tx1"/>
                </a:solidFill>
              </a:rPr>
              <a:t> bureau</a:t>
            </a:r>
            <a:endParaRPr lang="en-US" sz="1200" dirty="0"/>
          </a:p>
        </p:txBody>
      </p:sp>
      <p:pic>
        <p:nvPicPr>
          <p:cNvPr id="21" name="Image 1" descr="laptop">    </p:cNvPr>
          <p:cNvPicPr>
            <a:picLocks noChangeAspect="1"/>
          </p:cNvPicPr>
          <p:nvPr/>
        </p:nvPicPr>
        <p:blipFill>
          <a:blip r:embed="rId2"/>
          <a:stretch>
            <a:fillRect/>
          </a:stretch>
        </p:blipFill>
        <p:spPr>
          <a:xfrm>
            <a:off x="1965960" y="3410712"/>
            <a:ext cx="548640" cy="548640"/>
          </a:xfrm>
          <a:prstGeom prst="rect">
            <a:avLst/>
          </a:prstGeom>
        </p:spPr>
      </p:pic>
      <p:sp>
        <p:nvSpPr>
          <p:cNvPr id="22" name="Text 17"/>
          <p:cNvSpPr txBox="1"/>
          <p:nvPr/>
        </p:nvSpPr>
        <p:spPr>
          <a:xfrm>
            <a:off x="1783080" y="3118104"/>
            <a:ext cx="914400" cy="256032"/>
          </a:xfrm>
          <a:prstGeom prst="rect">
            <a:avLst/>
          </a:prstGeom>
          <a:noFill/>
          <a:ln/>
        </p:spPr>
        <p:txBody>
          <a:bodyPr wrap="square" lIns="0" tIns="0" rIns="0" bIns="0" rtlCol="0" anchor="ctr"/>
          <a:lstStyle/>
          <a:p>
            <a:pPr algn="ctr" indent="0" marL="0">
              <a:buNone/>
            </a:pPr>
            <a:r>
              <a:rPr lang="en-US" sz="1200" b="1" dirty="0">
                <a:solidFill>
                  <a:schemeClr val="tx2"/>
                </a:solidFill>
              </a:rPr>
              <a:t>de</a:t>
            </a:r>
            <a:r>
              <a:rPr lang="en-US" sz="1200" dirty="0">
                <a:solidFill>
                  <a:schemeClr val="tx1"/>
                </a:solidFill>
              </a:rPr>
              <a:t> computer</a:t>
            </a:r>
            <a:endParaRPr lang="en-US" sz="1200" dirty="0"/>
          </a:p>
        </p:txBody>
      </p:sp>
      <p:pic>
        <p:nvPicPr>
          <p:cNvPr id="23" name="Image 2" descr="light bulb">    </p:cNvPr>
          <p:cNvPicPr>
            <a:picLocks noChangeAspect="1"/>
          </p:cNvPicPr>
          <p:nvPr/>
        </p:nvPicPr>
        <p:blipFill>
          <a:blip r:embed="rId3"/>
          <a:stretch>
            <a:fillRect/>
          </a:stretch>
        </p:blipFill>
        <p:spPr>
          <a:xfrm>
            <a:off x="2880360" y="3410712"/>
            <a:ext cx="548640" cy="548640"/>
          </a:xfrm>
          <a:prstGeom prst="rect">
            <a:avLst/>
          </a:prstGeom>
        </p:spPr>
      </p:pic>
      <p:sp>
        <p:nvSpPr>
          <p:cNvPr id="24" name="Text 18"/>
          <p:cNvSpPr txBox="1"/>
          <p:nvPr/>
        </p:nvSpPr>
        <p:spPr>
          <a:xfrm>
            <a:off x="2697480" y="3118104"/>
            <a:ext cx="914400" cy="256032"/>
          </a:xfrm>
          <a:prstGeom prst="rect">
            <a:avLst/>
          </a:prstGeom>
          <a:noFill/>
          <a:ln/>
        </p:spPr>
        <p:txBody>
          <a:bodyPr wrap="square" lIns="0" tIns="0" rIns="0" bIns="0" rtlCol="0" anchor="ctr"/>
          <a:lstStyle/>
          <a:p>
            <a:pPr algn="ctr" indent="0" marL="0">
              <a:buNone/>
            </a:pPr>
            <a:r>
              <a:rPr lang="en-US" sz="1200" b="1" dirty="0">
                <a:solidFill>
                  <a:schemeClr val="tx2"/>
                </a:solidFill>
              </a:rPr>
              <a:t>de</a:t>
            </a:r>
            <a:r>
              <a:rPr lang="en-US" sz="1200" dirty="0">
                <a:solidFill>
                  <a:schemeClr val="tx1"/>
                </a:solidFill>
              </a:rPr>
              <a:t> lamp</a:t>
            </a:r>
            <a:endParaRPr lang="en-US" sz="1200" dirty="0"/>
          </a:p>
        </p:txBody>
      </p:sp>
      <p:pic>
        <p:nvPicPr>
          <p:cNvPr id="25" name="Image 3" descr="printer">    </p:cNvPr>
          <p:cNvPicPr>
            <a:picLocks noChangeAspect="1"/>
          </p:cNvPicPr>
          <p:nvPr/>
        </p:nvPicPr>
        <p:blipFill>
          <a:blip r:embed="rId4"/>
          <a:stretch>
            <a:fillRect/>
          </a:stretch>
        </p:blipFill>
        <p:spPr>
          <a:xfrm>
            <a:off x="3794760" y="3410712"/>
            <a:ext cx="548640" cy="548640"/>
          </a:xfrm>
          <a:prstGeom prst="rect">
            <a:avLst/>
          </a:prstGeom>
        </p:spPr>
      </p:pic>
      <p:sp>
        <p:nvSpPr>
          <p:cNvPr id="26" name="Text 19"/>
          <p:cNvSpPr txBox="1"/>
          <p:nvPr/>
        </p:nvSpPr>
        <p:spPr>
          <a:xfrm>
            <a:off x="3611880" y="3118104"/>
            <a:ext cx="914400" cy="256032"/>
          </a:xfrm>
          <a:prstGeom prst="rect">
            <a:avLst/>
          </a:prstGeom>
          <a:noFill/>
          <a:ln/>
        </p:spPr>
        <p:txBody>
          <a:bodyPr wrap="square" lIns="0" tIns="0" rIns="0" bIns="0" rtlCol="0" anchor="ctr"/>
          <a:lstStyle/>
          <a:p>
            <a:pPr algn="ctr" indent="0" marL="0">
              <a:buNone/>
            </a:pPr>
            <a:r>
              <a:rPr lang="en-US" sz="1200" b="1" dirty="0">
                <a:solidFill>
                  <a:schemeClr val="tx2"/>
                </a:solidFill>
              </a:rPr>
              <a:t>de</a:t>
            </a:r>
            <a:r>
              <a:rPr lang="en-US" sz="1200" dirty="0">
                <a:solidFill>
                  <a:schemeClr val="tx1"/>
                </a:solidFill>
              </a:rPr>
              <a:t> printer</a:t>
            </a:r>
            <a:endParaRPr lang="en-US" sz="1200" dirty="0"/>
          </a:p>
        </p:txBody>
      </p:sp>
      <p:pic>
        <p:nvPicPr>
          <p:cNvPr id="27" name="Image 4" descr="chair">    </p:cNvPr>
          <p:cNvPicPr>
            <a:picLocks noChangeAspect="1"/>
          </p:cNvPicPr>
          <p:nvPr/>
        </p:nvPicPr>
        <p:blipFill>
          <a:blip r:embed="rId5"/>
          <a:stretch>
            <a:fillRect/>
          </a:stretch>
        </p:blipFill>
        <p:spPr>
          <a:xfrm>
            <a:off x="4709160" y="3776472"/>
            <a:ext cx="640080" cy="640080"/>
          </a:xfrm>
          <a:prstGeom prst="rect">
            <a:avLst/>
          </a:prstGeom>
        </p:spPr>
      </p:pic>
      <p:sp>
        <p:nvSpPr>
          <p:cNvPr id="28" name="Text 20"/>
          <p:cNvSpPr txBox="1"/>
          <p:nvPr/>
        </p:nvSpPr>
        <p:spPr>
          <a:xfrm>
            <a:off x="4617720" y="4462272"/>
            <a:ext cx="868680" cy="256032"/>
          </a:xfrm>
          <a:prstGeom prst="rect">
            <a:avLst/>
          </a:prstGeom>
          <a:noFill/>
          <a:ln/>
        </p:spPr>
        <p:txBody>
          <a:bodyPr wrap="square" lIns="0" tIns="0" rIns="0" bIns="0" rtlCol="0" anchor="ctr"/>
          <a:lstStyle/>
          <a:p>
            <a:pPr algn="ctr" indent="0" marL="0">
              <a:buNone/>
            </a:pPr>
            <a:r>
              <a:rPr lang="en-US" sz="1200" b="1" dirty="0">
                <a:solidFill>
                  <a:schemeClr val="tx2"/>
                </a:solidFill>
              </a:rPr>
              <a:t>de</a:t>
            </a:r>
            <a:r>
              <a:rPr lang="en-US" sz="1200" dirty="0">
                <a:solidFill>
                  <a:schemeClr val="tx1"/>
                </a:solidFill>
              </a:rPr>
              <a:t> stoel</a:t>
            </a:r>
            <a:endParaRPr lang="en-US" sz="1200" dirty="0"/>
          </a:p>
        </p:txBody>
      </p:sp>
      <p:pic>
        <p:nvPicPr>
          <p:cNvPr id="29" name="Image 5" descr="seedling">    </p:cNvPr>
          <p:cNvPicPr>
            <a:picLocks noChangeAspect="1"/>
          </p:cNvPicPr>
          <p:nvPr/>
        </p:nvPicPr>
        <p:blipFill>
          <a:blip r:embed="rId6"/>
          <a:stretch>
            <a:fillRect/>
          </a:stretch>
        </p:blipFill>
        <p:spPr>
          <a:xfrm>
            <a:off x="5074920" y="2359152"/>
            <a:ext cx="548640" cy="548640"/>
          </a:xfrm>
          <a:prstGeom prst="rect">
            <a:avLst/>
          </a:prstGeom>
        </p:spPr>
      </p:pic>
      <p:sp>
        <p:nvSpPr>
          <p:cNvPr id="30" name="Text 21"/>
          <p:cNvSpPr txBox="1"/>
          <p:nvPr/>
        </p:nvSpPr>
        <p:spPr>
          <a:xfrm>
            <a:off x="4800600" y="2953512"/>
            <a:ext cx="1097280" cy="256032"/>
          </a:xfrm>
          <a:prstGeom prst="rect">
            <a:avLst/>
          </a:prstGeom>
          <a:noFill/>
          <a:ln/>
        </p:spPr>
        <p:txBody>
          <a:bodyPr wrap="square" lIns="0" tIns="0" rIns="0" bIns="0" rtlCol="0" anchor="ctr"/>
          <a:lstStyle/>
          <a:p>
            <a:pPr algn="ctr" indent="0" marL="0">
              <a:buNone/>
            </a:pPr>
            <a:r>
              <a:rPr lang="en-US" sz="1200" b="1" dirty="0">
                <a:solidFill>
                  <a:schemeClr val="tx2"/>
                </a:solidFill>
              </a:rPr>
              <a:t>de</a:t>
            </a:r>
            <a:r>
              <a:rPr lang="en-US" sz="1200" dirty="0">
                <a:solidFill>
                  <a:schemeClr val="tx1"/>
                </a:solidFill>
              </a:rPr>
              <a:t> plant</a:t>
            </a:r>
            <a:endParaRPr lang="en-US" sz="1200" dirty="0"/>
          </a:p>
        </p:txBody>
      </p:sp>
      <p:sp>
        <p:nvSpPr>
          <p:cNvPr id="31" name="Shape 22"/>
          <p:cNvSpPr/>
          <p:nvPr/>
        </p:nvSpPr>
        <p:spPr>
          <a:xfrm>
            <a:off x="6245352" y="2176272"/>
            <a:ext cx="5394960" cy="2697480"/>
          </a:xfrm>
          <a:prstGeom prst="roundRect">
            <a:avLst>
              <a:gd name="adj" fmla="val 2712"/>
            </a:avLst>
          </a:prstGeom>
          <a:solidFill>
            <a:schemeClr val="bg1"/>
          </a:solidFill>
          <a:ln w="25400">
            <a:solidFill>
              <a:srgbClr val="6E4A9E"/>
            </a:solidFill>
            <a:prstDash val="solid"/>
          </a:ln>
          <a:effectLst>
            <a:outerShdw sx="100000" sy="100000" kx="0" ky="0" algn="bl" rotWithShape="0" blurRad="101600" dist="25400" dir="3600000">
              <a:srgbClr val="000000">
                <a:alpha val="16000"/>
              </a:srgbClr>
            </a:outerShdw>
          </a:effectLst>
        </p:spPr>
      </p:sp>
      <p:sp>
        <p:nvSpPr>
          <p:cNvPr id="32" name="Shape 23"/>
          <p:cNvSpPr/>
          <p:nvPr/>
        </p:nvSpPr>
        <p:spPr>
          <a:xfrm>
            <a:off x="6355080" y="2286000"/>
            <a:ext cx="411480" cy="411480"/>
          </a:xfrm>
          <a:prstGeom prst="ellipse">
            <a:avLst/>
          </a:prstGeom>
          <a:solidFill>
            <a:srgbClr val="6E4A9E"/>
          </a:solidFill>
          <a:ln w="12700">
            <a:solidFill>
              <a:srgbClr val="FFFFFF">
                <a:alpha val="0"/>
              </a:srgbClr>
            </a:solidFill>
            <a:prstDash val="solid"/>
          </a:ln>
        </p:spPr>
      </p:sp>
      <p:sp>
        <p:nvSpPr>
          <p:cNvPr id="33" name="Text 24"/>
          <p:cNvSpPr txBox="1"/>
          <p:nvPr/>
        </p:nvSpPr>
        <p:spPr>
          <a:xfrm>
            <a:off x="6355080" y="22860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pic>
        <p:nvPicPr>
          <p:cNvPr id="34" name="Image 6" descr="file cabinet">    </p:cNvPr>
          <p:cNvPicPr>
            <a:picLocks noChangeAspect="1"/>
          </p:cNvPicPr>
          <p:nvPr/>
        </p:nvPicPr>
        <p:blipFill>
          <a:blip r:embed="rId7"/>
          <a:stretch>
            <a:fillRect/>
          </a:stretch>
        </p:blipFill>
        <p:spPr>
          <a:xfrm>
            <a:off x="6428232" y="3044952"/>
            <a:ext cx="914400" cy="914400"/>
          </a:xfrm>
          <a:prstGeom prst="rect">
            <a:avLst/>
          </a:prstGeom>
        </p:spPr>
      </p:pic>
      <p:sp>
        <p:nvSpPr>
          <p:cNvPr id="35" name="Text 25"/>
          <p:cNvSpPr txBox="1"/>
          <p:nvPr/>
        </p:nvSpPr>
        <p:spPr>
          <a:xfrm>
            <a:off x="6336792" y="4005072"/>
            <a:ext cx="1097280" cy="256032"/>
          </a:xfrm>
          <a:prstGeom prst="rect">
            <a:avLst/>
          </a:prstGeom>
          <a:noFill/>
          <a:ln/>
        </p:spPr>
        <p:txBody>
          <a:bodyPr wrap="square" lIns="0" tIns="0" rIns="0" bIns="0" rtlCol="0" anchor="ctr"/>
          <a:lstStyle/>
          <a:p>
            <a:pPr algn="ctr" indent="0" marL="0">
              <a:buNone/>
            </a:pPr>
            <a:r>
              <a:rPr lang="en-US" sz="1200" b="1" dirty="0">
                <a:solidFill>
                  <a:schemeClr val="tx2"/>
                </a:solidFill>
              </a:rPr>
              <a:t>de</a:t>
            </a:r>
            <a:r>
              <a:rPr lang="en-US" sz="1200" dirty="0">
                <a:solidFill>
                  <a:schemeClr val="tx1"/>
                </a:solidFill>
              </a:rPr>
              <a:t> kast</a:t>
            </a:r>
            <a:endParaRPr lang="en-US" sz="1200" dirty="0"/>
          </a:p>
        </p:txBody>
      </p:sp>
      <p:sp>
        <p:nvSpPr>
          <p:cNvPr id="36" name="Shape 26"/>
          <p:cNvSpPr/>
          <p:nvPr/>
        </p:nvSpPr>
        <p:spPr>
          <a:xfrm>
            <a:off x="8257032" y="2286000"/>
            <a:ext cx="1051560" cy="658368"/>
          </a:xfrm>
          <a:prstGeom prst="rect">
            <a:avLst/>
          </a:prstGeom>
          <a:solidFill>
            <a:srgbClr val="DCEBF7"/>
          </a:solidFill>
          <a:ln w="19050">
            <a:solidFill>
              <a:srgbClr val="4A5A70"/>
            </a:solidFill>
            <a:prstDash val="solid"/>
          </a:ln>
        </p:spPr>
      </p:sp>
      <p:sp>
        <p:nvSpPr>
          <p:cNvPr id="37" name="Shape 27"/>
          <p:cNvSpPr/>
          <p:nvPr/>
        </p:nvSpPr>
        <p:spPr>
          <a:xfrm>
            <a:off x="8782812" y="2286000"/>
            <a:ext cx="914" cy="658368"/>
          </a:xfrm>
          <a:prstGeom prst="line">
            <a:avLst/>
          </a:prstGeom>
          <a:noFill/>
          <a:ln w="15875">
            <a:solidFill>
              <a:srgbClr val="4A5A70"/>
            </a:solidFill>
            <a:prstDash val="solid"/>
          </a:ln>
        </p:spPr>
      </p:sp>
      <p:sp>
        <p:nvSpPr>
          <p:cNvPr id="38" name="Shape 28"/>
          <p:cNvSpPr/>
          <p:nvPr/>
        </p:nvSpPr>
        <p:spPr>
          <a:xfrm>
            <a:off x="8257032" y="2615184"/>
            <a:ext cx="1051560" cy="914"/>
          </a:xfrm>
          <a:prstGeom prst="line">
            <a:avLst/>
          </a:prstGeom>
          <a:noFill/>
          <a:ln w="15875">
            <a:solidFill>
              <a:srgbClr val="4A5A70"/>
            </a:solidFill>
            <a:prstDash val="solid"/>
          </a:ln>
        </p:spPr>
      </p:sp>
      <p:sp>
        <p:nvSpPr>
          <p:cNvPr id="39" name="Text 29"/>
          <p:cNvSpPr txBox="1"/>
          <p:nvPr/>
        </p:nvSpPr>
        <p:spPr>
          <a:xfrm>
            <a:off x="9354312" y="2478024"/>
            <a:ext cx="914400" cy="256032"/>
          </a:xfrm>
          <a:prstGeom prst="rect">
            <a:avLst/>
          </a:prstGeom>
          <a:noFill/>
          <a:ln/>
        </p:spPr>
        <p:txBody>
          <a:bodyPr wrap="square" lIns="0" tIns="0" rIns="0" bIns="0" rtlCol="0" anchor="ctr"/>
          <a:lstStyle/>
          <a:p>
            <a:pPr algn="ctr" indent="0" marL="0">
              <a:buNone/>
            </a:pPr>
            <a:r>
              <a:rPr lang="en-US" sz="1200" b="1" dirty="0">
                <a:solidFill>
                  <a:schemeClr val="accent1"/>
                </a:solidFill>
              </a:rPr>
              <a:t>het</a:t>
            </a:r>
            <a:r>
              <a:rPr lang="en-US" sz="1200" dirty="0">
                <a:solidFill>
                  <a:schemeClr val="tx1"/>
                </a:solidFill>
              </a:rPr>
              <a:t> raam</a:t>
            </a:r>
            <a:endParaRPr lang="en-US" sz="1200" dirty="0"/>
          </a:p>
        </p:txBody>
      </p:sp>
      <p:sp>
        <p:nvSpPr>
          <p:cNvPr id="40" name="Shape 30"/>
          <p:cNvSpPr/>
          <p:nvPr/>
        </p:nvSpPr>
        <p:spPr>
          <a:xfrm>
            <a:off x="7434072" y="3959352"/>
            <a:ext cx="2834640" cy="91440"/>
          </a:xfrm>
          <a:prstGeom prst="rect">
            <a:avLst/>
          </a:prstGeom>
          <a:solidFill>
            <a:srgbClr val="8B6B43"/>
          </a:solidFill>
          <a:ln w="12700">
            <a:solidFill>
              <a:srgbClr val="FFFFFF">
                <a:alpha val="0"/>
              </a:srgbClr>
            </a:solidFill>
            <a:prstDash val="solid"/>
          </a:ln>
        </p:spPr>
      </p:sp>
      <p:sp>
        <p:nvSpPr>
          <p:cNvPr id="41" name="Shape 31"/>
          <p:cNvSpPr/>
          <p:nvPr/>
        </p:nvSpPr>
        <p:spPr>
          <a:xfrm>
            <a:off x="7525512" y="4050792"/>
            <a:ext cx="64008" cy="548640"/>
          </a:xfrm>
          <a:prstGeom prst="rect">
            <a:avLst/>
          </a:prstGeom>
          <a:solidFill>
            <a:srgbClr val="8B6B43"/>
          </a:solidFill>
          <a:ln w="12700">
            <a:solidFill>
              <a:srgbClr val="FFFFFF">
                <a:alpha val="0"/>
              </a:srgbClr>
            </a:solidFill>
            <a:prstDash val="solid"/>
          </a:ln>
        </p:spPr>
      </p:sp>
      <p:sp>
        <p:nvSpPr>
          <p:cNvPr id="42" name="Shape 32"/>
          <p:cNvSpPr/>
          <p:nvPr/>
        </p:nvSpPr>
        <p:spPr>
          <a:xfrm>
            <a:off x="10113264" y="4050792"/>
            <a:ext cx="64008" cy="548640"/>
          </a:xfrm>
          <a:prstGeom prst="rect">
            <a:avLst/>
          </a:prstGeom>
          <a:solidFill>
            <a:srgbClr val="8B6B43"/>
          </a:solidFill>
          <a:ln w="12700">
            <a:solidFill>
              <a:srgbClr val="FFFFFF">
                <a:alpha val="0"/>
              </a:srgbClr>
            </a:solidFill>
            <a:prstDash val="solid"/>
          </a:ln>
        </p:spPr>
      </p:sp>
      <p:sp>
        <p:nvSpPr>
          <p:cNvPr id="43" name="Text 33"/>
          <p:cNvSpPr txBox="1"/>
          <p:nvPr/>
        </p:nvSpPr>
        <p:spPr>
          <a:xfrm>
            <a:off x="8211312" y="4279392"/>
            <a:ext cx="1280160" cy="256032"/>
          </a:xfrm>
          <a:prstGeom prst="rect">
            <a:avLst/>
          </a:prstGeom>
          <a:noFill/>
          <a:ln/>
        </p:spPr>
        <p:txBody>
          <a:bodyPr wrap="square" lIns="0" tIns="0" rIns="0" bIns="0" rtlCol="0" anchor="ctr"/>
          <a:lstStyle/>
          <a:p>
            <a:pPr algn="ctr" indent="0" marL="0">
              <a:buNone/>
            </a:pPr>
            <a:r>
              <a:rPr lang="en-US" sz="1200" b="1" dirty="0">
                <a:solidFill>
                  <a:schemeClr val="accent1"/>
                </a:solidFill>
              </a:rPr>
              <a:t>het</a:t>
            </a:r>
            <a:r>
              <a:rPr lang="en-US" sz="1200" dirty="0">
                <a:solidFill>
                  <a:schemeClr val="tx1"/>
                </a:solidFill>
              </a:rPr>
              <a:t> bureau</a:t>
            </a:r>
            <a:endParaRPr lang="en-US" sz="1200" dirty="0"/>
          </a:p>
        </p:txBody>
      </p:sp>
      <p:pic>
        <p:nvPicPr>
          <p:cNvPr id="44" name="Image 7" descr="laptop">    </p:cNvPr>
          <p:cNvPicPr>
            <a:picLocks noChangeAspect="1"/>
          </p:cNvPicPr>
          <p:nvPr/>
        </p:nvPicPr>
        <p:blipFill>
          <a:blip r:embed="rId8"/>
          <a:stretch>
            <a:fillRect/>
          </a:stretch>
        </p:blipFill>
        <p:spPr>
          <a:xfrm>
            <a:off x="7662672" y="3410712"/>
            <a:ext cx="548640" cy="548640"/>
          </a:xfrm>
          <a:prstGeom prst="rect">
            <a:avLst/>
          </a:prstGeom>
        </p:spPr>
      </p:pic>
      <p:sp>
        <p:nvSpPr>
          <p:cNvPr id="45" name="Text 34"/>
          <p:cNvSpPr txBox="1"/>
          <p:nvPr/>
        </p:nvSpPr>
        <p:spPr>
          <a:xfrm>
            <a:off x="7479792" y="3118104"/>
            <a:ext cx="914400" cy="256032"/>
          </a:xfrm>
          <a:prstGeom prst="rect">
            <a:avLst/>
          </a:prstGeom>
          <a:noFill/>
          <a:ln/>
        </p:spPr>
        <p:txBody>
          <a:bodyPr wrap="square" lIns="0" tIns="0" rIns="0" bIns="0" rtlCol="0" anchor="ctr"/>
          <a:lstStyle/>
          <a:p>
            <a:pPr algn="ctr" indent="0" marL="0">
              <a:buNone/>
            </a:pPr>
            <a:r>
              <a:rPr lang="en-US" sz="1200" b="1" dirty="0">
                <a:solidFill>
                  <a:schemeClr val="tx2"/>
                </a:solidFill>
              </a:rPr>
              <a:t>de</a:t>
            </a:r>
            <a:r>
              <a:rPr lang="en-US" sz="1200" dirty="0">
                <a:solidFill>
                  <a:schemeClr val="tx1"/>
                </a:solidFill>
              </a:rPr>
              <a:t> computer</a:t>
            </a:r>
            <a:endParaRPr lang="en-US" sz="1200" dirty="0"/>
          </a:p>
        </p:txBody>
      </p:sp>
      <p:pic>
        <p:nvPicPr>
          <p:cNvPr id="46" name="Image 8" descr="hot beverage">    </p:cNvPr>
          <p:cNvPicPr>
            <a:picLocks noChangeAspect="1"/>
          </p:cNvPicPr>
          <p:nvPr/>
        </p:nvPicPr>
        <p:blipFill>
          <a:blip r:embed="rId9"/>
          <a:stretch>
            <a:fillRect/>
          </a:stretch>
        </p:blipFill>
        <p:spPr>
          <a:xfrm>
            <a:off x="8577072" y="3410712"/>
            <a:ext cx="548640" cy="548640"/>
          </a:xfrm>
          <a:prstGeom prst="rect">
            <a:avLst/>
          </a:prstGeom>
        </p:spPr>
      </p:pic>
      <p:sp>
        <p:nvSpPr>
          <p:cNvPr id="47" name="Text 35"/>
          <p:cNvSpPr txBox="1"/>
          <p:nvPr/>
        </p:nvSpPr>
        <p:spPr>
          <a:xfrm>
            <a:off x="8394192" y="3118104"/>
            <a:ext cx="914400" cy="256032"/>
          </a:xfrm>
          <a:prstGeom prst="rect">
            <a:avLst/>
          </a:prstGeom>
          <a:noFill/>
          <a:ln/>
        </p:spPr>
        <p:txBody>
          <a:bodyPr wrap="square" lIns="0" tIns="0" rIns="0" bIns="0" rtlCol="0" anchor="ctr"/>
          <a:lstStyle/>
          <a:p>
            <a:pPr algn="ctr" indent="0" marL="0">
              <a:buNone/>
            </a:pPr>
            <a:r>
              <a:rPr lang="en-US" sz="1200" b="1" dirty="0">
                <a:solidFill>
                  <a:schemeClr val="accent1"/>
                </a:solidFill>
              </a:rPr>
              <a:t>het</a:t>
            </a:r>
            <a:r>
              <a:rPr lang="en-US" sz="1200" dirty="0">
                <a:solidFill>
                  <a:schemeClr val="tx1"/>
                </a:solidFill>
              </a:rPr>
              <a:t> kopje</a:t>
            </a:r>
            <a:endParaRPr lang="en-US" sz="1200" dirty="0"/>
          </a:p>
        </p:txBody>
      </p:sp>
      <p:pic>
        <p:nvPicPr>
          <p:cNvPr id="48" name="Image 9" descr="telephone receiver">    </p:cNvPr>
          <p:cNvPicPr>
            <a:picLocks noChangeAspect="1"/>
          </p:cNvPicPr>
          <p:nvPr/>
        </p:nvPicPr>
        <p:blipFill>
          <a:blip r:embed="rId10"/>
          <a:stretch>
            <a:fillRect/>
          </a:stretch>
        </p:blipFill>
        <p:spPr>
          <a:xfrm>
            <a:off x="9491472" y="3410712"/>
            <a:ext cx="548640" cy="548640"/>
          </a:xfrm>
          <a:prstGeom prst="rect">
            <a:avLst/>
          </a:prstGeom>
        </p:spPr>
      </p:pic>
      <p:sp>
        <p:nvSpPr>
          <p:cNvPr id="49" name="Text 36"/>
          <p:cNvSpPr txBox="1"/>
          <p:nvPr/>
        </p:nvSpPr>
        <p:spPr>
          <a:xfrm>
            <a:off x="9308592" y="3118104"/>
            <a:ext cx="914400" cy="256032"/>
          </a:xfrm>
          <a:prstGeom prst="rect">
            <a:avLst/>
          </a:prstGeom>
          <a:noFill/>
          <a:ln/>
        </p:spPr>
        <p:txBody>
          <a:bodyPr wrap="square" lIns="0" tIns="0" rIns="0" bIns="0" rtlCol="0" anchor="ctr"/>
          <a:lstStyle/>
          <a:p>
            <a:pPr algn="ctr" indent="0" marL="0">
              <a:buNone/>
            </a:pPr>
            <a:r>
              <a:rPr lang="en-US" sz="1200" b="1" dirty="0">
                <a:solidFill>
                  <a:schemeClr val="tx2"/>
                </a:solidFill>
              </a:rPr>
              <a:t>de</a:t>
            </a:r>
            <a:r>
              <a:rPr lang="en-US" sz="1200" dirty="0">
                <a:solidFill>
                  <a:schemeClr val="tx1"/>
                </a:solidFill>
              </a:rPr>
              <a:t> telefoon</a:t>
            </a:r>
            <a:endParaRPr lang="en-US" sz="1200" dirty="0"/>
          </a:p>
        </p:txBody>
      </p:sp>
      <p:pic>
        <p:nvPicPr>
          <p:cNvPr id="50" name="Image 10" descr="chair">    </p:cNvPr>
          <p:cNvPicPr>
            <a:picLocks noChangeAspect="1"/>
          </p:cNvPicPr>
          <p:nvPr/>
        </p:nvPicPr>
        <p:blipFill>
          <a:blip r:embed="rId11"/>
          <a:stretch>
            <a:fillRect/>
          </a:stretch>
        </p:blipFill>
        <p:spPr>
          <a:xfrm>
            <a:off x="10405872" y="3776472"/>
            <a:ext cx="640080" cy="640080"/>
          </a:xfrm>
          <a:prstGeom prst="rect">
            <a:avLst/>
          </a:prstGeom>
        </p:spPr>
      </p:pic>
      <p:sp>
        <p:nvSpPr>
          <p:cNvPr id="51" name="Text 37"/>
          <p:cNvSpPr txBox="1"/>
          <p:nvPr/>
        </p:nvSpPr>
        <p:spPr>
          <a:xfrm>
            <a:off x="10314432" y="4462272"/>
            <a:ext cx="868680" cy="256032"/>
          </a:xfrm>
          <a:prstGeom prst="rect">
            <a:avLst/>
          </a:prstGeom>
          <a:noFill/>
          <a:ln/>
        </p:spPr>
        <p:txBody>
          <a:bodyPr wrap="square" lIns="0" tIns="0" rIns="0" bIns="0" rtlCol="0" anchor="ctr"/>
          <a:lstStyle/>
          <a:p>
            <a:pPr algn="ctr" indent="0" marL="0">
              <a:buNone/>
            </a:pPr>
            <a:r>
              <a:rPr lang="en-US" sz="1200" b="1" dirty="0">
                <a:solidFill>
                  <a:schemeClr val="tx2"/>
                </a:solidFill>
              </a:rPr>
              <a:t>de</a:t>
            </a:r>
            <a:r>
              <a:rPr lang="en-US" sz="1200" dirty="0">
                <a:solidFill>
                  <a:schemeClr val="tx1"/>
                </a:solidFill>
              </a:rPr>
              <a:t> stoel</a:t>
            </a:r>
            <a:endParaRPr lang="en-US" sz="1200" dirty="0"/>
          </a:p>
        </p:txBody>
      </p:sp>
      <p:pic>
        <p:nvPicPr>
          <p:cNvPr id="52" name="Image 11" descr="green book">    </p:cNvPr>
          <p:cNvPicPr>
            <a:picLocks noChangeAspect="1"/>
          </p:cNvPicPr>
          <p:nvPr/>
        </p:nvPicPr>
        <p:blipFill>
          <a:blip r:embed="rId12"/>
          <a:stretch>
            <a:fillRect/>
          </a:stretch>
        </p:blipFill>
        <p:spPr>
          <a:xfrm>
            <a:off x="10771632" y="2359152"/>
            <a:ext cx="548640" cy="548640"/>
          </a:xfrm>
          <a:prstGeom prst="rect">
            <a:avLst/>
          </a:prstGeom>
        </p:spPr>
      </p:pic>
      <p:sp>
        <p:nvSpPr>
          <p:cNvPr id="53" name="Text 38"/>
          <p:cNvSpPr txBox="1"/>
          <p:nvPr/>
        </p:nvSpPr>
        <p:spPr>
          <a:xfrm>
            <a:off x="10497312" y="2953512"/>
            <a:ext cx="1097280" cy="256032"/>
          </a:xfrm>
          <a:prstGeom prst="rect">
            <a:avLst/>
          </a:prstGeom>
          <a:noFill/>
          <a:ln/>
        </p:spPr>
        <p:txBody>
          <a:bodyPr wrap="square" lIns="0" tIns="0" rIns="0" bIns="0" rtlCol="0" anchor="ctr"/>
          <a:lstStyle/>
          <a:p>
            <a:pPr algn="ctr" indent="0" marL="0">
              <a:buNone/>
            </a:pPr>
            <a:r>
              <a:rPr lang="en-US" sz="1200" b="1" dirty="0">
                <a:solidFill>
                  <a:schemeClr val="accent1"/>
                </a:solidFill>
              </a:rPr>
              <a:t>het</a:t>
            </a:r>
            <a:r>
              <a:rPr lang="en-US" sz="1200" dirty="0">
                <a:solidFill>
                  <a:schemeClr val="tx1"/>
                </a:solidFill>
              </a:rPr>
              <a:t> boek</a:t>
            </a:r>
            <a:endParaRPr lang="en-US" sz="1200" dirty="0"/>
          </a:p>
        </p:txBody>
      </p:sp>
      <p:sp>
        <p:nvSpPr>
          <p:cNvPr id="54" name="Shape 39"/>
          <p:cNvSpPr/>
          <p:nvPr/>
        </p:nvSpPr>
        <p:spPr>
          <a:xfrm>
            <a:off x="548640" y="5029200"/>
            <a:ext cx="11091672" cy="1234440"/>
          </a:xfrm>
          <a:prstGeom prst="roundRect">
            <a:avLst>
              <a:gd name="adj" fmla="val 5926"/>
            </a:avLst>
          </a:prstGeom>
          <a:solidFill>
            <a:schemeClr val="bg2"/>
          </a:solidFill>
          <a:ln w="12700">
            <a:solidFill>
              <a:srgbClr val="D5DCE6"/>
            </a:solidFill>
            <a:prstDash val="solid"/>
          </a:ln>
        </p:spPr>
      </p:sp>
      <p:sp>
        <p:nvSpPr>
          <p:cNvPr id="55" name="Text 40"/>
          <p:cNvSpPr txBox="1"/>
          <p:nvPr/>
        </p:nvSpPr>
        <p:spPr>
          <a:xfrm>
            <a:off x="731520" y="5074920"/>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BANQUE DE MOTS</a:t>
            </a:r>
            <a:endParaRPr lang="en-US" sz="1200" dirty="0"/>
          </a:p>
        </p:txBody>
      </p:sp>
      <p:sp>
        <p:nvSpPr>
          <p:cNvPr id="56" name="Text 41"/>
          <p:cNvSpPr txBox="1"/>
          <p:nvPr/>
        </p:nvSpPr>
        <p:spPr>
          <a:xfrm>
            <a:off x="731520" y="5349240"/>
            <a:ext cx="10744200" cy="886968"/>
          </a:xfrm>
          <a:prstGeom prst="rect">
            <a:avLst/>
          </a:prstGeom>
          <a:noFill/>
          <a:ln/>
        </p:spPr>
        <p:txBody>
          <a:bodyPr wrap="square" lIns="0" tIns="0" rIns="0" bIns="0" rtlCol="0" anchor="t"/>
          <a:lstStyle/>
          <a:p>
            <a:pPr algn="l" indent="0" marL="0">
              <a:spcAft>
                <a:spcPts val="200"/>
              </a:spcAft>
              <a:buNone/>
            </a:pPr>
            <a:r>
              <a:rPr lang="en-US" sz="1300" b="1" dirty="0">
                <a:solidFill>
                  <a:schemeClr val="tx1"/>
                </a:solidFill>
              </a:rPr>
              <a:t>Modèle</a:t>
            </a:r>
            <a:r>
              <a:rPr lang="en-US" sz="1300" dirty="0">
                <a:solidFill>
                  <a:schemeClr val="tx1"/>
                </a:solidFill>
              </a:rPr>
              <a:t> : </a:t>
            </a:r>
            <a:r>
              <a:rPr lang="en-US" sz="1300" i="1" dirty="0">
                <a:solidFill>
                  <a:schemeClr val="tx1"/>
                </a:solidFill>
              </a:rPr>
              <a:t>In mijn kantoor heb ik </a:t>
            </a:r>
            <a:r>
              <a:rPr lang="en-US" sz="1300" b="1" i="1" dirty="0">
                <a:solidFill>
                  <a:schemeClr val="tx1"/>
                </a:solidFill>
              </a:rPr>
              <a:t>een</a:t>
            </a:r>
            <a:r>
              <a:rPr lang="en-US" sz="1300" i="1" dirty="0">
                <a:solidFill>
                  <a:schemeClr val="tx1"/>
                </a:solidFill>
              </a:rPr>
              <a:t> computer, </a:t>
            </a:r>
            <a:r>
              <a:rPr lang="en-US" sz="1300" b="1" i="1" dirty="0">
                <a:solidFill>
                  <a:schemeClr val="tx1"/>
                </a:solidFill>
              </a:rPr>
              <a:t>een</a:t>
            </a:r>
            <a:r>
              <a:rPr lang="en-US" sz="1300" i="1" dirty="0">
                <a:solidFill>
                  <a:schemeClr val="tx1"/>
                </a:solidFill>
              </a:rPr>
              <a:t> plant en </a:t>
            </a:r>
            <a:r>
              <a:rPr lang="en-US" sz="1300" b="1" i="1" dirty="0">
                <a:solidFill>
                  <a:schemeClr val="tx1"/>
                </a:solidFill>
              </a:rPr>
              <a:t>een</a:t>
            </a:r>
            <a:r>
              <a:rPr lang="en-US" sz="1300" i="1" dirty="0">
                <a:solidFill>
                  <a:schemeClr val="tx1"/>
                </a:solidFill>
              </a:rPr>
              <a:t> kast. </a:t>
            </a:r>
            <a:r>
              <a:rPr lang="en-US" sz="1300" b="1" i="1" dirty="0">
                <a:solidFill>
                  <a:schemeClr val="tx2"/>
                </a:solidFill>
              </a:rPr>
              <a:t>De</a:t>
            </a:r>
            <a:r>
              <a:rPr lang="en-US" sz="1300" i="1" dirty="0">
                <a:solidFill>
                  <a:schemeClr val="tx1"/>
                </a:solidFill>
              </a:rPr>
              <a:t> computer is nieuw. </a:t>
            </a:r>
            <a:r>
              <a:rPr lang="en-US" sz="1300" b="1" i="1" dirty="0">
                <a:solidFill>
                  <a:schemeClr val="accent1"/>
                </a:solidFill>
              </a:rPr>
              <a:t>Het</a:t>
            </a:r>
            <a:r>
              <a:rPr lang="en-US" sz="1300" i="1" dirty="0">
                <a:solidFill>
                  <a:schemeClr val="tx1"/>
                </a:solidFill>
              </a:rPr>
              <a:t> raam is groot.</a:t>
            </a:r>
            <a:endParaRPr lang="en-US" sz="1300" dirty="0"/>
          </a:p>
          <a:p>
            <a:pPr algn="l" indent="0" marL="0">
              <a:spcAft>
                <a:spcPts val="200"/>
              </a:spcAft>
              <a:buNone/>
            </a:pPr>
            <a:r>
              <a:rPr lang="en-US" sz="1300" b="1" dirty="0">
                <a:solidFill>
                  <a:schemeClr val="tx1"/>
                </a:solidFill>
              </a:rPr>
              <a:t>Mots</a:t>
            </a:r>
            <a:r>
              <a:rPr lang="en-US" sz="1300" dirty="0">
                <a:solidFill>
                  <a:schemeClr val="tx1"/>
                </a:solidFill>
              </a:rPr>
              <a:t> : </a:t>
            </a:r>
            <a:r>
              <a:rPr lang="en-US" sz="1300" i="1" dirty="0">
                <a:solidFill>
                  <a:schemeClr val="tx1"/>
                </a:solidFill>
              </a:rPr>
              <a:t>de computer · het bureau · de stoel · de lamp · de plant · het raam · de kast · het scherm · de telefoon · de printer · het kopje · het boek</a:t>
            </a:r>
            <a:endParaRPr lang="en-US" sz="1300" dirty="0"/>
          </a:p>
          <a:p>
            <a:pPr algn="l" indent="0" marL="0">
              <a:spcAft>
                <a:spcPts val="200"/>
              </a:spcAft>
              <a:buNone/>
            </a:pPr>
            <a:r>
              <a:rPr lang="en-US" sz="1300" b="1" dirty="0">
                <a:solidFill>
                  <a:schemeClr val="tx1"/>
                </a:solidFill>
              </a:rPr>
              <a:t>Adjectifs</a:t>
            </a:r>
            <a:r>
              <a:rPr lang="en-US" sz="1300" dirty="0">
                <a:solidFill>
                  <a:schemeClr val="tx1"/>
                </a:solidFill>
              </a:rPr>
              <a:t> : </a:t>
            </a:r>
            <a:r>
              <a:rPr lang="en-US" sz="1300" i="1" dirty="0">
                <a:solidFill>
                  <a:schemeClr val="tx1"/>
                </a:solidFill>
              </a:rPr>
              <a:t>nieuw · oud · groot · klein · mooi</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Ticket de sortie — et bilan du bloc 1</a:t>
            </a:r>
            <a:endParaRPr lang="en-US" sz="3000" dirty="0"/>
          </a:p>
        </p:txBody>
      </p:sp>
      <p:sp>
        <p:nvSpPr>
          <p:cNvPr id="3" name="tag"/>
          <p:cNvSpPr/>
          <p:nvPr/>
        </p:nvSpPr>
        <p:spPr>
          <a:xfrm>
            <a:off x="548640" y="237744"/>
            <a:ext cx="2092147"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TICKET DE SORTIE</a:t>
            </a:r>
            <a:endParaRPr lang="en-US" sz="1200" dirty="0"/>
          </a:p>
        </p:txBody>
      </p:sp>
      <p:sp>
        <p:nvSpPr>
          <p:cNvPr id="5" name="Shape 2"/>
          <p:cNvSpPr/>
          <p:nvPr/>
        </p:nvSpPr>
        <p:spPr>
          <a:xfrm>
            <a:off x="548640" y="1554480"/>
            <a:ext cx="6035040" cy="1127760"/>
          </a:xfrm>
          <a:prstGeom prst="roundRect">
            <a:avLst>
              <a:gd name="adj" fmla="val 6486"/>
            </a:avLst>
          </a:prstGeom>
          <a:solidFill>
            <a:schemeClr val="bg2"/>
          </a:solidFill>
          <a:ln w="12700">
            <a:solidFill>
              <a:srgbClr val="D5DCE6"/>
            </a:solidFill>
            <a:prstDash val="solid"/>
          </a:ln>
        </p:spPr>
      </p:sp>
      <p:sp>
        <p:nvSpPr>
          <p:cNvPr id="6" name="Shape 3"/>
          <p:cNvSpPr/>
          <p:nvPr/>
        </p:nvSpPr>
        <p:spPr>
          <a:xfrm>
            <a:off x="731520" y="1889760"/>
            <a:ext cx="457200" cy="457200"/>
          </a:xfrm>
          <a:prstGeom prst="ellipse">
            <a:avLst/>
          </a:prstGeom>
          <a:solidFill>
            <a:schemeClr val="accent1"/>
          </a:solidFill>
          <a:ln w="12700">
            <a:solidFill>
              <a:srgbClr val="FFFFFF">
                <a:alpha val="0"/>
              </a:srgbClr>
            </a:solidFill>
            <a:prstDash val="solid"/>
          </a:ln>
        </p:spPr>
      </p:sp>
      <p:sp>
        <p:nvSpPr>
          <p:cNvPr id="7" name="Text 4"/>
          <p:cNvSpPr txBox="1"/>
          <p:nvPr/>
        </p:nvSpPr>
        <p:spPr>
          <a:xfrm>
            <a:off x="731520" y="1889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1627632"/>
            <a:ext cx="5074920" cy="981456"/>
          </a:xfrm>
          <a:prstGeom prst="rect">
            <a:avLst/>
          </a:prstGeom>
          <a:noFill/>
          <a:ln/>
        </p:spPr>
        <p:txBody>
          <a:bodyPr wrap="square" lIns="0" tIns="0" rIns="0" bIns="0" rtlCol="0" anchor="ctr"/>
          <a:lstStyle/>
          <a:p>
            <a:pPr algn="l" indent="0" marL="0">
              <a:buNone/>
            </a:pPr>
            <a:r>
              <a:rPr lang="en-US" sz="2000" i="1" dirty="0">
                <a:solidFill>
                  <a:schemeClr val="tx1"/>
                </a:solidFill>
              </a:rPr>
              <a:t>…… gesprek · …… oefening · …… broodje</a:t>
            </a:r>
            <a:r>
              <a:rPr lang="en-US" sz="2000" dirty="0">
                <a:solidFill>
                  <a:schemeClr val="tx1"/>
                </a:solidFill>
              </a:rPr>
              <a:t> ?</a:t>
            </a:r>
            <a:endParaRPr lang="en-US" sz="2000" dirty="0"/>
          </a:p>
        </p:txBody>
      </p:sp>
      <p:sp>
        <p:nvSpPr>
          <p:cNvPr id="9" name="Shape 6"/>
          <p:cNvSpPr/>
          <p:nvPr/>
        </p:nvSpPr>
        <p:spPr>
          <a:xfrm>
            <a:off x="548640" y="2865120"/>
            <a:ext cx="6035040" cy="1127760"/>
          </a:xfrm>
          <a:prstGeom prst="roundRect">
            <a:avLst>
              <a:gd name="adj" fmla="val 6486"/>
            </a:avLst>
          </a:prstGeom>
          <a:solidFill>
            <a:schemeClr val="bg2"/>
          </a:solidFill>
          <a:ln w="12700">
            <a:solidFill>
              <a:srgbClr val="D5DCE6"/>
            </a:solidFill>
            <a:prstDash val="solid"/>
          </a:ln>
        </p:spPr>
      </p:sp>
      <p:sp>
        <p:nvSpPr>
          <p:cNvPr id="10" name="Shape 7"/>
          <p:cNvSpPr/>
          <p:nvPr/>
        </p:nvSpPr>
        <p:spPr>
          <a:xfrm>
            <a:off x="731520" y="3200400"/>
            <a:ext cx="457200" cy="457200"/>
          </a:xfrm>
          <a:prstGeom prst="ellipse">
            <a:avLst/>
          </a:prstGeom>
          <a:solidFill>
            <a:schemeClr val="accent1"/>
          </a:solidFill>
          <a:ln w="12700">
            <a:solidFill>
              <a:srgbClr val="FFFFFF">
                <a:alpha val="0"/>
              </a:srgbClr>
            </a:solidFill>
            <a:prstDash val="solid"/>
          </a:ln>
        </p:spPr>
      </p:sp>
      <p:sp>
        <p:nvSpPr>
          <p:cNvPr id="11" name="Text 8"/>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371600" y="293827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Au pluriel : </a:t>
            </a:r>
            <a:r>
              <a:rPr lang="en-US" sz="2000" i="1" dirty="0">
                <a:solidFill>
                  <a:schemeClr val="tx1"/>
                </a:solidFill>
              </a:rPr>
              <a:t>het boek</a:t>
            </a:r>
            <a:r>
              <a:rPr lang="en-US" sz="2000" dirty="0">
                <a:solidFill>
                  <a:schemeClr val="tx1"/>
                </a:solidFill>
              </a:rPr>
              <a:t> → ?</a:t>
            </a:r>
            <a:endParaRPr lang="en-US" sz="2000" dirty="0"/>
          </a:p>
        </p:txBody>
      </p:sp>
      <p:sp>
        <p:nvSpPr>
          <p:cNvPr id="13" name="Shape 10"/>
          <p:cNvSpPr/>
          <p:nvPr/>
        </p:nvSpPr>
        <p:spPr>
          <a:xfrm>
            <a:off x="548640" y="4175760"/>
            <a:ext cx="6035040" cy="1127760"/>
          </a:xfrm>
          <a:prstGeom prst="roundRect">
            <a:avLst>
              <a:gd name="adj" fmla="val 6486"/>
            </a:avLst>
          </a:prstGeom>
          <a:solidFill>
            <a:schemeClr val="bg2"/>
          </a:solidFill>
          <a:ln w="12700">
            <a:solidFill>
              <a:srgbClr val="D5DCE6"/>
            </a:solidFill>
            <a:prstDash val="solid"/>
          </a:ln>
        </p:spPr>
      </p:sp>
      <p:sp>
        <p:nvSpPr>
          <p:cNvPr id="14" name="Shape 11"/>
          <p:cNvSpPr/>
          <p:nvPr/>
        </p:nvSpPr>
        <p:spPr>
          <a:xfrm>
            <a:off x="731520" y="4511040"/>
            <a:ext cx="457200" cy="457200"/>
          </a:xfrm>
          <a:prstGeom prst="ellipse">
            <a:avLst/>
          </a:prstGeom>
          <a:solidFill>
            <a:schemeClr val="accent1"/>
          </a:solidFill>
          <a:ln w="12700">
            <a:solidFill>
              <a:srgbClr val="FFFFFF">
                <a:alpha val="0"/>
              </a:srgbClr>
            </a:solidFill>
            <a:prstDash val="solid"/>
          </a:ln>
        </p:spPr>
      </p:sp>
      <p:sp>
        <p:nvSpPr>
          <p:cNvPr id="15" name="Text 12"/>
          <p:cNvSpPr txBox="1"/>
          <p:nvPr/>
        </p:nvSpPr>
        <p:spPr>
          <a:xfrm>
            <a:off x="731520" y="4511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371600" y="4248912"/>
            <a:ext cx="5074920" cy="981456"/>
          </a:xfrm>
          <a:prstGeom prst="rect">
            <a:avLst/>
          </a:prstGeom>
          <a:noFill/>
          <a:ln/>
        </p:spPr>
        <p:txBody>
          <a:bodyPr wrap="square" lIns="0" tIns="0" rIns="0" bIns="0" rtlCol="0" anchor="ctr"/>
          <a:lstStyle/>
          <a:p>
            <a:pPr algn="l" indent="0" marL="0">
              <a:buNone/>
            </a:pPr>
            <a:r>
              <a:rPr lang="en-US" sz="2000" i="1" dirty="0">
                <a:solidFill>
                  <a:schemeClr val="tx1"/>
                </a:solidFill>
              </a:rPr>
              <a:t>het kantoor + de deur</a:t>
            </a:r>
            <a:r>
              <a:rPr lang="en-US" sz="2000" dirty="0">
                <a:solidFill>
                  <a:schemeClr val="tx1"/>
                </a:solidFill>
              </a:rPr>
              <a:t> → ?</a:t>
            </a:r>
            <a:endParaRPr lang="en-US" sz="2000" dirty="0"/>
          </a:p>
        </p:txBody>
      </p:sp>
      <p:sp>
        <p:nvSpPr>
          <p:cNvPr id="17" name="Text 14"/>
          <p:cNvSpPr txBox="1"/>
          <p:nvPr/>
        </p:nvSpPr>
        <p:spPr>
          <a:xfrm>
            <a:off x="6949440" y="1554480"/>
            <a:ext cx="466344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AUTO-ÉVALUATION</a:t>
            </a:r>
            <a:endParaRPr lang="en-US" sz="1400" dirty="0"/>
          </a:p>
        </p:txBody>
      </p:sp>
      <p:sp>
        <p:nvSpPr>
          <p:cNvPr id="18" name="Shape 15"/>
          <p:cNvSpPr/>
          <p:nvPr/>
        </p:nvSpPr>
        <p:spPr>
          <a:xfrm>
            <a:off x="6949440" y="2011680"/>
            <a:ext cx="4690872" cy="548640"/>
          </a:xfrm>
          <a:prstGeom prst="roundRect">
            <a:avLst>
              <a:gd name="adj" fmla="val 13333"/>
            </a:avLst>
          </a:prstGeom>
          <a:solidFill>
            <a:schemeClr val="bg2"/>
          </a:solidFill>
          <a:ln w="6350">
            <a:solidFill>
              <a:srgbClr val="D5DCE6"/>
            </a:solidFill>
            <a:prstDash val="solid"/>
          </a:ln>
        </p:spPr>
      </p:sp>
      <p:sp>
        <p:nvSpPr>
          <p:cNvPr id="19" name="Text 16"/>
          <p:cNvSpPr txBox="1"/>
          <p:nvPr/>
        </p:nvSpPr>
        <p:spPr>
          <a:xfrm>
            <a:off x="7132320" y="2011680"/>
            <a:ext cx="2331720" cy="548640"/>
          </a:xfrm>
          <a:prstGeom prst="rect">
            <a:avLst/>
          </a:prstGeom>
          <a:noFill/>
          <a:ln/>
        </p:spPr>
        <p:txBody>
          <a:bodyPr wrap="square" lIns="0" tIns="0" rIns="0" bIns="0" rtlCol="0" anchor="ctr"/>
          <a:lstStyle/>
          <a:p>
            <a:pPr algn="l" indent="0" marL="0">
              <a:buNone/>
            </a:pPr>
            <a:r>
              <a:rPr lang="en-US" sz="1600" b="1" dirty="0">
                <a:solidFill>
                  <a:schemeClr val="tx2"/>
                </a:solidFill>
              </a:rPr>
              <a:t>  Klanken</a:t>
            </a:r>
            <a:endParaRPr lang="en-US" sz="1600" dirty="0"/>
          </a:p>
        </p:txBody>
      </p:sp>
      <p:pic>
        <p:nvPicPr>
          <p:cNvPr id="20" name="Image 0" descr="RegFrown">    </p:cNvPr>
          <p:cNvPicPr>
            <a:picLocks noChangeAspect="1"/>
          </p:cNvPicPr>
          <p:nvPr/>
        </p:nvPicPr>
        <p:blipFill>
          <a:blip r:embed="rId1"/>
          <a:stretch>
            <a:fillRect/>
          </a:stretch>
        </p:blipFill>
        <p:spPr>
          <a:xfrm>
            <a:off x="9555480" y="2057400"/>
            <a:ext cx="457200" cy="457200"/>
          </a:xfrm>
          <a:prstGeom prst="rect">
            <a:avLst/>
          </a:prstGeom>
        </p:spPr>
      </p:pic>
      <p:pic>
        <p:nvPicPr>
          <p:cNvPr id="21" name="Image 1" descr="RegMeh">    </p:cNvPr>
          <p:cNvPicPr>
            <a:picLocks noChangeAspect="1"/>
          </p:cNvPicPr>
          <p:nvPr/>
        </p:nvPicPr>
        <p:blipFill>
          <a:blip r:embed="rId2"/>
          <a:stretch>
            <a:fillRect/>
          </a:stretch>
        </p:blipFill>
        <p:spPr>
          <a:xfrm>
            <a:off x="10241280" y="2057400"/>
            <a:ext cx="457200" cy="457200"/>
          </a:xfrm>
          <a:prstGeom prst="rect">
            <a:avLst/>
          </a:prstGeom>
        </p:spPr>
      </p:pic>
      <p:pic>
        <p:nvPicPr>
          <p:cNvPr id="22" name="Image 2" descr="RegSmile">    </p:cNvPr>
          <p:cNvPicPr>
            <a:picLocks noChangeAspect="1"/>
          </p:cNvPicPr>
          <p:nvPr/>
        </p:nvPicPr>
        <p:blipFill>
          <a:blip r:embed="rId3"/>
          <a:stretch>
            <a:fillRect/>
          </a:stretch>
        </p:blipFill>
        <p:spPr>
          <a:xfrm>
            <a:off x="10927080" y="2057400"/>
            <a:ext cx="457200" cy="457200"/>
          </a:xfrm>
          <a:prstGeom prst="rect">
            <a:avLst/>
          </a:prstGeom>
        </p:spPr>
      </p:pic>
      <p:sp>
        <p:nvSpPr>
          <p:cNvPr id="23" name="Shape 17"/>
          <p:cNvSpPr/>
          <p:nvPr/>
        </p:nvSpPr>
        <p:spPr>
          <a:xfrm>
            <a:off x="6949440" y="2670048"/>
            <a:ext cx="4690872" cy="548640"/>
          </a:xfrm>
          <a:prstGeom prst="roundRect">
            <a:avLst>
              <a:gd name="adj" fmla="val 13333"/>
            </a:avLst>
          </a:prstGeom>
          <a:solidFill>
            <a:schemeClr val="bg1"/>
          </a:solidFill>
          <a:ln w="6350">
            <a:solidFill>
              <a:srgbClr val="D5DCE6"/>
            </a:solidFill>
            <a:prstDash val="solid"/>
          </a:ln>
        </p:spPr>
      </p:sp>
      <p:sp>
        <p:nvSpPr>
          <p:cNvPr id="24" name="Text 18"/>
          <p:cNvSpPr txBox="1"/>
          <p:nvPr/>
        </p:nvSpPr>
        <p:spPr>
          <a:xfrm>
            <a:off x="7132320" y="2670048"/>
            <a:ext cx="2331720" cy="548640"/>
          </a:xfrm>
          <a:prstGeom prst="rect">
            <a:avLst/>
          </a:prstGeom>
          <a:noFill/>
          <a:ln/>
        </p:spPr>
        <p:txBody>
          <a:bodyPr wrap="square" lIns="0" tIns="0" rIns="0" bIns="0" rtlCol="0" anchor="ctr"/>
          <a:lstStyle/>
          <a:p>
            <a:pPr algn="l" indent="0" marL="0">
              <a:buNone/>
            </a:pPr>
            <a:r>
              <a:rPr lang="en-US" sz="1600" b="1" dirty="0">
                <a:solidFill>
                  <a:schemeClr val="tx2"/>
                </a:solidFill>
              </a:rPr>
              <a:t>  Ik stel me voor</a:t>
            </a:r>
            <a:endParaRPr lang="en-US" sz="1600" dirty="0"/>
          </a:p>
        </p:txBody>
      </p:sp>
      <p:pic>
        <p:nvPicPr>
          <p:cNvPr id="25" name="Image 3" descr="RegFrown">    </p:cNvPr>
          <p:cNvPicPr>
            <a:picLocks noChangeAspect="1"/>
          </p:cNvPicPr>
          <p:nvPr/>
        </p:nvPicPr>
        <p:blipFill>
          <a:blip r:embed="rId4"/>
          <a:stretch>
            <a:fillRect/>
          </a:stretch>
        </p:blipFill>
        <p:spPr>
          <a:xfrm>
            <a:off x="9555480" y="2715768"/>
            <a:ext cx="457200" cy="457200"/>
          </a:xfrm>
          <a:prstGeom prst="rect">
            <a:avLst/>
          </a:prstGeom>
        </p:spPr>
      </p:pic>
      <p:pic>
        <p:nvPicPr>
          <p:cNvPr id="26" name="Image 4" descr="RegMeh">    </p:cNvPr>
          <p:cNvPicPr>
            <a:picLocks noChangeAspect="1"/>
          </p:cNvPicPr>
          <p:nvPr/>
        </p:nvPicPr>
        <p:blipFill>
          <a:blip r:embed="rId5"/>
          <a:stretch>
            <a:fillRect/>
          </a:stretch>
        </p:blipFill>
        <p:spPr>
          <a:xfrm>
            <a:off x="10241280" y="2715768"/>
            <a:ext cx="457200" cy="457200"/>
          </a:xfrm>
          <a:prstGeom prst="rect">
            <a:avLst/>
          </a:prstGeom>
        </p:spPr>
      </p:pic>
      <p:pic>
        <p:nvPicPr>
          <p:cNvPr id="27" name="Image 5" descr="RegSmile">    </p:cNvPr>
          <p:cNvPicPr>
            <a:picLocks noChangeAspect="1"/>
          </p:cNvPicPr>
          <p:nvPr/>
        </p:nvPicPr>
        <p:blipFill>
          <a:blip r:embed="rId6"/>
          <a:stretch>
            <a:fillRect/>
          </a:stretch>
        </p:blipFill>
        <p:spPr>
          <a:xfrm>
            <a:off x="10927080" y="2715768"/>
            <a:ext cx="457200" cy="457200"/>
          </a:xfrm>
          <a:prstGeom prst="rect">
            <a:avLst/>
          </a:prstGeom>
        </p:spPr>
      </p:pic>
      <p:sp>
        <p:nvSpPr>
          <p:cNvPr id="28" name="Shape 19"/>
          <p:cNvSpPr/>
          <p:nvPr/>
        </p:nvSpPr>
        <p:spPr>
          <a:xfrm>
            <a:off x="6949440" y="3328416"/>
            <a:ext cx="4690872" cy="548640"/>
          </a:xfrm>
          <a:prstGeom prst="roundRect">
            <a:avLst>
              <a:gd name="adj" fmla="val 13333"/>
            </a:avLst>
          </a:prstGeom>
          <a:solidFill>
            <a:schemeClr val="bg2"/>
          </a:solidFill>
          <a:ln w="6350">
            <a:solidFill>
              <a:srgbClr val="D5DCE6"/>
            </a:solidFill>
            <a:prstDash val="solid"/>
          </a:ln>
        </p:spPr>
      </p:sp>
      <p:sp>
        <p:nvSpPr>
          <p:cNvPr id="29" name="Text 20"/>
          <p:cNvSpPr txBox="1"/>
          <p:nvPr/>
        </p:nvSpPr>
        <p:spPr>
          <a:xfrm>
            <a:off x="7132320" y="3328416"/>
            <a:ext cx="2331720" cy="548640"/>
          </a:xfrm>
          <a:prstGeom prst="rect">
            <a:avLst/>
          </a:prstGeom>
          <a:noFill/>
          <a:ln/>
        </p:spPr>
        <p:txBody>
          <a:bodyPr wrap="square" lIns="0" tIns="0" rIns="0" bIns="0" rtlCol="0" anchor="ctr"/>
          <a:lstStyle/>
          <a:p>
            <a:pPr algn="l" indent="0" marL="0">
              <a:buNone/>
            </a:pPr>
            <a:r>
              <a:rPr lang="en-US" sz="1600" b="1" dirty="0">
                <a:solidFill>
                  <a:schemeClr val="tx2"/>
                </a:solidFill>
              </a:rPr>
              <a:t>  Presens</a:t>
            </a:r>
            <a:endParaRPr lang="en-US" sz="1600" dirty="0"/>
          </a:p>
        </p:txBody>
      </p:sp>
      <p:pic>
        <p:nvPicPr>
          <p:cNvPr id="30" name="Image 6" descr="RegFrown">    </p:cNvPr>
          <p:cNvPicPr>
            <a:picLocks noChangeAspect="1"/>
          </p:cNvPicPr>
          <p:nvPr/>
        </p:nvPicPr>
        <p:blipFill>
          <a:blip r:embed="rId7"/>
          <a:stretch>
            <a:fillRect/>
          </a:stretch>
        </p:blipFill>
        <p:spPr>
          <a:xfrm>
            <a:off x="9555480" y="3374136"/>
            <a:ext cx="457200" cy="457200"/>
          </a:xfrm>
          <a:prstGeom prst="rect">
            <a:avLst/>
          </a:prstGeom>
        </p:spPr>
      </p:pic>
      <p:pic>
        <p:nvPicPr>
          <p:cNvPr id="31" name="Image 7" descr="RegMeh">    </p:cNvPr>
          <p:cNvPicPr>
            <a:picLocks noChangeAspect="1"/>
          </p:cNvPicPr>
          <p:nvPr/>
        </p:nvPicPr>
        <p:blipFill>
          <a:blip r:embed="rId8"/>
          <a:stretch>
            <a:fillRect/>
          </a:stretch>
        </p:blipFill>
        <p:spPr>
          <a:xfrm>
            <a:off x="10241280" y="3374136"/>
            <a:ext cx="457200" cy="457200"/>
          </a:xfrm>
          <a:prstGeom prst="rect">
            <a:avLst/>
          </a:prstGeom>
        </p:spPr>
      </p:pic>
      <p:pic>
        <p:nvPicPr>
          <p:cNvPr id="32" name="Image 8" descr="RegSmile">    </p:cNvPr>
          <p:cNvPicPr>
            <a:picLocks noChangeAspect="1"/>
          </p:cNvPicPr>
          <p:nvPr/>
        </p:nvPicPr>
        <p:blipFill>
          <a:blip r:embed="rId9"/>
          <a:stretch>
            <a:fillRect/>
          </a:stretch>
        </p:blipFill>
        <p:spPr>
          <a:xfrm>
            <a:off x="10927080" y="3374136"/>
            <a:ext cx="457200" cy="457200"/>
          </a:xfrm>
          <a:prstGeom prst="rect">
            <a:avLst/>
          </a:prstGeom>
        </p:spPr>
      </p:pic>
      <p:sp>
        <p:nvSpPr>
          <p:cNvPr id="33" name="Shape 21"/>
          <p:cNvSpPr/>
          <p:nvPr/>
        </p:nvSpPr>
        <p:spPr>
          <a:xfrm>
            <a:off x="6949440" y="3986784"/>
            <a:ext cx="4690872" cy="548640"/>
          </a:xfrm>
          <a:prstGeom prst="roundRect">
            <a:avLst>
              <a:gd name="adj" fmla="val 13333"/>
            </a:avLst>
          </a:prstGeom>
          <a:solidFill>
            <a:schemeClr val="bg1"/>
          </a:solidFill>
          <a:ln w="6350">
            <a:solidFill>
              <a:srgbClr val="D5DCE6"/>
            </a:solidFill>
            <a:prstDash val="solid"/>
          </a:ln>
        </p:spPr>
      </p:sp>
      <p:sp>
        <p:nvSpPr>
          <p:cNvPr id="34" name="Text 22"/>
          <p:cNvSpPr txBox="1"/>
          <p:nvPr/>
        </p:nvSpPr>
        <p:spPr>
          <a:xfrm>
            <a:off x="7132320" y="3986784"/>
            <a:ext cx="2331720" cy="548640"/>
          </a:xfrm>
          <a:prstGeom prst="rect">
            <a:avLst/>
          </a:prstGeom>
          <a:noFill/>
          <a:ln/>
        </p:spPr>
        <p:txBody>
          <a:bodyPr wrap="square" lIns="0" tIns="0" rIns="0" bIns="0" rtlCol="0" anchor="ctr"/>
          <a:lstStyle/>
          <a:p>
            <a:pPr algn="l" indent="0" marL="0">
              <a:buNone/>
            </a:pPr>
            <a:r>
              <a:rPr lang="en-US" sz="1600" b="1" dirty="0">
                <a:solidFill>
                  <a:schemeClr val="tx2"/>
                </a:solidFill>
              </a:rPr>
              <a:t>  Spellingregels</a:t>
            </a:r>
            <a:endParaRPr lang="en-US" sz="1600" dirty="0"/>
          </a:p>
        </p:txBody>
      </p:sp>
      <p:pic>
        <p:nvPicPr>
          <p:cNvPr id="35" name="Image 9" descr="RegFrown">    </p:cNvPr>
          <p:cNvPicPr>
            <a:picLocks noChangeAspect="1"/>
          </p:cNvPicPr>
          <p:nvPr/>
        </p:nvPicPr>
        <p:blipFill>
          <a:blip r:embed="rId10"/>
          <a:stretch>
            <a:fillRect/>
          </a:stretch>
        </p:blipFill>
        <p:spPr>
          <a:xfrm>
            <a:off x="9555480" y="4032504"/>
            <a:ext cx="457200" cy="457200"/>
          </a:xfrm>
          <a:prstGeom prst="rect">
            <a:avLst/>
          </a:prstGeom>
        </p:spPr>
      </p:pic>
      <p:pic>
        <p:nvPicPr>
          <p:cNvPr id="36" name="Image 10" descr="RegMeh">    </p:cNvPr>
          <p:cNvPicPr>
            <a:picLocks noChangeAspect="1"/>
          </p:cNvPicPr>
          <p:nvPr/>
        </p:nvPicPr>
        <p:blipFill>
          <a:blip r:embed="rId11"/>
          <a:stretch>
            <a:fillRect/>
          </a:stretch>
        </p:blipFill>
        <p:spPr>
          <a:xfrm>
            <a:off x="10241280" y="4032504"/>
            <a:ext cx="457200" cy="457200"/>
          </a:xfrm>
          <a:prstGeom prst="rect">
            <a:avLst/>
          </a:prstGeom>
        </p:spPr>
      </p:pic>
      <p:pic>
        <p:nvPicPr>
          <p:cNvPr id="37" name="Image 11" descr="RegSmile">    </p:cNvPr>
          <p:cNvPicPr>
            <a:picLocks noChangeAspect="1"/>
          </p:cNvPicPr>
          <p:nvPr/>
        </p:nvPicPr>
        <p:blipFill>
          <a:blip r:embed="rId12"/>
          <a:stretch>
            <a:fillRect/>
          </a:stretch>
        </p:blipFill>
        <p:spPr>
          <a:xfrm>
            <a:off x="10927080" y="4032504"/>
            <a:ext cx="457200" cy="457200"/>
          </a:xfrm>
          <a:prstGeom prst="rect">
            <a:avLst/>
          </a:prstGeom>
        </p:spPr>
      </p:pic>
      <p:sp>
        <p:nvSpPr>
          <p:cNvPr id="38" name="Shape 23"/>
          <p:cNvSpPr/>
          <p:nvPr/>
        </p:nvSpPr>
        <p:spPr>
          <a:xfrm>
            <a:off x="6949440" y="4645152"/>
            <a:ext cx="4690872" cy="548640"/>
          </a:xfrm>
          <a:prstGeom prst="roundRect">
            <a:avLst>
              <a:gd name="adj" fmla="val 13333"/>
            </a:avLst>
          </a:prstGeom>
          <a:solidFill>
            <a:schemeClr val="bg2"/>
          </a:solidFill>
          <a:ln w="6350">
            <a:solidFill>
              <a:srgbClr val="D5DCE6"/>
            </a:solidFill>
            <a:prstDash val="solid"/>
          </a:ln>
        </p:spPr>
      </p:sp>
      <p:sp>
        <p:nvSpPr>
          <p:cNvPr id="39" name="Text 24"/>
          <p:cNvSpPr txBox="1"/>
          <p:nvPr/>
        </p:nvSpPr>
        <p:spPr>
          <a:xfrm>
            <a:off x="7132320" y="4645152"/>
            <a:ext cx="2331720" cy="548640"/>
          </a:xfrm>
          <a:prstGeom prst="rect">
            <a:avLst/>
          </a:prstGeom>
          <a:noFill/>
          <a:ln/>
        </p:spPr>
        <p:txBody>
          <a:bodyPr wrap="square" lIns="0" tIns="0" rIns="0" bIns="0" rtlCol="0" anchor="ctr"/>
          <a:lstStyle/>
          <a:p>
            <a:pPr algn="l" indent="0" marL="0">
              <a:buNone/>
            </a:pPr>
            <a:r>
              <a:rPr lang="en-US" sz="1600" b="1" dirty="0">
                <a:solidFill>
                  <a:schemeClr val="tx2"/>
                </a:solidFill>
              </a:rPr>
              <a:t>  De of het</a:t>
            </a:r>
            <a:endParaRPr lang="en-US" sz="1600" dirty="0"/>
          </a:p>
        </p:txBody>
      </p:sp>
      <p:pic>
        <p:nvPicPr>
          <p:cNvPr id="40" name="Image 12" descr="RegFrown">    </p:cNvPr>
          <p:cNvPicPr>
            <a:picLocks noChangeAspect="1"/>
          </p:cNvPicPr>
          <p:nvPr/>
        </p:nvPicPr>
        <p:blipFill>
          <a:blip r:embed="rId13"/>
          <a:stretch>
            <a:fillRect/>
          </a:stretch>
        </p:blipFill>
        <p:spPr>
          <a:xfrm>
            <a:off x="9555480" y="4690872"/>
            <a:ext cx="457200" cy="457200"/>
          </a:xfrm>
          <a:prstGeom prst="rect">
            <a:avLst/>
          </a:prstGeom>
        </p:spPr>
      </p:pic>
      <p:pic>
        <p:nvPicPr>
          <p:cNvPr id="41" name="Image 13" descr="RegMeh">    </p:cNvPr>
          <p:cNvPicPr>
            <a:picLocks noChangeAspect="1"/>
          </p:cNvPicPr>
          <p:nvPr/>
        </p:nvPicPr>
        <p:blipFill>
          <a:blip r:embed="rId14"/>
          <a:stretch>
            <a:fillRect/>
          </a:stretch>
        </p:blipFill>
        <p:spPr>
          <a:xfrm>
            <a:off x="10241280" y="4690872"/>
            <a:ext cx="457200" cy="457200"/>
          </a:xfrm>
          <a:prstGeom prst="rect">
            <a:avLst/>
          </a:prstGeom>
        </p:spPr>
      </p:pic>
      <p:pic>
        <p:nvPicPr>
          <p:cNvPr id="42" name="Image 14" descr="RegSmile">    </p:cNvPr>
          <p:cNvPicPr>
            <a:picLocks noChangeAspect="1"/>
          </p:cNvPicPr>
          <p:nvPr/>
        </p:nvPicPr>
        <p:blipFill>
          <a:blip r:embed="rId15"/>
          <a:stretch>
            <a:fillRect/>
          </a:stretch>
        </p:blipFill>
        <p:spPr>
          <a:xfrm>
            <a:off x="10927080" y="4690872"/>
            <a:ext cx="457200" cy="457200"/>
          </a:xfrm>
          <a:prstGeom prst="rect">
            <a:avLst/>
          </a:prstGeom>
        </p:spPr>
      </p:pic>
      <p:sp>
        <p:nvSpPr>
          <p:cNvPr id="43" name="Shape 25"/>
          <p:cNvSpPr/>
          <p:nvPr/>
        </p:nvSpPr>
        <p:spPr>
          <a:xfrm>
            <a:off x="548640" y="5532120"/>
            <a:ext cx="11091672" cy="731520"/>
          </a:xfrm>
          <a:prstGeom prst="roundRect">
            <a:avLst>
              <a:gd name="adj" fmla="val 10000"/>
            </a:avLst>
          </a:prstGeom>
          <a:solidFill>
            <a:schemeClr val="tx2"/>
          </a:solidFill>
          <a:ln w="12700">
            <a:solidFill>
              <a:srgbClr val="FFFFFF">
                <a:alpha val="0"/>
              </a:srgbClr>
            </a:solidFill>
            <a:prstDash val="solid"/>
          </a:ln>
        </p:spPr>
      </p:sp>
      <p:pic>
        <p:nvPicPr>
          <p:cNvPr id="44" name="Image 15" descr="FlagCheckered">    </p:cNvPr>
          <p:cNvPicPr>
            <a:picLocks noChangeAspect="1"/>
          </p:cNvPicPr>
          <p:nvPr/>
        </p:nvPicPr>
        <p:blipFill>
          <a:blip r:embed="rId16"/>
          <a:stretch>
            <a:fillRect/>
          </a:stretch>
        </p:blipFill>
        <p:spPr>
          <a:xfrm>
            <a:off x="777240" y="5715000"/>
            <a:ext cx="365760" cy="365760"/>
          </a:xfrm>
          <a:prstGeom prst="rect">
            <a:avLst/>
          </a:prstGeom>
        </p:spPr>
      </p:pic>
      <p:sp>
        <p:nvSpPr>
          <p:cNvPr id="45" name="Text 26"/>
          <p:cNvSpPr txBox="1"/>
          <p:nvPr/>
        </p:nvSpPr>
        <p:spPr>
          <a:xfrm>
            <a:off x="1325880" y="5532120"/>
            <a:ext cx="10149840" cy="731520"/>
          </a:xfrm>
          <a:prstGeom prst="rect">
            <a:avLst/>
          </a:prstGeom>
          <a:noFill/>
          <a:ln/>
        </p:spPr>
        <p:txBody>
          <a:bodyPr wrap="square" lIns="0" tIns="0" rIns="0" bIns="0" rtlCol="0" anchor="ctr"/>
          <a:lstStyle/>
          <a:p>
            <a:pPr algn="l" indent="0" marL="0">
              <a:buNone/>
            </a:pPr>
            <a:r>
              <a:rPr lang="en-US" sz="1800" b="1" dirty="0">
                <a:solidFill>
                  <a:schemeClr val="bg1"/>
                </a:solidFill>
              </a:rPr>
              <a:t>Volgende stap: bloc 2</a:t>
            </a:r>
            <a:r>
              <a:rPr lang="en-US" sz="1800" dirty="0">
                <a:solidFill>
                  <a:schemeClr val="bg1"/>
                </a:solidFill>
              </a:rPr>
              <a:t> — M6 Tweeklanken : les sons doubles (</a:t>
            </a:r>
            <a:r>
              <a:rPr lang="en-US" sz="1800" i="1" dirty="0">
                <a:solidFill>
                  <a:schemeClr val="bg1"/>
                </a:solidFill>
              </a:rPr>
              <a:t>huis, tijd, keuken</a:t>
            </a:r>
            <a:r>
              <a:rPr lang="en-US" sz="1800" dirty="0">
                <a:solidFill>
                  <a:schemeClr val="bg1"/>
                </a:solidFill>
              </a:rPr>
              <a:t>)</a:t>
            </a:r>
            <a:endParaRPr lang="en-US" sz="1800" dirty="0"/>
          </a:p>
        </p:txBody>
      </p:sp>
      <p:pic>
        <p:nvPicPr>
          <p:cNvPr id="46" name="Image 16" descr="VolumeUp">    </p:cNvPr>
          <p:cNvPicPr>
            <a:picLocks noChangeAspect="1"/>
          </p:cNvPicPr>
          <p:nvPr/>
        </p:nvPicPr>
        <p:blipFill>
          <a:blip r:embed="rId17"/>
          <a:stretch>
            <a:fillRect/>
          </a:stretch>
        </p:blipFill>
        <p:spPr>
          <a:xfrm>
            <a:off x="7114032" y="2139696"/>
            <a:ext cx="292608" cy="292608"/>
          </a:xfrm>
          <a:prstGeom prst="rect">
            <a:avLst/>
          </a:prstGeom>
        </p:spPr>
      </p:pic>
      <p:pic>
        <p:nvPicPr>
          <p:cNvPr id="47" name="Image 17" descr="IdCard">    </p:cNvPr>
          <p:cNvPicPr>
            <a:picLocks noChangeAspect="1"/>
          </p:cNvPicPr>
          <p:nvPr/>
        </p:nvPicPr>
        <p:blipFill>
          <a:blip r:embed="rId18"/>
          <a:stretch>
            <a:fillRect/>
          </a:stretch>
        </p:blipFill>
        <p:spPr>
          <a:xfrm>
            <a:off x="7114032" y="2798064"/>
            <a:ext cx="292608" cy="292608"/>
          </a:xfrm>
          <a:prstGeom prst="rect">
            <a:avLst/>
          </a:prstGeom>
        </p:spPr>
      </p:pic>
      <p:pic>
        <p:nvPicPr>
          <p:cNvPr id="48" name="Image 18" descr="Cog">    </p:cNvPr>
          <p:cNvPicPr>
            <a:picLocks noChangeAspect="1"/>
          </p:cNvPicPr>
          <p:nvPr/>
        </p:nvPicPr>
        <p:blipFill>
          <a:blip r:embed="rId19"/>
          <a:stretch>
            <a:fillRect/>
          </a:stretch>
        </p:blipFill>
        <p:spPr>
          <a:xfrm>
            <a:off x="7114032" y="3456432"/>
            <a:ext cx="292608" cy="292608"/>
          </a:xfrm>
          <a:prstGeom prst="rect">
            <a:avLst/>
          </a:prstGeom>
        </p:spPr>
      </p:pic>
      <p:pic>
        <p:nvPicPr>
          <p:cNvPr id="49" name="Image 19" descr="PencilAlt">    </p:cNvPr>
          <p:cNvPicPr>
            <a:picLocks noChangeAspect="1"/>
          </p:cNvPicPr>
          <p:nvPr/>
        </p:nvPicPr>
        <p:blipFill>
          <a:blip r:embed="rId20"/>
          <a:stretch>
            <a:fillRect/>
          </a:stretch>
        </p:blipFill>
        <p:spPr>
          <a:xfrm>
            <a:off x="7114032" y="4114800"/>
            <a:ext cx="292608" cy="292608"/>
          </a:xfrm>
          <a:prstGeom prst="rect">
            <a:avLst/>
          </a:prstGeom>
        </p:spPr>
      </p:pic>
      <p:sp>
        <p:nvSpPr>
          <p:cNvPr id="50" name="Shape 27"/>
          <p:cNvSpPr/>
          <p:nvPr/>
        </p:nvSpPr>
        <p:spPr>
          <a:xfrm>
            <a:off x="7114032" y="4773168"/>
            <a:ext cx="146304" cy="292608"/>
          </a:xfrm>
          <a:prstGeom prst="rect">
            <a:avLst/>
          </a:prstGeom>
          <a:solidFill>
            <a:schemeClr val="tx2"/>
          </a:solidFill>
          <a:ln w="12700">
            <a:solidFill>
              <a:srgbClr val="FFFFFF">
                <a:alpha val="0"/>
              </a:srgbClr>
            </a:solidFill>
            <a:prstDash val="solid"/>
          </a:ln>
        </p:spPr>
      </p:sp>
      <p:sp>
        <p:nvSpPr>
          <p:cNvPr id="51" name="Shape 28"/>
          <p:cNvSpPr/>
          <p:nvPr/>
        </p:nvSpPr>
        <p:spPr>
          <a:xfrm>
            <a:off x="7260336" y="4773168"/>
            <a:ext cx="146304" cy="292608"/>
          </a:xfrm>
          <a:prstGeom prst="rect">
            <a:avLst/>
          </a:prstGeom>
          <a:solidFill>
            <a:schemeClr val="accent1"/>
          </a:solidFill>
          <a:ln w="12700">
            <a:solidFill>
              <a:srgbClr val="FFFFFF">
                <a:alpha val="0"/>
              </a:srgbClr>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33</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IRAM — Néerlandais 1 (UE1)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 — De of het? — Les articles</dc:title>
  <dc:subject>Néerlandais 1 — Langue en situation, en milieu professionnel</dc:subject>
  <dc:creator>A. Jouniaux</dc:creator>
  <cp:lastModifiedBy>A. Jouniaux</cp:lastModifiedBy>
  <cp:revision>1</cp:revision>
  <dcterms:created xsi:type="dcterms:W3CDTF">2026-10-04T12:06:09Z</dcterms:created>
  <dcterms:modified xsi:type="dcterms:W3CDTF">2026-10-04T12:06:09Z</dcterms:modified>
</cp:coreProperties>
</file>
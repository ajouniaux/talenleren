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c898871-3c0e-f7b0-24dd-0a82b55bce3d}">
          <p14:sldIdLst>
            <p14:sldId id="256"/>
          </p14:sldIdLst>
        </p14:section>
        <p14:section name="Découvrir" id="{e3804b76-21c1-e6cc-f8da-a9df5e79ea58}">
          <p14:sldIdLst>
            <p14:sldId id="257"/>
            <p14:sldId id="258"/>
          </p14:sldIdLst>
        </p14:section>
        <p14:section name="Le système" id="{5c64fdd8-2149-5215-2417-eb53df682830}">
          <p14:sldIdLst>
            <p14:sldId id="259"/>
            <p14:sldId id="260"/>
            <p14:sldId id="261"/>
            <p14:sldId id="262"/>
          </p14:sldIdLst>
        </p14:section>
        <p14:section name="Les familles DE" id="{acbe1f72-6b90-c322-37b6-b1a09a10b456}">
          <p14:sldIdLst>
            <p14:sldId id="263"/>
            <p14:sldId id="264"/>
            <p14:sldId id="265"/>
            <p14:sldId id="266"/>
          </p14:sldIdLst>
        </p14:section>
        <p14:section name="Les familles HET · mots composés" id="{0141af0a-598a-9d17-35ed-c44e08c580de}">
          <p14:sldIdLst>
            <p14:sldId id="267"/>
            <p14:sldId id="268"/>
            <p14:sldId id="269"/>
            <p14:sldId id="270"/>
            <p14:sldId id="271"/>
            <p14:sldId id="272"/>
            <p14:sldId id="273"/>
          </p14:sldIdLst>
        </p14:section>
        <p14:section name="JIJ NU ! — Oefeningen" id="{4e561c5a-cc91-6797-a56d-df7d925caf3b}">
          <p14:sldIdLst>
            <p14:sldId id="274"/>
            <p14:sldId id="275"/>
            <p14:sldId id="276"/>
            <p14:sldId id="277"/>
            <p14:sldId id="278"/>
            <p14:sldId id="279"/>
            <p14:sldId id="280"/>
            <p14:sldId id="281"/>
            <p14:sldId id="282"/>
            <p14:sldId id="283"/>
            <p14:sldId id="284"/>
            <p14:sldId id="285"/>
            <p14:sldId id="286"/>
            <p14:sldId id="287"/>
          </p14:sldIdLst>
        </p14:section>
        <p14:section name="Clôture" id="{dcb1a816-009b-d571-527a-ba57b0c968a5}">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2026-10-05T19:06:47Z</dcterms:created>
  <dcterms:modified xsi:type="dcterms:W3CDTF">2026-10-05T19:06:47Z</dcterms:modified>
</cp:coreProperties>
</file>
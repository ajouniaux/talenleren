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64b274a-4660-433f-6d78-0eedb7297100}">
          <p14:sldIdLst>
            <p14:sldId id="256"/>
          </p14:sldIdLst>
        </p14:section>
        <p14:section name="Découvrir" id="{84e4780b-4946-ccdd-64e8-ab912b0a1da9}">
          <p14:sldIdLst>
            <p14:sldId id="257"/>
            <p14:sldId id="258"/>
          </p14:sldIdLst>
        </p14:section>
        <p14:section name="Le système" id="{677faeb0-4a7e-abe4-6c71-af95be83a4de}">
          <p14:sldIdLst>
            <p14:sldId id="259"/>
            <p14:sldId id="260"/>
            <p14:sldId id="261"/>
            <p14:sldId id="262"/>
          </p14:sldIdLst>
        </p14:section>
        <p14:section name="Les familles DE" id="{99ab8fb9-250b-8216-8d4c-f86cb32f9d33}">
          <p14:sldIdLst>
            <p14:sldId id="263"/>
            <p14:sldId id="264"/>
            <p14:sldId id="265"/>
            <p14:sldId id="266"/>
          </p14:sldIdLst>
        </p14:section>
        <p14:section name="Les familles HET · mots composés" id="{70bf9e6e-ee1c-23a8-1217-58d925e855fc}">
          <p14:sldIdLst>
            <p14:sldId id="267"/>
            <p14:sldId id="268"/>
            <p14:sldId id="269"/>
            <p14:sldId id="270"/>
            <p14:sldId id="271"/>
            <p14:sldId id="272"/>
            <p14:sldId id="273"/>
          </p14:sldIdLst>
        </p14:section>
        <p14:section name="JIJ NU ! — Oefeningen" id="{435a5eaf-92c9-4732-1d6e-aa7324f57f54}">
          <p14:sldIdLst>
            <p14:sldId id="274"/>
            <p14:sldId id="275"/>
            <p14:sldId id="276"/>
            <p14:sldId id="277"/>
            <p14:sldId id="278"/>
            <p14:sldId id="279"/>
            <p14:sldId id="280"/>
            <p14:sldId id="281"/>
            <p14:sldId id="282"/>
            <p14:sldId id="283"/>
            <p14:sldId id="284"/>
            <p14:sldId id="285"/>
            <p14:sldId id="286"/>
            <p14:sldId id="287"/>
          </p14:sldIdLst>
        </p14:section>
        <p14:section name="Clôture" id="{7365e71c-c080-368e-e714-0005482e30b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2026-10-06T08:28:12Z</dcterms:created>
  <dcterms:modified xsi:type="dcterms:W3CDTF">2026-10-06T08:28:12Z</dcterms:modified>
</cp:coreProperties>
</file>
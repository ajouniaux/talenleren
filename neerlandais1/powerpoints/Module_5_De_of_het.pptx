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d3d038e0-eaf2-effd-cd53-b6f904649cae}">
          <p14:sldIdLst>
            <p14:sldId id="256"/>
          </p14:sldIdLst>
        </p14:section>
        <p14:section name="Découvrir" id="{4e7af9c2-7f77-7919-efc7-dc9df89bee48}">
          <p14:sldIdLst>
            <p14:sldId id="257"/>
            <p14:sldId id="258"/>
          </p14:sldIdLst>
        </p14:section>
        <p14:section name="Le système" id="{52fda2a7-b8cf-52ee-b30c-259972243326}">
          <p14:sldIdLst>
            <p14:sldId id="259"/>
            <p14:sldId id="260"/>
            <p14:sldId id="261"/>
            <p14:sldId id="262"/>
          </p14:sldIdLst>
        </p14:section>
        <p14:section name="Les familles DE" id="{70a19427-2428-eec0-d611-272aafcab14c}">
          <p14:sldIdLst>
            <p14:sldId id="263"/>
            <p14:sldId id="264"/>
            <p14:sldId id="265"/>
            <p14:sldId id="266"/>
          </p14:sldIdLst>
        </p14:section>
        <p14:section name="Les familles HET · mots composés" id="{048b5d6d-624e-cb83-8ccd-41e5e3b00eb0}">
          <p14:sldIdLst>
            <p14:sldId id="267"/>
            <p14:sldId id="268"/>
            <p14:sldId id="269"/>
            <p14:sldId id="270"/>
            <p14:sldId id="271"/>
            <p14:sldId id="272"/>
            <p14:sldId id="273"/>
          </p14:sldIdLst>
        </p14:section>
        <p14:section name="JIJ NU ! — Oefeningen" id="{2b82b36a-2be3-816a-21fa-97a545b3c25f}">
          <p14:sldIdLst>
            <p14:sldId id="274"/>
            <p14:sldId id="275"/>
            <p14:sldId id="276"/>
            <p14:sldId id="277"/>
            <p14:sldId id="278"/>
            <p14:sldId id="279"/>
            <p14:sldId id="280"/>
            <p14:sldId id="281"/>
            <p14:sldId id="282"/>
            <p14:sldId id="283"/>
            <p14:sldId id="284"/>
            <p14:sldId id="285"/>
            <p14:sldId id="286"/>
            <p14:sldId id="287"/>
          </p14:sldIdLst>
        </p14:section>
        <p14:section name="Clôture" id="{6c11cc67-2e03-c0f1-b64c-b47eca0bc575}">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2026-10-05T10:23:58Z</dcterms:created>
  <dcterms:modified xsi:type="dcterms:W3CDTF">2026-10-05T10:23:58Z</dcterms:modified>
</cp:coreProperties>
</file>
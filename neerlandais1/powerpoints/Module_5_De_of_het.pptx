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e3043dd-8181-ad55-1aaa-7e59f306f952}">
          <p14:sldIdLst>
            <p14:sldId id="256"/>
          </p14:sldIdLst>
        </p14:section>
        <p14:section name="Découvrir" id="{69a7cd0a-efb3-da37-bce1-74af8fc138b0}">
          <p14:sldIdLst>
            <p14:sldId id="257"/>
            <p14:sldId id="258"/>
          </p14:sldIdLst>
        </p14:section>
        <p14:section name="Le système" id="{524af907-e295-195c-78cb-daabfee80692}">
          <p14:sldIdLst>
            <p14:sldId id="259"/>
            <p14:sldId id="260"/>
            <p14:sldId id="261"/>
            <p14:sldId id="262"/>
          </p14:sldIdLst>
        </p14:section>
        <p14:section name="Les familles DE" id="{fcece87c-e8fa-fcfa-a28b-86a0bb12b773}">
          <p14:sldIdLst>
            <p14:sldId id="263"/>
            <p14:sldId id="264"/>
            <p14:sldId id="265"/>
            <p14:sldId id="266"/>
          </p14:sldIdLst>
        </p14:section>
        <p14:section name="Les familles HET · mots composés" id="{029d7d49-c199-7073-7a4d-485741934e51}">
          <p14:sldIdLst>
            <p14:sldId id="267"/>
            <p14:sldId id="268"/>
            <p14:sldId id="269"/>
            <p14:sldId id="270"/>
            <p14:sldId id="271"/>
            <p14:sldId id="272"/>
            <p14:sldId id="273"/>
          </p14:sldIdLst>
        </p14:section>
        <p14:section name="JIJ NU ! — Oefeningen" id="{8bcc11f6-55ff-3086-c94d-ac5eca92c808}">
          <p14:sldIdLst>
            <p14:sldId id="274"/>
            <p14:sldId id="275"/>
            <p14:sldId id="276"/>
            <p14:sldId id="277"/>
            <p14:sldId id="278"/>
            <p14:sldId id="279"/>
            <p14:sldId id="280"/>
            <p14:sldId id="281"/>
            <p14:sldId id="282"/>
            <p14:sldId id="283"/>
            <p14:sldId id="284"/>
            <p14:sldId id="285"/>
            <p14:sldId id="286"/>
            <p14:sldId id="287"/>
          </p14:sldIdLst>
        </p14:section>
        <p14:section name="Clôture" id="{d709c816-cf76-f40f-99ee-f24d120f50e7}">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parcours Néerlandais 1 par une auto-évaluation globale.
Réponses :
1. het (ge-) · de (-ing) · het (-je).
2. de boeken.
3. de kantoordeur.
Les résultats du bilan orientent la révision avant l'évaluation de l'UE1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1876349"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Néerlandais 2</a:t>
            </a:r>
            <a:r>
              <a:rPr lang="en-US" sz="1800" dirty="0">
                <a:solidFill>
                  <a:schemeClr val="bg1"/>
                </a:solidFill>
              </a:rPr>
              <a:t> — bravo, le parcours Néerlandais 1 est terminé !</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2026-10-04T06:42:51Z</dcterms:created>
  <dcterms:modified xsi:type="dcterms:W3CDTF">2026-10-04T06:42:51Z</dcterms:modified>
</cp:coreProperties>
</file>
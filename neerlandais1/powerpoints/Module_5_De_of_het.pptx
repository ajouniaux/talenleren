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6fa09e5-8cf7-5b8c-5997-2a3ae06bbb39}">
          <p14:sldIdLst>
            <p14:sldId id="256"/>
          </p14:sldIdLst>
        </p14:section>
        <p14:section name="Découvrir" id="{b8705ca0-5f34-647a-48f9-2465b352ed7e}">
          <p14:sldIdLst>
            <p14:sldId id="257"/>
            <p14:sldId id="258"/>
          </p14:sldIdLst>
        </p14:section>
        <p14:section name="Le système" id="{48ad29a3-a0ff-748b-a190-7e4c6f1e28a5}">
          <p14:sldIdLst>
            <p14:sldId id="259"/>
            <p14:sldId id="260"/>
            <p14:sldId id="261"/>
            <p14:sldId id="262"/>
          </p14:sldIdLst>
        </p14:section>
        <p14:section name="Les familles DE" id="{b2a3d7a4-0717-5361-1b29-b82e2e637703}">
          <p14:sldIdLst>
            <p14:sldId id="263"/>
            <p14:sldId id="264"/>
            <p14:sldId id="265"/>
            <p14:sldId id="266"/>
          </p14:sldIdLst>
        </p14:section>
        <p14:section name="Les familles HET · mots composés" id="{de02355f-9cec-19a3-7582-84e777389a64}">
          <p14:sldIdLst>
            <p14:sldId id="267"/>
            <p14:sldId id="268"/>
            <p14:sldId id="269"/>
            <p14:sldId id="270"/>
            <p14:sldId id="271"/>
            <p14:sldId id="272"/>
            <p14:sldId id="273"/>
          </p14:sldIdLst>
        </p14:section>
        <p14:section name="JIJ NU ! — Oefeningen" id="{169cd131-ba2c-6a5f-4d0c-140a1c90e0e7}">
          <p14:sldIdLst>
            <p14:sldId id="274"/>
            <p14:sldId id="275"/>
            <p14:sldId id="276"/>
            <p14:sldId id="277"/>
            <p14:sldId id="278"/>
            <p14:sldId id="279"/>
            <p14:sldId id="280"/>
            <p14:sldId id="281"/>
            <p14:sldId id="282"/>
            <p14:sldId id="283"/>
            <p14:sldId id="284"/>
            <p14:sldId id="285"/>
            <p14:sldId id="286"/>
            <p14:sldId id="287"/>
          </p14:sldIdLst>
        </p14:section>
        <p14:section name="Clôture" id="{d4cedf39-26d3-b7a7-29c5-bce4c85ebd9f}">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2026-10-06T17:53:37Z</dcterms:created>
  <dcterms:modified xsi:type="dcterms:W3CDTF">2026-10-06T17:53:37Z</dcterms:modified>
</cp:coreProperties>
</file>
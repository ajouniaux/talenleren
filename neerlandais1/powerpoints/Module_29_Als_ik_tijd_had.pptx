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e3b7027-12de-847d-1698-51ef477c89d0}">
          <p14:sldIdLst>
            <p14:sldId id="256"/>
          </p14:sldIdLst>
        </p14:section>
        <p14:section name="Découvrir" id="{bf27ba95-bd16-6b9f-0f74-6c3cc56b99fc}">
          <p14:sldIdLst>
            <p14:sldId id="257"/>
            <p14:sldId id="258"/>
          </p14:sldIdLst>
        </p14:section>
        <p14:section name="Comprendre" id="{4f3faa7a-73cd-7311-e6c4-50d1efeb5f1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00724ef-496e-bbed-0548-2932ab3725c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0d20c436-88bb-3a65-90b5-5b91f6619b5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2026-10-06T08:28:20Z</dcterms:created>
  <dcterms:modified xsi:type="dcterms:W3CDTF">2026-10-06T08:28:20Z</dcterms:modified>
</cp:coreProperties>
</file>
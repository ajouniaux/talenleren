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727b4d6-d71d-30db-ac7a-152ea5090df5}">
          <p14:sldIdLst>
            <p14:sldId id="256"/>
          </p14:sldIdLst>
        </p14:section>
        <p14:section name="Découvrir" id="{57bc6ffa-9031-e294-724e-0fb963571667}">
          <p14:sldIdLst>
            <p14:sldId id="257"/>
            <p14:sldId id="258"/>
          </p14:sldIdLst>
        </p14:section>
        <p14:section name="Comprendre" id="{9fed51da-5edc-3278-7077-c1682b65aef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bea76033-6c30-ed07-5d07-1cd1d91f024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16c9947d-3530-8258-3fc0-ec9c7b88bb7d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2026-10-05T07:24:47Z</dcterms:created>
  <dcterms:modified xsi:type="dcterms:W3CDTF">2026-10-05T07:24:47Z</dcterms:modified>
</cp:coreProperties>
</file>
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0480824-5e33-d58f-0725-4417e3397ba2}">
          <p14:sldIdLst>
            <p14:sldId id="256"/>
          </p14:sldIdLst>
        </p14:section>
        <p14:section name="Découvrir" id="{a562b5bc-febc-dc75-d845-95a87a4a8072}">
          <p14:sldIdLst>
            <p14:sldId id="257"/>
            <p14:sldId id="258"/>
          </p14:sldIdLst>
        </p14:section>
        <p14:section name="Comprendre" id="{d3ed54fc-8189-3426-23ec-0226044ceaa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6d215e2e-e5b6-acf0-38bc-8f1be71e84a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c212e6d7-6a73-af00-4cab-25e4406ac50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2026-10-05T15:46:49Z</dcterms:created>
  <dcterms:modified xsi:type="dcterms:W3CDTF">2026-10-05T15:46:49Z</dcterms:modified>
</cp:coreProperties>
</file>
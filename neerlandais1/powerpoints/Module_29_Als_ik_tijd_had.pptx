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067a0f4-d6f2-2f00-2451-456ac31bf19a}">
          <p14:sldIdLst>
            <p14:sldId id="256"/>
          </p14:sldIdLst>
        </p14:section>
        <p14:section name="Découvrir" id="{68fa88af-134d-f851-b52e-c849ee8caa9b}">
          <p14:sldIdLst>
            <p14:sldId id="257"/>
            <p14:sldId id="258"/>
          </p14:sldIdLst>
        </p14:section>
        <p14:section name="Comprendre" id="{8caf164b-a2e2-052c-699a-675920f24d8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e8b241b6-37a3-3a8e-819c-70c0bf21214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e20f688-20f0-d8a9-2cff-6fd001da201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2026-10-05T11:26:00Z</dcterms:created>
  <dcterms:modified xsi:type="dcterms:W3CDTF">2026-10-05T11:26:00Z</dcterms:modified>
</cp:coreProperties>
</file>
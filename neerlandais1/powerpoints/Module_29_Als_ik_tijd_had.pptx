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61549a5-c674-cfcc-dd4f-506fbb2503b8}">
          <p14:sldIdLst>
            <p14:sldId id="256"/>
          </p14:sldIdLst>
        </p14:section>
        <p14:section name="Découvrir" id="{07ca0f05-d32d-2166-e8b9-cda153f93e35}">
          <p14:sldIdLst>
            <p14:sldId id="257"/>
            <p14:sldId id="258"/>
          </p14:sldIdLst>
        </p14:section>
        <p14:section name="Comprendre" id="{1ae7dd9e-354c-97d9-a7ad-7a6908acce1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35d1072-0fdf-f7c9-0f8a-a117301e9a3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02d72bde-bb25-4afe-6ff9-1a2bdde26212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2026-10-05T10:24:08Z</dcterms:created>
  <dcterms:modified xsi:type="dcterms:W3CDTF">2026-10-05T10:24:08Z</dcterms:modified>
</cp:coreProperties>
</file>
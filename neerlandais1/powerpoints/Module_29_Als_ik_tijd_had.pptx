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e3fd98b-1621-c22a-90b7-002d63d8c3bd}">
          <p14:sldIdLst>
            <p14:sldId id="256"/>
          </p14:sldIdLst>
        </p14:section>
        <p14:section name="Découvrir" id="{57e9061c-b5ac-70f7-fbab-f637e338ff45}">
          <p14:sldIdLst>
            <p14:sldId id="257"/>
            <p14:sldId id="258"/>
          </p14:sldIdLst>
        </p14:section>
        <p14:section name="Comprendre" id="{3873c1f7-b152-9b05-db9c-11028a4644e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8635f27a-5f38-2889-8570-580c3b5eec2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fed27ec-e211-d431-3beb-860ae198e15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2026-10-06T11:50:09Z</dcterms:created>
  <dcterms:modified xsi:type="dcterms:W3CDTF">2026-10-06T11:50:09Z</dcterms:modified>
</cp:coreProperties>
</file>
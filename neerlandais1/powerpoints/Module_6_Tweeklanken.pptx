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de75c01-633d-4849-f3dd-63facea23d51}">
          <p14:sldIdLst>
            <p14:sldId id="256"/>
          </p14:sldIdLst>
        </p14:section>
        <p14:section name="Découvrir" id="{053c5f25-ea82-31ba-f5c5-afca17808a23}">
          <p14:sldIdLst>
            <p14:sldId id="257"/>
            <p14:sldId id="258"/>
            <p14:sldId id="259"/>
          </p14:sldIdLst>
        </p14:section>
        <p14:section name="Comprendre" id="{a5777e02-fcc3-771e-5c14-129fe5f2779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f460c98-e638-5d8d-9974-b6442c34c6b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063ea495-7fa5-1a23-e96d-df5bdcff568d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2026-10-05T15:46:41Z</dcterms:created>
  <dcterms:modified xsi:type="dcterms:W3CDTF">2026-10-05T15:46:41Z</dcterms:modified>
</cp:coreProperties>
</file>
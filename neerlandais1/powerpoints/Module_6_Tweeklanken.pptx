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d26e650-d61a-6da2-be3b-9ccfb71eacd6}">
          <p14:sldIdLst>
            <p14:sldId id="256"/>
          </p14:sldIdLst>
        </p14:section>
        <p14:section name="Découvrir" id="{24d19913-33f4-cc16-a21b-10cd9737b5b8}">
          <p14:sldIdLst>
            <p14:sldId id="257"/>
            <p14:sldId id="258"/>
            <p14:sldId id="259"/>
          </p14:sldIdLst>
        </p14:section>
        <p14:section name="Comprendre" id="{5461bdf3-b62c-1ec0-78b3-909a3bfc2c6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51fcfe15-da12-1214-f78f-5eaeee8d8525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f1d8d950-a4f2-b236-3208-a6c475bf2bbe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2026-10-05T10:51:15Z</dcterms:created>
  <dcterms:modified xsi:type="dcterms:W3CDTF">2026-10-05T10:51:15Z</dcterms:modified>
</cp:coreProperties>
</file>
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5b7a4f3-1626-84e7-5a68-eef854e425a0}">
          <p14:sldIdLst>
            <p14:sldId id="256"/>
          </p14:sldIdLst>
        </p14:section>
        <p14:section name="Découvrir" id="{f496c30b-6c80-5326-ecc0-5510ae241489}">
          <p14:sldIdLst>
            <p14:sldId id="257"/>
            <p14:sldId id="258"/>
            <p14:sldId id="259"/>
          </p14:sldIdLst>
        </p14:section>
        <p14:section name="Comprendre" id="{08b12f4b-9365-70a9-4dc5-4d99c3a8090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9f52228-3f6b-5687-63d1-da8c43e312f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52a1544b-8f3f-41de-5573-bc56bf855ce0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2026-10-04T12:06:09Z</dcterms:created>
  <dcterms:modified xsi:type="dcterms:W3CDTF">2026-10-04T12:06:09Z</dcterms:modified>
</cp:coreProperties>
</file>
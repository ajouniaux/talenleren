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1f946b4-fb28-421d-94b4-f26914c16810}">
          <p14:sldIdLst>
            <p14:sldId id="256"/>
          </p14:sldIdLst>
        </p14:section>
        <p14:section name="Découvrir" id="{e7474b64-04ed-2577-f81b-af1269774362}">
          <p14:sldIdLst>
            <p14:sldId id="257"/>
            <p14:sldId id="258"/>
            <p14:sldId id="259"/>
          </p14:sldIdLst>
        </p14:section>
        <p14:section name="Comprendre" id="{fe9137b4-99a2-764a-fb2a-891a80dbfae8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e8b3d4c4-cb55-204f-a0b5-bf3ff42a351f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cc4a3add-eec9-02a1-ce1c-e05e688cb5c7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10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2" name="Text 16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3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7" name="Text 20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28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0" name="Shape 22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3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5" name="Shape 26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7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7" name="Text 28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38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0" name="Shape 30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1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2" name="Text 32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3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5" name="Shape 34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Text 35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7" name="Text 36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48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0" name="Shape 38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Text 39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2" name="Text 40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3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5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2026-10-04T07:55:11Z</dcterms:created>
  <dcterms:modified xsi:type="dcterms:W3CDTF">2026-10-04T07:55:11Z</dcterms:modified>
</cp:coreProperties>
</file>
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6573a54-7e00-478a-2353-373e130a0307}">
          <p14:sldIdLst>
            <p14:sldId id="256"/>
          </p14:sldIdLst>
        </p14:section>
        <p14:section name="Découvrir" id="{d313bf39-1b3d-8e10-c911-7c6b2e7a1b11}">
          <p14:sldIdLst>
            <p14:sldId id="257"/>
            <p14:sldId id="258"/>
            <p14:sldId id="259"/>
          </p14:sldIdLst>
        </p14:section>
        <p14:section name="Comprendre" id="{0cf1f667-a061-27c6-7cfc-b2d57ec6b4d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d4550552-ba07-14ab-deb9-11882646d6d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b1ece286-86d0-627f-eb05-621b5fedfbc2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2026-10-06T08:28:13Z</dcterms:created>
  <dcterms:modified xsi:type="dcterms:W3CDTF">2026-10-06T08:28:13Z</dcterms:modified>
</cp:coreProperties>
</file>
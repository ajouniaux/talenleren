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89e0c0d-6bbb-ab96-3ce2-a61c87b2a7d1}">
          <p14:sldIdLst>
            <p14:sldId id="256"/>
          </p14:sldIdLst>
        </p14:section>
        <p14:section name="Découvrir" id="{10f78c29-866e-2ca7-b08e-7c69c7203fc9}">
          <p14:sldIdLst>
            <p14:sldId id="257"/>
            <p14:sldId id="258"/>
            <p14:sldId id="259"/>
          </p14:sldIdLst>
        </p14:section>
        <p14:section name="Comprendre" id="{fe8f9838-5bd0-06e9-6c92-222e8c2fba2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ee29870a-a739-b0b4-7c46-5060dfc4489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540b400e-cf68-85f7-b4ab-d7bab415ef19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2026-10-05T10:23:59Z</dcterms:created>
  <dcterms:modified xsi:type="dcterms:W3CDTF">2026-10-05T10:23:59Z</dcterms:modified>
</cp:coreProperties>
</file>
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2104210-291d-aedd-4172-17c4201b768f}">
          <p14:sldIdLst>
            <p14:sldId id="256"/>
          </p14:sldIdLst>
        </p14:section>
        <p14:section name="Découvrir" id="{e5b3322b-b9a7-74ba-476e-88f6875546b4}">
          <p14:sldIdLst>
            <p14:sldId id="257"/>
            <p14:sldId id="258"/>
            <p14:sldId id="259"/>
          </p14:sldIdLst>
        </p14:section>
        <p14:section name="Comprendre" id="{dfeb0aab-8ced-1a9f-ea69-d04b6b0e6abe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1dc21f92-c72a-a0f0-8ac8-a29ef70faff2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5f1ad1ea-d9a1-7b9d-313f-7472816b3469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2026-10-05T06:01:38Z</dcterms:created>
  <dcterms:modified xsi:type="dcterms:W3CDTF">2026-10-05T06:01:38Z</dcterms:modified>
</cp:coreProperties>
</file>
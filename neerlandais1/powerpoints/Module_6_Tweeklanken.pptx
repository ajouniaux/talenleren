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1d6150b-8985-1a71-c583-17166423d9a7}">
          <p14:sldIdLst>
            <p14:sldId id="256"/>
          </p14:sldIdLst>
        </p14:section>
        <p14:section name="Découvrir" id="{e046edac-dc46-d181-9f1b-a0725c2b09d4}">
          <p14:sldIdLst>
            <p14:sldId id="257"/>
            <p14:sldId id="258"/>
            <p14:sldId id="259"/>
          </p14:sldIdLst>
        </p14:section>
        <p14:section name="Comprendre" id="{827643fb-ee84-9b62-5f17-abf1cc59637f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5a49e73c-9ad1-8fcf-fc49-ee35830642a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0bef16ab-7355-3ff7-696e-51bc4025cccb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15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2026-10-04T11:19:40Z</dcterms:created>
  <dcterms:modified xsi:type="dcterms:W3CDTF">2026-10-04T11:19:40Z</dcterms:modified>
</cp:coreProperties>
</file>
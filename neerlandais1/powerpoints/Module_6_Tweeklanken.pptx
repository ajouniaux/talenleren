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e2aef15-bdec-b713-b237-4d40f0216228}">
          <p14:sldIdLst>
            <p14:sldId id="256"/>
          </p14:sldIdLst>
        </p14:section>
        <p14:section name="Découvrir" id="{c09b2730-ef84-c042-dd82-cffec6db2305}">
          <p14:sldIdLst>
            <p14:sldId id="257"/>
            <p14:sldId id="258"/>
            <p14:sldId id="259"/>
          </p14:sldIdLst>
        </p14:section>
        <p14:section name="Comprendre" id="{f2a4b82d-3553-69bc-56fc-822dbe9acbe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a6ee289-661f-924f-d76e-12915c5337a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9514f431-6440-03f8-e03d-b5eea3808a3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2026-10-06T11:49:59Z</dcterms:created>
  <dcterms:modified xsi:type="dcterms:W3CDTF">2026-10-06T11:49:59Z</dcterms:modified>
</cp:coreProperties>
</file>
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aad1df7-5a6a-7e7d-8f30-e04dabd0566b}">
          <p14:sldIdLst>
            <p14:sldId id="256"/>
          </p14:sldIdLst>
        </p14:section>
        <p14:section name="Découvrir" id="{ed2bc513-f92b-0644-71e6-6bf1fc2ed169}">
          <p14:sldIdLst>
            <p14:sldId id="257"/>
            <p14:sldId id="258"/>
            <p14:sldId id="259"/>
          </p14:sldIdLst>
        </p14:section>
        <p14:section name="Comprendre" id="{53d3e89f-638c-80ce-89cf-42e108dae11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60f8120f-0293-7794-19c8-1d7f83a884d4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e96bf786-929c-8020-d468-486f46c3c6a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2026-10-05T07:24:41Z</dcterms:created>
  <dcterms:modified xsi:type="dcterms:W3CDTF">2026-10-05T07:24:41Z</dcterms:modified>
</cp:coreProperties>
</file>
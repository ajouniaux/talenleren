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2ea4b14-5c81-07bb-8fa5-15089502f90a}">
          <p14:sldIdLst>
            <p14:sldId id="256"/>
          </p14:sldIdLst>
        </p14:section>
        <p14:section name="Découvrir" id="{8cd8027e-b8f8-63e1-cb34-c5e53aea4e1c}">
          <p14:sldIdLst>
            <p14:sldId id="257"/>
            <p14:sldId id="258"/>
          </p14:sldIdLst>
        </p14:section>
        <p14:section name="Comprendre" id="{b2b4d1c5-7048-f7f8-afc3-9a20cf9570f3}">
          <p14:sldIdLst>
            <p14:sldId id="259"/>
            <p14:sldId id="260"/>
            <p14:sldId id="261"/>
            <p14:sldId id="262"/>
            <p14:sldId id="263"/>
            <p14:sldId id="264"/>
            <p14:sldId id="265"/>
            <p14:sldId id="266"/>
            <p14:sldId id="267"/>
            <p14:sldId id="268"/>
          </p14:sldIdLst>
        </p14:section>
        <p14:section name="JIJ NU ! — Oefeningen" id="{ab69040a-9c6c-ed33-507e-7be4d92ceafd}">
          <p14:sldIdLst>
            <p14:sldId id="269"/>
            <p14:sldId id="270"/>
            <p14:sldId id="271"/>
            <p14:sldId id="272"/>
            <p14:sldId id="273"/>
            <p14:sldId id="274"/>
            <p14:sldId id="275"/>
            <p14:sldId id="276"/>
            <p14:sldId id="277"/>
            <p14:sldId id="278"/>
            <p14:sldId id="279"/>
            <p14:sldId id="280"/>
            <p14:sldId id="281"/>
          </p14:sldIdLst>
        </p14:section>
        <p14:section name="Clôture" id="{d98e55fe-6681-349a-0a0c-7610a432afbf}">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2026-10-05T11:25:58Z</dcterms:created>
  <dcterms:modified xsi:type="dcterms:W3CDTF">2026-10-05T11:25:58Z</dcterms:modified>
</cp:coreProperties>
</file>
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f867de0-4878-b9ff-32a6-c7032b8f8018}">
          <p14:sldIdLst>
            <p14:sldId id="256"/>
          </p14:sldIdLst>
        </p14:section>
        <p14:section name="Découvrir" id="{fbfef5c2-1de7-c2a7-5ece-cb8ceb76d4bd}">
          <p14:sldIdLst>
            <p14:sldId id="257"/>
            <p14:sldId id="258"/>
          </p14:sldIdLst>
        </p14:section>
        <p14:section name="Comprendre" id="{12fce974-c87e-d817-fceb-133c5b6bdcb0}">
          <p14:sldIdLst>
            <p14:sldId id="259"/>
            <p14:sldId id="260"/>
            <p14:sldId id="261"/>
            <p14:sldId id="262"/>
            <p14:sldId id="263"/>
            <p14:sldId id="264"/>
            <p14:sldId id="265"/>
            <p14:sldId id="266"/>
            <p14:sldId id="267"/>
            <p14:sldId id="268"/>
          </p14:sldIdLst>
        </p14:section>
        <p14:section name="JIJ NU ! — Oefeningen" id="{af280f59-dc60-c810-d2b6-dfc46f10d552}">
          <p14:sldIdLst>
            <p14:sldId id="269"/>
            <p14:sldId id="270"/>
            <p14:sldId id="271"/>
            <p14:sldId id="272"/>
            <p14:sldId id="273"/>
            <p14:sldId id="274"/>
            <p14:sldId id="275"/>
            <p14:sldId id="276"/>
            <p14:sldId id="277"/>
            <p14:sldId id="278"/>
            <p14:sldId id="279"/>
            <p14:sldId id="280"/>
            <p14:sldId id="281"/>
          </p14:sldIdLst>
        </p14:section>
        <p14:section name="Clôture" id="{41d48b88-c3f4-42e6-645f-0b1681a2f8f0}">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2026-10-06T08:28:18Z</dcterms:created>
  <dcterms:modified xsi:type="dcterms:W3CDTF">2026-10-06T08:28:18Z</dcterms:modified>
</cp:coreProperties>
</file>
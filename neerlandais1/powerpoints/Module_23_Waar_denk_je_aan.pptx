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cf15af2-fabf-7c47-5a5d-193b8e0a4348}">
          <p14:sldIdLst>
            <p14:sldId id="256"/>
          </p14:sldIdLst>
        </p14:section>
        <p14:section name="Découvrir" id="{6c1c7866-6260-dc81-08b7-27ef9e2ac71d}">
          <p14:sldIdLst>
            <p14:sldId id="257"/>
            <p14:sldId id="258"/>
          </p14:sldIdLst>
        </p14:section>
        <p14:section name="Comprendre" id="{1925834e-ea5a-358e-6948-eb6fad31171d}">
          <p14:sldIdLst>
            <p14:sldId id="259"/>
            <p14:sldId id="260"/>
            <p14:sldId id="261"/>
            <p14:sldId id="262"/>
            <p14:sldId id="263"/>
            <p14:sldId id="264"/>
            <p14:sldId id="265"/>
            <p14:sldId id="266"/>
            <p14:sldId id="267"/>
            <p14:sldId id="268"/>
          </p14:sldIdLst>
        </p14:section>
        <p14:section name="JIJ NU ! — Oefeningen" id="{f89e0ff3-2598-39cd-15d9-06ba2d2db936}">
          <p14:sldIdLst>
            <p14:sldId id="269"/>
            <p14:sldId id="270"/>
            <p14:sldId id="271"/>
            <p14:sldId id="272"/>
            <p14:sldId id="273"/>
            <p14:sldId id="274"/>
            <p14:sldId id="275"/>
            <p14:sldId id="276"/>
            <p14:sldId id="277"/>
            <p14:sldId id="278"/>
            <p14:sldId id="279"/>
            <p14:sldId id="280"/>
            <p14:sldId id="281"/>
          </p14:sldIdLst>
        </p14:section>
        <p14:section name="Clôture" id="{968217ee-381e-56bb-6f2e-d0649658a5a9}">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2026-10-05T06:01:43Z</dcterms:created>
  <dcterms:modified xsi:type="dcterms:W3CDTF">2026-10-05T06:01:43Z</dcterms:modified>
</cp:coreProperties>
</file>
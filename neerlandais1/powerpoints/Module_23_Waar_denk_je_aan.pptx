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c69eb82-17a9-300d-30fe-9a8bea59e53d}">
          <p14:sldIdLst>
            <p14:sldId id="256"/>
          </p14:sldIdLst>
        </p14:section>
        <p14:section name="Découvrir" id="{84365d48-295b-ca15-f848-91b56616d348}">
          <p14:sldIdLst>
            <p14:sldId id="257"/>
            <p14:sldId id="258"/>
          </p14:sldIdLst>
        </p14:section>
        <p14:section name="Comprendre" id="{4fd966e4-0baf-0fd2-4c51-bd3f84b08e38}">
          <p14:sldIdLst>
            <p14:sldId id="259"/>
            <p14:sldId id="260"/>
            <p14:sldId id="261"/>
            <p14:sldId id="262"/>
            <p14:sldId id="263"/>
            <p14:sldId id="264"/>
            <p14:sldId id="265"/>
            <p14:sldId id="266"/>
            <p14:sldId id="267"/>
            <p14:sldId id="268"/>
          </p14:sldIdLst>
        </p14:section>
        <p14:section name="JIJ NU ! — Oefeningen" id="{943402d1-41c1-59a2-9bcb-34881f56a9f3}">
          <p14:sldIdLst>
            <p14:sldId id="269"/>
            <p14:sldId id="270"/>
            <p14:sldId id="271"/>
            <p14:sldId id="272"/>
            <p14:sldId id="273"/>
            <p14:sldId id="274"/>
            <p14:sldId id="275"/>
            <p14:sldId id="276"/>
            <p14:sldId id="277"/>
            <p14:sldId id="278"/>
            <p14:sldId id="279"/>
            <p14:sldId id="280"/>
            <p14:sldId id="281"/>
          </p14:sldIdLst>
        </p14:section>
        <p14:section name="Clôture" id="{00c24266-ca51-a54b-b35b-83de2acf13af}">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2026-10-05T10:51:21Z</dcterms:created>
  <dcterms:modified xsi:type="dcterms:W3CDTF">2026-10-05T10:51:21Z</dcterms:modified>
</cp:coreProperties>
</file>
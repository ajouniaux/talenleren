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289ce8-8193-a923-b2b5-3843dbec490e}">
          <p14:sldIdLst>
            <p14:sldId id="256"/>
          </p14:sldIdLst>
        </p14:section>
        <p14:section name="Découvrir" id="{227524d8-aee7-bd60-7fce-83ad893233d5}">
          <p14:sldIdLst>
            <p14:sldId id="257"/>
            <p14:sldId id="258"/>
          </p14:sldIdLst>
        </p14:section>
        <p14:section name="Comprendre" id="{47c645a9-248c-1704-94b2-13c675b6cc5a}">
          <p14:sldIdLst>
            <p14:sldId id="259"/>
            <p14:sldId id="260"/>
            <p14:sldId id="261"/>
            <p14:sldId id="262"/>
            <p14:sldId id="263"/>
            <p14:sldId id="264"/>
            <p14:sldId id="265"/>
            <p14:sldId id="266"/>
            <p14:sldId id="267"/>
            <p14:sldId id="268"/>
          </p14:sldIdLst>
        </p14:section>
        <p14:section name="JIJ NU ! — Oefeningen" id="{b74f1b50-3f47-86af-683a-208f872cd73a}">
          <p14:sldIdLst>
            <p14:sldId id="269"/>
            <p14:sldId id="270"/>
            <p14:sldId id="271"/>
            <p14:sldId id="272"/>
            <p14:sldId id="273"/>
            <p14:sldId id="274"/>
            <p14:sldId id="275"/>
            <p14:sldId id="276"/>
            <p14:sldId id="277"/>
            <p14:sldId id="278"/>
            <p14:sldId id="279"/>
            <p14:sldId id="280"/>
            <p14:sldId id="281"/>
          </p14:sldIdLst>
        </p14:section>
        <p14:section name="Clôture" id="{c9756c09-c023-3f82-5fac-6e0fbb333668}">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2026-10-04T18:33:17Z</dcterms:created>
  <dcterms:modified xsi:type="dcterms:W3CDTF">2026-10-04T18:33:17Z</dcterms:modified>
</cp:coreProperties>
</file>
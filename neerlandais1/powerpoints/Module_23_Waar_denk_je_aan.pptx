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64bb947-34b7-2d38-cf05-45df50f60ce9}">
          <p14:sldIdLst>
            <p14:sldId id="256"/>
          </p14:sldIdLst>
        </p14:section>
        <p14:section name="Découvrir" id="{db12dda7-b3de-54d9-f649-7e75e29dd63f}">
          <p14:sldIdLst>
            <p14:sldId id="257"/>
            <p14:sldId id="258"/>
          </p14:sldIdLst>
        </p14:section>
        <p14:section name="Comprendre" id="{07b7b8b7-e61e-2116-e438-fca24ef3a82a}">
          <p14:sldIdLst>
            <p14:sldId id="259"/>
            <p14:sldId id="260"/>
            <p14:sldId id="261"/>
            <p14:sldId id="262"/>
            <p14:sldId id="263"/>
            <p14:sldId id="264"/>
            <p14:sldId id="265"/>
            <p14:sldId id="266"/>
            <p14:sldId id="267"/>
            <p14:sldId id="268"/>
          </p14:sldIdLst>
        </p14:section>
        <p14:section name="JIJ NU ! — Oefeningen" id="{aa4803db-3e5a-212f-f061-f161ef7f8ab4}">
          <p14:sldIdLst>
            <p14:sldId id="269"/>
            <p14:sldId id="270"/>
            <p14:sldId id="271"/>
            <p14:sldId id="272"/>
            <p14:sldId id="273"/>
            <p14:sldId id="274"/>
            <p14:sldId id="275"/>
            <p14:sldId id="276"/>
            <p14:sldId id="277"/>
            <p14:sldId id="278"/>
            <p14:sldId id="279"/>
            <p14:sldId id="280"/>
            <p14:sldId id="281"/>
          </p14:sldIdLst>
        </p14:section>
        <p14:section name="Clôture" id="{b355a762-ade3-9990-39a8-1ccff6e3aa8b}">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2026-10-05T07:24:46Z</dcterms:created>
  <dcterms:modified xsi:type="dcterms:W3CDTF">2026-10-05T07:24:46Z</dcterms:modified>
</cp:coreProperties>
</file>